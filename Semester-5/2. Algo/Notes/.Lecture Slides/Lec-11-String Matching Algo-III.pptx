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0" r:id="rId1"/>
  </p:sldMasterIdLst>
  <p:notesMasterIdLst>
    <p:notesMasterId r:id="rId24"/>
  </p:notesMasterIdLst>
  <p:sldIdLst>
    <p:sldId id="256" r:id="rId2"/>
    <p:sldId id="460" r:id="rId3"/>
    <p:sldId id="440" r:id="rId4"/>
    <p:sldId id="424" r:id="rId5"/>
    <p:sldId id="450" r:id="rId6"/>
    <p:sldId id="451" r:id="rId7"/>
    <p:sldId id="425" r:id="rId8"/>
    <p:sldId id="452" r:id="rId9"/>
    <p:sldId id="426" r:id="rId10"/>
    <p:sldId id="427" r:id="rId11"/>
    <p:sldId id="428" r:id="rId12"/>
    <p:sldId id="429" r:id="rId13"/>
    <p:sldId id="453" r:id="rId14"/>
    <p:sldId id="430" r:id="rId15"/>
    <p:sldId id="431" r:id="rId16"/>
    <p:sldId id="457" r:id="rId17"/>
    <p:sldId id="458" r:id="rId18"/>
    <p:sldId id="433" r:id="rId19"/>
    <p:sldId id="459" r:id="rId20"/>
    <p:sldId id="456" r:id="rId21"/>
    <p:sldId id="455" r:id="rId22"/>
    <p:sldId id="449" r:id="rId2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5311" autoAdjust="0"/>
  </p:normalViewPr>
  <p:slideViewPr>
    <p:cSldViewPr>
      <p:cViewPr varScale="1">
        <p:scale>
          <a:sx n="55" d="100"/>
          <a:sy n="55" d="100"/>
        </p:scale>
        <p:origin x="1836" y="7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A5FEA30D-F538-4EBD-912F-1808A0DA29DF}" type="datetimeFigureOut">
              <a:rPr lang="en-US" smtClean="0"/>
              <a:t>10/18/2022</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E331714-DE9E-4352-A7E7-33E74F8D4C7D}" type="slidenum">
              <a:rPr lang="en-US" smtClean="0"/>
              <a:t>‹#›</a:t>
            </a:fld>
            <a:endParaRPr lang="en-US"/>
          </a:p>
        </p:txBody>
      </p:sp>
    </p:spTree>
    <p:extLst>
      <p:ext uri="{BB962C8B-B14F-4D97-AF65-F5344CB8AC3E}">
        <p14:creationId xmlns:p14="http://schemas.microsoft.com/office/powerpoint/2010/main" val="29120021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Slide Image Placeholder 1"/>
          <p:cNvSpPr>
            <a:spLocks noGrp="1" noRot="1" noChangeAspect="1" noTextEdit="1"/>
          </p:cNvSpPr>
          <p:nvPr>
            <p:ph type="sldImg"/>
          </p:nvPr>
        </p:nvSpPr>
        <p:spPr>
          <a:ln/>
        </p:spPr>
      </p:sp>
      <p:sp>
        <p:nvSpPr>
          <p:cNvPr id="88067" name="Notes Placeholder 2"/>
          <p:cNvSpPr>
            <a:spLocks noGrp="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latin typeface="Times New Roman" pitchFamily="18" charset="0"/>
            </a:endParaRPr>
          </a:p>
        </p:txBody>
      </p:sp>
      <p:sp>
        <p:nvSpPr>
          <p:cNvPr id="88068" name="Slide Number Placeholder 3"/>
          <p:cNvSpPr>
            <a:spLocks noGrp="1"/>
          </p:cNvSpPr>
          <p:nvPr>
            <p:ph type="sldNum" sz="quarter" idx="4294967295"/>
          </p:nvPr>
        </p:nvSpPr>
        <p:spPr bwMode="auto">
          <a:xfrm>
            <a:off x="3885003" y="8685183"/>
            <a:ext cx="2971364" cy="457348"/>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fld id="{F1106B1D-D026-4D91-BA9E-2A66FFCDAEF5}" type="slidenum">
              <a:rPr lang="en-US"/>
              <a:pPr/>
              <a:t>4</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Slide Image Placeholder 1"/>
          <p:cNvSpPr>
            <a:spLocks noGrp="1" noRot="1" noChangeAspect="1" noTextEdit="1"/>
          </p:cNvSpPr>
          <p:nvPr>
            <p:ph type="sldImg"/>
          </p:nvPr>
        </p:nvSpPr>
        <p:spPr>
          <a:ln/>
        </p:spPr>
      </p:sp>
      <p:sp>
        <p:nvSpPr>
          <p:cNvPr id="89091" name="Notes Placeholder 2"/>
          <p:cNvSpPr>
            <a:spLocks noGrp="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latin typeface="Times New Roman" pitchFamily="18" charset="0"/>
            </a:endParaRPr>
          </a:p>
        </p:txBody>
      </p:sp>
      <p:sp>
        <p:nvSpPr>
          <p:cNvPr id="89092" name="Slide Number Placeholder 3"/>
          <p:cNvSpPr>
            <a:spLocks noGrp="1"/>
          </p:cNvSpPr>
          <p:nvPr>
            <p:ph type="sldNum" sz="quarter" idx="4294967295"/>
          </p:nvPr>
        </p:nvSpPr>
        <p:spPr bwMode="auto">
          <a:xfrm>
            <a:off x="3885003" y="8685183"/>
            <a:ext cx="2971364" cy="457348"/>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fld id="{AF1A1303-7BBD-4A30-A7F3-D2B6BA996BB1}" type="slidenum">
              <a:rPr lang="en-US"/>
              <a:pPr/>
              <a:t>7</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Slide Image Placeholder 1"/>
          <p:cNvSpPr>
            <a:spLocks noGrp="1" noRot="1" noChangeAspect="1" noTextEdit="1"/>
          </p:cNvSpPr>
          <p:nvPr>
            <p:ph type="sldImg"/>
          </p:nvPr>
        </p:nvSpPr>
        <p:spPr>
          <a:ln/>
        </p:spPr>
      </p:sp>
      <p:sp>
        <p:nvSpPr>
          <p:cNvPr id="90115" name="Notes Placeholder 2"/>
          <p:cNvSpPr>
            <a:spLocks noGrp="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latin typeface="Times New Roman" pitchFamily="18" charset="0"/>
            </a:endParaRPr>
          </a:p>
        </p:txBody>
      </p:sp>
      <p:sp>
        <p:nvSpPr>
          <p:cNvPr id="90116" name="Slide Number Placeholder 3"/>
          <p:cNvSpPr>
            <a:spLocks noGrp="1"/>
          </p:cNvSpPr>
          <p:nvPr>
            <p:ph type="sldNum" sz="quarter" idx="4294967295"/>
          </p:nvPr>
        </p:nvSpPr>
        <p:spPr bwMode="auto">
          <a:xfrm>
            <a:off x="3885003" y="8685183"/>
            <a:ext cx="2971364" cy="457348"/>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fld id="{A512C7EF-4FCD-4C56-A40E-308BDC307FE9}" type="slidenum">
              <a:rPr lang="en-US"/>
              <a:pPr/>
              <a:t>11</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Slide Image Placeholder 1"/>
          <p:cNvSpPr>
            <a:spLocks noGrp="1" noRot="1" noChangeAspect="1" noTextEdit="1"/>
          </p:cNvSpPr>
          <p:nvPr>
            <p:ph type="sldImg"/>
          </p:nvPr>
        </p:nvSpPr>
        <p:spPr>
          <a:ln/>
        </p:spPr>
      </p:sp>
      <p:sp>
        <p:nvSpPr>
          <p:cNvPr id="91139" name="Notes Placeholder 2"/>
          <p:cNvSpPr>
            <a:spLocks noGrp="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latin typeface="Times New Roman" pitchFamily="18" charset="0"/>
            </a:endParaRPr>
          </a:p>
        </p:txBody>
      </p:sp>
      <p:sp>
        <p:nvSpPr>
          <p:cNvPr id="91140" name="Slide Number Placeholder 3"/>
          <p:cNvSpPr>
            <a:spLocks noGrp="1"/>
          </p:cNvSpPr>
          <p:nvPr>
            <p:ph type="sldNum" sz="quarter" idx="4294967295"/>
          </p:nvPr>
        </p:nvSpPr>
        <p:spPr bwMode="auto">
          <a:xfrm>
            <a:off x="3885003" y="8685183"/>
            <a:ext cx="2971364" cy="457348"/>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fld id="{47B90F60-A2A1-47B9-B016-5C6D82871C6B}" type="slidenum">
              <a:rPr lang="en-US"/>
              <a:pPr/>
              <a:t>12</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E331714-DE9E-4352-A7E7-33E74F8D4C7D}" type="slidenum">
              <a:rPr lang="en-US" smtClean="0"/>
              <a:t>18</a:t>
            </a:fld>
            <a:endParaRPr lang="en-US"/>
          </a:p>
        </p:txBody>
      </p:sp>
    </p:spTree>
    <p:extLst>
      <p:ext uri="{BB962C8B-B14F-4D97-AF65-F5344CB8AC3E}">
        <p14:creationId xmlns:p14="http://schemas.microsoft.com/office/powerpoint/2010/main" val="3752757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1"/>
      </p:bgRef>
    </p:bg>
    <p:spTree>
      <p:nvGrpSpPr>
        <p:cNvPr id="1" name=""/>
        <p:cNvGrpSpPr/>
        <p:nvPr/>
      </p:nvGrpSpPr>
      <p:grpSpPr>
        <a:xfrm>
          <a:off x="0" y="0"/>
          <a:ext cx="0" cy="0"/>
          <a:chOff x="0" y="0"/>
          <a:chExt cx="0" cy="0"/>
        </a:xfrm>
      </p:grpSpPr>
      <p:sp>
        <p:nvSpPr>
          <p:cNvPr id="8" name="Title 7"/>
          <p:cNvSpPr>
            <a:spLocks noGrp="1"/>
          </p:cNvSpPr>
          <p:nvPr>
            <p:ph type="ctrTitle"/>
          </p:nvPr>
        </p:nvSpPr>
        <p:spPr>
          <a:xfrm>
            <a:off x="2286000" y="3124200"/>
            <a:ext cx="6172200" cy="1894362"/>
          </a:xfrm>
        </p:spPr>
        <p:txBody>
          <a:bodyPr/>
          <a:lstStyle>
            <a:lvl1pPr>
              <a:defRPr b="1"/>
            </a:lvl1pPr>
          </a:lstStyle>
          <a:p>
            <a:r>
              <a:rPr kumimoji="0" lang="en-US" smtClean="0"/>
              <a:t>Click to edit Master title style</a:t>
            </a:r>
            <a:endParaRPr kumimoji="0" lang="en-US"/>
          </a:p>
        </p:txBody>
      </p:sp>
      <p:sp>
        <p:nvSpPr>
          <p:cNvPr id="9" name="Subtitle 8"/>
          <p:cNvSpPr>
            <a:spLocks noGrp="1"/>
          </p:cNvSpPr>
          <p:nvPr>
            <p:ph type="subTitle" idx="1"/>
          </p:nvPr>
        </p:nvSpPr>
        <p:spPr>
          <a:xfrm>
            <a:off x="2286000" y="5003322"/>
            <a:ext cx="6172200" cy="1371600"/>
          </a:xfrm>
        </p:spPr>
        <p:txBody>
          <a:bodyPr/>
          <a:lstStyle>
            <a:lvl1pPr marL="0" indent="0" algn="l">
              <a:buNone/>
              <a:defRPr sz="1800" b="1">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28" name="Date Placeholder 27"/>
          <p:cNvSpPr>
            <a:spLocks noGrp="1"/>
          </p:cNvSpPr>
          <p:nvPr>
            <p:ph type="dt" sz="half" idx="10"/>
          </p:nvPr>
        </p:nvSpPr>
        <p:spPr bwMode="auto">
          <a:xfrm rot="5400000">
            <a:off x="7764621" y="1174097"/>
            <a:ext cx="2286000" cy="381000"/>
          </a:xfrm>
        </p:spPr>
        <p:txBody>
          <a:bodyPr/>
          <a:lstStyle/>
          <a:p>
            <a:fld id="{344DE6D3-6F92-4847-BD98-543358005EA9}" type="datetime1">
              <a:rPr lang="en-US" smtClean="0"/>
              <a:t>10/18/2022</a:t>
            </a:fld>
            <a:endParaRPr lang="en-US"/>
          </a:p>
        </p:txBody>
      </p:sp>
      <p:sp>
        <p:nvSpPr>
          <p:cNvPr id="17" name="Footer Placeholder 16"/>
          <p:cNvSpPr>
            <a:spLocks noGrp="1"/>
          </p:cNvSpPr>
          <p:nvPr>
            <p:ph type="ftr" sz="quarter" idx="11"/>
          </p:nvPr>
        </p:nvSpPr>
        <p:spPr bwMode="auto">
          <a:xfrm rot="5400000">
            <a:off x="7077269" y="4181669"/>
            <a:ext cx="3657600" cy="384048"/>
          </a:xfrm>
        </p:spPr>
        <p:txBody>
          <a:bodyPr/>
          <a:lstStyle/>
          <a:p>
            <a:endParaRPr lang="en-US"/>
          </a:p>
        </p:txBody>
      </p:sp>
      <p:sp>
        <p:nvSpPr>
          <p:cNvPr id="10" name="Rectangle 9"/>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bwMode="auto">
          <a:xfrm>
            <a:off x="276336" y="0"/>
            <a:ext cx="104664"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4" name="Rectangle 13"/>
          <p:cNvSpPr/>
          <p:nvPr/>
        </p:nvSpPr>
        <p:spPr bwMode="auto">
          <a:xfrm>
            <a:off x="990600" y="0"/>
            <a:ext cx="181872"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9" name="Rectangle 18"/>
          <p:cNvSpPr/>
          <p:nvPr/>
        </p:nvSpPr>
        <p:spPr bwMode="auto">
          <a:xfrm>
            <a:off x="1141320" y="0"/>
            <a:ext cx="230280"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Straight Connector 10"/>
          <p:cNvSpPr>
            <a:spLocks noChangeShapeType="1"/>
          </p:cNvSpPr>
          <p:nvPr/>
        </p:nvSpPr>
        <p:spPr bwMode="auto">
          <a:xfrm>
            <a:off x="106344"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8" name="Straight Connector 17"/>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0" name="Straight Connector 19"/>
          <p:cNvSpPr>
            <a:spLocks noChangeShapeType="1"/>
          </p:cNvSpPr>
          <p:nvPr/>
        </p:nvSpPr>
        <p:spPr bwMode="auto">
          <a:xfrm>
            <a:off x="854112"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6" name="Straight Connector 15"/>
          <p:cNvSpPr>
            <a:spLocks noChangeShapeType="1"/>
          </p:cNvSpPr>
          <p:nvPr/>
        </p:nvSpPr>
        <p:spPr bwMode="auto">
          <a:xfrm>
            <a:off x="172664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5" name="Straight Connector 14"/>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2" name="Straight Connector 21"/>
          <p:cNvSpPr>
            <a:spLocks noChangeShapeType="1"/>
          </p:cNvSpPr>
          <p:nvPr/>
        </p:nvSpPr>
        <p:spPr bwMode="auto">
          <a:xfrm>
            <a:off x="9113856"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7" name="Rectangle 26"/>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1" name="Oval 20"/>
          <p:cNvSpPr/>
          <p:nvPr/>
        </p:nvSpPr>
        <p:spPr bwMode="auto">
          <a:xfrm>
            <a:off x="609600" y="3429000"/>
            <a:ext cx="1295400" cy="1295400"/>
          </a:xfrm>
          <a:prstGeom prst="ellipse">
            <a:avLst/>
          </a:prstGeom>
          <a:solidFill>
            <a:schemeClr val="accent1"/>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Oval 22"/>
          <p:cNvSpPr/>
          <p:nvPr/>
        </p:nvSpPr>
        <p:spPr bwMode="auto">
          <a:xfrm>
            <a:off x="1309632" y="4866752"/>
            <a:ext cx="641424" cy="641424"/>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4" name="Oval 23"/>
          <p:cNvSpPr/>
          <p:nvPr/>
        </p:nvSpPr>
        <p:spPr bwMode="auto">
          <a:xfrm>
            <a:off x="1091080" y="5500632"/>
            <a:ext cx="137160" cy="13716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6" name="Oval 25"/>
          <p:cNvSpPr/>
          <p:nvPr/>
        </p:nvSpPr>
        <p:spPr bwMode="auto">
          <a:xfrm>
            <a:off x="1664208" y="5788152"/>
            <a:ext cx="274320" cy="27432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5" name="Oval 24"/>
          <p:cNvSpPr/>
          <p:nvPr/>
        </p:nvSpPr>
        <p:spPr>
          <a:xfrm>
            <a:off x="1905000" y="4495800"/>
            <a:ext cx="365760" cy="36576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9" name="Slide Number Placeholder 28"/>
          <p:cNvSpPr>
            <a:spLocks noGrp="1"/>
          </p:cNvSpPr>
          <p:nvPr>
            <p:ph type="sldNum" sz="quarter" idx="12"/>
          </p:nvPr>
        </p:nvSpPr>
        <p:spPr bwMode="auto">
          <a:xfrm>
            <a:off x="1325544" y="4928702"/>
            <a:ext cx="609600" cy="517524"/>
          </a:xfrm>
        </p:spPr>
        <p:txBody>
          <a:bodyPr/>
          <a:lstStyle/>
          <a:p>
            <a:fld id="{D46B8EC2-79DC-4D91-A125-9987AE897EFA}" type="slidenum">
              <a:rPr lang="en-US" smtClean="0"/>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8" name="Content Placeholder 7"/>
          <p:cNvSpPr>
            <a:spLocks noGrp="1"/>
          </p:cNvSpPr>
          <p:nvPr>
            <p:ph sz="quarter" idx="1"/>
          </p:nvPr>
        </p:nvSpPr>
        <p:spPr>
          <a:xfrm>
            <a:off x="457200" y="1600200"/>
            <a:ext cx="7467600" cy="4873752"/>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4"/>
          </p:nvPr>
        </p:nvSpPr>
        <p:spPr/>
        <p:txBody>
          <a:bodyPr rtlCol="0"/>
          <a:lstStyle/>
          <a:p>
            <a:fld id="{A58BF37A-6ECC-42D8-A5C3-51B7C00DF1B6}" type="datetime1">
              <a:rPr lang="en-US" smtClean="0"/>
              <a:t>10/18/2022</a:t>
            </a:fld>
            <a:endParaRPr lang="en-US"/>
          </a:p>
        </p:txBody>
      </p:sp>
      <p:sp>
        <p:nvSpPr>
          <p:cNvPr id="9" name="Slide Number Placeholder 8"/>
          <p:cNvSpPr>
            <a:spLocks noGrp="1"/>
          </p:cNvSpPr>
          <p:nvPr>
            <p:ph type="sldNum" sz="quarter" idx="15"/>
          </p:nvPr>
        </p:nvSpPr>
        <p:spPr/>
        <p:txBody>
          <a:bodyPr rtlCol="0"/>
          <a:lstStyle/>
          <a:p>
            <a:fld id="{D46B8EC2-79DC-4D91-A125-9987AE897EFA}" type="slidenum">
              <a:rPr lang="en-US" smtClean="0"/>
              <a:t>‹#›</a:t>
            </a:fld>
            <a:endParaRPr lang="en-US"/>
          </a:p>
        </p:txBody>
      </p:sp>
      <p:sp>
        <p:nvSpPr>
          <p:cNvPr id="10" name="Footer Placeholder 9"/>
          <p:cNvSpPr>
            <a:spLocks noGrp="1"/>
          </p:cNvSpPr>
          <p:nvPr>
            <p:ph type="ftr" sz="quarter" idx="16"/>
          </p:nvPr>
        </p:nvSpPr>
        <p:spPr/>
        <p:txBody>
          <a:bodyPr rtlCol="0"/>
          <a:lstStyle/>
          <a:p>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2286000" y="2895600"/>
            <a:ext cx="6172200" cy="2053590"/>
          </a:xfrm>
        </p:spPr>
        <p:txBody>
          <a:bodyPr/>
          <a:lstStyle>
            <a:lvl1pPr algn="l">
              <a:buNone/>
              <a:defRPr sz="3000" b="1" cap="small" baseline="0"/>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2286000" y="5010150"/>
            <a:ext cx="6172200" cy="1371600"/>
          </a:xfrm>
        </p:spPr>
        <p:txBody>
          <a:bodyPr anchor="t"/>
          <a:lstStyle>
            <a:lvl1pPr marL="0" indent="0">
              <a:buNone/>
              <a:defRPr sz="1800" b="1">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bwMode="auto">
          <a:xfrm rot="5400000">
            <a:off x="7763256" y="1170432"/>
            <a:ext cx="2286000" cy="381000"/>
          </a:xfrm>
        </p:spPr>
        <p:txBody>
          <a:bodyPr/>
          <a:lstStyle/>
          <a:p>
            <a:fld id="{D3155721-DDAA-4376-9293-ECA18A447657}" type="datetime1">
              <a:rPr lang="en-US" smtClean="0"/>
              <a:t>10/18/2022</a:t>
            </a:fld>
            <a:endParaRPr lang="en-US"/>
          </a:p>
        </p:txBody>
      </p:sp>
      <p:sp>
        <p:nvSpPr>
          <p:cNvPr id="5" name="Footer Placeholder 4"/>
          <p:cNvSpPr>
            <a:spLocks noGrp="1"/>
          </p:cNvSpPr>
          <p:nvPr>
            <p:ph type="ftr" sz="quarter" idx="11"/>
          </p:nvPr>
        </p:nvSpPr>
        <p:spPr bwMode="auto">
          <a:xfrm rot="5400000">
            <a:off x="7077456" y="4178808"/>
            <a:ext cx="3657600" cy="384048"/>
          </a:xfrm>
        </p:spPr>
        <p:txBody>
          <a:bodyPr/>
          <a:lstStyle/>
          <a:p>
            <a:endParaRPr lang="en-US"/>
          </a:p>
        </p:txBody>
      </p:sp>
      <p:sp>
        <p:nvSpPr>
          <p:cNvPr id="9" name="Rectangle 8"/>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bwMode="auto">
          <a:xfrm>
            <a:off x="276336" y="0"/>
            <a:ext cx="104664"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bwMode="auto">
          <a:xfrm>
            <a:off x="990600" y="0"/>
            <a:ext cx="181872"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bwMode="auto">
          <a:xfrm>
            <a:off x="1141320" y="0"/>
            <a:ext cx="230280"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Straight Connector 12"/>
          <p:cNvSpPr>
            <a:spLocks noChangeShapeType="1"/>
          </p:cNvSpPr>
          <p:nvPr/>
        </p:nvSpPr>
        <p:spPr bwMode="auto">
          <a:xfrm>
            <a:off x="106344"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Straight Connector 13"/>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5" name="Straight Connector 14"/>
          <p:cNvSpPr>
            <a:spLocks noChangeShapeType="1"/>
          </p:cNvSpPr>
          <p:nvPr/>
        </p:nvSpPr>
        <p:spPr bwMode="auto">
          <a:xfrm>
            <a:off x="854112"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6" name="Straight Connector 15"/>
          <p:cNvSpPr>
            <a:spLocks noChangeShapeType="1"/>
          </p:cNvSpPr>
          <p:nvPr/>
        </p:nvSpPr>
        <p:spPr bwMode="auto">
          <a:xfrm>
            <a:off x="172664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7" name="Straight Connector 16"/>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8" name="Rectangle 17"/>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9" name="Oval 18"/>
          <p:cNvSpPr/>
          <p:nvPr/>
        </p:nvSpPr>
        <p:spPr bwMode="auto">
          <a:xfrm>
            <a:off x="609600" y="3429000"/>
            <a:ext cx="1295400" cy="129540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0" name="Oval 19"/>
          <p:cNvSpPr/>
          <p:nvPr/>
        </p:nvSpPr>
        <p:spPr bwMode="auto">
          <a:xfrm>
            <a:off x="1324704" y="4866752"/>
            <a:ext cx="641424" cy="641424"/>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1" name="Oval 20"/>
          <p:cNvSpPr/>
          <p:nvPr/>
        </p:nvSpPr>
        <p:spPr bwMode="auto">
          <a:xfrm>
            <a:off x="1091080" y="5500632"/>
            <a:ext cx="137160" cy="13716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2" name="Oval 21"/>
          <p:cNvSpPr/>
          <p:nvPr/>
        </p:nvSpPr>
        <p:spPr bwMode="auto">
          <a:xfrm>
            <a:off x="1664208" y="5791200"/>
            <a:ext cx="274320" cy="27432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Oval 22"/>
          <p:cNvSpPr/>
          <p:nvPr/>
        </p:nvSpPr>
        <p:spPr bwMode="auto">
          <a:xfrm>
            <a:off x="1879040" y="4479888"/>
            <a:ext cx="365760" cy="36576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6" name="Straight Connector 25"/>
          <p:cNvSpPr>
            <a:spLocks noChangeShapeType="1"/>
          </p:cNvSpPr>
          <p:nvPr/>
        </p:nvSpPr>
        <p:spPr bwMode="auto">
          <a:xfrm>
            <a:off x="9097944"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6" name="Slide Number Placeholder 5"/>
          <p:cNvSpPr>
            <a:spLocks noGrp="1"/>
          </p:cNvSpPr>
          <p:nvPr>
            <p:ph type="sldNum" sz="quarter" idx="12"/>
          </p:nvPr>
        </p:nvSpPr>
        <p:spPr bwMode="auto">
          <a:xfrm>
            <a:off x="1340616" y="4928702"/>
            <a:ext cx="609600" cy="517524"/>
          </a:xfrm>
        </p:spPr>
        <p:txBody>
          <a:bodyPr/>
          <a:lstStyle/>
          <a:p>
            <a:fld id="{D46B8EC2-79DC-4D91-A125-9987AE897EFA}" type="slidenum">
              <a:rPr lang="en-US" smtClean="0"/>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5" name="Date Placeholder 4"/>
          <p:cNvSpPr>
            <a:spLocks noGrp="1"/>
          </p:cNvSpPr>
          <p:nvPr>
            <p:ph type="dt" sz="half" idx="10"/>
          </p:nvPr>
        </p:nvSpPr>
        <p:spPr/>
        <p:txBody>
          <a:bodyPr/>
          <a:lstStyle/>
          <a:p>
            <a:fld id="{63ECA1FF-C3B1-4D39-B43C-1789DFDBC936}" type="datetime1">
              <a:rPr lang="en-US" smtClean="0"/>
              <a:t>10/18/2022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46B8EC2-79DC-4D91-A125-9987AE897EFA}" type="slidenum">
              <a:rPr lang="en-US" smtClean="0"/>
              <a:t>‹#›</a:t>
            </a:fld>
            <a:endParaRPr lang="en-US"/>
          </a:p>
        </p:txBody>
      </p:sp>
      <p:sp>
        <p:nvSpPr>
          <p:cNvPr id="9" name="Content Placeholder 8"/>
          <p:cNvSpPr>
            <a:spLocks noGrp="1"/>
          </p:cNvSpPr>
          <p:nvPr>
            <p:ph sz="quarter" idx="1"/>
          </p:nvPr>
        </p:nvSpPr>
        <p:spPr>
          <a:xfrm>
            <a:off x="457200" y="1600200"/>
            <a:ext cx="3657600"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1" name="Content Placeholder 10"/>
          <p:cNvSpPr>
            <a:spLocks noGrp="1"/>
          </p:cNvSpPr>
          <p:nvPr>
            <p:ph sz="quarter" idx="2"/>
          </p:nvPr>
        </p:nvSpPr>
        <p:spPr>
          <a:xfrm>
            <a:off x="4270248" y="1600200"/>
            <a:ext cx="3657600"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7543800" cy="1143000"/>
          </a:xfrm>
        </p:spPr>
        <p:txBody>
          <a:bodyPr anchor="b"/>
          <a:lstStyle>
            <a:lvl1pPr>
              <a:defRPr/>
            </a:lvl1pPr>
          </a:lstStyle>
          <a:p>
            <a:r>
              <a:rPr kumimoji="0" lang="en-US" smtClean="0"/>
              <a:t>Click to edit Master title style</a:t>
            </a:r>
            <a:endParaRPr kumimoji="0" lang="en-US"/>
          </a:p>
        </p:txBody>
      </p:sp>
      <p:sp>
        <p:nvSpPr>
          <p:cNvPr id="7" name="Date Placeholder 6"/>
          <p:cNvSpPr>
            <a:spLocks noGrp="1"/>
          </p:cNvSpPr>
          <p:nvPr>
            <p:ph type="dt" sz="half" idx="10"/>
          </p:nvPr>
        </p:nvSpPr>
        <p:spPr/>
        <p:txBody>
          <a:bodyPr/>
          <a:lstStyle/>
          <a:p>
            <a:fld id="{3095932E-1011-4380-B703-45CC05B84844}" type="datetime1">
              <a:rPr lang="en-US" smtClean="0"/>
              <a:t>10/18/2022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46B8EC2-79DC-4D91-A125-9987AE897EFA}" type="slidenum">
              <a:rPr lang="en-US" smtClean="0"/>
              <a:t>‹#›</a:t>
            </a:fld>
            <a:endParaRPr lang="en-US"/>
          </a:p>
        </p:txBody>
      </p:sp>
      <p:sp>
        <p:nvSpPr>
          <p:cNvPr id="11" name="Content Placeholder 10"/>
          <p:cNvSpPr>
            <a:spLocks noGrp="1"/>
          </p:cNvSpPr>
          <p:nvPr>
            <p:ph sz="quarter" idx="2"/>
          </p:nvPr>
        </p:nvSpPr>
        <p:spPr>
          <a:xfrm>
            <a:off x="457200" y="2362200"/>
            <a:ext cx="3657600" cy="38862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3" name="Content Placeholder 12"/>
          <p:cNvSpPr>
            <a:spLocks noGrp="1"/>
          </p:cNvSpPr>
          <p:nvPr>
            <p:ph sz="quarter" idx="4"/>
          </p:nvPr>
        </p:nvSpPr>
        <p:spPr>
          <a:xfrm>
            <a:off x="4371975" y="2362200"/>
            <a:ext cx="3657600" cy="38862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2" name="Text Placeholder 11"/>
          <p:cNvSpPr>
            <a:spLocks noGrp="1"/>
          </p:cNvSpPr>
          <p:nvPr>
            <p:ph type="body" sz="quarter" idx="1"/>
          </p:nvPr>
        </p:nvSpPr>
        <p:spPr>
          <a:xfrm>
            <a:off x="4572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eaLnBrk="1" latinLnBrk="0" hangingPunct="1"/>
            <a:r>
              <a:rPr kumimoji="0" lang="en-US" smtClean="0"/>
              <a:t>Click to edit Master text styles</a:t>
            </a:r>
          </a:p>
        </p:txBody>
      </p:sp>
      <p:sp>
        <p:nvSpPr>
          <p:cNvPr id="14" name="Text Placeholder 13"/>
          <p:cNvSpPr>
            <a:spLocks noGrp="1"/>
          </p:cNvSpPr>
          <p:nvPr>
            <p:ph type="body" sz="quarter" idx="3"/>
          </p:nvPr>
        </p:nvSpPr>
        <p:spPr>
          <a:xfrm>
            <a:off x="43434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eaLnBrk="1" latinLnBrk="0" hangingPunct="1"/>
            <a:r>
              <a:rPr kumimoji="0" lang="en-US" smtClean="0"/>
              <a:t>Click to 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6" name="Date Placeholder 5"/>
          <p:cNvSpPr>
            <a:spLocks noGrp="1"/>
          </p:cNvSpPr>
          <p:nvPr>
            <p:ph type="dt" sz="half" idx="10"/>
          </p:nvPr>
        </p:nvSpPr>
        <p:spPr/>
        <p:txBody>
          <a:bodyPr rtlCol="0"/>
          <a:lstStyle/>
          <a:p>
            <a:fld id="{B762A9F5-AD55-4863-8BBB-3F0619E05718}" type="datetime1">
              <a:rPr lang="en-US" smtClean="0"/>
              <a:t>10/18/2022</a:t>
            </a:fld>
            <a:endParaRPr lang="en-US"/>
          </a:p>
        </p:txBody>
      </p:sp>
      <p:sp>
        <p:nvSpPr>
          <p:cNvPr id="7" name="Slide Number Placeholder 6"/>
          <p:cNvSpPr>
            <a:spLocks noGrp="1"/>
          </p:cNvSpPr>
          <p:nvPr>
            <p:ph type="sldNum" sz="quarter" idx="11"/>
          </p:nvPr>
        </p:nvSpPr>
        <p:spPr/>
        <p:txBody>
          <a:bodyPr rtlCol="0"/>
          <a:lstStyle/>
          <a:p>
            <a:fld id="{D46B8EC2-79DC-4D91-A125-9987AE897EFA}" type="slidenum">
              <a:rPr lang="en-US" smtClean="0"/>
              <a:t>‹#›</a:t>
            </a:fld>
            <a:endParaRPr lang="en-US"/>
          </a:p>
        </p:txBody>
      </p:sp>
      <p:sp>
        <p:nvSpPr>
          <p:cNvPr id="8" name="Footer Placeholder 7"/>
          <p:cNvSpPr>
            <a:spLocks noGrp="1"/>
          </p:cNvSpPr>
          <p:nvPr>
            <p:ph type="ftr" sz="quarter" idx="12"/>
          </p:nvPr>
        </p:nvSpPr>
        <p:spPr/>
        <p:txBody>
          <a:bodyPr rtlCol="0"/>
          <a:lstStyle/>
          <a:p>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A1EA88E-FD21-41CE-9023-4EA799681F71}" type="datetime1">
              <a:rPr lang="en-US" smtClean="0"/>
              <a:t>10/18/2022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46B8EC2-79DC-4D91-A125-9987AE897EFA}"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1">
        <a:schemeClr val="bg1"/>
      </p:bgRef>
    </p:bg>
    <p:spTree>
      <p:nvGrpSpPr>
        <p:cNvPr id="1" name=""/>
        <p:cNvGrpSpPr/>
        <p:nvPr/>
      </p:nvGrpSpPr>
      <p:grpSpPr>
        <a:xfrm>
          <a:off x="0" y="0"/>
          <a:ext cx="0" cy="0"/>
          <a:chOff x="0" y="0"/>
          <a:chExt cx="0" cy="0"/>
        </a:xfrm>
      </p:grpSpPr>
      <p:sp>
        <p:nvSpPr>
          <p:cNvPr id="10" name="Straight Connector 9"/>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 name="Title 1"/>
          <p:cNvSpPr>
            <a:spLocks noGrp="1"/>
          </p:cNvSpPr>
          <p:nvPr>
            <p:ph type="title"/>
          </p:nvPr>
        </p:nvSpPr>
        <p:spPr>
          <a:xfrm rot="5400000">
            <a:off x="3371850" y="3200400"/>
            <a:ext cx="6309360" cy="457200"/>
          </a:xfrm>
        </p:spPr>
        <p:txBody>
          <a:bodyPr anchor="b"/>
          <a:lstStyle>
            <a:lvl1pPr algn="l">
              <a:buNone/>
              <a:defRPr sz="2000" b="1" cap="small" baseline="0"/>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6812280" y="274320"/>
            <a:ext cx="1527048" cy="4983480"/>
          </a:xfrm>
        </p:spPr>
        <p:txBody>
          <a:bodyPr/>
          <a:lstStyle>
            <a:lvl1pPr marL="0" indent="0">
              <a:spcBef>
                <a:spcPts val="400"/>
              </a:spcBef>
              <a:spcAft>
                <a:spcPts val="1000"/>
              </a:spcAft>
              <a:buNone/>
              <a:defRPr sz="12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8" name="Straight Connector 7"/>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9" name="Straight Connector 8"/>
          <p:cNvSpPr>
            <a:spLocks noChangeShapeType="1"/>
          </p:cNvSpPr>
          <p:nvPr/>
        </p:nvSpPr>
        <p:spPr bwMode="auto">
          <a:xfrm>
            <a:off x="6192296" y="0"/>
            <a:ext cx="0" cy="6858000"/>
          </a:xfrm>
          <a:prstGeom prst="line">
            <a:avLst/>
          </a:prstGeom>
          <a:noFill/>
          <a:ln w="1270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1" name="Straight Connector 10"/>
          <p:cNvSpPr>
            <a:spLocks noChangeShapeType="1"/>
          </p:cNvSpPr>
          <p:nvPr/>
        </p:nvSpPr>
        <p:spPr bwMode="auto">
          <a:xfrm>
            <a:off x="8991600" y="0"/>
            <a:ext cx="0" cy="6858000"/>
          </a:xfrm>
          <a:prstGeom prst="line">
            <a:avLst/>
          </a:prstGeom>
          <a:noFill/>
          <a:ln w="1905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Rectangle 11"/>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Straight Connector 12"/>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Oval 13"/>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8" name="Content Placeholder 17"/>
          <p:cNvSpPr>
            <a:spLocks noGrp="1"/>
          </p:cNvSpPr>
          <p:nvPr>
            <p:ph sz="quarter" idx="1"/>
          </p:nvPr>
        </p:nvSpPr>
        <p:spPr>
          <a:xfrm>
            <a:off x="304800" y="274320"/>
            <a:ext cx="5638800" cy="6327648"/>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21" name="Date Placeholder 20"/>
          <p:cNvSpPr>
            <a:spLocks noGrp="1"/>
          </p:cNvSpPr>
          <p:nvPr>
            <p:ph type="dt" sz="half" idx="14"/>
          </p:nvPr>
        </p:nvSpPr>
        <p:spPr/>
        <p:txBody>
          <a:bodyPr rtlCol="0"/>
          <a:lstStyle/>
          <a:p>
            <a:fld id="{68A9F232-596F-4A84-AC31-306F3A6B5850}" type="datetime1">
              <a:rPr lang="en-US" smtClean="0"/>
              <a:t>10/18/2022</a:t>
            </a:fld>
            <a:endParaRPr lang="en-US"/>
          </a:p>
        </p:txBody>
      </p:sp>
      <p:sp>
        <p:nvSpPr>
          <p:cNvPr id="22" name="Slide Number Placeholder 21"/>
          <p:cNvSpPr>
            <a:spLocks noGrp="1"/>
          </p:cNvSpPr>
          <p:nvPr>
            <p:ph type="sldNum" sz="quarter" idx="15"/>
          </p:nvPr>
        </p:nvSpPr>
        <p:spPr/>
        <p:txBody>
          <a:bodyPr rtlCol="0"/>
          <a:lstStyle/>
          <a:p>
            <a:fld id="{D46B8EC2-79DC-4D91-A125-9987AE897EFA}" type="slidenum">
              <a:rPr lang="en-US" smtClean="0"/>
              <a:t>‹#›</a:t>
            </a:fld>
            <a:endParaRPr lang="en-US"/>
          </a:p>
        </p:txBody>
      </p:sp>
      <p:sp>
        <p:nvSpPr>
          <p:cNvPr id="23" name="Footer Placeholder 22"/>
          <p:cNvSpPr>
            <a:spLocks noGrp="1"/>
          </p:cNvSpPr>
          <p:nvPr>
            <p:ph type="ftr" sz="quarter" idx="16"/>
          </p:nvPr>
        </p:nvSpPr>
        <p:spPr/>
        <p:txBody>
          <a:bodyPr rtlCol="0"/>
          <a:lstStyle/>
          <a:p>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traight Connector 8"/>
          <p:cNvSpPr>
            <a:spLocks noChangeShapeType="1"/>
          </p:cNvSpPr>
          <p:nvPr/>
        </p:nvSpPr>
        <p:spPr bwMode="auto">
          <a:xfrm>
            <a:off x="87630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Oval 12"/>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 name="Title 1"/>
          <p:cNvSpPr>
            <a:spLocks noGrp="1"/>
          </p:cNvSpPr>
          <p:nvPr>
            <p:ph type="title"/>
          </p:nvPr>
        </p:nvSpPr>
        <p:spPr>
          <a:xfrm rot="5400000">
            <a:off x="3350133" y="3200400"/>
            <a:ext cx="6309360" cy="457200"/>
          </a:xfrm>
        </p:spPr>
        <p:txBody>
          <a:bodyPr anchor="b"/>
          <a:lstStyle>
            <a:lvl1pPr algn="l">
              <a:buNone/>
              <a:defRPr sz="2000" b="1"/>
            </a:lvl1pPr>
          </a:lstStyle>
          <a:p>
            <a:r>
              <a:rPr kumimoji="0" lang="en-US" smtClean="0"/>
              <a:t>Click to edit Master title style</a:t>
            </a:r>
            <a:endParaRPr kumimoji="0" lang="en-US"/>
          </a:p>
        </p:txBody>
      </p:sp>
      <p:sp>
        <p:nvSpPr>
          <p:cNvPr id="3" name="Picture Placeholder 2"/>
          <p:cNvSpPr>
            <a:spLocks noGrp="1"/>
          </p:cNvSpPr>
          <p:nvPr>
            <p:ph type="pic" idx="1"/>
          </p:nvPr>
        </p:nvSpPr>
        <p:spPr>
          <a:xfrm>
            <a:off x="0" y="0"/>
            <a:ext cx="6172200" cy="6858000"/>
          </a:xfrm>
          <a:solidFill>
            <a:schemeClr val="bg2"/>
          </a:solidFill>
          <a:ln w="1270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lstStyle>
            <a:lvl1pPr marL="0" indent="0">
              <a:buNone/>
              <a:defRPr sz="3200"/>
            </a:lvl1pPr>
          </a:lstStyle>
          <a:p>
            <a:pPr algn="ctr" eaLnBrk="1" latinLnBrk="0" hangingPunct="1">
              <a:buFontTx/>
              <a:buNone/>
            </a:pPr>
            <a:r>
              <a:rPr kumimoji="0" lang="en-US" smtClean="0"/>
              <a:t>Click icon to add picture</a:t>
            </a:r>
            <a:endParaRPr kumimoji="0" lang="en-US" dirty="0"/>
          </a:p>
        </p:txBody>
      </p:sp>
      <p:sp>
        <p:nvSpPr>
          <p:cNvPr id="4" name="Text Placeholder 3"/>
          <p:cNvSpPr>
            <a:spLocks noGrp="1"/>
          </p:cNvSpPr>
          <p:nvPr>
            <p:ph type="body" sz="half" idx="2"/>
          </p:nvPr>
        </p:nvSpPr>
        <p:spPr>
          <a:xfrm>
            <a:off x="6765798" y="264795"/>
            <a:ext cx="1524000" cy="4956048"/>
          </a:xfrm>
        </p:spPr>
        <p:txBody>
          <a:bodyPr rot="0" spcFirstLastPara="0" vertOverflow="overflow" horzOverflow="overflow" vert="horz" wrap="square" lIns="91440" tIns="45720" rIns="91440" bIns="45720" numCol="1" spcCol="274320" rtlCol="0" fromWordArt="0" anchor="t" anchorCtr="0" forceAA="0" compatLnSpc="1">
            <a:normAutofit/>
          </a:bodyPr>
          <a:lstStyle>
            <a:lvl1pPr marL="0" indent="0">
              <a:spcBef>
                <a:spcPts val="100"/>
              </a:spcBef>
              <a:spcAft>
                <a:spcPts val="400"/>
              </a:spcAft>
              <a:buFontTx/>
              <a:buNone/>
              <a:defRPr sz="12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10" name="Straight Connector 9"/>
          <p:cNvSpPr>
            <a:spLocks noChangeShapeType="1"/>
          </p:cNvSpPr>
          <p:nvPr/>
        </p:nvSpPr>
        <p:spPr bwMode="auto">
          <a:xfrm>
            <a:off x="8991600" y="0"/>
            <a:ext cx="0" cy="6858000"/>
          </a:xfrm>
          <a:prstGeom prst="line">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1" name="Rectangle 10"/>
          <p:cNvSpPr/>
          <p:nvPr/>
        </p:nvSpPr>
        <p:spPr bwMode="auto">
          <a:xfrm>
            <a:off x="8839200" y="0"/>
            <a:ext cx="304800" cy="6858000"/>
          </a:xfrm>
          <a:prstGeom prst="rect">
            <a:avLst/>
          </a:prstGeom>
          <a:solidFill>
            <a:schemeClr val="accent1">
              <a:tint val="6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Straight Connector 11"/>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9" name="Straight Connector 18"/>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0" name="Straight Connector 19"/>
          <p:cNvSpPr>
            <a:spLocks noChangeShapeType="1"/>
          </p:cNvSpPr>
          <p:nvPr/>
        </p:nvSpPr>
        <p:spPr bwMode="auto">
          <a:xfrm>
            <a:off x="6192296" y="0"/>
            <a:ext cx="0" cy="6858000"/>
          </a:xfrm>
          <a:prstGeom prst="line">
            <a:avLst/>
          </a:prstGeom>
          <a:noFill/>
          <a:ln w="1270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7" name="Date Placeholder 16"/>
          <p:cNvSpPr>
            <a:spLocks noGrp="1"/>
          </p:cNvSpPr>
          <p:nvPr>
            <p:ph type="dt" sz="half" idx="10"/>
          </p:nvPr>
        </p:nvSpPr>
        <p:spPr/>
        <p:txBody>
          <a:bodyPr rtlCol="0"/>
          <a:lstStyle/>
          <a:p>
            <a:fld id="{B7050FC3-209C-4069-956D-85DF02B1FA57}" type="datetime1">
              <a:rPr lang="en-US" smtClean="0"/>
              <a:t>10/18/2022</a:t>
            </a:fld>
            <a:endParaRPr lang="en-US"/>
          </a:p>
        </p:txBody>
      </p:sp>
      <p:sp>
        <p:nvSpPr>
          <p:cNvPr id="18" name="Slide Number Placeholder 17"/>
          <p:cNvSpPr>
            <a:spLocks noGrp="1"/>
          </p:cNvSpPr>
          <p:nvPr>
            <p:ph type="sldNum" sz="quarter" idx="11"/>
          </p:nvPr>
        </p:nvSpPr>
        <p:spPr/>
        <p:txBody>
          <a:bodyPr rtlCol="0"/>
          <a:lstStyle/>
          <a:p>
            <a:fld id="{D46B8EC2-79DC-4D91-A125-9987AE897EFA}" type="slidenum">
              <a:rPr lang="en-US" smtClean="0"/>
              <a:t>‹#›</a:t>
            </a:fld>
            <a:endParaRPr lang="en-US"/>
          </a:p>
        </p:txBody>
      </p:sp>
      <p:sp>
        <p:nvSpPr>
          <p:cNvPr id="21" name="Footer Placeholder 20"/>
          <p:cNvSpPr>
            <a:spLocks noGrp="1"/>
          </p:cNvSpPr>
          <p:nvPr>
            <p:ph type="ftr" sz="quarter" idx="12"/>
          </p:nvPr>
        </p:nvSpPr>
        <p:spPr/>
        <p:txBody>
          <a:bodyPr rtlCol="0"/>
          <a:lstStyle/>
          <a:p>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5D694A6C-C75B-46FB-ACD2-86C9CFBD4320}" type="datetime1">
              <a:rPr lang="en-US" smtClean="0"/>
              <a:t>10/18/2022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46B8EC2-79DC-4D91-A125-9987AE897EFA}"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9"/>
            <a:ext cx="167640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66EC839C-E941-4F8E-A062-7572F36B23DA}" type="datetime1">
              <a:rPr lang="en-US" smtClean="0"/>
              <a:t>10/18/2022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46B8EC2-79DC-4D91-A125-9987AE897EFA}"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6" name="Straight Connector 15"/>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2" name="Title Placeholder 21"/>
          <p:cNvSpPr>
            <a:spLocks noGrp="1"/>
          </p:cNvSpPr>
          <p:nvPr>
            <p:ph type="title"/>
          </p:nvPr>
        </p:nvSpPr>
        <p:spPr>
          <a:xfrm>
            <a:off x="457200" y="274638"/>
            <a:ext cx="7467600" cy="1143000"/>
          </a:xfrm>
          <a:prstGeom prst="rect">
            <a:avLst/>
          </a:prstGeom>
        </p:spPr>
        <p:txBody>
          <a:bodyPr vert="horz" anchor="b">
            <a:normAutofit/>
          </a:bodyPr>
          <a:lstStyle/>
          <a:p>
            <a:r>
              <a:rPr kumimoji="0" lang="en-US" smtClean="0"/>
              <a:t>Click to edit Master title style</a:t>
            </a:r>
            <a:endParaRPr kumimoji="0" lang="en-US"/>
          </a:p>
        </p:txBody>
      </p:sp>
      <p:sp>
        <p:nvSpPr>
          <p:cNvPr id="13" name="Text Placeholder 12"/>
          <p:cNvSpPr>
            <a:spLocks noGrp="1"/>
          </p:cNvSpPr>
          <p:nvPr>
            <p:ph type="body" idx="1"/>
          </p:nvPr>
        </p:nvSpPr>
        <p:spPr>
          <a:xfrm>
            <a:off x="457200" y="1600200"/>
            <a:ext cx="7467600" cy="4873752"/>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4" name="Date Placeholder 13"/>
          <p:cNvSpPr>
            <a:spLocks noGrp="1"/>
          </p:cNvSpPr>
          <p:nvPr>
            <p:ph type="dt" sz="half" idx="2"/>
          </p:nvPr>
        </p:nvSpPr>
        <p:spPr>
          <a:xfrm rot="5400000">
            <a:off x="7589520" y="1081851"/>
            <a:ext cx="2011680" cy="384048"/>
          </a:xfrm>
          <a:prstGeom prst="rect">
            <a:avLst/>
          </a:prstGeom>
        </p:spPr>
        <p:txBody>
          <a:bodyPr vert="horz" anchor="ctr" anchorCtr="0"/>
          <a:lstStyle>
            <a:lvl1pPr algn="r" eaLnBrk="1" latinLnBrk="0" hangingPunct="1">
              <a:defRPr kumimoji="0" sz="1200">
                <a:solidFill>
                  <a:schemeClr val="tx2"/>
                </a:solidFill>
              </a:defRPr>
            </a:lvl1pPr>
          </a:lstStyle>
          <a:p>
            <a:fld id="{3FFE188A-3128-4351-8B91-F903CD70F68A}" type="datetime1">
              <a:rPr lang="en-US" smtClean="0"/>
              <a:t>10/18/2022</a:t>
            </a:fld>
            <a:endParaRPr lang="en-US"/>
          </a:p>
        </p:txBody>
      </p:sp>
      <p:sp>
        <p:nvSpPr>
          <p:cNvPr id="3" name="Footer Placeholder 2"/>
          <p:cNvSpPr>
            <a:spLocks noGrp="1"/>
          </p:cNvSpPr>
          <p:nvPr>
            <p:ph type="ftr" sz="quarter" idx="3"/>
          </p:nvPr>
        </p:nvSpPr>
        <p:spPr>
          <a:xfrm rot="5400000">
            <a:off x="6990186" y="3737240"/>
            <a:ext cx="3200400" cy="365760"/>
          </a:xfrm>
          <a:prstGeom prst="rect">
            <a:avLst/>
          </a:prstGeom>
        </p:spPr>
        <p:txBody>
          <a:bodyPr vert="horz" anchor="ctr" anchorCtr="0"/>
          <a:lstStyle>
            <a:lvl1pPr algn="l" eaLnBrk="1" latinLnBrk="0" hangingPunct="1">
              <a:defRPr kumimoji="0" sz="1200">
                <a:solidFill>
                  <a:schemeClr val="tx2"/>
                </a:solidFill>
              </a:defRPr>
            </a:lvl1pPr>
          </a:lstStyle>
          <a:p>
            <a:endParaRPr lang="en-US"/>
          </a:p>
        </p:txBody>
      </p:sp>
      <p:sp>
        <p:nvSpPr>
          <p:cNvPr id="7" name="Straight Connector 6"/>
          <p:cNvSpPr>
            <a:spLocks noChangeShapeType="1"/>
          </p:cNvSpPr>
          <p:nvPr/>
        </p:nvSpPr>
        <p:spPr bwMode="auto">
          <a:xfrm>
            <a:off x="76200"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9" name="Straight Connector 8"/>
          <p:cNvSpPr>
            <a:spLocks noChangeShapeType="1"/>
          </p:cNvSpPr>
          <p:nvPr/>
        </p:nvSpPr>
        <p:spPr bwMode="auto">
          <a:xfrm>
            <a:off x="8991600" y="0"/>
            <a:ext cx="0" cy="6858000"/>
          </a:xfrm>
          <a:prstGeom prst="line">
            <a:avLst/>
          </a:prstGeom>
          <a:noFill/>
          <a:ln w="1905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0" name="Rectangle 9"/>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Straight Connector 10"/>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Oval 11"/>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Slide Number Placeholder 22"/>
          <p:cNvSpPr>
            <a:spLocks noGrp="1"/>
          </p:cNvSpPr>
          <p:nvPr>
            <p:ph type="sldNum" sz="quarter" idx="4"/>
          </p:nvPr>
        </p:nvSpPr>
        <p:spPr>
          <a:xfrm>
            <a:off x="8129016" y="5734050"/>
            <a:ext cx="609600" cy="521208"/>
          </a:xfrm>
          <a:prstGeom prst="rect">
            <a:avLst/>
          </a:prstGeom>
        </p:spPr>
        <p:txBody>
          <a:bodyPr vert="horz" anchor="ctr"/>
          <a:lstStyle>
            <a:lvl1pPr algn="ctr" eaLnBrk="1" latinLnBrk="0" hangingPunct="1">
              <a:defRPr kumimoji="0" sz="1400" b="1">
                <a:solidFill>
                  <a:srgbClr val="FFFFFF"/>
                </a:solidFill>
              </a:defRPr>
            </a:lvl1pPr>
          </a:lstStyle>
          <a:p>
            <a:fld id="{D46B8EC2-79DC-4D91-A125-9987AE897EFA}"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Lst>
  <p:hf hdr="0" ftr="0" dt="0"/>
  <p:txStyles>
    <p:titleStyle>
      <a:lvl1pPr algn="l" rtl="0" eaLnBrk="1" latinLnBrk="0" hangingPunct="1">
        <a:spcBef>
          <a:spcPct val="0"/>
        </a:spcBef>
        <a:buNone/>
        <a:defRPr kumimoji="0" sz="3000" b="0" kern="1200" cap="small" baseline="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0000"/>
        <a:buFont typeface="Wingdings"/>
        <a:buChar char=""/>
        <a:defRPr kumimoji="0" sz="2400" kern="1200">
          <a:solidFill>
            <a:schemeClr val="tx1"/>
          </a:solidFill>
          <a:latin typeface="+mn-lt"/>
          <a:ea typeface="+mn-ea"/>
          <a:cs typeface="+mn-cs"/>
        </a:defRPr>
      </a:lvl1pPr>
      <a:lvl2pPr marL="640080" indent="-274320" algn="l" rtl="0" eaLnBrk="1" latinLnBrk="0" hangingPunct="1">
        <a:spcBef>
          <a:spcPct val="20000"/>
        </a:spcBef>
        <a:buClr>
          <a:schemeClr val="accent1"/>
        </a:buClr>
        <a:buSzPct val="80000"/>
        <a:buFont typeface="Wingdings 2"/>
        <a:buChar char=""/>
        <a:defRPr kumimoji="0" sz="2100" kern="1200">
          <a:solidFill>
            <a:schemeClr val="tx1"/>
          </a:solidFill>
          <a:latin typeface="+mn-lt"/>
          <a:ea typeface="+mn-ea"/>
          <a:cs typeface="+mn-cs"/>
        </a:defRPr>
      </a:lvl2pPr>
      <a:lvl3pPr marL="914400" indent="-182880" algn="l" rtl="0" eaLnBrk="1" latinLnBrk="0" hangingPunct="1">
        <a:spcBef>
          <a:spcPct val="20000"/>
        </a:spcBef>
        <a:buClr>
          <a:schemeClr val="accent1">
            <a:shade val="75000"/>
          </a:schemeClr>
        </a:buClr>
        <a:buSzPct val="60000"/>
        <a:buFont typeface="Wingdings"/>
        <a:buChar char=""/>
        <a:defRPr kumimoji="0" sz="1800" kern="1200">
          <a:solidFill>
            <a:schemeClr val="tx1"/>
          </a:solidFill>
          <a:latin typeface="+mn-lt"/>
          <a:ea typeface="+mn-ea"/>
          <a:cs typeface="+mn-cs"/>
        </a:defRPr>
      </a:lvl3pPr>
      <a:lvl4pPr marL="1188720" indent="-182880" algn="l" rtl="0" eaLnBrk="1" latinLnBrk="0" hangingPunct="1">
        <a:spcBef>
          <a:spcPct val="20000"/>
        </a:spcBef>
        <a:buClr>
          <a:schemeClr val="accent1">
            <a:tint val="60000"/>
          </a:schemeClr>
        </a:buClr>
        <a:buSzPct val="60000"/>
        <a:buFont typeface="Wingdings"/>
        <a:buChar char=""/>
        <a:defRPr kumimoji="0" sz="1800" kern="1200">
          <a:solidFill>
            <a:schemeClr val="tx1"/>
          </a:solidFill>
          <a:latin typeface="+mn-lt"/>
          <a:ea typeface="+mn-ea"/>
          <a:cs typeface="+mn-cs"/>
        </a:defRPr>
      </a:lvl4pPr>
      <a:lvl5pPr marL="1463040" indent="-182880" algn="l" rtl="0" eaLnBrk="1" latinLnBrk="0" hangingPunct="1">
        <a:spcBef>
          <a:spcPct val="20000"/>
        </a:spcBef>
        <a:buClr>
          <a:schemeClr val="accent2">
            <a:tint val="60000"/>
          </a:schemeClr>
        </a:buClr>
        <a:buSzPct val="68000"/>
        <a:buFont typeface="Wingdings 2"/>
        <a:buChar char=""/>
        <a:defRPr kumimoji="0" sz="1600" kern="1200">
          <a:solidFill>
            <a:schemeClr val="tx1"/>
          </a:solidFill>
          <a:latin typeface="+mn-lt"/>
          <a:ea typeface="+mn-ea"/>
          <a:cs typeface="+mn-cs"/>
        </a:defRPr>
      </a:lvl5pPr>
      <a:lvl6pPr marL="1737360" indent="-182880" algn="l" rtl="0" eaLnBrk="1" latinLnBrk="0" hangingPunct="1">
        <a:spcBef>
          <a:spcPct val="20000"/>
        </a:spcBef>
        <a:buClr>
          <a:schemeClr val="accent1"/>
        </a:buClr>
        <a:buChar char="•"/>
        <a:defRPr kumimoji="0" sz="1600" kern="1200">
          <a:solidFill>
            <a:schemeClr val="tx2"/>
          </a:solidFill>
          <a:latin typeface="+mn-lt"/>
          <a:ea typeface="+mn-ea"/>
          <a:cs typeface="+mn-cs"/>
        </a:defRPr>
      </a:lvl6pPr>
      <a:lvl7pPr marL="2011680" indent="-182880" algn="l" rtl="0" eaLnBrk="1" latinLnBrk="0" hangingPunct="1">
        <a:spcBef>
          <a:spcPct val="20000"/>
        </a:spcBef>
        <a:buClr>
          <a:schemeClr val="accent1">
            <a:tint val="60000"/>
          </a:schemeClr>
        </a:buClr>
        <a:buSzPct val="60000"/>
        <a:buFont typeface="Wingdings"/>
        <a:buChar char=""/>
        <a:defRPr kumimoji="0" sz="1400" kern="1200" baseline="0">
          <a:solidFill>
            <a:schemeClr val="tx2"/>
          </a:solidFill>
          <a:latin typeface="+mn-lt"/>
          <a:ea typeface="+mn-ea"/>
          <a:cs typeface="+mn-cs"/>
        </a:defRPr>
      </a:lvl7pPr>
      <a:lvl8pPr marL="2286000" indent="-182880" algn="l" rtl="0" eaLnBrk="1" latinLnBrk="0" hangingPunct="1">
        <a:spcBef>
          <a:spcPct val="20000"/>
        </a:spcBef>
        <a:buClr>
          <a:schemeClr val="accent2"/>
        </a:buClr>
        <a:buChar char="•"/>
        <a:defRPr kumimoji="0" sz="1400" kern="1200" cap="small" baseline="0">
          <a:solidFill>
            <a:schemeClr val="tx2"/>
          </a:solidFill>
          <a:latin typeface="+mn-lt"/>
          <a:ea typeface="+mn-ea"/>
          <a:cs typeface="+mn-cs"/>
        </a:defRPr>
      </a:lvl8pPr>
      <a:lvl9pPr marL="2560320" indent="-182880" algn="l" rtl="0" eaLnBrk="1" latinLnBrk="0" hangingPunct="1">
        <a:spcBef>
          <a:spcPct val="20000"/>
        </a:spcBef>
        <a:buClr>
          <a:schemeClr val="accent1">
            <a:shade val="75000"/>
          </a:schemeClr>
        </a:buClr>
        <a:buChar char="•"/>
        <a:defRPr kumimoji="0" sz="1400" kern="1200" baseline="0">
          <a:solidFill>
            <a:schemeClr val="tx2"/>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hyperlink" Target="http://whocouldthat.be/visualizing-string-matching/" TargetMode="External"/><Relationship Id="rId2" Type="http://schemas.openxmlformats.org/officeDocument/2006/relationships/hyperlink" Target="https://people.ok.ubc.ca/ylucet/DS/KnuthMorrisPratt.html" TargetMode="External"/><Relationship Id="rId1" Type="http://schemas.openxmlformats.org/officeDocument/2006/relationships/slideLayout" Target="../slideLayouts/slideLayout2.xml"/><Relationship Id="rId4" Type="http://schemas.openxmlformats.org/officeDocument/2006/relationships/hyperlink" Target="http://jovilab.sinaapp.com/visualization/algorithms/strings/kmp"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159479" y="838200"/>
            <a:ext cx="6172200" cy="1894362"/>
          </a:xfrm>
        </p:spPr>
        <p:style>
          <a:lnRef idx="1">
            <a:schemeClr val="accent5"/>
          </a:lnRef>
          <a:fillRef idx="2">
            <a:schemeClr val="accent5"/>
          </a:fillRef>
          <a:effectRef idx="1">
            <a:schemeClr val="accent5"/>
          </a:effectRef>
          <a:fontRef idx="minor">
            <a:schemeClr val="dk1"/>
          </a:fontRef>
        </p:style>
        <p:txBody>
          <a:bodyPr>
            <a:normAutofit/>
          </a:bodyPr>
          <a:lstStyle/>
          <a:p>
            <a:pPr algn="ctr"/>
            <a:r>
              <a:rPr lang="en-US" sz="5400" dirty="0" smtClean="0"/>
              <a:t>String Matching</a:t>
            </a:r>
            <a:endParaRPr lang="en-US" sz="5400" dirty="0"/>
          </a:p>
        </p:txBody>
      </p:sp>
      <p:sp>
        <p:nvSpPr>
          <p:cNvPr id="3" name="Subtitle 2"/>
          <p:cNvSpPr>
            <a:spLocks noGrp="1"/>
          </p:cNvSpPr>
          <p:nvPr>
            <p:ph type="subTitle" idx="1"/>
          </p:nvPr>
        </p:nvSpPr>
        <p:spPr>
          <a:xfrm>
            <a:off x="2133600" y="3124200"/>
            <a:ext cx="6400800" cy="1433423"/>
          </a:xfrm>
        </p:spPr>
        <p:style>
          <a:lnRef idx="1">
            <a:schemeClr val="accent4"/>
          </a:lnRef>
          <a:fillRef idx="2">
            <a:schemeClr val="accent4"/>
          </a:fillRef>
          <a:effectRef idx="1">
            <a:schemeClr val="accent4"/>
          </a:effectRef>
          <a:fontRef idx="minor">
            <a:schemeClr val="dk1"/>
          </a:fontRef>
        </p:style>
        <p:txBody>
          <a:bodyPr>
            <a:normAutofit/>
          </a:bodyPr>
          <a:lstStyle/>
          <a:p>
            <a:r>
              <a:rPr lang="en-US" sz="3200" b="0" dirty="0" smtClean="0"/>
              <a:t>KMP String </a:t>
            </a:r>
            <a:r>
              <a:rPr lang="en-US" sz="3200" b="0" smtClean="0"/>
              <a:t>Matching </a:t>
            </a:r>
            <a:endParaRPr lang="en-US" sz="3200" b="0" dirty="0" smtClean="0"/>
          </a:p>
        </p:txBody>
      </p:sp>
      <p:sp>
        <p:nvSpPr>
          <p:cNvPr id="4" name="Slide Number Placeholder 3"/>
          <p:cNvSpPr>
            <a:spLocks noGrp="1"/>
          </p:cNvSpPr>
          <p:nvPr>
            <p:ph type="sldNum" sz="quarter" idx="12"/>
          </p:nvPr>
        </p:nvSpPr>
        <p:spPr/>
        <p:txBody>
          <a:bodyPr/>
          <a:lstStyle/>
          <a:p>
            <a:fld id="{D46B8EC2-79DC-4D91-A125-9987AE897EFA}" type="slidenum">
              <a:rPr lang="en-US" smtClean="0"/>
              <a:t>1</a:t>
            </a:fld>
            <a:endParaRPr lang="en-US"/>
          </a:p>
        </p:txBody>
      </p:sp>
      <p:sp>
        <p:nvSpPr>
          <p:cNvPr id="6" name="Subtitle 2"/>
          <p:cNvSpPr txBox="1">
            <a:spLocks/>
          </p:cNvSpPr>
          <p:nvPr/>
        </p:nvSpPr>
        <p:spPr>
          <a:xfrm>
            <a:off x="2133600" y="4724400"/>
            <a:ext cx="6629400" cy="1672087"/>
          </a:xfrm>
          <a:prstGeom prst="rect">
            <a:avLst/>
          </a:prstGeom>
        </p:spPr>
        <p:style>
          <a:lnRef idx="1">
            <a:schemeClr val="accent1"/>
          </a:lnRef>
          <a:fillRef idx="2">
            <a:schemeClr val="accent1"/>
          </a:fillRef>
          <a:effectRef idx="1">
            <a:schemeClr val="accent1"/>
          </a:effectRef>
          <a:fontRef idx="minor">
            <a:schemeClr val="dk1"/>
          </a:fontRef>
        </p:style>
        <p:txBody>
          <a:bodyPr vert="horz">
            <a:normAutofit/>
          </a:bodyPr>
          <a:lstStyle>
            <a:lvl1pPr marL="0" indent="0" algn="l" rtl="0" eaLnBrk="1" latinLnBrk="0" hangingPunct="1">
              <a:spcBef>
                <a:spcPts val="600"/>
              </a:spcBef>
              <a:buClr>
                <a:schemeClr val="accent1"/>
              </a:buClr>
              <a:buSzPct val="70000"/>
              <a:buFont typeface="Wingdings"/>
              <a:buNone/>
              <a:defRPr kumimoji="0" sz="1800" b="1" kern="1200">
                <a:solidFill>
                  <a:schemeClr val="tx2"/>
                </a:solidFill>
                <a:latin typeface="+mn-lt"/>
                <a:ea typeface="+mn-ea"/>
                <a:cs typeface="+mn-cs"/>
              </a:defRPr>
            </a:lvl1pPr>
            <a:lvl2pPr marL="457200" indent="0" algn="ctr" rtl="0" eaLnBrk="1" latinLnBrk="0" hangingPunct="1">
              <a:spcBef>
                <a:spcPct val="20000"/>
              </a:spcBef>
              <a:buClr>
                <a:schemeClr val="accent1"/>
              </a:buClr>
              <a:buSzPct val="80000"/>
              <a:buFont typeface="Wingdings 2"/>
              <a:buNone/>
              <a:defRPr kumimoji="0" sz="2100" kern="1200">
                <a:solidFill>
                  <a:schemeClr val="dk1"/>
                </a:solidFill>
                <a:latin typeface="+mn-lt"/>
                <a:ea typeface="+mn-ea"/>
                <a:cs typeface="+mn-cs"/>
              </a:defRPr>
            </a:lvl2pPr>
            <a:lvl3pPr marL="914400" indent="0" algn="ctr" rtl="0" eaLnBrk="1" latinLnBrk="0" hangingPunct="1">
              <a:spcBef>
                <a:spcPct val="20000"/>
              </a:spcBef>
              <a:buClr>
                <a:schemeClr val="accent1">
                  <a:shade val="75000"/>
                </a:schemeClr>
              </a:buClr>
              <a:buSzPct val="60000"/>
              <a:buFont typeface="Wingdings"/>
              <a:buNone/>
              <a:defRPr kumimoji="0" sz="1800" kern="1200">
                <a:solidFill>
                  <a:schemeClr val="dk1"/>
                </a:solidFill>
                <a:latin typeface="+mn-lt"/>
                <a:ea typeface="+mn-ea"/>
                <a:cs typeface="+mn-cs"/>
              </a:defRPr>
            </a:lvl3pPr>
            <a:lvl4pPr marL="1371600" indent="0" algn="ctr" rtl="0" eaLnBrk="1" latinLnBrk="0" hangingPunct="1">
              <a:spcBef>
                <a:spcPct val="20000"/>
              </a:spcBef>
              <a:buClr>
                <a:schemeClr val="accent1">
                  <a:tint val="60000"/>
                </a:schemeClr>
              </a:buClr>
              <a:buSzPct val="60000"/>
              <a:buFont typeface="Wingdings"/>
              <a:buNone/>
              <a:defRPr kumimoji="0" sz="1800" kern="1200">
                <a:solidFill>
                  <a:schemeClr val="dk1"/>
                </a:solidFill>
                <a:latin typeface="+mn-lt"/>
                <a:ea typeface="+mn-ea"/>
                <a:cs typeface="+mn-cs"/>
              </a:defRPr>
            </a:lvl4pPr>
            <a:lvl5pPr marL="1828800" indent="0" algn="ctr" rtl="0" eaLnBrk="1" latinLnBrk="0" hangingPunct="1">
              <a:spcBef>
                <a:spcPct val="20000"/>
              </a:spcBef>
              <a:buClr>
                <a:schemeClr val="accent2">
                  <a:tint val="60000"/>
                </a:schemeClr>
              </a:buClr>
              <a:buSzPct val="68000"/>
              <a:buFont typeface="Wingdings 2"/>
              <a:buNone/>
              <a:defRPr kumimoji="0" sz="1600" kern="1200">
                <a:solidFill>
                  <a:schemeClr val="dk1"/>
                </a:solidFill>
                <a:latin typeface="+mn-lt"/>
                <a:ea typeface="+mn-ea"/>
                <a:cs typeface="+mn-cs"/>
              </a:defRPr>
            </a:lvl5pPr>
            <a:lvl6pPr marL="2286000" indent="0" algn="ctr" rtl="0" eaLnBrk="1" latinLnBrk="0" hangingPunct="1">
              <a:spcBef>
                <a:spcPct val="20000"/>
              </a:spcBef>
              <a:buClr>
                <a:schemeClr val="accent1"/>
              </a:buClr>
              <a:buNone/>
              <a:defRPr kumimoji="0" sz="1600" kern="1200">
                <a:solidFill>
                  <a:schemeClr val="dk1"/>
                </a:solidFill>
                <a:latin typeface="+mn-lt"/>
                <a:ea typeface="+mn-ea"/>
                <a:cs typeface="+mn-cs"/>
              </a:defRPr>
            </a:lvl6pPr>
            <a:lvl7pPr marL="2743200" indent="0" algn="ctr" rtl="0" eaLnBrk="1" latinLnBrk="0" hangingPunct="1">
              <a:spcBef>
                <a:spcPct val="20000"/>
              </a:spcBef>
              <a:buClr>
                <a:schemeClr val="accent1">
                  <a:tint val="60000"/>
                </a:schemeClr>
              </a:buClr>
              <a:buSzPct val="60000"/>
              <a:buFont typeface="Wingdings"/>
              <a:buNone/>
              <a:defRPr kumimoji="0" sz="1400" kern="1200" baseline="0">
                <a:solidFill>
                  <a:schemeClr val="dk1"/>
                </a:solidFill>
                <a:latin typeface="+mn-lt"/>
                <a:ea typeface="+mn-ea"/>
                <a:cs typeface="+mn-cs"/>
              </a:defRPr>
            </a:lvl7pPr>
            <a:lvl8pPr marL="3200400" indent="0" algn="ctr" rtl="0" eaLnBrk="1" latinLnBrk="0" hangingPunct="1">
              <a:spcBef>
                <a:spcPct val="20000"/>
              </a:spcBef>
              <a:buClr>
                <a:schemeClr val="accent2"/>
              </a:buClr>
              <a:buNone/>
              <a:defRPr kumimoji="0" sz="1400" kern="1200" cap="small" baseline="0">
                <a:solidFill>
                  <a:schemeClr val="dk1"/>
                </a:solidFill>
                <a:latin typeface="+mn-lt"/>
                <a:ea typeface="+mn-ea"/>
                <a:cs typeface="+mn-cs"/>
              </a:defRPr>
            </a:lvl8pPr>
            <a:lvl9pPr marL="3657600" indent="0" algn="ctr" rtl="0" eaLnBrk="1" latinLnBrk="0" hangingPunct="1">
              <a:spcBef>
                <a:spcPct val="20000"/>
              </a:spcBef>
              <a:buClr>
                <a:schemeClr val="accent1">
                  <a:shade val="75000"/>
                </a:schemeClr>
              </a:buClr>
              <a:buNone/>
              <a:defRPr kumimoji="0" sz="1400" kern="1200" baseline="0">
                <a:solidFill>
                  <a:schemeClr val="dk1"/>
                </a:solidFill>
                <a:latin typeface="+mn-lt"/>
                <a:ea typeface="+mn-ea"/>
                <a:cs typeface="+mn-cs"/>
              </a:defRPr>
            </a:lvl9pPr>
          </a:lstStyle>
          <a:p>
            <a:pPr algn="ctr"/>
            <a:r>
              <a:rPr lang="en-US" sz="3200" b="0" dirty="0" smtClean="0"/>
              <a:t>Design and Analysis of </a:t>
            </a:r>
            <a:r>
              <a:rPr lang="en-US" sz="3200" b="0" dirty="0" smtClean="0"/>
              <a:t>Algorithm</a:t>
            </a:r>
            <a:endParaRPr lang="en-US" sz="3200" b="0" dirty="0" smtClean="0"/>
          </a:p>
        </p:txBody>
      </p:sp>
    </p:spTree>
    <p:extLst>
      <p:ext uri="{BB962C8B-B14F-4D97-AF65-F5344CB8AC3E}">
        <p14:creationId xmlns:p14="http://schemas.microsoft.com/office/powerpoint/2010/main" val="349777835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5" name="Content Placeholder 4"/>
          <p:cNvPicPr>
            <a:picLocks noGrp="1" noChangeAspect="1"/>
          </p:cNvPicPr>
          <p:nvPr>
            <p:ph sz="quarter" idx="1"/>
          </p:nvPr>
        </p:nvPicPr>
        <p:blipFill>
          <a:blip r:embed="rId2"/>
          <a:stretch>
            <a:fillRect/>
          </a:stretch>
        </p:blipFill>
        <p:spPr>
          <a:xfrm>
            <a:off x="597826" y="1752600"/>
            <a:ext cx="7707974" cy="3766437"/>
          </a:xfrm>
          <a:prstGeom prst="rect">
            <a:avLst/>
          </a:prstGeom>
        </p:spPr>
      </p:pic>
      <p:sp>
        <p:nvSpPr>
          <p:cNvPr id="4" name="Slide Number Placeholder 3"/>
          <p:cNvSpPr>
            <a:spLocks noGrp="1"/>
          </p:cNvSpPr>
          <p:nvPr>
            <p:ph type="sldNum" sz="quarter" idx="15"/>
          </p:nvPr>
        </p:nvSpPr>
        <p:spPr/>
        <p:txBody>
          <a:bodyPr/>
          <a:lstStyle/>
          <a:p>
            <a:fld id="{D46B8EC2-79DC-4D91-A125-9987AE897EFA}" type="slidenum">
              <a:rPr lang="en-US" smtClean="0"/>
              <a:t>2</a:t>
            </a:fld>
            <a:endParaRPr lang="en-US"/>
          </a:p>
        </p:txBody>
      </p:sp>
    </p:spTree>
    <p:extLst>
      <p:ext uri="{BB962C8B-B14F-4D97-AF65-F5344CB8AC3E}">
        <p14:creationId xmlns:p14="http://schemas.microsoft.com/office/powerpoint/2010/main" val="41443079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ctrTitle"/>
          </p:nvPr>
        </p:nvSpPr>
        <p:spPr/>
        <p:txBody>
          <a:bodyPr/>
          <a:lstStyle/>
          <a:p>
            <a:r>
              <a:rPr lang="en-US" dirty="0" smtClean="0"/>
              <a:t>KMP</a:t>
            </a:r>
            <a:endParaRPr lang="en-US" dirty="0"/>
          </a:p>
        </p:txBody>
      </p:sp>
      <p:sp>
        <p:nvSpPr>
          <p:cNvPr id="6" name="Subtitle 5"/>
          <p:cNvSpPr>
            <a:spLocks noGrp="1"/>
          </p:cNvSpPr>
          <p:nvPr>
            <p:ph type="subTitle" idx="1"/>
          </p:nvPr>
        </p:nvSpPr>
        <p:spPr/>
        <p:txBody>
          <a:bodyPr/>
          <a:lstStyle/>
          <a:p>
            <a:endParaRPr lang="en-US"/>
          </a:p>
        </p:txBody>
      </p:sp>
      <p:sp>
        <p:nvSpPr>
          <p:cNvPr id="4" name="Slide Number Placeholder 3"/>
          <p:cNvSpPr>
            <a:spLocks noGrp="1"/>
          </p:cNvSpPr>
          <p:nvPr>
            <p:ph type="sldNum" sz="quarter" idx="12"/>
          </p:nvPr>
        </p:nvSpPr>
        <p:spPr/>
        <p:txBody>
          <a:bodyPr/>
          <a:lstStyle/>
          <a:p>
            <a:fld id="{D46B8EC2-79DC-4D91-A125-9987AE897EFA}" type="slidenum">
              <a:rPr lang="en-US" smtClean="0"/>
              <a:t>3</a:t>
            </a:fld>
            <a:endParaRPr lang="en-US"/>
          </a:p>
        </p:txBody>
      </p:sp>
    </p:spTree>
    <p:extLst>
      <p:ext uri="{BB962C8B-B14F-4D97-AF65-F5344CB8AC3E}">
        <p14:creationId xmlns:p14="http://schemas.microsoft.com/office/powerpoint/2010/main" val="92596909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Slide Number Placeholder 5"/>
          <p:cNvSpPr>
            <a:spLocks noGrp="1"/>
          </p:cNvSpPr>
          <p:nvPr>
            <p:ph type="sldNum" sz="quarter" idx="4294967295"/>
          </p:nvPr>
        </p:nvSpPr>
        <p:spPr bwMode="auto">
          <a:xfrm>
            <a:off x="6705600" y="6248400"/>
            <a:ext cx="19050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fld id="{902817C2-DD56-4B48-88ED-947F825066FC}" type="slidenum">
              <a:rPr lang="en-US"/>
              <a:pPr/>
              <a:t>4</a:t>
            </a:fld>
            <a:endParaRPr lang="en-US"/>
          </a:p>
        </p:txBody>
      </p:sp>
      <p:sp>
        <p:nvSpPr>
          <p:cNvPr id="45059" name="Rectangle 2"/>
          <p:cNvSpPr>
            <a:spLocks noGrp="1" noChangeArrowheads="1"/>
          </p:cNvSpPr>
          <p:nvPr>
            <p:ph type="title"/>
          </p:nvPr>
        </p:nvSpPr>
        <p:spPr/>
        <p:style>
          <a:lnRef idx="3">
            <a:schemeClr val="lt1"/>
          </a:lnRef>
          <a:fillRef idx="1">
            <a:schemeClr val="accent1"/>
          </a:fillRef>
          <a:effectRef idx="1">
            <a:schemeClr val="accent1"/>
          </a:effectRef>
          <a:fontRef idx="minor">
            <a:schemeClr val="lt1"/>
          </a:fontRef>
        </p:style>
        <p:txBody>
          <a:bodyPr/>
          <a:lstStyle/>
          <a:p>
            <a:pPr eaLnBrk="1" hangingPunct="1"/>
            <a:r>
              <a:rPr lang="en-US" dirty="0" smtClean="0"/>
              <a:t>Knuth-Morris-Pratt Algorithm</a:t>
            </a:r>
          </a:p>
        </p:txBody>
      </p:sp>
      <p:sp>
        <p:nvSpPr>
          <p:cNvPr id="73731" name="Rectangle 3"/>
          <p:cNvSpPr>
            <a:spLocks noGrp="1" noChangeArrowheads="1"/>
          </p:cNvSpPr>
          <p:nvPr>
            <p:ph type="body" idx="1"/>
          </p:nvPr>
        </p:nvSpPr>
        <p:spPr>
          <a:xfrm>
            <a:off x="445477" y="1482969"/>
            <a:ext cx="8077200" cy="5029200"/>
          </a:xfrm>
        </p:spPr>
        <p:txBody>
          <a:bodyPr>
            <a:normAutofit lnSpcReduction="10000"/>
          </a:bodyPr>
          <a:lstStyle/>
          <a:p>
            <a:pPr algn="just"/>
            <a:r>
              <a:rPr lang="en-US" dirty="0"/>
              <a:t>Searches for occurrences of a pattern x within a main text string </a:t>
            </a:r>
            <a:r>
              <a:rPr lang="en-US" dirty="0" smtClean="0"/>
              <a:t>y by </a:t>
            </a:r>
            <a:r>
              <a:rPr lang="en-US" dirty="0"/>
              <a:t>employing the simple observation</a:t>
            </a:r>
            <a:r>
              <a:rPr lang="en-US" b="1" dirty="0">
                <a:solidFill>
                  <a:srgbClr val="FF0000"/>
                </a:solidFill>
              </a:rPr>
              <a:t>: after a mismatch, the </a:t>
            </a:r>
            <a:r>
              <a:rPr lang="en-US" b="1" dirty="0" smtClean="0">
                <a:solidFill>
                  <a:srgbClr val="FF0000"/>
                </a:solidFill>
              </a:rPr>
              <a:t>word  itself </a:t>
            </a:r>
            <a:r>
              <a:rPr lang="en-US" b="1" dirty="0">
                <a:solidFill>
                  <a:srgbClr val="FF0000"/>
                </a:solidFill>
              </a:rPr>
              <a:t>allows us to determine where to begin the next match </a:t>
            </a:r>
            <a:r>
              <a:rPr lang="en-US" b="1" dirty="0" smtClean="0">
                <a:solidFill>
                  <a:srgbClr val="FF0000"/>
                </a:solidFill>
              </a:rPr>
              <a:t>to bypass </a:t>
            </a:r>
            <a:r>
              <a:rPr lang="en-US" b="1" dirty="0">
                <a:solidFill>
                  <a:srgbClr val="FF0000"/>
                </a:solidFill>
              </a:rPr>
              <a:t>re-examination of previously matched characters</a:t>
            </a:r>
          </a:p>
          <a:p>
            <a:r>
              <a:rPr lang="en-US" b="1" dirty="0" smtClean="0">
                <a:solidFill>
                  <a:srgbClr val="7030A0"/>
                </a:solidFill>
              </a:rPr>
              <a:t>Preprocessing </a:t>
            </a:r>
            <a:r>
              <a:rPr lang="en-US" b="1" dirty="0">
                <a:solidFill>
                  <a:srgbClr val="7030A0"/>
                </a:solidFill>
              </a:rPr>
              <a:t>phase: </a:t>
            </a:r>
            <a:r>
              <a:rPr lang="en-US" dirty="0"/>
              <a:t>O(m) space and time complexity</a:t>
            </a:r>
          </a:p>
          <a:p>
            <a:r>
              <a:rPr lang="en-US" b="1" dirty="0" smtClean="0">
                <a:solidFill>
                  <a:srgbClr val="7030A0"/>
                </a:solidFill>
              </a:rPr>
              <a:t>Searching </a:t>
            </a:r>
            <a:r>
              <a:rPr lang="en-US" b="1" dirty="0">
                <a:solidFill>
                  <a:srgbClr val="7030A0"/>
                </a:solidFill>
              </a:rPr>
              <a:t>phase</a:t>
            </a:r>
            <a:r>
              <a:rPr lang="en-US" dirty="0"/>
              <a:t>: </a:t>
            </a:r>
            <a:r>
              <a:rPr lang="en-US" dirty="0">
                <a:latin typeface="Times New Roman" panose="02020603050405020304" pitchFamily="18" charset="0"/>
                <a:cs typeface="Times New Roman" panose="02020603050405020304" pitchFamily="18" charset="0"/>
              </a:rPr>
              <a:t>Ѳ</a:t>
            </a:r>
            <a:r>
              <a:rPr lang="en-US" dirty="0" smtClean="0"/>
              <a:t>(n) </a:t>
            </a:r>
            <a:r>
              <a:rPr lang="en-US" dirty="0"/>
              <a:t>time complexity (</a:t>
            </a:r>
            <a:r>
              <a:rPr lang="en-US" dirty="0" smtClean="0"/>
              <a:t>independent from </a:t>
            </a:r>
            <a:r>
              <a:rPr lang="en-US" dirty="0"/>
              <a:t>the alphabet size</a:t>
            </a:r>
            <a:r>
              <a:rPr lang="en-US" dirty="0" smtClean="0"/>
              <a:t>)</a:t>
            </a:r>
          </a:p>
          <a:p>
            <a:r>
              <a:rPr lang="en-US" dirty="0" smtClean="0"/>
              <a:t>Runs </a:t>
            </a:r>
            <a:r>
              <a:rPr lang="en-US" b="0" dirty="0" smtClean="0"/>
              <a:t>in linear time.</a:t>
            </a:r>
          </a:p>
          <a:p>
            <a:r>
              <a:rPr lang="en-US" dirty="0"/>
              <a:t>The algorithm was invented in 1977 by Knuth and Pratt </a:t>
            </a:r>
            <a:r>
              <a:rPr lang="en-US" dirty="0" smtClean="0"/>
              <a:t>and independently </a:t>
            </a:r>
            <a:r>
              <a:rPr lang="en-US" dirty="0"/>
              <a:t>by Morris, but the three published it jointly</a:t>
            </a:r>
            <a:endParaRPr lang="en-US" b="0" dirty="0" smtClean="0"/>
          </a:p>
        </p:txBody>
      </p:sp>
    </p:spTree>
    <p:extLst>
      <p:ext uri="{BB962C8B-B14F-4D97-AF65-F5344CB8AC3E}">
        <p14:creationId xmlns:p14="http://schemas.microsoft.com/office/powerpoint/2010/main" val="64381545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373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373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373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3731">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3731">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731"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sz="quarter" idx="1"/>
          </p:nvPr>
        </p:nvSpPr>
        <p:spPr/>
        <p:txBody>
          <a:bodyPr/>
          <a:lstStyle/>
          <a:p>
            <a:endParaRPr lang="en-US"/>
          </a:p>
        </p:txBody>
      </p:sp>
      <p:sp>
        <p:nvSpPr>
          <p:cNvPr id="4" name="Slide Number Placeholder 3"/>
          <p:cNvSpPr>
            <a:spLocks noGrp="1"/>
          </p:cNvSpPr>
          <p:nvPr>
            <p:ph type="sldNum" sz="quarter" idx="15"/>
          </p:nvPr>
        </p:nvSpPr>
        <p:spPr/>
        <p:txBody>
          <a:bodyPr/>
          <a:lstStyle/>
          <a:p>
            <a:fld id="{D46B8EC2-79DC-4D91-A125-9987AE897EFA}" type="slidenum">
              <a:rPr lang="en-US" smtClean="0"/>
              <a:t>5</a:t>
            </a:fld>
            <a:endParaRPr lang="en-US"/>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3001" y="0"/>
            <a:ext cx="5767388" cy="6477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80817941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sz="quarter" idx="1"/>
          </p:nvPr>
        </p:nvSpPr>
        <p:spPr/>
        <p:txBody>
          <a:bodyPr/>
          <a:lstStyle/>
          <a:p>
            <a:endParaRPr lang="en-US"/>
          </a:p>
        </p:txBody>
      </p:sp>
      <p:sp>
        <p:nvSpPr>
          <p:cNvPr id="4" name="Slide Number Placeholder 3"/>
          <p:cNvSpPr>
            <a:spLocks noGrp="1"/>
          </p:cNvSpPr>
          <p:nvPr>
            <p:ph type="sldNum" sz="quarter" idx="15"/>
          </p:nvPr>
        </p:nvSpPr>
        <p:spPr/>
        <p:txBody>
          <a:bodyPr/>
          <a:lstStyle/>
          <a:p>
            <a:fld id="{D46B8EC2-79DC-4D91-A125-9987AE897EFA}" type="slidenum">
              <a:rPr lang="en-US" smtClean="0"/>
              <a:t>6</a:t>
            </a:fld>
            <a:endParaRPr lang="en-US"/>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19200" y="304800"/>
            <a:ext cx="5505450" cy="58921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96285409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Slide Number Placeholder 5"/>
          <p:cNvSpPr>
            <a:spLocks noGrp="1"/>
          </p:cNvSpPr>
          <p:nvPr>
            <p:ph type="sldNum" sz="quarter" idx="4294967295"/>
          </p:nvPr>
        </p:nvSpPr>
        <p:spPr bwMode="auto">
          <a:xfrm>
            <a:off x="7924800" y="5715000"/>
            <a:ext cx="8382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fld id="{B6E92761-04B2-47FC-9E76-162FAAE3B0D2}" type="slidenum">
              <a:rPr lang="en-US">
                <a:solidFill>
                  <a:schemeClr val="bg1"/>
                </a:solidFill>
              </a:rPr>
              <a:pPr/>
              <a:t>7</a:t>
            </a:fld>
            <a:endParaRPr lang="en-US">
              <a:solidFill>
                <a:schemeClr val="bg1"/>
              </a:solidFill>
            </a:endParaRPr>
          </a:p>
        </p:txBody>
      </p:sp>
      <p:sp>
        <p:nvSpPr>
          <p:cNvPr id="46083" name="Rectangle 2"/>
          <p:cNvSpPr>
            <a:spLocks noGrp="1" noChangeArrowheads="1"/>
          </p:cNvSpPr>
          <p:nvPr>
            <p:ph type="title"/>
          </p:nvPr>
        </p:nvSpPr>
        <p:spPr/>
        <p:txBody>
          <a:bodyPr/>
          <a:lstStyle/>
          <a:p>
            <a:pPr eaLnBrk="1" hangingPunct="1"/>
            <a:r>
              <a:rPr lang="en-US" smtClean="0"/>
              <a:t>Prefix Function </a:t>
            </a:r>
            <a:r>
              <a:rPr lang="el-GR" smtClean="0">
                <a:cs typeface="Arial" charset="0"/>
              </a:rPr>
              <a:t>π</a:t>
            </a:r>
            <a:endParaRPr lang="en-US" smtClean="0">
              <a:cs typeface="Arial" charset="0"/>
            </a:endParaRPr>
          </a:p>
        </p:txBody>
      </p:sp>
      <p:sp>
        <p:nvSpPr>
          <p:cNvPr id="74755" name="Rectangle 3"/>
          <p:cNvSpPr>
            <a:spLocks noGrp="1" noChangeArrowheads="1"/>
          </p:cNvSpPr>
          <p:nvPr>
            <p:ph type="body" idx="1"/>
          </p:nvPr>
        </p:nvSpPr>
        <p:spPr>
          <a:xfrm>
            <a:off x="0" y="1524000"/>
            <a:ext cx="9144000" cy="5105400"/>
          </a:xfrm>
        </p:spPr>
        <p:txBody>
          <a:bodyPr/>
          <a:lstStyle/>
          <a:p>
            <a:pPr eaLnBrk="1" hangingPunct="1"/>
            <a:r>
              <a:rPr lang="en-US" b="0" smtClean="0">
                <a:cs typeface="Arial" charset="0"/>
              </a:rPr>
              <a:t>The prefix function </a:t>
            </a:r>
            <a:r>
              <a:rPr lang="el-GR" b="0" i="1" smtClean="0">
                <a:cs typeface="Arial" charset="0"/>
              </a:rPr>
              <a:t>π</a:t>
            </a:r>
            <a:r>
              <a:rPr lang="en-US" b="0" i="1" smtClean="0">
                <a:cs typeface="Arial" charset="0"/>
              </a:rPr>
              <a:t> </a:t>
            </a:r>
            <a:r>
              <a:rPr lang="en-US" b="0" smtClean="0">
                <a:cs typeface="Arial" charset="0"/>
              </a:rPr>
              <a:t>for a pattern holds knowledge about how the pattern matches against shifts of itself.</a:t>
            </a:r>
          </a:p>
          <a:p>
            <a:pPr eaLnBrk="1" hangingPunct="1"/>
            <a:endParaRPr lang="en-US" b="0" smtClean="0">
              <a:cs typeface="Arial" charset="0"/>
            </a:endParaRPr>
          </a:p>
          <a:p>
            <a:pPr eaLnBrk="1" hangingPunct="1"/>
            <a:r>
              <a:rPr lang="en-US" b="0" smtClean="0">
                <a:cs typeface="Arial" charset="0"/>
              </a:rPr>
              <a:t>This info. can be used to avoid testing useless shifts that the naïve algorithm does</a:t>
            </a:r>
          </a:p>
          <a:p>
            <a:pPr eaLnBrk="1" hangingPunct="1"/>
            <a:endParaRPr lang="en-US" b="0" smtClean="0">
              <a:cs typeface="Arial" charset="0"/>
            </a:endParaRPr>
          </a:p>
          <a:p>
            <a:pPr eaLnBrk="1" hangingPunct="1"/>
            <a:r>
              <a:rPr lang="el-GR" b="0" i="1" smtClean="0">
                <a:cs typeface="Arial" charset="0"/>
              </a:rPr>
              <a:t>π</a:t>
            </a:r>
            <a:r>
              <a:rPr lang="en-US" b="0" i="1" smtClean="0">
                <a:cs typeface="Arial" charset="0"/>
              </a:rPr>
              <a:t> </a:t>
            </a:r>
            <a:r>
              <a:rPr lang="en-US" b="0" smtClean="0">
                <a:cs typeface="Arial" charset="0"/>
              </a:rPr>
              <a:t>contains only </a:t>
            </a:r>
            <a:r>
              <a:rPr lang="en-US" b="0" i="1" smtClean="0">
                <a:cs typeface="Arial" charset="0"/>
              </a:rPr>
              <a:t>m </a:t>
            </a:r>
            <a:r>
              <a:rPr lang="en-US" b="0" smtClean="0">
                <a:cs typeface="Arial" charset="0"/>
              </a:rPr>
              <a:t>entries, where as </a:t>
            </a:r>
            <a:r>
              <a:rPr lang="el-GR" b="0" i="1" smtClean="0">
                <a:cs typeface="Arial" charset="0"/>
              </a:rPr>
              <a:t>δ</a:t>
            </a:r>
            <a:r>
              <a:rPr lang="en-US" b="0" i="1" smtClean="0">
                <a:cs typeface="Arial" charset="0"/>
              </a:rPr>
              <a:t> </a:t>
            </a:r>
            <a:r>
              <a:rPr lang="en-US" b="0" smtClean="0">
                <a:cs typeface="Arial" charset="0"/>
              </a:rPr>
              <a:t>is a table</a:t>
            </a:r>
            <a:r>
              <a:rPr lang="en-US" b="0" i="1" smtClean="0">
                <a:cs typeface="Arial" charset="0"/>
              </a:rPr>
              <a:t> </a:t>
            </a:r>
            <a:r>
              <a:rPr lang="en-US" b="0" smtClean="0">
                <a:cs typeface="Arial" charset="0"/>
              </a:rPr>
              <a:t>of</a:t>
            </a:r>
            <a:r>
              <a:rPr lang="en-US" b="0" i="1" smtClean="0">
                <a:cs typeface="Arial" charset="0"/>
              </a:rPr>
              <a:t> m|∑| = md </a:t>
            </a:r>
            <a:r>
              <a:rPr lang="en-US" b="0" smtClean="0">
                <a:cs typeface="Arial" charset="0"/>
              </a:rPr>
              <a:t>entries</a:t>
            </a:r>
          </a:p>
        </p:txBody>
      </p:sp>
    </p:spTree>
    <p:extLst>
      <p:ext uri="{BB962C8B-B14F-4D97-AF65-F5344CB8AC3E}">
        <p14:creationId xmlns:p14="http://schemas.microsoft.com/office/powerpoint/2010/main" val="422864126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4755">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4755">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475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755"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sz="quarter" idx="1"/>
          </p:nvPr>
        </p:nvSpPr>
        <p:spPr/>
        <p:txBody>
          <a:bodyPr/>
          <a:lstStyle/>
          <a:p>
            <a:endParaRPr lang="en-US"/>
          </a:p>
        </p:txBody>
      </p:sp>
      <p:sp>
        <p:nvSpPr>
          <p:cNvPr id="4" name="Slide Number Placeholder 3"/>
          <p:cNvSpPr>
            <a:spLocks noGrp="1"/>
          </p:cNvSpPr>
          <p:nvPr>
            <p:ph type="sldNum" sz="quarter" idx="15"/>
          </p:nvPr>
        </p:nvSpPr>
        <p:spPr/>
        <p:txBody>
          <a:bodyPr/>
          <a:lstStyle/>
          <a:p>
            <a:fld id="{D46B8EC2-79DC-4D91-A125-9987AE897EFA}" type="slidenum">
              <a:rPr lang="en-US" smtClean="0"/>
              <a:t>8</a:t>
            </a:fld>
            <a:endParaRPr lang="en-US"/>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67098" y="228601"/>
            <a:ext cx="6276702" cy="6532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80219146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Title 1"/>
          <p:cNvSpPr>
            <a:spLocks noGrp="1"/>
          </p:cNvSpPr>
          <p:nvPr>
            <p:ph type="title"/>
          </p:nvPr>
        </p:nvSpPr>
        <p:spPr/>
        <p:txBody>
          <a:bodyPr/>
          <a:lstStyle/>
          <a:p>
            <a:r>
              <a:rPr lang="en-US" smtClean="0"/>
              <a:t>Prefix function</a:t>
            </a:r>
          </a:p>
        </p:txBody>
      </p:sp>
      <p:sp>
        <p:nvSpPr>
          <p:cNvPr id="47107" name="Content Placeholder 2"/>
          <p:cNvSpPr>
            <a:spLocks noGrp="1"/>
          </p:cNvSpPr>
          <p:nvPr>
            <p:ph idx="1"/>
          </p:nvPr>
        </p:nvSpPr>
        <p:spPr/>
        <p:txBody>
          <a:bodyPr/>
          <a:lstStyle/>
          <a:p>
            <a:endParaRPr lang="en-US" smtClean="0"/>
          </a:p>
        </p:txBody>
      </p:sp>
      <p:pic>
        <p:nvPicPr>
          <p:cNvPr id="4710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 y="914400"/>
            <a:ext cx="4191000" cy="5162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7109" name="Text Box 7"/>
          <p:cNvSpPr txBox="1">
            <a:spLocks noChangeArrowheads="1"/>
          </p:cNvSpPr>
          <p:nvPr/>
        </p:nvSpPr>
        <p:spPr bwMode="auto">
          <a:xfrm>
            <a:off x="4572000" y="1295400"/>
            <a:ext cx="3733800" cy="3478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just"/>
            <a:r>
              <a:rPr lang="en-US" sz="2000"/>
              <a:t>If we precompute prefix function of  P (against itself), then whenever a mismatch occurs, the prefix function can determine which shift(s) are invalid and directly ruled out. So move directly to the shift which is potentially valid. However, there is no need to compare these characters again since they are equal.</a:t>
            </a:r>
          </a:p>
        </p:txBody>
      </p:sp>
      <p:sp>
        <p:nvSpPr>
          <p:cNvPr id="47110" name="TextBox 5"/>
          <p:cNvSpPr txBox="1">
            <a:spLocks noChangeArrowheads="1"/>
          </p:cNvSpPr>
          <p:nvPr/>
        </p:nvSpPr>
        <p:spPr bwMode="auto">
          <a:xfrm>
            <a:off x="923925" y="6167438"/>
            <a:ext cx="1363663"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t>Fig 32.10</a:t>
            </a:r>
          </a:p>
        </p:txBody>
      </p:sp>
    </p:spTree>
    <p:extLst>
      <p:ext uri="{BB962C8B-B14F-4D97-AF65-F5344CB8AC3E}">
        <p14:creationId xmlns:p14="http://schemas.microsoft.com/office/powerpoint/2010/main" val="3257960498"/>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Title 1"/>
          <p:cNvSpPr>
            <a:spLocks noGrp="1"/>
          </p:cNvSpPr>
          <p:nvPr>
            <p:ph type="title"/>
          </p:nvPr>
        </p:nvSpPr>
        <p:spPr/>
        <p:txBody>
          <a:bodyPr/>
          <a:lstStyle/>
          <a:p>
            <a:r>
              <a:rPr lang="en-US" smtClean="0"/>
              <a:t>Prefix function</a:t>
            </a:r>
          </a:p>
        </p:txBody>
      </p:sp>
      <p:sp>
        <p:nvSpPr>
          <p:cNvPr id="48131" name="Content Placeholder 2"/>
          <p:cNvSpPr>
            <a:spLocks noGrp="1"/>
          </p:cNvSpPr>
          <p:nvPr>
            <p:ph idx="1"/>
          </p:nvPr>
        </p:nvSpPr>
        <p:spPr/>
        <p:txBody>
          <a:bodyPr/>
          <a:lstStyle/>
          <a:p>
            <a:pPr algn="just"/>
            <a:r>
              <a:rPr lang="en-US" sz="1800" smtClean="0"/>
              <a:t>Figure 32.10 </a:t>
            </a:r>
            <a:r>
              <a:rPr lang="en-US" sz="1800" b="0" smtClean="0"/>
              <a:t>The prefix function </a:t>
            </a:r>
            <a:r>
              <a:rPr lang="en-US" sz="1800" b="0" i="1" smtClean="0"/>
              <a:t>π</a:t>
            </a:r>
            <a:r>
              <a:rPr lang="en-US" sz="1800" b="0" smtClean="0"/>
              <a:t>. </a:t>
            </a:r>
            <a:r>
              <a:rPr lang="en-US" sz="1800" smtClean="0"/>
              <a:t>(a) </a:t>
            </a:r>
            <a:r>
              <a:rPr lang="en-US" sz="1800" b="0" smtClean="0"/>
              <a:t>The pattern </a:t>
            </a:r>
            <a:r>
              <a:rPr lang="en-US" sz="1800" b="0" i="1" smtClean="0"/>
              <a:t>P </a:t>
            </a:r>
            <a:r>
              <a:rPr lang="en-US" sz="1800" b="0" smtClean="0"/>
              <a:t>= ababaca is aligned with a text </a:t>
            </a:r>
            <a:r>
              <a:rPr lang="en-US" sz="1800" b="0" i="1" smtClean="0"/>
              <a:t>T </a:t>
            </a:r>
            <a:r>
              <a:rPr lang="en-US" sz="1800" b="0" smtClean="0"/>
              <a:t>so that the first </a:t>
            </a:r>
            <a:r>
              <a:rPr lang="en-US" sz="1800" b="0" i="1" smtClean="0"/>
              <a:t>q </a:t>
            </a:r>
            <a:r>
              <a:rPr lang="en-US" sz="1800" b="0" smtClean="0"/>
              <a:t>= 5 characters match. Matching characters, shown shaded, are connected by vertical lines. </a:t>
            </a:r>
            <a:r>
              <a:rPr lang="en-US" sz="1800" smtClean="0"/>
              <a:t>(b) </a:t>
            </a:r>
            <a:r>
              <a:rPr lang="en-US" sz="1800" b="0" smtClean="0"/>
              <a:t>Using only our knowledge of the 5 matched characters, we can deduce that a shift of </a:t>
            </a:r>
            <a:r>
              <a:rPr lang="en-US" sz="1800" b="0" i="1" smtClean="0"/>
              <a:t>s </a:t>
            </a:r>
            <a:r>
              <a:rPr lang="en-US" sz="1800" b="0" smtClean="0"/>
              <a:t>+ 1 is invalid, but that a shift of </a:t>
            </a:r>
            <a:r>
              <a:rPr lang="en-US" sz="1800" b="0" i="1" smtClean="0"/>
              <a:t>s</a:t>
            </a:r>
            <a:r>
              <a:rPr lang="en-US" sz="1800" b="0" smtClean="0"/>
              <a:t> = </a:t>
            </a:r>
            <a:r>
              <a:rPr lang="en-US" sz="1800" b="0" i="1" smtClean="0"/>
              <a:t>s </a:t>
            </a:r>
            <a:r>
              <a:rPr lang="en-US" sz="1800" b="0" smtClean="0"/>
              <a:t>+ 2 is consistent with everything we know about the text and therefore is potentially valid. </a:t>
            </a:r>
            <a:r>
              <a:rPr lang="en-US" sz="1800" smtClean="0"/>
              <a:t>(c) </a:t>
            </a:r>
            <a:r>
              <a:rPr lang="en-US" sz="1800" b="0" smtClean="0"/>
              <a:t>The useful information for such deductions can be precomputed by comparing the pattern with itself. Here, we see that the longest prefix of </a:t>
            </a:r>
            <a:r>
              <a:rPr lang="en-US" sz="1800" b="0" i="1" smtClean="0"/>
              <a:t>P </a:t>
            </a:r>
            <a:r>
              <a:rPr lang="en-US" sz="1800" b="0" smtClean="0"/>
              <a:t>that is also a proper suffix of </a:t>
            </a:r>
            <a:r>
              <a:rPr lang="en-US" sz="1800" b="0" i="1" smtClean="0"/>
              <a:t>P</a:t>
            </a:r>
            <a:r>
              <a:rPr lang="en-US" sz="1800" b="0" smtClean="0"/>
              <a:t>5 is </a:t>
            </a:r>
            <a:r>
              <a:rPr lang="en-US" sz="1800" b="0" i="1" smtClean="0"/>
              <a:t>P</a:t>
            </a:r>
            <a:r>
              <a:rPr lang="en-US" sz="1800" b="0" smtClean="0"/>
              <a:t>3. This information is precomputed and represented in the array </a:t>
            </a:r>
            <a:r>
              <a:rPr lang="en-US" sz="1800" b="0" i="1" smtClean="0"/>
              <a:t>π</a:t>
            </a:r>
            <a:r>
              <a:rPr lang="en-US" sz="1800" b="0" smtClean="0"/>
              <a:t>, so that </a:t>
            </a:r>
            <a:r>
              <a:rPr lang="en-US" sz="1800" b="0" i="1" smtClean="0"/>
              <a:t>π</a:t>
            </a:r>
            <a:r>
              <a:rPr lang="en-US" sz="1800" b="0" smtClean="0"/>
              <a:t>[5] = 3. Given that </a:t>
            </a:r>
            <a:r>
              <a:rPr lang="en-US" sz="1800" b="0" i="1" smtClean="0"/>
              <a:t>q </a:t>
            </a:r>
            <a:r>
              <a:rPr lang="en-US" sz="1800" b="0" smtClean="0"/>
              <a:t>characters have matched successfully at shift </a:t>
            </a:r>
            <a:r>
              <a:rPr lang="en-US" sz="1800" b="0" i="1" smtClean="0"/>
              <a:t>s</a:t>
            </a:r>
            <a:r>
              <a:rPr lang="en-US" sz="1800" b="0" smtClean="0"/>
              <a:t>, the next potentially valid shift is at </a:t>
            </a:r>
            <a:r>
              <a:rPr lang="en-US" sz="1800" b="0" i="1" smtClean="0"/>
              <a:t>s</a:t>
            </a:r>
            <a:r>
              <a:rPr lang="en-US" sz="1800" b="0" smtClean="0"/>
              <a:t> = </a:t>
            </a:r>
            <a:r>
              <a:rPr lang="en-US" sz="1800" b="0" i="1" smtClean="0"/>
              <a:t>s </a:t>
            </a:r>
            <a:r>
              <a:rPr lang="en-US" sz="1800" b="0" smtClean="0"/>
              <a:t>+ </a:t>
            </a:r>
            <a:r>
              <a:rPr lang="en-US" sz="1800" b="0" i="1" smtClean="0"/>
              <a:t>(q </a:t>
            </a:r>
            <a:r>
              <a:rPr lang="en-US" sz="1800" b="0" smtClean="0"/>
              <a:t>− </a:t>
            </a:r>
            <a:r>
              <a:rPr lang="el-GR" sz="1800" b="0" i="1" smtClean="0"/>
              <a:t>π</a:t>
            </a:r>
            <a:r>
              <a:rPr lang="el-GR" sz="1800" b="0" smtClean="0"/>
              <a:t>[</a:t>
            </a:r>
            <a:r>
              <a:rPr lang="en-US" sz="1800" b="0" i="1" smtClean="0"/>
              <a:t>q</a:t>
            </a:r>
            <a:r>
              <a:rPr lang="en-US" sz="1800" b="0" smtClean="0"/>
              <a:t>]</a:t>
            </a:r>
            <a:r>
              <a:rPr lang="en-US" sz="1800" b="0" i="1" smtClean="0"/>
              <a:t>)</a:t>
            </a:r>
            <a:r>
              <a:rPr lang="en-US" sz="1800" b="0" smtClean="0"/>
              <a:t>.</a:t>
            </a:r>
            <a:endParaRPr lang="en-US" sz="1800" smtClean="0"/>
          </a:p>
        </p:txBody>
      </p:sp>
      <p:sp>
        <p:nvSpPr>
          <p:cNvPr id="2" name="Slide Number Placeholder 1"/>
          <p:cNvSpPr>
            <a:spLocks noGrp="1"/>
          </p:cNvSpPr>
          <p:nvPr>
            <p:ph type="sldNum" sz="quarter" idx="15"/>
          </p:nvPr>
        </p:nvSpPr>
        <p:spPr/>
        <p:txBody>
          <a:bodyPr/>
          <a:lstStyle/>
          <a:p>
            <a:fld id="{D46B8EC2-79DC-4D91-A125-9987AE897EFA}" type="slidenum">
              <a:rPr lang="en-US" smtClean="0"/>
              <a:t>10</a:t>
            </a:fld>
            <a:endParaRPr lang="en-US"/>
          </a:p>
        </p:txBody>
      </p:sp>
    </p:spTree>
    <p:extLst>
      <p:ext uri="{BB962C8B-B14F-4D97-AF65-F5344CB8AC3E}">
        <p14:creationId xmlns:p14="http://schemas.microsoft.com/office/powerpoint/2010/main" val="7028677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Slide Number Placeholder 5"/>
          <p:cNvSpPr>
            <a:spLocks noGrp="1"/>
          </p:cNvSpPr>
          <p:nvPr>
            <p:ph type="sldNum" sz="quarter" idx="4294967295"/>
          </p:nvPr>
        </p:nvSpPr>
        <p:spPr bwMode="auto">
          <a:xfrm>
            <a:off x="7620000" y="5791200"/>
            <a:ext cx="1600200"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fld id="{FAFE031C-EAD3-488D-99CE-8969E25A5C86}" type="slidenum">
              <a:rPr lang="en-US">
                <a:solidFill>
                  <a:schemeClr val="bg1"/>
                </a:solidFill>
              </a:rPr>
              <a:pPr/>
              <a:t>11</a:t>
            </a:fld>
            <a:endParaRPr lang="en-US" dirty="0">
              <a:solidFill>
                <a:schemeClr val="bg1"/>
              </a:solidFill>
            </a:endParaRPr>
          </a:p>
        </p:txBody>
      </p:sp>
      <p:sp>
        <p:nvSpPr>
          <p:cNvPr id="49155" name="Rectangle 2"/>
          <p:cNvSpPr>
            <a:spLocks noGrp="1" noChangeArrowheads="1"/>
          </p:cNvSpPr>
          <p:nvPr>
            <p:ph type="title"/>
          </p:nvPr>
        </p:nvSpPr>
        <p:spPr/>
        <p:txBody>
          <a:bodyPr/>
          <a:lstStyle/>
          <a:p>
            <a:pPr eaLnBrk="1" hangingPunct="1"/>
            <a:r>
              <a:rPr lang="en-US" smtClean="0"/>
              <a:t>Prefix Function </a:t>
            </a:r>
            <a:r>
              <a:rPr lang="el-GR" smtClean="0">
                <a:cs typeface="Arial" charset="0"/>
              </a:rPr>
              <a:t>π</a:t>
            </a:r>
            <a:endParaRPr lang="en-US" smtClean="0">
              <a:cs typeface="Arial" charset="0"/>
            </a:endParaRPr>
          </a:p>
        </p:txBody>
      </p:sp>
      <p:sp>
        <p:nvSpPr>
          <p:cNvPr id="80899" name="Rectangle 3"/>
          <p:cNvSpPr>
            <a:spLocks noGrp="1" noChangeArrowheads="1"/>
          </p:cNvSpPr>
          <p:nvPr>
            <p:ph type="body" idx="1"/>
          </p:nvPr>
        </p:nvSpPr>
        <p:spPr>
          <a:xfrm>
            <a:off x="0" y="1524000"/>
            <a:ext cx="9144000" cy="5334000"/>
          </a:xfrm>
        </p:spPr>
        <p:txBody>
          <a:bodyPr/>
          <a:lstStyle/>
          <a:p>
            <a:pPr eaLnBrk="1" hangingPunct="1"/>
            <a:r>
              <a:rPr lang="en-US" b="0" smtClean="0"/>
              <a:t>If </a:t>
            </a:r>
            <a:r>
              <a:rPr lang="en-US" b="0" i="1" smtClean="0"/>
              <a:t>P[1..q] = T[s+1..s+q]</a:t>
            </a:r>
            <a:r>
              <a:rPr lang="en-US" b="0" smtClean="0"/>
              <a:t>, what is the least shift </a:t>
            </a:r>
            <a:r>
              <a:rPr lang="en-US" b="0" i="1" smtClean="0"/>
              <a:t>s’&gt;s</a:t>
            </a:r>
            <a:r>
              <a:rPr lang="en-US" b="0" smtClean="0"/>
              <a:t> such that:</a:t>
            </a:r>
          </a:p>
          <a:p>
            <a:pPr eaLnBrk="1" hangingPunct="1">
              <a:buFont typeface="Wingdings" pitchFamily="2" charset="2"/>
              <a:buNone/>
            </a:pPr>
            <a:endParaRPr lang="en-US" b="0" smtClean="0"/>
          </a:p>
          <a:p>
            <a:pPr eaLnBrk="1" hangingPunct="1">
              <a:buFont typeface="Wingdings" pitchFamily="2" charset="2"/>
              <a:buNone/>
            </a:pPr>
            <a:r>
              <a:rPr lang="en-US" b="0" i="1" smtClean="0"/>
              <a:t>P[1..k] = T[s’+1..s’+k] </a:t>
            </a:r>
            <a:r>
              <a:rPr lang="en-US" b="0" smtClean="0"/>
              <a:t>where </a:t>
            </a:r>
            <a:r>
              <a:rPr lang="en-US" b="0" i="1" smtClean="0"/>
              <a:t>s’+k=s+q</a:t>
            </a:r>
            <a:r>
              <a:rPr lang="en-US" b="0" smtClean="0"/>
              <a:t>  ?</a:t>
            </a:r>
          </a:p>
          <a:p>
            <a:pPr eaLnBrk="1" hangingPunct="1">
              <a:buFont typeface="Wingdings" pitchFamily="2" charset="2"/>
              <a:buNone/>
            </a:pPr>
            <a:endParaRPr lang="en-US" b="0" smtClean="0"/>
          </a:p>
          <a:p>
            <a:pPr eaLnBrk="1" hangingPunct="1"/>
            <a:r>
              <a:rPr lang="en-US" b="0" smtClean="0"/>
              <a:t>Such a shift s’ is not necessarily invalid, due to the knowledge of </a:t>
            </a:r>
            <a:r>
              <a:rPr lang="en-US" b="0" i="1" smtClean="0"/>
              <a:t>T[s+1..s+q]</a:t>
            </a:r>
          </a:p>
          <a:p>
            <a:pPr eaLnBrk="1" hangingPunct="1"/>
            <a:r>
              <a:rPr lang="en-US" b="0" smtClean="0"/>
              <a:t>In the best case, s’ = s+q, ruling out s+1, s+2 ,…,s+q-1.</a:t>
            </a:r>
          </a:p>
        </p:txBody>
      </p:sp>
    </p:spTree>
    <p:extLst>
      <p:ext uri="{BB962C8B-B14F-4D97-AF65-F5344CB8AC3E}">
        <p14:creationId xmlns:p14="http://schemas.microsoft.com/office/powerpoint/2010/main" val="257226548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0899">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0899">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0899">
                                            <p:txEl>
                                              <p:pRg st="4" end="4"/>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0899">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899"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Slide Number Placeholder 5"/>
          <p:cNvSpPr>
            <a:spLocks noGrp="1"/>
          </p:cNvSpPr>
          <p:nvPr>
            <p:ph type="sldNum" sz="quarter" idx="4294967295"/>
          </p:nvPr>
        </p:nvSpPr>
        <p:spPr bwMode="auto">
          <a:xfrm>
            <a:off x="7467600" y="5715000"/>
            <a:ext cx="19050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fld id="{74EA1754-1AD6-4F98-A07A-7F2FA55B464E}" type="slidenum">
              <a:rPr lang="en-US">
                <a:solidFill>
                  <a:schemeClr val="bg1"/>
                </a:solidFill>
              </a:rPr>
              <a:pPr/>
              <a:t>12</a:t>
            </a:fld>
            <a:endParaRPr lang="en-US" dirty="0">
              <a:solidFill>
                <a:schemeClr val="bg1"/>
              </a:solidFill>
            </a:endParaRPr>
          </a:p>
        </p:txBody>
      </p:sp>
      <p:sp>
        <p:nvSpPr>
          <p:cNvPr id="50179" name="Rectangle 2"/>
          <p:cNvSpPr>
            <a:spLocks noGrp="1" noChangeArrowheads="1"/>
          </p:cNvSpPr>
          <p:nvPr>
            <p:ph type="title"/>
          </p:nvPr>
        </p:nvSpPr>
        <p:spPr/>
        <p:txBody>
          <a:bodyPr/>
          <a:lstStyle/>
          <a:p>
            <a:pPr eaLnBrk="1" hangingPunct="1"/>
            <a:r>
              <a:rPr lang="en-US" dirty="0" smtClean="0"/>
              <a:t>Prefix Function </a:t>
            </a:r>
            <a:r>
              <a:rPr lang="el-GR" dirty="0" smtClean="0">
                <a:cs typeface="Arial" charset="0"/>
              </a:rPr>
              <a:t>π</a:t>
            </a:r>
            <a:endParaRPr lang="en-US" dirty="0" smtClean="0">
              <a:cs typeface="Arial" charset="0"/>
            </a:endParaRPr>
          </a:p>
        </p:txBody>
      </p:sp>
      <p:sp>
        <p:nvSpPr>
          <p:cNvPr id="81923" name="Rectangle 3"/>
          <p:cNvSpPr>
            <a:spLocks noGrp="1" noChangeArrowheads="1"/>
          </p:cNvSpPr>
          <p:nvPr>
            <p:ph type="body" idx="1"/>
          </p:nvPr>
        </p:nvSpPr>
        <p:spPr>
          <a:xfrm>
            <a:off x="0" y="1524000"/>
            <a:ext cx="9144000" cy="5334000"/>
          </a:xfrm>
        </p:spPr>
        <p:txBody>
          <a:bodyPr/>
          <a:lstStyle/>
          <a:p>
            <a:pPr eaLnBrk="1" hangingPunct="1"/>
            <a:r>
              <a:rPr lang="en-US" b="0" smtClean="0"/>
              <a:t>This info. can be precomputed by comparing the pattern with itself.</a:t>
            </a:r>
          </a:p>
          <a:p>
            <a:pPr eaLnBrk="1" hangingPunct="1"/>
            <a:endParaRPr lang="en-US" b="0" smtClean="0"/>
          </a:p>
          <a:p>
            <a:pPr eaLnBrk="1" hangingPunct="1"/>
            <a:r>
              <a:rPr lang="en-US" b="0" smtClean="0"/>
              <a:t>Given P[1..m], </a:t>
            </a:r>
            <a:r>
              <a:rPr lang="el-GR" b="0" i="1" smtClean="0">
                <a:cs typeface="Arial" charset="0"/>
              </a:rPr>
              <a:t>π</a:t>
            </a:r>
            <a:r>
              <a:rPr lang="en-US" b="0" i="1" smtClean="0">
                <a:cs typeface="Arial" charset="0"/>
              </a:rPr>
              <a:t> : {1,2,…,m} </a:t>
            </a:r>
            <a:r>
              <a:rPr lang="en-US" b="0" i="1" smtClean="0">
                <a:cs typeface="Arial" charset="0"/>
                <a:sym typeface="Wingdings" pitchFamily="2" charset="2"/>
              </a:rPr>
              <a:t> {0,1,…m-1} </a:t>
            </a:r>
            <a:r>
              <a:rPr lang="en-US" b="0" smtClean="0">
                <a:cs typeface="Arial" charset="0"/>
                <a:sym typeface="Wingdings" pitchFamily="2" charset="2"/>
              </a:rPr>
              <a:t>such that : </a:t>
            </a:r>
          </a:p>
          <a:p>
            <a:pPr eaLnBrk="1" hangingPunct="1"/>
            <a:r>
              <a:rPr lang="el-GR" b="0" i="1" smtClean="0">
                <a:cs typeface="Arial" charset="0"/>
              </a:rPr>
              <a:t>π</a:t>
            </a:r>
            <a:r>
              <a:rPr lang="en-US" b="0" i="1" smtClean="0">
                <a:cs typeface="Arial" charset="0"/>
              </a:rPr>
              <a:t>[q] = max{ k : k&lt;q and P</a:t>
            </a:r>
            <a:r>
              <a:rPr lang="en-US" b="0" i="1" baseline="-25000" smtClean="0">
                <a:cs typeface="Arial" charset="0"/>
              </a:rPr>
              <a:t>k</a:t>
            </a:r>
            <a:r>
              <a:rPr lang="en-US" b="0" i="1" smtClean="0">
                <a:cs typeface="Arial" charset="0"/>
              </a:rPr>
              <a:t> </a:t>
            </a:r>
            <a:r>
              <a:rPr lang="en-US" b="0" smtClean="0">
                <a:cs typeface="Arial" charset="0"/>
              </a:rPr>
              <a:t>╛</a:t>
            </a:r>
            <a:r>
              <a:rPr lang="en-US" b="0" i="1" smtClean="0">
                <a:cs typeface="Arial" charset="0"/>
              </a:rPr>
              <a:t> P</a:t>
            </a:r>
            <a:r>
              <a:rPr lang="en-US" b="0" i="1" baseline="-25000" smtClean="0">
                <a:cs typeface="Arial" charset="0"/>
              </a:rPr>
              <a:t>q</a:t>
            </a:r>
            <a:r>
              <a:rPr lang="en-US" b="0" i="1" smtClean="0">
                <a:cs typeface="Arial" charset="0"/>
              </a:rPr>
              <a:t>}</a:t>
            </a:r>
            <a:endParaRPr lang="en-US" b="0" smtClean="0"/>
          </a:p>
          <a:p>
            <a:pPr eaLnBrk="1" hangingPunct="1"/>
            <a:endParaRPr lang="en-US" smtClean="0"/>
          </a:p>
        </p:txBody>
      </p:sp>
    </p:spTree>
    <p:extLst>
      <p:ext uri="{BB962C8B-B14F-4D97-AF65-F5344CB8AC3E}">
        <p14:creationId xmlns:p14="http://schemas.microsoft.com/office/powerpoint/2010/main" val="428454793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1923">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1923">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192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23"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Prefix Function </a:t>
            </a:r>
            <a:r>
              <a:rPr lang="el-GR" dirty="0">
                <a:cs typeface="Arial" charset="0"/>
              </a:rPr>
              <a:t>π</a:t>
            </a:r>
            <a:endParaRPr lang="en-US" dirty="0"/>
          </a:p>
        </p:txBody>
      </p:sp>
      <p:sp>
        <p:nvSpPr>
          <p:cNvPr id="3" name="Content Placeholder 2"/>
          <p:cNvSpPr>
            <a:spLocks noGrp="1"/>
          </p:cNvSpPr>
          <p:nvPr>
            <p:ph sz="quarter" idx="1"/>
          </p:nvPr>
        </p:nvSpPr>
        <p:spPr/>
        <p:txBody>
          <a:bodyPr/>
          <a:lstStyle/>
          <a:p>
            <a:endParaRPr lang="en-US"/>
          </a:p>
        </p:txBody>
      </p:sp>
      <p:sp>
        <p:nvSpPr>
          <p:cNvPr id="4" name="Slide Number Placeholder 3"/>
          <p:cNvSpPr>
            <a:spLocks noGrp="1"/>
          </p:cNvSpPr>
          <p:nvPr>
            <p:ph type="sldNum" sz="quarter" idx="15"/>
          </p:nvPr>
        </p:nvSpPr>
        <p:spPr/>
        <p:txBody>
          <a:bodyPr/>
          <a:lstStyle/>
          <a:p>
            <a:fld id="{D46B8EC2-79DC-4D91-A125-9987AE897EFA}" type="slidenum">
              <a:rPr lang="en-US" smtClean="0"/>
              <a:t>13</a:t>
            </a:fld>
            <a:endParaRPr lang="en-US"/>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7575" y="2519363"/>
            <a:ext cx="7166713" cy="2128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537167322"/>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Title 1"/>
          <p:cNvSpPr>
            <a:spLocks noGrp="1"/>
          </p:cNvSpPr>
          <p:nvPr>
            <p:ph type="title"/>
          </p:nvPr>
        </p:nvSpPr>
        <p:spPr/>
        <p:txBody>
          <a:bodyPr/>
          <a:lstStyle/>
          <a:p>
            <a:endParaRPr lang="en-US" smtClean="0"/>
          </a:p>
        </p:txBody>
      </p:sp>
      <p:sp>
        <p:nvSpPr>
          <p:cNvPr id="51203" name="Content Placeholder 2"/>
          <p:cNvSpPr>
            <a:spLocks noGrp="1"/>
          </p:cNvSpPr>
          <p:nvPr>
            <p:ph idx="1"/>
          </p:nvPr>
        </p:nvSpPr>
        <p:spPr/>
        <p:txBody>
          <a:bodyPr/>
          <a:lstStyle/>
          <a:p>
            <a:endParaRPr lang="en-US" smtClean="0"/>
          </a:p>
        </p:txBody>
      </p:sp>
      <p:pic>
        <p:nvPicPr>
          <p:cNvPr id="5120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27113" y="1143000"/>
            <a:ext cx="7067550" cy="5095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1205" name="TextBox 4"/>
          <p:cNvSpPr txBox="1">
            <a:spLocks noChangeArrowheads="1"/>
          </p:cNvSpPr>
          <p:nvPr/>
        </p:nvSpPr>
        <p:spPr bwMode="auto">
          <a:xfrm>
            <a:off x="923925" y="6167438"/>
            <a:ext cx="135255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t>Fig 32.11</a:t>
            </a:r>
          </a:p>
        </p:txBody>
      </p:sp>
      <p:sp>
        <p:nvSpPr>
          <p:cNvPr id="2" name="Rectangle 1"/>
          <p:cNvSpPr/>
          <p:nvPr/>
        </p:nvSpPr>
        <p:spPr>
          <a:xfrm>
            <a:off x="4953000" y="404336"/>
            <a:ext cx="3951288" cy="1477328"/>
          </a:xfrm>
          <a:prstGeom prst="rect">
            <a:avLst/>
          </a:prstGeom>
        </p:spPr>
        <p:txBody>
          <a:bodyPr wrap="square">
            <a:spAutoFit/>
          </a:bodyPr>
          <a:lstStyle/>
          <a:p>
            <a:r>
              <a:rPr lang="en-US" dirty="0"/>
              <a:t>We slide the template containing the pattern </a:t>
            </a:r>
            <a:r>
              <a:rPr lang="en-US" i="1" dirty="0"/>
              <a:t>P </a:t>
            </a:r>
            <a:r>
              <a:rPr lang="en-US" dirty="0"/>
              <a:t>to the right and note when some prefix </a:t>
            </a:r>
            <a:r>
              <a:rPr lang="en-US" i="1" dirty="0" err="1"/>
              <a:t>Pk</a:t>
            </a:r>
            <a:r>
              <a:rPr lang="en-US" i="1" dirty="0"/>
              <a:t> </a:t>
            </a:r>
            <a:r>
              <a:rPr lang="en-US" dirty="0"/>
              <a:t>of </a:t>
            </a:r>
            <a:r>
              <a:rPr lang="en-US" i="1" dirty="0"/>
              <a:t>P </a:t>
            </a:r>
            <a:r>
              <a:rPr lang="en-US" dirty="0"/>
              <a:t>matches up with some proper suffix of </a:t>
            </a:r>
            <a:r>
              <a:rPr lang="en-US" i="1" dirty="0"/>
              <a:t>P</a:t>
            </a:r>
            <a:r>
              <a:rPr lang="en-US" dirty="0"/>
              <a:t>8; this happens for </a:t>
            </a:r>
            <a:r>
              <a:rPr lang="en-US" i="1" dirty="0"/>
              <a:t>k </a:t>
            </a:r>
            <a:r>
              <a:rPr lang="en-US" dirty="0"/>
              <a:t>= 6, 4, 2, and 0</a:t>
            </a:r>
          </a:p>
        </p:txBody>
      </p:sp>
      <p:sp>
        <p:nvSpPr>
          <p:cNvPr id="3" name="Slide Number Placeholder 2"/>
          <p:cNvSpPr>
            <a:spLocks noGrp="1"/>
          </p:cNvSpPr>
          <p:nvPr>
            <p:ph type="sldNum" sz="quarter" idx="15"/>
          </p:nvPr>
        </p:nvSpPr>
        <p:spPr/>
        <p:txBody>
          <a:bodyPr/>
          <a:lstStyle/>
          <a:p>
            <a:fld id="{D46B8EC2-79DC-4D91-A125-9987AE897EFA}" type="slidenum">
              <a:rPr lang="en-US" smtClean="0"/>
              <a:t>14</a:t>
            </a:fld>
            <a:endParaRPr lang="en-US"/>
          </a:p>
        </p:txBody>
      </p:sp>
    </p:spTree>
    <p:extLst>
      <p:ext uri="{BB962C8B-B14F-4D97-AF65-F5344CB8AC3E}">
        <p14:creationId xmlns:p14="http://schemas.microsoft.com/office/powerpoint/2010/main" val="3497691079"/>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Title 1"/>
          <p:cNvSpPr>
            <a:spLocks noGrp="1"/>
          </p:cNvSpPr>
          <p:nvPr>
            <p:ph type="title"/>
          </p:nvPr>
        </p:nvSpPr>
        <p:spPr/>
        <p:txBody>
          <a:bodyPr/>
          <a:lstStyle/>
          <a:p>
            <a:endParaRPr lang="en-US" smtClean="0"/>
          </a:p>
        </p:txBody>
      </p:sp>
      <p:sp>
        <p:nvSpPr>
          <p:cNvPr id="52227" name="Content Placeholder 2"/>
          <p:cNvSpPr>
            <a:spLocks noGrp="1"/>
          </p:cNvSpPr>
          <p:nvPr>
            <p:ph idx="1"/>
          </p:nvPr>
        </p:nvSpPr>
        <p:spPr/>
        <p:txBody>
          <a:bodyPr/>
          <a:lstStyle/>
          <a:p>
            <a:pPr algn="just"/>
            <a:r>
              <a:rPr lang="en-US" sz="2000" dirty="0" smtClean="0"/>
              <a:t>Figure 32.11 </a:t>
            </a:r>
            <a:r>
              <a:rPr lang="en-US" sz="2000" b="0" dirty="0" smtClean="0"/>
              <a:t>An illustration of Lemma 32.5 for the pattern </a:t>
            </a:r>
            <a:r>
              <a:rPr lang="en-US" sz="2000" b="0" i="1" dirty="0" smtClean="0"/>
              <a:t>P </a:t>
            </a:r>
            <a:r>
              <a:rPr lang="en-US" sz="2000" b="0" dirty="0" smtClean="0"/>
              <a:t>= </a:t>
            </a:r>
            <a:r>
              <a:rPr lang="en-US" sz="2000" b="0" dirty="0" err="1" smtClean="0"/>
              <a:t>ababababca</a:t>
            </a:r>
            <a:r>
              <a:rPr lang="en-US" sz="2000" b="0" dirty="0" smtClean="0"/>
              <a:t> and </a:t>
            </a:r>
            <a:r>
              <a:rPr lang="en-US" sz="2000" b="0" i="1" dirty="0" smtClean="0"/>
              <a:t>q </a:t>
            </a:r>
            <a:r>
              <a:rPr lang="en-US" sz="2000" b="0" dirty="0" smtClean="0"/>
              <a:t>= 8. </a:t>
            </a:r>
            <a:r>
              <a:rPr lang="en-US" sz="2000" dirty="0" smtClean="0"/>
              <a:t>(a) </a:t>
            </a:r>
            <a:r>
              <a:rPr lang="en-US" sz="2000" b="0" dirty="0" smtClean="0"/>
              <a:t>The </a:t>
            </a:r>
            <a:r>
              <a:rPr lang="en-US" sz="2000" b="0" i="1" dirty="0" smtClean="0"/>
              <a:t>π </a:t>
            </a:r>
            <a:r>
              <a:rPr lang="en-US" sz="2000" b="0" dirty="0" smtClean="0"/>
              <a:t>function for the given pattern. Since </a:t>
            </a:r>
            <a:r>
              <a:rPr lang="en-US" sz="2000" b="0" i="1" dirty="0" smtClean="0"/>
              <a:t>π</a:t>
            </a:r>
            <a:r>
              <a:rPr lang="en-US" sz="2000" b="0" dirty="0" smtClean="0"/>
              <a:t>[8] = 6, </a:t>
            </a:r>
            <a:r>
              <a:rPr lang="en-US" sz="2000" b="0" i="1" dirty="0" smtClean="0"/>
              <a:t>π</a:t>
            </a:r>
            <a:r>
              <a:rPr lang="en-US" sz="2000" b="0" dirty="0" smtClean="0"/>
              <a:t>[6] = 4, </a:t>
            </a:r>
            <a:r>
              <a:rPr lang="en-US" sz="2000" b="0" i="1" dirty="0" smtClean="0"/>
              <a:t>π</a:t>
            </a:r>
            <a:r>
              <a:rPr lang="en-US" sz="2000" b="0" dirty="0" smtClean="0"/>
              <a:t>[4] = 2, and </a:t>
            </a:r>
            <a:r>
              <a:rPr lang="en-US" sz="2000" b="0" i="1" dirty="0" smtClean="0"/>
              <a:t>π</a:t>
            </a:r>
            <a:r>
              <a:rPr lang="en-US" sz="2000" b="0" dirty="0" smtClean="0"/>
              <a:t>[2] = 0, by iterating </a:t>
            </a:r>
            <a:r>
              <a:rPr lang="en-US" sz="2000" b="0" i="1" dirty="0" smtClean="0"/>
              <a:t>π </a:t>
            </a:r>
            <a:r>
              <a:rPr lang="en-US" sz="2000" b="0" dirty="0" smtClean="0"/>
              <a:t>we obtain </a:t>
            </a:r>
            <a:r>
              <a:rPr lang="en-US" sz="2000" b="0" i="1" dirty="0" smtClean="0"/>
              <a:t>π </a:t>
            </a:r>
            <a:r>
              <a:rPr lang="en-US" sz="2000" b="0" dirty="0" smtClean="0"/>
              <a:t>∗[8] = {6</a:t>
            </a:r>
            <a:r>
              <a:rPr lang="en-US" sz="2000" b="0" i="1" dirty="0" smtClean="0"/>
              <a:t>, </a:t>
            </a:r>
            <a:r>
              <a:rPr lang="en-US" sz="2000" b="0" dirty="0" smtClean="0"/>
              <a:t>4</a:t>
            </a:r>
            <a:r>
              <a:rPr lang="en-US" sz="2000" b="0" i="1" dirty="0" smtClean="0"/>
              <a:t>, </a:t>
            </a:r>
            <a:r>
              <a:rPr lang="en-US" sz="2000" b="0" dirty="0" smtClean="0"/>
              <a:t>2</a:t>
            </a:r>
            <a:r>
              <a:rPr lang="en-US" sz="2000" b="0" i="1" dirty="0" smtClean="0"/>
              <a:t>, </a:t>
            </a:r>
            <a:r>
              <a:rPr lang="en-US" sz="2000" b="0" dirty="0" smtClean="0"/>
              <a:t>0}. </a:t>
            </a:r>
            <a:r>
              <a:rPr lang="en-US" sz="2000" dirty="0" smtClean="0"/>
              <a:t>(b) </a:t>
            </a:r>
            <a:r>
              <a:rPr lang="en-US" sz="2000" b="0" dirty="0" smtClean="0"/>
              <a:t>We slide the template containing the pattern </a:t>
            </a:r>
            <a:r>
              <a:rPr lang="en-US" sz="2000" b="0" i="1" dirty="0" smtClean="0"/>
              <a:t>P </a:t>
            </a:r>
            <a:r>
              <a:rPr lang="en-US" sz="2000" b="0" dirty="0" smtClean="0"/>
              <a:t>to the right and note when some prefix </a:t>
            </a:r>
            <a:r>
              <a:rPr lang="en-US" sz="2000" b="0" i="1" dirty="0" err="1" smtClean="0"/>
              <a:t>Pk</a:t>
            </a:r>
            <a:r>
              <a:rPr lang="en-US" sz="2000" b="0" i="1" dirty="0" smtClean="0"/>
              <a:t> </a:t>
            </a:r>
            <a:r>
              <a:rPr lang="en-US" sz="2000" b="0" dirty="0" smtClean="0"/>
              <a:t>of </a:t>
            </a:r>
            <a:r>
              <a:rPr lang="en-US" sz="2000" b="0" i="1" dirty="0" smtClean="0"/>
              <a:t>P </a:t>
            </a:r>
            <a:r>
              <a:rPr lang="en-US" sz="2000" b="0" dirty="0" smtClean="0"/>
              <a:t>matches up with some proper suffix of </a:t>
            </a:r>
            <a:r>
              <a:rPr lang="en-US" sz="2000" b="0" i="1" dirty="0" smtClean="0"/>
              <a:t>P</a:t>
            </a:r>
            <a:r>
              <a:rPr lang="en-US" sz="2000" b="0" dirty="0" smtClean="0"/>
              <a:t>8; this happens for </a:t>
            </a:r>
            <a:r>
              <a:rPr lang="en-US" sz="2000" b="0" i="1" dirty="0" smtClean="0"/>
              <a:t>k </a:t>
            </a:r>
            <a:r>
              <a:rPr lang="en-US" sz="2000" b="0" dirty="0" smtClean="0"/>
              <a:t>= 6, 4, 2, and 0. In the figure, the first row gives </a:t>
            </a:r>
            <a:r>
              <a:rPr lang="en-US" sz="2000" b="0" i="1" dirty="0" smtClean="0"/>
              <a:t>P</a:t>
            </a:r>
            <a:r>
              <a:rPr lang="en-US" sz="2000" b="0" dirty="0" smtClean="0"/>
              <a:t>, and the dotted vertical line is drawn just after </a:t>
            </a:r>
            <a:r>
              <a:rPr lang="en-US" sz="2000" b="0" i="1" dirty="0" smtClean="0"/>
              <a:t>P</a:t>
            </a:r>
            <a:r>
              <a:rPr lang="en-US" sz="2000" b="0" dirty="0" smtClean="0"/>
              <a:t>8. Successive rows show all the shifts of </a:t>
            </a:r>
            <a:r>
              <a:rPr lang="en-US" sz="2000" b="0" i="1" dirty="0" smtClean="0"/>
              <a:t>P </a:t>
            </a:r>
            <a:r>
              <a:rPr lang="en-US" sz="2000" b="0" dirty="0" smtClean="0"/>
              <a:t>that cause some prefix </a:t>
            </a:r>
            <a:r>
              <a:rPr lang="en-US" sz="2000" b="0" i="1" dirty="0" err="1" smtClean="0"/>
              <a:t>Pk</a:t>
            </a:r>
            <a:r>
              <a:rPr lang="en-US" sz="2000" b="0" i="1" dirty="0" smtClean="0"/>
              <a:t> </a:t>
            </a:r>
            <a:r>
              <a:rPr lang="en-US" sz="2000" b="0" dirty="0" smtClean="0"/>
              <a:t>of </a:t>
            </a:r>
            <a:r>
              <a:rPr lang="en-US" sz="2000" b="0" i="1" dirty="0" smtClean="0"/>
              <a:t>P </a:t>
            </a:r>
            <a:r>
              <a:rPr lang="en-US" sz="2000" b="0" dirty="0" smtClean="0"/>
              <a:t>to match some suffix of </a:t>
            </a:r>
            <a:r>
              <a:rPr lang="en-US" sz="2000" b="0" i="1" dirty="0" smtClean="0"/>
              <a:t>P</a:t>
            </a:r>
            <a:r>
              <a:rPr lang="en-US" sz="2000" b="0" dirty="0" smtClean="0"/>
              <a:t>8. Successfully matched characters are shown shaded. Vertical lines connect aligned matching characters. Thus, {</a:t>
            </a:r>
            <a:r>
              <a:rPr lang="en-US" sz="2000" b="0" i="1" dirty="0" smtClean="0"/>
              <a:t>k </a:t>
            </a:r>
            <a:r>
              <a:rPr lang="en-US" sz="2000" b="0" dirty="0" smtClean="0"/>
              <a:t>: </a:t>
            </a:r>
            <a:r>
              <a:rPr lang="en-US" sz="2000" b="0" i="1" dirty="0" smtClean="0"/>
              <a:t>k &lt; q </a:t>
            </a:r>
            <a:r>
              <a:rPr lang="en-US" sz="2000" b="0" dirty="0" smtClean="0"/>
              <a:t>and </a:t>
            </a:r>
            <a:r>
              <a:rPr lang="en-US" sz="2000" b="0" i="1" dirty="0" err="1" smtClean="0"/>
              <a:t>Pk</a:t>
            </a:r>
            <a:r>
              <a:rPr lang="en-US" sz="2000" b="0" i="1" dirty="0" smtClean="0"/>
              <a:t> ❂ </a:t>
            </a:r>
            <a:r>
              <a:rPr lang="en-US" sz="2000" b="0" i="1" dirty="0" err="1" smtClean="0"/>
              <a:t>Pq</a:t>
            </a:r>
            <a:r>
              <a:rPr lang="en-US" sz="2000" b="0" i="1" dirty="0" smtClean="0"/>
              <a:t> </a:t>
            </a:r>
            <a:r>
              <a:rPr lang="en-US" sz="2000" b="0" dirty="0" smtClean="0"/>
              <a:t>} = {6</a:t>
            </a:r>
            <a:r>
              <a:rPr lang="en-US" sz="2000" b="0" i="1" dirty="0" smtClean="0"/>
              <a:t>, </a:t>
            </a:r>
            <a:r>
              <a:rPr lang="en-US" sz="2000" b="0" dirty="0" smtClean="0"/>
              <a:t>4</a:t>
            </a:r>
            <a:r>
              <a:rPr lang="en-US" sz="2000" b="0" i="1" dirty="0" smtClean="0"/>
              <a:t>, </a:t>
            </a:r>
            <a:r>
              <a:rPr lang="en-US" sz="2000" b="0" dirty="0" smtClean="0"/>
              <a:t>2</a:t>
            </a:r>
            <a:r>
              <a:rPr lang="en-US" sz="2000" b="0" i="1" dirty="0" smtClean="0"/>
              <a:t>, </a:t>
            </a:r>
            <a:r>
              <a:rPr lang="en-US" sz="2000" b="0" dirty="0" smtClean="0"/>
              <a:t>0}. The lemma claims that </a:t>
            </a:r>
            <a:r>
              <a:rPr lang="el-GR" sz="2000" b="0" i="1" dirty="0" smtClean="0"/>
              <a:t>π</a:t>
            </a:r>
            <a:r>
              <a:rPr lang="en-US" sz="2000" b="0" i="1" dirty="0" smtClean="0"/>
              <a:t> </a:t>
            </a:r>
            <a:r>
              <a:rPr lang="en-US" sz="2000" b="0" dirty="0" smtClean="0"/>
              <a:t>∗[</a:t>
            </a:r>
            <a:r>
              <a:rPr lang="en-US" sz="2000" b="0" i="1" dirty="0" smtClean="0"/>
              <a:t>q</a:t>
            </a:r>
            <a:r>
              <a:rPr lang="en-US" sz="2000" b="0" dirty="0" smtClean="0"/>
              <a:t>] = {</a:t>
            </a:r>
            <a:r>
              <a:rPr lang="en-US" sz="2000" b="0" i="1" dirty="0" smtClean="0"/>
              <a:t>k </a:t>
            </a:r>
            <a:r>
              <a:rPr lang="en-US" sz="2000" b="0" dirty="0" smtClean="0"/>
              <a:t>: </a:t>
            </a:r>
            <a:r>
              <a:rPr lang="en-US" sz="2000" b="0" i="1" dirty="0" smtClean="0"/>
              <a:t>k &lt; q </a:t>
            </a:r>
            <a:r>
              <a:rPr lang="en-US" sz="2000" b="0" dirty="0" smtClean="0"/>
              <a:t>and </a:t>
            </a:r>
            <a:r>
              <a:rPr lang="en-US" sz="2000" b="0" i="1" dirty="0" err="1" smtClean="0"/>
              <a:t>Pk</a:t>
            </a:r>
            <a:r>
              <a:rPr lang="en-US" sz="2000" b="0" i="1" dirty="0" smtClean="0"/>
              <a:t> ❂ </a:t>
            </a:r>
            <a:r>
              <a:rPr lang="en-US" sz="2000" b="0" i="1" dirty="0" err="1" smtClean="0"/>
              <a:t>Pq</a:t>
            </a:r>
            <a:r>
              <a:rPr lang="en-US" sz="2000" b="0" i="1" dirty="0" smtClean="0"/>
              <a:t> </a:t>
            </a:r>
            <a:r>
              <a:rPr lang="en-US" sz="2000" b="0" dirty="0" smtClean="0"/>
              <a:t>} for all </a:t>
            </a:r>
            <a:r>
              <a:rPr lang="en-US" sz="2000" b="0" i="1" dirty="0" smtClean="0"/>
              <a:t>q</a:t>
            </a:r>
            <a:r>
              <a:rPr lang="en-US" sz="2000" b="0" dirty="0" smtClean="0"/>
              <a:t>.</a:t>
            </a:r>
            <a:endParaRPr lang="en-US" sz="2000" dirty="0" smtClean="0"/>
          </a:p>
        </p:txBody>
      </p:sp>
      <p:sp>
        <p:nvSpPr>
          <p:cNvPr id="2" name="Slide Number Placeholder 1"/>
          <p:cNvSpPr>
            <a:spLocks noGrp="1"/>
          </p:cNvSpPr>
          <p:nvPr>
            <p:ph type="sldNum" sz="quarter" idx="15"/>
          </p:nvPr>
        </p:nvSpPr>
        <p:spPr/>
        <p:txBody>
          <a:bodyPr/>
          <a:lstStyle/>
          <a:p>
            <a:fld id="{D46B8EC2-79DC-4D91-A125-9987AE897EFA}" type="slidenum">
              <a:rPr lang="en-US" smtClean="0"/>
              <a:t>15</a:t>
            </a:fld>
            <a:endParaRPr lang="en-US"/>
          </a:p>
        </p:txBody>
      </p:sp>
    </p:spTree>
    <p:extLst>
      <p:ext uri="{BB962C8B-B14F-4D97-AF65-F5344CB8AC3E}">
        <p14:creationId xmlns:p14="http://schemas.microsoft.com/office/powerpoint/2010/main" val="2806998496"/>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sz="quarter" idx="1"/>
          </p:nvPr>
        </p:nvSpPr>
        <p:spPr/>
        <p:txBody>
          <a:bodyPr/>
          <a:lstStyle/>
          <a:p>
            <a:endParaRPr lang="en-US"/>
          </a:p>
        </p:txBody>
      </p:sp>
      <p:sp>
        <p:nvSpPr>
          <p:cNvPr id="4" name="Slide Number Placeholder 3"/>
          <p:cNvSpPr>
            <a:spLocks noGrp="1"/>
          </p:cNvSpPr>
          <p:nvPr>
            <p:ph type="sldNum" sz="quarter" idx="15"/>
          </p:nvPr>
        </p:nvSpPr>
        <p:spPr/>
        <p:txBody>
          <a:bodyPr/>
          <a:lstStyle/>
          <a:p>
            <a:fld id="{D46B8EC2-79DC-4D91-A125-9987AE897EFA}" type="slidenum">
              <a:rPr lang="en-US" smtClean="0"/>
              <a:t>16</a:t>
            </a:fld>
            <a:endParaRPr lang="en-US"/>
          </a:p>
        </p:txBody>
      </p:sp>
      <p:pic>
        <p:nvPicPr>
          <p:cNvPr id="6" name="Picture 5"/>
          <p:cNvPicPr>
            <a:picLocks noChangeAspect="1"/>
          </p:cNvPicPr>
          <p:nvPr/>
        </p:nvPicPr>
        <p:blipFill>
          <a:blip r:embed="rId2"/>
          <a:stretch>
            <a:fillRect/>
          </a:stretch>
        </p:blipFill>
        <p:spPr>
          <a:xfrm>
            <a:off x="209954" y="274638"/>
            <a:ext cx="8528662" cy="6199314"/>
          </a:xfrm>
          <a:prstGeom prst="rect">
            <a:avLst/>
          </a:prstGeom>
        </p:spPr>
      </p:pic>
    </p:spTree>
    <p:extLst>
      <p:ext uri="{BB962C8B-B14F-4D97-AF65-F5344CB8AC3E}">
        <p14:creationId xmlns:p14="http://schemas.microsoft.com/office/powerpoint/2010/main" val="2128759287"/>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sz="quarter" idx="1"/>
          </p:nvPr>
        </p:nvSpPr>
        <p:spPr/>
        <p:txBody>
          <a:bodyPr/>
          <a:lstStyle/>
          <a:p>
            <a:endParaRPr lang="en-US"/>
          </a:p>
        </p:txBody>
      </p:sp>
      <p:sp>
        <p:nvSpPr>
          <p:cNvPr id="4" name="Slide Number Placeholder 3"/>
          <p:cNvSpPr>
            <a:spLocks noGrp="1"/>
          </p:cNvSpPr>
          <p:nvPr>
            <p:ph type="sldNum" sz="quarter" idx="15"/>
          </p:nvPr>
        </p:nvSpPr>
        <p:spPr/>
        <p:txBody>
          <a:bodyPr/>
          <a:lstStyle/>
          <a:p>
            <a:fld id="{D46B8EC2-79DC-4D91-A125-9987AE897EFA}" type="slidenum">
              <a:rPr lang="en-US" smtClean="0"/>
              <a:t>17</a:t>
            </a:fld>
            <a:endParaRPr lang="en-US"/>
          </a:p>
        </p:txBody>
      </p:sp>
      <p:pic>
        <p:nvPicPr>
          <p:cNvPr id="5" name="Picture 4"/>
          <p:cNvPicPr>
            <a:picLocks noChangeAspect="1"/>
          </p:cNvPicPr>
          <p:nvPr/>
        </p:nvPicPr>
        <p:blipFill>
          <a:blip r:embed="rId2"/>
          <a:stretch>
            <a:fillRect/>
          </a:stretch>
        </p:blipFill>
        <p:spPr>
          <a:xfrm>
            <a:off x="209954" y="274639"/>
            <a:ext cx="6495646" cy="3687762"/>
          </a:xfrm>
          <a:prstGeom prst="rect">
            <a:avLst/>
          </a:prstGeom>
        </p:spPr>
      </p:pic>
    </p:spTree>
    <p:extLst>
      <p:ext uri="{BB962C8B-B14F-4D97-AF65-F5344CB8AC3E}">
        <p14:creationId xmlns:p14="http://schemas.microsoft.com/office/powerpoint/2010/main" val="1895716442"/>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Title 1"/>
          <p:cNvSpPr>
            <a:spLocks noGrp="1"/>
          </p:cNvSpPr>
          <p:nvPr>
            <p:ph type="title"/>
          </p:nvPr>
        </p:nvSpPr>
        <p:spPr/>
        <p:txBody>
          <a:bodyPr/>
          <a:lstStyle/>
          <a:p>
            <a:endParaRPr lang="en-US" smtClean="0"/>
          </a:p>
        </p:txBody>
      </p:sp>
      <p:sp>
        <p:nvSpPr>
          <p:cNvPr id="54275" name="Content Placeholder 2"/>
          <p:cNvSpPr>
            <a:spLocks noGrp="1"/>
          </p:cNvSpPr>
          <p:nvPr>
            <p:ph idx="1"/>
          </p:nvPr>
        </p:nvSpPr>
        <p:spPr/>
        <p:txBody>
          <a:bodyPr/>
          <a:lstStyle/>
          <a:p>
            <a:endParaRPr lang="en-US" smtClean="0"/>
          </a:p>
        </p:txBody>
      </p:sp>
      <p:pic>
        <p:nvPicPr>
          <p:cNvPr id="5427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0" y="1066800"/>
            <a:ext cx="7410450" cy="4814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 name="Picture 1"/>
          <p:cNvPicPr>
            <a:picLocks noChangeAspect="1"/>
          </p:cNvPicPr>
          <p:nvPr/>
        </p:nvPicPr>
        <p:blipFill>
          <a:blip r:embed="rId4"/>
          <a:stretch>
            <a:fillRect/>
          </a:stretch>
        </p:blipFill>
        <p:spPr>
          <a:xfrm>
            <a:off x="2514600" y="5982557"/>
            <a:ext cx="5095875" cy="390525"/>
          </a:xfrm>
          <a:prstGeom prst="rect">
            <a:avLst/>
          </a:prstGeom>
        </p:spPr>
      </p:pic>
    </p:spTree>
    <p:extLst>
      <p:ext uri="{BB962C8B-B14F-4D97-AF65-F5344CB8AC3E}">
        <p14:creationId xmlns:p14="http://schemas.microsoft.com/office/powerpoint/2010/main" val="2622827315"/>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sz="quarter" idx="1"/>
          </p:nvPr>
        </p:nvSpPr>
        <p:spPr/>
        <p:txBody>
          <a:bodyPr/>
          <a:lstStyle/>
          <a:p>
            <a:endParaRPr lang="en-US"/>
          </a:p>
        </p:txBody>
      </p:sp>
      <p:sp>
        <p:nvSpPr>
          <p:cNvPr id="4" name="Slide Number Placeholder 3"/>
          <p:cNvSpPr>
            <a:spLocks noGrp="1"/>
          </p:cNvSpPr>
          <p:nvPr>
            <p:ph type="sldNum" sz="quarter" idx="15"/>
          </p:nvPr>
        </p:nvSpPr>
        <p:spPr/>
        <p:txBody>
          <a:bodyPr/>
          <a:lstStyle/>
          <a:p>
            <a:fld id="{D46B8EC2-79DC-4D91-A125-9987AE897EFA}" type="slidenum">
              <a:rPr lang="en-US" smtClean="0"/>
              <a:t>19</a:t>
            </a:fld>
            <a:endParaRPr lang="en-US"/>
          </a:p>
        </p:txBody>
      </p:sp>
      <p:pic>
        <p:nvPicPr>
          <p:cNvPr id="5" name="Picture 4"/>
          <p:cNvPicPr>
            <a:picLocks noChangeAspect="1"/>
          </p:cNvPicPr>
          <p:nvPr/>
        </p:nvPicPr>
        <p:blipFill>
          <a:blip r:embed="rId2"/>
          <a:stretch>
            <a:fillRect/>
          </a:stretch>
        </p:blipFill>
        <p:spPr>
          <a:xfrm>
            <a:off x="576262" y="609600"/>
            <a:ext cx="7991475" cy="5864352"/>
          </a:xfrm>
          <a:prstGeom prst="rect">
            <a:avLst/>
          </a:prstGeom>
        </p:spPr>
      </p:pic>
    </p:spTree>
    <p:extLst>
      <p:ext uri="{BB962C8B-B14F-4D97-AF65-F5344CB8AC3E}">
        <p14:creationId xmlns:p14="http://schemas.microsoft.com/office/powerpoint/2010/main" val="92109764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4" name="Slide Number Placeholder 3"/>
          <p:cNvSpPr>
            <a:spLocks noGrp="1"/>
          </p:cNvSpPr>
          <p:nvPr>
            <p:ph type="sldNum" sz="quarter" idx="15"/>
          </p:nvPr>
        </p:nvSpPr>
        <p:spPr/>
        <p:txBody>
          <a:bodyPr/>
          <a:lstStyle/>
          <a:p>
            <a:fld id="{D46B8EC2-79DC-4D91-A125-9987AE897EFA}" type="slidenum">
              <a:rPr lang="en-US" smtClean="0"/>
              <a:t>20</a:t>
            </a:fld>
            <a:endParaRPr lang="en-US"/>
          </a:p>
        </p:txBody>
      </p:sp>
      <p:sp>
        <p:nvSpPr>
          <p:cNvPr id="6" name="Content Placeholder 5"/>
          <p:cNvSpPr>
            <a:spLocks noGrp="1"/>
          </p:cNvSpPr>
          <p:nvPr>
            <p:ph sz="quarter" idx="1"/>
          </p:nvPr>
        </p:nvSpPr>
        <p:spPr/>
        <p:txBody>
          <a:bodyPr/>
          <a:lstStyle/>
          <a:p>
            <a:endParaRPr lang="en-US" dirty="0"/>
          </a:p>
        </p:txBody>
      </p:sp>
      <p:pic>
        <p:nvPicPr>
          <p:cNvPr id="7" name="Picture 6"/>
          <p:cNvPicPr>
            <a:picLocks noChangeAspect="1"/>
          </p:cNvPicPr>
          <p:nvPr/>
        </p:nvPicPr>
        <p:blipFill>
          <a:blip r:embed="rId2"/>
          <a:stretch>
            <a:fillRect/>
          </a:stretch>
        </p:blipFill>
        <p:spPr>
          <a:xfrm>
            <a:off x="445477" y="109171"/>
            <a:ext cx="6096733" cy="1514475"/>
          </a:xfrm>
          <a:prstGeom prst="rect">
            <a:avLst/>
          </a:prstGeom>
        </p:spPr>
      </p:pic>
      <p:pic>
        <p:nvPicPr>
          <p:cNvPr id="9" name="Picture 8"/>
          <p:cNvPicPr>
            <a:picLocks noChangeAspect="1"/>
          </p:cNvPicPr>
          <p:nvPr/>
        </p:nvPicPr>
        <p:blipFill>
          <a:blip r:embed="rId3"/>
          <a:stretch>
            <a:fillRect/>
          </a:stretch>
        </p:blipFill>
        <p:spPr>
          <a:xfrm>
            <a:off x="1447800" y="2438400"/>
            <a:ext cx="5771011" cy="728663"/>
          </a:xfrm>
          <a:prstGeom prst="rect">
            <a:avLst/>
          </a:prstGeom>
        </p:spPr>
      </p:pic>
    </p:spTree>
    <p:extLst>
      <p:ext uri="{BB962C8B-B14F-4D97-AF65-F5344CB8AC3E}">
        <p14:creationId xmlns:p14="http://schemas.microsoft.com/office/powerpoint/2010/main" val="1167396959"/>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Visualizaers</a:t>
            </a:r>
            <a:endParaRPr lang="en-US" dirty="0"/>
          </a:p>
        </p:txBody>
      </p:sp>
      <p:sp>
        <p:nvSpPr>
          <p:cNvPr id="3" name="Content Placeholder 2"/>
          <p:cNvSpPr>
            <a:spLocks noGrp="1"/>
          </p:cNvSpPr>
          <p:nvPr>
            <p:ph sz="quarter" idx="1"/>
          </p:nvPr>
        </p:nvSpPr>
        <p:spPr/>
        <p:txBody>
          <a:bodyPr/>
          <a:lstStyle/>
          <a:p>
            <a:r>
              <a:rPr lang="en-US" dirty="0">
                <a:hlinkClick r:id="rId2"/>
              </a:rPr>
              <a:t>https://</a:t>
            </a:r>
            <a:r>
              <a:rPr lang="en-US" dirty="0" smtClean="0">
                <a:hlinkClick r:id="rId2"/>
              </a:rPr>
              <a:t>people.ok.ubc.ca/ylucet/DS/KnuthMorrisPratt.html</a:t>
            </a:r>
            <a:endParaRPr lang="en-US" dirty="0" smtClean="0"/>
          </a:p>
          <a:p>
            <a:r>
              <a:rPr lang="en-US" dirty="0">
                <a:hlinkClick r:id="rId3"/>
              </a:rPr>
              <a:t>http://whocouldthat.be/visualizing-string-matching</a:t>
            </a:r>
            <a:r>
              <a:rPr lang="en-US" dirty="0" smtClean="0">
                <a:hlinkClick r:id="rId3"/>
              </a:rPr>
              <a:t>/</a:t>
            </a:r>
            <a:endParaRPr lang="en-US" dirty="0" smtClean="0"/>
          </a:p>
          <a:p>
            <a:r>
              <a:rPr lang="en-US" dirty="0">
                <a:hlinkClick r:id="rId4"/>
              </a:rPr>
              <a:t>http://jovilab.sinaapp.com/visualization/algorithms/strings/kmp</a:t>
            </a:r>
            <a:endParaRPr lang="en-US" dirty="0"/>
          </a:p>
        </p:txBody>
      </p:sp>
      <p:sp>
        <p:nvSpPr>
          <p:cNvPr id="4" name="Slide Number Placeholder 3"/>
          <p:cNvSpPr>
            <a:spLocks noGrp="1"/>
          </p:cNvSpPr>
          <p:nvPr>
            <p:ph type="sldNum" sz="quarter" idx="15"/>
          </p:nvPr>
        </p:nvSpPr>
        <p:spPr/>
        <p:txBody>
          <a:bodyPr/>
          <a:lstStyle/>
          <a:p>
            <a:fld id="{D46B8EC2-79DC-4D91-A125-9987AE897EFA}" type="slidenum">
              <a:rPr lang="en-US" smtClean="0"/>
              <a:t>21</a:t>
            </a:fld>
            <a:endParaRPr lang="en-US"/>
          </a:p>
        </p:txBody>
      </p:sp>
    </p:spTree>
    <p:extLst>
      <p:ext uri="{BB962C8B-B14F-4D97-AF65-F5344CB8AC3E}">
        <p14:creationId xmlns:p14="http://schemas.microsoft.com/office/powerpoint/2010/main" val="3983519874"/>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 y="-10120"/>
            <a:ext cx="8530066" cy="1000720"/>
          </a:xfrm>
        </p:spPr>
        <p:style>
          <a:lnRef idx="1">
            <a:schemeClr val="accent1"/>
          </a:lnRef>
          <a:fillRef idx="3">
            <a:schemeClr val="accent1"/>
          </a:fillRef>
          <a:effectRef idx="2">
            <a:schemeClr val="accent1"/>
          </a:effectRef>
          <a:fontRef idx="minor">
            <a:schemeClr val="lt1"/>
          </a:fontRef>
        </p:style>
        <p:txBody>
          <a:bodyPr lIns="181289" tIns="90644" rIns="181289" bIns="90644">
            <a:normAutofit/>
          </a:bodyPr>
          <a:lstStyle/>
          <a:p>
            <a:pPr algn="ctr"/>
            <a:r>
              <a:rPr lang="en-US" sz="4800" dirty="0" smtClean="0"/>
              <a:t>Reference</a:t>
            </a:r>
            <a:endParaRPr lang="en-US" sz="4800" dirty="0"/>
          </a:p>
        </p:txBody>
      </p:sp>
      <p:sp>
        <p:nvSpPr>
          <p:cNvPr id="3" name="Text Placeholder 2"/>
          <p:cNvSpPr>
            <a:spLocks noGrp="1"/>
          </p:cNvSpPr>
          <p:nvPr>
            <p:ph type="body" idx="1"/>
          </p:nvPr>
        </p:nvSpPr>
        <p:spPr>
          <a:xfrm>
            <a:off x="638468" y="2367458"/>
            <a:ext cx="7759805" cy="1646746"/>
          </a:xfrm>
        </p:spPr>
        <p:txBody>
          <a:bodyPr lIns="181289" tIns="90644" rIns="181289" bIns="90644"/>
          <a:lstStyle/>
          <a:p>
            <a:r>
              <a:rPr lang="en-US" sz="3600" b="1" dirty="0"/>
              <a:t>Introduction to Algorithms</a:t>
            </a:r>
          </a:p>
          <a:p>
            <a:pPr lvl="1"/>
            <a:r>
              <a:rPr lang="en-US" dirty="0"/>
              <a:t>Thomas H. </a:t>
            </a:r>
            <a:r>
              <a:rPr lang="en-US" dirty="0" err="1"/>
              <a:t>Cormen</a:t>
            </a:r>
            <a:endParaRPr lang="en-US" dirty="0"/>
          </a:p>
          <a:p>
            <a:pPr lvl="1"/>
            <a:r>
              <a:rPr lang="en-US" dirty="0"/>
              <a:t>Chapter # </a:t>
            </a:r>
            <a:r>
              <a:rPr lang="en-US" dirty="0" smtClean="0"/>
              <a:t>32</a:t>
            </a:r>
            <a:endParaRPr lang="en-US" dirty="0"/>
          </a:p>
        </p:txBody>
      </p:sp>
      <p:sp>
        <p:nvSpPr>
          <p:cNvPr id="4" name="Slide Number Placeholder 3"/>
          <p:cNvSpPr>
            <a:spLocks noGrp="1"/>
          </p:cNvSpPr>
          <p:nvPr>
            <p:ph type="sldNum" sz="quarter" idx="15"/>
          </p:nvPr>
        </p:nvSpPr>
        <p:spPr/>
        <p:txBody>
          <a:bodyPr/>
          <a:lstStyle/>
          <a:p>
            <a:fld id="{D46B8EC2-79DC-4D91-A125-9987AE897EFA}" type="slidenum">
              <a:rPr lang="en-US" smtClean="0"/>
              <a:t>22</a:t>
            </a:fld>
            <a:endParaRPr lang="en-US"/>
          </a:p>
        </p:txBody>
      </p:sp>
    </p:spTree>
    <p:extLst>
      <p:ext uri="{BB962C8B-B14F-4D97-AF65-F5344CB8AC3E}">
        <p14:creationId xmlns:p14="http://schemas.microsoft.com/office/powerpoint/2010/main" val="1963744603"/>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riel">
  <a:themeElements>
    <a:clrScheme name="Slipstream">
      <a:dk1>
        <a:sysClr val="windowText" lastClr="000000"/>
      </a:dk1>
      <a:lt1>
        <a:sysClr val="window" lastClr="FFFFFF"/>
      </a:lt1>
      <a:dk2>
        <a:srgbClr val="212745"/>
      </a:dk2>
      <a:lt2>
        <a:srgbClr val="B4DCFA"/>
      </a:lt2>
      <a:accent1>
        <a:srgbClr val="4E67C8"/>
      </a:accent1>
      <a:accent2>
        <a:srgbClr val="5ECCF3"/>
      </a:accent2>
      <a:accent3>
        <a:srgbClr val="A7EA52"/>
      </a:accent3>
      <a:accent4>
        <a:srgbClr val="5DCEAF"/>
      </a:accent4>
      <a:accent5>
        <a:srgbClr val="FF8021"/>
      </a:accent5>
      <a:accent6>
        <a:srgbClr val="F14124"/>
      </a:accent6>
      <a:hlink>
        <a:srgbClr val="56C7AA"/>
      </a:hlink>
      <a:folHlink>
        <a:srgbClr val="59A8D1"/>
      </a:folHlink>
    </a:clrScheme>
    <a:fontScheme name="Oriel">
      <a:majorFont>
        <a:latin typeface="Century Schoolbook"/>
        <a:ea typeface=""/>
        <a:cs typeface=""/>
        <a:font script="Jpan" typeface="ＭＳ Ｐ明朝"/>
        <a:font script="Hang" typeface="휴먼매직체"/>
        <a:font script="Hans" typeface="华文楷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Schoolbook"/>
        <a:ea typeface=""/>
        <a:cs typeface=""/>
        <a:font script="Jpan" typeface="ＭＳ Ｐ明朝"/>
        <a:font script="Hang" typeface="휴먼매직체"/>
        <a:font script="Hans" typeface="宋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iel">
      <a:fillStyleLst>
        <a:solidFill>
          <a:schemeClr val="phClr"/>
        </a:solidFill>
        <a:gradFill rotWithShape="1">
          <a:gsLst>
            <a:gs pos="0">
              <a:schemeClr val="phClr">
                <a:tint val="35000"/>
                <a:satMod val="260000"/>
              </a:schemeClr>
            </a:gs>
            <a:gs pos="30000">
              <a:schemeClr val="phClr">
                <a:tint val="38000"/>
                <a:satMod val="260000"/>
              </a:schemeClr>
            </a:gs>
            <a:gs pos="75000">
              <a:schemeClr val="phClr">
                <a:tint val="55000"/>
                <a:satMod val="255000"/>
              </a:schemeClr>
            </a:gs>
            <a:gs pos="100000">
              <a:schemeClr val="phClr">
                <a:tint val="70000"/>
                <a:satMod val="255000"/>
              </a:schemeClr>
            </a:gs>
          </a:gsLst>
          <a:path path="circle">
            <a:fillToRect l="5000" t="100000" r="120000" b="10000"/>
          </a:path>
        </a:gradFill>
        <a:gradFill rotWithShape="1">
          <a:gsLst>
            <a:gs pos="0">
              <a:schemeClr val="phClr">
                <a:shade val="63000"/>
                <a:satMod val="165000"/>
              </a:schemeClr>
            </a:gs>
            <a:gs pos="30000">
              <a:schemeClr val="phClr">
                <a:shade val="58000"/>
                <a:satMod val="165000"/>
              </a:schemeClr>
            </a:gs>
            <a:gs pos="75000">
              <a:schemeClr val="phClr">
                <a:shade val="30000"/>
                <a:satMod val="175000"/>
              </a:schemeClr>
            </a:gs>
            <a:gs pos="100000">
              <a:schemeClr val="phClr">
                <a:shade val="15000"/>
                <a:satMod val="175000"/>
              </a:schemeClr>
            </a:gs>
          </a:gsLst>
          <a:path path="circle">
            <a:fillToRect l="5000" t="100000" r="120000" b="10000"/>
          </a:path>
        </a:gradFill>
      </a:fillStyleLst>
      <a:lnStyleLst>
        <a:ln w="12700" cap="flat" cmpd="sng" algn="ctr">
          <a:solidFill>
            <a:schemeClr val="phClr">
              <a:shade val="70000"/>
              <a:satMod val="150000"/>
            </a:schemeClr>
          </a:solidFill>
          <a:prstDash val="solid"/>
        </a:ln>
        <a:ln w="25400" cap="flat" cmpd="sng" algn="ctr">
          <a:solidFill>
            <a:schemeClr val="phClr"/>
          </a:solidFill>
          <a:prstDash val="solid"/>
        </a:ln>
        <a:ln w="34925" cap="flat" cmpd="sng" algn="ctr">
          <a:solidFill>
            <a:schemeClr val="phClr"/>
          </a:solidFill>
          <a:prstDash val="solid"/>
        </a:ln>
      </a:lnStyleLst>
      <a:effectStyleLst>
        <a:effectStyle>
          <a:effectLst>
            <a:outerShdw blurRad="50800" dist="25000" dir="5400000" rotWithShape="0">
              <a:srgbClr val="000000">
                <a:alpha val="40000"/>
              </a:srgbClr>
            </a:outerShdw>
          </a:effectLst>
        </a:effectStyle>
        <a:effectStyle>
          <a:effectLst>
            <a:outerShdw blurRad="50800" dist="20000" dir="5400000" rotWithShape="0">
              <a:srgbClr val="000000">
                <a:alpha val="42000"/>
              </a:srgbClr>
            </a:outerShdw>
          </a:effectLst>
        </a:effectStyle>
        <a:effectStyle>
          <a:effectLst>
            <a:outerShdw blurRad="50800" dist="20000" dir="5400000" rotWithShape="0">
              <a:srgbClr val="000000">
                <a:alpha val="42000"/>
              </a:srgbClr>
            </a:outerShdw>
          </a:effectLst>
          <a:scene3d>
            <a:camera prst="orthographicFront">
              <a:rot lat="0" lon="0" rev="0"/>
            </a:camera>
            <a:lightRig rig="balanced" dir="t">
              <a:rot lat="0" lon="0" rev="0"/>
            </a:lightRig>
          </a:scene3d>
          <a:sp3d>
            <a:bevelT w="47625" h="69850"/>
            <a:contourClr>
              <a:schemeClr val="lt1"/>
            </a:contourClr>
          </a:sp3d>
        </a:effectStyle>
      </a:effectStyleLst>
      <a:bgFillStyleLst>
        <a:solidFill>
          <a:schemeClr val="phClr"/>
        </a:solidFill>
        <a:gradFill rotWithShape="1">
          <a:gsLst>
            <a:gs pos="0">
              <a:schemeClr val="phClr">
                <a:shade val="58000"/>
                <a:satMod val="125000"/>
              </a:schemeClr>
            </a:gs>
            <a:gs pos="40000">
              <a:schemeClr val="phClr">
                <a:tint val="90000"/>
                <a:shade val="90000"/>
                <a:satMod val="120000"/>
              </a:schemeClr>
            </a:gs>
            <a:gs pos="100000">
              <a:schemeClr val="phClr">
                <a:tint val="50000"/>
              </a:schemeClr>
            </a:gs>
          </a:gsLst>
          <a:lin ang="16200000" scaled="1"/>
        </a:gradFill>
        <a:blipFill>
          <a:blip xmlns:r="http://schemas.openxmlformats.org/officeDocument/2006/relationships" r:embed="rId1">
            <a:duotone>
              <a:schemeClr val="phClr">
                <a:shade val="80000"/>
              </a:schemeClr>
              <a:schemeClr val="phClr">
                <a:tint val="91000"/>
              </a:schemeClr>
            </a:duotone>
          </a:blip>
          <a:tile tx="0" ty="0" sx="40000" sy="50000" flip="y"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Oriel</Template>
  <TotalTime>2973</TotalTime>
  <Words>852</Words>
  <Application>Microsoft Office PowerPoint</Application>
  <PresentationFormat>On-screen Show (4:3)</PresentationFormat>
  <Paragraphs>70</Paragraphs>
  <Slides>22</Slides>
  <Notes>5</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22</vt:i4>
      </vt:variant>
    </vt:vector>
  </HeadingPairs>
  <TitlesOfParts>
    <vt:vector size="29" baseType="lpstr">
      <vt:lpstr>Arial</vt:lpstr>
      <vt:lpstr>Calibri</vt:lpstr>
      <vt:lpstr>Century Schoolbook</vt:lpstr>
      <vt:lpstr>Times New Roman</vt:lpstr>
      <vt:lpstr>Wingdings</vt:lpstr>
      <vt:lpstr>Wingdings 2</vt:lpstr>
      <vt:lpstr>Oriel</vt:lpstr>
      <vt:lpstr>String Matching</vt:lpstr>
      <vt:lpstr>PowerPoint Presentation</vt:lpstr>
      <vt:lpstr>KMP</vt:lpstr>
      <vt:lpstr>Knuth-Morris-Pratt Algorithm</vt:lpstr>
      <vt:lpstr>PowerPoint Presentation</vt:lpstr>
      <vt:lpstr>PowerPoint Presentation</vt:lpstr>
      <vt:lpstr>Prefix Function π</vt:lpstr>
      <vt:lpstr>PowerPoint Presentation</vt:lpstr>
      <vt:lpstr>Prefix function</vt:lpstr>
      <vt:lpstr>Prefix function</vt:lpstr>
      <vt:lpstr>Prefix Function π</vt:lpstr>
      <vt:lpstr>Prefix Function π</vt:lpstr>
      <vt:lpstr>Prefix Function π</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Visualizaers</vt:lpstr>
      <vt:lpstr>Reference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Dynamic Programming</dc:title>
  <dc:creator>admin</dc:creator>
  <cp:lastModifiedBy>Windows User</cp:lastModifiedBy>
  <cp:revision>149</cp:revision>
  <dcterms:created xsi:type="dcterms:W3CDTF">2020-04-05T17:03:17Z</dcterms:created>
  <dcterms:modified xsi:type="dcterms:W3CDTF">2022-10-18T05:20:33Z</dcterms:modified>
</cp:coreProperties>
</file>