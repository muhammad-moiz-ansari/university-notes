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5" r:id="rId2"/>
  </p:sldMasterIdLst>
  <p:notesMasterIdLst>
    <p:notesMasterId r:id="rId50"/>
  </p:notesMasterIdLst>
  <p:sldIdLst>
    <p:sldId id="960" r:id="rId3"/>
    <p:sldId id="1274" r:id="rId4"/>
    <p:sldId id="1280" r:id="rId5"/>
    <p:sldId id="1281" r:id="rId6"/>
    <p:sldId id="1282" r:id="rId7"/>
    <p:sldId id="1284" r:id="rId8"/>
    <p:sldId id="1285" r:id="rId9"/>
    <p:sldId id="1286" r:id="rId10"/>
    <p:sldId id="1287" r:id="rId11"/>
    <p:sldId id="1276" r:id="rId12"/>
    <p:sldId id="1288" r:id="rId13"/>
    <p:sldId id="1289" r:id="rId14"/>
    <p:sldId id="1290" r:id="rId15"/>
    <p:sldId id="1291" r:id="rId16"/>
    <p:sldId id="1292" r:id="rId17"/>
    <p:sldId id="1293" r:id="rId18"/>
    <p:sldId id="1294" r:id="rId19"/>
    <p:sldId id="1295" r:id="rId20"/>
    <p:sldId id="1296" r:id="rId21"/>
    <p:sldId id="1302" r:id="rId22"/>
    <p:sldId id="1298" r:id="rId23"/>
    <p:sldId id="1299" r:id="rId24"/>
    <p:sldId id="1301" r:id="rId25"/>
    <p:sldId id="1297" r:id="rId26"/>
    <p:sldId id="1277" r:id="rId27"/>
    <p:sldId id="1305" r:id="rId28"/>
    <p:sldId id="1306" r:id="rId29"/>
    <p:sldId id="1310" r:id="rId30"/>
    <p:sldId id="1309" r:id="rId31"/>
    <p:sldId id="1308" r:id="rId32"/>
    <p:sldId id="1311" r:id="rId33"/>
    <p:sldId id="1312" r:id="rId34"/>
    <p:sldId id="1313" r:id="rId35"/>
    <p:sldId id="1314" r:id="rId36"/>
    <p:sldId id="1315" r:id="rId37"/>
    <p:sldId id="1316" r:id="rId38"/>
    <p:sldId id="1317" r:id="rId39"/>
    <p:sldId id="1318" r:id="rId40"/>
    <p:sldId id="1320" r:id="rId41"/>
    <p:sldId id="1321" r:id="rId42"/>
    <p:sldId id="1323" r:id="rId43"/>
    <p:sldId id="1324" r:id="rId44"/>
    <p:sldId id="1325" r:id="rId45"/>
    <p:sldId id="1278" r:id="rId46"/>
    <p:sldId id="1327" r:id="rId47"/>
    <p:sldId id="1328" r:id="rId48"/>
    <p:sldId id="1337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96" userDrawn="1">
          <p15:clr>
            <a:srgbClr val="A4A3A4"/>
          </p15:clr>
        </p15:guide>
        <p15:guide id="3" orient="horz" pos="7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8"/>
    <a:srgbClr val="9CE0FA"/>
    <a:srgbClr val="8DDFB0"/>
    <a:srgbClr val="FFFE6D"/>
    <a:srgbClr val="F6F323"/>
    <a:srgbClr val="010F90"/>
    <a:srgbClr val="B5E7FF"/>
    <a:srgbClr val="A2C1FF"/>
    <a:srgbClr val="8FAADC"/>
    <a:srgbClr val="E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86" autoAdjust="0"/>
    <p:restoredTop sz="92936" autoAdjust="0"/>
  </p:normalViewPr>
  <p:slideViewPr>
    <p:cSldViewPr snapToGrid="0" snapToObjects="1">
      <p:cViewPr varScale="1">
        <p:scale>
          <a:sx n="116" d="100"/>
          <a:sy n="116" d="100"/>
        </p:scale>
        <p:origin x="464" y="192"/>
      </p:cViewPr>
      <p:guideLst>
        <p:guide pos="696"/>
        <p:guide orient="horz" pos="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11/18/25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History</a:t>
            </a:r>
          </a:p>
          <a:p>
            <a:endParaRPr lang="en-US" dirty="0"/>
          </a:p>
          <a:p>
            <a:r>
              <a:rPr lang="en-US" dirty="0"/>
              <a:t>8.0  (May 2020)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reformatted for 16:9 aspect ratio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updated to 8</a:t>
            </a:r>
            <a:r>
              <a:rPr lang="en-US" baseline="30000" dirty="0"/>
              <a:t>th</a:t>
            </a:r>
            <a:r>
              <a:rPr lang="en-US" dirty="0"/>
              <a:t> edition material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 of Calibri font, rather that Gill Sans MT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 LOTS more animation throughout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lighter header font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Re-do of network management slides; redo </a:t>
            </a:r>
            <a:r>
              <a:rPr lang="en-US"/>
              <a:t>of Bellman-Ford </a:t>
            </a:r>
            <a:r>
              <a:rPr lang="en-US" dirty="0"/>
              <a:t>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661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361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251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5327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6EA1AD-6EA3-1049-AB4E-FC15F4DC35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5312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5849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2569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0582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7246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7482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5929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8351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3186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758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E93C0D-5E34-354A-A654-B38391366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9731AF-B9DB-1E4D-A017-6D1C48DC0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E93C0D-5E34-354A-A654-B38391366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888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787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9731AF-B9DB-1E4D-A017-6D1C48DC0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547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961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F3ABA1-E9EF-3248-90FD-6E40E659E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F3ABA1-E9EF-3248-90FD-6E40E659E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51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9C77C5-A377-3E44-9802-7A06ED6AD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2800" i="1" dirty="0">
                <a:solidFill>
                  <a:srgbClr val="0000A3"/>
                </a:solidFill>
                <a:latin typeface="+mn-lt"/>
              </a:rPr>
              <a:t>Computer Networking: A Top-Down Approach </a:t>
            </a:r>
            <a:br>
              <a:rPr lang="en-US" altLang="en-US" sz="2800" dirty="0">
                <a:solidFill>
                  <a:srgbClr val="008000"/>
                </a:solidFill>
                <a:latin typeface="+mn-lt"/>
              </a:rPr>
            </a:br>
            <a:r>
              <a:rPr lang="en-US" altLang="en-US" sz="1800" dirty="0">
                <a:latin typeface="+mn-lt"/>
              </a:rPr>
              <a:t>8</a:t>
            </a:r>
            <a:r>
              <a:rPr lang="en-US" altLang="en-US" sz="1800" baseline="30000" dirty="0">
                <a:latin typeface="+mn-lt"/>
              </a:rPr>
              <a:t>th</a:t>
            </a:r>
            <a:r>
              <a:rPr lang="en-US" altLang="en-US" sz="1800" dirty="0">
                <a:latin typeface="+mn-lt"/>
              </a:rPr>
              <a:t> edition 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Jim Kurose, Keith Ross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Pearson, 2020</a:t>
            </a:r>
            <a:endParaRPr lang="en-US" altLang="en-US" sz="2000" dirty="0">
              <a:latin typeface="+mn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A9F684E-5DD1-6543-95D2-8EB5E7619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034" y="561975"/>
            <a:ext cx="5127523" cy="1939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Chapter 5</a:t>
            </a:r>
            <a:br>
              <a:rPr lang="en-US" altLang="en-US" sz="6000" b="1" dirty="0">
                <a:solidFill>
                  <a:srgbClr val="000099"/>
                </a:solidFill>
                <a:latin typeface="+mj-lt"/>
              </a:rPr>
            </a:b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Network Layer:</a:t>
            </a:r>
          </a:p>
          <a:p>
            <a:pPr eaLnBrk="1" hangingPunct="1">
              <a:lnSpc>
                <a:spcPct val="85000"/>
              </a:lnSpc>
            </a:pP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Control Plane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8A719B73-7005-5F48-AB23-FCC253DE1B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0014" y="2647662"/>
            <a:ext cx="5378450" cy="1629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dirty="0">
                <a:latin typeface="+mn-lt"/>
              </a:rPr>
              <a:t>A note on the use of these PowerPoint slides:</a:t>
            </a:r>
          </a:p>
          <a:p>
            <a:r>
              <a:rPr lang="en-US" altLang="en-US" sz="1400" dirty="0">
                <a:latin typeface="+mn-lt"/>
              </a:rPr>
              <a:t>We’</a:t>
            </a:r>
            <a:r>
              <a:rPr lang="en-US" altLang="ja-JP" sz="1400" dirty="0">
                <a:latin typeface="+mn-lt"/>
              </a:rPr>
              <a:t>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lang="en-US" altLang="ja-JP" sz="1400" i="1" dirty="0">
                <a:latin typeface="+mn-lt"/>
              </a:rPr>
              <a:t>lot</a:t>
            </a:r>
            <a:r>
              <a:rPr lang="en-US" altLang="ja-JP" sz="1400" dirty="0">
                <a:latin typeface="+mn-lt"/>
              </a:rPr>
              <a:t> of work on our part. In return for use, we only ask the following:</a:t>
            </a:r>
          </a:p>
          <a:p>
            <a:pPr>
              <a:lnSpc>
                <a:spcPct val="85000"/>
              </a:lnSpc>
            </a:pPr>
            <a:endParaRPr lang="en-US" altLang="en-US" sz="1400" dirty="0"/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BD221538-7929-D34F-8387-EA57F966E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5035" y="3894603"/>
            <a:ext cx="5378450" cy="2636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endParaRPr lang="en-US" altLang="en-US" sz="1400" dirty="0">
              <a:latin typeface="Gill Sans MT" panose="020B0502020104020203" pitchFamily="34" charset="77"/>
            </a:endParaRPr>
          </a:p>
          <a:p>
            <a:pPr marL="290513" indent="-168275">
              <a:buClr>
                <a:srgbClr val="0000A8"/>
              </a:buClr>
              <a:buSzPct val="75000"/>
              <a:buFont typeface="Wingdings" pitchFamily="2" charset="2"/>
              <a:buChar char="§"/>
            </a:pPr>
            <a:r>
              <a:rPr lang="en-US" altLang="en-US" sz="1400" dirty="0">
                <a:latin typeface="+mn-lt"/>
                <a:cs typeface="Calibri" panose="020F0502020204030204" pitchFamily="34" charset="0"/>
              </a:rPr>
              <a:t>If you use these slides (e.g., in a class) that you mention their source (after all, we’</a:t>
            </a:r>
            <a:r>
              <a:rPr lang="en-US" altLang="ja-JP" sz="1400" dirty="0">
                <a:latin typeface="+mn-lt"/>
                <a:cs typeface="Calibri" panose="020F0502020204030204" pitchFamily="34" charset="0"/>
              </a:rPr>
              <a:t>d like people to use our book!)</a:t>
            </a:r>
          </a:p>
          <a:p>
            <a:pPr marL="290513" indent="-168275">
              <a:buClr>
                <a:srgbClr val="0000A8"/>
              </a:buClr>
              <a:buSzPct val="75000"/>
              <a:buFont typeface="Wingdings" pitchFamily="2" charset="2"/>
              <a:buChar char="§"/>
            </a:pPr>
            <a:r>
              <a:rPr lang="en-US" altLang="en-US" sz="1400" dirty="0">
                <a:latin typeface="+mn-lt"/>
                <a:cs typeface="Calibri" panose="020F0502020204030204" pitchFamily="34" charset="0"/>
              </a:rPr>
              <a:t>If you post any slides on a www site, that you note that they are adapted from (or perhaps identical to) our slides, and note our copyright of this material.</a:t>
            </a:r>
          </a:p>
          <a:p>
            <a:pPr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endParaRPr lang="en-US" altLang="en-US" sz="1400" dirty="0">
              <a:latin typeface="+mn-lt"/>
            </a:endParaRPr>
          </a:p>
          <a:p>
            <a:pPr marL="15875" indent="0"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r>
              <a:rPr lang="en-US" altLang="en-US" sz="1400" dirty="0">
                <a:latin typeface="+mn-lt"/>
              </a:rPr>
              <a:t>For a revision history, see the slide note for this page. </a:t>
            </a:r>
          </a:p>
          <a:p>
            <a:pPr marL="15875" indent="0"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endParaRPr lang="en-US" altLang="en-US" sz="1400" dirty="0">
              <a:latin typeface="+mn-lt"/>
            </a:endParaRPr>
          </a:p>
          <a:p>
            <a:pPr marL="15875" indent="0"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r>
              <a:rPr lang="en-US" altLang="en-US" sz="1400" dirty="0">
                <a:latin typeface="+mn-lt"/>
              </a:rPr>
              <a:t>Thanks and enjoy!  JFK/KWR</a:t>
            </a:r>
          </a:p>
          <a:p>
            <a:pPr>
              <a:lnSpc>
                <a:spcPct val="85000"/>
              </a:lnSpc>
            </a:pPr>
            <a:endParaRPr lang="en-US" altLang="en-US" sz="1400" dirty="0">
              <a:latin typeface="+mn-lt"/>
            </a:endParaRPr>
          </a:p>
          <a:p>
            <a:pPr>
              <a:lnSpc>
                <a:spcPct val="85000"/>
              </a:lnSpc>
            </a:pPr>
            <a:r>
              <a:rPr lang="en-US" altLang="en-US" sz="1400" dirty="0">
                <a:latin typeface="+mn-lt"/>
              </a:rPr>
              <a:t>     All material copyright 1996-2020</a:t>
            </a:r>
          </a:p>
          <a:p>
            <a:pPr>
              <a:lnSpc>
                <a:spcPct val="85000"/>
              </a:lnSpc>
            </a:pPr>
            <a:r>
              <a:rPr lang="en-US" altLang="en-US" sz="1400" dirty="0">
                <a:latin typeface="+mn-lt"/>
              </a:rPr>
              <a:t>     J.F Kurose and K.W. Ross, All Rights Reserved</a:t>
            </a:r>
            <a:endParaRPr lang="en-US" altLang="en-US" sz="1200" dirty="0">
              <a:latin typeface="+mn-lt"/>
            </a:endParaRPr>
          </a:p>
        </p:txBody>
      </p:sp>
      <p:pic>
        <p:nvPicPr>
          <p:cNvPr id="9" name="Picture 8" descr="A picture containing outdoor, water, bridge, building&#10;&#10;Description automatically generated">
            <a:extLst>
              <a:ext uri="{FF2B5EF4-FFF2-40B4-BE49-F238E27FC236}">
                <a16:creationId xmlns:a16="http://schemas.microsoft.com/office/drawing/2014/main" id="{F92E998D-891C-8C4D-A1FD-4079E0691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257" y="887185"/>
            <a:ext cx="3040743" cy="380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825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Network layer: “control plane” roadmap</a:t>
            </a:r>
            <a:endParaRPr lang="en-US" sz="4400" dirty="0"/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288" y="1379196"/>
            <a:ext cx="3102316" cy="2326737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622456" y="1361615"/>
            <a:ext cx="5571867" cy="50391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74638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introduction</a:t>
            </a:r>
          </a:p>
          <a:p>
            <a:pPr marL="285750" indent="-274638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routing protocols</a:t>
            </a:r>
          </a:p>
          <a:p>
            <a:pPr marL="285750" indent="-285750">
              <a:spcBef>
                <a:spcPts val="600"/>
              </a:spcBef>
              <a:buClr>
                <a:srgbClr val="0000A8"/>
              </a:buClr>
            </a:pPr>
            <a:r>
              <a:rPr lang="en-US" altLang="en-US" sz="3600" dirty="0">
                <a:ea typeface="ＭＳ Ｐゴシック" panose="020B0600070205080204" pitchFamily="34" charset="-128"/>
                <a:cs typeface="Arial" panose="020B0604020202020204" pitchFamily="34" charset="0"/>
              </a:rPr>
              <a:t>intra-ISP routing: OSPF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routing among ISPs: BGP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SDN control plane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Internet Control Message Protocol </a:t>
            </a:r>
          </a:p>
          <a:p>
            <a:pPr marL="466725" indent="-409575">
              <a:spcBef>
                <a:spcPts val="600"/>
              </a:spcBef>
              <a:buNone/>
            </a:pPr>
            <a:endParaRPr lang="en-US" altLang="en-US" sz="3200" dirty="0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0E442AF-0FD6-9040-9BFF-CE4BE886A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35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7BA213B-068E-DC4B-B1E8-7B6FBA112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096" y="1561188"/>
            <a:ext cx="10515600" cy="4351338"/>
          </a:xfrm>
        </p:spPr>
        <p:txBody>
          <a:bodyPr/>
          <a:lstStyle/>
          <a:p>
            <a:pPr marL="130175" indent="0">
              <a:buNone/>
            </a:pPr>
            <a:r>
              <a:rPr lang="en-US" sz="3200" dirty="0"/>
              <a:t>our routing study thus far - idealized </a:t>
            </a:r>
          </a:p>
          <a:p>
            <a:pPr marL="522288" indent="-285750">
              <a:spcBef>
                <a:spcPts val="400"/>
              </a:spcBef>
            </a:pPr>
            <a:r>
              <a:rPr lang="en-US" dirty="0"/>
              <a:t>all routers identical</a:t>
            </a:r>
          </a:p>
          <a:p>
            <a:pPr marL="522288" indent="-285750">
              <a:spcBef>
                <a:spcPts val="400"/>
              </a:spcBef>
            </a:pPr>
            <a:r>
              <a:rPr lang="en-US" dirty="0"/>
              <a:t>network “flat”</a:t>
            </a:r>
          </a:p>
          <a:p>
            <a:pPr marL="130175" indent="0">
              <a:buNone/>
            </a:pPr>
            <a:r>
              <a:rPr lang="en-US" dirty="0"/>
              <a:t>… not true in practice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A1129F-3DCF-3A44-9CC7-AFE5C958C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Making routing scalable</a:t>
            </a:r>
            <a:endParaRPr lang="en-US" sz="4800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403F4-351A-E44F-97D7-AD7199580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9B3A519-428E-254A-A0D8-474D6ECEC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666994"/>
            <a:ext cx="4984315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buFont typeface="Wingdings" charset="0"/>
              <a:buNone/>
            </a:pPr>
            <a:r>
              <a:rPr lang="en-US" kern="0" dirty="0">
                <a:solidFill>
                  <a:srgbClr val="C00000"/>
                </a:solidFill>
              </a:rPr>
              <a:t>scale: </a:t>
            </a:r>
            <a:r>
              <a:rPr lang="en-US" kern="0" dirty="0"/>
              <a:t>billions of destinations:</a:t>
            </a:r>
          </a:p>
          <a:p>
            <a:r>
              <a:rPr lang="en-US" sz="2400" kern="0" dirty="0"/>
              <a:t>can’</a:t>
            </a:r>
            <a:r>
              <a:rPr lang="en-US" altLang="ja-JP" sz="2400" kern="0" dirty="0"/>
              <a:t>t store all destinations in routing tables!</a:t>
            </a:r>
          </a:p>
          <a:p>
            <a:r>
              <a:rPr lang="en-US" sz="2400" kern="0" dirty="0"/>
              <a:t>routing table exchange would swamp links!</a:t>
            </a:r>
            <a:r>
              <a:rPr lang="en-US" kern="0" dirty="0"/>
              <a:t> </a:t>
            </a:r>
          </a:p>
          <a:p>
            <a:endParaRPr lang="en-US" kern="0" dirty="0">
              <a:latin typeface="Gill Sans MT" charset="0"/>
            </a:endParaRPr>
          </a:p>
          <a:p>
            <a:endParaRPr lang="en-US" kern="0" dirty="0">
              <a:latin typeface="Gill Sans MT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F4EA3DB5-195F-1A49-92C3-E48E324A5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3326" y="3654991"/>
            <a:ext cx="536127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0"/>
              <a:buNone/>
              <a:tabLst/>
              <a:defRPr/>
            </a:pPr>
            <a:r>
              <a:rPr kumimoji="0" lang="en-US" sz="2800" b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ＭＳ Ｐゴシック" charset="0"/>
                <a:cs typeface="+mn-cs"/>
              </a:rPr>
              <a:t>administrative autonomy:</a:t>
            </a:r>
          </a:p>
          <a:p>
            <a:pPr marR="0" lvl="0" indent="-21907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  <a:cs typeface="+mn-cs"/>
              </a:rPr>
              <a:t>Internet: a network of networks</a:t>
            </a:r>
          </a:p>
          <a:p>
            <a:pPr marR="0" lvl="0" indent="-21907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  <a:cs typeface="+mn-cs"/>
              </a:rPr>
              <a:t>each network admin may want to control routing in its own network</a:t>
            </a:r>
          </a:p>
        </p:txBody>
      </p:sp>
    </p:spTree>
    <p:extLst>
      <p:ext uri="{BB962C8B-B14F-4D97-AF65-F5344CB8AC3E}">
        <p14:creationId xmlns:p14="http://schemas.microsoft.com/office/powerpoint/2010/main" val="867453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7BA213B-068E-DC4B-B1E8-7B6FBA112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096" y="1561188"/>
            <a:ext cx="10515600" cy="4351338"/>
          </a:xfrm>
        </p:spPr>
        <p:txBody>
          <a:bodyPr/>
          <a:lstStyle/>
          <a:p>
            <a:pPr marL="130175" indent="0">
              <a:buNone/>
            </a:pPr>
            <a:r>
              <a:rPr lang="en-US" sz="3200" dirty="0"/>
              <a:t>aggregate routers into regions known as </a:t>
            </a:r>
            <a:r>
              <a:rPr lang="en-US" sz="3200" dirty="0">
                <a:solidFill>
                  <a:srgbClr val="0000A8"/>
                </a:solidFill>
              </a:rPr>
              <a:t>“autonomous systems”</a:t>
            </a:r>
            <a:r>
              <a:rPr lang="en-US" sz="3200" dirty="0"/>
              <a:t> (AS) (a.k.a. “</a:t>
            </a:r>
            <a:r>
              <a:rPr lang="en-US" sz="3200" dirty="0">
                <a:solidFill>
                  <a:srgbClr val="0000A8"/>
                </a:solidFill>
              </a:rPr>
              <a:t>domains</a:t>
            </a:r>
            <a:r>
              <a:rPr lang="en-US" sz="3200" dirty="0"/>
              <a:t>”)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A1129F-3DCF-3A44-9CC7-AFE5C958C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Internet approach to scalable routing</a:t>
            </a:r>
            <a:endParaRPr lang="en-US" sz="4800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403F4-351A-E44F-97D7-AD7199580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9B3A519-428E-254A-A0D8-474D6ECEC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" y="2904546"/>
            <a:ext cx="5635668" cy="3659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>
              <a:buNone/>
            </a:pPr>
            <a:r>
              <a:rPr lang="en-US" sz="3200" kern="0" dirty="0">
                <a:solidFill>
                  <a:srgbClr val="C00000"/>
                </a:solidFill>
              </a:rPr>
              <a:t>intra-AS (aka “intra-domain”): </a:t>
            </a:r>
            <a:r>
              <a:rPr lang="en-US" kern="0" dirty="0"/>
              <a:t>routing among </a:t>
            </a:r>
            <a:r>
              <a:rPr lang="en-US" i="1" kern="0" dirty="0"/>
              <a:t>within same AS (“network”)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en-US" sz="2400" kern="0" dirty="0"/>
              <a:t>all routers in AS must run same intra-domain protocol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en-US" sz="2400" kern="0" dirty="0"/>
              <a:t>routers in different AS can run different intra-domain routing protocols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en-US" sz="2400" kern="0" dirty="0">
                <a:solidFill>
                  <a:srgbClr val="0000A8"/>
                </a:solidFill>
              </a:rPr>
              <a:t>gateway router: </a:t>
            </a:r>
            <a:r>
              <a:rPr lang="en-US" sz="2400" kern="0" dirty="0"/>
              <a:t>at “edge” of its own AS, has link(s) to router(s) in other AS’es</a:t>
            </a:r>
          </a:p>
          <a:p>
            <a:endParaRPr lang="en-US" kern="0" dirty="0">
              <a:latin typeface="Gill Sans MT" charset="0"/>
            </a:endParaRPr>
          </a:p>
          <a:p>
            <a:endParaRPr lang="en-US" kern="0" dirty="0">
              <a:latin typeface="Gill Sans MT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F4EA3DB5-195F-1A49-92C3-E48E324A5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4096" y="2928482"/>
            <a:ext cx="516089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lvl="0">
              <a:buNone/>
              <a:defRPr/>
            </a:pPr>
            <a:r>
              <a:rPr lang="en-US" sz="3200" kern="0" dirty="0">
                <a:solidFill>
                  <a:srgbClr val="CC0000"/>
                </a:solidFill>
                <a:cs typeface="+mn-cs"/>
              </a:rPr>
              <a:t>inter-AS (aka “inter-domain”): </a:t>
            </a:r>
            <a:r>
              <a:rPr lang="en-US" kern="0" dirty="0">
                <a:cs typeface="+mn-cs"/>
              </a:rPr>
              <a:t>routing </a:t>
            </a:r>
            <a:r>
              <a:rPr lang="en-US" i="1" kern="0" dirty="0">
                <a:solidFill>
                  <a:srgbClr val="0000A8"/>
                </a:solidFill>
                <a:cs typeface="+mn-cs"/>
              </a:rPr>
              <a:t>among</a:t>
            </a:r>
            <a:r>
              <a:rPr lang="en-US" kern="0" dirty="0">
                <a:cs typeface="+mn-cs"/>
              </a:rPr>
              <a:t> AS’es</a:t>
            </a:r>
          </a:p>
          <a:p>
            <a:pPr marL="409575" lvl="0" indent="-285750">
              <a:buFont typeface="Wingdings" pitchFamily="2" charset="2"/>
              <a:buChar char="§"/>
              <a:defRPr/>
            </a:pPr>
            <a:r>
              <a:rPr lang="en-US" sz="2400" kern="0" dirty="0">
                <a:cs typeface="+mn-cs"/>
              </a:rPr>
              <a:t>gateways perform inter-domain routing (as well as intra-domain routing)</a:t>
            </a:r>
          </a:p>
        </p:txBody>
      </p:sp>
    </p:spTree>
    <p:extLst>
      <p:ext uri="{BB962C8B-B14F-4D97-AF65-F5344CB8AC3E}">
        <p14:creationId xmlns:p14="http://schemas.microsoft.com/office/powerpoint/2010/main" val="1713521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DA1129F-3DCF-3A44-9CC7-AFE5C958C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Interconnected ASes</a:t>
            </a:r>
            <a:endParaRPr lang="en-US" sz="4800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403F4-351A-E44F-97D7-AD7199580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33" name="Freeform 3">
            <a:extLst>
              <a:ext uri="{FF2B5EF4-FFF2-40B4-BE49-F238E27FC236}">
                <a16:creationId xmlns:a16="http://schemas.microsoft.com/office/drawing/2014/main" id="{E9C365D2-5973-C342-80CF-5D128AC2921C}"/>
              </a:ext>
            </a:extLst>
          </p:cNvPr>
          <p:cNvSpPr>
            <a:spLocks/>
          </p:cNvSpPr>
          <p:nvPr/>
        </p:nvSpPr>
        <p:spPr bwMode="auto">
          <a:xfrm>
            <a:off x="5446783" y="4100650"/>
            <a:ext cx="2351995" cy="1511508"/>
          </a:xfrm>
          <a:custGeom>
            <a:avLst/>
            <a:gdLst>
              <a:gd name="T0" fmla="*/ 1063 w 1162"/>
              <a:gd name="T1" fmla="*/ 49351 h 543"/>
              <a:gd name="T2" fmla="*/ 6960 w 1162"/>
              <a:gd name="T3" fmla="*/ 4162 h 543"/>
              <a:gd name="T4" fmla="*/ 17785 w 1162"/>
              <a:gd name="T5" fmla="*/ 23973 h 543"/>
              <a:gd name="T6" fmla="*/ 21649 w 1162"/>
              <a:gd name="T7" fmla="*/ 72662 h 543"/>
              <a:gd name="T8" fmla="*/ 19828 w 1162"/>
              <a:gd name="T9" fmla="*/ 137161 h 543"/>
              <a:gd name="T10" fmla="*/ 11083 w 1162"/>
              <a:gd name="T11" fmla="*/ 164591 h 543"/>
              <a:gd name="T12" fmla="*/ 1657 w 1162"/>
              <a:gd name="T13" fmla="*/ 133650 h 543"/>
              <a:gd name="T14" fmla="*/ 1063 w 1162"/>
              <a:gd name="T15" fmla="*/ 49351 h 54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162"/>
              <a:gd name="T25" fmla="*/ 0 h 543"/>
              <a:gd name="T26" fmla="*/ 1162 w 1162"/>
              <a:gd name="T27" fmla="*/ 543 h 54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162" h="543">
                <a:moveTo>
                  <a:pt x="56" y="162"/>
                </a:moveTo>
                <a:cubicBezTo>
                  <a:pt x="115" y="100"/>
                  <a:pt x="221" y="28"/>
                  <a:pt x="368" y="14"/>
                </a:cubicBezTo>
                <a:cubicBezTo>
                  <a:pt x="515" y="0"/>
                  <a:pt x="811" y="42"/>
                  <a:pt x="940" y="79"/>
                </a:cubicBezTo>
                <a:cubicBezTo>
                  <a:pt x="1069" y="116"/>
                  <a:pt x="1126" y="177"/>
                  <a:pt x="1144" y="239"/>
                </a:cubicBezTo>
                <a:cubicBezTo>
                  <a:pt x="1162" y="301"/>
                  <a:pt x="1141" y="401"/>
                  <a:pt x="1048" y="451"/>
                </a:cubicBezTo>
                <a:cubicBezTo>
                  <a:pt x="955" y="501"/>
                  <a:pt x="746" y="543"/>
                  <a:pt x="586" y="541"/>
                </a:cubicBezTo>
                <a:cubicBezTo>
                  <a:pt x="426" y="539"/>
                  <a:pt x="176" y="502"/>
                  <a:pt x="88" y="439"/>
                </a:cubicBezTo>
                <a:cubicBezTo>
                  <a:pt x="0" y="376"/>
                  <a:pt x="63" y="220"/>
                  <a:pt x="56" y="162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4" name="Freeform 4">
            <a:extLst>
              <a:ext uri="{FF2B5EF4-FFF2-40B4-BE49-F238E27FC236}">
                <a16:creationId xmlns:a16="http://schemas.microsoft.com/office/drawing/2014/main" id="{4090092D-F797-484C-B1D2-AD83E59BF3EE}"/>
              </a:ext>
            </a:extLst>
          </p:cNvPr>
          <p:cNvSpPr>
            <a:spLocks/>
          </p:cNvSpPr>
          <p:nvPr/>
        </p:nvSpPr>
        <p:spPr bwMode="auto">
          <a:xfrm>
            <a:off x="1620228" y="3847012"/>
            <a:ext cx="1832250" cy="1498236"/>
          </a:xfrm>
          <a:custGeom>
            <a:avLst/>
            <a:gdLst>
              <a:gd name="T0" fmla="*/ 134 w 1198"/>
              <a:gd name="T1" fmla="*/ 270558 h 451"/>
              <a:gd name="T2" fmla="*/ 273 w 1198"/>
              <a:gd name="T3" fmla="*/ 132828 h 451"/>
              <a:gd name="T4" fmla="*/ 679 w 1198"/>
              <a:gd name="T5" fmla="*/ 73044 h 451"/>
              <a:gd name="T6" fmla="*/ 1501 w 1198"/>
              <a:gd name="T7" fmla="*/ 37135 h 451"/>
              <a:gd name="T8" fmla="*/ 1796 w 1198"/>
              <a:gd name="T9" fmla="*/ 294460 h 451"/>
              <a:gd name="T10" fmla="*/ 1350 w 1198"/>
              <a:gd name="T11" fmla="*/ 616944 h 451"/>
              <a:gd name="T12" fmla="*/ 466 w 1198"/>
              <a:gd name="T13" fmla="*/ 634874 h 451"/>
              <a:gd name="T14" fmla="*/ 54 w 1198"/>
              <a:gd name="T15" fmla="*/ 503524 h 451"/>
              <a:gd name="T16" fmla="*/ 134 w 1198"/>
              <a:gd name="T17" fmla="*/ 270558 h 45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98"/>
              <a:gd name="T28" fmla="*/ 0 h 451"/>
              <a:gd name="T29" fmla="*/ 1198 w 1198"/>
              <a:gd name="T30" fmla="*/ 451 h 451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98" h="451">
                <a:moveTo>
                  <a:pt x="88" y="181"/>
                </a:moveTo>
                <a:cubicBezTo>
                  <a:pt x="159" y="143"/>
                  <a:pt x="120" y="111"/>
                  <a:pt x="180" y="89"/>
                </a:cubicBezTo>
                <a:cubicBezTo>
                  <a:pt x="240" y="67"/>
                  <a:pt x="313" y="60"/>
                  <a:pt x="448" y="49"/>
                </a:cubicBezTo>
                <a:cubicBezTo>
                  <a:pt x="583" y="38"/>
                  <a:pt x="866" y="0"/>
                  <a:pt x="988" y="25"/>
                </a:cubicBezTo>
                <a:cubicBezTo>
                  <a:pt x="1110" y="50"/>
                  <a:pt x="1198" y="132"/>
                  <a:pt x="1181" y="197"/>
                </a:cubicBezTo>
                <a:cubicBezTo>
                  <a:pt x="1164" y="262"/>
                  <a:pt x="1034" y="375"/>
                  <a:pt x="889" y="413"/>
                </a:cubicBezTo>
                <a:cubicBezTo>
                  <a:pt x="744" y="451"/>
                  <a:pt x="449" y="438"/>
                  <a:pt x="307" y="425"/>
                </a:cubicBezTo>
                <a:cubicBezTo>
                  <a:pt x="165" y="412"/>
                  <a:pt x="72" y="378"/>
                  <a:pt x="36" y="337"/>
                </a:cubicBezTo>
                <a:cubicBezTo>
                  <a:pt x="0" y="296"/>
                  <a:pt x="77" y="213"/>
                  <a:pt x="88" y="18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5" name="Freeform 5">
            <a:extLst>
              <a:ext uri="{FF2B5EF4-FFF2-40B4-BE49-F238E27FC236}">
                <a16:creationId xmlns:a16="http://schemas.microsoft.com/office/drawing/2014/main" id="{D3A2AF50-CEA9-924C-8C29-0549AF5748DF}"/>
              </a:ext>
            </a:extLst>
          </p:cNvPr>
          <p:cNvSpPr>
            <a:spLocks/>
          </p:cNvSpPr>
          <p:nvPr/>
        </p:nvSpPr>
        <p:spPr bwMode="auto">
          <a:xfrm>
            <a:off x="2802795" y="4927925"/>
            <a:ext cx="2930139" cy="1167917"/>
          </a:xfrm>
          <a:custGeom>
            <a:avLst/>
            <a:gdLst>
              <a:gd name="T0" fmla="*/ 1319 w 1583"/>
              <a:gd name="T1" fmla="*/ 862 h 682"/>
              <a:gd name="T2" fmla="*/ 3445 w 1583"/>
              <a:gd name="T3" fmla="*/ 285 h 682"/>
              <a:gd name="T4" fmla="*/ 6645 w 1583"/>
              <a:gd name="T5" fmla="*/ 77 h 682"/>
              <a:gd name="T6" fmla="*/ 9794 w 1583"/>
              <a:gd name="T7" fmla="*/ 744 h 682"/>
              <a:gd name="T8" fmla="*/ 13238 w 1583"/>
              <a:gd name="T9" fmla="*/ 1642 h 682"/>
              <a:gd name="T10" fmla="*/ 10773 w 1583"/>
              <a:gd name="T11" fmla="*/ 2476 h 682"/>
              <a:gd name="T12" fmla="*/ 5844 w 1583"/>
              <a:gd name="T13" fmla="*/ 2523 h 682"/>
              <a:gd name="T14" fmla="*/ 751 w 1583"/>
              <a:gd name="T15" fmla="*/ 2291 h 682"/>
              <a:gd name="T16" fmla="*/ 1319 w 1583"/>
              <a:gd name="T17" fmla="*/ 862 h 68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583"/>
              <a:gd name="T28" fmla="*/ 0 h 682"/>
              <a:gd name="T29" fmla="*/ 1583 w 1583"/>
              <a:gd name="T30" fmla="*/ 682 h 68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583" h="682">
                <a:moveTo>
                  <a:pt x="155" y="224"/>
                </a:moveTo>
                <a:cubicBezTo>
                  <a:pt x="208" y="137"/>
                  <a:pt x="302" y="108"/>
                  <a:pt x="407" y="74"/>
                </a:cubicBezTo>
                <a:cubicBezTo>
                  <a:pt x="512" y="40"/>
                  <a:pt x="660" y="0"/>
                  <a:pt x="785" y="20"/>
                </a:cubicBezTo>
                <a:cubicBezTo>
                  <a:pt x="910" y="40"/>
                  <a:pt x="1027" y="126"/>
                  <a:pt x="1157" y="194"/>
                </a:cubicBezTo>
                <a:cubicBezTo>
                  <a:pt x="1287" y="262"/>
                  <a:pt x="1545" y="353"/>
                  <a:pt x="1564" y="428"/>
                </a:cubicBezTo>
                <a:cubicBezTo>
                  <a:pt x="1583" y="503"/>
                  <a:pt x="1417" y="606"/>
                  <a:pt x="1272" y="644"/>
                </a:cubicBezTo>
                <a:cubicBezTo>
                  <a:pt x="1127" y="682"/>
                  <a:pt x="887" y="664"/>
                  <a:pt x="690" y="656"/>
                </a:cubicBezTo>
                <a:cubicBezTo>
                  <a:pt x="493" y="648"/>
                  <a:pt x="178" y="668"/>
                  <a:pt x="89" y="596"/>
                </a:cubicBezTo>
                <a:cubicBezTo>
                  <a:pt x="0" y="524"/>
                  <a:pt x="102" y="311"/>
                  <a:pt x="155" y="22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6" name="Oval 6">
            <a:extLst>
              <a:ext uri="{FF2B5EF4-FFF2-40B4-BE49-F238E27FC236}">
                <a16:creationId xmlns:a16="http://schemas.microsoft.com/office/drawing/2014/main" id="{D886B232-293A-5347-8A9F-D005603A3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278" y="4926450"/>
            <a:ext cx="456967" cy="11944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7" name="Line 7">
            <a:extLst>
              <a:ext uri="{FF2B5EF4-FFF2-40B4-BE49-F238E27FC236}">
                <a16:creationId xmlns:a16="http://schemas.microsoft.com/office/drawing/2014/main" id="{48D605CF-ABE3-1B4F-A232-D527090F96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1278" y="4916128"/>
            <a:ext cx="0" cy="7668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8" name="Line 8">
            <a:extLst>
              <a:ext uri="{FF2B5EF4-FFF2-40B4-BE49-F238E27FC236}">
                <a16:creationId xmlns:a16="http://schemas.microsoft.com/office/drawing/2014/main" id="{6E612E8D-CA6C-F94A-8F5F-7BEED5AE7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8245" y="4916128"/>
            <a:ext cx="0" cy="7668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9" name="Rectangle 9">
            <a:extLst>
              <a:ext uri="{FF2B5EF4-FFF2-40B4-BE49-F238E27FC236}">
                <a16:creationId xmlns:a16="http://schemas.microsoft.com/office/drawing/2014/main" id="{0E2B504C-B9E0-FC47-9368-53C623397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278" y="4916128"/>
            <a:ext cx="452588" cy="75207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0" name="Oval 10">
            <a:extLst>
              <a:ext uri="{FF2B5EF4-FFF2-40B4-BE49-F238E27FC236}">
                <a16:creationId xmlns:a16="http://schemas.microsoft.com/office/drawing/2014/main" id="{9EFBE396-B625-0344-8E23-5BBAD57A0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6898" y="4829124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1" name="Rectangle 11">
            <a:extLst>
              <a:ext uri="{FF2B5EF4-FFF2-40B4-BE49-F238E27FC236}">
                <a16:creationId xmlns:a16="http://schemas.microsoft.com/office/drawing/2014/main" id="{F0DBD69C-A5DB-DC4A-AE43-093463BEF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3914" y="4848294"/>
            <a:ext cx="205854" cy="182856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2" name="Text Box 12">
            <a:extLst>
              <a:ext uri="{FF2B5EF4-FFF2-40B4-BE49-F238E27FC236}">
                <a16:creationId xmlns:a16="http://schemas.microsoft.com/office/drawing/2014/main" id="{9C707F26-D218-B941-ACA7-2537E8CEE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8358" y="4752442"/>
            <a:ext cx="467187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3b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3" name="Oval 13">
            <a:extLst>
              <a:ext uri="{FF2B5EF4-FFF2-40B4-BE49-F238E27FC236}">
                <a16:creationId xmlns:a16="http://schemas.microsoft.com/office/drawing/2014/main" id="{F5CAF371-FE17-244E-B591-ECED8083E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509" y="5820083"/>
            <a:ext cx="456967" cy="11944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4" name="Line 14">
            <a:extLst>
              <a:ext uri="{FF2B5EF4-FFF2-40B4-BE49-F238E27FC236}">
                <a16:creationId xmlns:a16="http://schemas.microsoft.com/office/drawing/2014/main" id="{21854A4C-DB2D-E340-B5A9-97C52C8C10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9509" y="5809761"/>
            <a:ext cx="0" cy="7668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5" name="Line 15">
            <a:extLst>
              <a:ext uri="{FF2B5EF4-FFF2-40B4-BE49-F238E27FC236}">
                <a16:creationId xmlns:a16="http://schemas.microsoft.com/office/drawing/2014/main" id="{E1CB0695-60DD-C243-A589-4B84D9A97D8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6476" y="5809761"/>
            <a:ext cx="0" cy="7668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6" name="Rectangle 16">
            <a:extLst>
              <a:ext uri="{FF2B5EF4-FFF2-40B4-BE49-F238E27FC236}">
                <a16:creationId xmlns:a16="http://schemas.microsoft.com/office/drawing/2014/main" id="{5BD440AE-D73F-7F45-9AA6-838A5A161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509" y="5809761"/>
            <a:ext cx="452588" cy="75207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7" name="Oval 17">
            <a:extLst>
              <a:ext uri="{FF2B5EF4-FFF2-40B4-BE49-F238E27FC236}">
                <a16:creationId xmlns:a16="http://schemas.microsoft.com/office/drawing/2014/main" id="{E5795699-8636-AB42-9278-8D9E1A42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5129" y="5722757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48" name="Group 18">
            <a:extLst>
              <a:ext uri="{FF2B5EF4-FFF2-40B4-BE49-F238E27FC236}">
                <a16:creationId xmlns:a16="http://schemas.microsoft.com/office/drawing/2014/main" id="{6B8409BD-7477-6747-91EB-78CFC8F8BA47}"/>
              </a:ext>
            </a:extLst>
          </p:cNvPr>
          <p:cNvGrpSpPr>
            <a:grpSpLocks/>
          </p:cNvGrpSpPr>
          <p:nvPr/>
        </p:nvGrpSpPr>
        <p:grpSpPr bwMode="auto">
          <a:xfrm>
            <a:off x="3778049" y="5637228"/>
            <a:ext cx="468647" cy="396679"/>
            <a:chOff x="2897" y="2425"/>
            <a:chExt cx="323" cy="269"/>
          </a:xfrm>
        </p:grpSpPr>
        <p:sp>
          <p:nvSpPr>
            <p:cNvPr id="251" name="Rectangle 19">
              <a:extLst>
                <a:ext uri="{FF2B5EF4-FFF2-40B4-BE49-F238E27FC236}">
                  <a16:creationId xmlns:a16="http://schemas.microsoft.com/office/drawing/2014/main" id="{7D7609E8-756E-1B41-AE93-5463D8AF7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2" name="Text Box 20">
              <a:extLst>
                <a:ext uri="{FF2B5EF4-FFF2-40B4-BE49-F238E27FC236}">
                  <a16:creationId xmlns:a16="http://schemas.microsoft.com/office/drawing/2014/main" id="{7B4233D3-81BD-B448-80FE-0C01096615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7" y="2425"/>
              <a:ext cx="3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1d</a:t>
              </a:r>
            </a:p>
          </p:txBody>
        </p:sp>
      </p:grpSp>
      <p:sp>
        <p:nvSpPr>
          <p:cNvPr id="149" name="Oval 21">
            <a:extLst>
              <a:ext uri="{FF2B5EF4-FFF2-40B4-BE49-F238E27FC236}">
                <a16:creationId xmlns:a16="http://schemas.microsoft.com/office/drawing/2014/main" id="{7AA5B5C8-99AF-D744-91DD-4758CEDCA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0315" y="4731797"/>
            <a:ext cx="456967" cy="122395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0" name="Line 22">
            <a:extLst>
              <a:ext uri="{FF2B5EF4-FFF2-40B4-BE49-F238E27FC236}">
                <a16:creationId xmlns:a16="http://schemas.microsoft.com/office/drawing/2014/main" id="{3F1A6000-25C3-6A47-897A-6B2052E821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0315" y="4721475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1" name="Line 23">
            <a:extLst>
              <a:ext uri="{FF2B5EF4-FFF2-40B4-BE49-F238E27FC236}">
                <a16:creationId xmlns:a16="http://schemas.microsoft.com/office/drawing/2014/main" id="{2C6C2593-75EB-9041-B98E-049BD334D4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7282" y="4721475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2" name="Rectangle 24">
            <a:extLst>
              <a:ext uri="{FF2B5EF4-FFF2-40B4-BE49-F238E27FC236}">
                <a16:creationId xmlns:a16="http://schemas.microsoft.com/office/drawing/2014/main" id="{503F2144-C006-BA4A-A54C-154D6C9AB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0315" y="4721475"/>
            <a:ext cx="452588" cy="6930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3" name="Oval 25">
            <a:extLst>
              <a:ext uri="{FF2B5EF4-FFF2-40B4-BE49-F238E27FC236}">
                <a16:creationId xmlns:a16="http://schemas.microsoft.com/office/drawing/2014/main" id="{D492E009-7760-4343-874C-AD3B41835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5935" y="4634471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4" name="Rectangle 26">
            <a:extLst>
              <a:ext uri="{FF2B5EF4-FFF2-40B4-BE49-F238E27FC236}">
                <a16:creationId xmlns:a16="http://schemas.microsoft.com/office/drawing/2014/main" id="{F8BDB031-7C07-264D-B086-6DC72DC78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2952" y="4653641"/>
            <a:ext cx="207314" cy="162211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5" name="Text Box 27">
            <a:extLst>
              <a:ext uri="{FF2B5EF4-FFF2-40B4-BE49-F238E27FC236}">
                <a16:creationId xmlns:a16="http://schemas.microsoft.com/office/drawing/2014/main" id="{B087AFAB-7C65-874C-8F8F-3012C9060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8855" y="4556315"/>
            <a:ext cx="467187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3a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6" name="Oval 28">
            <a:extLst>
              <a:ext uri="{FF2B5EF4-FFF2-40B4-BE49-F238E27FC236}">
                <a16:creationId xmlns:a16="http://schemas.microsoft.com/office/drawing/2014/main" id="{87CEC350-ADF1-E24F-A235-1A9B645EF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6950" y="5236125"/>
            <a:ext cx="456967" cy="11944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7" name="Line 29">
            <a:extLst>
              <a:ext uri="{FF2B5EF4-FFF2-40B4-BE49-F238E27FC236}">
                <a16:creationId xmlns:a16="http://schemas.microsoft.com/office/drawing/2014/main" id="{5782FBF4-093E-9947-AAA6-533CA371CD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6950" y="5227277"/>
            <a:ext cx="0" cy="7520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8" name="Line 30">
            <a:extLst>
              <a:ext uri="{FF2B5EF4-FFF2-40B4-BE49-F238E27FC236}">
                <a16:creationId xmlns:a16="http://schemas.microsoft.com/office/drawing/2014/main" id="{FA0971A2-9137-1943-A6F3-BD3716BCCBB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3917" y="5227277"/>
            <a:ext cx="0" cy="7520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9" name="Rectangle 31">
            <a:extLst>
              <a:ext uri="{FF2B5EF4-FFF2-40B4-BE49-F238E27FC236}">
                <a16:creationId xmlns:a16="http://schemas.microsoft.com/office/drawing/2014/main" id="{FBE8FDDA-4B2E-BE4C-95BF-585222778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6950" y="5227277"/>
            <a:ext cx="452588" cy="70783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0" name="Oval 32">
            <a:extLst>
              <a:ext uri="{FF2B5EF4-FFF2-40B4-BE49-F238E27FC236}">
                <a16:creationId xmlns:a16="http://schemas.microsoft.com/office/drawing/2014/main" id="{6DE39B5B-BD23-3044-9274-CFE1A3DFE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2570" y="5138799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61" name="Group 33">
            <a:extLst>
              <a:ext uri="{FF2B5EF4-FFF2-40B4-BE49-F238E27FC236}">
                <a16:creationId xmlns:a16="http://schemas.microsoft.com/office/drawing/2014/main" id="{D6CD68FD-658B-EA4A-AFA2-F4EE9AE43DCA}"/>
              </a:ext>
            </a:extLst>
          </p:cNvPr>
          <p:cNvGrpSpPr>
            <a:grpSpLocks/>
          </p:cNvGrpSpPr>
          <p:nvPr/>
        </p:nvGrpSpPr>
        <p:grpSpPr bwMode="auto">
          <a:xfrm>
            <a:off x="3729870" y="5053269"/>
            <a:ext cx="452588" cy="398153"/>
            <a:chOff x="2899" y="2425"/>
            <a:chExt cx="319" cy="270"/>
          </a:xfrm>
        </p:grpSpPr>
        <p:sp>
          <p:nvSpPr>
            <p:cNvPr id="249" name="Rectangle 34">
              <a:extLst>
                <a:ext uri="{FF2B5EF4-FFF2-40B4-BE49-F238E27FC236}">
                  <a16:creationId xmlns:a16="http://schemas.microsoft.com/office/drawing/2014/main" id="{C85F8938-221C-6441-94A5-77506E21C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0" name="Text Box 35">
              <a:extLst>
                <a:ext uri="{FF2B5EF4-FFF2-40B4-BE49-F238E27FC236}">
                  <a16:creationId xmlns:a16="http://schemas.microsoft.com/office/drawing/2014/main" id="{430475AC-A5D0-EF4C-9180-A3E96828AD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9" y="2425"/>
              <a:ext cx="319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1c</a:t>
              </a:r>
            </a:p>
          </p:txBody>
        </p:sp>
      </p:grpSp>
      <p:sp>
        <p:nvSpPr>
          <p:cNvPr id="162" name="Line 36">
            <a:extLst>
              <a:ext uri="{FF2B5EF4-FFF2-40B4-BE49-F238E27FC236}">
                <a16:creationId xmlns:a16="http://schemas.microsoft.com/office/drawing/2014/main" id="{AF16B8FF-7450-3B46-865A-EC0F92A90E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7578" y="4971418"/>
            <a:ext cx="449668" cy="14451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3" name="Line 37">
            <a:extLst>
              <a:ext uri="{FF2B5EF4-FFF2-40B4-BE49-F238E27FC236}">
                <a16:creationId xmlns:a16="http://schemas.microsoft.com/office/drawing/2014/main" id="{B705DAC1-A436-FC47-B3A5-64086AE0207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20605" y="4846819"/>
            <a:ext cx="132856" cy="17105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4" name="Line 38">
            <a:extLst>
              <a:ext uri="{FF2B5EF4-FFF2-40B4-BE49-F238E27FC236}">
                <a16:creationId xmlns:a16="http://schemas.microsoft.com/office/drawing/2014/main" id="{B646BCF5-2213-9142-8477-66C7DFEE38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8301" y="4781935"/>
            <a:ext cx="166435" cy="11207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5" name="Freeform 39">
            <a:extLst>
              <a:ext uri="{FF2B5EF4-FFF2-40B4-BE49-F238E27FC236}">
                <a16:creationId xmlns:a16="http://schemas.microsoft.com/office/drawing/2014/main" id="{1A359E4A-1EBE-234F-9DE9-E4FB43E18A2D}"/>
              </a:ext>
            </a:extLst>
          </p:cNvPr>
          <p:cNvSpPr>
            <a:spLocks/>
          </p:cNvSpPr>
          <p:nvPr/>
        </p:nvSpPr>
        <p:spPr bwMode="auto">
          <a:xfrm>
            <a:off x="4233556" y="5716858"/>
            <a:ext cx="385429" cy="120921"/>
          </a:xfrm>
          <a:custGeom>
            <a:avLst/>
            <a:gdLst>
              <a:gd name="T0" fmla="*/ 0 w 264"/>
              <a:gd name="T1" fmla="*/ 82 h 82"/>
              <a:gd name="T2" fmla="*/ 264 w 264"/>
              <a:gd name="T3" fmla="*/ 0 h 82"/>
              <a:gd name="T4" fmla="*/ 0 60000 65536"/>
              <a:gd name="T5" fmla="*/ 0 60000 65536"/>
              <a:gd name="T6" fmla="*/ 0 w 264"/>
              <a:gd name="T7" fmla="*/ 0 h 82"/>
              <a:gd name="T8" fmla="*/ 264 w 264"/>
              <a:gd name="T9" fmla="*/ 82 h 8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64" h="82">
                <a:moveTo>
                  <a:pt x="0" y="82"/>
                </a:moveTo>
                <a:lnTo>
                  <a:pt x="264" y="0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6" name="Freeform 40">
            <a:extLst>
              <a:ext uri="{FF2B5EF4-FFF2-40B4-BE49-F238E27FC236}">
                <a16:creationId xmlns:a16="http://schemas.microsoft.com/office/drawing/2014/main" id="{097126F1-D995-444D-8642-03F5F5E0DBAA}"/>
              </a:ext>
            </a:extLst>
          </p:cNvPr>
          <p:cNvSpPr>
            <a:spLocks/>
          </p:cNvSpPr>
          <p:nvPr/>
        </p:nvSpPr>
        <p:spPr bwMode="auto">
          <a:xfrm>
            <a:off x="3561975" y="5663771"/>
            <a:ext cx="221914" cy="174008"/>
          </a:xfrm>
          <a:custGeom>
            <a:avLst/>
            <a:gdLst>
              <a:gd name="T0" fmla="*/ 0 w 152"/>
              <a:gd name="T1" fmla="*/ 0 h 118"/>
              <a:gd name="T2" fmla="*/ 152 w 152"/>
              <a:gd name="T3" fmla="*/ 118 h 118"/>
              <a:gd name="T4" fmla="*/ 0 60000 65536"/>
              <a:gd name="T5" fmla="*/ 0 60000 65536"/>
              <a:gd name="T6" fmla="*/ 0 w 152"/>
              <a:gd name="T7" fmla="*/ 0 h 118"/>
              <a:gd name="T8" fmla="*/ 152 w 152"/>
              <a:gd name="T9" fmla="*/ 118 h 11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2" h="118">
                <a:moveTo>
                  <a:pt x="0" y="0"/>
                </a:moveTo>
                <a:lnTo>
                  <a:pt x="152" y="118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7" name="Freeform 41">
            <a:extLst>
              <a:ext uri="{FF2B5EF4-FFF2-40B4-BE49-F238E27FC236}">
                <a16:creationId xmlns:a16="http://schemas.microsoft.com/office/drawing/2014/main" id="{8FA74CA7-BEE7-3E46-BAFF-EC2177B4B95C}"/>
              </a:ext>
            </a:extLst>
          </p:cNvPr>
          <p:cNvSpPr>
            <a:spLocks/>
          </p:cNvSpPr>
          <p:nvPr/>
        </p:nvSpPr>
        <p:spPr bwMode="auto">
          <a:xfrm>
            <a:off x="3743010" y="5560546"/>
            <a:ext cx="823417" cy="120921"/>
          </a:xfrm>
          <a:custGeom>
            <a:avLst/>
            <a:gdLst>
              <a:gd name="T0" fmla="*/ 0 w 564"/>
              <a:gd name="T1" fmla="*/ 0 h 82"/>
              <a:gd name="T2" fmla="*/ 564 w 564"/>
              <a:gd name="T3" fmla="*/ 82 h 82"/>
              <a:gd name="T4" fmla="*/ 0 60000 65536"/>
              <a:gd name="T5" fmla="*/ 0 60000 65536"/>
              <a:gd name="T6" fmla="*/ 0 w 564"/>
              <a:gd name="T7" fmla="*/ 0 h 82"/>
              <a:gd name="T8" fmla="*/ 564 w 564"/>
              <a:gd name="T9" fmla="*/ 82 h 8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64" h="82">
                <a:moveTo>
                  <a:pt x="0" y="0"/>
                </a:moveTo>
                <a:lnTo>
                  <a:pt x="564" y="82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8" name="Freeform 42">
            <a:extLst>
              <a:ext uri="{FF2B5EF4-FFF2-40B4-BE49-F238E27FC236}">
                <a16:creationId xmlns:a16="http://schemas.microsoft.com/office/drawing/2014/main" id="{A5B0DFEC-B8A9-C34F-94A0-A4E2936DD8A8}"/>
              </a:ext>
            </a:extLst>
          </p:cNvPr>
          <p:cNvSpPr>
            <a:spLocks/>
          </p:cNvSpPr>
          <p:nvPr/>
        </p:nvSpPr>
        <p:spPr bwMode="auto">
          <a:xfrm>
            <a:off x="3652492" y="5321654"/>
            <a:ext cx="110957" cy="138616"/>
          </a:xfrm>
          <a:custGeom>
            <a:avLst/>
            <a:gdLst>
              <a:gd name="T0" fmla="*/ 0 w 76"/>
              <a:gd name="T1" fmla="*/ 94 h 94"/>
              <a:gd name="T2" fmla="*/ 76 w 76"/>
              <a:gd name="T3" fmla="*/ 0 h 94"/>
              <a:gd name="T4" fmla="*/ 0 60000 65536"/>
              <a:gd name="T5" fmla="*/ 0 60000 65536"/>
              <a:gd name="T6" fmla="*/ 0 w 76"/>
              <a:gd name="T7" fmla="*/ 0 h 94"/>
              <a:gd name="T8" fmla="*/ 76 w 76"/>
              <a:gd name="T9" fmla="*/ 94 h 9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6" h="94">
                <a:moveTo>
                  <a:pt x="0" y="94"/>
                </a:moveTo>
                <a:lnTo>
                  <a:pt x="76" y="0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9" name="Freeform 43">
            <a:extLst>
              <a:ext uri="{FF2B5EF4-FFF2-40B4-BE49-F238E27FC236}">
                <a16:creationId xmlns:a16="http://schemas.microsoft.com/office/drawing/2014/main" id="{698BCEC3-16FB-314C-831F-6D55ED13B108}"/>
              </a:ext>
            </a:extLst>
          </p:cNvPr>
          <p:cNvSpPr>
            <a:spLocks/>
          </p:cNvSpPr>
          <p:nvPr/>
        </p:nvSpPr>
        <p:spPr bwMode="auto">
          <a:xfrm>
            <a:off x="2446565" y="4767189"/>
            <a:ext cx="367910" cy="168109"/>
          </a:xfrm>
          <a:custGeom>
            <a:avLst/>
            <a:gdLst>
              <a:gd name="T0" fmla="*/ 0 w 252"/>
              <a:gd name="T1" fmla="*/ 114 h 114"/>
              <a:gd name="T2" fmla="*/ 252 w 252"/>
              <a:gd name="T3" fmla="*/ 0 h 114"/>
              <a:gd name="T4" fmla="*/ 0 60000 65536"/>
              <a:gd name="T5" fmla="*/ 0 60000 65536"/>
              <a:gd name="T6" fmla="*/ 0 w 252"/>
              <a:gd name="T7" fmla="*/ 0 h 114"/>
              <a:gd name="T8" fmla="*/ 252 w 252"/>
              <a:gd name="T9" fmla="*/ 114 h 11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52" h="114">
                <a:moveTo>
                  <a:pt x="0" y="114"/>
                </a:moveTo>
                <a:lnTo>
                  <a:pt x="252" y="0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0" name="Freeform 44">
            <a:extLst>
              <a:ext uri="{FF2B5EF4-FFF2-40B4-BE49-F238E27FC236}">
                <a16:creationId xmlns:a16="http://schemas.microsoft.com/office/drawing/2014/main" id="{8CB7EA9B-46A2-DA43-BD84-E5E548E767A3}"/>
              </a:ext>
            </a:extLst>
          </p:cNvPr>
          <p:cNvSpPr>
            <a:spLocks/>
          </p:cNvSpPr>
          <p:nvPr/>
        </p:nvSpPr>
        <p:spPr bwMode="auto">
          <a:xfrm>
            <a:off x="3083108" y="4855667"/>
            <a:ext cx="648222" cy="380458"/>
          </a:xfrm>
          <a:custGeom>
            <a:avLst/>
            <a:gdLst>
              <a:gd name="T0" fmla="*/ 0 w 444"/>
              <a:gd name="T1" fmla="*/ 0 h 258"/>
              <a:gd name="T2" fmla="*/ 444 w 444"/>
              <a:gd name="T3" fmla="*/ 258 h 258"/>
              <a:gd name="T4" fmla="*/ 0 60000 65536"/>
              <a:gd name="T5" fmla="*/ 0 60000 65536"/>
              <a:gd name="T6" fmla="*/ 0 w 444"/>
              <a:gd name="T7" fmla="*/ 0 h 258"/>
              <a:gd name="T8" fmla="*/ 444 w 444"/>
              <a:gd name="T9" fmla="*/ 258 h 25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44" h="258">
                <a:moveTo>
                  <a:pt x="0" y="0"/>
                </a:moveTo>
                <a:lnTo>
                  <a:pt x="444" y="258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1" name="Freeform 45">
            <a:extLst>
              <a:ext uri="{FF2B5EF4-FFF2-40B4-BE49-F238E27FC236}">
                <a16:creationId xmlns:a16="http://schemas.microsoft.com/office/drawing/2014/main" id="{7D4FB268-A169-0F4B-9C84-1ACD0524121A}"/>
              </a:ext>
            </a:extLst>
          </p:cNvPr>
          <p:cNvSpPr>
            <a:spLocks/>
          </p:cNvSpPr>
          <p:nvPr/>
        </p:nvSpPr>
        <p:spPr bwMode="auto">
          <a:xfrm>
            <a:off x="5016095" y="5029675"/>
            <a:ext cx="954814" cy="619350"/>
          </a:xfrm>
          <a:custGeom>
            <a:avLst/>
            <a:gdLst>
              <a:gd name="T0" fmla="*/ 0 w 654"/>
              <a:gd name="T1" fmla="*/ 420 h 420"/>
              <a:gd name="T2" fmla="*/ 654 w 654"/>
              <a:gd name="T3" fmla="*/ 0 h 420"/>
              <a:gd name="T4" fmla="*/ 0 60000 65536"/>
              <a:gd name="T5" fmla="*/ 0 60000 65536"/>
              <a:gd name="T6" fmla="*/ 0 w 654"/>
              <a:gd name="T7" fmla="*/ 0 h 420"/>
              <a:gd name="T8" fmla="*/ 654 w 654"/>
              <a:gd name="T9" fmla="*/ 420 h 42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54" h="420">
                <a:moveTo>
                  <a:pt x="0" y="420"/>
                </a:moveTo>
                <a:lnTo>
                  <a:pt x="654" y="0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2" name="Oval 46">
            <a:extLst>
              <a:ext uri="{FF2B5EF4-FFF2-40B4-BE49-F238E27FC236}">
                <a16:creationId xmlns:a16="http://schemas.microsoft.com/office/drawing/2014/main" id="{77EAE8E4-EF1C-944D-B5DF-947BBACAF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0611" y="4936773"/>
            <a:ext cx="456967" cy="12092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3" name="Line 47">
            <a:extLst>
              <a:ext uri="{FF2B5EF4-FFF2-40B4-BE49-F238E27FC236}">
                <a16:creationId xmlns:a16="http://schemas.microsoft.com/office/drawing/2014/main" id="{7605033D-73A1-924E-99FE-EDD6125246F5}"/>
              </a:ext>
            </a:extLst>
          </p:cNvPr>
          <p:cNvSpPr>
            <a:spLocks noChangeShapeType="1"/>
          </p:cNvSpPr>
          <p:nvPr/>
        </p:nvSpPr>
        <p:spPr bwMode="auto">
          <a:xfrm>
            <a:off x="5890611" y="4924975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4" name="Line 48">
            <a:extLst>
              <a:ext uri="{FF2B5EF4-FFF2-40B4-BE49-F238E27FC236}">
                <a16:creationId xmlns:a16="http://schemas.microsoft.com/office/drawing/2014/main" id="{DBC0B4AB-D0E3-C74F-9785-E25E20C244C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7578" y="4924975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5" name="Rectangle 49">
            <a:extLst>
              <a:ext uri="{FF2B5EF4-FFF2-40B4-BE49-F238E27FC236}">
                <a16:creationId xmlns:a16="http://schemas.microsoft.com/office/drawing/2014/main" id="{592A5C53-BD83-384A-9C2D-08CEEB785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0611" y="4924975"/>
            <a:ext cx="452588" cy="73732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6" name="Oval 50">
            <a:extLst>
              <a:ext uri="{FF2B5EF4-FFF2-40B4-BE49-F238E27FC236}">
                <a16:creationId xmlns:a16="http://schemas.microsoft.com/office/drawing/2014/main" id="{5D02A58E-4F5A-EC40-B29A-0D5700D16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6231" y="4837972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7" name="Rectangle 51">
            <a:extLst>
              <a:ext uri="{FF2B5EF4-FFF2-40B4-BE49-F238E27FC236}">
                <a16:creationId xmlns:a16="http://schemas.microsoft.com/office/drawing/2014/main" id="{A8B4ED51-5EBD-7A42-A070-7C85A13AF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247" y="4857142"/>
            <a:ext cx="205854" cy="179906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8" name="Text Box 52">
            <a:extLst>
              <a:ext uri="{FF2B5EF4-FFF2-40B4-BE49-F238E27FC236}">
                <a16:creationId xmlns:a16="http://schemas.microsoft.com/office/drawing/2014/main" id="{6864AE40-C653-554F-B5F5-7FCE89051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7691" y="4761290"/>
            <a:ext cx="467187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2a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9" name="Text Box 53">
            <a:extLst>
              <a:ext uri="{FF2B5EF4-FFF2-40B4-BE49-F238E27FC236}">
                <a16:creationId xmlns:a16="http://schemas.microsoft.com/office/drawing/2014/main" id="{9674ED05-1E44-A445-B61A-D179B0370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0470" y="5215261"/>
            <a:ext cx="665742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AS3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0" name="Text Box 54">
            <a:extLst>
              <a:ext uri="{FF2B5EF4-FFF2-40B4-BE49-F238E27FC236}">
                <a16:creationId xmlns:a16="http://schemas.microsoft.com/office/drawing/2014/main" id="{005A3212-FAC4-D446-8E0A-533A16ECE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5452" y="5839068"/>
            <a:ext cx="665742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AS1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1" name="Text Box 55">
            <a:extLst>
              <a:ext uri="{FF2B5EF4-FFF2-40B4-BE49-F238E27FC236}">
                <a16:creationId xmlns:a16="http://schemas.microsoft.com/office/drawing/2014/main" id="{7DE50C34-9B18-1849-8D31-CE3E7E2F0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6511" y="5463035"/>
            <a:ext cx="616103" cy="368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AS2</a:t>
            </a:r>
          </a:p>
        </p:txBody>
      </p:sp>
      <p:sp>
        <p:nvSpPr>
          <p:cNvPr id="182" name="Oval 56">
            <a:extLst>
              <a:ext uri="{FF2B5EF4-FFF2-40B4-BE49-F238E27FC236}">
                <a16:creationId xmlns:a16="http://schemas.microsoft.com/office/drawing/2014/main" id="{4CAC6F24-F619-7E4B-9E0A-AF6FB0ECB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0202" y="5545800"/>
            <a:ext cx="456967" cy="11944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3" name="Line 57">
            <a:extLst>
              <a:ext uri="{FF2B5EF4-FFF2-40B4-BE49-F238E27FC236}">
                <a16:creationId xmlns:a16="http://schemas.microsoft.com/office/drawing/2014/main" id="{37706C00-5AFA-4E4F-AEE2-E86CBA64F50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0202" y="5535477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4" name="Line 58">
            <a:extLst>
              <a:ext uri="{FF2B5EF4-FFF2-40B4-BE49-F238E27FC236}">
                <a16:creationId xmlns:a16="http://schemas.microsoft.com/office/drawing/2014/main" id="{F53BFE68-5413-9042-B5B8-E870B9DF06E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8630" y="5535477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5" name="Rectangle 59">
            <a:extLst>
              <a:ext uri="{FF2B5EF4-FFF2-40B4-BE49-F238E27FC236}">
                <a16:creationId xmlns:a16="http://schemas.microsoft.com/office/drawing/2014/main" id="{E66B86FC-0EE6-A646-BA10-BADF35B02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0202" y="5535477"/>
            <a:ext cx="452588" cy="6930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6" name="Oval 60">
            <a:extLst>
              <a:ext uri="{FF2B5EF4-FFF2-40B4-BE49-F238E27FC236}">
                <a16:creationId xmlns:a16="http://schemas.microsoft.com/office/drawing/2014/main" id="{E2C4F48E-C2B7-F040-A479-AD3AA9552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822" y="5455847"/>
            <a:ext cx="456967" cy="14156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7" name="Rectangle 61">
            <a:extLst>
              <a:ext uri="{FF2B5EF4-FFF2-40B4-BE49-F238E27FC236}">
                <a16:creationId xmlns:a16="http://schemas.microsoft.com/office/drawing/2014/main" id="{782B4D58-3187-1646-B67F-4472AD6DF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9919" y="5494187"/>
            <a:ext cx="207314" cy="141566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8" name="Text Box 62">
            <a:extLst>
              <a:ext uri="{FF2B5EF4-FFF2-40B4-BE49-F238E27FC236}">
                <a16:creationId xmlns:a16="http://schemas.microsoft.com/office/drawing/2014/main" id="{CEC455E8-C4B8-6444-936D-9F9CEE323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0202" y="5367368"/>
            <a:ext cx="467187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1a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89" name="Group 63">
            <a:extLst>
              <a:ext uri="{FF2B5EF4-FFF2-40B4-BE49-F238E27FC236}">
                <a16:creationId xmlns:a16="http://schemas.microsoft.com/office/drawing/2014/main" id="{8B168416-DE6F-9546-A33D-5DC186D755BF}"/>
              </a:ext>
            </a:extLst>
          </p:cNvPr>
          <p:cNvGrpSpPr>
            <a:grpSpLocks/>
          </p:cNvGrpSpPr>
          <p:nvPr/>
        </p:nvGrpSpPr>
        <p:grpSpPr bwMode="auto">
          <a:xfrm>
            <a:off x="6394297" y="4593181"/>
            <a:ext cx="461347" cy="396679"/>
            <a:chOff x="4320" y="1936"/>
            <a:chExt cx="316" cy="269"/>
          </a:xfrm>
        </p:grpSpPr>
        <p:sp>
          <p:nvSpPr>
            <p:cNvPr id="242" name="Oval 64">
              <a:extLst>
                <a:ext uri="{FF2B5EF4-FFF2-40B4-BE49-F238E27FC236}">
                  <a16:creationId xmlns:a16="http://schemas.microsoft.com/office/drawing/2014/main" id="{17477FF4-6D5F-744F-A7C6-65D539FF2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3" y="2054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3" name="Line 65">
              <a:extLst>
                <a:ext uri="{FF2B5EF4-FFF2-40B4-BE49-F238E27FC236}">
                  <a16:creationId xmlns:a16="http://schemas.microsoft.com/office/drawing/2014/main" id="{7681775B-D11F-204C-B161-6FEDD63873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3" y="2047"/>
              <a:ext cx="0" cy="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4" name="Line 66">
              <a:extLst>
                <a:ext uri="{FF2B5EF4-FFF2-40B4-BE49-F238E27FC236}">
                  <a16:creationId xmlns:a16="http://schemas.microsoft.com/office/drawing/2014/main" id="{C9C1462B-D75D-9043-BD36-C8666A0E3E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6" y="2047"/>
              <a:ext cx="0" cy="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5" name="Rectangle 67">
              <a:extLst>
                <a:ext uri="{FF2B5EF4-FFF2-40B4-BE49-F238E27FC236}">
                  <a16:creationId xmlns:a16="http://schemas.microsoft.com/office/drawing/2014/main" id="{D2A31C20-F821-2245-A13A-E48BBF035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3" y="2047"/>
              <a:ext cx="310" cy="51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6" name="Oval 68">
              <a:extLst>
                <a:ext uri="{FF2B5EF4-FFF2-40B4-BE49-F238E27FC236}">
                  <a16:creationId xmlns:a16="http://schemas.microsoft.com/office/drawing/2014/main" id="{E3B56467-2A6B-814A-A9D2-32B39DA9E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1988"/>
              <a:ext cx="313" cy="97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7" name="Rectangle 69">
              <a:extLst>
                <a:ext uri="{FF2B5EF4-FFF2-40B4-BE49-F238E27FC236}">
                  <a16:creationId xmlns:a16="http://schemas.microsoft.com/office/drawing/2014/main" id="{4CCA8E7D-2AA0-DB42-8739-0E698AF3E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7" y="2001"/>
              <a:ext cx="141" cy="11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8" name="Text Box 70">
              <a:extLst>
                <a:ext uri="{FF2B5EF4-FFF2-40B4-BE49-F238E27FC236}">
                  <a16:creationId xmlns:a16="http://schemas.microsoft.com/office/drawing/2014/main" id="{B0E12A9A-8AC6-2C4B-B109-A569883BDF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5" y="1936"/>
              <a:ext cx="31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2c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90" name="Group 71">
            <a:extLst>
              <a:ext uri="{FF2B5EF4-FFF2-40B4-BE49-F238E27FC236}">
                <a16:creationId xmlns:a16="http://schemas.microsoft.com/office/drawing/2014/main" id="{21E7E3D0-5FA0-9646-84AD-FC33AA41FD3A}"/>
              </a:ext>
            </a:extLst>
          </p:cNvPr>
          <p:cNvGrpSpPr>
            <a:grpSpLocks/>
          </p:cNvGrpSpPr>
          <p:nvPr/>
        </p:nvGrpSpPr>
        <p:grpSpPr bwMode="auto">
          <a:xfrm>
            <a:off x="6797246" y="4920552"/>
            <a:ext cx="468647" cy="396679"/>
            <a:chOff x="4596" y="2158"/>
            <a:chExt cx="321" cy="269"/>
          </a:xfrm>
        </p:grpSpPr>
        <p:sp>
          <p:nvSpPr>
            <p:cNvPr id="235" name="Oval 72">
              <a:extLst>
                <a:ext uri="{FF2B5EF4-FFF2-40B4-BE49-F238E27FC236}">
                  <a16:creationId xmlns:a16="http://schemas.microsoft.com/office/drawing/2014/main" id="{5608D056-551C-0B44-A60B-A3E90AFB7D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9" y="2276"/>
              <a:ext cx="311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6" name="Line 73">
              <a:extLst>
                <a:ext uri="{FF2B5EF4-FFF2-40B4-BE49-F238E27FC236}">
                  <a16:creationId xmlns:a16="http://schemas.microsoft.com/office/drawing/2014/main" id="{FA977711-B8B6-4247-BDAB-A3001746C4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9" y="2269"/>
              <a:ext cx="0" cy="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7" name="Line 74">
              <a:extLst>
                <a:ext uri="{FF2B5EF4-FFF2-40B4-BE49-F238E27FC236}">
                  <a16:creationId xmlns:a16="http://schemas.microsoft.com/office/drawing/2014/main" id="{6CA75CE1-2E8D-0F48-8641-8C18C90BD8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0" y="2269"/>
              <a:ext cx="0" cy="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8" name="Rectangle 75">
              <a:extLst>
                <a:ext uri="{FF2B5EF4-FFF2-40B4-BE49-F238E27FC236}">
                  <a16:creationId xmlns:a16="http://schemas.microsoft.com/office/drawing/2014/main" id="{4ED73E8C-48F2-3A4F-B322-2CCB3CBA08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9" y="2269"/>
              <a:ext cx="310" cy="51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9" name="Oval 76">
              <a:extLst>
                <a:ext uri="{FF2B5EF4-FFF2-40B4-BE49-F238E27FC236}">
                  <a16:creationId xmlns:a16="http://schemas.microsoft.com/office/drawing/2014/main" id="{6345CAD2-BEAC-0E49-9C80-9EB68603F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6" y="2208"/>
              <a:ext cx="313" cy="97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0" name="Rectangle 77">
              <a:extLst>
                <a:ext uri="{FF2B5EF4-FFF2-40B4-BE49-F238E27FC236}">
                  <a16:creationId xmlns:a16="http://schemas.microsoft.com/office/drawing/2014/main" id="{E1F2376F-3613-4042-A35F-DEE5F89C6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" y="2221"/>
              <a:ext cx="141" cy="11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1" name="Text Box 78">
              <a:extLst>
                <a:ext uri="{FF2B5EF4-FFF2-40B4-BE49-F238E27FC236}">
                  <a16:creationId xmlns:a16="http://schemas.microsoft.com/office/drawing/2014/main" id="{7C2657A7-4F00-3C45-AD0D-9FB7A649BB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8" y="2158"/>
              <a:ext cx="31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2b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91" name="Group 79">
            <a:extLst>
              <a:ext uri="{FF2B5EF4-FFF2-40B4-BE49-F238E27FC236}">
                <a16:creationId xmlns:a16="http://schemas.microsoft.com/office/drawing/2014/main" id="{46AC6AA7-B51A-F140-B460-7AA4784A8771}"/>
              </a:ext>
            </a:extLst>
          </p:cNvPr>
          <p:cNvGrpSpPr>
            <a:grpSpLocks/>
          </p:cNvGrpSpPr>
          <p:nvPr/>
        </p:nvGrpSpPr>
        <p:grpSpPr bwMode="auto">
          <a:xfrm>
            <a:off x="4562047" y="5466169"/>
            <a:ext cx="468647" cy="396679"/>
            <a:chOff x="2015" y="1976"/>
            <a:chExt cx="321" cy="269"/>
          </a:xfrm>
        </p:grpSpPr>
        <p:sp>
          <p:nvSpPr>
            <p:cNvPr id="227" name="Oval 80">
              <a:extLst>
                <a:ext uri="{FF2B5EF4-FFF2-40B4-BE49-F238E27FC236}">
                  <a16:creationId xmlns:a16="http://schemas.microsoft.com/office/drawing/2014/main" id="{F0AF513D-168E-BC43-A87F-98530A7A7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" y="2102"/>
              <a:ext cx="311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8" name="Line 81">
              <a:extLst>
                <a:ext uri="{FF2B5EF4-FFF2-40B4-BE49-F238E27FC236}">
                  <a16:creationId xmlns:a16="http://schemas.microsoft.com/office/drawing/2014/main" id="{98E003C3-39B5-AD4E-B694-FF067F96F0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9" y="209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9" name="Line 82">
              <a:extLst>
                <a:ext uri="{FF2B5EF4-FFF2-40B4-BE49-F238E27FC236}">
                  <a16:creationId xmlns:a16="http://schemas.microsoft.com/office/drawing/2014/main" id="{FD35A7A2-366B-1C41-BFC6-E12754C801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0" y="209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0" name="Rectangle 83">
              <a:extLst>
                <a:ext uri="{FF2B5EF4-FFF2-40B4-BE49-F238E27FC236}">
                  <a16:creationId xmlns:a16="http://schemas.microsoft.com/office/drawing/2014/main" id="{5442F6D1-04E0-A44F-8910-B76948571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" y="2097"/>
              <a:ext cx="310" cy="47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1" name="Oval 84">
              <a:extLst>
                <a:ext uri="{FF2B5EF4-FFF2-40B4-BE49-F238E27FC236}">
                  <a16:creationId xmlns:a16="http://schemas.microsoft.com/office/drawing/2014/main" id="{7CE682FE-3948-5143-B692-07DEF21A92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03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32" name="Group 85">
              <a:extLst>
                <a:ext uri="{FF2B5EF4-FFF2-40B4-BE49-F238E27FC236}">
                  <a16:creationId xmlns:a16="http://schemas.microsoft.com/office/drawing/2014/main" id="{ACD8E934-A29C-E940-B27E-262F5DE7DC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5" y="1976"/>
              <a:ext cx="321" cy="269"/>
              <a:chOff x="2894" y="2425"/>
              <a:chExt cx="328" cy="269"/>
            </a:xfrm>
          </p:grpSpPr>
          <p:sp>
            <p:nvSpPr>
              <p:cNvPr id="233" name="Rectangle 86">
                <a:extLst>
                  <a:ext uri="{FF2B5EF4-FFF2-40B4-BE49-F238E27FC236}">
                    <a16:creationId xmlns:a16="http://schemas.microsoft.com/office/drawing/2014/main" id="{6556355B-9BE3-D746-A820-E89A58911E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4" name="Text Box 87">
                <a:extLst>
                  <a:ext uri="{FF2B5EF4-FFF2-40B4-BE49-F238E27FC236}">
                    <a16:creationId xmlns:a16="http://schemas.microsoft.com/office/drawing/2014/main" id="{87A983D3-02A0-4A4B-A676-14BB88EA31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4" y="2425"/>
                <a:ext cx="328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1b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199" name="Group 99">
            <a:extLst>
              <a:ext uri="{FF2B5EF4-FFF2-40B4-BE49-F238E27FC236}">
                <a16:creationId xmlns:a16="http://schemas.microsoft.com/office/drawing/2014/main" id="{4C6CCD3C-47D1-7847-84AE-9A444B7FD9F9}"/>
              </a:ext>
            </a:extLst>
          </p:cNvPr>
          <p:cNvGrpSpPr>
            <a:grpSpLocks/>
          </p:cNvGrpSpPr>
          <p:nvPr/>
        </p:nvGrpSpPr>
        <p:grpSpPr bwMode="auto">
          <a:xfrm>
            <a:off x="2231951" y="4354289"/>
            <a:ext cx="461347" cy="396679"/>
            <a:chOff x="2016" y="1976"/>
            <a:chExt cx="316" cy="269"/>
          </a:xfrm>
        </p:grpSpPr>
        <p:sp>
          <p:nvSpPr>
            <p:cNvPr id="215" name="Oval 100">
              <a:extLst>
                <a:ext uri="{FF2B5EF4-FFF2-40B4-BE49-F238E27FC236}">
                  <a16:creationId xmlns:a16="http://schemas.microsoft.com/office/drawing/2014/main" id="{9CFFD192-2352-574C-A1F6-73C764467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" y="210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6" name="Line 101">
              <a:extLst>
                <a:ext uri="{FF2B5EF4-FFF2-40B4-BE49-F238E27FC236}">
                  <a16:creationId xmlns:a16="http://schemas.microsoft.com/office/drawing/2014/main" id="{AA179453-C4E3-E244-B9A9-11831D8261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9" y="209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7" name="Line 102">
              <a:extLst>
                <a:ext uri="{FF2B5EF4-FFF2-40B4-BE49-F238E27FC236}">
                  <a16:creationId xmlns:a16="http://schemas.microsoft.com/office/drawing/2014/main" id="{1CE386C9-63A7-F044-A083-5284BFD154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2" y="209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8" name="Rectangle 103">
              <a:extLst>
                <a:ext uri="{FF2B5EF4-FFF2-40B4-BE49-F238E27FC236}">
                  <a16:creationId xmlns:a16="http://schemas.microsoft.com/office/drawing/2014/main" id="{50227DAD-D708-784A-BD13-83429F1C25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" y="2095"/>
              <a:ext cx="310" cy="50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9" name="Oval 104">
              <a:extLst>
                <a:ext uri="{FF2B5EF4-FFF2-40B4-BE49-F238E27FC236}">
                  <a16:creationId xmlns:a16="http://schemas.microsoft.com/office/drawing/2014/main" id="{6DA156B1-5FE9-414A-BB48-46A4A52B9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037"/>
              <a:ext cx="313" cy="94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20" name="Group 105">
              <a:extLst>
                <a:ext uri="{FF2B5EF4-FFF2-40B4-BE49-F238E27FC236}">
                  <a16:creationId xmlns:a16="http://schemas.microsoft.com/office/drawing/2014/main" id="{80512439-7B6B-C54B-82D0-66D0AB25D2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20" y="1976"/>
              <a:ext cx="308" cy="269"/>
              <a:chOff x="2899" y="2425"/>
              <a:chExt cx="315" cy="269"/>
            </a:xfrm>
          </p:grpSpPr>
          <p:sp>
            <p:nvSpPr>
              <p:cNvPr id="221" name="Rectangle 106">
                <a:extLst>
                  <a:ext uri="{FF2B5EF4-FFF2-40B4-BE49-F238E27FC236}">
                    <a16:creationId xmlns:a16="http://schemas.microsoft.com/office/drawing/2014/main" id="{91098A50-7FC0-CB4E-9B97-2D7AE96D06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2" name="Text Box 107">
                <a:extLst>
                  <a:ext uri="{FF2B5EF4-FFF2-40B4-BE49-F238E27FC236}">
                    <a16:creationId xmlns:a16="http://schemas.microsoft.com/office/drawing/2014/main" id="{FBCF2ABD-1064-2947-85B9-C0D4E2616D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9" y="2425"/>
                <a:ext cx="315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3c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sp>
        <p:nvSpPr>
          <p:cNvPr id="200" name="Line 108">
            <a:extLst>
              <a:ext uri="{FF2B5EF4-FFF2-40B4-BE49-F238E27FC236}">
                <a16:creationId xmlns:a16="http://schemas.microsoft.com/office/drawing/2014/main" id="{47A25237-349D-A842-8706-F347B24345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66990" y="4669862"/>
            <a:ext cx="90518" cy="15926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1" name="Line 109">
            <a:extLst>
              <a:ext uri="{FF2B5EF4-FFF2-40B4-BE49-F238E27FC236}">
                <a16:creationId xmlns:a16="http://schemas.microsoft.com/office/drawing/2014/main" id="{6A3F47BD-80C7-0747-85CB-F22F1B79270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8783" y="4737696"/>
            <a:ext cx="211694" cy="16221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2" name="Line 110">
            <a:extLst>
              <a:ext uri="{FF2B5EF4-FFF2-40B4-BE49-F238E27FC236}">
                <a16:creationId xmlns:a16="http://schemas.microsoft.com/office/drawing/2014/main" id="{6CB9126B-13F6-7D4E-B1DD-C7EB25541B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47302" y="4214198"/>
            <a:ext cx="198555" cy="22414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3" name="Line 111">
            <a:extLst>
              <a:ext uri="{FF2B5EF4-FFF2-40B4-BE49-F238E27FC236}">
                <a16:creationId xmlns:a16="http://schemas.microsoft.com/office/drawing/2014/main" id="{22C33C4C-9469-EC40-8CEF-2C586DEC66C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9974" y="4200926"/>
            <a:ext cx="175195" cy="26248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4" name="Line 112">
            <a:extLst>
              <a:ext uri="{FF2B5EF4-FFF2-40B4-BE49-F238E27FC236}">
                <a16:creationId xmlns:a16="http://schemas.microsoft.com/office/drawing/2014/main" id="{4C48EF93-B210-4F4B-9854-165045A32F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03547" y="4338068"/>
            <a:ext cx="102197" cy="30377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5" name="Line 113">
            <a:extLst>
              <a:ext uri="{FF2B5EF4-FFF2-40B4-BE49-F238E27FC236}">
                <a16:creationId xmlns:a16="http://schemas.microsoft.com/office/drawing/2014/main" id="{EBEA8126-4CF3-3A41-ABAC-D142E166341E}"/>
              </a:ext>
            </a:extLst>
          </p:cNvPr>
          <p:cNvSpPr>
            <a:spLocks noChangeShapeType="1"/>
          </p:cNvSpPr>
          <p:nvPr/>
        </p:nvSpPr>
        <p:spPr bwMode="auto">
          <a:xfrm>
            <a:off x="7246913" y="5100458"/>
            <a:ext cx="32411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6" name="Line 114">
            <a:extLst>
              <a:ext uri="{FF2B5EF4-FFF2-40B4-BE49-F238E27FC236}">
                <a16:creationId xmlns:a16="http://schemas.microsoft.com/office/drawing/2014/main" id="{9F42B725-C1EB-5648-AA83-55F576D99A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60776" y="4638895"/>
            <a:ext cx="382509" cy="37455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7" name="Line 115">
            <a:extLst>
              <a:ext uri="{FF2B5EF4-FFF2-40B4-BE49-F238E27FC236}">
                <a16:creationId xmlns:a16="http://schemas.microsoft.com/office/drawing/2014/main" id="{257DE23D-92D6-6B48-8933-BB087A4B7F3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56338" y="4388206"/>
            <a:ext cx="185415" cy="29787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8" name="Line 116">
            <a:extLst>
              <a:ext uri="{FF2B5EF4-FFF2-40B4-BE49-F238E27FC236}">
                <a16:creationId xmlns:a16="http://schemas.microsoft.com/office/drawing/2014/main" id="{3008FEDF-B989-AD47-B8DC-811C63A78E6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00830" y="4538619"/>
            <a:ext cx="198555" cy="27280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9" name="Line 117">
            <a:extLst>
              <a:ext uri="{FF2B5EF4-FFF2-40B4-BE49-F238E27FC236}">
                <a16:creationId xmlns:a16="http://schemas.microsoft.com/office/drawing/2014/main" id="{7072AB1C-E687-5F42-AD97-F842F241CC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41506" y="5637228"/>
            <a:ext cx="197095" cy="17253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10" name="Line 118">
            <a:extLst>
              <a:ext uri="{FF2B5EF4-FFF2-40B4-BE49-F238E27FC236}">
                <a16:creationId xmlns:a16="http://schemas.microsoft.com/office/drawing/2014/main" id="{368439BD-38EC-0F4F-AB79-71712E1AE09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091868" y="5488289"/>
            <a:ext cx="185415" cy="1179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11" name="Line 119">
            <a:extLst>
              <a:ext uri="{FF2B5EF4-FFF2-40B4-BE49-F238E27FC236}">
                <a16:creationId xmlns:a16="http://schemas.microsoft.com/office/drawing/2014/main" id="{05F4047A-FA71-B345-8F4D-7557CE9C31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87517" y="5887917"/>
            <a:ext cx="309511" cy="2212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12" name="Line 120">
            <a:extLst>
              <a:ext uri="{FF2B5EF4-FFF2-40B4-BE49-F238E27FC236}">
                <a16:creationId xmlns:a16="http://schemas.microsoft.com/office/drawing/2014/main" id="{00691E04-3135-5045-8A22-A3445401A5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2677" y="5212531"/>
            <a:ext cx="334331" cy="1474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13" name="Line 121">
            <a:extLst>
              <a:ext uri="{FF2B5EF4-FFF2-40B4-BE49-F238E27FC236}">
                <a16:creationId xmlns:a16="http://schemas.microsoft.com/office/drawing/2014/main" id="{C2D8B9BD-B900-B448-8B0A-9B6A048DBB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9879" y="5762572"/>
            <a:ext cx="173735" cy="16221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14" name="Line 122">
            <a:extLst>
              <a:ext uri="{FF2B5EF4-FFF2-40B4-BE49-F238E27FC236}">
                <a16:creationId xmlns:a16="http://schemas.microsoft.com/office/drawing/2014/main" id="{EA45D5A9-0BF3-874E-B10C-996FD8308B6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6178" y="5324603"/>
            <a:ext cx="211694" cy="11059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AA6A0761-EFD0-B448-950E-18DB9794940F}"/>
              </a:ext>
            </a:extLst>
          </p:cNvPr>
          <p:cNvGrpSpPr/>
          <p:nvPr/>
        </p:nvGrpSpPr>
        <p:grpSpPr>
          <a:xfrm>
            <a:off x="1778696" y="3924256"/>
            <a:ext cx="5968456" cy="2124592"/>
            <a:chOff x="3175544" y="3748892"/>
            <a:chExt cx="5968456" cy="2124592"/>
          </a:xfrm>
        </p:grpSpPr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759DD332-1646-744E-B0B3-D290BCF0ED64}"/>
                </a:ext>
              </a:extLst>
            </p:cNvPr>
            <p:cNvGrpSpPr/>
            <p:nvPr/>
          </p:nvGrpSpPr>
          <p:grpSpPr>
            <a:xfrm>
              <a:off x="3175544" y="3748892"/>
              <a:ext cx="1609399" cy="1316010"/>
              <a:chOff x="3188070" y="3748892"/>
              <a:chExt cx="1609399" cy="1316010"/>
            </a:xfrm>
          </p:grpSpPr>
          <p:sp>
            <p:nvSpPr>
              <p:cNvPr id="253" name="Freeform 4">
                <a:extLst>
                  <a:ext uri="{FF2B5EF4-FFF2-40B4-BE49-F238E27FC236}">
                    <a16:creationId xmlns:a16="http://schemas.microsoft.com/office/drawing/2014/main" id="{B1786030-A05C-3C4B-90A8-A5DA8E6735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8070" y="3748892"/>
                <a:ext cx="1609399" cy="1316010"/>
              </a:xfrm>
              <a:custGeom>
                <a:avLst/>
                <a:gdLst>
                  <a:gd name="T0" fmla="*/ 134 w 1198"/>
                  <a:gd name="T1" fmla="*/ 270558 h 451"/>
                  <a:gd name="T2" fmla="*/ 273 w 1198"/>
                  <a:gd name="T3" fmla="*/ 132828 h 451"/>
                  <a:gd name="T4" fmla="*/ 679 w 1198"/>
                  <a:gd name="T5" fmla="*/ 73044 h 451"/>
                  <a:gd name="T6" fmla="*/ 1501 w 1198"/>
                  <a:gd name="T7" fmla="*/ 37135 h 451"/>
                  <a:gd name="T8" fmla="*/ 1796 w 1198"/>
                  <a:gd name="T9" fmla="*/ 294460 h 451"/>
                  <a:gd name="T10" fmla="*/ 1350 w 1198"/>
                  <a:gd name="T11" fmla="*/ 616944 h 451"/>
                  <a:gd name="T12" fmla="*/ 466 w 1198"/>
                  <a:gd name="T13" fmla="*/ 634874 h 451"/>
                  <a:gd name="T14" fmla="*/ 54 w 1198"/>
                  <a:gd name="T15" fmla="*/ 503524 h 451"/>
                  <a:gd name="T16" fmla="*/ 134 w 1198"/>
                  <a:gd name="T17" fmla="*/ 270558 h 45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198"/>
                  <a:gd name="T28" fmla="*/ 0 h 451"/>
                  <a:gd name="T29" fmla="*/ 1198 w 1198"/>
                  <a:gd name="T30" fmla="*/ 451 h 45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198" h="451">
                    <a:moveTo>
                      <a:pt x="88" y="181"/>
                    </a:moveTo>
                    <a:cubicBezTo>
                      <a:pt x="159" y="143"/>
                      <a:pt x="120" y="111"/>
                      <a:pt x="180" y="89"/>
                    </a:cubicBezTo>
                    <a:cubicBezTo>
                      <a:pt x="240" y="67"/>
                      <a:pt x="313" y="60"/>
                      <a:pt x="448" y="49"/>
                    </a:cubicBezTo>
                    <a:cubicBezTo>
                      <a:pt x="583" y="38"/>
                      <a:pt x="866" y="0"/>
                      <a:pt x="988" y="25"/>
                    </a:cubicBezTo>
                    <a:cubicBezTo>
                      <a:pt x="1110" y="50"/>
                      <a:pt x="1198" y="132"/>
                      <a:pt x="1181" y="197"/>
                    </a:cubicBezTo>
                    <a:cubicBezTo>
                      <a:pt x="1164" y="262"/>
                      <a:pt x="1034" y="375"/>
                      <a:pt x="889" y="413"/>
                    </a:cubicBezTo>
                    <a:cubicBezTo>
                      <a:pt x="744" y="451"/>
                      <a:pt x="449" y="438"/>
                      <a:pt x="307" y="425"/>
                    </a:cubicBezTo>
                    <a:cubicBezTo>
                      <a:pt x="165" y="412"/>
                      <a:pt x="72" y="378"/>
                      <a:pt x="36" y="337"/>
                    </a:cubicBezTo>
                    <a:cubicBezTo>
                      <a:pt x="0" y="296"/>
                      <a:pt x="77" y="213"/>
                      <a:pt x="88" y="181"/>
                    </a:cubicBezTo>
                    <a:close/>
                  </a:path>
                </a:pathLst>
              </a:custGeom>
              <a:gradFill>
                <a:gsLst>
                  <a:gs pos="24000">
                    <a:schemeClr val="bg1"/>
                  </a:gs>
                  <a:gs pos="99000">
                    <a:schemeClr val="bg1">
                      <a:alpha val="6700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263" name="Group 262">
                <a:extLst>
                  <a:ext uri="{FF2B5EF4-FFF2-40B4-BE49-F238E27FC236}">
                    <a16:creationId xmlns:a16="http://schemas.microsoft.com/office/drawing/2014/main" id="{2A2171EC-FE7C-D541-B23A-F748C585D569}"/>
                  </a:ext>
                </a:extLst>
              </p:cNvPr>
              <p:cNvGrpSpPr/>
              <p:nvPr/>
            </p:nvGrpSpPr>
            <p:grpSpPr>
              <a:xfrm>
                <a:off x="3323010" y="3984960"/>
                <a:ext cx="1290181" cy="895439"/>
                <a:chOff x="2145563" y="2093530"/>
                <a:chExt cx="1290181" cy="895439"/>
              </a:xfrm>
            </p:grpSpPr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6723594D-379C-E642-A5A9-5C895D3CFBCB}"/>
                    </a:ext>
                  </a:extLst>
                </p:cNvPr>
                <p:cNvSpPr txBox="1"/>
                <p:nvPr/>
              </p:nvSpPr>
              <p:spPr>
                <a:xfrm>
                  <a:off x="2307787" y="2257804"/>
                  <a:ext cx="1017010" cy="6178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>
                    <a:lnSpc>
                      <a:spcPct val="85000"/>
                    </a:lnSpc>
                  </a:pPr>
                  <a:r>
                    <a:rPr lang="en-US" sz="2000" dirty="0">
                      <a:solidFill>
                        <a:srgbClr val="0000A8"/>
                      </a:solidFill>
                    </a:rPr>
                    <a:t>intra-AS</a:t>
                  </a:r>
                </a:p>
                <a:p>
                  <a:pPr algn="ctr">
                    <a:lnSpc>
                      <a:spcPct val="85000"/>
                    </a:lnSpc>
                  </a:pPr>
                  <a:r>
                    <a:rPr lang="en-US" sz="2000" dirty="0">
                      <a:solidFill>
                        <a:srgbClr val="0000A8"/>
                      </a:solidFill>
                    </a:rPr>
                    <a:t>routing</a:t>
                  </a:r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2472BBF8-088B-A449-9470-EBB3D14828B2}"/>
                    </a:ext>
                  </a:extLst>
                </p:cNvPr>
                <p:cNvSpPr/>
                <p:nvPr/>
              </p:nvSpPr>
              <p:spPr>
                <a:xfrm>
                  <a:off x="2145563" y="2093530"/>
                  <a:ext cx="1290181" cy="864296"/>
                </a:xfrm>
                <a:prstGeom prst="ellipse">
                  <a:avLst/>
                </a:prstGeom>
                <a:noFill/>
                <a:ln w="3810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6" name="Rectangle 255">
                  <a:extLst>
                    <a:ext uri="{FF2B5EF4-FFF2-40B4-BE49-F238E27FC236}">
                      <a16:creationId xmlns:a16="http://schemas.microsoft.com/office/drawing/2014/main" id="{0100B31F-13F0-1E46-B425-81FB4EF4CED2}"/>
                    </a:ext>
                  </a:extLst>
                </p:cNvPr>
                <p:cNvSpPr/>
                <p:nvPr/>
              </p:nvSpPr>
              <p:spPr>
                <a:xfrm>
                  <a:off x="2417523" y="2844399"/>
                  <a:ext cx="776614" cy="14457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58" name="Straight Arrow Connector 257">
                  <a:extLst>
                    <a:ext uri="{FF2B5EF4-FFF2-40B4-BE49-F238E27FC236}">
                      <a16:creationId xmlns:a16="http://schemas.microsoft.com/office/drawing/2014/main" id="{E47A0939-C51B-A042-A7CC-F4275B6133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11009" y="2833557"/>
                  <a:ext cx="138182" cy="97585"/>
                </a:xfrm>
                <a:prstGeom prst="straightConnector1">
                  <a:avLst/>
                </a:prstGeom>
                <a:ln w="38100">
                  <a:solidFill>
                    <a:srgbClr val="0000A8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F59F95CB-2AFB-954F-A034-BBA60D5D4EF0}"/>
                </a:ext>
              </a:extLst>
            </p:cNvPr>
            <p:cNvGrpSpPr/>
            <p:nvPr/>
          </p:nvGrpSpPr>
          <p:grpSpPr>
            <a:xfrm>
              <a:off x="4345585" y="4779701"/>
              <a:ext cx="2744147" cy="1093783"/>
              <a:chOff x="4345585" y="4779701"/>
              <a:chExt cx="2744147" cy="1093783"/>
            </a:xfrm>
          </p:grpSpPr>
          <p:sp>
            <p:nvSpPr>
              <p:cNvPr id="254" name="Freeform 5">
                <a:extLst>
                  <a:ext uri="{FF2B5EF4-FFF2-40B4-BE49-F238E27FC236}">
                    <a16:creationId xmlns:a16="http://schemas.microsoft.com/office/drawing/2014/main" id="{0F89B688-4E67-2344-8F6E-D25D73FDDC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5585" y="4779701"/>
                <a:ext cx="2744147" cy="1093783"/>
              </a:xfrm>
              <a:custGeom>
                <a:avLst/>
                <a:gdLst>
                  <a:gd name="T0" fmla="*/ 1319 w 1583"/>
                  <a:gd name="T1" fmla="*/ 862 h 682"/>
                  <a:gd name="T2" fmla="*/ 3445 w 1583"/>
                  <a:gd name="T3" fmla="*/ 285 h 682"/>
                  <a:gd name="T4" fmla="*/ 6645 w 1583"/>
                  <a:gd name="T5" fmla="*/ 77 h 682"/>
                  <a:gd name="T6" fmla="*/ 9794 w 1583"/>
                  <a:gd name="T7" fmla="*/ 744 h 682"/>
                  <a:gd name="T8" fmla="*/ 13238 w 1583"/>
                  <a:gd name="T9" fmla="*/ 1642 h 682"/>
                  <a:gd name="T10" fmla="*/ 10773 w 1583"/>
                  <a:gd name="T11" fmla="*/ 2476 h 682"/>
                  <a:gd name="T12" fmla="*/ 5844 w 1583"/>
                  <a:gd name="T13" fmla="*/ 2523 h 682"/>
                  <a:gd name="T14" fmla="*/ 751 w 1583"/>
                  <a:gd name="T15" fmla="*/ 2291 h 682"/>
                  <a:gd name="T16" fmla="*/ 1319 w 1583"/>
                  <a:gd name="T17" fmla="*/ 862 h 68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583"/>
                  <a:gd name="T28" fmla="*/ 0 h 682"/>
                  <a:gd name="T29" fmla="*/ 1583 w 1583"/>
                  <a:gd name="T30" fmla="*/ 682 h 68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583" h="682">
                    <a:moveTo>
                      <a:pt x="155" y="224"/>
                    </a:moveTo>
                    <a:cubicBezTo>
                      <a:pt x="208" y="137"/>
                      <a:pt x="302" y="108"/>
                      <a:pt x="407" y="74"/>
                    </a:cubicBezTo>
                    <a:cubicBezTo>
                      <a:pt x="512" y="40"/>
                      <a:pt x="660" y="0"/>
                      <a:pt x="785" y="20"/>
                    </a:cubicBezTo>
                    <a:cubicBezTo>
                      <a:pt x="910" y="40"/>
                      <a:pt x="1027" y="126"/>
                      <a:pt x="1157" y="194"/>
                    </a:cubicBezTo>
                    <a:cubicBezTo>
                      <a:pt x="1287" y="262"/>
                      <a:pt x="1545" y="353"/>
                      <a:pt x="1564" y="428"/>
                    </a:cubicBezTo>
                    <a:cubicBezTo>
                      <a:pt x="1583" y="503"/>
                      <a:pt x="1417" y="606"/>
                      <a:pt x="1272" y="644"/>
                    </a:cubicBezTo>
                    <a:cubicBezTo>
                      <a:pt x="1127" y="682"/>
                      <a:pt x="887" y="664"/>
                      <a:pt x="690" y="656"/>
                    </a:cubicBezTo>
                    <a:cubicBezTo>
                      <a:pt x="493" y="648"/>
                      <a:pt x="178" y="668"/>
                      <a:pt x="89" y="596"/>
                    </a:cubicBezTo>
                    <a:cubicBezTo>
                      <a:pt x="0" y="524"/>
                      <a:pt x="102" y="311"/>
                      <a:pt x="155" y="224"/>
                    </a:cubicBezTo>
                    <a:close/>
                  </a:path>
                </a:pathLst>
              </a:custGeom>
              <a:gradFill flip="none" rotWithShape="1">
                <a:gsLst>
                  <a:gs pos="20000">
                    <a:schemeClr val="bg1"/>
                  </a:gs>
                  <a:gs pos="99000">
                    <a:schemeClr val="bg1">
                      <a:alpha val="73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267" name="Group 266">
                <a:extLst>
                  <a:ext uri="{FF2B5EF4-FFF2-40B4-BE49-F238E27FC236}">
                    <a16:creationId xmlns:a16="http://schemas.microsoft.com/office/drawing/2014/main" id="{48016CA7-C957-1C4D-A120-A23AF9524D91}"/>
                  </a:ext>
                </a:extLst>
              </p:cNvPr>
              <p:cNvGrpSpPr/>
              <p:nvPr/>
            </p:nvGrpSpPr>
            <p:grpSpPr>
              <a:xfrm>
                <a:off x="4915903" y="4888922"/>
                <a:ext cx="1290181" cy="895439"/>
                <a:chOff x="2158089" y="2093530"/>
                <a:chExt cx="1290181" cy="895439"/>
              </a:xfrm>
            </p:grpSpPr>
            <p:sp>
              <p:nvSpPr>
                <p:cNvPr id="268" name="TextBox 267">
                  <a:extLst>
                    <a:ext uri="{FF2B5EF4-FFF2-40B4-BE49-F238E27FC236}">
                      <a16:creationId xmlns:a16="http://schemas.microsoft.com/office/drawing/2014/main" id="{3AB46CFF-D2D9-204B-8D26-6EBD60AC189A}"/>
                    </a:ext>
                  </a:extLst>
                </p:cNvPr>
                <p:cNvSpPr txBox="1"/>
                <p:nvPr/>
              </p:nvSpPr>
              <p:spPr>
                <a:xfrm>
                  <a:off x="2307787" y="2257804"/>
                  <a:ext cx="1017010" cy="6178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>
                    <a:lnSpc>
                      <a:spcPct val="85000"/>
                    </a:lnSpc>
                  </a:pPr>
                  <a:r>
                    <a:rPr lang="en-US" sz="2000" dirty="0">
                      <a:solidFill>
                        <a:srgbClr val="0000A8"/>
                      </a:solidFill>
                    </a:rPr>
                    <a:t>intra-AS</a:t>
                  </a:r>
                </a:p>
                <a:p>
                  <a:pPr algn="ctr">
                    <a:lnSpc>
                      <a:spcPct val="85000"/>
                    </a:lnSpc>
                  </a:pPr>
                  <a:r>
                    <a:rPr lang="en-US" sz="2000" dirty="0">
                      <a:solidFill>
                        <a:srgbClr val="0000A8"/>
                      </a:solidFill>
                    </a:rPr>
                    <a:t>routing</a:t>
                  </a:r>
                </a:p>
              </p:txBody>
            </p:sp>
            <p:sp>
              <p:nvSpPr>
                <p:cNvPr id="269" name="Oval 268">
                  <a:extLst>
                    <a:ext uri="{FF2B5EF4-FFF2-40B4-BE49-F238E27FC236}">
                      <a16:creationId xmlns:a16="http://schemas.microsoft.com/office/drawing/2014/main" id="{62F828E9-D5D5-A845-92F1-06245C1556E7}"/>
                    </a:ext>
                  </a:extLst>
                </p:cNvPr>
                <p:cNvSpPr/>
                <p:nvPr/>
              </p:nvSpPr>
              <p:spPr>
                <a:xfrm>
                  <a:off x="2158089" y="2093530"/>
                  <a:ext cx="1290181" cy="864296"/>
                </a:xfrm>
                <a:prstGeom prst="ellipse">
                  <a:avLst/>
                </a:prstGeom>
                <a:noFill/>
                <a:ln w="3810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70" name="Rectangle 269">
                  <a:extLst>
                    <a:ext uri="{FF2B5EF4-FFF2-40B4-BE49-F238E27FC236}">
                      <a16:creationId xmlns:a16="http://schemas.microsoft.com/office/drawing/2014/main" id="{DF703CA7-434F-3941-821C-59863FBA7287}"/>
                    </a:ext>
                  </a:extLst>
                </p:cNvPr>
                <p:cNvSpPr/>
                <p:nvPr/>
              </p:nvSpPr>
              <p:spPr>
                <a:xfrm>
                  <a:off x="2417523" y="2844399"/>
                  <a:ext cx="776614" cy="14457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71" name="Straight Arrow Connector 270">
                  <a:extLst>
                    <a:ext uri="{FF2B5EF4-FFF2-40B4-BE49-F238E27FC236}">
                      <a16:creationId xmlns:a16="http://schemas.microsoft.com/office/drawing/2014/main" id="{4E454930-4E41-434B-860E-CAB25B708B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11009" y="2833557"/>
                  <a:ext cx="138182" cy="97585"/>
                </a:xfrm>
                <a:prstGeom prst="straightConnector1">
                  <a:avLst/>
                </a:prstGeom>
                <a:ln w="38100">
                  <a:solidFill>
                    <a:srgbClr val="0000A8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81" name="Group 280">
              <a:extLst>
                <a:ext uri="{FF2B5EF4-FFF2-40B4-BE49-F238E27FC236}">
                  <a16:creationId xmlns:a16="http://schemas.microsoft.com/office/drawing/2014/main" id="{E2F34647-CA92-A545-AFCE-B82A0FF135E5}"/>
                </a:ext>
              </a:extLst>
            </p:cNvPr>
            <p:cNvGrpSpPr/>
            <p:nvPr/>
          </p:nvGrpSpPr>
          <p:grpSpPr>
            <a:xfrm>
              <a:off x="6989573" y="3977477"/>
              <a:ext cx="2154427" cy="1384541"/>
              <a:chOff x="6989573" y="3977477"/>
              <a:chExt cx="2154427" cy="1384541"/>
            </a:xfrm>
          </p:grpSpPr>
          <p:sp>
            <p:nvSpPr>
              <p:cNvPr id="255" name="Freeform 3">
                <a:extLst>
                  <a:ext uri="{FF2B5EF4-FFF2-40B4-BE49-F238E27FC236}">
                    <a16:creationId xmlns:a16="http://schemas.microsoft.com/office/drawing/2014/main" id="{1536733F-1420-C242-99F9-B2C1A846C6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89573" y="3977477"/>
                <a:ext cx="2154427" cy="1384541"/>
              </a:xfrm>
              <a:custGeom>
                <a:avLst/>
                <a:gdLst>
                  <a:gd name="T0" fmla="*/ 1063 w 1162"/>
                  <a:gd name="T1" fmla="*/ 49351 h 543"/>
                  <a:gd name="T2" fmla="*/ 6960 w 1162"/>
                  <a:gd name="T3" fmla="*/ 4162 h 543"/>
                  <a:gd name="T4" fmla="*/ 17785 w 1162"/>
                  <a:gd name="T5" fmla="*/ 23973 h 543"/>
                  <a:gd name="T6" fmla="*/ 21649 w 1162"/>
                  <a:gd name="T7" fmla="*/ 72662 h 543"/>
                  <a:gd name="T8" fmla="*/ 19828 w 1162"/>
                  <a:gd name="T9" fmla="*/ 137161 h 543"/>
                  <a:gd name="T10" fmla="*/ 11083 w 1162"/>
                  <a:gd name="T11" fmla="*/ 164591 h 543"/>
                  <a:gd name="T12" fmla="*/ 1657 w 1162"/>
                  <a:gd name="T13" fmla="*/ 133650 h 543"/>
                  <a:gd name="T14" fmla="*/ 1063 w 1162"/>
                  <a:gd name="T15" fmla="*/ 49351 h 54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162"/>
                  <a:gd name="T25" fmla="*/ 0 h 543"/>
                  <a:gd name="T26" fmla="*/ 1162 w 1162"/>
                  <a:gd name="T27" fmla="*/ 543 h 54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162" h="543">
                    <a:moveTo>
                      <a:pt x="56" y="162"/>
                    </a:moveTo>
                    <a:cubicBezTo>
                      <a:pt x="115" y="100"/>
                      <a:pt x="221" y="28"/>
                      <a:pt x="368" y="14"/>
                    </a:cubicBezTo>
                    <a:cubicBezTo>
                      <a:pt x="515" y="0"/>
                      <a:pt x="811" y="42"/>
                      <a:pt x="940" y="79"/>
                    </a:cubicBezTo>
                    <a:cubicBezTo>
                      <a:pt x="1069" y="116"/>
                      <a:pt x="1126" y="177"/>
                      <a:pt x="1144" y="239"/>
                    </a:cubicBezTo>
                    <a:cubicBezTo>
                      <a:pt x="1162" y="301"/>
                      <a:pt x="1141" y="401"/>
                      <a:pt x="1048" y="451"/>
                    </a:cubicBezTo>
                    <a:cubicBezTo>
                      <a:pt x="955" y="501"/>
                      <a:pt x="746" y="543"/>
                      <a:pt x="586" y="541"/>
                    </a:cubicBezTo>
                    <a:cubicBezTo>
                      <a:pt x="426" y="539"/>
                      <a:pt x="176" y="502"/>
                      <a:pt x="88" y="439"/>
                    </a:cubicBezTo>
                    <a:cubicBezTo>
                      <a:pt x="0" y="376"/>
                      <a:pt x="63" y="220"/>
                      <a:pt x="56" y="162"/>
                    </a:cubicBezTo>
                    <a:close/>
                  </a:path>
                </a:pathLst>
              </a:custGeom>
              <a:gradFill>
                <a:gsLst>
                  <a:gs pos="24000">
                    <a:schemeClr val="bg1"/>
                  </a:gs>
                  <a:gs pos="99000">
                    <a:schemeClr val="bg1">
                      <a:alpha val="6700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276" name="Group 275">
                <a:extLst>
                  <a:ext uri="{FF2B5EF4-FFF2-40B4-BE49-F238E27FC236}">
                    <a16:creationId xmlns:a16="http://schemas.microsoft.com/office/drawing/2014/main" id="{92ED2415-587F-4B43-864E-2DFBFD8318B6}"/>
                  </a:ext>
                </a:extLst>
              </p:cNvPr>
              <p:cNvGrpSpPr/>
              <p:nvPr/>
            </p:nvGrpSpPr>
            <p:grpSpPr>
              <a:xfrm>
                <a:off x="7396057" y="4300199"/>
                <a:ext cx="1290181" cy="895439"/>
                <a:chOff x="2158089" y="2093530"/>
                <a:chExt cx="1290181" cy="895439"/>
              </a:xfrm>
            </p:grpSpPr>
            <p:sp>
              <p:nvSpPr>
                <p:cNvPr id="277" name="TextBox 276">
                  <a:extLst>
                    <a:ext uri="{FF2B5EF4-FFF2-40B4-BE49-F238E27FC236}">
                      <a16:creationId xmlns:a16="http://schemas.microsoft.com/office/drawing/2014/main" id="{5E266E0C-04F2-274C-A906-0CE2714D9E26}"/>
                    </a:ext>
                  </a:extLst>
                </p:cNvPr>
                <p:cNvSpPr txBox="1"/>
                <p:nvPr/>
              </p:nvSpPr>
              <p:spPr>
                <a:xfrm>
                  <a:off x="2307787" y="2257804"/>
                  <a:ext cx="1017010" cy="6178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>
                    <a:lnSpc>
                      <a:spcPct val="85000"/>
                    </a:lnSpc>
                  </a:pPr>
                  <a:r>
                    <a:rPr lang="en-US" sz="2000" dirty="0">
                      <a:solidFill>
                        <a:srgbClr val="0000A8"/>
                      </a:solidFill>
                    </a:rPr>
                    <a:t>intra-AS</a:t>
                  </a:r>
                </a:p>
                <a:p>
                  <a:pPr algn="ctr">
                    <a:lnSpc>
                      <a:spcPct val="85000"/>
                    </a:lnSpc>
                  </a:pPr>
                  <a:r>
                    <a:rPr lang="en-US" sz="2000" dirty="0">
                      <a:solidFill>
                        <a:srgbClr val="0000A8"/>
                      </a:solidFill>
                    </a:rPr>
                    <a:t>routing</a:t>
                  </a:r>
                </a:p>
              </p:txBody>
            </p:sp>
            <p:sp>
              <p:nvSpPr>
                <p:cNvPr id="278" name="Oval 277">
                  <a:extLst>
                    <a:ext uri="{FF2B5EF4-FFF2-40B4-BE49-F238E27FC236}">
                      <a16:creationId xmlns:a16="http://schemas.microsoft.com/office/drawing/2014/main" id="{AF109F00-AEAA-434C-BBF7-9540A765DEAD}"/>
                    </a:ext>
                  </a:extLst>
                </p:cNvPr>
                <p:cNvSpPr/>
                <p:nvPr/>
              </p:nvSpPr>
              <p:spPr>
                <a:xfrm>
                  <a:off x="2158089" y="2093530"/>
                  <a:ext cx="1290181" cy="864296"/>
                </a:xfrm>
                <a:prstGeom prst="ellipse">
                  <a:avLst/>
                </a:prstGeom>
                <a:noFill/>
                <a:ln w="3810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79" name="Rectangle 278">
                  <a:extLst>
                    <a:ext uri="{FF2B5EF4-FFF2-40B4-BE49-F238E27FC236}">
                      <a16:creationId xmlns:a16="http://schemas.microsoft.com/office/drawing/2014/main" id="{BC93F16D-2C1A-E249-87B4-695F781B3787}"/>
                    </a:ext>
                  </a:extLst>
                </p:cNvPr>
                <p:cNvSpPr/>
                <p:nvPr/>
              </p:nvSpPr>
              <p:spPr>
                <a:xfrm>
                  <a:off x="2417523" y="2844399"/>
                  <a:ext cx="776614" cy="14457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80" name="Straight Arrow Connector 279">
                  <a:extLst>
                    <a:ext uri="{FF2B5EF4-FFF2-40B4-BE49-F238E27FC236}">
                      <a16:creationId xmlns:a16="http://schemas.microsoft.com/office/drawing/2014/main" id="{BF12078B-FFCB-5B4D-96D9-6482BC5DAC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11009" y="2833557"/>
                  <a:ext cx="138182" cy="97585"/>
                </a:xfrm>
                <a:prstGeom prst="straightConnector1">
                  <a:avLst/>
                </a:prstGeom>
                <a:ln w="38100">
                  <a:solidFill>
                    <a:srgbClr val="0000A8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78E22769-1D43-5840-8394-0FE0463D5740}"/>
              </a:ext>
            </a:extLst>
          </p:cNvPr>
          <p:cNvGrpSpPr/>
          <p:nvPr/>
        </p:nvGrpSpPr>
        <p:grpSpPr>
          <a:xfrm>
            <a:off x="1812296" y="3939436"/>
            <a:ext cx="5968456" cy="2124592"/>
            <a:chOff x="3202684" y="3763506"/>
            <a:chExt cx="5968456" cy="2124592"/>
          </a:xfrm>
        </p:grpSpPr>
        <p:grpSp>
          <p:nvGrpSpPr>
            <p:cNvPr id="310" name="Group 309">
              <a:extLst>
                <a:ext uri="{FF2B5EF4-FFF2-40B4-BE49-F238E27FC236}">
                  <a16:creationId xmlns:a16="http://schemas.microsoft.com/office/drawing/2014/main" id="{744E07CE-3F29-2C44-A38C-A63250BD37CA}"/>
                </a:ext>
              </a:extLst>
            </p:cNvPr>
            <p:cNvGrpSpPr/>
            <p:nvPr/>
          </p:nvGrpSpPr>
          <p:grpSpPr>
            <a:xfrm>
              <a:off x="3202684" y="3763506"/>
              <a:ext cx="5968456" cy="2124592"/>
              <a:chOff x="2563856" y="-1509951"/>
              <a:chExt cx="5968456" cy="2124592"/>
            </a:xfrm>
          </p:grpSpPr>
          <p:sp>
            <p:nvSpPr>
              <p:cNvPr id="304" name="Freeform 4">
                <a:extLst>
                  <a:ext uri="{FF2B5EF4-FFF2-40B4-BE49-F238E27FC236}">
                    <a16:creationId xmlns:a16="http://schemas.microsoft.com/office/drawing/2014/main" id="{D30911A6-6911-094B-927D-A42ABA72DF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3856" y="-1509951"/>
                <a:ext cx="1609399" cy="1316010"/>
              </a:xfrm>
              <a:custGeom>
                <a:avLst/>
                <a:gdLst>
                  <a:gd name="T0" fmla="*/ 134 w 1198"/>
                  <a:gd name="T1" fmla="*/ 270558 h 451"/>
                  <a:gd name="T2" fmla="*/ 273 w 1198"/>
                  <a:gd name="T3" fmla="*/ 132828 h 451"/>
                  <a:gd name="T4" fmla="*/ 679 w 1198"/>
                  <a:gd name="T5" fmla="*/ 73044 h 451"/>
                  <a:gd name="T6" fmla="*/ 1501 w 1198"/>
                  <a:gd name="T7" fmla="*/ 37135 h 451"/>
                  <a:gd name="T8" fmla="*/ 1796 w 1198"/>
                  <a:gd name="T9" fmla="*/ 294460 h 451"/>
                  <a:gd name="T10" fmla="*/ 1350 w 1198"/>
                  <a:gd name="T11" fmla="*/ 616944 h 451"/>
                  <a:gd name="T12" fmla="*/ 466 w 1198"/>
                  <a:gd name="T13" fmla="*/ 634874 h 451"/>
                  <a:gd name="T14" fmla="*/ 54 w 1198"/>
                  <a:gd name="T15" fmla="*/ 503524 h 451"/>
                  <a:gd name="T16" fmla="*/ 134 w 1198"/>
                  <a:gd name="T17" fmla="*/ 270558 h 45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198"/>
                  <a:gd name="T28" fmla="*/ 0 h 451"/>
                  <a:gd name="T29" fmla="*/ 1198 w 1198"/>
                  <a:gd name="T30" fmla="*/ 451 h 45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198" h="451">
                    <a:moveTo>
                      <a:pt x="88" y="181"/>
                    </a:moveTo>
                    <a:cubicBezTo>
                      <a:pt x="159" y="143"/>
                      <a:pt x="120" y="111"/>
                      <a:pt x="180" y="89"/>
                    </a:cubicBezTo>
                    <a:cubicBezTo>
                      <a:pt x="240" y="67"/>
                      <a:pt x="313" y="60"/>
                      <a:pt x="448" y="49"/>
                    </a:cubicBezTo>
                    <a:cubicBezTo>
                      <a:pt x="583" y="38"/>
                      <a:pt x="866" y="0"/>
                      <a:pt x="988" y="25"/>
                    </a:cubicBezTo>
                    <a:cubicBezTo>
                      <a:pt x="1110" y="50"/>
                      <a:pt x="1198" y="132"/>
                      <a:pt x="1181" y="197"/>
                    </a:cubicBezTo>
                    <a:cubicBezTo>
                      <a:pt x="1164" y="262"/>
                      <a:pt x="1034" y="375"/>
                      <a:pt x="889" y="413"/>
                    </a:cubicBezTo>
                    <a:cubicBezTo>
                      <a:pt x="744" y="451"/>
                      <a:pt x="449" y="438"/>
                      <a:pt x="307" y="425"/>
                    </a:cubicBezTo>
                    <a:cubicBezTo>
                      <a:pt x="165" y="412"/>
                      <a:pt x="72" y="378"/>
                      <a:pt x="36" y="337"/>
                    </a:cubicBezTo>
                    <a:cubicBezTo>
                      <a:pt x="0" y="296"/>
                      <a:pt x="77" y="213"/>
                      <a:pt x="88" y="181"/>
                    </a:cubicBezTo>
                    <a:close/>
                  </a:path>
                </a:pathLst>
              </a:custGeom>
              <a:gradFill>
                <a:gsLst>
                  <a:gs pos="24000">
                    <a:schemeClr val="bg1"/>
                  </a:gs>
                  <a:gs pos="99000">
                    <a:schemeClr val="bg1">
                      <a:alpha val="6700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98" name="Freeform 5">
                <a:extLst>
                  <a:ext uri="{FF2B5EF4-FFF2-40B4-BE49-F238E27FC236}">
                    <a16:creationId xmlns:a16="http://schemas.microsoft.com/office/drawing/2014/main" id="{5CB4E5C1-2135-4947-936C-2E606AB35C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3897" y="-479142"/>
                <a:ext cx="2744147" cy="1093783"/>
              </a:xfrm>
              <a:custGeom>
                <a:avLst/>
                <a:gdLst>
                  <a:gd name="T0" fmla="*/ 1319 w 1583"/>
                  <a:gd name="T1" fmla="*/ 862 h 682"/>
                  <a:gd name="T2" fmla="*/ 3445 w 1583"/>
                  <a:gd name="T3" fmla="*/ 285 h 682"/>
                  <a:gd name="T4" fmla="*/ 6645 w 1583"/>
                  <a:gd name="T5" fmla="*/ 77 h 682"/>
                  <a:gd name="T6" fmla="*/ 9794 w 1583"/>
                  <a:gd name="T7" fmla="*/ 744 h 682"/>
                  <a:gd name="T8" fmla="*/ 13238 w 1583"/>
                  <a:gd name="T9" fmla="*/ 1642 h 682"/>
                  <a:gd name="T10" fmla="*/ 10773 w 1583"/>
                  <a:gd name="T11" fmla="*/ 2476 h 682"/>
                  <a:gd name="T12" fmla="*/ 5844 w 1583"/>
                  <a:gd name="T13" fmla="*/ 2523 h 682"/>
                  <a:gd name="T14" fmla="*/ 751 w 1583"/>
                  <a:gd name="T15" fmla="*/ 2291 h 682"/>
                  <a:gd name="T16" fmla="*/ 1319 w 1583"/>
                  <a:gd name="T17" fmla="*/ 862 h 68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583"/>
                  <a:gd name="T28" fmla="*/ 0 h 682"/>
                  <a:gd name="T29" fmla="*/ 1583 w 1583"/>
                  <a:gd name="T30" fmla="*/ 682 h 68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583" h="682">
                    <a:moveTo>
                      <a:pt x="155" y="224"/>
                    </a:moveTo>
                    <a:cubicBezTo>
                      <a:pt x="208" y="137"/>
                      <a:pt x="302" y="108"/>
                      <a:pt x="407" y="74"/>
                    </a:cubicBezTo>
                    <a:cubicBezTo>
                      <a:pt x="512" y="40"/>
                      <a:pt x="660" y="0"/>
                      <a:pt x="785" y="20"/>
                    </a:cubicBezTo>
                    <a:cubicBezTo>
                      <a:pt x="910" y="40"/>
                      <a:pt x="1027" y="126"/>
                      <a:pt x="1157" y="194"/>
                    </a:cubicBezTo>
                    <a:cubicBezTo>
                      <a:pt x="1287" y="262"/>
                      <a:pt x="1545" y="353"/>
                      <a:pt x="1564" y="428"/>
                    </a:cubicBezTo>
                    <a:cubicBezTo>
                      <a:pt x="1583" y="503"/>
                      <a:pt x="1417" y="606"/>
                      <a:pt x="1272" y="644"/>
                    </a:cubicBezTo>
                    <a:cubicBezTo>
                      <a:pt x="1127" y="682"/>
                      <a:pt x="887" y="664"/>
                      <a:pt x="690" y="656"/>
                    </a:cubicBezTo>
                    <a:cubicBezTo>
                      <a:pt x="493" y="648"/>
                      <a:pt x="178" y="668"/>
                      <a:pt x="89" y="596"/>
                    </a:cubicBezTo>
                    <a:cubicBezTo>
                      <a:pt x="0" y="524"/>
                      <a:pt x="102" y="311"/>
                      <a:pt x="155" y="224"/>
                    </a:cubicBezTo>
                    <a:close/>
                  </a:path>
                </a:pathLst>
              </a:custGeom>
              <a:gradFill flip="none" rotWithShape="1">
                <a:gsLst>
                  <a:gs pos="20000">
                    <a:schemeClr val="bg1"/>
                  </a:gs>
                  <a:gs pos="99000">
                    <a:schemeClr val="bg1">
                      <a:alpha val="73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92" name="Freeform 3">
                <a:extLst>
                  <a:ext uri="{FF2B5EF4-FFF2-40B4-BE49-F238E27FC236}">
                    <a16:creationId xmlns:a16="http://schemas.microsoft.com/office/drawing/2014/main" id="{17419CA7-50EA-4644-BAD8-E64BA60CCA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77885" y="-1281366"/>
                <a:ext cx="2154427" cy="1384541"/>
              </a:xfrm>
              <a:custGeom>
                <a:avLst/>
                <a:gdLst>
                  <a:gd name="T0" fmla="*/ 1063 w 1162"/>
                  <a:gd name="T1" fmla="*/ 49351 h 543"/>
                  <a:gd name="T2" fmla="*/ 6960 w 1162"/>
                  <a:gd name="T3" fmla="*/ 4162 h 543"/>
                  <a:gd name="T4" fmla="*/ 17785 w 1162"/>
                  <a:gd name="T5" fmla="*/ 23973 h 543"/>
                  <a:gd name="T6" fmla="*/ 21649 w 1162"/>
                  <a:gd name="T7" fmla="*/ 72662 h 543"/>
                  <a:gd name="T8" fmla="*/ 19828 w 1162"/>
                  <a:gd name="T9" fmla="*/ 137161 h 543"/>
                  <a:gd name="T10" fmla="*/ 11083 w 1162"/>
                  <a:gd name="T11" fmla="*/ 164591 h 543"/>
                  <a:gd name="T12" fmla="*/ 1657 w 1162"/>
                  <a:gd name="T13" fmla="*/ 133650 h 543"/>
                  <a:gd name="T14" fmla="*/ 1063 w 1162"/>
                  <a:gd name="T15" fmla="*/ 49351 h 54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162"/>
                  <a:gd name="T25" fmla="*/ 0 h 543"/>
                  <a:gd name="T26" fmla="*/ 1162 w 1162"/>
                  <a:gd name="T27" fmla="*/ 543 h 54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162" h="543">
                    <a:moveTo>
                      <a:pt x="56" y="162"/>
                    </a:moveTo>
                    <a:cubicBezTo>
                      <a:pt x="115" y="100"/>
                      <a:pt x="221" y="28"/>
                      <a:pt x="368" y="14"/>
                    </a:cubicBezTo>
                    <a:cubicBezTo>
                      <a:pt x="515" y="0"/>
                      <a:pt x="811" y="42"/>
                      <a:pt x="940" y="79"/>
                    </a:cubicBezTo>
                    <a:cubicBezTo>
                      <a:pt x="1069" y="116"/>
                      <a:pt x="1126" y="177"/>
                      <a:pt x="1144" y="239"/>
                    </a:cubicBezTo>
                    <a:cubicBezTo>
                      <a:pt x="1162" y="301"/>
                      <a:pt x="1141" y="401"/>
                      <a:pt x="1048" y="451"/>
                    </a:cubicBezTo>
                    <a:cubicBezTo>
                      <a:pt x="955" y="501"/>
                      <a:pt x="746" y="543"/>
                      <a:pt x="586" y="541"/>
                    </a:cubicBezTo>
                    <a:cubicBezTo>
                      <a:pt x="426" y="539"/>
                      <a:pt x="176" y="502"/>
                      <a:pt x="88" y="439"/>
                    </a:cubicBezTo>
                    <a:cubicBezTo>
                      <a:pt x="0" y="376"/>
                      <a:pt x="63" y="220"/>
                      <a:pt x="56" y="162"/>
                    </a:cubicBezTo>
                    <a:close/>
                  </a:path>
                </a:pathLst>
              </a:custGeom>
              <a:gradFill>
                <a:gsLst>
                  <a:gs pos="24000">
                    <a:schemeClr val="bg1"/>
                  </a:gs>
                  <a:gs pos="99000">
                    <a:schemeClr val="bg1">
                      <a:alpha val="6700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cxnSp>
            <p:nvCxnSpPr>
              <p:cNvPr id="284" name="Straight Arrow Connector 283">
                <a:extLst>
                  <a:ext uri="{FF2B5EF4-FFF2-40B4-BE49-F238E27FC236}">
                    <a16:creationId xmlns:a16="http://schemas.microsoft.com/office/drawing/2014/main" id="{D9F899E2-41E6-F644-9D09-629032DFBB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824603" y="-501042"/>
                <a:ext cx="814192" cy="501042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" name="Straight Arrow Connector 285">
                <a:extLst>
                  <a:ext uri="{FF2B5EF4-FFF2-40B4-BE49-F238E27FC236}">
                    <a16:creationId xmlns:a16="http://schemas.microsoft.com/office/drawing/2014/main" id="{498B5083-E95A-D548-919E-B088084EA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10416" y="-711896"/>
                <a:ext cx="724423" cy="436323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B03A980E-CDF4-394B-8ACB-E178989326AD}"/>
                </a:ext>
              </a:extLst>
            </p:cNvPr>
            <p:cNvSpPr txBox="1"/>
            <p:nvPr/>
          </p:nvSpPr>
          <p:spPr>
            <a:xfrm>
              <a:off x="4935255" y="4346532"/>
              <a:ext cx="22171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inter-AS routing</a:t>
              </a:r>
            </a:p>
          </p:txBody>
        </p:sp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AFDBFFAE-83D8-D74E-B3C9-F3CDF234CDF3}"/>
              </a:ext>
            </a:extLst>
          </p:cNvPr>
          <p:cNvGrpSpPr/>
          <p:nvPr/>
        </p:nvGrpSpPr>
        <p:grpSpPr>
          <a:xfrm>
            <a:off x="3723768" y="1866380"/>
            <a:ext cx="2334629" cy="3331019"/>
            <a:chOff x="5176788" y="1691016"/>
            <a:chExt cx="2334629" cy="3331019"/>
          </a:xfrm>
        </p:grpSpPr>
        <p:sp>
          <p:nvSpPr>
            <p:cNvPr id="314" name="Freeform 313">
              <a:extLst>
                <a:ext uri="{FF2B5EF4-FFF2-40B4-BE49-F238E27FC236}">
                  <a16:creationId xmlns:a16="http://schemas.microsoft.com/office/drawing/2014/main" id="{DA2EECEA-6E2F-594A-A168-0AF941E524C3}"/>
                </a:ext>
              </a:extLst>
            </p:cNvPr>
            <p:cNvSpPr/>
            <p:nvPr/>
          </p:nvSpPr>
          <p:spPr bwMode="auto">
            <a:xfrm flipH="1">
              <a:off x="5219204" y="3674178"/>
              <a:ext cx="2255450" cy="1347857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325315"/>
                <a:gd name="connsiteY0" fmla="*/ 1160935 h 1160935"/>
                <a:gd name="connsiteX1" fmla="*/ 0 w 1325315"/>
                <a:gd name="connsiteY1" fmla="*/ 0 h 1160935"/>
                <a:gd name="connsiteX2" fmla="*/ 1040633 w 1325315"/>
                <a:gd name="connsiteY2" fmla="*/ 16785 h 1160935"/>
                <a:gd name="connsiteX3" fmla="*/ 1214315 w 1325315"/>
                <a:gd name="connsiteY3" fmla="*/ 1064597 h 1160935"/>
                <a:gd name="connsiteX4" fmla="*/ 448507 w 1325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340486"/>
                <a:gd name="connsiteY0" fmla="*/ 921649 h 921649"/>
                <a:gd name="connsiteX1" fmla="*/ 0 w 1340486"/>
                <a:gd name="connsiteY1" fmla="*/ 51716 h 921649"/>
                <a:gd name="connsiteX2" fmla="*/ 1059218 w 1340486"/>
                <a:gd name="connsiteY2" fmla="*/ 355 h 921649"/>
                <a:gd name="connsiteX3" fmla="*/ 1340486 w 1340486"/>
                <a:gd name="connsiteY3" fmla="*/ 709789 h 921649"/>
                <a:gd name="connsiteX4" fmla="*/ 1060159 w 1340486"/>
                <a:gd name="connsiteY4" fmla="*/ 921649 h 921649"/>
                <a:gd name="connsiteX0" fmla="*/ 1060159 w 1340486"/>
                <a:gd name="connsiteY0" fmla="*/ 921649 h 921649"/>
                <a:gd name="connsiteX1" fmla="*/ 0 w 1340486"/>
                <a:gd name="connsiteY1" fmla="*/ 51716 h 921649"/>
                <a:gd name="connsiteX2" fmla="*/ 1059218 w 1340486"/>
                <a:gd name="connsiteY2" fmla="*/ 355 h 921649"/>
                <a:gd name="connsiteX3" fmla="*/ 1340486 w 1340486"/>
                <a:gd name="connsiteY3" fmla="*/ 709789 h 921649"/>
                <a:gd name="connsiteX4" fmla="*/ 1060159 w 1340486"/>
                <a:gd name="connsiteY4" fmla="*/ 921649 h 921649"/>
                <a:gd name="connsiteX0" fmla="*/ 1060159 w 1340486"/>
                <a:gd name="connsiteY0" fmla="*/ 921649 h 921649"/>
                <a:gd name="connsiteX1" fmla="*/ 0 w 1340486"/>
                <a:gd name="connsiteY1" fmla="*/ 51716 h 921649"/>
                <a:gd name="connsiteX2" fmla="*/ 1059218 w 1340486"/>
                <a:gd name="connsiteY2" fmla="*/ 355 h 921649"/>
                <a:gd name="connsiteX3" fmla="*/ 1340486 w 1340486"/>
                <a:gd name="connsiteY3" fmla="*/ 709789 h 921649"/>
                <a:gd name="connsiteX4" fmla="*/ 1060159 w 1340486"/>
                <a:gd name="connsiteY4" fmla="*/ 921649 h 921649"/>
                <a:gd name="connsiteX0" fmla="*/ 1025166 w 1340486"/>
                <a:gd name="connsiteY0" fmla="*/ 746482 h 746482"/>
                <a:gd name="connsiteX1" fmla="*/ 0 w 1340486"/>
                <a:gd name="connsiteY1" fmla="*/ 51716 h 746482"/>
                <a:gd name="connsiteX2" fmla="*/ 1059218 w 1340486"/>
                <a:gd name="connsiteY2" fmla="*/ 355 h 746482"/>
                <a:gd name="connsiteX3" fmla="*/ 1340486 w 1340486"/>
                <a:gd name="connsiteY3" fmla="*/ 709789 h 746482"/>
                <a:gd name="connsiteX4" fmla="*/ 1025166 w 1340486"/>
                <a:gd name="connsiteY4" fmla="*/ 746482 h 746482"/>
                <a:gd name="connsiteX0" fmla="*/ 1025166 w 1340486"/>
                <a:gd name="connsiteY0" fmla="*/ 746482 h 746482"/>
                <a:gd name="connsiteX1" fmla="*/ 0 w 1340486"/>
                <a:gd name="connsiteY1" fmla="*/ 51716 h 746482"/>
                <a:gd name="connsiteX2" fmla="*/ 1059218 w 1340486"/>
                <a:gd name="connsiteY2" fmla="*/ 355 h 746482"/>
                <a:gd name="connsiteX3" fmla="*/ 1340486 w 1340486"/>
                <a:gd name="connsiteY3" fmla="*/ 709789 h 746482"/>
                <a:gd name="connsiteX4" fmla="*/ 1025166 w 1340486"/>
                <a:gd name="connsiteY4" fmla="*/ 746482 h 746482"/>
                <a:gd name="connsiteX0" fmla="*/ 965179 w 1280499"/>
                <a:gd name="connsiteY0" fmla="*/ 759828 h 759828"/>
                <a:gd name="connsiteX1" fmla="*/ 0 w 1280499"/>
                <a:gd name="connsiteY1" fmla="*/ 0 h 759828"/>
                <a:gd name="connsiteX2" fmla="*/ 999231 w 1280499"/>
                <a:gd name="connsiteY2" fmla="*/ 13701 h 759828"/>
                <a:gd name="connsiteX3" fmla="*/ 1280499 w 1280499"/>
                <a:gd name="connsiteY3" fmla="*/ 723135 h 759828"/>
                <a:gd name="connsiteX4" fmla="*/ 965179 w 1280499"/>
                <a:gd name="connsiteY4" fmla="*/ 759828 h 759828"/>
                <a:gd name="connsiteX0" fmla="*/ 965179 w 1280499"/>
                <a:gd name="connsiteY0" fmla="*/ 759828 h 759828"/>
                <a:gd name="connsiteX1" fmla="*/ 0 w 1280499"/>
                <a:gd name="connsiteY1" fmla="*/ 0 h 759828"/>
                <a:gd name="connsiteX2" fmla="*/ 999231 w 1280499"/>
                <a:gd name="connsiteY2" fmla="*/ 13701 h 759828"/>
                <a:gd name="connsiteX3" fmla="*/ 1280499 w 1280499"/>
                <a:gd name="connsiteY3" fmla="*/ 723135 h 759828"/>
                <a:gd name="connsiteX4" fmla="*/ 965179 w 1280499"/>
                <a:gd name="connsiteY4" fmla="*/ 759828 h 759828"/>
                <a:gd name="connsiteX0" fmla="*/ 2217181 w 2532501"/>
                <a:gd name="connsiteY0" fmla="*/ 747595 h 747595"/>
                <a:gd name="connsiteX1" fmla="*/ 0 w 2532501"/>
                <a:gd name="connsiteY1" fmla="*/ 310 h 747595"/>
                <a:gd name="connsiteX2" fmla="*/ 2251233 w 2532501"/>
                <a:gd name="connsiteY2" fmla="*/ 1468 h 747595"/>
                <a:gd name="connsiteX3" fmla="*/ 2532501 w 2532501"/>
                <a:gd name="connsiteY3" fmla="*/ 710902 h 747595"/>
                <a:gd name="connsiteX4" fmla="*/ 2217181 w 2532501"/>
                <a:gd name="connsiteY4" fmla="*/ 747595 h 747595"/>
                <a:gd name="connsiteX0" fmla="*/ 1904181 w 2532501"/>
                <a:gd name="connsiteY0" fmla="*/ 1349639 h 1349639"/>
                <a:gd name="connsiteX1" fmla="*/ 0 w 2532501"/>
                <a:gd name="connsiteY1" fmla="*/ 310 h 1349639"/>
                <a:gd name="connsiteX2" fmla="*/ 2251233 w 2532501"/>
                <a:gd name="connsiteY2" fmla="*/ 1468 h 1349639"/>
                <a:gd name="connsiteX3" fmla="*/ 2532501 w 2532501"/>
                <a:gd name="connsiteY3" fmla="*/ 710902 h 1349639"/>
                <a:gd name="connsiteX4" fmla="*/ 1904181 w 2532501"/>
                <a:gd name="connsiteY4" fmla="*/ 1349639 h 1349639"/>
                <a:gd name="connsiteX0" fmla="*/ 1904181 w 2532501"/>
                <a:gd name="connsiteY0" fmla="*/ 1349639 h 1349639"/>
                <a:gd name="connsiteX1" fmla="*/ 0 w 2532501"/>
                <a:gd name="connsiteY1" fmla="*/ 310 h 1349639"/>
                <a:gd name="connsiteX2" fmla="*/ 2251233 w 2532501"/>
                <a:gd name="connsiteY2" fmla="*/ 1468 h 1349639"/>
                <a:gd name="connsiteX3" fmla="*/ 2532501 w 2532501"/>
                <a:gd name="connsiteY3" fmla="*/ 710902 h 1349639"/>
                <a:gd name="connsiteX4" fmla="*/ 1904181 w 2532501"/>
                <a:gd name="connsiteY4" fmla="*/ 1349639 h 1349639"/>
                <a:gd name="connsiteX0" fmla="*/ 1904181 w 2274923"/>
                <a:gd name="connsiteY0" fmla="*/ 1349639 h 1349639"/>
                <a:gd name="connsiteX1" fmla="*/ 0 w 2274923"/>
                <a:gd name="connsiteY1" fmla="*/ 310 h 1349639"/>
                <a:gd name="connsiteX2" fmla="*/ 2251233 w 2274923"/>
                <a:gd name="connsiteY2" fmla="*/ 1468 h 1349639"/>
                <a:gd name="connsiteX3" fmla="*/ 2244541 w 2274923"/>
                <a:gd name="connsiteY3" fmla="*/ 1338031 h 1349639"/>
                <a:gd name="connsiteX4" fmla="*/ 1904181 w 2274923"/>
                <a:gd name="connsiteY4" fmla="*/ 1349639 h 1349639"/>
                <a:gd name="connsiteX0" fmla="*/ 1904181 w 2251233"/>
                <a:gd name="connsiteY0" fmla="*/ 1349639 h 1349639"/>
                <a:gd name="connsiteX1" fmla="*/ 0 w 2251233"/>
                <a:gd name="connsiteY1" fmla="*/ 310 h 1349639"/>
                <a:gd name="connsiteX2" fmla="*/ 2251233 w 2251233"/>
                <a:gd name="connsiteY2" fmla="*/ 1468 h 1349639"/>
                <a:gd name="connsiteX3" fmla="*/ 2244541 w 2251233"/>
                <a:gd name="connsiteY3" fmla="*/ 1338031 h 1349639"/>
                <a:gd name="connsiteX4" fmla="*/ 1904181 w 2251233"/>
                <a:gd name="connsiteY4" fmla="*/ 1349639 h 1349639"/>
                <a:gd name="connsiteX0" fmla="*/ 1855043 w 2251233"/>
                <a:gd name="connsiteY0" fmla="*/ 1349639 h 1349639"/>
                <a:gd name="connsiteX1" fmla="*/ 0 w 2251233"/>
                <a:gd name="connsiteY1" fmla="*/ 310 h 1349639"/>
                <a:gd name="connsiteX2" fmla="*/ 2251233 w 2251233"/>
                <a:gd name="connsiteY2" fmla="*/ 1468 h 1349639"/>
                <a:gd name="connsiteX3" fmla="*/ 2244541 w 2251233"/>
                <a:gd name="connsiteY3" fmla="*/ 1338031 h 1349639"/>
                <a:gd name="connsiteX4" fmla="*/ 1855043 w 2251233"/>
                <a:gd name="connsiteY4" fmla="*/ 1349639 h 1349639"/>
                <a:gd name="connsiteX0" fmla="*/ 1855043 w 2254368"/>
                <a:gd name="connsiteY0" fmla="*/ 1349639 h 1349639"/>
                <a:gd name="connsiteX1" fmla="*/ 0 w 2254368"/>
                <a:gd name="connsiteY1" fmla="*/ 310 h 1349639"/>
                <a:gd name="connsiteX2" fmla="*/ 2251233 w 2254368"/>
                <a:gd name="connsiteY2" fmla="*/ 1468 h 1349639"/>
                <a:gd name="connsiteX3" fmla="*/ 2254368 w 2254368"/>
                <a:gd name="connsiteY3" fmla="*/ 1315058 h 1349639"/>
                <a:gd name="connsiteX4" fmla="*/ 1855043 w 2254368"/>
                <a:gd name="connsiteY4" fmla="*/ 1349639 h 1349639"/>
                <a:gd name="connsiteX0" fmla="*/ 1855043 w 2254368"/>
                <a:gd name="connsiteY0" fmla="*/ 1349639 h 1349639"/>
                <a:gd name="connsiteX1" fmla="*/ 0 w 2254368"/>
                <a:gd name="connsiteY1" fmla="*/ 310 h 1349639"/>
                <a:gd name="connsiteX2" fmla="*/ 2251233 w 2254368"/>
                <a:gd name="connsiteY2" fmla="*/ 1468 h 1349639"/>
                <a:gd name="connsiteX3" fmla="*/ 2254368 w 2254368"/>
                <a:gd name="connsiteY3" fmla="*/ 1315058 h 1349639"/>
                <a:gd name="connsiteX4" fmla="*/ 1855043 w 2254368"/>
                <a:gd name="connsiteY4" fmla="*/ 1349639 h 1349639"/>
                <a:gd name="connsiteX0" fmla="*/ 1855043 w 2254368"/>
                <a:gd name="connsiteY0" fmla="*/ 1349639 h 1349639"/>
                <a:gd name="connsiteX1" fmla="*/ 0 w 2254368"/>
                <a:gd name="connsiteY1" fmla="*/ 310 h 1349639"/>
                <a:gd name="connsiteX2" fmla="*/ 2251233 w 2254368"/>
                <a:gd name="connsiteY2" fmla="*/ 1468 h 1349639"/>
                <a:gd name="connsiteX3" fmla="*/ 2254368 w 2254368"/>
                <a:gd name="connsiteY3" fmla="*/ 1315058 h 1349639"/>
                <a:gd name="connsiteX4" fmla="*/ 1855043 w 2254368"/>
                <a:gd name="connsiteY4" fmla="*/ 1349639 h 1349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368" h="1349639">
                  <a:moveTo>
                    <a:pt x="1855043" y="1349639"/>
                  </a:moveTo>
                  <a:cubicBezTo>
                    <a:pt x="1304110" y="746280"/>
                    <a:pt x="628999" y="499249"/>
                    <a:pt x="0" y="310"/>
                  </a:cubicBezTo>
                  <a:cubicBezTo>
                    <a:pt x="333077" y="4877"/>
                    <a:pt x="1918156" y="-3099"/>
                    <a:pt x="2251233" y="1468"/>
                  </a:cubicBezTo>
                  <a:cubicBezTo>
                    <a:pt x="2089546" y="493074"/>
                    <a:pt x="2029736" y="828030"/>
                    <a:pt x="2254368" y="1315058"/>
                  </a:cubicBezTo>
                  <a:cubicBezTo>
                    <a:pt x="2028914" y="1268083"/>
                    <a:pt x="1915520" y="1271535"/>
                    <a:pt x="1855043" y="134963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00673E8-B325-EB44-9A2A-C4636D3BA1D7}"/>
                </a:ext>
              </a:extLst>
            </p:cNvPr>
            <p:cNvGrpSpPr/>
            <p:nvPr/>
          </p:nvGrpSpPr>
          <p:grpSpPr>
            <a:xfrm>
              <a:off x="5176788" y="1691016"/>
              <a:ext cx="2334629" cy="2102794"/>
              <a:chOff x="5176788" y="1691016"/>
              <a:chExt cx="2334629" cy="2102794"/>
            </a:xfrm>
          </p:grpSpPr>
          <p:grpSp>
            <p:nvGrpSpPr>
              <p:cNvPr id="316" name="Group 28">
                <a:extLst>
                  <a:ext uri="{FF2B5EF4-FFF2-40B4-BE49-F238E27FC236}">
                    <a16:creationId xmlns:a16="http://schemas.microsoft.com/office/drawing/2014/main" id="{66AF714D-93D9-7849-A0E5-53CA64E792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76788" y="1691016"/>
                <a:ext cx="2334629" cy="2102794"/>
                <a:chOff x="1858002" y="3709936"/>
                <a:chExt cx="1045872" cy="1739899"/>
              </a:xfrm>
            </p:grpSpPr>
            <p:sp>
              <p:nvSpPr>
                <p:cNvPr id="330" name="Rectangle 329">
                  <a:extLst>
                    <a:ext uri="{FF2B5EF4-FFF2-40B4-BE49-F238E27FC236}">
                      <a16:creationId xmlns:a16="http://schemas.microsoft.com/office/drawing/2014/main" id="{4500FA73-0BCC-C84B-A5CA-CA01BB6F74E4}"/>
                    </a:ext>
                  </a:extLst>
                </p:cNvPr>
                <p:cNvSpPr/>
                <p:nvPr/>
              </p:nvSpPr>
              <p:spPr bwMode="auto">
                <a:xfrm rot="10800000">
                  <a:off x="1867527" y="3957547"/>
                  <a:ext cx="1033544" cy="61109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grpSp>
              <p:nvGrpSpPr>
                <p:cNvPr id="331" name="Group 498">
                  <a:extLst>
                    <a:ext uri="{FF2B5EF4-FFF2-40B4-BE49-F238E27FC236}">
                      <a16:creationId xmlns:a16="http://schemas.microsoft.com/office/drawing/2014/main" id="{C0D2A279-F942-0D48-8005-63696D9EA9B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58805" y="5088863"/>
                  <a:ext cx="1035373" cy="360972"/>
                  <a:chOff x="4128636" y="3606589"/>
                  <a:chExt cx="568145" cy="338667"/>
                </a:xfrm>
              </p:grpSpPr>
              <p:sp>
                <p:nvSpPr>
                  <p:cNvPr id="345" name="Oval 344">
                    <a:extLst>
                      <a:ext uri="{FF2B5EF4-FFF2-40B4-BE49-F238E27FC236}">
                        <a16:creationId xmlns:a16="http://schemas.microsoft.com/office/drawing/2014/main" id="{588FE4E7-26AC-4943-A3F8-4D8DBC528B55}"/>
                      </a:ext>
                    </a:extLst>
                  </p:cNvPr>
                  <p:cNvSpPr/>
                  <p:nvPr/>
                </p:nvSpPr>
                <p:spPr>
                  <a:xfrm>
                    <a:off x="4129067" y="3720144"/>
                    <a:ext cx="567968" cy="224867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6" name="Rectangle 345">
                    <a:extLst>
                      <a:ext uri="{FF2B5EF4-FFF2-40B4-BE49-F238E27FC236}">
                        <a16:creationId xmlns:a16="http://schemas.microsoft.com/office/drawing/2014/main" id="{3806B90C-D448-5046-B33D-F8620D8693A3}"/>
                      </a:ext>
                    </a:extLst>
                  </p:cNvPr>
                  <p:cNvSpPr/>
                  <p:nvPr/>
                </p:nvSpPr>
                <p:spPr>
                  <a:xfrm>
                    <a:off x="4129067" y="3720144"/>
                    <a:ext cx="567968" cy="111689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7" name="Oval 346">
                    <a:extLst>
                      <a:ext uri="{FF2B5EF4-FFF2-40B4-BE49-F238E27FC236}">
                        <a16:creationId xmlns:a16="http://schemas.microsoft.com/office/drawing/2014/main" id="{77D5E21E-12EC-7C4E-A4FD-F87EB3559FC3}"/>
                      </a:ext>
                    </a:extLst>
                  </p:cNvPr>
                  <p:cNvSpPr/>
                  <p:nvPr/>
                </p:nvSpPr>
                <p:spPr>
                  <a:xfrm>
                    <a:off x="4129067" y="3606966"/>
                    <a:ext cx="567968" cy="224867"/>
                  </a:xfrm>
                  <a:prstGeom prst="ellipse">
                    <a:avLst/>
                  </a:prstGeom>
                  <a:solidFill>
                    <a:srgbClr val="3333CC">
                      <a:lumMod val="60000"/>
                      <a:lumOff val="40000"/>
                      <a:alpha val="7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48" name="Straight Connector 347">
                    <a:extLst>
                      <a:ext uri="{FF2B5EF4-FFF2-40B4-BE49-F238E27FC236}">
                        <a16:creationId xmlns:a16="http://schemas.microsoft.com/office/drawing/2014/main" id="{EB1D307E-35F6-7B4D-9ECA-535608E8FF64}"/>
                      </a:ext>
                    </a:extLst>
                  </p:cNvPr>
                  <p:cNvCxnSpPr/>
                  <p:nvPr/>
                </p:nvCxnSpPr>
                <p:spPr>
                  <a:xfrm>
                    <a:off x="4697035" y="3720144"/>
                    <a:ext cx="0" cy="111689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49" name="Straight Connector 348">
                    <a:extLst>
                      <a:ext uri="{FF2B5EF4-FFF2-40B4-BE49-F238E27FC236}">
                        <a16:creationId xmlns:a16="http://schemas.microsoft.com/office/drawing/2014/main" id="{9890F937-B02F-3941-AA75-F2A6C60ADB6E}"/>
                      </a:ext>
                    </a:extLst>
                  </p:cNvPr>
                  <p:cNvCxnSpPr/>
                  <p:nvPr/>
                </p:nvCxnSpPr>
                <p:spPr>
                  <a:xfrm>
                    <a:off x="4129067" y="3720144"/>
                    <a:ext cx="0" cy="111689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332" name="Rectangle 331">
                  <a:extLst>
                    <a:ext uri="{FF2B5EF4-FFF2-40B4-BE49-F238E27FC236}">
                      <a16:creationId xmlns:a16="http://schemas.microsoft.com/office/drawing/2014/main" id="{C1A7B8C0-653F-D043-A5D6-8D8D02496547}"/>
                    </a:ext>
                  </a:extLst>
                </p:cNvPr>
                <p:cNvSpPr/>
                <p:nvPr/>
              </p:nvSpPr>
              <p:spPr bwMode="auto">
                <a:xfrm>
                  <a:off x="1859676" y="4691826"/>
                  <a:ext cx="1037420" cy="52221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33" name="Straight Connector 332">
                  <a:extLst>
                    <a:ext uri="{FF2B5EF4-FFF2-40B4-BE49-F238E27FC236}">
                      <a16:creationId xmlns:a16="http://schemas.microsoft.com/office/drawing/2014/main" id="{441ECEE8-5F06-204E-BCD7-77C25E8AF081}"/>
                    </a:ext>
                  </a:extLst>
                </p:cNvPr>
                <p:cNvCxnSpPr>
                  <a:cxnSpLocks/>
                  <a:stCxn id="337" idx="1"/>
                </p:cNvCxnSpPr>
                <p:nvPr/>
              </p:nvCxnSpPr>
              <p:spPr bwMode="auto">
                <a:xfrm flipH="1">
                  <a:off x="1861178" y="3924839"/>
                  <a:ext cx="1007" cy="1295073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cxnSp>
              <p:nvCxnSpPr>
                <p:cNvPr id="334" name="Straight Connector 333">
                  <a:extLst>
                    <a:ext uri="{FF2B5EF4-FFF2-40B4-BE49-F238E27FC236}">
                      <a16:creationId xmlns:a16="http://schemas.microsoft.com/office/drawing/2014/main" id="{D714DFB4-74AF-AA45-805C-53E5CDD7DB02}"/>
                    </a:ext>
                  </a:extLst>
                </p:cNvPr>
                <p:cNvCxnSpPr/>
                <p:nvPr/>
              </p:nvCxnSpPr>
              <p:spPr bwMode="auto">
                <a:xfrm flipH="1">
                  <a:off x="2894641" y="3971833"/>
                  <a:ext cx="6350" cy="126981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335" name="Group 504">
                  <a:extLst>
                    <a:ext uri="{FF2B5EF4-FFF2-40B4-BE49-F238E27FC236}">
                      <a16:creationId xmlns:a16="http://schemas.microsoft.com/office/drawing/2014/main" id="{2A0950AE-6556-8E45-8D36-C13C7443E2B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58002" y="3709936"/>
                  <a:ext cx="1045872" cy="398402"/>
                  <a:chOff x="2185125" y="1574638"/>
                  <a:chExt cx="1201487" cy="429505"/>
                </a:xfrm>
              </p:grpSpPr>
              <p:sp>
                <p:nvSpPr>
                  <p:cNvPr id="336" name="Oval 335">
                    <a:extLst>
                      <a:ext uri="{FF2B5EF4-FFF2-40B4-BE49-F238E27FC236}">
                        <a16:creationId xmlns:a16="http://schemas.microsoft.com/office/drawing/2014/main" id="{26F4269B-B9E1-DD40-BD3F-9AD462CC181B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5125" y="1689286"/>
                    <a:ext cx="1196349" cy="314857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20000"/>
                          <a:lumOff val="80000"/>
                        </a:srgbClr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37" name="Rectangle 336">
                    <a:extLst>
                      <a:ext uri="{FF2B5EF4-FFF2-40B4-BE49-F238E27FC236}">
                        <a16:creationId xmlns:a16="http://schemas.microsoft.com/office/drawing/2014/main" id="{D6F97DEA-39E6-7943-9504-B9FD46A2472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9930" y="1749849"/>
                    <a:ext cx="1195120" cy="112938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38" name="Oval 337">
                    <a:extLst>
                      <a:ext uri="{FF2B5EF4-FFF2-40B4-BE49-F238E27FC236}">
                        <a16:creationId xmlns:a16="http://schemas.microsoft.com/office/drawing/2014/main" id="{CC4C5A26-4306-EB49-843F-3B0B4CF63CF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89930" y="1574638"/>
                    <a:ext cx="1196349" cy="314857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39" name="Freeform 338">
                    <a:extLst>
                      <a:ext uri="{FF2B5EF4-FFF2-40B4-BE49-F238E27FC236}">
                        <a16:creationId xmlns:a16="http://schemas.microsoft.com/office/drawing/2014/main" id="{01521615-126F-9F48-B7B9-BC8FDF45A50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89684" y="1670464"/>
                    <a:ext cx="581761" cy="157429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0" name="Freeform 339">
                    <a:extLst>
                      <a:ext uri="{FF2B5EF4-FFF2-40B4-BE49-F238E27FC236}">
                        <a16:creationId xmlns:a16="http://schemas.microsoft.com/office/drawing/2014/main" id="{682F4762-B963-474F-AB4B-BD6A92DA5D2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29501" y="1629396"/>
                    <a:ext cx="703949" cy="111226"/>
                  </a:xfrm>
                  <a:custGeom>
                    <a:avLst/>
                    <a:gdLst>
                      <a:gd name="T0" fmla="*/ 0 w 3723451"/>
                      <a:gd name="T1" fmla="*/ 27211 h 932950"/>
                      <a:gd name="T2" fmla="*/ 123865 w 3723451"/>
                      <a:gd name="T3" fmla="*/ 321 h 932950"/>
                      <a:gd name="T4" fmla="*/ 350850 w 3723451"/>
                      <a:gd name="T5" fmla="*/ 62061 h 932950"/>
                      <a:gd name="T6" fmla="*/ 567397 w 3723451"/>
                      <a:gd name="T7" fmla="*/ 0 h 932950"/>
                      <a:gd name="T8" fmla="*/ 703949 w 3723451"/>
                      <a:gd name="T9" fmla="*/ 24696 h 932950"/>
                      <a:gd name="T10" fmla="*/ 602354 w 3723451"/>
                      <a:gd name="T11" fmla="*/ 55064 h 932950"/>
                      <a:gd name="T12" fmla="*/ 569645 w 3723451"/>
                      <a:gd name="T13" fmla="*/ 46877 h 932950"/>
                      <a:gd name="T14" fmla="*/ 354838 w 3723451"/>
                      <a:gd name="T15" fmla="*/ 111226 h 932950"/>
                      <a:gd name="T16" fmla="*/ 134536 w 3723451"/>
                      <a:gd name="T17" fmla="*/ 49244 h 932950"/>
                      <a:gd name="T18" fmla="*/ 98918 w 3723451"/>
                      <a:gd name="T19" fmla="*/ 55934 h 932950"/>
                      <a:gd name="T20" fmla="*/ 0 w 3723451"/>
                      <a:gd name="T21" fmla="*/ 27211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41" name="Freeform 340">
                    <a:extLst>
                      <a:ext uri="{FF2B5EF4-FFF2-40B4-BE49-F238E27FC236}">
                        <a16:creationId xmlns:a16="http://schemas.microsoft.com/office/drawing/2014/main" id="{78975C37-66B2-6A46-9D38-D07296BACE3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2722" y="1723510"/>
                    <a:ext cx="257143" cy="95826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57143 w 1366596"/>
                      <a:gd name="T3" fmla="*/ 74047 h 809868"/>
                      <a:gd name="T4" fmla="*/ 162771 w 1366596"/>
                      <a:gd name="T5" fmla="*/ 95826 h 809868"/>
                      <a:gd name="T6" fmla="*/ 866 w 1366596"/>
                      <a:gd name="T7" fmla="*/ 50635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42" name="Freeform 341">
                    <a:extLst>
                      <a:ext uri="{FF2B5EF4-FFF2-40B4-BE49-F238E27FC236}">
                        <a16:creationId xmlns:a16="http://schemas.microsoft.com/office/drawing/2014/main" id="{B027AD38-44DC-4749-ABE8-13603800E48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6736" y="1725222"/>
                    <a:ext cx="255318" cy="94114"/>
                  </a:xfrm>
                  <a:custGeom>
                    <a:avLst/>
                    <a:gdLst>
                      <a:gd name="T0" fmla="*/ 251832 w 1348191"/>
                      <a:gd name="T1" fmla="*/ 0 h 791462"/>
                      <a:gd name="T2" fmla="*/ 255318 w 1348191"/>
                      <a:gd name="T3" fmla="*/ 45415 h 791462"/>
                      <a:gd name="T4" fmla="*/ 92368 w 1348191"/>
                      <a:gd name="T5" fmla="*/ 94114 h 791462"/>
                      <a:gd name="T6" fmla="*/ 0 w 1348191"/>
                      <a:gd name="T7" fmla="*/ 72774 h 791462"/>
                      <a:gd name="T8" fmla="*/ 251832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cxnSp>
                <p:nvCxnSpPr>
                  <p:cNvPr id="343" name="Straight Connector 342">
                    <a:extLst>
                      <a:ext uri="{FF2B5EF4-FFF2-40B4-BE49-F238E27FC236}">
                        <a16:creationId xmlns:a16="http://schemas.microsoft.com/office/drawing/2014/main" id="{673C16FC-B30B-D341-BF16-BD40997429AA}"/>
                      </a:ext>
                    </a:extLst>
                  </p:cNvPr>
                  <p:cNvCxnSpPr>
                    <a:cxnSpLocks noChangeShapeType="1"/>
                    <a:endCxn id="338" idx="2"/>
                  </p:cNvCxnSpPr>
                  <p:nvPr/>
                </p:nvCxnSpPr>
                <p:spPr bwMode="auto">
                  <a:xfrm flipH="1" flipV="1">
                    <a:off x="2189930" y="1732067"/>
                    <a:ext cx="1823" cy="121493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344" name="Straight Connector 343">
                    <a:extLst>
                      <a:ext uri="{FF2B5EF4-FFF2-40B4-BE49-F238E27FC236}">
                        <a16:creationId xmlns:a16="http://schemas.microsoft.com/office/drawing/2014/main" id="{5A3BCC1F-E36B-CC49-9618-2077B91F993F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3384788" y="1728644"/>
                    <a:ext cx="1824" cy="121493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grpSp>
            <p:nvGrpSpPr>
              <p:cNvPr id="317" name="Group 316">
                <a:extLst>
                  <a:ext uri="{FF2B5EF4-FFF2-40B4-BE49-F238E27FC236}">
                    <a16:creationId xmlns:a16="http://schemas.microsoft.com/office/drawing/2014/main" id="{920E80F8-831C-F447-978D-EA9239497E52}"/>
                  </a:ext>
                </a:extLst>
              </p:cNvPr>
              <p:cNvGrpSpPr/>
              <p:nvPr/>
            </p:nvGrpSpPr>
            <p:grpSpPr>
              <a:xfrm>
                <a:off x="5741299" y="2747246"/>
                <a:ext cx="1221860" cy="1008038"/>
                <a:chOff x="1992768" y="2310128"/>
                <a:chExt cx="1136650" cy="928372"/>
              </a:xfrm>
            </p:grpSpPr>
            <p:sp>
              <p:nvSpPr>
                <p:cNvPr id="326" name="Rectangle 325">
                  <a:extLst>
                    <a:ext uri="{FF2B5EF4-FFF2-40B4-BE49-F238E27FC236}">
                      <a16:creationId xmlns:a16="http://schemas.microsoft.com/office/drawing/2014/main" id="{6900D1B6-2E57-BA49-B3A0-822412AEDB17}"/>
                    </a:ext>
                  </a:extLst>
                </p:cNvPr>
                <p:cNvSpPr/>
                <p:nvPr/>
              </p:nvSpPr>
              <p:spPr>
                <a:xfrm>
                  <a:off x="1992768" y="2337583"/>
                  <a:ext cx="1136650" cy="900917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C00000"/>
                  </a:solidFill>
                </a:ln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327" name="Straight Connector 326">
                  <a:extLst>
                    <a:ext uri="{FF2B5EF4-FFF2-40B4-BE49-F238E27FC236}">
                      <a16:creationId xmlns:a16="http://schemas.microsoft.com/office/drawing/2014/main" id="{8763EADC-6E94-F24D-B1CA-7347697DEE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92768" y="2735763"/>
                  <a:ext cx="113665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8" name="Straight Connector 327">
                  <a:extLst>
                    <a:ext uri="{FF2B5EF4-FFF2-40B4-BE49-F238E27FC236}">
                      <a16:creationId xmlns:a16="http://schemas.microsoft.com/office/drawing/2014/main" id="{AF9577E6-692B-3740-9F2B-DD6835189C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543809" y="2758130"/>
                  <a:ext cx="0" cy="45210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9" name="TextBox 328">
                  <a:extLst>
                    <a:ext uri="{FF2B5EF4-FFF2-40B4-BE49-F238E27FC236}">
                      <a16:creationId xmlns:a16="http://schemas.microsoft.com/office/drawing/2014/main" id="{78F7BED9-504A-A643-AF52-F41992DB5B48}"/>
                    </a:ext>
                  </a:extLst>
                </p:cNvPr>
                <p:cNvSpPr txBox="1"/>
                <p:nvPr/>
              </p:nvSpPr>
              <p:spPr>
                <a:xfrm>
                  <a:off x="2011312" y="2310128"/>
                  <a:ext cx="1094850" cy="39153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sz="1600" dirty="0"/>
                    <a:t>forwarding</a:t>
                  </a:r>
                </a:p>
                <a:p>
                  <a:pPr algn="ctr">
                    <a:lnSpc>
                      <a:spcPct val="80000"/>
                    </a:lnSpc>
                  </a:pPr>
                  <a:r>
                    <a:rPr lang="en-US" sz="1600" dirty="0"/>
                    <a:t>table</a:t>
                  </a:r>
                </a:p>
              </p:txBody>
            </p:sp>
          </p:grpSp>
        </p:grpSp>
      </p:grpSp>
      <p:sp>
        <p:nvSpPr>
          <p:cNvPr id="350" name="Rectangle 124">
            <a:extLst>
              <a:ext uri="{FF2B5EF4-FFF2-40B4-BE49-F238E27FC236}">
                <a16:creationId xmlns:a16="http://schemas.microsoft.com/office/drawing/2014/main" id="{95E0DFFE-7997-234A-8A51-545E71EE1AA5}"/>
              </a:ext>
            </a:extLst>
          </p:cNvPr>
          <p:cNvSpPr txBox="1">
            <a:spLocks noChangeArrowheads="1"/>
          </p:cNvSpPr>
          <p:nvPr/>
        </p:nvSpPr>
        <p:spPr>
          <a:xfrm>
            <a:off x="6300592" y="1641655"/>
            <a:ext cx="5711869" cy="845513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indent="0">
              <a:buNone/>
              <a:defRPr/>
            </a:pPr>
            <a:r>
              <a:rPr lang="en-US" dirty="0"/>
              <a:t>forwarding table  configured by intra- and inter-AS routing algorithms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62FEDEC-3FA5-1F45-A814-2033B8639820}"/>
              </a:ext>
            </a:extLst>
          </p:cNvPr>
          <p:cNvGrpSpPr/>
          <p:nvPr/>
        </p:nvGrpSpPr>
        <p:grpSpPr>
          <a:xfrm>
            <a:off x="3770936" y="2327478"/>
            <a:ext cx="989852" cy="1051967"/>
            <a:chOff x="-167080" y="2120214"/>
            <a:chExt cx="989852" cy="1051967"/>
          </a:xfrm>
        </p:grpSpPr>
        <p:grpSp>
          <p:nvGrpSpPr>
            <p:cNvPr id="197" name="Group 90">
              <a:extLst>
                <a:ext uri="{FF2B5EF4-FFF2-40B4-BE49-F238E27FC236}">
                  <a16:creationId xmlns:a16="http://schemas.microsoft.com/office/drawing/2014/main" id="{21522C5A-8A50-B941-AC04-C41FAA3C89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167080" y="2120214"/>
              <a:ext cx="989852" cy="697506"/>
              <a:chOff x="1653" y="2898"/>
              <a:chExt cx="678" cy="473"/>
            </a:xfrm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grpSpPr>
          <p:sp>
            <p:nvSpPr>
              <p:cNvPr id="257" name="Oval 91">
                <a:extLst>
                  <a:ext uri="{FF2B5EF4-FFF2-40B4-BE49-F238E27FC236}">
                    <a16:creationId xmlns:a16="http://schemas.microsoft.com/office/drawing/2014/main" id="{78DAB5F6-AD90-0740-9E2E-4701E6DC6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3" y="2898"/>
                <a:ext cx="678" cy="37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3333CC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59" name="Text Box 92">
                <a:extLst>
                  <a:ext uri="{FF2B5EF4-FFF2-40B4-BE49-F238E27FC236}">
                    <a16:creationId xmlns:a16="http://schemas.microsoft.com/office/drawing/2014/main" id="{E7EEC607-F92F-6844-AD84-7DF57F2A73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33" y="2933"/>
                <a:ext cx="517" cy="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Intra-AS</a:t>
                </a:r>
              </a:p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Routing </a:t>
                </a:r>
              </a:p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23" name="Bent-Up Arrow 222">
              <a:extLst>
                <a:ext uri="{FF2B5EF4-FFF2-40B4-BE49-F238E27FC236}">
                  <a16:creationId xmlns:a16="http://schemas.microsoft.com/office/drawing/2014/main" id="{C7996A1F-F62A-AB45-8B0A-AA38AB6CC92F}"/>
                </a:ext>
              </a:extLst>
            </p:cNvPr>
            <p:cNvSpPr/>
            <p:nvPr/>
          </p:nvSpPr>
          <p:spPr>
            <a:xfrm rot="5400000">
              <a:off x="-37103" y="2815767"/>
              <a:ext cx="524728" cy="188100"/>
            </a:xfrm>
            <a:prstGeom prst="bentUpArrow">
              <a:avLst>
                <a:gd name="adj1" fmla="val 16723"/>
                <a:gd name="adj2" fmla="val 25000"/>
                <a:gd name="adj3" fmla="val 25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D016E9A-DBBF-0D44-95FF-82C9E6AB7794}"/>
              </a:ext>
            </a:extLst>
          </p:cNvPr>
          <p:cNvGrpSpPr/>
          <p:nvPr/>
        </p:nvGrpSpPr>
        <p:grpSpPr>
          <a:xfrm>
            <a:off x="5032107" y="2338321"/>
            <a:ext cx="989852" cy="1047923"/>
            <a:chOff x="1057515" y="2118865"/>
            <a:chExt cx="989852" cy="1047923"/>
          </a:xfrm>
        </p:grpSpPr>
        <p:grpSp>
          <p:nvGrpSpPr>
            <p:cNvPr id="198" name="Group 90">
              <a:extLst>
                <a:ext uri="{FF2B5EF4-FFF2-40B4-BE49-F238E27FC236}">
                  <a16:creationId xmlns:a16="http://schemas.microsoft.com/office/drawing/2014/main" id="{4C733312-8EE4-8141-86B8-6984392131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7515" y="2118865"/>
              <a:ext cx="989852" cy="697506"/>
              <a:chOff x="1653" y="2898"/>
              <a:chExt cx="678" cy="473"/>
            </a:xfrm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grpSpPr>
          <p:sp>
            <p:nvSpPr>
              <p:cNvPr id="225" name="Oval 91">
                <a:extLst>
                  <a:ext uri="{FF2B5EF4-FFF2-40B4-BE49-F238E27FC236}">
                    <a16:creationId xmlns:a16="http://schemas.microsoft.com/office/drawing/2014/main" id="{923EF0B8-E767-1C4C-9DF0-0A6B906BE6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3" y="2898"/>
                <a:ext cx="678" cy="37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6" name="Text Box 92">
                <a:extLst>
                  <a:ext uri="{FF2B5EF4-FFF2-40B4-BE49-F238E27FC236}">
                    <a16:creationId xmlns:a16="http://schemas.microsoft.com/office/drawing/2014/main" id="{2744196D-C4EA-B148-BCCE-65DCAF41A3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33" y="2933"/>
                <a:ext cx="517" cy="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Inter-AS</a:t>
                </a:r>
              </a:p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Routing </a:t>
                </a:r>
              </a:p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24" name="Bent-Up Arrow 223">
              <a:extLst>
                <a:ext uri="{FF2B5EF4-FFF2-40B4-BE49-F238E27FC236}">
                  <a16:creationId xmlns:a16="http://schemas.microsoft.com/office/drawing/2014/main" id="{E6589BCE-3634-A944-B320-BEDCD95A1431}"/>
                </a:ext>
              </a:extLst>
            </p:cNvPr>
            <p:cNvSpPr/>
            <p:nvPr/>
          </p:nvSpPr>
          <p:spPr>
            <a:xfrm rot="16200000" flipH="1">
              <a:off x="1454529" y="2810374"/>
              <a:ext cx="524728" cy="188100"/>
            </a:xfrm>
            <a:prstGeom prst="bentUpArrow">
              <a:avLst>
                <a:gd name="adj1" fmla="val 16723"/>
                <a:gd name="adj2" fmla="val 25000"/>
                <a:gd name="adj3" fmla="val 25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03" name="Rectangle 124">
            <a:extLst>
              <a:ext uri="{FF2B5EF4-FFF2-40B4-BE49-F238E27FC236}">
                <a16:creationId xmlns:a16="http://schemas.microsoft.com/office/drawing/2014/main" id="{3C7AC551-226D-8E4E-ABA0-62752C629EE6}"/>
              </a:ext>
            </a:extLst>
          </p:cNvPr>
          <p:cNvSpPr txBox="1">
            <a:spLocks noChangeArrowheads="1"/>
          </p:cNvSpPr>
          <p:nvPr/>
        </p:nvSpPr>
        <p:spPr>
          <a:xfrm>
            <a:off x="6392032" y="2464615"/>
            <a:ext cx="5711869" cy="680921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2288" lvl="1" indent="-236538">
              <a:buFont typeface="Wingdings" pitchFamily="2" charset="2"/>
              <a:buChar char="§"/>
              <a:defRPr/>
            </a:pPr>
            <a:r>
              <a:rPr lang="en-US" dirty="0"/>
              <a:t>intra-AS routing determine entries for destinations within AS</a:t>
            </a:r>
          </a:p>
        </p:txBody>
      </p:sp>
      <p:sp>
        <p:nvSpPr>
          <p:cNvPr id="305" name="Rectangle 124">
            <a:extLst>
              <a:ext uri="{FF2B5EF4-FFF2-40B4-BE49-F238E27FC236}">
                <a16:creationId xmlns:a16="http://schemas.microsoft.com/office/drawing/2014/main" id="{3ADE1EDF-5A87-0F4C-B6A9-5C485661FF09}"/>
              </a:ext>
            </a:extLst>
          </p:cNvPr>
          <p:cNvSpPr txBox="1">
            <a:spLocks noChangeArrowheads="1"/>
          </p:cNvSpPr>
          <p:nvPr/>
        </p:nvSpPr>
        <p:spPr>
          <a:xfrm>
            <a:off x="6385936" y="3165655"/>
            <a:ext cx="5711869" cy="760169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2288" lvl="1" indent="-236538">
              <a:buFont typeface="Wingdings" pitchFamily="2" charset="2"/>
              <a:buChar char="§"/>
              <a:defRPr/>
            </a:pPr>
            <a:r>
              <a:rPr lang="en-US" dirty="0"/>
              <a:t>inter-AS &amp; intra-AS determine entries for external destinations</a:t>
            </a:r>
          </a:p>
        </p:txBody>
      </p:sp>
    </p:spTree>
    <p:extLst>
      <p:ext uri="{BB962C8B-B14F-4D97-AF65-F5344CB8AC3E}">
        <p14:creationId xmlns:p14="http://schemas.microsoft.com/office/powerpoint/2010/main" val="941150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" grpId="0"/>
      <p:bldP spid="303" grpId="0"/>
      <p:bldP spid="30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DA1129F-3DCF-3A44-9CC7-AFE5C958C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873636" cy="894622"/>
          </a:xfrm>
        </p:spPr>
        <p:txBody>
          <a:bodyPr>
            <a:noAutofit/>
          </a:bodyPr>
          <a:lstStyle/>
          <a:p>
            <a:r>
              <a:rPr lang="en-US" sz="4000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Inter-AS routing:  a role in intradomain forwarding</a:t>
            </a:r>
            <a:endParaRPr lang="en-US" sz="4000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403F4-351A-E44F-97D7-AD7199580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33" name="Freeform 3">
            <a:extLst>
              <a:ext uri="{FF2B5EF4-FFF2-40B4-BE49-F238E27FC236}">
                <a16:creationId xmlns:a16="http://schemas.microsoft.com/office/drawing/2014/main" id="{E9C365D2-5973-C342-80CF-5D128AC2921C}"/>
              </a:ext>
            </a:extLst>
          </p:cNvPr>
          <p:cNvSpPr>
            <a:spLocks/>
          </p:cNvSpPr>
          <p:nvPr/>
        </p:nvSpPr>
        <p:spPr bwMode="auto">
          <a:xfrm>
            <a:off x="5446783" y="4100650"/>
            <a:ext cx="2351995" cy="1511508"/>
          </a:xfrm>
          <a:custGeom>
            <a:avLst/>
            <a:gdLst>
              <a:gd name="T0" fmla="*/ 1063 w 1162"/>
              <a:gd name="T1" fmla="*/ 49351 h 543"/>
              <a:gd name="T2" fmla="*/ 6960 w 1162"/>
              <a:gd name="T3" fmla="*/ 4162 h 543"/>
              <a:gd name="T4" fmla="*/ 17785 w 1162"/>
              <a:gd name="T5" fmla="*/ 23973 h 543"/>
              <a:gd name="T6" fmla="*/ 21649 w 1162"/>
              <a:gd name="T7" fmla="*/ 72662 h 543"/>
              <a:gd name="T8" fmla="*/ 19828 w 1162"/>
              <a:gd name="T9" fmla="*/ 137161 h 543"/>
              <a:gd name="T10" fmla="*/ 11083 w 1162"/>
              <a:gd name="T11" fmla="*/ 164591 h 543"/>
              <a:gd name="T12" fmla="*/ 1657 w 1162"/>
              <a:gd name="T13" fmla="*/ 133650 h 543"/>
              <a:gd name="T14" fmla="*/ 1063 w 1162"/>
              <a:gd name="T15" fmla="*/ 49351 h 54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162"/>
              <a:gd name="T25" fmla="*/ 0 h 543"/>
              <a:gd name="T26" fmla="*/ 1162 w 1162"/>
              <a:gd name="T27" fmla="*/ 543 h 54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162" h="543">
                <a:moveTo>
                  <a:pt x="56" y="162"/>
                </a:moveTo>
                <a:cubicBezTo>
                  <a:pt x="115" y="100"/>
                  <a:pt x="221" y="28"/>
                  <a:pt x="368" y="14"/>
                </a:cubicBezTo>
                <a:cubicBezTo>
                  <a:pt x="515" y="0"/>
                  <a:pt x="811" y="42"/>
                  <a:pt x="940" y="79"/>
                </a:cubicBezTo>
                <a:cubicBezTo>
                  <a:pt x="1069" y="116"/>
                  <a:pt x="1126" y="177"/>
                  <a:pt x="1144" y="239"/>
                </a:cubicBezTo>
                <a:cubicBezTo>
                  <a:pt x="1162" y="301"/>
                  <a:pt x="1141" y="401"/>
                  <a:pt x="1048" y="451"/>
                </a:cubicBezTo>
                <a:cubicBezTo>
                  <a:pt x="955" y="501"/>
                  <a:pt x="746" y="543"/>
                  <a:pt x="586" y="541"/>
                </a:cubicBezTo>
                <a:cubicBezTo>
                  <a:pt x="426" y="539"/>
                  <a:pt x="176" y="502"/>
                  <a:pt x="88" y="439"/>
                </a:cubicBezTo>
                <a:cubicBezTo>
                  <a:pt x="0" y="376"/>
                  <a:pt x="63" y="220"/>
                  <a:pt x="56" y="162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4" name="Freeform 4">
            <a:extLst>
              <a:ext uri="{FF2B5EF4-FFF2-40B4-BE49-F238E27FC236}">
                <a16:creationId xmlns:a16="http://schemas.microsoft.com/office/drawing/2014/main" id="{4090092D-F797-484C-B1D2-AD83E59BF3EE}"/>
              </a:ext>
            </a:extLst>
          </p:cNvPr>
          <p:cNvSpPr>
            <a:spLocks/>
          </p:cNvSpPr>
          <p:nvPr/>
        </p:nvSpPr>
        <p:spPr bwMode="auto">
          <a:xfrm>
            <a:off x="1620228" y="3847012"/>
            <a:ext cx="1832250" cy="1498236"/>
          </a:xfrm>
          <a:custGeom>
            <a:avLst/>
            <a:gdLst>
              <a:gd name="T0" fmla="*/ 134 w 1198"/>
              <a:gd name="T1" fmla="*/ 270558 h 451"/>
              <a:gd name="T2" fmla="*/ 273 w 1198"/>
              <a:gd name="T3" fmla="*/ 132828 h 451"/>
              <a:gd name="T4" fmla="*/ 679 w 1198"/>
              <a:gd name="T5" fmla="*/ 73044 h 451"/>
              <a:gd name="T6" fmla="*/ 1501 w 1198"/>
              <a:gd name="T7" fmla="*/ 37135 h 451"/>
              <a:gd name="T8" fmla="*/ 1796 w 1198"/>
              <a:gd name="T9" fmla="*/ 294460 h 451"/>
              <a:gd name="T10" fmla="*/ 1350 w 1198"/>
              <a:gd name="T11" fmla="*/ 616944 h 451"/>
              <a:gd name="T12" fmla="*/ 466 w 1198"/>
              <a:gd name="T13" fmla="*/ 634874 h 451"/>
              <a:gd name="T14" fmla="*/ 54 w 1198"/>
              <a:gd name="T15" fmla="*/ 503524 h 451"/>
              <a:gd name="T16" fmla="*/ 134 w 1198"/>
              <a:gd name="T17" fmla="*/ 270558 h 45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98"/>
              <a:gd name="T28" fmla="*/ 0 h 451"/>
              <a:gd name="T29" fmla="*/ 1198 w 1198"/>
              <a:gd name="T30" fmla="*/ 451 h 451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98" h="451">
                <a:moveTo>
                  <a:pt x="88" y="181"/>
                </a:moveTo>
                <a:cubicBezTo>
                  <a:pt x="159" y="143"/>
                  <a:pt x="120" y="111"/>
                  <a:pt x="180" y="89"/>
                </a:cubicBezTo>
                <a:cubicBezTo>
                  <a:pt x="240" y="67"/>
                  <a:pt x="313" y="60"/>
                  <a:pt x="448" y="49"/>
                </a:cubicBezTo>
                <a:cubicBezTo>
                  <a:pt x="583" y="38"/>
                  <a:pt x="866" y="0"/>
                  <a:pt x="988" y="25"/>
                </a:cubicBezTo>
                <a:cubicBezTo>
                  <a:pt x="1110" y="50"/>
                  <a:pt x="1198" y="132"/>
                  <a:pt x="1181" y="197"/>
                </a:cubicBezTo>
                <a:cubicBezTo>
                  <a:pt x="1164" y="262"/>
                  <a:pt x="1034" y="375"/>
                  <a:pt x="889" y="413"/>
                </a:cubicBezTo>
                <a:cubicBezTo>
                  <a:pt x="744" y="451"/>
                  <a:pt x="449" y="438"/>
                  <a:pt x="307" y="425"/>
                </a:cubicBezTo>
                <a:cubicBezTo>
                  <a:pt x="165" y="412"/>
                  <a:pt x="72" y="378"/>
                  <a:pt x="36" y="337"/>
                </a:cubicBezTo>
                <a:cubicBezTo>
                  <a:pt x="0" y="296"/>
                  <a:pt x="77" y="213"/>
                  <a:pt x="88" y="18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5" name="Freeform 5">
            <a:extLst>
              <a:ext uri="{FF2B5EF4-FFF2-40B4-BE49-F238E27FC236}">
                <a16:creationId xmlns:a16="http://schemas.microsoft.com/office/drawing/2014/main" id="{D3A2AF50-CEA9-924C-8C29-0549AF5748DF}"/>
              </a:ext>
            </a:extLst>
          </p:cNvPr>
          <p:cNvSpPr>
            <a:spLocks/>
          </p:cNvSpPr>
          <p:nvPr/>
        </p:nvSpPr>
        <p:spPr bwMode="auto">
          <a:xfrm>
            <a:off x="2802795" y="4927925"/>
            <a:ext cx="2930139" cy="1167917"/>
          </a:xfrm>
          <a:custGeom>
            <a:avLst/>
            <a:gdLst>
              <a:gd name="T0" fmla="*/ 1319 w 1583"/>
              <a:gd name="T1" fmla="*/ 862 h 682"/>
              <a:gd name="T2" fmla="*/ 3445 w 1583"/>
              <a:gd name="T3" fmla="*/ 285 h 682"/>
              <a:gd name="T4" fmla="*/ 6645 w 1583"/>
              <a:gd name="T5" fmla="*/ 77 h 682"/>
              <a:gd name="T6" fmla="*/ 9794 w 1583"/>
              <a:gd name="T7" fmla="*/ 744 h 682"/>
              <a:gd name="T8" fmla="*/ 13238 w 1583"/>
              <a:gd name="T9" fmla="*/ 1642 h 682"/>
              <a:gd name="T10" fmla="*/ 10773 w 1583"/>
              <a:gd name="T11" fmla="*/ 2476 h 682"/>
              <a:gd name="T12" fmla="*/ 5844 w 1583"/>
              <a:gd name="T13" fmla="*/ 2523 h 682"/>
              <a:gd name="T14" fmla="*/ 751 w 1583"/>
              <a:gd name="T15" fmla="*/ 2291 h 682"/>
              <a:gd name="T16" fmla="*/ 1319 w 1583"/>
              <a:gd name="T17" fmla="*/ 862 h 68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583"/>
              <a:gd name="T28" fmla="*/ 0 h 682"/>
              <a:gd name="T29" fmla="*/ 1583 w 1583"/>
              <a:gd name="T30" fmla="*/ 682 h 68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583" h="682">
                <a:moveTo>
                  <a:pt x="155" y="224"/>
                </a:moveTo>
                <a:cubicBezTo>
                  <a:pt x="208" y="137"/>
                  <a:pt x="302" y="108"/>
                  <a:pt x="407" y="74"/>
                </a:cubicBezTo>
                <a:cubicBezTo>
                  <a:pt x="512" y="40"/>
                  <a:pt x="660" y="0"/>
                  <a:pt x="785" y="20"/>
                </a:cubicBezTo>
                <a:cubicBezTo>
                  <a:pt x="910" y="40"/>
                  <a:pt x="1027" y="126"/>
                  <a:pt x="1157" y="194"/>
                </a:cubicBezTo>
                <a:cubicBezTo>
                  <a:pt x="1287" y="262"/>
                  <a:pt x="1545" y="353"/>
                  <a:pt x="1564" y="428"/>
                </a:cubicBezTo>
                <a:cubicBezTo>
                  <a:pt x="1583" y="503"/>
                  <a:pt x="1417" y="606"/>
                  <a:pt x="1272" y="644"/>
                </a:cubicBezTo>
                <a:cubicBezTo>
                  <a:pt x="1127" y="682"/>
                  <a:pt x="887" y="664"/>
                  <a:pt x="690" y="656"/>
                </a:cubicBezTo>
                <a:cubicBezTo>
                  <a:pt x="493" y="648"/>
                  <a:pt x="178" y="668"/>
                  <a:pt x="89" y="596"/>
                </a:cubicBezTo>
                <a:cubicBezTo>
                  <a:pt x="0" y="524"/>
                  <a:pt x="102" y="311"/>
                  <a:pt x="155" y="22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6" name="Oval 6">
            <a:extLst>
              <a:ext uri="{FF2B5EF4-FFF2-40B4-BE49-F238E27FC236}">
                <a16:creationId xmlns:a16="http://schemas.microsoft.com/office/drawing/2014/main" id="{D886B232-293A-5347-8A9F-D005603A3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278" y="4926450"/>
            <a:ext cx="456967" cy="11944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7" name="Line 7">
            <a:extLst>
              <a:ext uri="{FF2B5EF4-FFF2-40B4-BE49-F238E27FC236}">
                <a16:creationId xmlns:a16="http://schemas.microsoft.com/office/drawing/2014/main" id="{48D605CF-ABE3-1B4F-A232-D527090F96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1278" y="4916128"/>
            <a:ext cx="0" cy="7668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8" name="Line 8">
            <a:extLst>
              <a:ext uri="{FF2B5EF4-FFF2-40B4-BE49-F238E27FC236}">
                <a16:creationId xmlns:a16="http://schemas.microsoft.com/office/drawing/2014/main" id="{6E612E8D-CA6C-F94A-8F5F-7BEED5AE7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8245" y="4916128"/>
            <a:ext cx="0" cy="7668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9" name="Rectangle 9">
            <a:extLst>
              <a:ext uri="{FF2B5EF4-FFF2-40B4-BE49-F238E27FC236}">
                <a16:creationId xmlns:a16="http://schemas.microsoft.com/office/drawing/2014/main" id="{0E2B504C-B9E0-FC47-9368-53C623397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278" y="4916128"/>
            <a:ext cx="452588" cy="75207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0" name="Oval 10">
            <a:extLst>
              <a:ext uri="{FF2B5EF4-FFF2-40B4-BE49-F238E27FC236}">
                <a16:creationId xmlns:a16="http://schemas.microsoft.com/office/drawing/2014/main" id="{9EFBE396-B625-0344-8E23-5BBAD57A0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6898" y="4829124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1" name="Rectangle 11">
            <a:extLst>
              <a:ext uri="{FF2B5EF4-FFF2-40B4-BE49-F238E27FC236}">
                <a16:creationId xmlns:a16="http://schemas.microsoft.com/office/drawing/2014/main" id="{F0DBD69C-A5DB-DC4A-AE43-093463BEF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3914" y="4848294"/>
            <a:ext cx="205854" cy="182856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2" name="Text Box 12">
            <a:extLst>
              <a:ext uri="{FF2B5EF4-FFF2-40B4-BE49-F238E27FC236}">
                <a16:creationId xmlns:a16="http://schemas.microsoft.com/office/drawing/2014/main" id="{9C707F26-D218-B941-ACA7-2537E8CEE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8358" y="4752442"/>
            <a:ext cx="467187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3b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3" name="Oval 13">
            <a:extLst>
              <a:ext uri="{FF2B5EF4-FFF2-40B4-BE49-F238E27FC236}">
                <a16:creationId xmlns:a16="http://schemas.microsoft.com/office/drawing/2014/main" id="{F5CAF371-FE17-244E-B591-ECED8083E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509" y="5820083"/>
            <a:ext cx="456967" cy="11944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4" name="Line 14">
            <a:extLst>
              <a:ext uri="{FF2B5EF4-FFF2-40B4-BE49-F238E27FC236}">
                <a16:creationId xmlns:a16="http://schemas.microsoft.com/office/drawing/2014/main" id="{21854A4C-DB2D-E340-B5A9-97C52C8C10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9509" y="5809761"/>
            <a:ext cx="0" cy="7668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5" name="Line 15">
            <a:extLst>
              <a:ext uri="{FF2B5EF4-FFF2-40B4-BE49-F238E27FC236}">
                <a16:creationId xmlns:a16="http://schemas.microsoft.com/office/drawing/2014/main" id="{E1CB0695-60DD-C243-A589-4B84D9A97D8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6476" y="5809761"/>
            <a:ext cx="0" cy="7668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6" name="Rectangle 16">
            <a:extLst>
              <a:ext uri="{FF2B5EF4-FFF2-40B4-BE49-F238E27FC236}">
                <a16:creationId xmlns:a16="http://schemas.microsoft.com/office/drawing/2014/main" id="{5BD440AE-D73F-7F45-9AA6-838A5A161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509" y="5809761"/>
            <a:ext cx="452588" cy="75207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7" name="Oval 17">
            <a:extLst>
              <a:ext uri="{FF2B5EF4-FFF2-40B4-BE49-F238E27FC236}">
                <a16:creationId xmlns:a16="http://schemas.microsoft.com/office/drawing/2014/main" id="{E5795699-8636-AB42-9278-8D9E1A42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5129" y="5722757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48" name="Group 18">
            <a:extLst>
              <a:ext uri="{FF2B5EF4-FFF2-40B4-BE49-F238E27FC236}">
                <a16:creationId xmlns:a16="http://schemas.microsoft.com/office/drawing/2014/main" id="{6B8409BD-7477-6747-91EB-78CFC8F8BA47}"/>
              </a:ext>
            </a:extLst>
          </p:cNvPr>
          <p:cNvGrpSpPr>
            <a:grpSpLocks/>
          </p:cNvGrpSpPr>
          <p:nvPr/>
        </p:nvGrpSpPr>
        <p:grpSpPr bwMode="auto">
          <a:xfrm>
            <a:off x="3778049" y="5637228"/>
            <a:ext cx="468647" cy="396679"/>
            <a:chOff x="2897" y="2425"/>
            <a:chExt cx="323" cy="269"/>
          </a:xfrm>
        </p:grpSpPr>
        <p:sp>
          <p:nvSpPr>
            <p:cNvPr id="251" name="Rectangle 19">
              <a:extLst>
                <a:ext uri="{FF2B5EF4-FFF2-40B4-BE49-F238E27FC236}">
                  <a16:creationId xmlns:a16="http://schemas.microsoft.com/office/drawing/2014/main" id="{7D7609E8-756E-1B41-AE93-5463D8AF7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2" name="Text Box 20">
              <a:extLst>
                <a:ext uri="{FF2B5EF4-FFF2-40B4-BE49-F238E27FC236}">
                  <a16:creationId xmlns:a16="http://schemas.microsoft.com/office/drawing/2014/main" id="{7B4233D3-81BD-B448-80FE-0C01096615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7" y="2425"/>
              <a:ext cx="3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1d</a:t>
              </a:r>
            </a:p>
          </p:txBody>
        </p:sp>
      </p:grpSp>
      <p:sp>
        <p:nvSpPr>
          <p:cNvPr id="149" name="Oval 21">
            <a:extLst>
              <a:ext uri="{FF2B5EF4-FFF2-40B4-BE49-F238E27FC236}">
                <a16:creationId xmlns:a16="http://schemas.microsoft.com/office/drawing/2014/main" id="{7AA5B5C8-99AF-D744-91DD-4758CEDCA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0315" y="4731797"/>
            <a:ext cx="456967" cy="122395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0" name="Line 22">
            <a:extLst>
              <a:ext uri="{FF2B5EF4-FFF2-40B4-BE49-F238E27FC236}">
                <a16:creationId xmlns:a16="http://schemas.microsoft.com/office/drawing/2014/main" id="{3F1A6000-25C3-6A47-897A-6B2052E821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0315" y="4721475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1" name="Line 23">
            <a:extLst>
              <a:ext uri="{FF2B5EF4-FFF2-40B4-BE49-F238E27FC236}">
                <a16:creationId xmlns:a16="http://schemas.microsoft.com/office/drawing/2014/main" id="{2C6C2593-75EB-9041-B98E-049BD334D4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7282" y="4721475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2" name="Rectangle 24">
            <a:extLst>
              <a:ext uri="{FF2B5EF4-FFF2-40B4-BE49-F238E27FC236}">
                <a16:creationId xmlns:a16="http://schemas.microsoft.com/office/drawing/2014/main" id="{503F2144-C006-BA4A-A54C-154D6C9AB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0315" y="4721475"/>
            <a:ext cx="452588" cy="6930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3" name="Oval 25">
            <a:extLst>
              <a:ext uri="{FF2B5EF4-FFF2-40B4-BE49-F238E27FC236}">
                <a16:creationId xmlns:a16="http://schemas.microsoft.com/office/drawing/2014/main" id="{D492E009-7760-4343-874C-AD3B41835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5935" y="4634471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4" name="Rectangle 26">
            <a:extLst>
              <a:ext uri="{FF2B5EF4-FFF2-40B4-BE49-F238E27FC236}">
                <a16:creationId xmlns:a16="http://schemas.microsoft.com/office/drawing/2014/main" id="{F8BDB031-7C07-264D-B086-6DC72DC78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2952" y="4653641"/>
            <a:ext cx="207314" cy="162211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5" name="Text Box 27">
            <a:extLst>
              <a:ext uri="{FF2B5EF4-FFF2-40B4-BE49-F238E27FC236}">
                <a16:creationId xmlns:a16="http://schemas.microsoft.com/office/drawing/2014/main" id="{B087AFAB-7C65-874C-8F8F-3012C9060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8855" y="4556315"/>
            <a:ext cx="467187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3a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6" name="Oval 28">
            <a:extLst>
              <a:ext uri="{FF2B5EF4-FFF2-40B4-BE49-F238E27FC236}">
                <a16:creationId xmlns:a16="http://schemas.microsoft.com/office/drawing/2014/main" id="{87CEC350-ADF1-E24F-A235-1A9B645EF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6950" y="5236125"/>
            <a:ext cx="456967" cy="11944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7" name="Line 29">
            <a:extLst>
              <a:ext uri="{FF2B5EF4-FFF2-40B4-BE49-F238E27FC236}">
                <a16:creationId xmlns:a16="http://schemas.microsoft.com/office/drawing/2014/main" id="{5782FBF4-093E-9947-AAA6-533CA371CD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6950" y="5227277"/>
            <a:ext cx="0" cy="7520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8" name="Line 30">
            <a:extLst>
              <a:ext uri="{FF2B5EF4-FFF2-40B4-BE49-F238E27FC236}">
                <a16:creationId xmlns:a16="http://schemas.microsoft.com/office/drawing/2014/main" id="{FA0971A2-9137-1943-A6F3-BD3716BCCBB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3917" y="5227277"/>
            <a:ext cx="0" cy="7520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9" name="Rectangle 31">
            <a:extLst>
              <a:ext uri="{FF2B5EF4-FFF2-40B4-BE49-F238E27FC236}">
                <a16:creationId xmlns:a16="http://schemas.microsoft.com/office/drawing/2014/main" id="{FBE8FDDA-4B2E-BE4C-95BF-585222778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6950" y="5227277"/>
            <a:ext cx="452588" cy="70783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0" name="Oval 32">
            <a:extLst>
              <a:ext uri="{FF2B5EF4-FFF2-40B4-BE49-F238E27FC236}">
                <a16:creationId xmlns:a16="http://schemas.microsoft.com/office/drawing/2014/main" id="{6DE39B5B-BD23-3044-9274-CFE1A3DFE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2570" y="5138799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61" name="Group 33">
            <a:extLst>
              <a:ext uri="{FF2B5EF4-FFF2-40B4-BE49-F238E27FC236}">
                <a16:creationId xmlns:a16="http://schemas.microsoft.com/office/drawing/2014/main" id="{D6CD68FD-658B-EA4A-AFA2-F4EE9AE43DCA}"/>
              </a:ext>
            </a:extLst>
          </p:cNvPr>
          <p:cNvGrpSpPr>
            <a:grpSpLocks/>
          </p:cNvGrpSpPr>
          <p:nvPr/>
        </p:nvGrpSpPr>
        <p:grpSpPr bwMode="auto">
          <a:xfrm>
            <a:off x="3729870" y="5053269"/>
            <a:ext cx="452588" cy="398153"/>
            <a:chOff x="2899" y="2425"/>
            <a:chExt cx="319" cy="270"/>
          </a:xfrm>
        </p:grpSpPr>
        <p:sp>
          <p:nvSpPr>
            <p:cNvPr id="249" name="Rectangle 34">
              <a:extLst>
                <a:ext uri="{FF2B5EF4-FFF2-40B4-BE49-F238E27FC236}">
                  <a16:creationId xmlns:a16="http://schemas.microsoft.com/office/drawing/2014/main" id="{C85F8938-221C-6441-94A5-77506E21C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0" name="Text Box 35">
              <a:extLst>
                <a:ext uri="{FF2B5EF4-FFF2-40B4-BE49-F238E27FC236}">
                  <a16:creationId xmlns:a16="http://schemas.microsoft.com/office/drawing/2014/main" id="{430475AC-A5D0-EF4C-9180-A3E96828AD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9" y="2425"/>
              <a:ext cx="319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1c</a:t>
              </a:r>
            </a:p>
          </p:txBody>
        </p:sp>
      </p:grpSp>
      <p:sp>
        <p:nvSpPr>
          <p:cNvPr id="162" name="Line 36">
            <a:extLst>
              <a:ext uri="{FF2B5EF4-FFF2-40B4-BE49-F238E27FC236}">
                <a16:creationId xmlns:a16="http://schemas.microsoft.com/office/drawing/2014/main" id="{AF16B8FF-7450-3B46-865A-EC0F92A90E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7578" y="4971418"/>
            <a:ext cx="449668" cy="14451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3" name="Line 37">
            <a:extLst>
              <a:ext uri="{FF2B5EF4-FFF2-40B4-BE49-F238E27FC236}">
                <a16:creationId xmlns:a16="http://schemas.microsoft.com/office/drawing/2014/main" id="{B705DAC1-A436-FC47-B3A5-64086AE0207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20605" y="4846819"/>
            <a:ext cx="132856" cy="17105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4" name="Line 38">
            <a:extLst>
              <a:ext uri="{FF2B5EF4-FFF2-40B4-BE49-F238E27FC236}">
                <a16:creationId xmlns:a16="http://schemas.microsoft.com/office/drawing/2014/main" id="{B646BCF5-2213-9142-8477-66C7DFEE38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8301" y="4781935"/>
            <a:ext cx="166435" cy="11207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5" name="Freeform 39">
            <a:extLst>
              <a:ext uri="{FF2B5EF4-FFF2-40B4-BE49-F238E27FC236}">
                <a16:creationId xmlns:a16="http://schemas.microsoft.com/office/drawing/2014/main" id="{1A359E4A-1EBE-234F-9DE9-E4FB43E18A2D}"/>
              </a:ext>
            </a:extLst>
          </p:cNvPr>
          <p:cNvSpPr>
            <a:spLocks/>
          </p:cNvSpPr>
          <p:nvPr/>
        </p:nvSpPr>
        <p:spPr bwMode="auto">
          <a:xfrm>
            <a:off x="4233556" y="5716858"/>
            <a:ext cx="385429" cy="120921"/>
          </a:xfrm>
          <a:custGeom>
            <a:avLst/>
            <a:gdLst>
              <a:gd name="T0" fmla="*/ 0 w 264"/>
              <a:gd name="T1" fmla="*/ 82 h 82"/>
              <a:gd name="T2" fmla="*/ 264 w 264"/>
              <a:gd name="T3" fmla="*/ 0 h 82"/>
              <a:gd name="T4" fmla="*/ 0 60000 65536"/>
              <a:gd name="T5" fmla="*/ 0 60000 65536"/>
              <a:gd name="T6" fmla="*/ 0 w 264"/>
              <a:gd name="T7" fmla="*/ 0 h 82"/>
              <a:gd name="T8" fmla="*/ 264 w 264"/>
              <a:gd name="T9" fmla="*/ 82 h 8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64" h="82">
                <a:moveTo>
                  <a:pt x="0" y="82"/>
                </a:moveTo>
                <a:lnTo>
                  <a:pt x="264" y="0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6" name="Freeform 40">
            <a:extLst>
              <a:ext uri="{FF2B5EF4-FFF2-40B4-BE49-F238E27FC236}">
                <a16:creationId xmlns:a16="http://schemas.microsoft.com/office/drawing/2014/main" id="{097126F1-D995-444D-8642-03F5F5E0DBAA}"/>
              </a:ext>
            </a:extLst>
          </p:cNvPr>
          <p:cNvSpPr>
            <a:spLocks/>
          </p:cNvSpPr>
          <p:nvPr/>
        </p:nvSpPr>
        <p:spPr bwMode="auto">
          <a:xfrm>
            <a:off x="3561975" y="5663771"/>
            <a:ext cx="221914" cy="174008"/>
          </a:xfrm>
          <a:custGeom>
            <a:avLst/>
            <a:gdLst>
              <a:gd name="T0" fmla="*/ 0 w 152"/>
              <a:gd name="T1" fmla="*/ 0 h 118"/>
              <a:gd name="T2" fmla="*/ 152 w 152"/>
              <a:gd name="T3" fmla="*/ 118 h 118"/>
              <a:gd name="T4" fmla="*/ 0 60000 65536"/>
              <a:gd name="T5" fmla="*/ 0 60000 65536"/>
              <a:gd name="T6" fmla="*/ 0 w 152"/>
              <a:gd name="T7" fmla="*/ 0 h 118"/>
              <a:gd name="T8" fmla="*/ 152 w 152"/>
              <a:gd name="T9" fmla="*/ 118 h 11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2" h="118">
                <a:moveTo>
                  <a:pt x="0" y="0"/>
                </a:moveTo>
                <a:lnTo>
                  <a:pt x="152" y="118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7" name="Freeform 41">
            <a:extLst>
              <a:ext uri="{FF2B5EF4-FFF2-40B4-BE49-F238E27FC236}">
                <a16:creationId xmlns:a16="http://schemas.microsoft.com/office/drawing/2014/main" id="{8FA74CA7-BEE7-3E46-BAFF-EC2177B4B95C}"/>
              </a:ext>
            </a:extLst>
          </p:cNvPr>
          <p:cNvSpPr>
            <a:spLocks/>
          </p:cNvSpPr>
          <p:nvPr/>
        </p:nvSpPr>
        <p:spPr bwMode="auto">
          <a:xfrm>
            <a:off x="3743010" y="5560546"/>
            <a:ext cx="823417" cy="120921"/>
          </a:xfrm>
          <a:custGeom>
            <a:avLst/>
            <a:gdLst>
              <a:gd name="T0" fmla="*/ 0 w 564"/>
              <a:gd name="T1" fmla="*/ 0 h 82"/>
              <a:gd name="T2" fmla="*/ 564 w 564"/>
              <a:gd name="T3" fmla="*/ 82 h 82"/>
              <a:gd name="T4" fmla="*/ 0 60000 65536"/>
              <a:gd name="T5" fmla="*/ 0 60000 65536"/>
              <a:gd name="T6" fmla="*/ 0 w 564"/>
              <a:gd name="T7" fmla="*/ 0 h 82"/>
              <a:gd name="T8" fmla="*/ 564 w 564"/>
              <a:gd name="T9" fmla="*/ 82 h 8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64" h="82">
                <a:moveTo>
                  <a:pt x="0" y="0"/>
                </a:moveTo>
                <a:lnTo>
                  <a:pt x="564" y="82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8" name="Freeform 42">
            <a:extLst>
              <a:ext uri="{FF2B5EF4-FFF2-40B4-BE49-F238E27FC236}">
                <a16:creationId xmlns:a16="http://schemas.microsoft.com/office/drawing/2014/main" id="{A5B0DFEC-B8A9-C34F-94A0-A4E2936DD8A8}"/>
              </a:ext>
            </a:extLst>
          </p:cNvPr>
          <p:cNvSpPr>
            <a:spLocks/>
          </p:cNvSpPr>
          <p:nvPr/>
        </p:nvSpPr>
        <p:spPr bwMode="auto">
          <a:xfrm>
            <a:off x="3652492" y="5321654"/>
            <a:ext cx="110957" cy="138616"/>
          </a:xfrm>
          <a:custGeom>
            <a:avLst/>
            <a:gdLst>
              <a:gd name="T0" fmla="*/ 0 w 76"/>
              <a:gd name="T1" fmla="*/ 94 h 94"/>
              <a:gd name="T2" fmla="*/ 76 w 76"/>
              <a:gd name="T3" fmla="*/ 0 h 94"/>
              <a:gd name="T4" fmla="*/ 0 60000 65536"/>
              <a:gd name="T5" fmla="*/ 0 60000 65536"/>
              <a:gd name="T6" fmla="*/ 0 w 76"/>
              <a:gd name="T7" fmla="*/ 0 h 94"/>
              <a:gd name="T8" fmla="*/ 76 w 76"/>
              <a:gd name="T9" fmla="*/ 94 h 9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6" h="94">
                <a:moveTo>
                  <a:pt x="0" y="94"/>
                </a:moveTo>
                <a:lnTo>
                  <a:pt x="76" y="0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9" name="Freeform 43">
            <a:extLst>
              <a:ext uri="{FF2B5EF4-FFF2-40B4-BE49-F238E27FC236}">
                <a16:creationId xmlns:a16="http://schemas.microsoft.com/office/drawing/2014/main" id="{698BCEC3-16FB-314C-831F-6D55ED13B108}"/>
              </a:ext>
            </a:extLst>
          </p:cNvPr>
          <p:cNvSpPr>
            <a:spLocks/>
          </p:cNvSpPr>
          <p:nvPr/>
        </p:nvSpPr>
        <p:spPr bwMode="auto">
          <a:xfrm>
            <a:off x="2446565" y="4767189"/>
            <a:ext cx="367910" cy="168109"/>
          </a:xfrm>
          <a:custGeom>
            <a:avLst/>
            <a:gdLst>
              <a:gd name="T0" fmla="*/ 0 w 252"/>
              <a:gd name="T1" fmla="*/ 114 h 114"/>
              <a:gd name="T2" fmla="*/ 252 w 252"/>
              <a:gd name="T3" fmla="*/ 0 h 114"/>
              <a:gd name="T4" fmla="*/ 0 60000 65536"/>
              <a:gd name="T5" fmla="*/ 0 60000 65536"/>
              <a:gd name="T6" fmla="*/ 0 w 252"/>
              <a:gd name="T7" fmla="*/ 0 h 114"/>
              <a:gd name="T8" fmla="*/ 252 w 252"/>
              <a:gd name="T9" fmla="*/ 114 h 11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52" h="114">
                <a:moveTo>
                  <a:pt x="0" y="114"/>
                </a:moveTo>
                <a:lnTo>
                  <a:pt x="252" y="0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0" name="Freeform 44">
            <a:extLst>
              <a:ext uri="{FF2B5EF4-FFF2-40B4-BE49-F238E27FC236}">
                <a16:creationId xmlns:a16="http://schemas.microsoft.com/office/drawing/2014/main" id="{8CB7EA9B-46A2-DA43-BD84-E5E548E767A3}"/>
              </a:ext>
            </a:extLst>
          </p:cNvPr>
          <p:cNvSpPr>
            <a:spLocks/>
          </p:cNvSpPr>
          <p:nvPr/>
        </p:nvSpPr>
        <p:spPr bwMode="auto">
          <a:xfrm>
            <a:off x="3083108" y="4855667"/>
            <a:ext cx="648222" cy="380458"/>
          </a:xfrm>
          <a:custGeom>
            <a:avLst/>
            <a:gdLst>
              <a:gd name="T0" fmla="*/ 0 w 444"/>
              <a:gd name="T1" fmla="*/ 0 h 258"/>
              <a:gd name="T2" fmla="*/ 444 w 444"/>
              <a:gd name="T3" fmla="*/ 258 h 258"/>
              <a:gd name="T4" fmla="*/ 0 60000 65536"/>
              <a:gd name="T5" fmla="*/ 0 60000 65536"/>
              <a:gd name="T6" fmla="*/ 0 w 444"/>
              <a:gd name="T7" fmla="*/ 0 h 258"/>
              <a:gd name="T8" fmla="*/ 444 w 444"/>
              <a:gd name="T9" fmla="*/ 258 h 25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44" h="258">
                <a:moveTo>
                  <a:pt x="0" y="0"/>
                </a:moveTo>
                <a:lnTo>
                  <a:pt x="444" y="258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1" name="Freeform 45">
            <a:extLst>
              <a:ext uri="{FF2B5EF4-FFF2-40B4-BE49-F238E27FC236}">
                <a16:creationId xmlns:a16="http://schemas.microsoft.com/office/drawing/2014/main" id="{7D4FB268-A169-0F4B-9C84-1ACD0524121A}"/>
              </a:ext>
            </a:extLst>
          </p:cNvPr>
          <p:cNvSpPr>
            <a:spLocks/>
          </p:cNvSpPr>
          <p:nvPr/>
        </p:nvSpPr>
        <p:spPr bwMode="auto">
          <a:xfrm>
            <a:off x="5016095" y="5029675"/>
            <a:ext cx="954814" cy="619350"/>
          </a:xfrm>
          <a:custGeom>
            <a:avLst/>
            <a:gdLst>
              <a:gd name="T0" fmla="*/ 0 w 654"/>
              <a:gd name="T1" fmla="*/ 420 h 420"/>
              <a:gd name="T2" fmla="*/ 654 w 654"/>
              <a:gd name="T3" fmla="*/ 0 h 420"/>
              <a:gd name="T4" fmla="*/ 0 60000 65536"/>
              <a:gd name="T5" fmla="*/ 0 60000 65536"/>
              <a:gd name="T6" fmla="*/ 0 w 654"/>
              <a:gd name="T7" fmla="*/ 0 h 420"/>
              <a:gd name="T8" fmla="*/ 654 w 654"/>
              <a:gd name="T9" fmla="*/ 420 h 42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54" h="420">
                <a:moveTo>
                  <a:pt x="0" y="420"/>
                </a:moveTo>
                <a:lnTo>
                  <a:pt x="654" y="0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2" name="Oval 46">
            <a:extLst>
              <a:ext uri="{FF2B5EF4-FFF2-40B4-BE49-F238E27FC236}">
                <a16:creationId xmlns:a16="http://schemas.microsoft.com/office/drawing/2014/main" id="{77EAE8E4-EF1C-944D-B5DF-947BBACAF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0611" y="4936773"/>
            <a:ext cx="456967" cy="12092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3" name="Line 47">
            <a:extLst>
              <a:ext uri="{FF2B5EF4-FFF2-40B4-BE49-F238E27FC236}">
                <a16:creationId xmlns:a16="http://schemas.microsoft.com/office/drawing/2014/main" id="{7605033D-73A1-924E-99FE-EDD6125246F5}"/>
              </a:ext>
            </a:extLst>
          </p:cNvPr>
          <p:cNvSpPr>
            <a:spLocks noChangeShapeType="1"/>
          </p:cNvSpPr>
          <p:nvPr/>
        </p:nvSpPr>
        <p:spPr bwMode="auto">
          <a:xfrm>
            <a:off x="5890611" y="4924975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4" name="Line 48">
            <a:extLst>
              <a:ext uri="{FF2B5EF4-FFF2-40B4-BE49-F238E27FC236}">
                <a16:creationId xmlns:a16="http://schemas.microsoft.com/office/drawing/2014/main" id="{DBC0B4AB-D0E3-C74F-9785-E25E20C244C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7578" y="4924975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5" name="Rectangle 49">
            <a:extLst>
              <a:ext uri="{FF2B5EF4-FFF2-40B4-BE49-F238E27FC236}">
                <a16:creationId xmlns:a16="http://schemas.microsoft.com/office/drawing/2014/main" id="{592A5C53-BD83-384A-9C2D-08CEEB785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0611" y="4924975"/>
            <a:ext cx="452588" cy="73732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6" name="Oval 50">
            <a:extLst>
              <a:ext uri="{FF2B5EF4-FFF2-40B4-BE49-F238E27FC236}">
                <a16:creationId xmlns:a16="http://schemas.microsoft.com/office/drawing/2014/main" id="{5D02A58E-4F5A-EC40-B29A-0D5700D16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6231" y="4837972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7" name="Rectangle 51">
            <a:extLst>
              <a:ext uri="{FF2B5EF4-FFF2-40B4-BE49-F238E27FC236}">
                <a16:creationId xmlns:a16="http://schemas.microsoft.com/office/drawing/2014/main" id="{A8B4ED51-5EBD-7A42-A070-7C85A13AF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247" y="4857142"/>
            <a:ext cx="205854" cy="179906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8" name="Text Box 52">
            <a:extLst>
              <a:ext uri="{FF2B5EF4-FFF2-40B4-BE49-F238E27FC236}">
                <a16:creationId xmlns:a16="http://schemas.microsoft.com/office/drawing/2014/main" id="{6864AE40-C653-554F-B5F5-7FCE89051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7691" y="4761290"/>
            <a:ext cx="467187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2a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9" name="Text Box 53">
            <a:extLst>
              <a:ext uri="{FF2B5EF4-FFF2-40B4-BE49-F238E27FC236}">
                <a16:creationId xmlns:a16="http://schemas.microsoft.com/office/drawing/2014/main" id="{9674ED05-1E44-A445-B61A-D179B0370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0470" y="5215261"/>
            <a:ext cx="665742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AS3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0" name="Text Box 54">
            <a:extLst>
              <a:ext uri="{FF2B5EF4-FFF2-40B4-BE49-F238E27FC236}">
                <a16:creationId xmlns:a16="http://schemas.microsoft.com/office/drawing/2014/main" id="{005A3212-FAC4-D446-8E0A-533A16ECE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5452" y="5839068"/>
            <a:ext cx="665742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AS1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1" name="Text Box 55">
            <a:extLst>
              <a:ext uri="{FF2B5EF4-FFF2-40B4-BE49-F238E27FC236}">
                <a16:creationId xmlns:a16="http://schemas.microsoft.com/office/drawing/2014/main" id="{7DE50C34-9B18-1849-8D31-CE3E7E2F0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6511" y="5463035"/>
            <a:ext cx="616103" cy="368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AS2</a:t>
            </a:r>
          </a:p>
        </p:txBody>
      </p:sp>
      <p:sp>
        <p:nvSpPr>
          <p:cNvPr id="182" name="Oval 56">
            <a:extLst>
              <a:ext uri="{FF2B5EF4-FFF2-40B4-BE49-F238E27FC236}">
                <a16:creationId xmlns:a16="http://schemas.microsoft.com/office/drawing/2014/main" id="{4CAC6F24-F619-7E4B-9E0A-AF6FB0ECB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0202" y="5545800"/>
            <a:ext cx="456967" cy="11944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3" name="Line 57">
            <a:extLst>
              <a:ext uri="{FF2B5EF4-FFF2-40B4-BE49-F238E27FC236}">
                <a16:creationId xmlns:a16="http://schemas.microsoft.com/office/drawing/2014/main" id="{37706C00-5AFA-4E4F-AEE2-E86CBA64F50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0202" y="5535477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4" name="Line 58">
            <a:extLst>
              <a:ext uri="{FF2B5EF4-FFF2-40B4-BE49-F238E27FC236}">
                <a16:creationId xmlns:a16="http://schemas.microsoft.com/office/drawing/2014/main" id="{F53BFE68-5413-9042-B5B8-E870B9DF06E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8630" y="5535477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5" name="Rectangle 59">
            <a:extLst>
              <a:ext uri="{FF2B5EF4-FFF2-40B4-BE49-F238E27FC236}">
                <a16:creationId xmlns:a16="http://schemas.microsoft.com/office/drawing/2014/main" id="{E66B86FC-0EE6-A646-BA10-BADF35B02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0202" y="5535477"/>
            <a:ext cx="452588" cy="6930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6" name="Oval 60">
            <a:extLst>
              <a:ext uri="{FF2B5EF4-FFF2-40B4-BE49-F238E27FC236}">
                <a16:creationId xmlns:a16="http://schemas.microsoft.com/office/drawing/2014/main" id="{E2C4F48E-C2B7-F040-A479-AD3AA9552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822" y="5455847"/>
            <a:ext cx="456967" cy="14156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7" name="Rectangle 61">
            <a:extLst>
              <a:ext uri="{FF2B5EF4-FFF2-40B4-BE49-F238E27FC236}">
                <a16:creationId xmlns:a16="http://schemas.microsoft.com/office/drawing/2014/main" id="{782B4D58-3187-1646-B67F-4472AD6DF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9919" y="5494187"/>
            <a:ext cx="207314" cy="141566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8" name="Text Box 62">
            <a:extLst>
              <a:ext uri="{FF2B5EF4-FFF2-40B4-BE49-F238E27FC236}">
                <a16:creationId xmlns:a16="http://schemas.microsoft.com/office/drawing/2014/main" id="{CEC455E8-C4B8-6444-936D-9F9CEE323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0202" y="5367368"/>
            <a:ext cx="467187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1a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89" name="Group 63">
            <a:extLst>
              <a:ext uri="{FF2B5EF4-FFF2-40B4-BE49-F238E27FC236}">
                <a16:creationId xmlns:a16="http://schemas.microsoft.com/office/drawing/2014/main" id="{8B168416-DE6F-9546-A33D-5DC186D755BF}"/>
              </a:ext>
            </a:extLst>
          </p:cNvPr>
          <p:cNvGrpSpPr>
            <a:grpSpLocks/>
          </p:cNvGrpSpPr>
          <p:nvPr/>
        </p:nvGrpSpPr>
        <p:grpSpPr bwMode="auto">
          <a:xfrm>
            <a:off x="6394297" y="4593181"/>
            <a:ext cx="461347" cy="396679"/>
            <a:chOff x="4320" y="1936"/>
            <a:chExt cx="316" cy="269"/>
          </a:xfrm>
        </p:grpSpPr>
        <p:sp>
          <p:nvSpPr>
            <p:cNvPr id="242" name="Oval 64">
              <a:extLst>
                <a:ext uri="{FF2B5EF4-FFF2-40B4-BE49-F238E27FC236}">
                  <a16:creationId xmlns:a16="http://schemas.microsoft.com/office/drawing/2014/main" id="{17477FF4-6D5F-744F-A7C6-65D539FF2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3" y="2054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3" name="Line 65">
              <a:extLst>
                <a:ext uri="{FF2B5EF4-FFF2-40B4-BE49-F238E27FC236}">
                  <a16:creationId xmlns:a16="http://schemas.microsoft.com/office/drawing/2014/main" id="{7681775B-D11F-204C-B161-6FEDD63873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3" y="2047"/>
              <a:ext cx="0" cy="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4" name="Line 66">
              <a:extLst>
                <a:ext uri="{FF2B5EF4-FFF2-40B4-BE49-F238E27FC236}">
                  <a16:creationId xmlns:a16="http://schemas.microsoft.com/office/drawing/2014/main" id="{C9C1462B-D75D-9043-BD36-C8666A0E3E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6" y="2047"/>
              <a:ext cx="0" cy="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5" name="Rectangle 67">
              <a:extLst>
                <a:ext uri="{FF2B5EF4-FFF2-40B4-BE49-F238E27FC236}">
                  <a16:creationId xmlns:a16="http://schemas.microsoft.com/office/drawing/2014/main" id="{D2A31C20-F821-2245-A13A-E48BBF035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3" y="2047"/>
              <a:ext cx="310" cy="51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6" name="Oval 68">
              <a:extLst>
                <a:ext uri="{FF2B5EF4-FFF2-40B4-BE49-F238E27FC236}">
                  <a16:creationId xmlns:a16="http://schemas.microsoft.com/office/drawing/2014/main" id="{E3B56467-2A6B-814A-A9D2-32B39DA9E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1988"/>
              <a:ext cx="313" cy="97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7" name="Rectangle 69">
              <a:extLst>
                <a:ext uri="{FF2B5EF4-FFF2-40B4-BE49-F238E27FC236}">
                  <a16:creationId xmlns:a16="http://schemas.microsoft.com/office/drawing/2014/main" id="{4CCA8E7D-2AA0-DB42-8739-0E698AF3E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7" y="2001"/>
              <a:ext cx="141" cy="11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8" name="Text Box 70">
              <a:extLst>
                <a:ext uri="{FF2B5EF4-FFF2-40B4-BE49-F238E27FC236}">
                  <a16:creationId xmlns:a16="http://schemas.microsoft.com/office/drawing/2014/main" id="{B0E12A9A-8AC6-2C4B-B109-A569883BDF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5" y="1936"/>
              <a:ext cx="31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2c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90" name="Group 71">
            <a:extLst>
              <a:ext uri="{FF2B5EF4-FFF2-40B4-BE49-F238E27FC236}">
                <a16:creationId xmlns:a16="http://schemas.microsoft.com/office/drawing/2014/main" id="{21E7E3D0-5FA0-9646-84AD-FC33AA41FD3A}"/>
              </a:ext>
            </a:extLst>
          </p:cNvPr>
          <p:cNvGrpSpPr>
            <a:grpSpLocks/>
          </p:cNvGrpSpPr>
          <p:nvPr/>
        </p:nvGrpSpPr>
        <p:grpSpPr bwMode="auto">
          <a:xfrm>
            <a:off x="6797246" y="4920552"/>
            <a:ext cx="468647" cy="396679"/>
            <a:chOff x="4596" y="2158"/>
            <a:chExt cx="321" cy="269"/>
          </a:xfrm>
        </p:grpSpPr>
        <p:sp>
          <p:nvSpPr>
            <p:cNvPr id="235" name="Oval 72">
              <a:extLst>
                <a:ext uri="{FF2B5EF4-FFF2-40B4-BE49-F238E27FC236}">
                  <a16:creationId xmlns:a16="http://schemas.microsoft.com/office/drawing/2014/main" id="{5608D056-551C-0B44-A60B-A3E90AFB7D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9" y="2276"/>
              <a:ext cx="311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6" name="Line 73">
              <a:extLst>
                <a:ext uri="{FF2B5EF4-FFF2-40B4-BE49-F238E27FC236}">
                  <a16:creationId xmlns:a16="http://schemas.microsoft.com/office/drawing/2014/main" id="{FA977711-B8B6-4247-BDAB-A3001746C4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9" y="2269"/>
              <a:ext cx="0" cy="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7" name="Line 74">
              <a:extLst>
                <a:ext uri="{FF2B5EF4-FFF2-40B4-BE49-F238E27FC236}">
                  <a16:creationId xmlns:a16="http://schemas.microsoft.com/office/drawing/2014/main" id="{6CA75CE1-2E8D-0F48-8641-8C18C90BD8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0" y="2269"/>
              <a:ext cx="0" cy="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8" name="Rectangle 75">
              <a:extLst>
                <a:ext uri="{FF2B5EF4-FFF2-40B4-BE49-F238E27FC236}">
                  <a16:creationId xmlns:a16="http://schemas.microsoft.com/office/drawing/2014/main" id="{4ED73E8C-48F2-3A4F-B322-2CCB3CBA08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9" y="2269"/>
              <a:ext cx="310" cy="51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9" name="Oval 76">
              <a:extLst>
                <a:ext uri="{FF2B5EF4-FFF2-40B4-BE49-F238E27FC236}">
                  <a16:creationId xmlns:a16="http://schemas.microsoft.com/office/drawing/2014/main" id="{6345CAD2-BEAC-0E49-9C80-9EB68603F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6" y="2208"/>
              <a:ext cx="313" cy="97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0" name="Rectangle 77">
              <a:extLst>
                <a:ext uri="{FF2B5EF4-FFF2-40B4-BE49-F238E27FC236}">
                  <a16:creationId xmlns:a16="http://schemas.microsoft.com/office/drawing/2014/main" id="{E1F2376F-3613-4042-A35F-DEE5F89C6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" y="2221"/>
              <a:ext cx="141" cy="11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1" name="Text Box 78">
              <a:extLst>
                <a:ext uri="{FF2B5EF4-FFF2-40B4-BE49-F238E27FC236}">
                  <a16:creationId xmlns:a16="http://schemas.microsoft.com/office/drawing/2014/main" id="{7C2657A7-4F00-3C45-AD0D-9FB7A649BB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8" y="2158"/>
              <a:ext cx="31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2b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91" name="Group 79">
            <a:extLst>
              <a:ext uri="{FF2B5EF4-FFF2-40B4-BE49-F238E27FC236}">
                <a16:creationId xmlns:a16="http://schemas.microsoft.com/office/drawing/2014/main" id="{46AC6AA7-B51A-F140-B460-7AA4784A8771}"/>
              </a:ext>
            </a:extLst>
          </p:cNvPr>
          <p:cNvGrpSpPr>
            <a:grpSpLocks/>
          </p:cNvGrpSpPr>
          <p:nvPr/>
        </p:nvGrpSpPr>
        <p:grpSpPr bwMode="auto">
          <a:xfrm>
            <a:off x="4562047" y="5466169"/>
            <a:ext cx="468647" cy="396679"/>
            <a:chOff x="2015" y="1976"/>
            <a:chExt cx="321" cy="269"/>
          </a:xfrm>
        </p:grpSpPr>
        <p:sp>
          <p:nvSpPr>
            <p:cNvPr id="227" name="Oval 80">
              <a:extLst>
                <a:ext uri="{FF2B5EF4-FFF2-40B4-BE49-F238E27FC236}">
                  <a16:creationId xmlns:a16="http://schemas.microsoft.com/office/drawing/2014/main" id="{F0AF513D-168E-BC43-A87F-98530A7A7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" y="2102"/>
              <a:ext cx="311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8" name="Line 81">
              <a:extLst>
                <a:ext uri="{FF2B5EF4-FFF2-40B4-BE49-F238E27FC236}">
                  <a16:creationId xmlns:a16="http://schemas.microsoft.com/office/drawing/2014/main" id="{98E003C3-39B5-AD4E-B694-FF067F96F0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9" y="209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9" name="Line 82">
              <a:extLst>
                <a:ext uri="{FF2B5EF4-FFF2-40B4-BE49-F238E27FC236}">
                  <a16:creationId xmlns:a16="http://schemas.microsoft.com/office/drawing/2014/main" id="{FD35A7A2-366B-1C41-BFC6-E12754C801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0" y="209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0" name="Rectangle 83">
              <a:extLst>
                <a:ext uri="{FF2B5EF4-FFF2-40B4-BE49-F238E27FC236}">
                  <a16:creationId xmlns:a16="http://schemas.microsoft.com/office/drawing/2014/main" id="{5442F6D1-04E0-A44F-8910-B76948571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" y="2097"/>
              <a:ext cx="310" cy="47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1" name="Oval 84">
              <a:extLst>
                <a:ext uri="{FF2B5EF4-FFF2-40B4-BE49-F238E27FC236}">
                  <a16:creationId xmlns:a16="http://schemas.microsoft.com/office/drawing/2014/main" id="{7CE682FE-3948-5143-B692-07DEF21A92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03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32" name="Group 85">
              <a:extLst>
                <a:ext uri="{FF2B5EF4-FFF2-40B4-BE49-F238E27FC236}">
                  <a16:creationId xmlns:a16="http://schemas.microsoft.com/office/drawing/2014/main" id="{ACD8E934-A29C-E940-B27E-262F5DE7DC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5" y="1976"/>
              <a:ext cx="321" cy="269"/>
              <a:chOff x="2894" y="2425"/>
              <a:chExt cx="328" cy="269"/>
            </a:xfrm>
          </p:grpSpPr>
          <p:sp>
            <p:nvSpPr>
              <p:cNvPr id="233" name="Rectangle 86">
                <a:extLst>
                  <a:ext uri="{FF2B5EF4-FFF2-40B4-BE49-F238E27FC236}">
                    <a16:creationId xmlns:a16="http://schemas.microsoft.com/office/drawing/2014/main" id="{6556355B-9BE3-D746-A820-E89A58911E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4" name="Text Box 87">
                <a:extLst>
                  <a:ext uri="{FF2B5EF4-FFF2-40B4-BE49-F238E27FC236}">
                    <a16:creationId xmlns:a16="http://schemas.microsoft.com/office/drawing/2014/main" id="{87A983D3-02A0-4A4B-A676-14BB88EA31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4" y="2425"/>
                <a:ext cx="328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1b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199" name="Group 99">
            <a:extLst>
              <a:ext uri="{FF2B5EF4-FFF2-40B4-BE49-F238E27FC236}">
                <a16:creationId xmlns:a16="http://schemas.microsoft.com/office/drawing/2014/main" id="{4C6CCD3C-47D1-7847-84AE-9A444B7FD9F9}"/>
              </a:ext>
            </a:extLst>
          </p:cNvPr>
          <p:cNvGrpSpPr>
            <a:grpSpLocks/>
          </p:cNvGrpSpPr>
          <p:nvPr/>
        </p:nvGrpSpPr>
        <p:grpSpPr bwMode="auto">
          <a:xfrm>
            <a:off x="2231951" y="4354289"/>
            <a:ext cx="461347" cy="396679"/>
            <a:chOff x="2016" y="1976"/>
            <a:chExt cx="316" cy="269"/>
          </a:xfrm>
        </p:grpSpPr>
        <p:sp>
          <p:nvSpPr>
            <p:cNvPr id="215" name="Oval 100">
              <a:extLst>
                <a:ext uri="{FF2B5EF4-FFF2-40B4-BE49-F238E27FC236}">
                  <a16:creationId xmlns:a16="http://schemas.microsoft.com/office/drawing/2014/main" id="{9CFFD192-2352-574C-A1F6-73C764467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" y="210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6" name="Line 101">
              <a:extLst>
                <a:ext uri="{FF2B5EF4-FFF2-40B4-BE49-F238E27FC236}">
                  <a16:creationId xmlns:a16="http://schemas.microsoft.com/office/drawing/2014/main" id="{AA179453-C4E3-E244-B9A9-11831D8261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9" y="209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7" name="Line 102">
              <a:extLst>
                <a:ext uri="{FF2B5EF4-FFF2-40B4-BE49-F238E27FC236}">
                  <a16:creationId xmlns:a16="http://schemas.microsoft.com/office/drawing/2014/main" id="{1CE386C9-63A7-F044-A083-5284BFD154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2" y="209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8" name="Rectangle 103">
              <a:extLst>
                <a:ext uri="{FF2B5EF4-FFF2-40B4-BE49-F238E27FC236}">
                  <a16:creationId xmlns:a16="http://schemas.microsoft.com/office/drawing/2014/main" id="{50227DAD-D708-784A-BD13-83429F1C25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" y="2095"/>
              <a:ext cx="310" cy="50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9" name="Oval 104">
              <a:extLst>
                <a:ext uri="{FF2B5EF4-FFF2-40B4-BE49-F238E27FC236}">
                  <a16:creationId xmlns:a16="http://schemas.microsoft.com/office/drawing/2014/main" id="{6DA156B1-5FE9-414A-BB48-46A4A52B9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037"/>
              <a:ext cx="313" cy="94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20" name="Group 105">
              <a:extLst>
                <a:ext uri="{FF2B5EF4-FFF2-40B4-BE49-F238E27FC236}">
                  <a16:creationId xmlns:a16="http://schemas.microsoft.com/office/drawing/2014/main" id="{80512439-7B6B-C54B-82D0-66D0AB25D2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20" y="1976"/>
              <a:ext cx="308" cy="269"/>
              <a:chOff x="2899" y="2425"/>
              <a:chExt cx="315" cy="269"/>
            </a:xfrm>
          </p:grpSpPr>
          <p:sp>
            <p:nvSpPr>
              <p:cNvPr id="221" name="Rectangle 106">
                <a:extLst>
                  <a:ext uri="{FF2B5EF4-FFF2-40B4-BE49-F238E27FC236}">
                    <a16:creationId xmlns:a16="http://schemas.microsoft.com/office/drawing/2014/main" id="{91098A50-7FC0-CB4E-9B97-2D7AE96D06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2" name="Text Box 107">
                <a:extLst>
                  <a:ext uri="{FF2B5EF4-FFF2-40B4-BE49-F238E27FC236}">
                    <a16:creationId xmlns:a16="http://schemas.microsoft.com/office/drawing/2014/main" id="{FBCF2ABD-1064-2947-85B9-C0D4E2616D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9" y="2425"/>
                <a:ext cx="315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3c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sp>
        <p:nvSpPr>
          <p:cNvPr id="200" name="Line 108">
            <a:extLst>
              <a:ext uri="{FF2B5EF4-FFF2-40B4-BE49-F238E27FC236}">
                <a16:creationId xmlns:a16="http://schemas.microsoft.com/office/drawing/2014/main" id="{47A25237-349D-A842-8706-F347B24345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66990" y="4669862"/>
            <a:ext cx="90518" cy="15926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1" name="Line 109">
            <a:extLst>
              <a:ext uri="{FF2B5EF4-FFF2-40B4-BE49-F238E27FC236}">
                <a16:creationId xmlns:a16="http://schemas.microsoft.com/office/drawing/2014/main" id="{6A3F47BD-80C7-0747-85CB-F22F1B79270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8783" y="4737696"/>
            <a:ext cx="211694" cy="16221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2" name="Line 110">
            <a:extLst>
              <a:ext uri="{FF2B5EF4-FFF2-40B4-BE49-F238E27FC236}">
                <a16:creationId xmlns:a16="http://schemas.microsoft.com/office/drawing/2014/main" id="{6CB9126B-13F6-7D4E-B1DD-C7EB25541B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47302" y="4214198"/>
            <a:ext cx="198555" cy="22414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3" name="Line 111">
            <a:extLst>
              <a:ext uri="{FF2B5EF4-FFF2-40B4-BE49-F238E27FC236}">
                <a16:creationId xmlns:a16="http://schemas.microsoft.com/office/drawing/2014/main" id="{22C33C4C-9469-EC40-8CEF-2C586DEC66C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9974" y="4200926"/>
            <a:ext cx="175195" cy="26248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4" name="Line 112">
            <a:extLst>
              <a:ext uri="{FF2B5EF4-FFF2-40B4-BE49-F238E27FC236}">
                <a16:creationId xmlns:a16="http://schemas.microsoft.com/office/drawing/2014/main" id="{4C48EF93-B210-4F4B-9854-165045A32F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03547" y="4338068"/>
            <a:ext cx="102197" cy="30377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7" name="Line 115">
            <a:extLst>
              <a:ext uri="{FF2B5EF4-FFF2-40B4-BE49-F238E27FC236}">
                <a16:creationId xmlns:a16="http://schemas.microsoft.com/office/drawing/2014/main" id="{257DE23D-92D6-6B48-8933-BB087A4B7F3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56338" y="4388206"/>
            <a:ext cx="185415" cy="29787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8" name="Line 116">
            <a:extLst>
              <a:ext uri="{FF2B5EF4-FFF2-40B4-BE49-F238E27FC236}">
                <a16:creationId xmlns:a16="http://schemas.microsoft.com/office/drawing/2014/main" id="{3008FEDF-B989-AD47-B8DC-811C63A78E6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00830" y="4538619"/>
            <a:ext cx="198555" cy="27280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9" name="Line 117">
            <a:extLst>
              <a:ext uri="{FF2B5EF4-FFF2-40B4-BE49-F238E27FC236}">
                <a16:creationId xmlns:a16="http://schemas.microsoft.com/office/drawing/2014/main" id="{7072AB1C-E687-5F42-AD97-F842F241CC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41506" y="5637228"/>
            <a:ext cx="197095" cy="17253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10" name="Line 118">
            <a:extLst>
              <a:ext uri="{FF2B5EF4-FFF2-40B4-BE49-F238E27FC236}">
                <a16:creationId xmlns:a16="http://schemas.microsoft.com/office/drawing/2014/main" id="{368439BD-38EC-0F4F-AB79-71712E1AE09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091868" y="5488289"/>
            <a:ext cx="185415" cy="1179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11" name="Line 119">
            <a:extLst>
              <a:ext uri="{FF2B5EF4-FFF2-40B4-BE49-F238E27FC236}">
                <a16:creationId xmlns:a16="http://schemas.microsoft.com/office/drawing/2014/main" id="{05F4047A-FA71-B345-8F4D-7557CE9C31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87517" y="5887917"/>
            <a:ext cx="309511" cy="2212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12" name="Line 120">
            <a:extLst>
              <a:ext uri="{FF2B5EF4-FFF2-40B4-BE49-F238E27FC236}">
                <a16:creationId xmlns:a16="http://schemas.microsoft.com/office/drawing/2014/main" id="{00691E04-3135-5045-8A22-A3445401A5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2677" y="5212531"/>
            <a:ext cx="334331" cy="1474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13" name="Line 121">
            <a:extLst>
              <a:ext uri="{FF2B5EF4-FFF2-40B4-BE49-F238E27FC236}">
                <a16:creationId xmlns:a16="http://schemas.microsoft.com/office/drawing/2014/main" id="{C2D8B9BD-B900-B448-8B0A-9B6A048DBB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9879" y="5762572"/>
            <a:ext cx="173735" cy="16221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14" name="Line 122">
            <a:extLst>
              <a:ext uri="{FF2B5EF4-FFF2-40B4-BE49-F238E27FC236}">
                <a16:creationId xmlns:a16="http://schemas.microsoft.com/office/drawing/2014/main" id="{EA45D5A9-0BF3-874E-B10C-996FD8308B6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6178" y="5324603"/>
            <a:ext cx="211694" cy="11059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92" name="Freeform 113">
            <a:extLst>
              <a:ext uri="{FF2B5EF4-FFF2-40B4-BE49-F238E27FC236}">
                <a16:creationId xmlns:a16="http://schemas.microsoft.com/office/drawing/2014/main" id="{DE260962-6C23-A34F-81F9-3BDEB6DE3340}"/>
              </a:ext>
            </a:extLst>
          </p:cNvPr>
          <p:cNvSpPr>
            <a:spLocks/>
          </p:cNvSpPr>
          <p:nvPr/>
        </p:nvSpPr>
        <p:spPr bwMode="auto">
          <a:xfrm flipH="1">
            <a:off x="642829" y="4609186"/>
            <a:ext cx="1171575" cy="1758950"/>
          </a:xfrm>
          <a:custGeom>
            <a:avLst/>
            <a:gdLst>
              <a:gd name="T0" fmla="*/ 2147483647 w 738"/>
              <a:gd name="T1" fmla="*/ 2147483647 h 1108"/>
              <a:gd name="T2" fmla="*/ 2147483647 w 738"/>
              <a:gd name="T3" fmla="*/ 2147483647 h 1108"/>
              <a:gd name="T4" fmla="*/ 2147483647 w 738"/>
              <a:gd name="T5" fmla="*/ 2147483647 h 1108"/>
              <a:gd name="T6" fmla="*/ 2147483647 w 738"/>
              <a:gd name="T7" fmla="*/ 2147483647 h 1108"/>
              <a:gd name="T8" fmla="*/ 2147483647 w 738"/>
              <a:gd name="T9" fmla="*/ 2147483647 h 1108"/>
              <a:gd name="T10" fmla="*/ 2147483647 w 738"/>
              <a:gd name="T11" fmla="*/ 2147483647 h 1108"/>
              <a:gd name="T12" fmla="*/ 2147483647 w 738"/>
              <a:gd name="T13" fmla="*/ 2147483647 h 1108"/>
              <a:gd name="T14" fmla="*/ 2147483647 w 738"/>
              <a:gd name="T15" fmla="*/ 2147483647 h 110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38"/>
              <a:gd name="T25" fmla="*/ 0 h 1108"/>
              <a:gd name="T26" fmla="*/ 738 w 738"/>
              <a:gd name="T27" fmla="*/ 1108 h 110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38" h="1108">
                <a:moveTo>
                  <a:pt x="32" y="394"/>
                </a:moveTo>
                <a:cubicBezTo>
                  <a:pt x="66" y="301"/>
                  <a:pt x="108" y="228"/>
                  <a:pt x="213" y="172"/>
                </a:cubicBezTo>
                <a:cubicBezTo>
                  <a:pt x="318" y="116"/>
                  <a:pt x="588" y="0"/>
                  <a:pt x="663" y="56"/>
                </a:cubicBezTo>
                <a:cubicBezTo>
                  <a:pt x="738" y="112"/>
                  <a:pt x="659" y="346"/>
                  <a:pt x="661" y="509"/>
                </a:cubicBezTo>
                <a:cubicBezTo>
                  <a:pt x="663" y="672"/>
                  <a:pt x="731" y="956"/>
                  <a:pt x="677" y="1032"/>
                </a:cubicBezTo>
                <a:cubicBezTo>
                  <a:pt x="623" y="1108"/>
                  <a:pt x="442" y="999"/>
                  <a:pt x="338" y="962"/>
                </a:cubicBezTo>
                <a:cubicBezTo>
                  <a:pt x="234" y="925"/>
                  <a:pt x="102" y="904"/>
                  <a:pt x="51" y="809"/>
                </a:cubicBezTo>
                <a:cubicBezTo>
                  <a:pt x="0" y="715"/>
                  <a:pt x="36" y="481"/>
                  <a:pt x="32" y="394"/>
                </a:cubicBezTo>
                <a:close/>
              </a:path>
            </a:pathLst>
          </a:custGeom>
          <a:gradFill rotWithShape="1">
            <a:gsLst>
              <a:gs pos="0">
                <a:srgbClr val="9CE0FA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93" name="Text Box 114">
            <a:extLst>
              <a:ext uri="{FF2B5EF4-FFF2-40B4-BE49-F238E27FC236}">
                <a16:creationId xmlns:a16="http://schemas.microsoft.com/office/drawing/2014/main" id="{A4A13EDE-492A-BE49-A65F-4D86BD672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979" y="5393411"/>
            <a:ext cx="893763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dirty="0"/>
              <a:t>other</a:t>
            </a:r>
          </a:p>
          <a:p>
            <a:r>
              <a:rPr lang="en-US" sz="1400" dirty="0"/>
              <a:t>networks</a:t>
            </a:r>
          </a:p>
        </p:txBody>
      </p:sp>
      <p:sp>
        <p:nvSpPr>
          <p:cNvPr id="194" name="Line 115">
            <a:extLst>
              <a:ext uri="{FF2B5EF4-FFF2-40B4-BE49-F238E27FC236}">
                <a16:creationId xmlns:a16="http://schemas.microsoft.com/office/drawing/2014/main" id="{C8C2397B-C8B2-224A-BCB5-A3C329D27E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00079" y="4955261"/>
            <a:ext cx="468313" cy="2682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95" name="Freeform 5">
            <a:extLst>
              <a:ext uri="{FF2B5EF4-FFF2-40B4-BE49-F238E27FC236}">
                <a16:creationId xmlns:a16="http://schemas.microsoft.com/office/drawing/2014/main" id="{8885E14F-4041-E249-995C-43DC3D2D8B1C}"/>
              </a:ext>
            </a:extLst>
          </p:cNvPr>
          <p:cNvSpPr>
            <a:spLocks/>
          </p:cNvSpPr>
          <p:nvPr/>
        </p:nvSpPr>
        <p:spPr bwMode="auto">
          <a:xfrm>
            <a:off x="8053714" y="3961226"/>
            <a:ext cx="1171575" cy="1758950"/>
          </a:xfrm>
          <a:custGeom>
            <a:avLst/>
            <a:gdLst>
              <a:gd name="T0" fmla="*/ 2147483647 w 738"/>
              <a:gd name="T1" fmla="*/ 2147483647 h 1108"/>
              <a:gd name="T2" fmla="*/ 2147483647 w 738"/>
              <a:gd name="T3" fmla="*/ 2147483647 h 1108"/>
              <a:gd name="T4" fmla="*/ 2147483647 w 738"/>
              <a:gd name="T5" fmla="*/ 2147483647 h 1108"/>
              <a:gd name="T6" fmla="*/ 2147483647 w 738"/>
              <a:gd name="T7" fmla="*/ 2147483647 h 1108"/>
              <a:gd name="T8" fmla="*/ 2147483647 w 738"/>
              <a:gd name="T9" fmla="*/ 2147483647 h 1108"/>
              <a:gd name="T10" fmla="*/ 2147483647 w 738"/>
              <a:gd name="T11" fmla="*/ 2147483647 h 1108"/>
              <a:gd name="T12" fmla="*/ 2147483647 w 738"/>
              <a:gd name="T13" fmla="*/ 2147483647 h 1108"/>
              <a:gd name="T14" fmla="*/ 2147483647 w 738"/>
              <a:gd name="T15" fmla="*/ 2147483647 h 110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38"/>
              <a:gd name="T25" fmla="*/ 0 h 1108"/>
              <a:gd name="T26" fmla="*/ 738 w 738"/>
              <a:gd name="T27" fmla="*/ 1108 h 110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38" h="1108">
                <a:moveTo>
                  <a:pt x="32" y="394"/>
                </a:moveTo>
                <a:cubicBezTo>
                  <a:pt x="66" y="301"/>
                  <a:pt x="108" y="228"/>
                  <a:pt x="213" y="172"/>
                </a:cubicBezTo>
                <a:cubicBezTo>
                  <a:pt x="318" y="116"/>
                  <a:pt x="588" y="0"/>
                  <a:pt x="663" y="56"/>
                </a:cubicBezTo>
                <a:cubicBezTo>
                  <a:pt x="738" y="112"/>
                  <a:pt x="659" y="346"/>
                  <a:pt x="661" y="509"/>
                </a:cubicBezTo>
                <a:cubicBezTo>
                  <a:pt x="663" y="672"/>
                  <a:pt x="731" y="956"/>
                  <a:pt x="677" y="1032"/>
                </a:cubicBezTo>
                <a:cubicBezTo>
                  <a:pt x="623" y="1108"/>
                  <a:pt x="442" y="999"/>
                  <a:pt x="338" y="962"/>
                </a:cubicBezTo>
                <a:cubicBezTo>
                  <a:pt x="234" y="925"/>
                  <a:pt x="102" y="904"/>
                  <a:pt x="51" y="809"/>
                </a:cubicBezTo>
                <a:cubicBezTo>
                  <a:pt x="0" y="715"/>
                  <a:pt x="36" y="481"/>
                  <a:pt x="32" y="394"/>
                </a:cubicBezTo>
                <a:close/>
              </a:path>
            </a:pathLst>
          </a:custGeom>
          <a:gradFill rotWithShape="1">
            <a:gsLst>
              <a:gs pos="0">
                <a:srgbClr val="9CE0FA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96" name="Line 92">
            <a:extLst>
              <a:ext uri="{FF2B5EF4-FFF2-40B4-BE49-F238E27FC236}">
                <a16:creationId xmlns:a16="http://schemas.microsoft.com/office/drawing/2014/main" id="{F329414D-E5C4-DA4F-A3DD-7175FB210C9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8694" y="4790989"/>
            <a:ext cx="131827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r>
              <a:rPr lang="en-US" dirty="0"/>
              <a:t>        </a:t>
            </a:r>
          </a:p>
        </p:txBody>
      </p:sp>
      <p:sp>
        <p:nvSpPr>
          <p:cNvPr id="197" name="Line 93">
            <a:extLst>
              <a:ext uri="{FF2B5EF4-FFF2-40B4-BE49-F238E27FC236}">
                <a16:creationId xmlns:a16="http://schemas.microsoft.com/office/drawing/2014/main" id="{BFA90A4C-DC4C-B649-B9F1-BBC4626B9420}"/>
              </a:ext>
            </a:extLst>
          </p:cNvPr>
          <p:cNvSpPr>
            <a:spLocks noChangeShapeType="1"/>
          </p:cNvSpPr>
          <p:nvPr/>
        </p:nvSpPr>
        <p:spPr bwMode="auto">
          <a:xfrm>
            <a:off x="7290584" y="5105814"/>
            <a:ext cx="133984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r>
              <a:rPr lang="en-US" dirty="0"/>
              <a:t>                </a:t>
            </a:r>
          </a:p>
        </p:txBody>
      </p:sp>
      <p:sp>
        <p:nvSpPr>
          <p:cNvPr id="198" name="Text Box 112">
            <a:extLst>
              <a:ext uri="{FF2B5EF4-FFF2-40B4-BE49-F238E27FC236}">
                <a16:creationId xmlns:a16="http://schemas.microsoft.com/office/drawing/2014/main" id="{840A7965-8696-C241-A087-39B4E4084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3127" y="4558126"/>
            <a:ext cx="893762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dirty="0"/>
              <a:t>other</a:t>
            </a:r>
          </a:p>
          <a:p>
            <a:r>
              <a:rPr lang="en-US" sz="1400" dirty="0"/>
              <a:t>networks</a:t>
            </a:r>
          </a:p>
        </p:txBody>
      </p:sp>
      <p:sp>
        <p:nvSpPr>
          <p:cNvPr id="223" name="Rectangle 3">
            <a:extLst>
              <a:ext uri="{FF2B5EF4-FFF2-40B4-BE49-F238E27FC236}">
                <a16:creationId xmlns:a16="http://schemas.microsoft.com/office/drawing/2014/main" id="{C4812894-1377-0F41-8D66-2DB2C98C7B52}"/>
              </a:ext>
            </a:extLst>
          </p:cNvPr>
          <p:cNvSpPr txBox="1">
            <a:spLocks noChangeArrowheads="1"/>
          </p:cNvSpPr>
          <p:nvPr/>
        </p:nvSpPr>
        <p:spPr>
          <a:xfrm>
            <a:off x="657073" y="1558642"/>
            <a:ext cx="5004692" cy="7212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400" dirty="0"/>
              <a:t>suppose router in AS</a:t>
            </a:r>
            <a:r>
              <a:rPr lang="en-US" sz="2400" dirty="0">
                <a:latin typeface="Arial"/>
                <a:cs typeface="Arial"/>
              </a:rPr>
              <a:t>1</a:t>
            </a:r>
            <a:r>
              <a:rPr lang="en-US" sz="2400" dirty="0"/>
              <a:t> receives datagram destined outside of AS</a:t>
            </a:r>
            <a:r>
              <a:rPr lang="en-US" sz="2400" dirty="0">
                <a:latin typeface="Arial"/>
                <a:cs typeface="Arial"/>
              </a:rPr>
              <a:t>1</a:t>
            </a:r>
            <a:r>
              <a:rPr lang="en-US" sz="2400" dirty="0"/>
              <a:t>:</a:t>
            </a:r>
          </a:p>
          <a:p>
            <a:pPr lvl="1">
              <a:defRPr/>
            </a:pP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C7CFEE-647F-FD4B-8F1F-D357C9361183}"/>
              </a:ext>
            </a:extLst>
          </p:cNvPr>
          <p:cNvSpPr/>
          <p:nvPr/>
        </p:nvSpPr>
        <p:spPr>
          <a:xfrm>
            <a:off x="6108525" y="1488552"/>
            <a:ext cx="5490576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charset="0"/>
              <a:buNone/>
              <a:defRPr/>
            </a:pPr>
            <a:r>
              <a:rPr lang="en-US" sz="2800" dirty="0">
                <a:solidFill>
                  <a:srgbClr val="CC0000"/>
                </a:solidFill>
              </a:rPr>
              <a:t>AS</a:t>
            </a:r>
            <a:r>
              <a:rPr lang="en-US" sz="2800" dirty="0">
                <a:solidFill>
                  <a:srgbClr val="CC0000"/>
                </a:solidFill>
                <a:cs typeface="Arial"/>
              </a:rPr>
              <a:t>1</a:t>
            </a:r>
            <a:r>
              <a:rPr lang="en-US" sz="2800" dirty="0">
                <a:solidFill>
                  <a:srgbClr val="CC0000"/>
                </a:solidFill>
              </a:rPr>
              <a:t> inter-domain routing must:</a:t>
            </a:r>
          </a:p>
          <a:p>
            <a:pPr marL="457200" indent="-333375">
              <a:buFont typeface="ZapfDingbats" charset="0"/>
              <a:buAutoNum type="arabicPeriod"/>
              <a:defRPr/>
            </a:pPr>
            <a:r>
              <a:rPr lang="en-US" sz="2400" dirty="0"/>
              <a:t>learn which destinations reachable through AS2, which through AS3</a:t>
            </a:r>
          </a:p>
          <a:p>
            <a:pPr marL="457200" indent="-333375">
              <a:buFont typeface="ZapfDingbats" charset="0"/>
              <a:buAutoNum type="arabicPeriod"/>
              <a:defRPr/>
            </a:pPr>
            <a:r>
              <a:rPr lang="en-US" sz="2400" dirty="0"/>
              <a:t>propagate this reachability info to all routers in AS</a:t>
            </a:r>
            <a:r>
              <a:rPr lang="en-US" sz="2400" dirty="0">
                <a:cs typeface="Arial"/>
              </a:rPr>
              <a:t>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AF74606-0A42-EC43-8837-07801EF753FD}"/>
              </a:ext>
            </a:extLst>
          </p:cNvPr>
          <p:cNvGrpSpPr/>
          <p:nvPr/>
        </p:nvGrpSpPr>
        <p:grpSpPr>
          <a:xfrm>
            <a:off x="2670048" y="5701792"/>
            <a:ext cx="763742" cy="443198"/>
            <a:chOff x="2670048" y="5701792"/>
            <a:chExt cx="763742" cy="443198"/>
          </a:xfrm>
        </p:grpSpPr>
        <p:sp>
          <p:nvSpPr>
            <p:cNvPr id="124" name="Right Arrow 123">
              <a:extLst>
                <a:ext uri="{FF2B5EF4-FFF2-40B4-BE49-F238E27FC236}">
                  <a16:creationId xmlns:a16="http://schemas.microsoft.com/office/drawing/2014/main" id="{28ACB7EC-F781-384A-AD08-E17B83DAE67A}"/>
                </a:ext>
              </a:extLst>
            </p:cNvPr>
            <p:cNvSpPr/>
            <p:nvPr/>
          </p:nvSpPr>
          <p:spPr>
            <a:xfrm rot="19174881">
              <a:off x="2896614" y="5786744"/>
              <a:ext cx="537176" cy="202520"/>
            </a:xfrm>
            <a:prstGeom prst="rightArrow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5000">
                  <a:schemeClr val="accent1">
                    <a:lumMod val="20000"/>
                    <a:lumOff val="80000"/>
                  </a:schemeClr>
                </a:gs>
                <a:gs pos="68000">
                  <a:schemeClr val="accent1">
                    <a:lumMod val="45000"/>
                    <a:lumOff val="55000"/>
                  </a:schemeClr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0" name="Group 201">
              <a:extLst>
                <a:ext uri="{FF2B5EF4-FFF2-40B4-BE49-F238E27FC236}">
                  <a16:creationId xmlns:a16="http://schemas.microsoft.com/office/drawing/2014/main" id="{E20C8ADF-2589-C646-B6EA-D4B0EBC7A0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70048" y="5701792"/>
              <a:ext cx="245122" cy="443198"/>
              <a:chOff x="375561" y="297711"/>
              <a:chExt cx="1252683" cy="2138362"/>
            </a:xfrm>
          </p:grpSpPr>
          <p:sp>
            <p:nvSpPr>
              <p:cNvPr id="121" name="Freeform 120">
                <a:extLst>
                  <a:ext uri="{FF2B5EF4-FFF2-40B4-BE49-F238E27FC236}">
                    <a16:creationId xmlns:a16="http://schemas.microsoft.com/office/drawing/2014/main" id="{7DDF526C-1102-2F48-8FE7-A7023586C9F7}"/>
                  </a:ext>
                </a:extLst>
              </p:cNvPr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22" name="Freeform 121">
                <a:extLst>
                  <a:ext uri="{FF2B5EF4-FFF2-40B4-BE49-F238E27FC236}">
                    <a16:creationId xmlns:a16="http://schemas.microsoft.com/office/drawing/2014/main" id="{D87569FE-AD98-464C-82C6-8AF331C6E022}"/>
                  </a:ext>
                </a:extLst>
              </p:cNvPr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48448" h="758069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1DD79E3A-D063-E04C-BF26-4BCE30BD1540}"/>
                  </a:ext>
                </a:extLst>
              </p:cNvPr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solidFill>
                    <a:srgbClr val="FFFFFF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</p:grpSp>
      </p:grpSp>
      <p:sp>
        <p:nvSpPr>
          <p:cNvPr id="126" name="Rectangle 3">
            <a:extLst>
              <a:ext uri="{FF2B5EF4-FFF2-40B4-BE49-F238E27FC236}">
                <a16:creationId xmlns:a16="http://schemas.microsoft.com/office/drawing/2014/main" id="{2805B67C-421E-F747-ADEA-BA4F2FA77522}"/>
              </a:ext>
            </a:extLst>
          </p:cNvPr>
          <p:cNvSpPr txBox="1">
            <a:spLocks noChangeArrowheads="1"/>
          </p:cNvSpPr>
          <p:nvPr/>
        </p:nvSpPr>
        <p:spPr>
          <a:xfrm>
            <a:off x="602209" y="2259682"/>
            <a:ext cx="5004692" cy="1998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defRPr/>
            </a:pPr>
            <a:r>
              <a:rPr lang="en-US" dirty="0"/>
              <a:t>router should forward packet to gateway router in AS1, but which one?</a:t>
            </a:r>
          </a:p>
          <a:p>
            <a:pPr lvl="1">
              <a:defRPr/>
            </a:pP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1C63B2F-6BBA-B44E-97F7-4159A78FD0F4}"/>
              </a:ext>
            </a:extLst>
          </p:cNvPr>
          <p:cNvGrpSpPr/>
          <p:nvPr/>
        </p:nvGrpSpPr>
        <p:grpSpPr>
          <a:xfrm>
            <a:off x="528828" y="2261616"/>
            <a:ext cx="3400044" cy="3791712"/>
            <a:chOff x="528828" y="2261616"/>
            <a:chExt cx="3400044" cy="3791712"/>
          </a:xfrm>
        </p:grpSpPr>
        <p:pic>
          <p:nvPicPr>
            <p:cNvPr id="7" name="Picture 6" descr="A close up of a sign&#10;&#10;Description automatically generated">
              <a:extLst>
                <a:ext uri="{FF2B5EF4-FFF2-40B4-BE49-F238E27FC236}">
                  <a16:creationId xmlns:a16="http://schemas.microsoft.com/office/drawing/2014/main" id="{0AD2C625-9B0A-A742-966B-89B7C34CA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81528" y="5205984"/>
              <a:ext cx="847344" cy="847344"/>
            </a:xfrm>
            <a:prstGeom prst="rect">
              <a:avLst/>
            </a:prstGeom>
          </p:spPr>
        </p:pic>
        <p:pic>
          <p:nvPicPr>
            <p:cNvPr id="129" name="Picture 128" descr="A close up of a sign&#10;&#10;Description automatically generated">
              <a:extLst>
                <a:ext uri="{FF2B5EF4-FFF2-40B4-BE49-F238E27FC236}">
                  <a16:creationId xmlns:a16="http://schemas.microsoft.com/office/drawing/2014/main" id="{9F88A575-F276-AF48-A7CD-00AEA286AE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8828" y="2261616"/>
              <a:ext cx="847344" cy="8473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5773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DA1129F-3DCF-3A44-9CC7-AFE5C958C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873636" cy="894622"/>
          </a:xfrm>
        </p:spPr>
        <p:txBody>
          <a:bodyPr>
            <a:noAutofit/>
          </a:bodyPr>
          <a:lstStyle/>
          <a:p>
            <a:r>
              <a:rPr lang="en-US" sz="4000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Inter-AS routing:  routing within an AS</a:t>
            </a:r>
            <a:endParaRPr lang="en-US" sz="4000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403F4-351A-E44F-97D7-AD7199580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23" name="Rectangle 3">
            <a:extLst>
              <a:ext uri="{FF2B5EF4-FFF2-40B4-BE49-F238E27FC236}">
                <a16:creationId xmlns:a16="http://schemas.microsoft.com/office/drawing/2014/main" id="{C4812894-1377-0F41-8D66-2DB2C98C7B52}"/>
              </a:ext>
            </a:extLst>
          </p:cNvPr>
          <p:cNvSpPr txBox="1">
            <a:spLocks noChangeArrowheads="1"/>
          </p:cNvSpPr>
          <p:nvPr/>
        </p:nvSpPr>
        <p:spPr>
          <a:xfrm>
            <a:off x="857488" y="1558642"/>
            <a:ext cx="10942029" cy="47670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113" indent="0">
              <a:buNone/>
              <a:defRPr/>
            </a:pPr>
            <a:r>
              <a:rPr lang="en-US" sz="3200" dirty="0"/>
              <a:t>most common intra-AS routing protocols:</a:t>
            </a:r>
          </a:p>
          <a:p>
            <a:pPr>
              <a:defRPr/>
            </a:pPr>
            <a:r>
              <a:rPr lang="en-US" dirty="0">
                <a:solidFill>
                  <a:srgbClr val="C00000"/>
                </a:solidFill>
              </a:rPr>
              <a:t>RIP: Routing Information Protocol</a:t>
            </a:r>
            <a:r>
              <a:rPr lang="en-US" dirty="0"/>
              <a:t> </a:t>
            </a:r>
            <a:r>
              <a:rPr lang="en-US" sz="2400" dirty="0"/>
              <a:t>[RFC 1723]</a:t>
            </a:r>
          </a:p>
          <a:p>
            <a:pPr lvl="1">
              <a:defRPr/>
            </a:pPr>
            <a:r>
              <a:rPr lang="en-US" dirty="0"/>
              <a:t>classic DV: DVs exchanged every 30 secs</a:t>
            </a:r>
          </a:p>
          <a:p>
            <a:pPr lvl="1">
              <a:defRPr/>
            </a:pPr>
            <a:r>
              <a:rPr lang="en-US" dirty="0"/>
              <a:t>no longer widely used</a:t>
            </a:r>
          </a:p>
          <a:p>
            <a:pPr>
              <a:defRPr/>
            </a:pPr>
            <a:r>
              <a:rPr lang="en-US" dirty="0">
                <a:solidFill>
                  <a:srgbClr val="C00000"/>
                </a:solidFill>
              </a:rPr>
              <a:t>EIGRP: Enhanced Interior Gateway Routing Protocol</a:t>
            </a:r>
          </a:p>
          <a:p>
            <a:pPr lvl="1">
              <a:defRPr/>
            </a:pPr>
            <a:r>
              <a:rPr lang="en-US" dirty="0"/>
              <a:t>DV based</a:t>
            </a:r>
          </a:p>
          <a:p>
            <a:pPr lvl="1">
              <a:defRPr/>
            </a:pPr>
            <a:r>
              <a:rPr lang="en-US" dirty="0"/>
              <a:t>formerly Cisco-proprietary for decades (became open in 2013 [RFC 7868])</a:t>
            </a:r>
          </a:p>
          <a:p>
            <a:pPr>
              <a:defRPr/>
            </a:pP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OSPF: Open Shortest Path First  </a:t>
            </a:r>
            <a:r>
              <a:rPr lang="en-US" sz="2000" dirty="0">
                <a:solidFill>
                  <a:srgbClr val="C00000"/>
                </a:solidFill>
              </a:rPr>
              <a:t>[RFC 2328]</a:t>
            </a:r>
          </a:p>
          <a:p>
            <a:pPr lvl="1">
              <a:defRPr/>
            </a:pPr>
            <a:r>
              <a:rPr lang="en-US" dirty="0"/>
              <a:t>link-state routing</a:t>
            </a:r>
          </a:p>
          <a:p>
            <a:pPr lvl="1">
              <a:defRPr/>
            </a:pPr>
            <a:r>
              <a:rPr lang="en-US" dirty="0"/>
              <a:t>IS-IS protocol (ISO standard, not RFC standard) essentially same as OSPF</a:t>
            </a:r>
          </a:p>
          <a:p>
            <a:pPr lvl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107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DA1129F-3DCF-3A44-9CC7-AFE5C958C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873636" cy="894622"/>
          </a:xfrm>
        </p:spPr>
        <p:txBody>
          <a:bodyPr>
            <a:noAutofit/>
          </a:bodyPr>
          <a:lstStyle/>
          <a:p>
            <a:r>
              <a:rPr lang="en-US" sz="4000" dirty="0"/>
              <a:t>OSPF (Open Shortest Path First) routing</a:t>
            </a:r>
            <a:endParaRPr lang="en-US" sz="4000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403F4-351A-E44F-97D7-AD7199580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23" name="Rectangle 3">
            <a:extLst>
              <a:ext uri="{FF2B5EF4-FFF2-40B4-BE49-F238E27FC236}">
                <a16:creationId xmlns:a16="http://schemas.microsoft.com/office/drawing/2014/main" id="{C4812894-1377-0F41-8D66-2DB2C98C7B52}"/>
              </a:ext>
            </a:extLst>
          </p:cNvPr>
          <p:cNvSpPr txBox="1">
            <a:spLocks noChangeArrowheads="1"/>
          </p:cNvSpPr>
          <p:nvPr/>
        </p:nvSpPr>
        <p:spPr>
          <a:xfrm>
            <a:off x="857488" y="1558642"/>
            <a:ext cx="10942029" cy="47670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altLang="ja-JP" sz="3200" dirty="0"/>
              <a:t>“open”: publicly available</a:t>
            </a:r>
          </a:p>
          <a:p>
            <a:pPr marL="285750" indent="-274638"/>
            <a:r>
              <a:rPr lang="en-US" altLang="ja-JP" sz="3200" dirty="0"/>
              <a:t>classic link-state </a:t>
            </a:r>
          </a:p>
          <a:p>
            <a:pPr lvl="1"/>
            <a:r>
              <a:rPr lang="en-US" altLang="ja-JP" sz="2800" dirty="0"/>
              <a:t>each router floods OSPF link-state advertisements (directly over IP rather than using TCP/UDP) to all other routers in entire AS</a:t>
            </a:r>
          </a:p>
          <a:p>
            <a:pPr lvl="1"/>
            <a:r>
              <a:rPr lang="en-US" altLang="ja-JP" sz="2800" dirty="0"/>
              <a:t>multiple link costs metrics possible: bandwidth, delay</a:t>
            </a:r>
          </a:p>
          <a:p>
            <a:pPr lvl="1"/>
            <a:r>
              <a:rPr lang="en-US" altLang="ja-JP" sz="2800" dirty="0"/>
              <a:t>each router has full topology, uses Dijkstra’s algorithm to compute forwarding table</a:t>
            </a:r>
          </a:p>
          <a:p>
            <a:r>
              <a:rPr lang="en-US" altLang="ja-JP" i="1" dirty="0">
                <a:solidFill>
                  <a:srgbClr val="0000A8"/>
                </a:solidFill>
              </a:rPr>
              <a:t>security: </a:t>
            </a:r>
            <a:r>
              <a:rPr lang="en-US" altLang="ja-JP" dirty="0"/>
              <a:t>all OSPF messages authenticated (to prevent malicious intrusion) </a:t>
            </a:r>
          </a:p>
          <a:p>
            <a:endParaRPr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1620562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DA1129F-3DCF-3A44-9CC7-AFE5C958C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873636" cy="894622"/>
          </a:xfrm>
        </p:spPr>
        <p:txBody>
          <a:bodyPr>
            <a:noAutofit/>
          </a:bodyPr>
          <a:lstStyle/>
          <a:p>
            <a:r>
              <a:rPr lang="en-US" dirty="0"/>
              <a:t>Hierarchical OSPF</a:t>
            </a:r>
            <a:endParaRPr lang="en-US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403F4-351A-E44F-97D7-AD7199580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5CD349E-2B0A-864D-A751-48FCEC8B3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903" y="1430860"/>
            <a:ext cx="11470883" cy="1738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36538" marR="0" lvl="0" indent="-2365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kumimoji="0" lang="en-US" sz="2800" b="0" u="none" strike="noStrike" kern="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ea typeface="ＭＳ Ｐゴシック" charset="0"/>
              </a:rPr>
              <a:t>two-level hierarchy: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local area, backbone.</a:t>
            </a:r>
          </a:p>
          <a:p>
            <a:pPr marL="635000" marR="0" lvl="1" indent="-22542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/>
              <a:buChar char="•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link-state advertisements flooded only in area</a:t>
            </a:r>
            <a:r>
              <a:rPr lang="en-US" sz="2800" kern="0" dirty="0">
                <a:solidFill>
                  <a:srgbClr val="000000"/>
                </a:solidFill>
              </a:rPr>
              <a:t>, or backbone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  <a:p>
            <a:pPr marL="635000" marR="0" lvl="1" indent="-22542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/>
              <a:buChar char="•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each node has detailed area topology; only knows direction to reach other destinations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charset="0"/>
              <a:ea typeface="ＭＳ Ｐゴシック" charset="0"/>
            </a:endParaRPr>
          </a:p>
        </p:txBody>
      </p: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71841E75-3775-444F-8A3E-C66FDD41EC40}"/>
              </a:ext>
            </a:extLst>
          </p:cNvPr>
          <p:cNvGrpSpPr/>
          <p:nvPr/>
        </p:nvGrpSpPr>
        <p:grpSpPr>
          <a:xfrm>
            <a:off x="413359" y="3406459"/>
            <a:ext cx="4096011" cy="1200329"/>
            <a:chOff x="450937" y="3406459"/>
            <a:chExt cx="4096011" cy="120032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6998B30-C206-444D-A22D-D03C0369E70A}"/>
                </a:ext>
              </a:extLst>
            </p:cNvPr>
            <p:cNvSpPr/>
            <p:nvPr/>
          </p:nvSpPr>
          <p:spPr>
            <a:xfrm>
              <a:off x="450937" y="3406459"/>
              <a:ext cx="2968668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ja-JP" sz="2000" dirty="0">
                  <a:solidFill>
                    <a:srgbClr val="C00000"/>
                  </a:solidFill>
                </a:rPr>
                <a:t>area border routers: </a:t>
              </a:r>
              <a:r>
                <a:rPr lang="en-US" altLang="ja-JP" sz="2000" dirty="0"/>
                <a:t>“summarize” distances  to destinations in own area, advertise in backbone</a:t>
              </a:r>
              <a:endParaRPr lang="en-US" sz="2000" dirty="0"/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9A22255D-97FC-BE41-8E14-612E6C5FE7F9}"/>
                </a:ext>
              </a:extLst>
            </p:cNvPr>
            <p:cNvCxnSpPr>
              <a:cxnSpLocks/>
            </p:cNvCxnSpPr>
            <p:nvPr/>
          </p:nvCxnSpPr>
          <p:spPr>
            <a:xfrm>
              <a:off x="3294345" y="4158641"/>
              <a:ext cx="1252603" cy="2379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Freeform 2">
            <a:extLst>
              <a:ext uri="{FF2B5EF4-FFF2-40B4-BE49-F238E27FC236}">
                <a16:creationId xmlns:a16="http://schemas.microsoft.com/office/drawing/2014/main" id="{00D26CA2-1C4B-4948-9BEB-9AD445774458}"/>
              </a:ext>
            </a:extLst>
          </p:cNvPr>
          <p:cNvSpPr>
            <a:spLocks/>
          </p:cNvSpPr>
          <p:nvPr/>
        </p:nvSpPr>
        <p:spPr bwMode="auto">
          <a:xfrm>
            <a:off x="4334572" y="3279558"/>
            <a:ext cx="5195932" cy="1635654"/>
          </a:xfrm>
          <a:custGeom>
            <a:avLst/>
            <a:gdLst>
              <a:gd name="T0" fmla="*/ 2147483647 w 3786"/>
              <a:gd name="T1" fmla="*/ 2147483647 h 1390"/>
              <a:gd name="T2" fmla="*/ 2147483647 w 3786"/>
              <a:gd name="T3" fmla="*/ 2147483647 h 1390"/>
              <a:gd name="T4" fmla="*/ 2147483647 w 3786"/>
              <a:gd name="T5" fmla="*/ 2147483647 h 1390"/>
              <a:gd name="T6" fmla="*/ 2147483647 w 3786"/>
              <a:gd name="T7" fmla="*/ 2147483647 h 1390"/>
              <a:gd name="T8" fmla="*/ 2147483647 w 3786"/>
              <a:gd name="T9" fmla="*/ 2147483647 h 1390"/>
              <a:gd name="T10" fmla="*/ 2147483647 w 3786"/>
              <a:gd name="T11" fmla="*/ 2147483647 h 1390"/>
              <a:gd name="T12" fmla="*/ 2147483647 w 3786"/>
              <a:gd name="T13" fmla="*/ 2147483647 h 1390"/>
              <a:gd name="T14" fmla="*/ 2147483647 w 3786"/>
              <a:gd name="T15" fmla="*/ 2147483647 h 1390"/>
              <a:gd name="T16" fmla="*/ 2147483647 w 3786"/>
              <a:gd name="T17" fmla="*/ 2147483647 h 1390"/>
              <a:gd name="T18" fmla="*/ 2147483647 w 3786"/>
              <a:gd name="T19" fmla="*/ 2147483647 h 1390"/>
              <a:gd name="T20" fmla="*/ 2147483647 w 3786"/>
              <a:gd name="T21" fmla="*/ 2147483647 h 1390"/>
              <a:gd name="T22" fmla="*/ 2147483647 w 3786"/>
              <a:gd name="T23" fmla="*/ 2147483647 h 1390"/>
              <a:gd name="T24" fmla="*/ 2147483647 w 3786"/>
              <a:gd name="T25" fmla="*/ 2147483647 h 1390"/>
              <a:gd name="T26" fmla="*/ 2147483647 w 3786"/>
              <a:gd name="T27" fmla="*/ 2147483647 h 139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3786"/>
              <a:gd name="T43" fmla="*/ 0 h 1390"/>
              <a:gd name="T44" fmla="*/ 3786 w 3786"/>
              <a:gd name="T45" fmla="*/ 1390 h 1390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3786" h="1390">
                <a:moveTo>
                  <a:pt x="408" y="575"/>
                </a:moveTo>
                <a:cubicBezTo>
                  <a:pt x="689" y="273"/>
                  <a:pt x="1286" y="110"/>
                  <a:pt x="1693" y="55"/>
                </a:cubicBezTo>
                <a:cubicBezTo>
                  <a:pt x="2100" y="0"/>
                  <a:pt x="2585" y="164"/>
                  <a:pt x="2852" y="245"/>
                </a:cubicBezTo>
                <a:cubicBezTo>
                  <a:pt x="3119" y="326"/>
                  <a:pt x="3163" y="420"/>
                  <a:pt x="3295" y="540"/>
                </a:cubicBezTo>
                <a:cubicBezTo>
                  <a:pt x="3427" y="660"/>
                  <a:pt x="3786" y="870"/>
                  <a:pt x="3702" y="1130"/>
                </a:cubicBezTo>
                <a:cubicBezTo>
                  <a:pt x="3618" y="1390"/>
                  <a:pt x="3209" y="1190"/>
                  <a:pt x="3035" y="1214"/>
                </a:cubicBezTo>
                <a:cubicBezTo>
                  <a:pt x="2870" y="1266"/>
                  <a:pt x="2655" y="1277"/>
                  <a:pt x="2655" y="1277"/>
                </a:cubicBezTo>
                <a:cubicBezTo>
                  <a:pt x="2655" y="1277"/>
                  <a:pt x="2160" y="1316"/>
                  <a:pt x="1918" y="1326"/>
                </a:cubicBezTo>
                <a:cubicBezTo>
                  <a:pt x="1676" y="1336"/>
                  <a:pt x="1387" y="1353"/>
                  <a:pt x="1201" y="1340"/>
                </a:cubicBezTo>
                <a:cubicBezTo>
                  <a:pt x="1015" y="1327"/>
                  <a:pt x="913" y="1278"/>
                  <a:pt x="801" y="1249"/>
                </a:cubicBezTo>
                <a:lnTo>
                  <a:pt x="527" y="1165"/>
                </a:lnTo>
                <a:cubicBezTo>
                  <a:pt x="404" y="1140"/>
                  <a:pt x="126" y="1159"/>
                  <a:pt x="63" y="1102"/>
                </a:cubicBezTo>
                <a:cubicBezTo>
                  <a:pt x="0" y="1045"/>
                  <a:pt x="85" y="919"/>
                  <a:pt x="148" y="821"/>
                </a:cubicBezTo>
                <a:cubicBezTo>
                  <a:pt x="205" y="733"/>
                  <a:pt x="127" y="877"/>
                  <a:pt x="408" y="575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3" name="Line 4">
            <a:extLst>
              <a:ext uri="{FF2B5EF4-FFF2-40B4-BE49-F238E27FC236}">
                <a16:creationId xmlns:a16="http://schemas.microsoft.com/office/drawing/2014/main" id="{B3A30265-0502-2E44-91C8-7F6A692DF2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63247" y="3566679"/>
            <a:ext cx="915396" cy="25652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4" name="Line 5">
            <a:extLst>
              <a:ext uri="{FF2B5EF4-FFF2-40B4-BE49-F238E27FC236}">
                <a16:creationId xmlns:a16="http://schemas.microsoft.com/office/drawing/2014/main" id="{F3EA57E3-BCC7-B44D-AA5F-1865DEAB13A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8035" y="3564326"/>
            <a:ext cx="1011463" cy="255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5" name="Line 6">
            <a:extLst>
              <a:ext uri="{FF2B5EF4-FFF2-40B4-BE49-F238E27FC236}">
                <a16:creationId xmlns:a16="http://schemas.microsoft.com/office/drawing/2014/main" id="{AC5895DE-2534-F446-AA70-E5357956E5A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8104" y="3859685"/>
            <a:ext cx="694438" cy="59424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6" name="Line 7">
            <a:extLst>
              <a:ext uri="{FF2B5EF4-FFF2-40B4-BE49-F238E27FC236}">
                <a16:creationId xmlns:a16="http://schemas.microsoft.com/office/drawing/2014/main" id="{9D0CC190-E93A-3E4C-82E6-65DF0C40FD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9800" y="3782021"/>
            <a:ext cx="1099297" cy="87666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7" name="Line 8">
            <a:extLst>
              <a:ext uri="{FF2B5EF4-FFF2-40B4-BE49-F238E27FC236}">
                <a16:creationId xmlns:a16="http://schemas.microsoft.com/office/drawing/2014/main" id="{956923AE-8A09-FC41-A2B0-5C3F2806F9A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5992" y="3886750"/>
            <a:ext cx="984016" cy="73545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8" name="Line 9">
            <a:extLst>
              <a:ext uri="{FF2B5EF4-FFF2-40B4-BE49-F238E27FC236}">
                <a16:creationId xmlns:a16="http://schemas.microsoft.com/office/drawing/2014/main" id="{415D6171-E88E-B04C-B618-395ED72215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43558" y="4453933"/>
            <a:ext cx="345846" cy="65308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id="{360702C7-4B0C-7F42-A018-81D12296F51F}"/>
              </a:ext>
            </a:extLst>
          </p:cNvPr>
          <p:cNvSpPr>
            <a:spLocks noChangeShapeType="1"/>
          </p:cNvSpPr>
          <p:nvPr/>
        </p:nvSpPr>
        <p:spPr bwMode="auto">
          <a:xfrm>
            <a:off x="8468261" y="5087014"/>
            <a:ext cx="772665" cy="62013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0" name="Line 11">
            <a:extLst>
              <a:ext uri="{FF2B5EF4-FFF2-40B4-BE49-F238E27FC236}">
                <a16:creationId xmlns:a16="http://schemas.microsoft.com/office/drawing/2014/main" id="{14EAE1F7-FA2A-8F48-A064-C682B967D652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7849" y="4578667"/>
            <a:ext cx="473481" cy="99198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1" name="Line 12">
            <a:extLst>
              <a:ext uri="{FF2B5EF4-FFF2-40B4-BE49-F238E27FC236}">
                <a16:creationId xmlns:a16="http://schemas.microsoft.com/office/drawing/2014/main" id="{D065808A-F6BA-FE4B-8FA5-43BECBDD117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9064" y="5218807"/>
            <a:ext cx="212723" cy="72015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2" name="Line 13">
            <a:extLst>
              <a:ext uri="{FF2B5EF4-FFF2-40B4-BE49-F238E27FC236}">
                <a16:creationId xmlns:a16="http://schemas.microsoft.com/office/drawing/2014/main" id="{6DC2B1AB-97CE-174A-8025-8160622AFE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99043" y="5594184"/>
            <a:ext cx="625817" cy="33889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3" name="Line 14">
            <a:extLst>
              <a:ext uri="{FF2B5EF4-FFF2-40B4-BE49-F238E27FC236}">
                <a16:creationId xmlns:a16="http://schemas.microsoft.com/office/drawing/2014/main" id="{2D8E2595-5DE3-9542-AE9C-FBA3A10B91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32981" y="4663391"/>
            <a:ext cx="336240" cy="57777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4" name="Line 15">
            <a:extLst>
              <a:ext uri="{FF2B5EF4-FFF2-40B4-BE49-F238E27FC236}">
                <a16:creationId xmlns:a16="http://schemas.microsoft.com/office/drawing/2014/main" id="{3BB7B98B-8514-6D42-BA93-FF70E11E6B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06865" y="3773784"/>
            <a:ext cx="741100" cy="62719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5" name="Line 16">
            <a:extLst>
              <a:ext uri="{FF2B5EF4-FFF2-40B4-BE49-F238E27FC236}">
                <a16:creationId xmlns:a16="http://schemas.microsoft.com/office/drawing/2014/main" id="{17EAFCC5-5652-FF4C-989D-613EAB9B4D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83979" y="4405687"/>
            <a:ext cx="499556" cy="58601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6" name="Line 17">
            <a:extLst>
              <a:ext uri="{FF2B5EF4-FFF2-40B4-BE49-F238E27FC236}">
                <a16:creationId xmlns:a16="http://schemas.microsoft.com/office/drawing/2014/main" id="{82451BC4-66F4-DA44-B07F-0960389B7F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22664" y="5037591"/>
            <a:ext cx="537983" cy="44480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7" name="Line 18">
            <a:extLst>
              <a:ext uri="{FF2B5EF4-FFF2-40B4-BE49-F238E27FC236}">
                <a16:creationId xmlns:a16="http://schemas.microsoft.com/office/drawing/2014/main" id="{A92ABA2D-CF9C-0B4C-B635-70C75BE835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62391" y="5429442"/>
            <a:ext cx="374667" cy="50246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8" name="Line 19">
            <a:extLst>
              <a:ext uri="{FF2B5EF4-FFF2-40B4-BE49-F238E27FC236}">
                <a16:creationId xmlns:a16="http://schemas.microsoft.com/office/drawing/2014/main" id="{FD4E8FBC-6653-AE45-9273-7EB6B0F658D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2599" y="5005819"/>
            <a:ext cx="550335" cy="38596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9" name="Freeform 20">
            <a:extLst>
              <a:ext uri="{FF2B5EF4-FFF2-40B4-BE49-F238E27FC236}">
                <a16:creationId xmlns:a16="http://schemas.microsoft.com/office/drawing/2014/main" id="{4A8AE031-D686-954E-BDE5-43F6AFD489F8}"/>
              </a:ext>
            </a:extLst>
          </p:cNvPr>
          <p:cNvSpPr>
            <a:spLocks/>
          </p:cNvSpPr>
          <p:nvPr/>
        </p:nvSpPr>
        <p:spPr bwMode="auto">
          <a:xfrm>
            <a:off x="3522107" y="4155044"/>
            <a:ext cx="1889804" cy="2091048"/>
          </a:xfrm>
          <a:custGeom>
            <a:avLst/>
            <a:gdLst>
              <a:gd name="T0" fmla="*/ 2147483647 w 1377"/>
              <a:gd name="T1" fmla="*/ 2147483647 h 1777"/>
              <a:gd name="T2" fmla="*/ 2147483647 w 1377"/>
              <a:gd name="T3" fmla="*/ 2147483647 h 1777"/>
              <a:gd name="T4" fmla="*/ 2147483647 w 1377"/>
              <a:gd name="T5" fmla="*/ 2147483647 h 1777"/>
              <a:gd name="T6" fmla="*/ 2147483647 w 1377"/>
              <a:gd name="T7" fmla="*/ 2147483647 h 1777"/>
              <a:gd name="T8" fmla="*/ 2147483647 w 1377"/>
              <a:gd name="T9" fmla="*/ 2147483647 h 1777"/>
              <a:gd name="T10" fmla="*/ 2147483647 w 1377"/>
              <a:gd name="T11" fmla="*/ 2147483647 h 1777"/>
              <a:gd name="T12" fmla="*/ 2147483647 w 1377"/>
              <a:gd name="T13" fmla="*/ 2147483647 h 1777"/>
              <a:gd name="T14" fmla="*/ 2147483647 w 1377"/>
              <a:gd name="T15" fmla="*/ 2147483647 h 1777"/>
              <a:gd name="T16" fmla="*/ 2147483647 w 1377"/>
              <a:gd name="T17" fmla="*/ 2147483647 h 1777"/>
              <a:gd name="T18" fmla="*/ 2147483647 w 1377"/>
              <a:gd name="T19" fmla="*/ 2147483647 h 1777"/>
              <a:gd name="T20" fmla="*/ 2147483647 w 1377"/>
              <a:gd name="T21" fmla="*/ 2147483647 h 1777"/>
              <a:gd name="T22" fmla="*/ 2147483647 w 1377"/>
              <a:gd name="T23" fmla="*/ 2147483647 h 1777"/>
              <a:gd name="T24" fmla="*/ 2147483647 w 1377"/>
              <a:gd name="T25" fmla="*/ 2147483647 h 1777"/>
              <a:gd name="T26" fmla="*/ 2147483647 w 1377"/>
              <a:gd name="T27" fmla="*/ 2147483647 h 1777"/>
              <a:gd name="T28" fmla="*/ 2147483647 w 1377"/>
              <a:gd name="T29" fmla="*/ 2147483647 h 1777"/>
              <a:gd name="T30" fmla="*/ 2147483647 w 1377"/>
              <a:gd name="T31" fmla="*/ 2147483647 h 1777"/>
              <a:gd name="T32" fmla="*/ 2147483647 w 1377"/>
              <a:gd name="T33" fmla="*/ 2147483647 h 1777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377"/>
              <a:gd name="T52" fmla="*/ 0 h 1777"/>
              <a:gd name="T53" fmla="*/ 1377 w 1377"/>
              <a:gd name="T54" fmla="*/ 1777 h 1777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377" h="1777">
                <a:moveTo>
                  <a:pt x="671" y="245"/>
                </a:moveTo>
                <a:cubicBezTo>
                  <a:pt x="604" y="317"/>
                  <a:pt x="533" y="382"/>
                  <a:pt x="474" y="463"/>
                </a:cubicBezTo>
                <a:cubicBezTo>
                  <a:pt x="415" y="544"/>
                  <a:pt x="366" y="663"/>
                  <a:pt x="319" y="730"/>
                </a:cubicBezTo>
                <a:cubicBezTo>
                  <a:pt x="272" y="797"/>
                  <a:pt x="242" y="800"/>
                  <a:pt x="193" y="863"/>
                </a:cubicBezTo>
                <a:cubicBezTo>
                  <a:pt x="144" y="926"/>
                  <a:pt x="48" y="1027"/>
                  <a:pt x="24" y="1109"/>
                </a:cubicBezTo>
                <a:cubicBezTo>
                  <a:pt x="0" y="1191"/>
                  <a:pt x="10" y="1295"/>
                  <a:pt x="46" y="1355"/>
                </a:cubicBezTo>
                <a:cubicBezTo>
                  <a:pt x="82" y="1415"/>
                  <a:pt x="172" y="1437"/>
                  <a:pt x="242" y="1467"/>
                </a:cubicBezTo>
                <a:cubicBezTo>
                  <a:pt x="312" y="1497"/>
                  <a:pt x="404" y="1499"/>
                  <a:pt x="467" y="1538"/>
                </a:cubicBezTo>
                <a:cubicBezTo>
                  <a:pt x="530" y="1577"/>
                  <a:pt x="518" y="1669"/>
                  <a:pt x="622" y="1699"/>
                </a:cubicBezTo>
                <a:cubicBezTo>
                  <a:pt x="726" y="1729"/>
                  <a:pt x="986" y="1777"/>
                  <a:pt x="1092" y="1720"/>
                </a:cubicBezTo>
                <a:cubicBezTo>
                  <a:pt x="1198" y="1663"/>
                  <a:pt x="1219" y="1471"/>
                  <a:pt x="1261" y="1355"/>
                </a:cubicBezTo>
                <a:cubicBezTo>
                  <a:pt x="1303" y="1239"/>
                  <a:pt x="1377" y="1150"/>
                  <a:pt x="1345" y="1025"/>
                </a:cubicBezTo>
                <a:cubicBezTo>
                  <a:pt x="1313" y="900"/>
                  <a:pt x="1084" y="727"/>
                  <a:pt x="1071" y="603"/>
                </a:cubicBezTo>
                <a:cubicBezTo>
                  <a:pt x="1058" y="479"/>
                  <a:pt x="1237" y="374"/>
                  <a:pt x="1268" y="280"/>
                </a:cubicBezTo>
                <a:cubicBezTo>
                  <a:pt x="1299" y="186"/>
                  <a:pt x="1320" y="82"/>
                  <a:pt x="1254" y="41"/>
                </a:cubicBezTo>
                <a:cubicBezTo>
                  <a:pt x="1188" y="0"/>
                  <a:pt x="970" y="2"/>
                  <a:pt x="874" y="34"/>
                </a:cubicBezTo>
                <a:cubicBezTo>
                  <a:pt x="778" y="66"/>
                  <a:pt x="738" y="173"/>
                  <a:pt x="671" y="245"/>
                </a:cubicBez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30" name="Freeform 21">
            <a:extLst>
              <a:ext uri="{FF2B5EF4-FFF2-40B4-BE49-F238E27FC236}">
                <a16:creationId xmlns:a16="http://schemas.microsoft.com/office/drawing/2014/main" id="{76E990D0-FD96-7940-BB7A-A942A0E222DB}"/>
              </a:ext>
            </a:extLst>
          </p:cNvPr>
          <p:cNvSpPr>
            <a:spLocks/>
          </p:cNvSpPr>
          <p:nvPr/>
        </p:nvSpPr>
        <p:spPr bwMode="auto">
          <a:xfrm>
            <a:off x="5997929" y="4329200"/>
            <a:ext cx="1645515" cy="2023974"/>
          </a:xfrm>
          <a:custGeom>
            <a:avLst/>
            <a:gdLst>
              <a:gd name="T0" fmla="*/ 2147483647 w 1199"/>
              <a:gd name="T1" fmla="*/ 2147483647 h 1720"/>
              <a:gd name="T2" fmla="*/ 2147483647 w 1199"/>
              <a:gd name="T3" fmla="*/ 2147483647 h 1720"/>
              <a:gd name="T4" fmla="*/ 2147483647 w 1199"/>
              <a:gd name="T5" fmla="*/ 2147483647 h 1720"/>
              <a:gd name="T6" fmla="*/ 2147483647 w 1199"/>
              <a:gd name="T7" fmla="*/ 2147483647 h 1720"/>
              <a:gd name="T8" fmla="*/ 2147483647 w 1199"/>
              <a:gd name="T9" fmla="*/ 2147483647 h 1720"/>
              <a:gd name="T10" fmla="*/ 2147483647 w 1199"/>
              <a:gd name="T11" fmla="*/ 2147483647 h 1720"/>
              <a:gd name="T12" fmla="*/ 2147483647 w 1199"/>
              <a:gd name="T13" fmla="*/ 2147483647 h 1720"/>
              <a:gd name="T14" fmla="*/ 2147483647 w 1199"/>
              <a:gd name="T15" fmla="*/ 2147483647 h 1720"/>
              <a:gd name="T16" fmla="*/ 2147483647 w 1199"/>
              <a:gd name="T17" fmla="*/ 2147483647 h 1720"/>
              <a:gd name="T18" fmla="*/ 2147483647 w 1199"/>
              <a:gd name="T19" fmla="*/ 2147483647 h 1720"/>
              <a:gd name="T20" fmla="*/ 2147483647 w 1199"/>
              <a:gd name="T21" fmla="*/ 2147483647 h 1720"/>
              <a:gd name="T22" fmla="*/ 2147483647 w 1199"/>
              <a:gd name="T23" fmla="*/ 2147483647 h 1720"/>
              <a:gd name="T24" fmla="*/ 2147483647 w 1199"/>
              <a:gd name="T25" fmla="*/ 2147483647 h 1720"/>
              <a:gd name="T26" fmla="*/ 2147483647 w 1199"/>
              <a:gd name="T27" fmla="*/ 2147483647 h 1720"/>
              <a:gd name="T28" fmla="*/ 2147483647 w 1199"/>
              <a:gd name="T29" fmla="*/ 2147483647 h 1720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1199"/>
              <a:gd name="T46" fmla="*/ 0 h 1720"/>
              <a:gd name="T47" fmla="*/ 1199 w 1199"/>
              <a:gd name="T48" fmla="*/ 1720 h 1720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1199" h="1720">
                <a:moveTo>
                  <a:pt x="651" y="20"/>
                </a:moveTo>
                <a:cubicBezTo>
                  <a:pt x="595" y="0"/>
                  <a:pt x="643" y="10"/>
                  <a:pt x="609" y="20"/>
                </a:cubicBezTo>
                <a:cubicBezTo>
                  <a:pt x="575" y="30"/>
                  <a:pt x="499" y="45"/>
                  <a:pt x="447" y="83"/>
                </a:cubicBezTo>
                <a:cubicBezTo>
                  <a:pt x="395" y="121"/>
                  <a:pt x="354" y="178"/>
                  <a:pt x="300" y="245"/>
                </a:cubicBezTo>
                <a:cubicBezTo>
                  <a:pt x="246" y="312"/>
                  <a:pt x="173" y="379"/>
                  <a:pt x="124" y="483"/>
                </a:cubicBezTo>
                <a:cubicBezTo>
                  <a:pt x="75" y="587"/>
                  <a:pt x="10" y="742"/>
                  <a:pt x="5" y="870"/>
                </a:cubicBezTo>
                <a:cubicBezTo>
                  <a:pt x="0" y="998"/>
                  <a:pt x="50" y="1122"/>
                  <a:pt x="96" y="1249"/>
                </a:cubicBezTo>
                <a:cubicBezTo>
                  <a:pt x="142" y="1376"/>
                  <a:pt x="153" y="1564"/>
                  <a:pt x="279" y="1635"/>
                </a:cubicBezTo>
                <a:cubicBezTo>
                  <a:pt x="405" y="1706"/>
                  <a:pt x="711" y="1720"/>
                  <a:pt x="855" y="1678"/>
                </a:cubicBezTo>
                <a:cubicBezTo>
                  <a:pt x="999" y="1636"/>
                  <a:pt x="1089" y="1492"/>
                  <a:pt x="1143" y="1383"/>
                </a:cubicBezTo>
                <a:cubicBezTo>
                  <a:pt x="1197" y="1274"/>
                  <a:pt x="1199" y="1129"/>
                  <a:pt x="1178" y="1024"/>
                </a:cubicBezTo>
                <a:cubicBezTo>
                  <a:pt x="1157" y="919"/>
                  <a:pt x="1057" y="854"/>
                  <a:pt x="1016" y="750"/>
                </a:cubicBezTo>
                <a:cubicBezTo>
                  <a:pt x="975" y="646"/>
                  <a:pt x="944" y="501"/>
                  <a:pt x="932" y="399"/>
                </a:cubicBezTo>
                <a:cubicBezTo>
                  <a:pt x="920" y="297"/>
                  <a:pt x="994" y="203"/>
                  <a:pt x="946" y="139"/>
                </a:cubicBezTo>
                <a:cubicBezTo>
                  <a:pt x="898" y="75"/>
                  <a:pt x="707" y="40"/>
                  <a:pt x="651" y="20"/>
                </a:cubicBez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31" name="Freeform 22">
            <a:extLst>
              <a:ext uri="{FF2B5EF4-FFF2-40B4-BE49-F238E27FC236}">
                <a16:creationId xmlns:a16="http://schemas.microsoft.com/office/drawing/2014/main" id="{A175B432-6DB9-FB42-A05C-89AA360AAAE7}"/>
              </a:ext>
            </a:extLst>
          </p:cNvPr>
          <p:cNvSpPr>
            <a:spLocks/>
          </p:cNvSpPr>
          <p:nvPr/>
        </p:nvSpPr>
        <p:spPr bwMode="auto">
          <a:xfrm>
            <a:off x="8097711" y="4111505"/>
            <a:ext cx="1797853" cy="2016914"/>
          </a:xfrm>
          <a:custGeom>
            <a:avLst/>
            <a:gdLst>
              <a:gd name="T0" fmla="*/ 2147483647 w 1310"/>
              <a:gd name="T1" fmla="*/ 2147483647 h 1714"/>
              <a:gd name="T2" fmla="*/ 2147483647 w 1310"/>
              <a:gd name="T3" fmla="*/ 2147483647 h 1714"/>
              <a:gd name="T4" fmla="*/ 2147483647 w 1310"/>
              <a:gd name="T5" fmla="*/ 2147483647 h 1714"/>
              <a:gd name="T6" fmla="*/ 2147483647 w 1310"/>
              <a:gd name="T7" fmla="*/ 2147483647 h 1714"/>
              <a:gd name="T8" fmla="*/ 2147483647 w 1310"/>
              <a:gd name="T9" fmla="*/ 2147483647 h 1714"/>
              <a:gd name="T10" fmla="*/ 2147483647 w 1310"/>
              <a:gd name="T11" fmla="*/ 2147483647 h 1714"/>
              <a:gd name="T12" fmla="*/ 2147483647 w 1310"/>
              <a:gd name="T13" fmla="*/ 2147483647 h 1714"/>
              <a:gd name="T14" fmla="*/ 2147483647 w 1310"/>
              <a:gd name="T15" fmla="*/ 2147483647 h 1714"/>
              <a:gd name="T16" fmla="*/ 2147483647 w 1310"/>
              <a:gd name="T17" fmla="*/ 2147483647 h 1714"/>
              <a:gd name="T18" fmla="*/ 2147483647 w 1310"/>
              <a:gd name="T19" fmla="*/ 2147483647 h 1714"/>
              <a:gd name="T20" fmla="*/ 2147483647 w 1310"/>
              <a:gd name="T21" fmla="*/ 2147483647 h 1714"/>
              <a:gd name="T22" fmla="*/ 2147483647 w 1310"/>
              <a:gd name="T23" fmla="*/ 2147483647 h 1714"/>
              <a:gd name="T24" fmla="*/ 2147483647 w 1310"/>
              <a:gd name="T25" fmla="*/ 2147483647 h 1714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310"/>
              <a:gd name="T40" fmla="*/ 0 h 1714"/>
              <a:gd name="T41" fmla="*/ 1310 w 1310"/>
              <a:gd name="T42" fmla="*/ 1714 h 1714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310" h="1714">
                <a:moveTo>
                  <a:pt x="470" y="29"/>
                </a:moveTo>
                <a:cubicBezTo>
                  <a:pt x="373" y="0"/>
                  <a:pt x="308" y="123"/>
                  <a:pt x="245" y="198"/>
                </a:cubicBezTo>
                <a:cubicBezTo>
                  <a:pt x="182" y="273"/>
                  <a:pt x="130" y="385"/>
                  <a:pt x="90" y="479"/>
                </a:cubicBezTo>
                <a:cubicBezTo>
                  <a:pt x="50" y="573"/>
                  <a:pt x="12" y="651"/>
                  <a:pt x="6" y="760"/>
                </a:cubicBezTo>
                <a:cubicBezTo>
                  <a:pt x="0" y="869"/>
                  <a:pt x="7" y="1042"/>
                  <a:pt x="55" y="1132"/>
                </a:cubicBezTo>
                <a:cubicBezTo>
                  <a:pt x="103" y="1222"/>
                  <a:pt x="191" y="1232"/>
                  <a:pt x="294" y="1301"/>
                </a:cubicBezTo>
                <a:cubicBezTo>
                  <a:pt x="397" y="1370"/>
                  <a:pt x="536" y="1479"/>
                  <a:pt x="673" y="1546"/>
                </a:cubicBezTo>
                <a:cubicBezTo>
                  <a:pt x="810" y="1613"/>
                  <a:pt x="1018" y="1714"/>
                  <a:pt x="1116" y="1701"/>
                </a:cubicBezTo>
                <a:cubicBezTo>
                  <a:pt x="1214" y="1688"/>
                  <a:pt x="1310" y="1559"/>
                  <a:pt x="1263" y="1469"/>
                </a:cubicBezTo>
                <a:cubicBezTo>
                  <a:pt x="1216" y="1379"/>
                  <a:pt x="925" y="1270"/>
                  <a:pt x="835" y="1160"/>
                </a:cubicBezTo>
                <a:cubicBezTo>
                  <a:pt x="745" y="1050"/>
                  <a:pt x="723" y="940"/>
                  <a:pt x="722" y="809"/>
                </a:cubicBezTo>
                <a:cubicBezTo>
                  <a:pt x="721" y="678"/>
                  <a:pt x="871" y="504"/>
                  <a:pt x="828" y="373"/>
                </a:cubicBezTo>
                <a:cubicBezTo>
                  <a:pt x="785" y="242"/>
                  <a:pt x="567" y="58"/>
                  <a:pt x="470" y="29"/>
                </a:cubicBez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34" name="Text Box 25">
            <a:extLst>
              <a:ext uri="{FF2B5EF4-FFF2-40B4-BE49-F238E27FC236}">
                <a16:creationId xmlns:a16="http://schemas.microsoft.com/office/drawing/2014/main" id="{526A3D82-0DBB-D144-85E2-DF01CA84E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1728" y="6026044"/>
            <a:ext cx="719141" cy="271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dirty="0"/>
              <a:t>area 1</a:t>
            </a:r>
          </a:p>
        </p:txBody>
      </p:sp>
      <p:sp>
        <p:nvSpPr>
          <p:cNvPr id="35" name="Text Box 26">
            <a:extLst>
              <a:ext uri="{FF2B5EF4-FFF2-40B4-BE49-F238E27FC236}">
                <a16:creationId xmlns:a16="http://schemas.microsoft.com/office/drawing/2014/main" id="{3CF37756-7ADA-B944-861F-B21214613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4154" y="6304928"/>
            <a:ext cx="719141" cy="2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dirty="0"/>
              <a:t>area 2</a:t>
            </a:r>
          </a:p>
        </p:txBody>
      </p:sp>
      <p:sp>
        <p:nvSpPr>
          <p:cNvPr id="36" name="Text Box 27">
            <a:extLst>
              <a:ext uri="{FF2B5EF4-FFF2-40B4-BE49-F238E27FC236}">
                <a16:creationId xmlns:a16="http://schemas.microsoft.com/office/drawing/2014/main" id="{7C3A4E73-AA92-8249-AB3B-6CC740F4F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0740" y="5103488"/>
            <a:ext cx="719141" cy="271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dirty="0"/>
              <a:t>area 3</a:t>
            </a:r>
          </a:p>
        </p:txBody>
      </p:sp>
      <p:sp>
        <p:nvSpPr>
          <p:cNvPr id="37" name="Text Box 28">
            <a:extLst>
              <a:ext uri="{FF2B5EF4-FFF2-40B4-BE49-F238E27FC236}">
                <a16:creationId xmlns:a16="http://schemas.microsoft.com/office/drawing/2014/main" id="{18685611-08AA-4149-8349-26BBE7FDB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9380" y="3772638"/>
            <a:ext cx="120097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2000" dirty="0">
                <a:latin typeface="+mn-lt"/>
              </a:rPr>
              <a:t>backbone</a:t>
            </a:r>
          </a:p>
        </p:txBody>
      </p:sp>
      <p:sp>
        <p:nvSpPr>
          <p:cNvPr id="39" name="Text Box 30">
            <a:extLst>
              <a:ext uri="{FF2B5EF4-FFF2-40B4-BE49-F238E27FC236}">
                <a16:creationId xmlns:a16="http://schemas.microsoft.com/office/drawing/2014/main" id="{09113073-4CDB-9F4F-B46A-2F706311B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2257" y="5796581"/>
            <a:ext cx="806975" cy="414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sz="1800" dirty="0">
                <a:solidFill>
                  <a:srgbClr val="CC0000"/>
                </a:solidFill>
              </a:rPr>
              <a:t>internal</a:t>
            </a:r>
          </a:p>
          <a:p>
            <a:pPr>
              <a:lnSpc>
                <a:spcPct val="85000"/>
              </a:lnSpc>
            </a:pPr>
            <a:r>
              <a:rPr lang="en-US" sz="1800" dirty="0">
                <a:solidFill>
                  <a:srgbClr val="CC0000"/>
                </a:solidFill>
              </a:rPr>
              <a:t>routers</a:t>
            </a:r>
          </a:p>
        </p:txBody>
      </p:sp>
      <p:sp>
        <p:nvSpPr>
          <p:cNvPr id="40" name="Line 242">
            <a:extLst>
              <a:ext uri="{FF2B5EF4-FFF2-40B4-BE49-F238E27FC236}">
                <a16:creationId xmlns:a16="http://schemas.microsoft.com/office/drawing/2014/main" id="{E9DC385B-82C7-7542-81CE-F0D596EEB7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87660" y="5774224"/>
            <a:ext cx="424074" cy="148268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41" name="Line 243">
            <a:extLst>
              <a:ext uri="{FF2B5EF4-FFF2-40B4-BE49-F238E27FC236}">
                <a16:creationId xmlns:a16="http://schemas.microsoft.com/office/drawing/2014/main" id="{39812F8B-3200-3E4D-B3DD-82CDCC1756F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388176" y="5681262"/>
            <a:ext cx="415840" cy="222402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42" name="Line 244">
            <a:extLst>
              <a:ext uri="{FF2B5EF4-FFF2-40B4-BE49-F238E27FC236}">
                <a16:creationId xmlns:a16="http://schemas.microsoft.com/office/drawing/2014/main" id="{6B25EAA5-6390-E643-AD0D-056F1A252A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5690" y="3169085"/>
            <a:ext cx="0" cy="2740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847A93B5-CC69-A44B-AAAE-12AD6D23A7A9}"/>
              </a:ext>
            </a:extLst>
          </p:cNvPr>
          <p:cNvGrpSpPr/>
          <p:nvPr/>
        </p:nvGrpSpPr>
        <p:grpSpPr>
          <a:xfrm>
            <a:off x="6340202" y="5745395"/>
            <a:ext cx="597931" cy="300817"/>
            <a:chOff x="7493876" y="2774731"/>
            <a:chExt cx="1481958" cy="894622"/>
          </a:xfrm>
        </p:grpSpPr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id="{7FA838DF-A766-7A4B-940A-1681DF70B2A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17118679-0E33-704D-880E-4ED3E57EA85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645DB019-F2E3-E84C-B22B-C6882C5E892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9F56C0EB-9618-5B47-8A4D-9F65F49BC7B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31C1F5AB-80D4-0A49-958A-7FFD82B6DC5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8" name="Freeform 187">
                <a:extLst>
                  <a:ext uri="{FF2B5EF4-FFF2-40B4-BE49-F238E27FC236}">
                    <a16:creationId xmlns:a16="http://schemas.microsoft.com/office/drawing/2014/main" id="{35442207-78FF-FC47-A3B8-E449CBF502A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6C1116D5-AC90-8649-9151-ECC3A4A0C55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6969455D-0A8F-DA45-B963-565AF8A60F19}"/>
              </a:ext>
            </a:extLst>
          </p:cNvPr>
          <p:cNvGrpSpPr/>
          <p:nvPr/>
        </p:nvGrpSpPr>
        <p:grpSpPr>
          <a:xfrm>
            <a:off x="6864077" y="5403856"/>
            <a:ext cx="597931" cy="300817"/>
            <a:chOff x="7493876" y="2774731"/>
            <a:chExt cx="1481958" cy="894622"/>
          </a:xfrm>
        </p:grpSpPr>
        <p:sp>
          <p:nvSpPr>
            <p:cNvPr id="191" name="Freeform 190">
              <a:extLst>
                <a:ext uri="{FF2B5EF4-FFF2-40B4-BE49-F238E27FC236}">
                  <a16:creationId xmlns:a16="http://schemas.microsoft.com/office/drawing/2014/main" id="{05B52AC7-D890-784D-B25C-7C5030C33B6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3F378D3C-F57A-C34A-9257-D8FEF3C8BCF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6231F777-5C3E-A640-A74D-A9B71902E21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4" name="Freeform 193">
                <a:extLst>
                  <a:ext uri="{FF2B5EF4-FFF2-40B4-BE49-F238E27FC236}">
                    <a16:creationId xmlns:a16="http://schemas.microsoft.com/office/drawing/2014/main" id="{ED142EC2-939E-114C-876E-159EC9469B3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BC0F0EDE-B388-4A4B-AEBB-F6D810C1915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1DFBE4AB-FAE8-1843-89D7-243CBFAE488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7" name="Freeform 196">
                <a:extLst>
                  <a:ext uri="{FF2B5EF4-FFF2-40B4-BE49-F238E27FC236}">
                    <a16:creationId xmlns:a16="http://schemas.microsoft.com/office/drawing/2014/main" id="{2557898F-E294-1740-A718-62C9E0F6C2B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2D11E707-25E9-9745-8575-491A509FEEBB}"/>
              </a:ext>
            </a:extLst>
          </p:cNvPr>
          <p:cNvGrpSpPr/>
          <p:nvPr/>
        </p:nvGrpSpPr>
        <p:grpSpPr>
          <a:xfrm>
            <a:off x="6559277" y="4511228"/>
            <a:ext cx="597931" cy="300817"/>
            <a:chOff x="7493876" y="2774731"/>
            <a:chExt cx="1481958" cy="894622"/>
          </a:xfrm>
        </p:grpSpPr>
        <p:sp>
          <p:nvSpPr>
            <p:cNvPr id="199" name="Freeform 198">
              <a:extLst>
                <a:ext uri="{FF2B5EF4-FFF2-40B4-BE49-F238E27FC236}">
                  <a16:creationId xmlns:a16="http://schemas.microsoft.com/office/drawing/2014/main" id="{0F55084D-94DF-A44D-8E5C-85021146F62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D89BE0A8-68F1-404D-8200-B7F1DE0936D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F6342D1C-A14C-6343-9A8A-CA7674BBD5E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2" name="Freeform 201">
                <a:extLst>
                  <a:ext uri="{FF2B5EF4-FFF2-40B4-BE49-F238E27FC236}">
                    <a16:creationId xmlns:a16="http://schemas.microsoft.com/office/drawing/2014/main" id="{017F8A00-C73A-B14B-8608-4D421F94049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3" name="Freeform 202">
                <a:extLst>
                  <a:ext uri="{FF2B5EF4-FFF2-40B4-BE49-F238E27FC236}">
                    <a16:creationId xmlns:a16="http://schemas.microsoft.com/office/drawing/2014/main" id="{3F8DE43A-5C11-D448-A049-22A8453E9B5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4" name="Freeform 203">
                <a:extLst>
                  <a:ext uri="{FF2B5EF4-FFF2-40B4-BE49-F238E27FC236}">
                    <a16:creationId xmlns:a16="http://schemas.microsoft.com/office/drawing/2014/main" id="{CFBE32ED-7363-B84F-AC1C-7E4EB05AADC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426DAC70-67E6-FB49-A015-6D136FFF312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F3A25F11-F47F-A942-9431-C20F0D21A1F3}"/>
              </a:ext>
            </a:extLst>
          </p:cNvPr>
          <p:cNvGrpSpPr/>
          <p:nvPr/>
        </p:nvGrpSpPr>
        <p:grpSpPr>
          <a:xfrm>
            <a:off x="6140177" y="5141239"/>
            <a:ext cx="597931" cy="300817"/>
            <a:chOff x="7493876" y="2774731"/>
            <a:chExt cx="1481958" cy="894622"/>
          </a:xfrm>
        </p:grpSpPr>
        <p:sp>
          <p:nvSpPr>
            <p:cNvPr id="207" name="Freeform 206">
              <a:extLst>
                <a:ext uri="{FF2B5EF4-FFF2-40B4-BE49-F238E27FC236}">
                  <a16:creationId xmlns:a16="http://schemas.microsoft.com/office/drawing/2014/main" id="{C09A0408-494C-8446-B393-30246764EEF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92B7F850-9A71-3A44-A332-AF1D98AD9D7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422CD97B-C3CF-7847-A4D7-91E94BA9188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0" name="Freeform 209">
                <a:extLst>
                  <a:ext uri="{FF2B5EF4-FFF2-40B4-BE49-F238E27FC236}">
                    <a16:creationId xmlns:a16="http://schemas.microsoft.com/office/drawing/2014/main" id="{8C981413-B37B-1041-9670-35E3074C57D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" name="Freeform 210">
                <a:extLst>
                  <a:ext uri="{FF2B5EF4-FFF2-40B4-BE49-F238E27FC236}">
                    <a16:creationId xmlns:a16="http://schemas.microsoft.com/office/drawing/2014/main" id="{F80DEEC3-FAD0-3A49-BC1F-7B3C2C8C36F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" name="Freeform 211">
                <a:extLst>
                  <a:ext uri="{FF2B5EF4-FFF2-40B4-BE49-F238E27FC236}">
                    <a16:creationId xmlns:a16="http://schemas.microsoft.com/office/drawing/2014/main" id="{9BB889A6-E209-294F-8881-996DE390A61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97A20919-88C8-C142-8D9E-500AC30AF7D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8DB787CA-EFE3-1E4A-8623-D87E7C0D8701}"/>
              </a:ext>
            </a:extLst>
          </p:cNvPr>
          <p:cNvGrpSpPr/>
          <p:nvPr/>
        </p:nvGrpSpPr>
        <p:grpSpPr>
          <a:xfrm>
            <a:off x="4569913" y="4277185"/>
            <a:ext cx="597931" cy="300817"/>
            <a:chOff x="7493876" y="2774731"/>
            <a:chExt cx="1481958" cy="894622"/>
          </a:xfrm>
        </p:grpSpPr>
        <p:sp>
          <p:nvSpPr>
            <p:cNvPr id="215" name="Freeform 214">
              <a:extLst>
                <a:ext uri="{FF2B5EF4-FFF2-40B4-BE49-F238E27FC236}">
                  <a16:creationId xmlns:a16="http://schemas.microsoft.com/office/drawing/2014/main" id="{C98FDB2D-7F3C-694D-8659-CF844F941C9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5F75FAA9-D7C5-5143-AF8E-664E7ABAE5B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17" name="Group 216">
              <a:extLst>
                <a:ext uri="{FF2B5EF4-FFF2-40B4-BE49-F238E27FC236}">
                  <a16:creationId xmlns:a16="http://schemas.microsoft.com/office/drawing/2014/main" id="{A8BE2EB5-8A55-854C-BF55-FFD7D8E6AEF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8" name="Freeform 217">
                <a:extLst>
                  <a:ext uri="{FF2B5EF4-FFF2-40B4-BE49-F238E27FC236}">
                    <a16:creationId xmlns:a16="http://schemas.microsoft.com/office/drawing/2014/main" id="{E4529D89-2565-3D40-8B61-F6096AADB81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" name="Freeform 218">
                <a:extLst>
                  <a:ext uri="{FF2B5EF4-FFF2-40B4-BE49-F238E27FC236}">
                    <a16:creationId xmlns:a16="http://schemas.microsoft.com/office/drawing/2014/main" id="{5002E65D-AE62-D94B-BCA3-C9C62E38A4B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" name="Freeform 219">
                <a:extLst>
                  <a:ext uri="{FF2B5EF4-FFF2-40B4-BE49-F238E27FC236}">
                    <a16:creationId xmlns:a16="http://schemas.microsoft.com/office/drawing/2014/main" id="{1F5F063B-6FE3-5A4A-9A44-5F934178617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" name="Freeform 220">
                <a:extLst>
                  <a:ext uri="{FF2B5EF4-FFF2-40B4-BE49-F238E27FC236}">
                    <a16:creationId xmlns:a16="http://schemas.microsoft.com/office/drawing/2014/main" id="{6DFCD493-03BD-D848-8CB9-82A0471A85F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3669541C-95D1-F948-90C1-71A83E6C546F}"/>
              </a:ext>
            </a:extLst>
          </p:cNvPr>
          <p:cNvGrpSpPr/>
          <p:nvPr/>
        </p:nvGrpSpPr>
        <p:grpSpPr>
          <a:xfrm>
            <a:off x="4158978" y="4866374"/>
            <a:ext cx="597931" cy="300817"/>
            <a:chOff x="7493876" y="2774731"/>
            <a:chExt cx="1481958" cy="894622"/>
          </a:xfrm>
        </p:grpSpPr>
        <p:sp>
          <p:nvSpPr>
            <p:cNvPr id="224" name="Freeform 223">
              <a:extLst>
                <a:ext uri="{FF2B5EF4-FFF2-40B4-BE49-F238E27FC236}">
                  <a16:creationId xmlns:a16="http://schemas.microsoft.com/office/drawing/2014/main" id="{EB31C428-1605-024C-8656-2F756256A3F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0D267331-9C85-A148-B3ED-27F2FD2B551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DB154C3D-8071-E04F-AA63-F3EAB7190C5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363C14AD-21B3-1B43-B488-0F07BD6E372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" name="Freeform 227">
                <a:extLst>
                  <a:ext uri="{FF2B5EF4-FFF2-40B4-BE49-F238E27FC236}">
                    <a16:creationId xmlns:a16="http://schemas.microsoft.com/office/drawing/2014/main" id="{F691FFC6-43A3-E149-A5DA-A17631DE990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" name="Freeform 228">
                <a:extLst>
                  <a:ext uri="{FF2B5EF4-FFF2-40B4-BE49-F238E27FC236}">
                    <a16:creationId xmlns:a16="http://schemas.microsoft.com/office/drawing/2014/main" id="{B8245EBE-5E0B-3B4D-8F7D-4D4596F37F0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68FDE5D8-DC27-2D4B-A814-7493B223CEA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68C943B5-0D7A-0449-AC11-A889B8B7C9C6}"/>
              </a:ext>
            </a:extLst>
          </p:cNvPr>
          <p:cNvGrpSpPr/>
          <p:nvPr/>
        </p:nvGrpSpPr>
        <p:grpSpPr>
          <a:xfrm>
            <a:off x="3617415" y="5394331"/>
            <a:ext cx="597931" cy="300817"/>
            <a:chOff x="7493876" y="2774731"/>
            <a:chExt cx="1481958" cy="894622"/>
          </a:xfrm>
        </p:grpSpPr>
        <p:sp>
          <p:nvSpPr>
            <p:cNvPr id="232" name="Freeform 231">
              <a:extLst>
                <a:ext uri="{FF2B5EF4-FFF2-40B4-BE49-F238E27FC236}">
                  <a16:creationId xmlns:a16="http://schemas.microsoft.com/office/drawing/2014/main" id="{F5030295-77A5-9C4B-925C-3C07EF07CD3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5DDCBAE4-124C-6A45-990E-CEC4FA267FF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754ABC6B-9687-0447-9E4C-CAD63A9F70B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5" name="Freeform 234">
                <a:extLst>
                  <a:ext uri="{FF2B5EF4-FFF2-40B4-BE49-F238E27FC236}">
                    <a16:creationId xmlns:a16="http://schemas.microsoft.com/office/drawing/2014/main" id="{BEDDFA38-69F2-EF41-A4A6-9739BF4E225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" name="Freeform 235">
                <a:extLst>
                  <a:ext uri="{FF2B5EF4-FFF2-40B4-BE49-F238E27FC236}">
                    <a16:creationId xmlns:a16="http://schemas.microsoft.com/office/drawing/2014/main" id="{0EB7BC91-C6BF-A148-993B-85E25B80F25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" name="Freeform 236">
                <a:extLst>
                  <a:ext uri="{FF2B5EF4-FFF2-40B4-BE49-F238E27FC236}">
                    <a16:creationId xmlns:a16="http://schemas.microsoft.com/office/drawing/2014/main" id="{AB4CDD83-5A3F-A242-81AD-04EE0FBEB74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" name="Freeform 237">
                <a:extLst>
                  <a:ext uri="{FF2B5EF4-FFF2-40B4-BE49-F238E27FC236}">
                    <a16:creationId xmlns:a16="http://schemas.microsoft.com/office/drawing/2014/main" id="{BE5EA901-1943-8143-8F04-2CE868EC6BF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ADA221F9-D2AA-9C44-BC9C-EFD2DA589F74}"/>
              </a:ext>
            </a:extLst>
          </p:cNvPr>
          <p:cNvGrpSpPr/>
          <p:nvPr/>
        </p:nvGrpSpPr>
        <p:grpSpPr>
          <a:xfrm>
            <a:off x="4312742" y="5705934"/>
            <a:ext cx="597931" cy="300817"/>
            <a:chOff x="7493876" y="2774731"/>
            <a:chExt cx="1481958" cy="894622"/>
          </a:xfrm>
        </p:grpSpPr>
        <p:sp>
          <p:nvSpPr>
            <p:cNvPr id="240" name="Freeform 239">
              <a:extLst>
                <a:ext uri="{FF2B5EF4-FFF2-40B4-BE49-F238E27FC236}">
                  <a16:creationId xmlns:a16="http://schemas.microsoft.com/office/drawing/2014/main" id="{BF65ACEF-5114-2B4C-8601-4EDE37D6955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9BCC819C-4AB5-E340-A1FB-C4AF8FF6FD1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FD4B6E71-D10D-584F-BC89-FD26A7DDE6A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3" name="Freeform 242">
                <a:extLst>
                  <a:ext uri="{FF2B5EF4-FFF2-40B4-BE49-F238E27FC236}">
                    <a16:creationId xmlns:a16="http://schemas.microsoft.com/office/drawing/2014/main" id="{904BE1FE-1665-0E4D-B691-F81DEC4F338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" name="Freeform 243">
                <a:extLst>
                  <a:ext uri="{FF2B5EF4-FFF2-40B4-BE49-F238E27FC236}">
                    <a16:creationId xmlns:a16="http://schemas.microsoft.com/office/drawing/2014/main" id="{846F406D-F156-C847-829D-B663A5A6AC1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" name="Freeform 244">
                <a:extLst>
                  <a:ext uri="{FF2B5EF4-FFF2-40B4-BE49-F238E27FC236}">
                    <a16:creationId xmlns:a16="http://schemas.microsoft.com/office/drawing/2014/main" id="{D297E371-6C54-6640-A5B8-F182E0904FE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" name="Freeform 245">
                <a:extLst>
                  <a:ext uri="{FF2B5EF4-FFF2-40B4-BE49-F238E27FC236}">
                    <a16:creationId xmlns:a16="http://schemas.microsoft.com/office/drawing/2014/main" id="{78031347-90B6-4648-8A83-03945F426C7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CA07CCF0-010E-304A-ABA4-C6095E52882F}"/>
              </a:ext>
            </a:extLst>
          </p:cNvPr>
          <p:cNvGrpSpPr/>
          <p:nvPr/>
        </p:nvGrpSpPr>
        <p:grpSpPr>
          <a:xfrm>
            <a:off x="4587608" y="5246012"/>
            <a:ext cx="597931" cy="300817"/>
            <a:chOff x="7493876" y="2774731"/>
            <a:chExt cx="1481958" cy="894622"/>
          </a:xfrm>
        </p:grpSpPr>
        <p:sp>
          <p:nvSpPr>
            <p:cNvPr id="248" name="Freeform 247">
              <a:extLst>
                <a:ext uri="{FF2B5EF4-FFF2-40B4-BE49-F238E27FC236}">
                  <a16:creationId xmlns:a16="http://schemas.microsoft.com/office/drawing/2014/main" id="{5611B7D6-8DBA-6D40-813F-1A4208B1897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8ED12AAB-F708-DA46-B341-2CA7BA9E731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50" name="Group 249">
              <a:extLst>
                <a:ext uri="{FF2B5EF4-FFF2-40B4-BE49-F238E27FC236}">
                  <a16:creationId xmlns:a16="http://schemas.microsoft.com/office/drawing/2014/main" id="{6C92A81B-FE1E-5B4B-A0DA-D848DB29048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51" name="Freeform 250">
                <a:extLst>
                  <a:ext uri="{FF2B5EF4-FFF2-40B4-BE49-F238E27FC236}">
                    <a16:creationId xmlns:a16="http://schemas.microsoft.com/office/drawing/2014/main" id="{E7301B43-9484-B64C-9B25-1BFE309C161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" name="Freeform 251">
                <a:extLst>
                  <a:ext uri="{FF2B5EF4-FFF2-40B4-BE49-F238E27FC236}">
                    <a16:creationId xmlns:a16="http://schemas.microsoft.com/office/drawing/2014/main" id="{623AE313-E35F-4042-B607-A4BCC83ABB0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" name="Freeform 252">
                <a:extLst>
                  <a:ext uri="{FF2B5EF4-FFF2-40B4-BE49-F238E27FC236}">
                    <a16:creationId xmlns:a16="http://schemas.microsoft.com/office/drawing/2014/main" id="{4E26D6D3-6A91-564D-A39A-14087D67F31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" name="Freeform 253">
                <a:extLst>
                  <a:ext uri="{FF2B5EF4-FFF2-40B4-BE49-F238E27FC236}">
                    <a16:creationId xmlns:a16="http://schemas.microsoft.com/office/drawing/2014/main" id="{3CC1AE36-A678-4F4A-8B94-9B7595B6B2C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ECE9F268-36B4-7047-8169-A93E9C8A6FF0}"/>
              </a:ext>
            </a:extLst>
          </p:cNvPr>
          <p:cNvGrpSpPr/>
          <p:nvPr/>
        </p:nvGrpSpPr>
        <p:grpSpPr>
          <a:xfrm>
            <a:off x="8462916" y="4337057"/>
            <a:ext cx="597931" cy="300817"/>
            <a:chOff x="7493876" y="2774731"/>
            <a:chExt cx="1481958" cy="894622"/>
          </a:xfrm>
        </p:grpSpPr>
        <p:sp>
          <p:nvSpPr>
            <p:cNvPr id="256" name="Freeform 255">
              <a:extLst>
                <a:ext uri="{FF2B5EF4-FFF2-40B4-BE49-F238E27FC236}">
                  <a16:creationId xmlns:a16="http://schemas.microsoft.com/office/drawing/2014/main" id="{D84C726C-D6F0-604A-84BB-E787898433F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F6F2D45B-FE06-F24A-A253-C39BD7A09B3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58" name="Group 257">
              <a:extLst>
                <a:ext uri="{FF2B5EF4-FFF2-40B4-BE49-F238E27FC236}">
                  <a16:creationId xmlns:a16="http://schemas.microsoft.com/office/drawing/2014/main" id="{758FD5FA-4BD5-0C46-A904-A39DE926C86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59" name="Freeform 258">
                <a:extLst>
                  <a:ext uri="{FF2B5EF4-FFF2-40B4-BE49-F238E27FC236}">
                    <a16:creationId xmlns:a16="http://schemas.microsoft.com/office/drawing/2014/main" id="{B154CFBC-3831-1B44-9F53-BA8EC9545C3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" name="Freeform 259">
                <a:extLst>
                  <a:ext uri="{FF2B5EF4-FFF2-40B4-BE49-F238E27FC236}">
                    <a16:creationId xmlns:a16="http://schemas.microsoft.com/office/drawing/2014/main" id="{D65AD74F-EC3C-E045-8F27-646D7ADA8A7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" name="Freeform 260">
                <a:extLst>
                  <a:ext uri="{FF2B5EF4-FFF2-40B4-BE49-F238E27FC236}">
                    <a16:creationId xmlns:a16="http://schemas.microsoft.com/office/drawing/2014/main" id="{50FCA297-8584-A345-93B0-8B6D114FB46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" name="Freeform 261">
                <a:extLst>
                  <a:ext uri="{FF2B5EF4-FFF2-40B4-BE49-F238E27FC236}">
                    <a16:creationId xmlns:a16="http://schemas.microsoft.com/office/drawing/2014/main" id="{7488670D-6013-FC4F-AA2F-CDB845731F9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D0BAFD66-6D2E-1943-B620-AA3AED1EE133}"/>
              </a:ext>
            </a:extLst>
          </p:cNvPr>
          <p:cNvGrpSpPr/>
          <p:nvPr/>
        </p:nvGrpSpPr>
        <p:grpSpPr>
          <a:xfrm>
            <a:off x="8243841" y="4926247"/>
            <a:ext cx="597931" cy="300817"/>
            <a:chOff x="7493876" y="2774731"/>
            <a:chExt cx="1481958" cy="894622"/>
          </a:xfrm>
        </p:grpSpPr>
        <p:sp>
          <p:nvSpPr>
            <p:cNvPr id="264" name="Freeform 263">
              <a:extLst>
                <a:ext uri="{FF2B5EF4-FFF2-40B4-BE49-F238E27FC236}">
                  <a16:creationId xmlns:a16="http://schemas.microsoft.com/office/drawing/2014/main" id="{A45DC72D-8D4B-8B4E-979E-EB6546568DA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65" name="Oval 264">
              <a:extLst>
                <a:ext uri="{FF2B5EF4-FFF2-40B4-BE49-F238E27FC236}">
                  <a16:creationId xmlns:a16="http://schemas.microsoft.com/office/drawing/2014/main" id="{3F07312C-E017-F04B-AD7E-B56D8E9CC8F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9E35C7AC-1B3D-C44B-83C9-56227B9A6CA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7" name="Freeform 266">
                <a:extLst>
                  <a:ext uri="{FF2B5EF4-FFF2-40B4-BE49-F238E27FC236}">
                    <a16:creationId xmlns:a16="http://schemas.microsoft.com/office/drawing/2014/main" id="{E6FDAF7D-032B-3340-B413-22ACF3B3C21E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8" name="Freeform 267">
                <a:extLst>
                  <a:ext uri="{FF2B5EF4-FFF2-40B4-BE49-F238E27FC236}">
                    <a16:creationId xmlns:a16="http://schemas.microsoft.com/office/drawing/2014/main" id="{3252B92E-787A-674E-9366-85098454267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9" name="Freeform 268">
                <a:extLst>
                  <a:ext uri="{FF2B5EF4-FFF2-40B4-BE49-F238E27FC236}">
                    <a16:creationId xmlns:a16="http://schemas.microsoft.com/office/drawing/2014/main" id="{C3AFF261-D957-8640-8EF4-0A45D444564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0" name="Freeform 269">
                <a:extLst>
                  <a:ext uri="{FF2B5EF4-FFF2-40B4-BE49-F238E27FC236}">
                    <a16:creationId xmlns:a16="http://schemas.microsoft.com/office/drawing/2014/main" id="{98FBB8D1-FD2F-4247-AD93-5AAC4742745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8E9BD5CC-6189-7143-A8EF-C16A7E9940E1}"/>
              </a:ext>
            </a:extLst>
          </p:cNvPr>
          <p:cNvGrpSpPr/>
          <p:nvPr/>
        </p:nvGrpSpPr>
        <p:grpSpPr>
          <a:xfrm>
            <a:off x="8963659" y="5613409"/>
            <a:ext cx="597931" cy="300817"/>
            <a:chOff x="7493876" y="2774731"/>
            <a:chExt cx="1481958" cy="894622"/>
          </a:xfrm>
        </p:grpSpPr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652CE396-F99F-EC41-801A-87C834B7464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64409E2A-1018-1B4A-8C06-9FC0E3BE651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C30F8BC7-C3D9-4D4B-A02F-6D89E95F2D9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5" name="Freeform 274">
                <a:extLst>
                  <a:ext uri="{FF2B5EF4-FFF2-40B4-BE49-F238E27FC236}">
                    <a16:creationId xmlns:a16="http://schemas.microsoft.com/office/drawing/2014/main" id="{DD22BF95-87E2-FE43-8798-4B9C2A8396B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6" name="Freeform 275">
                <a:extLst>
                  <a:ext uri="{FF2B5EF4-FFF2-40B4-BE49-F238E27FC236}">
                    <a16:creationId xmlns:a16="http://schemas.microsoft.com/office/drawing/2014/main" id="{B6F1EBB5-BFB8-774A-9BE1-690DBECD004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7" name="Freeform 276">
                <a:extLst>
                  <a:ext uri="{FF2B5EF4-FFF2-40B4-BE49-F238E27FC236}">
                    <a16:creationId xmlns:a16="http://schemas.microsoft.com/office/drawing/2014/main" id="{DA87B5AE-0D2C-D341-83E6-E772A2AB41D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8" name="Freeform 277">
                <a:extLst>
                  <a:ext uri="{FF2B5EF4-FFF2-40B4-BE49-F238E27FC236}">
                    <a16:creationId xmlns:a16="http://schemas.microsoft.com/office/drawing/2014/main" id="{8D441400-2CFD-5A4F-9A7F-3AC66997B05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C7EC85B7-5059-0D43-8247-B7FF0A05AEBA}"/>
              </a:ext>
            </a:extLst>
          </p:cNvPr>
          <p:cNvGrpSpPr/>
          <p:nvPr/>
        </p:nvGrpSpPr>
        <p:grpSpPr>
          <a:xfrm>
            <a:off x="6526620" y="3425378"/>
            <a:ext cx="597931" cy="300817"/>
            <a:chOff x="7493876" y="2774731"/>
            <a:chExt cx="1481958" cy="894622"/>
          </a:xfrm>
        </p:grpSpPr>
        <p:sp>
          <p:nvSpPr>
            <p:cNvPr id="280" name="Freeform 279">
              <a:extLst>
                <a:ext uri="{FF2B5EF4-FFF2-40B4-BE49-F238E27FC236}">
                  <a16:creationId xmlns:a16="http://schemas.microsoft.com/office/drawing/2014/main" id="{D984108B-367F-C149-9FEB-9DCE6A16D86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EA721BEF-A891-544D-90F2-6BBCD734726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82" name="Group 281">
              <a:extLst>
                <a:ext uri="{FF2B5EF4-FFF2-40B4-BE49-F238E27FC236}">
                  <a16:creationId xmlns:a16="http://schemas.microsoft.com/office/drawing/2014/main" id="{C481FC4B-5A51-C74C-B9A5-F40A034C94F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3" name="Freeform 282">
                <a:extLst>
                  <a:ext uri="{FF2B5EF4-FFF2-40B4-BE49-F238E27FC236}">
                    <a16:creationId xmlns:a16="http://schemas.microsoft.com/office/drawing/2014/main" id="{7376C801-776A-F044-983C-D5F6A9117C1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4" name="Freeform 283">
                <a:extLst>
                  <a:ext uri="{FF2B5EF4-FFF2-40B4-BE49-F238E27FC236}">
                    <a16:creationId xmlns:a16="http://schemas.microsoft.com/office/drawing/2014/main" id="{7A743EDC-361E-0D43-8EB6-D4EF0B7CFCC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5" name="Freeform 284">
                <a:extLst>
                  <a:ext uri="{FF2B5EF4-FFF2-40B4-BE49-F238E27FC236}">
                    <a16:creationId xmlns:a16="http://schemas.microsoft.com/office/drawing/2014/main" id="{7EAE5334-3DB4-3845-BA2D-3FA069FD42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6" name="Freeform 285">
                <a:extLst>
                  <a:ext uri="{FF2B5EF4-FFF2-40B4-BE49-F238E27FC236}">
                    <a16:creationId xmlns:a16="http://schemas.microsoft.com/office/drawing/2014/main" id="{FD16E7E3-E6CE-0049-9C77-2720AE51A88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0C212306-768E-7846-86F8-546B766A6548}"/>
              </a:ext>
            </a:extLst>
          </p:cNvPr>
          <p:cNvGrpSpPr/>
          <p:nvPr/>
        </p:nvGrpSpPr>
        <p:grpSpPr>
          <a:xfrm>
            <a:off x="7683227" y="3687996"/>
            <a:ext cx="597931" cy="300817"/>
            <a:chOff x="7493876" y="2774731"/>
            <a:chExt cx="1481958" cy="894622"/>
          </a:xfrm>
        </p:grpSpPr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6629F451-68FE-0843-BFC2-6EFCA788438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4E1D9D9B-DEE5-0D46-8688-877F8893B85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90" name="Group 289">
              <a:extLst>
                <a:ext uri="{FF2B5EF4-FFF2-40B4-BE49-F238E27FC236}">
                  <a16:creationId xmlns:a16="http://schemas.microsoft.com/office/drawing/2014/main" id="{39A70D01-AA27-9648-91CE-2DD2112F559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1" name="Freeform 290">
                <a:extLst>
                  <a:ext uri="{FF2B5EF4-FFF2-40B4-BE49-F238E27FC236}">
                    <a16:creationId xmlns:a16="http://schemas.microsoft.com/office/drawing/2014/main" id="{6EB03E22-9CE1-E741-9236-B6C57E54128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2" name="Freeform 291">
                <a:extLst>
                  <a:ext uri="{FF2B5EF4-FFF2-40B4-BE49-F238E27FC236}">
                    <a16:creationId xmlns:a16="http://schemas.microsoft.com/office/drawing/2014/main" id="{DD7911A1-D204-7041-9083-1D21D0DB03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3" name="Freeform 292">
                <a:extLst>
                  <a:ext uri="{FF2B5EF4-FFF2-40B4-BE49-F238E27FC236}">
                    <a16:creationId xmlns:a16="http://schemas.microsoft.com/office/drawing/2014/main" id="{85BEA5C1-A2DC-DD42-A5BB-FFF7EB7DB98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4" name="Freeform 293">
                <a:extLst>
                  <a:ext uri="{FF2B5EF4-FFF2-40B4-BE49-F238E27FC236}">
                    <a16:creationId xmlns:a16="http://schemas.microsoft.com/office/drawing/2014/main" id="{8DD6EBBD-441C-8E48-AB32-75B911DB290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7054C548-6767-1843-A4B9-A89FADAA393A}"/>
              </a:ext>
            </a:extLst>
          </p:cNvPr>
          <p:cNvGrpSpPr/>
          <p:nvPr/>
        </p:nvGrpSpPr>
        <p:grpSpPr>
          <a:xfrm>
            <a:off x="5374095" y="3693439"/>
            <a:ext cx="597931" cy="300817"/>
            <a:chOff x="7493876" y="2774731"/>
            <a:chExt cx="1481958" cy="894622"/>
          </a:xfrm>
        </p:grpSpPr>
        <p:sp>
          <p:nvSpPr>
            <p:cNvPr id="296" name="Freeform 295">
              <a:extLst>
                <a:ext uri="{FF2B5EF4-FFF2-40B4-BE49-F238E27FC236}">
                  <a16:creationId xmlns:a16="http://schemas.microsoft.com/office/drawing/2014/main" id="{E914BD78-359E-7243-9412-C22ABA906E7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E7398522-2CC3-514A-8211-D8CAC44287D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98" name="Group 297">
              <a:extLst>
                <a:ext uri="{FF2B5EF4-FFF2-40B4-BE49-F238E27FC236}">
                  <a16:creationId xmlns:a16="http://schemas.microsoft.com/office/drawing/2014/main" id="{991E0D1A-1264-8840-BD14-4D4790FBEF6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9" name="Freeform 298">
                <a:extLst>
                  <a:ext uri="{FF2B5EF4-FFF2-40B4-BE49-F238E27FC236}">
                    <a16:creationId xmlns:a16="http://schemas.microsoft.com/office/drawing/2014/main" id="{9E93AA13-7D54-5F4F-8789-2C65FEBB384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0" name="Freeform 299">
                <a:extLst>
                  <a:ext uri="{FF2B5EF4-FFF2-40B4-BE49-F238E27FC236}">
                    <a16:creationId xmlns:a16="http://schemas.microsoft.com/office/drawing/2014/main" id="{2E1C673B-D86B-104E-8235-77081FDD293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1" name="Freeform 300">
                <a:extLst>
                  <a:ext uri="{FF2B5EF4-FFF2-40B4-BE49-F238E27FC236}">
                    <a16:creationId xmlns:a16="http://schemas.microsoft.com/office/drawing/2014/main" id="{97A9752A-3447-8142-9A93-F0916BC6010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2" name="Freeform 301">
                <a:extLst>
                  <a:ext uri="{FF2B5EF4-FFF2-40B4-BE49-F238E27FC236}">
                    <a16:creationId xmlns:a16="http://schemas.microsoft.com/office/drawing/2014/main" id="{7B7B4A9F-8D48-6D4D-ACEE-2B3E8737FA0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FE37CB74-FB6A-664F-8904-DF341544C3E6}"/>
              </a:ext>
            </a:extLst>
          </p:cNvPr>
          <p:cNvGrpSpPr/>
          <p:nvPr/>
        </p:nvGrpSpPr>
        <p:grpSpPr>
          <a:xfrm>
            <a:off x="8317285" y="3820439"/>
            <a:ext cx="3684736" cy="1112688"/>
            <a:chOff x="8317285" y="3820439"/>
            <a:chExt cx="3684736" cy="1112688"/>
          </a:xfrm>
        </p:grpSpPr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C0A3996C-02AF-9D47-9C2A-EB7049EB9EBA}"/>
                </a:ext>
              </a:extLst>
            </p:cNvPr>
            <p:cNvSpPr/>
            <p:nvPr/>
          </p:nvSpPr>
          <p:spPr>
            <a:xfrm>
              <a:off x="9857982" y="4009797"/>
              <a:ext cx="214403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ja-JP" sz="2000" dirty="0">
                  <a:solidFill>
                    <a:srgbClr val="C00000"/>
                  </a:solidFill>
                </a:rPr>
                <a:t>backbone router: </a:t>
              </a:r>
              <a:r>
                <a:rPr lang="en-US" altLang="ja-JP" sz="2000" dirty="0"/>
                <a:t>runs OSPF limited to backbone</a:t>
              </a:r>
              <a:endParaRPr lang="en-US" sz="2000" dirty="0"/>
            </a:p>
          </p:txBody>
        </p:sp>
        <p:cxnSp>
          <p:nvCxnSpPr>
            <p:cNvPr id="305" name="Straight Arrow Connector 304">
              <a:extLst>
                <a:ext uri="{FF2B5EF4-FFF2-40B4-BE49-F238E27FC236}">
                  <a16:creationId xmlns:a16="http://schemas.microsoft.com/office/drawing/2014/main" id="{C0195885-402F-B941-BD0E-30B5D16F07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7285" y="3820439"/>
              <a:ext cx="1503120" cy="3632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6D78AEBD-5238-5D48-96C3-8C127A0787BC}"/>
              </a:ext>
            </a:extLst>
          </p:cNvPr>
          <p:cNvGrpSpPr/>
          <p:nvPr/>
        </p:nvGrpSpPr>
        <p:grpSpPr>
          <a:xfrm>
            <a:off x="7166977" y="3322953"/>
            <a:ext cx="4306864" cy="646331"/>
            <a:chOff x="7166977" y="3322953"/>
            <a:chExt cx="4306864" cy="646331"/>
          </a:xfrm>
        </p:grpSpPr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2E0DDBA0-B91D-934F-92B3-7A34B608B1D6}"/>
                </a:ext>
              </a:extLst>
            </p:cNvPr>
            <p:cNvSpPr/>
            <p:nvPr/>
          </p:nvSpPr>
          <p:spPr>
            <a:xfrm>
              <a:off x="8897655" y="3322953"/>
              <a:ext cx="2576186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ja-JP" sz="2000" dirty="0">
                  <a:solidFill>
                    <a:srgbClr val="C00000"/>
                  </a:solidFill>
                </a:rPr>
                <a:t>boundary router: </a:t>
              </a:r>
              <a:r>
                <a:rPr lang="en-US" altLang="ja-JP" sz="2000" dirty="0"/>
                <a:t>connects to other ASes</a:t>
              </a:r>
              <a:endParaRPr lang="en-US" sz="2000" dirty="0"/>
            </a:p>
          </p:txBody>
        </p:sp>
        <p:cxnSp>
          <p:nvCxnSpPr>
            <p:cNvPr id="307" name="Straight Arrow Connector 306">
              <a:extLst>
                <a:ext uri="{FF2B5EF4-FFF2-40B4-BE49-F238E27FC236}">
                  <a16:creationId xmlns:a16="http://schemas.microsoft.com/office/drawing/2014/main" id="{ADA67296-2D48-8B49-94FB-01BE5E8F67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66977" y="3521901"/>
              <a:ext cx="165134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8ECE2DE7-0A26-E547-8015-75AA81906256}"/>
              </a:ext>
            </a:extLst>
          </p:cNvPr>
          <p:cNvGrpSpPr/>
          <p:nvPr/>
        </p:nvGrpSpPr>
        <p:grpSpPr>
          <a:xfrm>
            <a:off x="400831" y="4789096"/>
            <a:ext cx="3682654" cy="1754326"/>
            <a:chOff x="400831" y="4789096"/>
            <a:chExt cx="3682654" cy="1754326"/>
          </a:xfrm>
        </p:grpSpPr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9EFB7939-9B51-354A-81CE-6BF40821CBCB}"/>
                </a:ext>
              </a:extLst>
            </p:cNvPr>
            <p:cNvSpPr/>
            <p:nvPr/>
          </p:nvSpPr>
          <p:spPr>
            <a:xfrm>
              <a:off x="400831" y="4789096"/>
              <a:ext cx="3244241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ja-JP" sz="2000" dirty="0">
                  <a:solidFill>
                    <a:srgbClr val="C00000"/>
                  </a:solidFill>
                </a:rPr>
                <a:t>local routers: </a:t>
              </a:r>
            </a:p>
            <a:p>
              <a:pPr marL="173038" indent="-173038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US" altLang="ja-JP" sz="2000" dirty="0"/>
                <a:t>flood LS in area only</a:t>
              </a:r>
            </a:p>
            <a:p>
              <a:pPr marL="173038" indent="-173038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US" sz="2000" dirty="0"/>
                <a:t>compute routing within area</a:t>
              </a:r>
            </a:p>
            <a:p>
              <a:pPr marL="173038" indent="-173038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US" sz="2000" dirty="0"/>
                <a:t>forward packets to outside via area border router</a:t>
              </a:r>
            </a:p>
          </p:txBody>
        </p: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C7B90184-9FCC-214A-A4E1-8CF6C5B32222}"/>
                </a:ext>
              </a:extLst>
            </p:cNvPr>
            <p:cNvCxnSpPr>
              <a:cxnSpLocks/>
            </p:cNvCxnSpPr>
            <p:nvPr/>
          </p:nvCxnSpPr>
          <p:spPr>
            <a:xfrm>
              <a:off x="2091847" y="5035463"/>
              <a:ext cx="1991638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82137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Network layer: “control plane” roadmap</a:t>
            </a:r>
            <a:endParaRPr lang="en-US" sz="4400" dirty="0"/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288" y="1379196"/>
            <a:ext cx="3102316" cy="2326737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622456" y="1361615"/>
            <a:ext cx="5571867" cy="50391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74638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introduction</a:t>
            </a:r>
          </a:p>
          <a:p>
            <a:pPr marL="285750" indent="-274638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routing protocols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intra-ISP routing: OSPF</a:t>
            </a:r>
          </a:p>
          <a:p>
            <a:pPr marL="285750" indent="-285750">
              <a:spcBef>
                <a:spcPts val="600"/>
              </a:spcBef>
              <a:buClr>
                <a:srgbClr val="0000A8"/>
              </a:buClr>
            </a:pPr>
            <a:r>
              <a:rPr lang="en-US" altLang="en-US" sz="3600" dirty="0">
                <a:ea typeface="ＭＳ Ｐゴシック" panose="020B0600070205080204" pitchFamily="34" charset="-128"/>
                <a:cs typeface="Arial" panose="020B0604020202020204" pitchFamily="34" charset="0"/>
              </a:rPr>
              <a:t>routing among ISPs: BGP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SDN control plane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Internet Control Message Protocol </a:t>
            </a:r>
          </a:p>
          <a:p>
            <a:pPr marL="466725" indent="-409575">
              <a:spcBef>
                <a:spcPts val="600"/>
              </a:spcBef>
              <a:buNone/>
            </a:pPr>
            <a:endParaRPr lang="en-US" altLang="en-US" sz="3200" dirty="0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0E442AF-0FD6-9040-9BFF-CE4BE886A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654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507B360-8633-344E-8C84-B4DA39DA2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24027"/>
            <a:ext cx="10785953" cy="4351338"/>
          </a:xfrm>
        </p:spPr>
        <p:txBody>
          <a:bodyPr/>
          <a:lstStyle/>
          <a:p>
            <a:pPr marL="285750" lvl="0" indent="-28575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kern="0" dirty="0">
                <a:solidFill>
                  <a:srgbClr val="CC0000"/>
                </a:solidFill>
                <a:ea typeface="ＭＳ Ｐゴシック" charset="0"/>
              </a:rPr>
              <a:t>BGP (Border Gateway Protocol):</a:t>
            </a:r>
            <a:r>
              <a:rPr lang="en-US" kern="0" dirty="0">
                <a:solidFill>
                  <a:srgbClr val="000000"/>
                </a:solidFill>
                <a:ea typeface="ＭＳ Ｐゴシック" charset="0"/>
              </a:rPr>
              <a:t> </a:t>
            </a:r>
            <a:r>
              <a:rPr lang="en-US" i="1" kern="0" dirty="0">
                <a:solidFill>
                  <a:srgbClr val="000000"/>
                </a:solidFill>
                <a:ea typeface="ＭＳ Ｐゴシック" charset="0"/>
              </a:rPr>
              <a:t>the</a:t>
            </a:r>
            <a:r>
              <a:rPr lang="en-US" kern="0" dirty="0">
                <a:solidFill>
                  <a:srgbClr val="000000"/>
                </a:solidFill>
                <a:ea typeface="ＭＳ Ｐゴシック" charset="0"/>
              </a:rPr>
              <a:t> de facto inter-domain routing protocol</a:t>
            </a:r>
          </a:p>
          <a:p>
            <a:pPr marL="800100" lvl="1" indent="-277813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</a:pPr>
            <a:r>
              <a:rPr lang="en-US" altLang="ja-JP" kern="0" dirty="0">
                <a:solidFill>
                  <a:srgbClr val="000000"/>
                </a:solidFill>
                <a:ea typeface="ＭＳ Ｐゴシック" charset="0"/>
              </a:rPr>
              <a:t>“glue that holds the Internet together”</a:t>
            </a:r>
          </a:p>
          <a:p>
            <a:pPr marL="285750" indent="-285750" eaLnBrk="0" fontAlgn="base" hangingPunct="0">
              <a:lnSpc>
                <a:spcPct val="85000"/>
              </a:lnSpc>
              <a:spcBef>
                <a:spcPts val="12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kern="0" dirty="0">
                <a:solidFill>
                  <a:srgbClr val="000000"/>
                </a:solidFill>
                <a:ea typeface="ＭＳ Ｐゴシック" charset="0"/>
              </a:rPr>
              <a:t>allows subnet to advertise its existence, and the destinations it can reach, to rest of Internet: </a:t>
            </a:r>
            <a:r>
              <a:rPr lang="en-US" i="1" kern="0" dirty="0">
                <a:solidFill>
                  <a:srgbClr val="000099"/>
                </a:solidFill>
                <a:ea typeface="ＭＳ Ｐゴシック" charset="0"/>
              </a:rPr>
              <a:t>“</a:t>
            </a:r>
            <a:r>
              <a:rPr lang="en-US" altLang="ja-JP" i="1" kern="0" dirty="0">
                <a:solidFill>
                  <a:srgbClr val="000099"/>
                </a:solidFill>
                <a:ea typeface="ＭＳ Ｐゴシック" charset="0"/>
              </a:rPr>
              <a:t>I am here, here is who I can reach, and how”</a:t>
            </a:r>
            <a:endParaRPr lang="en-US" i="1" kern="0" dirty="0">
              <a:solidFill>
                <a:srgbClr val="000099"/>
              </a:solidFill>
              <a:ea typeface="ＭＳ Ｐゴシック" charset="0"/>
            </a:endParaRPr>
          </a:p>
          <a:p>
            <a:pPr marL="285750" lvl="0" indent="-285750" eaLnBrk="0" fontAlgn="base" hangingPunct="0">
              <a:lnSpc>
                <a:spcPct val="85000"/>
              </a:lnSpc>
              <a:spcBef>
                <a:spcPts val="12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kern="0" dirty="0">
                <a:solidFill>
                  <a:srgbClr val="000000"/>
                </a:solidFill>
                <a:ea typeface="ＭＳ Ｐゴシック" charset="0"/>
              </a:rPr>
              <a:t>BGP provides each AS a means to:</a:t>
            </a:r>
          </a:p>
          <a:p>
            <a:pPr marL="800100" lvl="1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</a:pPr>
            <a:r>
              <a:rPr lang="en-US" sz="2800" kern="0" dirty="0">
                <a:solidFill>
                  <a:srgbClr val="CC0000"/>
                </a:solidFill>
                <a:ea typeface="ＭＳ Ｐゴシック" charset="0"/>
              </a:rPr>
              <a:t>eBGP:</a:t>
            </a:r>
            <a:r>
              <a:rPr lang="en-US" kern="0" dirty="0">
                <a:solidFill>
                  <a:srgbClr val="000000"/>
                </a:solidFill>
                <a:ea typeface="ＭＳ Ｐゴシック" charset="0"/>
              </a:rPr>
              <a:t> obtain subnet reachability information from neighboring ASes</a:t>
            </a:r>
          </a:p>
          <a:p>
            <a:pPr marL="800100" lvl="1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</a:pPr>
            <a:r>
              <a:rPr lang="en-US" sz="2800" kern="0" dirty="0">
                <a:solidFill>
                  <a:srgbClr val="CC0000"/>
                </a:solidFill>
                <a:ea typeface="ＭＳ Ｐゴシック" charset="0"/>
              </a:rPr>
              <a:t>iBGP:</a:t>
            </a:r>
            <a:r>
              <a:rPr lang="en-US" kern="0" dirty="0">
                <a:solidFill>
                  <a:srgbClr val="000000"/>
                </a:solidFill>
                <a:ea typeface="ＭＳ Ｐゴシック" charset="0"/>
              </a:rPr>
              <a:t> propagate reachability information to all AS-internal routers.</a:t>
            </a:r>
          </a:p>
          <a:p>
            <a:pPr marL="800100" lvl="1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</a:pPr>
            <a:r>
              <a:rPr lang="en-US" kern="0" dirty="0">
                <a:solidFill>
                  <a:srgbClr val="000000"/>
                </a:solidFill>
                <a:ea typeface="ＭＳ Ｐゴシック" charset="0"/>
              </a:rPr>
              <a:t>determine “</a:t>
            </a:r>
            <a:r>
              <a:rPr lang="en-US" altLang="ja-JP" kern="0" dirty="0">
                <a:solidFill>
                  <a:srgbClr val="000000"/>
                </a:solidFill>
                <a:ea typeface="ＭＳ Ｐゴシック" charset="0"/>
              </a:rPr>
              <a:t>good” routes to other networks based on reachability information and </a:t>
            </a:r>
            <a:r>
              <a:rPr lang="en-US" altLang="ja-JP" i="1" kern="0" dirty="0">
                <a:solidFill>
                  <a:srgbClr val="000090"/>
                </a:solidFill>
                <a:ea typeface="ＭＳ Ｐゴシック" charset="0"/>
              </a:rPr>
              <a:t>policy</a:t>
            </a:r>
            <a:endParaRPr lang="en-US" altLang="ja-JP" kern="0" dirty="0">
              <a:solidFill>
                <a:srgbClr val="000090"/>
              </a:solidFill>
              <a:ea typeface="ＭＳ Ｐゴシック" charset="0"/>
            </a:endParaRP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515600" cy="894622"/>
          </a:xfrm>
        </p:spPr>
        <p:txBody>
          <a:bodyPr/>
          <a:lstStyle/>
          <a:p>
            <a:r>
              <a:rPr lang="en-US" dirty="0"/>
              <a:t>Internet inter-AS routing: BGP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6433D-1EBF-D447-9924-50E7F0E2E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431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515600" cy="894622"/>
          </a:xfrm>
        </p:spPr>
        <p:txBody>
          <a:bodyPr/>
          <a:lstStyle/>
          <a:p>
            <a:r>
              <a:rPr lang="en-US" dirty="0"/>
              <a:t>eBGP, iBGP connections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6433D-1EBF-D447-9924-50E7F0E2E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B045E387-B506-8047-913C-C2B6773B0431}"/>
              </a:ext>
            </a:extLst>
          </p:cNvPr>
          <p:cNvGrpSpPr/>
          <p:nvPr/>
        </p:nvGrpSpPr>
        <p:grpSpPr>
          <a:xfrm>
            <a:off x="4773228" y="4365522"/>
            <a:ext cx="3666682" cy="635979"/>
            <a:chOff x="7493868" y="5383138"/>
            <a:chExt cx="3666682" cy="635979"/>
          </a:xfrm>
        </p:grpSpPr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613A62FC-E89C-094E-961C-E49332F5011B}"/>
                </a:ext>
              </a:extLst>
            </p:cNvPr>
            <p:cNvCxnSpPr/>
            <p:nvPr/>
          </p:nvCxnSpPr>
          <p:spPr bwMode="auto">
            <a:xfrm flipH="1" flipV="1">
              <a:off x="7493868" y="5589319"/>
              <a:ext cx="749784" cy="11598"/>
            </a:xfrm>
            <a:prstGeom prst="line">
              <a:avLst/>
            </a:prstGeom>
            <a:solidFill>
              <a:srgbClr val="00CC99"/>
            </a:solidFill>
            <a:ln w="38100" cap="flat" cmpd="sng" algn="ctr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1360BFA8-6BB3-454C-9EF7-9FAB5EB06ABF}"/>
                </a:ext>
              </a:extLst>
            </p:cNvPr>
            <p:cNvCxnSpPr/>
            <p:nvPr/>
          </p:nvCxnSpPr>
          <p:spPr bwMode="auto">
            <a:xfrm flipV="1">
              <a:off x="7523346" y="5869497"/>
              <a:ext cx="699488" cy="690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6D37E751-A60F-FA42-B692-5A8DF0DCD667}"/>
                </a:ext>
              </a:extLst>
            </p:cNvPr>
            <p:cNvSpPr txBox="1"/>
            <p:nvPr/>
          </p:nvSpPr>
          <p:spPr>
            <a:xfrm>
              <a:off x="8347651" y="5383138"/>
              <a:ext cx="20697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eBGP connectivity</a:t>
              </a: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EB23CB08-2EE3-B849-8D96-F01A2CF0DA65}"/>
                </a:ext>
              </a:extLst>
            </p:cNvPr>
            <p:cNvSpPr txBox="1"/>
            <p:nvPr/>
          </p:nvSpPr>
          <p:spPr>
            <a:xfrm>
              <a:off x="8372607" y="5649785"/>
              <a:ext cx="27879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9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logical iBGP connectivity</a:t>
              </a:r>
            </a:p>
          </p:txBody>
        </p:sp>
      </p:grpSp>
      <p:sp>
        <p:nvSpPr>
          <p:cNvPr id="238" name="Freeform 2">
            <a:extLst>
              <a:ext uri="{FF2B5EF4-FFF2-40B4-BE49-F238E27FC236}">
                <a16:creationId xmlns:a16="http://schemas.microsoft.com/office/drawing/2014/main" id="{51CB1B55-107C-A346-889E-7EE304D1E8EB}"/>
              </a:ext>
            </a:extLst>
          </p:cNvPr>
          <p:cNvSpPr>
            <a:spLocks/>
          </p:cNvSpPr>
          <p:nvPr/>
        </p:nvSpPr>
        <p:spPr bwMode="auto">
          <a:xfrm>
            <a:off x="2249944" y="2430156"/>
            <a:ext cx="2712783" cy="1853712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connsiteX0" fmla="*/ 4 w 10040"/>
              <a:gd name="connsiteY0" fmla="*/ 4039 h 10125"/>
              <a:gd name="connsiteX1" fmla="*/ 715 w 10040"/>
              <a:gd name="connsiteY1" fmla="*/ 1595 h 10125"/>
              <a:gd name="connsiteX2" fmla="*/ 3130 w 10040"/>
              <a:gd name="connsiteY2" fmla="*/ 1006 h 10125"/>
              <a:gd name="connsiteX3" fmla="*/ 4995 w 10040"/>
              <a:gd name="connsiteY3" fmla="*/ 0 h 10125"/>
              <a:gd name="connsiteX4" fmla="*/ 6720 w 10040"/>
              <a:gd name="connsiteY4" fmla="*/ 1009 h 10125"/>
              <a:gd name="connsiteX5" fmla="*/ 9989 w 10040"/>
              <a:gd name="connsiteY5" fmla="*/ 2989 h 10125"/>
              <a:gd name="connsiteX6" fmla="*/ 8599 w 10040"/>
              <a:gd name="connsiteY6" fmla="*/ 6797 h 10125"/>
              <a:gd name="connsiteX7" fmla="*/ 6995 w 10040"/>
              <a:gd name="connsiteY7" fmla="*/ 9322 h 10125"/>
              <a:gd name="connsiteX8" fmla="*/ 5307 w 10040"/>
              <a:gd name="connsiteY8" fmla="*/ 8843 h 10125"/>
              <a:gd name="connsiteX9" fmla="*/ 4371 w 10040"/>
              <a:gd name="connsiteY9" fmla="*/ 9912 h 10125"/>
              <a:gd name="connsiteX10" fmla="*/ 3140 w 10040"/>
              <a:gd name="connsiteY10" fmla="*/ 10019 h 10125"/>
              <a:gd name="connsiteX11" fmla="*/ 2179 w 10040"/>
              <a:gd name="connsiteY11" fmla="*/ 7895 h 10125"/>
              <a:gd name="connsiteX12" fmla="*/ 1187 w 10040"/>
              <a:gd name="connsiteY12" fmla="*/ 7495 h 10125"/>
              <a:gd name="connsiteX13" fmla="*/ 4 w 10040"/>
              <a:gd name="connsiteY13" fmla="*/ 4039 h 10125"/>
              <a:gd name="connsiteX0" fmla="*/ 4 w 8600"/>
              <a:gd name="connsiteY0" fmla="*/ 4042 h 10128"/>
              <a:gd name="connsiteX1" fmla="*/ 715 w 8600"/>
              <a:gd name="connsiteY1" fmla="*/ 1598 h 10128"/>
              <a:gd name="connsiteX2" fmla="*/ 3130 w 8600"/>
              <a:gd name="connsiteY2" fmla="*/ 1009 h 10128"/>
              <a:gd name="connsiteX3" fmla="*/ 4995 w 8600"/>
              <a:gd name="connsiteY3" fmla="*/ 3 h 10128"/>
              <a:gd name="connsiteX4" fmla="*/ 6720 w 8600"/>
              <a:gd name="connsiteY4" fmla="*/ 1012 h 10128"/>
              <a:gd name="connsiteX5" fmla="*/ 8599 w 8600"/>
              <a:gd name="connsiteY5" fmla="*/ 6800 h 10128"/>
              <a:gd name="connsiteX6" fmla="*/ 6995 w 8600"/>
              <a:gd name="connsiteY6" fmla="*/ 9325 h 10128"/>
              <a:gd name="connsiteX7" fmla="*/ 5307 w 8600"/>
              <a:gd name="connsiteY7" fmla="*/ 8846 h 10128"/>
              <a:gd name="connsiteX8" fmla="*/ 4371 w 8600"/>
              <a:gd name="connsiteY8" fmla="*/ 9915 h 10128"/>
              <a:gd name="connsiteX9" fmla="*/ 3140 w 8600"/>
              <a:gd name="connsiteY9" fmla="*/ 10022 h 10128"/>
              <a:gd name="connsiteX10" fmla="*/ 2179 w 8600"/>
              <a:gd name="connsiteY10" fmla="*/ 7898 h 10128"/>
              <a:gd name="connsiteX11" fmla="*/ 1187 w 8600"/>
              <a:gd name="connsiteY11" fmla="*/ 7498 h 10128"/>
              <a:gd name="connsiteX12" fmla="*/ 4 w 8600"/>
              <a:gd name="connsiteY12" fmla="*/ 4042 h 10128"/>
              <a:gd name="connsiteX0" fmla="*/ 4 w 9326"/>
              <a:gd name="connsiteY0" fmla="*/ 3988 h 9997"/>
              <a:gd name="connsiteX1" fmla="*/ 830 w 9326"/>
              <a:gd name="connsiteY1" fmla="*/ 1575 h 9997"/>
              <a:gd name="connsiteX2" fmla="*/ 3639 w 9326"/>
              <a:gd name="connsiteY2" fmla="*/ 993 h 9997"/>
              <a:gd name="connsiteX3" fmla="*/ 5807 w 9326"/>
              <a:gd name="connsiteY3" fmla="*/ 0 h 9997"/>
              <a:gd name="connsiteX4" fmla="*/ 7813 w 9326"/>
              <a:gd name="connsiteY4" fmla="*/ 996 h 9997"/>
              <a:gd name="connsiteX5" fmla="*/ 9324 w 9326"/>
              <a:gd name="connsiteY5" fmla="*/ 5746 h 9997"/>
              <a:gd name="connsiteX6" fmla="*/ 8133 w 9326"/>
              <a:gd name="connsiteY6" fmla="*/ 9204 h 9997"/>
              <a:gd name="connsiteX7" fmla="*/ 6170 w 9326"/>
              <a:gd name="connsiteY7" fmla="*/ 8731 h 9997"/>
              <a:gd name="connsiteX8" fmla="*/ 5082 w 9326"/>
              <a:gd name="connsiteY8" fmla="*/ 9787 h 9997"/>
              <a:gd name="connsiteX9" fmla="*/ 3650 w 9326"/>
              <a:gd name="connsiteY9" fmla="*/ 9892 h 9997"/>
              <a:gd name="connsiteX10" fmla="*/ 2533 w 9326"/>
              <a:gd name="connsiteY10" fmla="*/ 7795 h 9997"/>
              <a:gd name="connsiteX11" fmla="*/ 1379 w 9326"/>
              <a:gd name="connsiteY11" fmla="*/ 7400 h 9997"/>
              <a:gd name="connsiteX12" fmla="*/ 4 w 9326"/>
              <a:gd name="connsiteY12" fmla="*/ 3988 h 9997"/>
              <a:gd name="connsiteX0" fmla="*/ 4 w 10001"/>
              <a:gd name="connsiteY0" fmla="*/ 3989 h 10041"/>
              <a:gd name="connsiteX1" fmla="*/ 890 w 10001"/>
              <a:gd name="connsiteY1" fmla="*/ 1575 h 10041"/>
              <a:gd name="connsiteX2" fmla="*/ 3902 w 10001"/>
              <a:gd name="connsiteY2" fmla="*/ 993 h 10041"/>
              <a:gd name="connsiteX3" fmla="*/ 6227 w 10001"/>
              <a:gd name="connsiteY3" fmla="*/ 0 h 10041"/>
              <a:gd name="connsiteX4" fmla="*/ 8378 w 10001"/>
              <a:gd name="connsiteY4" fmla="*/ 996 h 10041"/>
              <a:gd name="connsiteX5" fmla="*/ 9998 w 10001"/>
              <a:gd name="connsiteY5" fmla="*/ 5748 h 10041"/>
              <a:gd name="connsiteX6" fmla="*/ 8721 w 10001"/>
              <a:gd name="connsiteY6" fmla="*/ 9207 h 10041"/>
              <a:gd name="connsiteX7" fmla="*/ 5449 w 10001"/>
              <a:gd name="connsiteY7" fmla="*/ 9790 h 10041"/>
              <a:gd name="connsiteX8" fmla="*/ 3914 w 10001"/>
              <a:gd name="connsiteY8" fmla="*/ 9895 h 10041"/>
              <a:gd name="connsiteX9" fmla="*/ 2716 w 10001"/>
              <a:gd name="connsiteY9" fmla="*/ 7797 h 10041"/>
              <a:gd name="connsiteX10" fmla="*/ 1479 w 10001"/>
              <a:gd name="connsiteY10" fmla="*/ 7402 h 10041"/>
              <a:gd name="connsiteX11" fmla="*/ 4 w 10001"/>
              <a:gd name="connsiteY11" fmla="*/ 3989 h 10041"/>
              <a:gd name="connsiteX0" fmla="*/ 4 w 10001"/>
              <a:gd name="connsiteY0" fmla="*/ 3989 h 14825"/>
              <a:gd name="connsiteX1" fmla="*/ 890 w 10001"/>
              <a:gd name="connsiteY1" fmla="*/ 1575 h 14825"/>
              <a:gd name="connsiteX2" fmla="*/ 3902 w 10001"/>
              <a:gd name="connsiteY2" fmla="*/ 993 h 14825"/>
              <a:gd name="connsiteX3" fmla="*/ 6227 w 10001"/>
              <a:gd name="connsiteY3" fmla="*/ 0 h 14825"/>
              <a:gd name="connsiteX4" fmla="*/ 8378 w 10001"/>
              <a:gd name="connsiteY4" fmla="*/ 996 h 14825"/>
              <a:gd name="connsiteX5" fmla="*/ 9998 w 10001"/>
              <a:gd name="connsiteY5" fmla="*/ 5748 h 14825"/>
              <a:gd name="connsiteX6" fmla="*/ 8721 w 10001"/>
              <a:gd name="connsiteY6" fmla="*/ 9207 h 14825"/>
              <a:gd name="connsiteX7" fmla="*/ 6011 w 10001"/>
              <a:gd name="connsiteY7" fmla="*/ 14823 h 14825"/>
              <a:gd name="connsiteX8" fmla="*/ 3914 w 10001"/>
              <a:gd name="connsiteY8" fmla="*/ 9895 h 14825"/>
              <a:gd name="connsiteX9" fmla="*/ 2716 w 10001"/>
              <a:gd name="connsiteY9" fmla="*/ 7797 h 14825"/>
              <a:gd name="connsiteX10" fmla="*/ 1479 w 10001"/>
              <a:gd name="connsiteY10" fmla="*/ 7402 h 14825"/>
              <a:gd name="connsiteX11" fmla="*/ 4 w 10001"/>
              <a:gd name="connsiteY11" fmla="*/ 3989 h 14825"/>
              <a:gd name="connsiteX0" fmla="*/ 4 w 10001"/>
              <a:gd name="connsiteY0" fmla="*/ 7436 h 18272"/>
              <a:gd name="connsiteX1" fmla="*/ 890 w 10001"/>
              <a:gd name="connsiteY1" fmla="*/ 5022 h 18272"/>
              <a:gd name="connsiteX2" fmla="*/ 3902 w 10001"/>
              <a:gd name="connsiteY2" fmla="*/ 4440 h 18272"/>
              <a:gd name="connsiteX3" fmla="*/ 6026 w 10001"/>
              <a:gd name="connsiteY3" fmla="*/ 0 h 18272"/>
              <a:gd name="connsiteX4" fmla="*/ 8378 w 10001"/>
              <a:gd name="connsiteY4" fmla="*/ 4443 h 18272"/>
              <a:gd name="connsiteX5" fmla="*/ 9998 w 10001"/>
              <a:gd name="connsiteY5" fmla="*/ 9195 h 18272"/>
              <a:gd name="connsiteX6" fmla="*/ 8721 w 10001"/>
              <a:gd name="connsiteY6" fmla="*/ 12654 h 18272"/>
              <a:gd name="connsiteX7" fmla="*/ 6011 w 10001"/>
              <a:gd name="connsiteY7" fmla="*/ 18270 h 18272"/>
              <a:gd name="connsiteX8" fmla="*/ 3914 w 10001"/>
              <a:gd name="connsiteY8" fmla="*/ 13342 h 18272"/>
              <a:gd name="connsiteX9" fmla="*/ 2716 w 10001"/>
              <a:gd name="connsiteY9" fmla="*/ 11244 h 18272"/>
              <a:gd name="connsiteX10" fmla="*/ 1479 w 10001"/>
              <a:gd name="connsiteY10" fmla="*/ 10849 h 18272"/>
              <a:gd name="connsiteX11" fmla="*/ 4 w 10001"/>
              <a:gd name="connsiteY11" fmla="*/ 7436 h 18272"/>
              <a:gd name="connsiteX0" fmla="*/ 1 w 9998"/>
              <a:gd name="connsiteY0" fmla="*/ 7436 h 18272"/>
              <a:gd name="connsiteX1" fmla="*/ 3899 w 9998"/>
              <a:gd name="connsiteY1" fmla="*/ 4440 h 18272"/>
              <a:gd name="connsiteX2" fmla="*/ 6023 w 9998"/>
              <a:gd name="connsiteY2" fmla="*/ 0 h 18272"/>
              <a:gd name="connsiteX3" fmla="*/ 8375 w 9998"/>
              <a:gd name="connsiteY3" fmla="*/ 4443 h 18272"/>
              <a:gd name="connsiteX4" fmla="*/ 9995 w 9998"/>
              <a:gd name="connsiteY4" fmla="*/ 9195 h 18272"/>
              <a:gd name="connsiteX5" fmla="*/ 8718 w 9998"/>
              <a:gd name="connsiteY5" fmla="*/ 12654 h 18272"/>
              <a:gd name="connsiteX6" fmla="*/ 6008 w 9998"/>
              <a:gd name="connsiteY6" fmla="*/ 18270 h 18272"/>
              <a:gd name="connsiteX7" fmla="*/ 3911 w 9998"/>
              <a:gd name="connsiteY7" fmla="*/ 13342 h 18272"/>
              <a:gd name="connsiteX8" fmla="*/ 2713 w 9998"/>
              <a:gd name="connsiteY8" fmla="*/ 11244 h 18272"/>
              <a:gd name="connsiteX9" fmla="*/ 1476 w 9998"/>
              <a:gd name="connsiteY9" fmla="*/ 10849 h 18272"/>
              <a:gd name="connsiteX10" fmla="*/ 1 w 9998"/>
              <a:gd name="connsiteY10" fmla="*/ 7436 h 18272"/>
              <a:gd name="connsiteX0" fmla="*/ 35 w 8559"/>
              <a:gd name="connsiteY0" fmla="*/ 5938 h 10000"/>
              <a:gd name="connsiteX1" fmla="*/ 2459 w 8559"/>
              <a:gd name="connsiteY1" fmla="*/ 2430 h 10000"/>
              <a:gd name="connsiteX2" fmla="*/ 4583 w 8559"/>
              <a:gd name="connsiteY2" fmla="*/ 0 h 10000"/>
              <a:gd name="connsiteX3" fmla="*/ 6936 w 8559"/>
              <a:gd name="connsiteY3" fmla="*/ 2432 h 10000"/>
              <a:gd name="connsiteX4" fmla="*/ 8556 w 8559"/>
              <a:gd name="connsiteY4" fmla="*/ 5032 h 10000"/>
              <a:gd name="connsiteX5" fmla="*/ 7279 w 8559"/>
              <a:gd name="connsiteY5" fmla="*/ 6925 h 10000"/>
              <a:gd name="connsiteX6" fmla="*/ 4568 w 8559"/>
              <a:gd name="connsiteY6" fmla="*/ 9999 h 10000"/>
              <a:gd name="connsiteX7" fmla="*/ 2471 w 8559"/>
              <a:gd name="connsiteY7" fmla="*/ 7302 h 10000"/>
              <a:gd name="connsiteX8" fmla="*/ 1273 w 8559"/>
              <a:gd name="connsiteY8" fmla="*/ 6154 h 10000"/>
              <a:gd name="connsiteX9" fmla="*/ 35 w 8559"/>
              <a:gd name="connsiteY9" fmla="*/ 5938 h 10000"/>
              <a:gd name="connsiteX0" fmla="*/ 49 w 9820"/>
              <a:gd name="connsiteY0" fmla="*/ 4655 h 10000"/>
              <a:gd name="connsiteX1" fmla="*/ 2693 w 9820"/>
              <a:gd name="connsiteY1" fmla="*/ 2430 h 10000"/>
              <a:gd name="connsiteX2" fmla="*/ 5175 w 9820"/>
              <a:gd name="connsiteY2" fmla="*/ 0 h 10000"/>
              <a:gd name="connsiteX3" fmla="*/ 7924 w 9820"/>
              <a:gd name="connsiteY3" fmla="*/ 2432 h 10000"/>
              <a:gd name="connsiteX4" fmla="*/ 9816 w 9820"/>
              <a:gd name="connsiteY4" fmla="*/ 5032 h 10000"/>
              <a:gd name="connsiteX5" fmla="*/ 8324 w 9820"/>
              <a:gd name="connsiteY5" fmla="*/ 6925 h 10000"/>
              <a:gd name="connsiteX6" fmla="*/ 5157 w 9820"/>
              <a:gd name="connsiteY6" fmla="*/ 9999 h 10000"/>
              <a:gd name="connsiteX7" fmla="*/ 2707 w 9820"/>
              <a:gd name="connsiteY7" fmla="*/ 7302 h 10000"/>
              <a:gd name="connsiteX8" fmla="*/ 1307 w 9820"/>
              <a:gd name="connsiteY8" fmla="*/ 6154 h 10000"/>
              <a:gd name="connsiteX9" fmla="*/ 49 w 9820"/>
              <a:gd name="connsiteY9" fmla="*/ 4655 h 10000"/>
              <a:gd name="connsiteX0" fmla="*/ 45 w 9995"/>
              <a:gd name="connsiteY0" fmla="*/ 4655 h 10000"/>
              <a:gd name="connsiteX1" fmla="*/ 2737 w 9995"/>
              <a:gd name="connsiteY1" fmla="*/ 2430 h 10000"/>
              <a:gd name="connsiteX2" fmla="*/ 5265 w 9995"/>
              <a:gd name="connsiteY2" fmla="*/ 0 h 10000"/>
              <a:gd name="connsiteX3" fmla="*/ 8064 w 9995"/>
              <a:gd name="connsiteY3" fmla="*/ 2432 h 10000"/>
              <a:gd name="connsiteX4" fmla="*/ 9991 w 9995"/>
              <a:gd name="connsiteY4" fmla="*/ 5032 h 10000"/>
              <a:gd name="connsiteX5" fmla="*/ 8472 w 9995"/>
              <a:gd name="connsiteY5" fmla="*/ 6925 h 10000"/>
              <a:gd name="connsiteX6" fmla="*/ 5247 w 9995"/>
              <a:gd name="connsiteY6" fmla="*/ 9999 h 10000"/>
              <a:gd name="connsiteX7" fmla="*/ 2752 w 9995"/>
              <a:gd name="connsiteY7" fmla="*/ 7302 h 10000"/>
              <a:gd name="connsiteX8" fmla="*/ 1374 w 9995"/>
              <a:gd name="connsiteY8" fmla="*/ 6984 h 10000"/>
              <a:gd name="connsiteX9" fmla="*/ 45 w 9995"/>
              <a:gd name="connsiteY9" fmla="*/ 4655 h 10000"/>
              <a:gd name="connsiteX0" fmla="*/ 45 w 10000"/>
              <a:gd name="connsiteY0" fmla="*/ 5032 h 10377"/>
              <a:gd name="connsiteX1" fmla="*/ 2738 w 10000"/>
              <a:gd name="connsiteY1" fmla="*/ 2807 h 10377"/>
              <a:gd name="connsiteX2" fmla="*/ 4886 w 10000"/>
              <a:gd name="connsiteY2" fmla="*/ 0 h 10377"/>
              <a:gd name="connsiteX3" fmla="*/ 8068 w 10000"/>
              <a:gd name="connsiteY3" fmla="*/ 2809 h 10377"/>
              <a:gd name="connsiteX4" fmla="*/ 9996 w 10000"/>
              <a:gd name="connsiteY4" fmla="*/ 5409 h 10377"/>
              <a:gd name="connsiteX5" fmla="*/ 8476 w 10000"/>
              <a:gd name="connsiteY5" fmla="*/ 7302 h 10377"/>
              <a:gd name="connsiteX6" fmla="*/ 5250 w 10000"/>
              <a:gd name="connsiteY6" fmla="*/ 10376 h 10377"/>
              <a:gd name="connsiteX7" fmla="*/ 2753 w 10000"/>
              <a:gd name="connsiteY7" fmla="*/ 7679 h 10377"/>
              <a:gd name="connsiteX8" fmla="*/ 1375 w 10000"/>
              <a:gd name="connsiteY8" fmla="*/ 7361 h 10377"/>
              <a:gd name="connsiteX9" fmla="*/ 45 w 10000"/>
              <a:gd name="connsiteY9" fmla="*/ 5032 h 10377"/>
              <a:gd name="connsiteX0" fmla="*/ 45 w 10000"/>
              <a:gd name="connsiteY0" fmla="*/ 5036 h 10381"/>
              <a:gd name="connsiteX1" fmla="*/ 2738 w 10000"/>
              <a:gd name="connsiteY1" fmla="*/ 2811 h 10381"/>
              <a:gd name="connsiteX2" fmla="*/ 4886 w 10000"/>
              <a:gd name="connsiteY2" fmla="*/ 4 h 10381"/>
              <a:gd name="connsiteX3" fmla="*/ 8068 w 10000"/>
              <a:gd name="connsiteY3" fmla="*/ 2813 h 10381"/>
              <a:gd name="connsiteX4" fmla="*/ 9996 w 10000"/>
              <a:gd name="connsiteY4" fmla="*/ 5413 h 10381"/>
              <a:gd name="connsiteX5" fmla="*/ 8476 w 10000"/>
              <a:gd name="connsiteY5" fmla="*/ 7306 h 10381"/>
              <a:gd name="connsiteX6" fmla="*/ 5250 w 10000"/>
              <a:gd name="connsiteY6" fmla="*/ 10380 h 10381"/>
              <a:gd name="connsiteX7" fmla="*/ 2753 w 10000"/>
              <a:gd name="connsiteY7" fmla="*/ 7683 h 10381"/>
              <a:gd name="connsiteX8" fmla="*/ 1375 w 10000"/>
              <a:gd name="connsiteY8" fmla="*/ 7365 h 10381"/>
              <a:gd name="connsiteX9" fmla="*/ 45 w 10000"/>
              <a:gd name="connsiteY9" fmla="*/ 5036 h 10381"/>
              <a:gd name="connsiteX0" fmla="*/ 45 w 10000"/>
              <a:gd name="connsiteY0" fmla="*/ 5036 h 10796"/>
              <a:gd name="connsiteX1" fmla="*/ 2738 w 10000"/>
              <a:gd name="connsiteY1" fmla="*/ 2811 h 10796"/>
              <a:gd name="connsiteX2" fmla="*/ 4886 w 10000"/>
              <a:gd name="connsiteY2" fmla="*/ 4 h 10796"/>
              <a:gd name="connsiteX3" fmla="*/ 8068 w 10000"/>
              <a:gd name="connsiteY3" fmla="*/ 2813 h 10796"/>
              <a:gd name="connsiteX4" fmla="*/ 9996 w 10000"/>
              <a:gd name="connsiteY4" fmla="*/ 5413 h 10796"/>
              <a:gd name="connsiteX5" fmla="*/ 8476 w 10000"/>
              <a:gd name="connsiteY5" fmla="*/ 7306 h 10796"/>
              <a:gd name="connsiteX6" fmla="*/ 5202 w 10000"/>
              <a:gd name="connsiteY6" fmla="*/ 10795 h 10796"/>
              <a:gd name="connsiteX7" fmla="*/ 2753 w 10000"/>
              <a:gd name="connsiteY7" fmla="*/ 7683 h 10796"/>
              <a:gd name="connsiteX8" fmla="*/ 1375 w 10000"/>
              <a:gd name="connsiteY8" fmla="*/ 7365 h 10796"/>
              <a:gd name="connsiteX9" fmla="*/ 45 w 10000"/>
              <a:gd name="connsiteY9" fmla="*/ 5036 h 10796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0" h="10795">
                <a:moveTo>
                  <a:pt x="45" y="5036"/>
                </a:moveTo>
                <a:cubicBezTo>
                  <a:pt x="272" y="4277"/>
                  <a:pt x="1931" y="3650"/>
                  <a:pt x="2738" y="2811"/>
                </a:cubicBezTo>
                <a:cubicBezTo>
                  <a:pt x="3545" y="1972"/>
                  <a:pt x="3352" y="117"/>
                  <a:pt x="4886" y="4"/>
                </a:cubicBezTo>
                <a:cubicBezTo>
                  <a:pt x="6420" y="-109"/>
                  <a:pt x="7216" y="1912"/>
                  <a:pt x="8068" y="2813"/>
                </a:cubicBezTo>
                <a:cubicBezTo>
                  <a:pt x="8920" y="3715"/>
                  <a:pt x="9928" y="3420"/>
                  <a:pt x="9996" y="5413"/>
                </a:cubicBezTo>
                <a:cubicBezTo>
                  <a:pt x="10064" y="7406"/>
                  <a:pt x="9275" y="6409"/>
                  <a:pt x="8476" y="7306"/>
                </a:cubicBezTo>
                <a:cubicBezTo>
                  <a:pt x="7677" y="8203"/>
                  <a:pt x="7086" y="10770"/>
                  <a:pt x="5202" y="10795"/>
                </a:cubicBezTo>
                <a:cubicBezTo>
                  <a:pt x="3318" y="10820"/>
                  <a:pt x="3391" y="8255"/>
                  <a:pt x="2753" y="7683"/>
                </a:cubicBezTo>
                <a:cubicBezTo>
                  <a:pt x="2115" y="7111"/>
                  <a:pt x="2326" y="7496"/>
                  <a:pt x="1375" y="7365"/>
                </a:cubicBezTo>
                <a:cubicBezTo>
                  <a:pt x="493" y="6773"/>
                  <a:pt x="-182" y="5795"/>
                  <a:pt x="45" y="503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84E8F334-061F-9E43-BAF2-AC286EEB6329}"/>
              </a:ext>
            </a:extLst>
          </p:cNvPr>
          <p:cNvGrpSpPr/>
          <p:nvPr/>
        </p:nvGrpSpPr>
        <p:grpSpPr>
          <a:xfrm>
            <a:off x="3388105" y="2581018"/>
            <a:ext cx="565150" cy="369332"/>
            <a:chOff x="1736090" y="2873352"/>
            <a:chExt cx="565150" cy="369332"/>
          </a:xfrm>
        </p:grpSpPr>
        <p:grpSp>
          <p:nvGrpSpPr>
            <p:cNvPr id="240" name="Group 327">
              <a:extLst>
                <a:ext uri="{FF2B5EF4-FFF2-40B4-BE49-F238E27FC236}">
                  <a16:creationId xmlns:a16="http://schemas.microsoft.com/office/drawing/2014/main" id="{93FC79D2-DD2D-E34C-8415-9E3E2DC002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244" name="Oval 243">
                <a:extLst>
                  <a:ext uri="{FF2B5EF4-FFF2-40B4-BE49-F238E27FC236}">
                    <a16:creationId xmlns:a16="http://schemas.microsoft.com/office/drawing/2014/main" id="{16F1AA8D-82D0-314D-9BE0-9BA73CF857B9}"/>
                  </a:ext>
                </a:extLst>
              </p:cNvPr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BD35A700-DEB8-644D-8AD9-1C065D9EB230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46" name="Oval 245">
                <a:extLst>
                  <a:ext uri="{FF2B5EF4-FFF2-40B4-BE49-F238E27FC236}">
                    <a16:creationId xmlns:a16="http://schemas.microsoft.com/office/drawing/2014/main" id="{5B7106A5-93FE-A74F-B8FB-DB87791D0D92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47" name="Freeform 246">
                <a:extLst>
                  <a:ext uri="{FF2B5EF4-FFF2-40B4-BE49-F238E27FC236}">
                    <a16:creationId xmlns:a16="http://schemas.microsoft.com/office/drawing/2014/main" id="{6B4D07BA-3EC9-E541-832A-997C26BA21A9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7C017251-775B-654E-A27E-763EAB2CBD63}"/>
                  </a:ext>
                </a:extLst>
              </p:cNvPr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49" name="Freeform 248">
                <a:extLst>
                  <a:ext uri="{FF2B5EF4-FFF2-40B4-BE49-F238E27FC236}">
                    <a16:creationId xmlns:a16="http://schemas.microsoft.com/office/drawing/2014/main" id="{8E247EA4-DC1C-9544-94D1-D7C7658A11E2}"/>
                  </a:ext>
                </a:extLst>
              </p:cNvPr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50" name="Freeform 249">
                <a:extLst>
                  <a:ext uri="{FF2B5EF4-FFF2-40B4-BE49-F238E27FC236}">
                    <a16:creationId xmlns:a16="http://schemas.microsoft.com/office/drawing/2014/main" id="{61CAE6F0-378A-D24F-BDE7-F1CABCFEBC15}"/>
                  </a:ext>
                </a:extLst>
              </p:cNvPr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251" name="Straight Connector 250">
                <a:extLst>
                  <a:ext uri="{FF2B5EF4-FFF2-40B4-BE49-F238E27FC236}">
                    <a16:creationId xmlns:a16="http://schemas.microsoft.com/office/drawing/2014/main" id="{A7F3C912-5EFD-3B49-8AE7-F529995CF1AA}"/>
                  </a:ext>
                </a:extLst>
              </p:cNvPr>
              <p:cNvCxnSpPr>
                <a:endCxn id="246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4D8DCF2E-50C0-C64A-BAA8-79976293E89B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241" name="Group 240">
              <a:extLst>
                <a:ext uri="{FF2B5EF4-FFF2-40B4-BE49-F238E27FC236}">
                  <a16:creationId xmlns:a16="http://schemas.microsoft.com/office/drawing/2014/main" id="{A72FDF06-6129-7C43-8EC9-73C471E8112F}"/>
                </a:ext>
              </a:extLst>
            </p:cNvPr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242" name="Oval 241">
                <a:extLst>
                  <a:ext uri="{FF2B5EF4-FFF2-40B4-BE49-F238E27FC236}">
                    <a16:creationId xmlns:a16="http://schemas.microsoft.com/office/drawing/2014/main" id="{FA43E18E-D417-7C47-A619-0FE28A8B8CA5}"/>
                  </a:ext>
                </a:extLst>
              </p:cNvPr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B259DBDB-9956-014D-BBEF-73C087E5D3EA}"/>
                  </a:ext>
                </a:extLst>
              </p:cNvPr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1b</a:t>
                </a:r>
              </a:p>
            </p:txBody>
          </p:sp>
        </p:grp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6166AD02-34F1-B148-A138-397DD22CD78F}"/>
              </a:ext>
            </a:extLst>
          </p:cNvPr>
          <p:cNvGrpSpPr/>
          <p:nvPr/>
        </p:nvGrpSpPr>
        <p:grpSpPr>
          <a:xfrm>
            <a:off x="3392335" y="3802335"/>
            <a:ext cx="565150" cy="369332"/>
            <a:chOff x="1736090" y="2873352"/>
            <a:chExt cx="565150" cy="369332"/>
          </a:xfrm>
        </p:grpSpPr>
        <p:grpSp>
          <p:nvGrpSpPr>
            <p:cNvPr id="254" name="Group 327">
              <a:extLst>
                <a:ext uri="{FF2B5EF4-FFF2-40B4-BE49-F238E27FC236}">
                  <a16:creationId xmlns:a16="http://schemas.microsoft.com/office/drawing/2014/main" id="{8CFD5D5D-5745-B343-818F-3AEB956B36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9840765D-6736-E446-9A64-3094AD38532D}"/>
                  </a:ext>
                </a:extLst>
              </p:cNvPr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4BCA8C87-7C5D-8241-BB8F-A45BFAB0EED4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B6A1E53C-F998-5B4D-8DCB-D4E24DE265DB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61" name="Freeform 260">
                <a:extLst>
                  <a:ext uri="{FF2B5EF4-FFF2-40B4-BE49-F238E27FC236}">
                    <a16:creationId xmlns:a16="http://schemas.microsoft.com/office/drawing/2014/main" id="{2998E975-0604-8C42-A200-728EA983665C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62" name="Freeform 261">
                <a:extLst>
                  <a:ext uri="{FF2B5EF4-FFF2-40B4-BE49-F238E27FC236}">
                    <a16:creationId xmlns:a16="http://schemas.microsoft.com/office/drawing/2014/main" id="{DFC293FD-3B98-BD4F-9733-B4FB7C827FE3}"/>
                  </a:ext>
                </a:extLst>
              </p:cNvPr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63" name="Freeform 262">
                <a:extLst>
                  <a:ext uri="{FF2B5EF4-FFF2-40B4-BE49-F238E27FC236}">
                    <a16:creationId xmlns:a16="http://schemas.microsoft.com/office/drawing/2014/main" id="{7A168C22-3807-CE4C-9748-1B354756005B}"/>
                  </a:ext>
                </a:extLst>
              </p:cNvPr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64" name="Freeform 263">
                <a:extLst>
                  <a:ext uri="{FF2B5EF4-FFF2-40B4-BE49-F238E27FC236}">
                    <a16:creationId xmlns:a16="http://schemas.microsoft.com/office/drawing/2014/main" id="{EF01B9E1-D216-D44B-81F6-070E87424094}"/>
                  </a:ext>
                </a:extLst>
              </p:cNvPr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265" name="Straight Connector 264">
                <a:extLst>
                  <a:ext uri="{FF2B5EF4-FFF2-40B4-BE49-F238E27FC236}">
                    <a16:creationId xmlns:a16="http://schemas.microsoft.com/office/drawing/2014/main" id="{F40C2A8D-42D6-4E4D-85DC-B94005EAD767}"/>
                  </a:ext>
                </a:extLst>
              </p:cNvPr>
              <p:cNvCxnSpPr>
                <a:endCxn id="260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CEE29525-3F05-5143-BA40-8FD0BF735A14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ED4DE898-8564-DA43-BD75-4B87C9CBDD9E}"/>
                </a:ext>
              </a:extLst>
            </p:cNvPr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B861A1B7-9AA2-9C43-AFFD-C0A65E2CDAD4}"/>
                  </a:ext>
                </a:extLst>
              </p:cNvPr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F27B8A03-F580-154B-B245-74825ED2BC00}"/>
                  </a:ext>
                </a:extLst>
              </p:cNvPr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1d</a:t>
                </a:r>
              </a:p>
            </p:txBody>
          </p:sp>
        </p:grpSp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34866405-F2B6-1D42-8D10-E50F20EF8896}"/>
              </a:ext>
            </a:extLst>
          </p:cNvPr>
          <p:cNvGrpSpPr/>
          <p:nvPr/>
        </p:nvGrpSpPr>
        <p:grpSpPr>
          <a:xfrm>
            <a:off x="4253821" y="3192738"/>
            <a:ext cx="565150" cy="369332"/>
            <a:chOff x="1736090" y="2873352"/>
            <a:chExt cx="565150" cy="369332"/>
          </a:xfrm>
        </p:grpSpPr>
        <p:grpSp>
          <p:nvGrpSpPr>
            <p:cNvPr id="268" name="Group 327">
              <a:extLst>
                <a:ext uri="{FF2B5EF4-FFF2-40B4-BE49-F238E27FC236}">
                  <a16:creationId xmlns:a16="http://schemas.microsoft.com/office/drawing/2014/main" id="{A31F12A7-EE0E-B549-8A05-181A950014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272" name="Oval 271">
                <a:extLst>
                  <a:ext uri="{FF2B5EF4-FFF2-40B4-BE49-F238E27FC236}">
                    <a16:creationId xmlns:a16="http://schemas.microsoft.com/office/drawing/2014/main" id="{E6DFCCF5-2F3D-224B-B0E8-1322569E2D54}"/>
                  </a:ext>
                </a:extLst>
              </p:cNvPr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14887270-5868-8E42-B43F-A826CB88020A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74" name="Oval 273">
                <a:extLst>
                  <a:ext uri="{FF2B5EF4-FFF2-40B4-BE49-F238E27FC236}">
                    <a16:creationId xmlns:a16="http://schemas.microsoft.com/office/drawing/2014/main" id="{B0F0199B-ABF8-EA49-BC9C-72CE6D02D2D8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75" name="Freeform 274">
                <a:extLst>
                  <a:ext uri="{FF2B5EF4-FFF2-40B4-BE49-F238E27FC236}">
                    <a16:creationId xmlns:a16="http://schemas.microsoft.com/office/drawing/2014/main" id="{847C07A8-BA61-2C48-B6F5-C5159ED44C47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76" name="Freeform 275">
                <a:extLst>
                  <a:ext uri="{FF2B5EF4-FFF2-40B4-BE49-F238E27FC236}">
                    <a16:creationId xmlns:a16="http://schemas.microsoft.com/office/drawing/2014/main" id="{DA791831-0549-E449-AE4D-449917B94207}"/>
                  </a:ext>
                </a:extLst>
              </p:cNvPr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77" name="Freeform 276">
                <a:extLst>
                  <a:ext uri="{FF2B5EF4-FFF2-40B4-BE49-F238E27FC236}">
                    <a16:creationId xmlns:a16="http://schemas.microsoft.com/office/drawing/2014/main" id="{97A7453C-19D6-9D4B-9FC6-A5934AC05B43}"/>
                  </a:ext>
                </a:extLst>
              </p:cNvPr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78" name="Freeform 277">
                <a:extLst>
                  <a:ext uri="{FF2B5EF4-FFF2-40B4-BE49-F238E27FC236}">
                    <a16:creationId xmlns:a16="http://schemas.microsoft.com/office/drawing/2014/main" id="{53D4C27F-4176-8049-9B48-C3F5E88281C8}"/>
                  </a:ext>
                </a:extLst>
              </p:cNvPr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279" name="Straight Connector 278">
                <a:extLst>
                  <a:ext uri="{FF2B5EF4-FFF2-40B4-BE49-F238E27FC236}">
                    <a16:creationId xmlns:a16="http://schemas.microsoft.com/office/drawing/2014/main" id="{7715A6F6-6CCB-ED46-A743-4286C68C034C}"/>
                  </a:ext>
                </a:extLst>
              </p:cNvPr>
              <p:cNvCxnSpPr>
                <a:endCxn id="274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280" name="Straight Connector 279">
                <a:extLst>
                  <a:ext uri="{FF2B5EF4-FFF2-40B4-BE49-F238E27FC236}">
                    <a16:creationId xmlns:a16="http://schemas.microsoft.com/office/drawing/2014/main" id="{7F35DEAD-7D06-7E45-B28E-1A2A472A313E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D9D91D9C-FD28-F845-B09E-71AA5E9D7D7E}"/>
                </a:ext>
              </a:extLst>
            </p:cNvPr>
            <p:cNvGrpSpPr/>
            <p:nvPr/>
          </p:nvGrpSpPr>
          <p:grpSpPr>
            <a:xfrm>
              <a:off x="1770362" y="2873352"/>
              <a:ext cx="428460" cy="369332"/>
              <a:chOff x="667045" y="1708643"/>
              <a:chExt cx="428460" cy="369332"/>
            </a:xfrm>
          </p:grpSpPr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A9888F85-3B9B-8B4E-ABCD-B313B2D3CACB}"/>
                  </a:ext>
                </a:extLst>
              </p:cNvPr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673E3131-DD41-8240-9E7A-FBA837148CBB}"/>
                  </a:ext>
                </a:extLst>
              </p:cNvPr>
              <p:cNvSpPr txBox="1"/>
              <p:nvPr/>
            </p:nvSpPr>
            <p:spPr>
              <a:xfrm>
                <a:off x="667045" y="1708643"/>
                <a:ext cx="4284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1c</a:t>
                </a:r>
              </a:p>
            </p:txBody>
          </p:sp>
        </p:grpSp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44973892-C260-B347-8746-32A35CC79EDD}"/>
              </a:ext>
            </a:extLst>
          </p:cNvPr>
          <p:cNvGrpSpPr/>
          <p:nvPr/>
        </p:nvGrpSpPr>
        <p:grpSpPr>
          <a:xfrm>
            <a:off x="2485346" y="3186385"/>
            <a:ext cx="565150" cy="369332"/>
            <a:chOff x="1736090" y="2873352"/>
            <a:chExt cx="565150" cy="369332"/>
          </a:xfrm>
        </p:grpSpPr>
        <p:grpSp>
          <p:nvGrpSpPr>
            <p:cNvPr id="282" name="Group 327">
              <a:extLst>
                <a:ext uri="{FF2B5EF4-FFF2-40B4-BE49-F238E27FC236}">
                  <a16:creationId xmlns:a16="http://schemas.microsoft.com/office/drawing/2014/main" id="{AD30559A-3552-E948-B986-C5BF0445F7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B37E7D7B-622D-7248-8B75-49ACEF0097F3}"/>
                  </a:ext>
                </a:extLst>
              </p:cNvPr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66B44901-E93E-E744-A70C-39EE8805A253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995D5367-E811-4746-B432-3667E1C6CE47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89" name="Freeform 288">
                <a:extLst>
                  <a:ext uri="{FF2B5EF4-FFF2-40B4-BE49-F238E27FC236}">
                    <a16:creationId xmlns:a16="http://schemas.microsoft.com/office/drawing/2014/main" id="{E2F5BF33-ADF6-E445-BB5E-0BE6E9146241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90" name="Freeform 289">
                <a:extLst>
                  <a:ext uri="{FF2B5EF4-FFF2-40B4-BE49-F238E27FC236}">
                    <a16:creationId xmlns:a16="http://schemas.microsoft.com/office/drawing/2014/main" id="{A632D7A7-7416-C645-82EA-EB951FD3D9E8}"/>
                  </a:ext>
                </a:extLst>
              </p:cNvPr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91" name="Freeform 290">
                <a:extLst>
                  <a:ext uri="{FF2B5EF4-FFF2-40B4-BE49-F238E27FC236}">
                    <a16:creationId xmlns:a16="http://schemas.microsoft.com/office/drawing/2014/main" id="{513DC94B-28FB-C845-A76C-47551FFBA2CB}"/>
                  </a:ext>
                </a:extLst>
              </p:cNvPr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92" name="Freeform 291">
                <a:extLst>
                  <a:ext uri="{FF2B5EF4-FFF2-40B4-BE49-F238E27FC236}">
                    <a16:creationId xmlns:a16="http://schemas.microsoft.com/office/drawing/2014/main" id="{A095FCEB-B026-6943-8500-B6278392D511}"/>
                  </a:ext>
                </a:extLst>
              </p:cNvPr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BDB27A15-95C3-724D-9520-7EE1A22B0D7C}"/>
                  </a:ext>
                </a:extLst>
              </p:cNvPr>
              <p:cNvCxnSpPr>
                <a:endCxn id="288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96417E75-B7C2-3B47-BC2B-A7AD33243162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CF885392-BCAE-524F-A35F-4907E15760C6}"/>
                </a:ext>
              </a:extLst>
            </p:cNvPr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284" name="Oval 283">
                <a:extLst>
                  <a:ext uri="{FF2B5EF4-FFF2-40B4-BE49-F238E27FC236}">
                    <a16:creationId xmlns:a16="http://schemas.microsoft.com/office/drawing/2014/main" id="{2B157D6D-D524-B54B-9C7B-C21AC16DF87C}"/>
                  </a:ext>
                </a:extLst>
              </p:cNvPr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169AE526-33AF-BC4A-B73D-D35D9EB675FA}"/>
                  </a:ext>
                </a:extLst>
              </p:cNvPr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1a</a:t>
                </a:r>
              </a:p>
            </p:txBody>
          </p:sp>
        </p:grpSp>
      </p:grp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27A57CAE-B0D2-CA4C-8570-FE855F92E068}"/>
              </a:ext>
            </a:extLst>
          </p:cNvPr>
          <p:cNvCxnSpPr>
            <a:stCxn id="243" idx="2"/>
            <a:endCxn id="257" idx="0"/>
          </p:cNvCxnSpPr>
          <p:nvPr/>
        </p:nvCxnSpPr>
        <p:spPr bwMode="auto">
          <a:xfrm>
            <a:off x="3643088" y="2950350"/>
            <a:ext cx="4230" cy="851985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D479AC6F-B057-9E48-A9AA-036CA81945B0}"/>
              </a:ext>
            </a:extLst>
          </p:cNvPr>
          <p:cNvCxnSpPr/>
          <p:nvPr/>
        </p:nvCxnSpPr>
        <p:spPr bwMode="auto">
          <a:xfrm>
            <a:off x="3059492" y="3356287"/>
            <a:ext cx="1204913" cy="6353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BA206EA1-21CD-BC4B-B385-608907D5FA83}"/>
              </a:ext>
            </a:extLst>
          </p:cNvPr>
          <p:cNvCxnSpPr>
            <a:stCxn id="244" idx="7"/>
          </p:cNvCxnSpPr>
          <p:nvPr/>
        </p:nvCxnSpPr>
        <p:spPr bwMode="auto">
          <a:xfrm>
            <a:off x="3870723" y="2862143"/>
            <a:ext cx="480042" cy="369773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6525475A-0A19-B34B-95BE-54EBE38E0C76}"/>
              </a:ext>
            </a:extLst>
          </p:cNvPr>
          <p:cNvCxnSpPr/>
          <p:nvPr/>
        </p:nvCxnSpPr>
        <p:spPr bwMode="auto">
          <a:xfrm>
            <a:off x="2952088" y="3493970"/>
            <a:ext cx="477927" cy="357071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A5B8999E-BFE6-604D-A950-204DE89A323A}"/>
              </a:ext>
            </a:extLst>
          </p:cNvPr>
          <p:cNvCxnSpPr/>
          <p:nvPr/>
        </p:nvCxnSpPr>
        <p:spPr bwMode="auto">
          <a:xfrm flipH="1">
            <a:off x="3848057" y="3491208"/>
            <a:ext cx="508002" cy="349250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75740F6C-5159-C140-B602-34200789C066}"/>
              </a:ext>
            </a:extLst>
          </p:cNvPr>
          <p:cNvCxnSpPr/>
          <p:nvPr/>
        </p:nvCxnSpPr>
        <p:spPr bwMode="auto">
          <a:xfrm flipH="1">
            <a:off x="2939568" y="2874612"/>
            <a:ext cx="508002" cy="349250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5C99B0AA-49FB-1141-B5E4-D7232CDD5304}"/>
              </a:ext>
            </a:extLst>
          </p:cNvPr>
          <p:cNvGrpSpPr/>
          <p:nvPr/>
        </p:nvGrpSpPr>
        <p:grpSpPr>
          <a:xfrm>
            <a:off x="4858786" y="1645599"/>
            <a:ext cx="2712783" cy="1853712"/>
            <a:chOff x="-2170772" y="2784954"/>
            <a:chExt cx="2712783" cy="1853712"/>
          </a:xfrm>
        </p:grpSpPr>
        <p:sp>
          <p:nvSpPr>
            <p:cNvPr id="302" name="Freeform 2">
              <a:extLst>
                <a:ext uri="{FF2B5EF4-FFF2-40B4-BE49-F238E27FC236}">
                  <a16:creationId xmlns:a16="http://schemas.microsoft.com/office/drawing/2014/main" id="{4351A3A5-5128-274F-BA02-64D327683049}"/>
                </a:ext>
              </a:extLst>
            </p:cNvPr>
            <p:cNvSpPr>
              <a:spLocks/>
            </p:cNvSpPr>
            <p:nvPr/>
          </p:nvSpPr>
          <p:spPr bwMode="auto">
            <a:xfrm>
              <a:off x="-2170772" y="2784954"/>
              <a:ext cx="2712783" cy="1853712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connsiteX0" fmla="*/ 4 w 10040"/>
                <a:gd name="connsiteY0" fmla="*/ 4039 h 10125"/>
                <a:gd name="connsiteX1" fmla="*/ 715 w 10040"/>
                <a:gd name="connsiteY1" fmla="*/ 1595 h 10125"/>
                <a:gd name="connsiteX2" fmla="*/ 3130 w 10040"/>
                <a:gd name="connsiteY2" fmla="*/ 1006 h 10125"/>
                <a:gd name="connsiteX3" fmla="*/ 4995 w 10040"/>
                <a:gd name="connsiteY3" fmla="*/ 0 h 10125"/>
                <a:gd name="connsiteX4" fmla="*/ 6720 w 10040"/>
                <a:gd name="connsiteY4" fmla="*/ 1009 h 10125"/>
                <a:gd name="connsiteX5" fmla="*/ 9989 w 10040"/>
                <a:gd name="connsiteY5" fmla="*/ 2989 h 10125"/>
                <a:gd name="connsiteX6" fmla="*/ 8599 w 10040"/>
                <a:gd name="connsiteY6" fmla="*/ 6797 h 10125"/>
                <a:gd name="connsiteX7" fmla="*/ 6995 w 10040"/>
                <a:gd name="connsiteY7" fmla="*/ 9322 h 10125"/>
                <a:gd name="connsiteX8" fmla="*/ 5307 w 10040"/>
                <a:gd name="connsiteY8" fmla="*/ 8843 h 10125"/>
                <a:gd name="connsiteX9" fmla="*/ 4371 w 10040"/>
                <a:gd name="connsiteY9" fmla="*/ 9912 h 10125"/>
                <a:gd name="connsiteX10" fmla="*/ 3140 w 10040"/>
                <a:gd name="connsiteY10" fmla="*/ 10019 h 10125"/>
                <a:gd name="connsiteX11" fmla="*/ 2179 w 10040"/>
                <a:gd name="connsiteY11" fmla="*/ 7895 h 10125"/>
                <a:gd name="connsiteX12" fmla="*/ 1187 w 10040"/>
                <a:gd name="connsiteY12" fmla="*/ 7495 h 10125"/>
                <a:gd name="connsiteX13" fmla="*/ 4 w 10040"/>
                <a:gd name="connsiteY13" fmla="*/ 4039 h 10125"/>
                <a:gd name="connsiteX0" fmla="*/ 4 w 8600"/>
                <a:gd name="connsiteY0" fmla="*/ 4042 h 10128"/>
                <a:gd name="connsiteX1" fmla="*/ 715 w 8600"/>
                <a:gd name="connsiteY1" fmla="*/ 1598 h 10128"/>
                <a:gd name="connsiteX2" fmla="*/ 3130 w 8600"/>
                <a:gd name="connsiteY2" fmla="*/ 1009 h 10128"/>
                <a:gd name="connsiteX3" fmla="*/ 4995 w 8600"/>
                <a:gd name="connsiteY3" fmla="*/ 3 h 10128"/>
                <a:gd name="connsiteX4" fmla="*/ 6720 w 8600"/>
                <a:gd name="connsiteY4" fmla="*/ 1012 h 10128"/>
                <a:gd name="connsiteX5" fmla="*/ 8599 w 8600"/>
                <a:gd name="connsiteY5" fmla="*/ 6800 h 10128"/>
                <a:gd name="connsiteX6" fmla="*/ 6995 w 8600"/>
                <a:gd name="connsiteY6" fmla="*/ 9325 h 10128"/>
                <a:gd name="connsiteX7" fmla="*/ 5307 w 8600"/>
                <a:gd name="connsiteY7" fmla="*/ 8846 h 10128"/>
                <a:gd name="connsiteX8" fmla="*/ 4371 w 8600"/>
                <a:gd name="connsiteY8" fmla="*/ 9915 h 10128"/>
                <a:gd name="connsiteX9" fmla="*/ 3140 w 8600"/>
                <a:gd name="connsiteY9" fmla="*/ 10022 h 10128"/>
                <a:gd name="connsiteX10" fmla="*/ 2179 w 8600"/>
                <a:gd name="connsiteY10" fmla="*/ 7898 h 10128"/>
                <a:gd name="connsiteX11" fmla="*/ 1187 w 8600"/>
                <a:gd name="connsiteY11" fmla="*/ 7498 h 10128"/>
                <a:gd name="connsiteX12" fmla="*/ 4 w 8600"/>
                <a:gd name="connsiteY12" fmla="*/ 4042 h 10128"/>
                <a:gd name="connsiteX0" fmla="*/ 4 w 9326"/>
                <a:gd name="connsiteY0" fmla="*/ 3988 h 9997"/>
                <a:gd name="connsiteX1" fmla="*/ 830 w 9326"/>
                <a:gd name="connsiteY1" fmla="*/ 1575 h 9997"/>
                <a:gd name="connsiteX2" fmla="*/ 3639 w 9326"/>
                <a:gd name="connsiteY2" fmla="*/ 993 h 9997"/>
                <a:gd name="connsiteX3" fmla="*/ 5807 w 9326"/>
                <a:gd name="connsiteY3" fmla="*/ 0 h 9997"/>
                <a:gd name="connsiteX4" fmla="*/ 7813 w 9326"/>
                <a:gd name="connsiteY4" fmla="*/ 996 h 9997"/>
                <a:gd name="connsiteX5" fmla="*/ 9324 w 9326"/>
                <a:gd name="connsiteY5" fmla="*/ 5746 h 9997"/>
                <a:gd name="connsiteX6" fmla="*/ 8133 w 9326"/>
                <a:gd name="connsiteY6" fmla="*/ 9204 h 9997"/>
                <a:gd name="connsiteX7" fmla="*/ 6170 w 9326"/>
                <a:gd name="connsiteY7" fmla="*/ 8731 h 9997"/>
                <a:gd name="connsiteX8" fmla="*/ 5082 w 9326"/>
                <a:gd name="connsiteY8" fmla="*/ 9787 h 9997"/>
                <a:gd name="connsiteX9" fmla="*/ 3650 w 9326"/>
                <a:gd name="connsiteY9" fmla="*/ 9892 h 9997"/>
                <a:gd name="connsiteX10" fmla="*/ 2533 w 9326"/>
                <a:gd name="connsiteY10" fmla="*/ 7795 h 9997"/>
                <a:gd name="connsiteX11" fmla="*/ 1379 w 9326"/>
                <a:gd name="connsiteY11" fmla="*/ 7400 h 9997"/>
                <a:gd name="connsiteX12" fmla="*/ 4 w 9326"/>
                <a:gd name="connsiteY12" fmla="*/ 3988 h 9997"/>
                <a:gd name="connsiteX0" fmla="*/ 4 w 10001"/>
                <a:gd name="connsiteY0" fmla="*/ 3989 h 10041"/>
                <a:gd name="connsiteX1" fmla="*/ 890 w 10001"/>
                <a:gd name="connsiteY1" fmla="*/ 1575 h 10041"/>
                <a:gd name="connsiteX2" fmla="*/ 3902 w 10001"/>
                <a:gd name="connsiteY2" fmla="*/ 993 h 10041"/>
                <a:gd name="connsiteX3" fmla="*/ 6227 w 10001"/>
                <a:gd name="connsiteY3" fmla="*/ 0 h 10041"/>
                <a:gd name="connsiteX4" fmla="*/ 8378 w 10001"/>
                <a:gd name="connsiteY4" fmla="*/ 996 h 10041"/>
                <a:gd name="connsiteX5" fmla="*/ 9998 w 10001"/>
                <a:gd name="connsiteY5" fmla="*/ 5748 h 10041"/>
                <a:gd name="connsiteX6" fmla="*/ 8721 w 10001"/>
                <a:gd name="connsiteY6" fmla="*/ 9207 h 10041"/>
                <a:gd name="connsiteX7" fmla="*/ 5449 w 10001"/>
                <a:gd name="connsiteY7" fmla="*/ 9790 h 10041"/>
                <a:gd name="connsiteX8" fmla="*/ 3914 w 10001"/>
                <a:gd name="connsiteY8" fmla="*/ 9895 h 10041"/>
                <a:gd name="connsiteX9" fmla="*/ 2716 w 10001"/>
                <a:gd name="connsiteY9" fmla="*/ 7797 h 10041"/>
                <a:gd name="connsiteX10" fmla="*/ 1479 w 10001"/>
                <a:gd name="connsiteY10" fmla="*/ 7402 h 10041"/>
                <a:gd name="connsiteX11" fmla="*/ 4 w 10001"/>
                <a:gd name="connsiteY11" fmla="*/ 3989 h 10041"/>
                <a:gd name="connsiteX0" fmla="*/ 4 w 10001"/>
                <a:gd name="connsiteY0" fmla="*/ 3989 h 14825"/>
                <a:gd name="connsiteX1" fmla="*/ 890 w 10001"/>
                <a:gd name="connsiteY1" fmla="*/ 1575 h 14825"/>
                <a:gd name="connsiteX2" fmla="*/ 3902 w 10001"/>
                <a:gd name="connsiteY2" fmla="*/ 993 h 14825"/>
                <a:gd name="connsiteX3" fmla="*/ 6227 w 10001"/>
                <a:gd name="connsiteY3" fmla="*/ 0 h 14825"/>
                <a:gd name="connsiteX4" fmla="*/ 8378 w 10001"/>
                <a:gd name="connsiteY4" fmla="*/ 996 h 14825"/>
                <a:gd name="connsiteX5" fmla="*/ 9998 w 10001"/>
                <a:gd name="connsiteY5" fmla="*/ 5748 h 14825"/>
                <a:gd name="connsiteX6" fmla="*/ 8721 w 10001"/>
                <a:gd name="connsiteY6" fmla="*/ 9207 h 14825"/>
                <a:gd name="connsiteX7" fmla="*/ 6011 w 10001"/>
                <a:gd name="connsiteY7" fmla="*/ 14823 h 14825"/>
                <a:gd name="connsiteX8" fmla="*/ 3914 w 10001"/>
                <a:gd name="connsiteY8" fmla="*/ 9895 h 14825"/>
                <a:gd name="connsiteX9" fmla="*/ 2716 w 10001"/>
                <a:gd name="connsiteY9" fmla="*/ 7797 h 14825"/>
                <a:gd name="connsiteX10" fmla="*/ 1479 w 10001"/>
                <a:gd name="connsiteY10" fmla="*/ 7402 h 14825"/>
                <a:gd name="connsiteX11" fmla="*/ 4 w 10001"/>
                <a:gd name="connsiteY11" fmla="*/ 3989 h 14825"/>
                <a:gd name="connsiteX0" fmla="*/ 4 w 10001"/>
                <a:gd name="connsiteY0" fmla="*/ 7436 h 18272"/>
                <a:gd name="connsiteX1" fmla="*/ 890 w 10001"/>
                <a:gd name="connsiteY1" fmla="*/ 5022 h 18272"/>
                <a:gd name="connsiteX2" fmla="*/ 3902 w 10001"/>
                <a:gd name="connsiteY2" fmla="*/ 4440 h 18272"/>
                <a:gd name="connsiteX3" fmla="*/ 6026 w 10001"/>
                <a:gd name="connsiteY3" fmla="*/ 0 h 18272"/>
                <a:gd name="connsiteX4" fmla="*/ 8378 w 10001"/>
                <a:gd name="connsiteY4" fmla="*/ 4443 h 18272"/>
                <a:gd name="connsiteX5" fmla="*/ 9998 w 10001"/>
                <a:gd name="connsiteY5" fmla="*/ 9195 h 18272"/>
                <a:gd name="connsiteX6" fmla="*/ 8721 w 10001"/>
                <a:gd name="connsiteY6" fmla="*/ 12654 h 18272"/>
                <a:gd name="connsiteX7" fmla="*/ 6011 w 10001"/>
                <a:gd name="connsiteY7" fmla="*/ 18270 h 18272"/>
                <a:gd name="connsiteX8" fmla="*/ 3914 w 10001"/>
                <a:gd name="connsiteY8" fmla="*/ 13342 h 18272"/>
                <a:gd name="connsiteX9" fmla="*/ 2716 w 10001"/>
                <a:gd name="connsiteY9" fmla="*/ 11244 h 18272"/>
                <a:gd name="connsiteX10" fmla="*/ 1479 w 10001"/>
                <a:gd name="connsiteY10" fmla="*/ 10849 h 18272"/>
                <a:gd name="connsiteX11" fmla="*/ 4 w 10001"/>
                <a:gd name="connsiteY11" fmla="*/ 7436 h 18272"/>
                <a:gd name="connsiteX0" fmla="*/ 1 w 9998"/>
                <a:gd name="connsiteY0" fmla="*/ 7436 h 18272"/>
                <a:gd name="connsiteX1" fmla="*/ 3899 w 9998"/>
                <a:gd name="connsiteY1" fmla="*/ 4440 h 18272"/>
                <a:gd name="connsiteX2" fmla="*/ 6023 w 9998"/>
                <a:gd name="connsiteY2" fmla="*/ 0 h 18272"/>
                <a:gd name="connsiteX3" fmla="*/ 8375 w 9998"/>
                <a:gd name="connsiteY3" fmla="*/ 4443 h 18272"/>
                <a:gd name="connsiteX4" fmla="*/ 9995 w 9998"/>
                <a:gd name="connsiteY4" fmla="*/ 9195 h 18272"/>
                <a:gd name="connsiteX5" fmla="*/ 8718 w 9998"/>
                <a:gd name="connsiteY5" fmla="*/ 12654 h 18272"/>
                <a:gd name="connsiteX6" fmla="*/ 6008 w 9998"/>
                <a:gd name="connsiteY6" fmla="*/ 18270 h 18272"/>
                <a:gd name="connsiteX7" fmla="*/ 3911 w 9998"/>
                <a:gd name="connsiteY7" fmla="*/ 13342 h 18272"/>
                <a:gd name="connsiteX8" fmla="*/ 2713 w 9998"/>
                <a:gd name="connsiteY8" fmla="*/ 11244 h 18272"/>
                <a:gd name="connsiteX9" fmla="*/ 1476 w 9998"/>
                <a:gd name="connsiteY9" fmla="*/ 10849 h 18272"/>
                <a:gd name="connsiteX10" fmla="*/ 1 w 9998"/>
                <a:gd name="connsiteY10" fmla="*/ 7436 h 18272"/>
                <a:gd name="connsiteX0" fmla="*/ 35 w 8559"/>
                <a:gd name="connsiteY0" fmla="*/ 5938 h 10000"/>
                <a:gd name="connsiteX1" fmla="*/ 2459 w 8559"/>
                <a:gd name="connsiteY1" fmla="*/ 2430 h 10000"/>
                <a:gd name="connsiteX2" fmla="*/ 4583 w 8559"/>
                <a:gd name="connsiteY2" fmla="*/ 0 h 10000"/>
                <a:gd name="connsiteX3" fmla="*/ 6936 w 8559"/>
                <a:gd name="connsiteY3" fmla="*/ 2432 h 10000"/>
                <a:gd name="connsiteX4" fmla="*/ 8556 w 8559"/>
                <a:gd name="connsiteY4" fmla="*/ 5032 h 10000"/>
                <a:gd name="connsiteX5" fmla="*/ 7279 w 8559"/>
                <a:gd name="connsiteY5" fmla="*/ 6925 h 10000"/>
                <a:gd name="connsiteX6" fmla="*/ 4568 w 8559"/>
                <a:gd name="connsiteY6" fmla="*/ 9999 h 10000"/>
                <a:gd name="connsiteX7" fmla="*/ 2471 w 8559"/>
                <a:gd name="connsiteY7" fmla="*/ 7302 h 10000"/>
                <a:gd name="connsiteX8" fmla="*/ 1273 w 8559"/>
                <a:gd name="connsiteY8" fmla="*/ 6154 h 10000"/>
                <a:gd name="connsiteX9" fmla="*/ 35 w 8559"/>
                <a:gd name="connsiteY9" fmla="*/ 5938 h 10000"/>
                <a:gd name="connsiteX0" fmla="*/ 49 w 9820"/>
                <a:gd name="connsiteY0" fmla="*/ 4655 h 10000"/>
                <a:gd name="connsiteX1" fmla="*/ 2693 w 9820"/>
                <a:gd name="connsiteY1" fmla="*/ 2430 h 10000"/>
                <a:gd name="connsiteX2" fmla="*/ 5175 w 9820"/>
                <a:gd name="connsiteY2" fmla="*/ 0 h 10000"/>
                <a:gd name="connsiteX3" fmla="*/ 7924 w 9820"/>
                <a:gd name="connsiteY3" fmla="*/ 2432 h 10000"/>
                <a:gd name="connsiteX4" fmla="*/ 9816 w 9820"/>
                <a:gd name="connsiteY4" fmla="*/ 5032 h 10000"/>
                <a:gd name="connsiteX5" fmla="*/ 8324 w 9820"/>
                <a:gd name="connsiteY5" fmla="*/ 6925 h 10000"/>
                <a:gd name="connsiteX6" fmla="*/ 5157 w 9820"/>
                <a:gd name="connsiteY6" fmla="*/ 9999 h 10000"/>
                <a:gd name="connsiteX7" fmla="*/ 2707 w 9820"/>
                <a:gd name="connsiteY7" fmla="*/ 7302 h 10000"/>
                <a:gd name="connsiteX8" fmla="*/ 1307 w 9820"/>
                <a:gd name="connsiteY8" fmla="*/ 6154 h 10000"/>
                <a:gd name="connsiteX9" fmla="*/ 49 w 9820"/>
                <a:gd name="connsiteY9" fmla="*/ 4655 h 10000"/>
                <a:gd name="connsiteX0" fmla="*/ 45 w 9995"/>
                <a:gd name="connsiteY0" fmla="*/ 4655 h 10000"/>
                <a:gd name="connsiteX1" fmla="*/ 2737 w 9995"/>
                <a:gd name="connsiteY1" fmla="*/ 2430 h 10000"/>
                <a:gd name="connsiteX2" fmla="*/ 5265 w 9995"/>
                <a:gd name="connsiteY2" fmla="*/ 0 h 10000"/>
                <a:gd name="connsiteX3" fmla="*/ 8064 w 9995"/>
                <a:gd name="connsiteY3" fmla="*/ 2432 h 10000"/>
                <a:gd name="connsiteX4" fmla="*/ 9991 w 9995"/>
                <a:gd name="connsiteY4" fmla="*/ 5032 h 10000"/>
                <a:gd name="connsiteX5" fmla="*/ 8472 w 9995"/>
                <a:gd name="connsiteY5" fmla="*/ 6925 h 10000"/>
                <a:gd name="connsiteX6" fmla="*/ 5247 w 9995"/>
                <a:gd name="connsiteY6" fmla="*/ 9999 h 10000"/>
                <a:gd name="connsiteX7" fmla="*/ 2752 w 9995"/>
                <a:gd name="connsiteY7" fmla="*/ 7302 h 10000"/>
                <a:gd name="connsiteX8" fmla="*/ 1374 w 9995"/>
                <a:gd name="connsiteY8" fmla="*/ 6984 h 10000"/>
                <a:gd name="connsiteX9" fmla="*/ 45 w 9995"/>
                <a:gd name="connsiteY9" fmla="*/ 4655 h 10000"/>
                <a:gd name="connsiteX0" fmla="*/ 45 w 10000"/>
                <a:gd name="connsiteY0" fmla="*/ 5032 h 10377"/>
                <a:gd name="connsiteX1" fmla="*/ 2738 w 10000"/>
                <a:gd name="connsiteY1" fmla="*/ 2807 h 10377"/>
                <a:gd name="connsiteX2" fmla="*/ 4886 w 10000"/>
                <a:gd name="connsiteY2" fmla="*/ 0 h 10377"/>
                <a:gd name="connsiteX3" fmla="*/ 8068 w 10000"/>
                <a:gd name="connsiteY3" fmla="*/ 2809 h 10377"/>
                <a:gd name="connsiteX4" fmla="*/ 9996 w 10000"/>
                <a:gd name="connsiteY4" fmla="*/ 5409 h 10377"/>
                <a:gd name="connsiteX5" fmla="*/ 8476 w 10000"/>
                <a:gd name="connsiteY5" fmla="*/ 7302 h 10377"/>
                <a:gd name="connsiteX6" fmla="*/ 5250 w 10000"/>
                <a:gd name="connsiteY6" fmla="*/ 10376 h 10377"/>
                <a:gd name="connsiteX7" fmla="*/ 2753 w 10000"/>
                <a:gd name="connsiteY7" fmla="*/ 7679 h 10377"/>
                <a:gd name="connsiteX8" fmla="*/ 1375 w 10000"/>
                <a:gd name="connsiteY8" fmla="*/ 7361 h 10377"/>
                <a:gd name="connsiteX9" fmla="*/ 45 w 10000"/>
                <a:gd name="connsiteY9" fmla="*/ 5032 h 10377"/>
                <a:gd name="connsiteX0" fmla="*/ 45 w 10000"/>
                <a:gd name="connsiteY0" fmla="*/ 5036 h 10381"/>
                <a:gd name="connsiteX1" fmla="*/ 2738 w 10000"/>
                <a:gd name="connsiteY1" fmla="*/ 2811 h 10381"/>
                <a:gd name="connsiteX2" fmla="*/ 4886 w 10000"/>
                <a:gd name="connsiteY2" fmla="*/ 4 h 10381"/>
                <a:gd name="connsiteX3" fmla="*/ 8068 w 10000"/>
                <a:gd name="connsiteY3" fmla="*/ 2813 h 10381"/>
                <a:gd name="connsiteX4" fmla="*/ 9996 w 10000"/>
                <a:gd name="connsiteY4" fmla="*/ 5413 h 10381"/>
                <a:gd name="connsiteX5" fmla="*/ 8476 w 10000"/>
                <a:gd name="connsiteY5" fmla="*/ 7306 h 10381"/>
                <a:gd name="connsiteX6" fmla="*/ 5250 w 10000"/>
                <a:gd name="connsiteY6" fmla="*/ 10380 h 10381"/>
                <a:gd name="connsiteX7" fmla="*/ 2753 w 10000"/>
                <a:gd name="connsiteY7" fmla="*/ 7683 h 10381"/>
                <a:gd name="connsiteX8" fmla="*/ 1375 w 10000"/>
                <a:gd name="connsiteY8" fmla="*/ 7365 h 10381"/>
                <a:gd name="connsiteX9" fmla="*/ 45 w 10000"/>
                <a:gd name="connsiteY9" fmla="*/ 5036 h 10381"/>
                <a:gd name="connsiteX0" fmla="*/ 45 w 10000"/>
                <a:gd name="connsiteY0" fmla="*/ 5036 h 10796"/>
                <a:gd name="connsiteX1" fmla="*/ 2738 w 10000"/>
                <a:gd name="connsiteY1" fmla="*/ 2811 h 10796"/>
                <a:gd name="connsiteX2" fmla="*/ 4886 w 10000"/>
                <a:gd name="connsiteY2" fmla="*/ 4 h 10796"/>
                <a:gd name="connsiteX3" fmla="*/ 8068 w 10000"/>
                <a:gd name="connsiteY3" fmla="*/ 2813 h 10796"/>
                <a:gd name="connsiteX4" fmla="*/ 9996 w 10000"/>
                <a:gd name="connsiteY4" fmla="*/ 5413 h 10796"/>
                <a:gd name="connsiteX5" fmla="*/ 8476 w 10000"/>
                <a:gd name="connsiteY5" fmla="*/ 7306 h 10796"/>
                <a:gd name="connsiteX6" fmla="*/ 5202 w 10000"/>
                <a:gd name="connsiteY6" fmla="*/ 10795 h 10796"/>
                <a:gd name="connsiteX7" fmla="*/ 2753 w 10000"/>
                <a:gd name="connsiteY7" fmla="*/ 7683 h 10796"/>
                <a:gd name="connsiteX8" fmla="*/ 1375 w 10000"/>
                <a:gd name="connsiteY8" fmla="*/ 7365 h 10796"/>
                <a:gd name="connsiteX9" fmla="*/ 45 w 10000"/>
                <a:gd name="connsiteY9" fmla="*/ 5036 h 10796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03" name="Group 302">
              <a:extLst>
                <a:ext uri="{FF2B5EF4-FFF2-40B4-BE49-F238E27FC236}">
                  <a16:creationId xmlns:a16="http://schemas.microsoft.com/office/drawing/2014/main" id="{5EB4F7B4-C2F9-C744-BCB7-00FC4616248F}"/>
                </a:ext>
              </a:extLst>
            </p:cNvPr>
            <p:cNvGrpSpPr/>
            <p:nvPr/>
          </p:nvGrpSpPr>
          <p:grpSpPr>
            <a:xfrm>
              <a:off x="-1935370" y="2935816"/>
              <a:ext cx="2333625" cy="1590649"/>
              <a:chOff x="833331" y="2873352"/>
              <a:chExt cx="2333625" cy="1590649"/>
            </a:xfrm>
          </p:grpSpPr>
          <p:grpSp>
            <p:nvGrpSpPr>
              <p:cNvPr id="304" name="Group 303">
                <a:extLst>
                  <a:ext uri="{FF2B5EF4-FFF2-40B4-BE49-F238E27FC236}">
                    <a16:creationId xmlns:a16="http://schemas.microsoft.com/office/drawing/2014/main" id="{2C001E14-39B1-4E4D-A67A-34C01450E3D7}"/>
                  </a:ext>
                </a:extLst>
              </p:cNvPr>
              <p:cNvGrpSpPr/>
              <p:nvPr/>
            </p:nvGrpSpPr>
            <p:grpSpPr>
              <a:xfrm>
                <a:off x="1736090" y="287335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353" name="Group 327">
                  <a:extLst>
                    <a:ext uri="{FF2B5EF4-FFF2-40B4-BE49-F238E27FC236}">
                      <a16:creationId xmlns:a16="http://schemas.microsoft.com/office/drawing/2014/main" id="{39F81896-B728-4542-A517-E7DCF49926C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57" name="Oval 356">
                    <a:extLst>
                      <a:ext uri="{FF2B5EF4-FFF2-40B4-BE49-F238E27FC236}">
                        <a16:creationId xmlns:a16="http://schemas.microsoft.com/office/drawing/2014/main" id="{1386EAF9-3398-E046-9002-462E3E8B3B1A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8" name="Rectangle 357">
                    <a:extLst>
                      <a:ext uri="{FF2B5EF4-FFF2-40B4-BE49-F238E27FC236}">
                        <a16:creationId xmlns:a16="http://schemas.microsoft.com/office/drawing/2014/main" id="{2A59F36D-A6B3-1845-A26D-825CD3515B2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9" name="Oval 358">
                    <a:extLst>
                      <a:ext uri="{FF2B5EF4-FFF2-40B4-BE49-F238E27FC236}">
                        <a16:creationId xmlns:a16="http://schemas.microsoft.com/office/drawing/2014/main" id="{86DADEB3-A84E-BC49-AE2C-071EBE960196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60" name="Freeform 359">
                    <a:extLst>
                      <a:ext uri="{FF2B5EF4-FFF2-40B4-BE49-F238E27FC236}">
                        <a16:creationId xmlns:a16="http://schemas.microsoft.com/office/drawing/2014/main" id="{20547C29-4534-C844-BFC1-3746F636DD0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61" name="Freeform 360">
                    <a:extLst>
                      <a:ext uri="{FF2B5EF4-FFF2-40B4-BE49-F238E27FC236}">
                        <a16:creationId xmlns:a16="http://schemas.microsoft.com/office/drawing/2014/main" id="{DC857207-4025-CA48-BEE4-F6F5A06FE2A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62" name="Freeform 361">
                    <a:extLst>
                      <a:ext uri="{FF2B5EF4-FFF2-40B4-BE49-F238E27FC236}">
                        <a16:creationId xmlns:a16="http://schemas.microsoft.com/office/drawing/2014/main" id="{2E005F33-CCAA-AC45-A418-B8356103888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63" name="Freeform 362">
                    <a:extLst>
                      <a:ext uri="{FF2B5EF4-FFF2-40B4-BE49-F238E27FC236}">
                        <a16:creationId xmlns:a16="http://schemas.microsoft.com/office/drawing/2014/main" id="{5771A3B9-1639-FF4E-8198-4AE86F3DB21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64" name="Straight Connector 363">
                    <a:extLst>
                      <a:ext uri="{FF2B5EF4-FFF2-40B4-BE49-F238E27FC236}">
                        <a16:creationId xmlns:a16="http://schemas.microsoft.com/office/drawing/2014/main" id="{9FC39B1A-492A-9541-9DC5-9B7204A27633}"/>
                      </a:ext>
                    </a:extLst>
                  </p:cNvPr>
                  <p:cNvCxnSpPr>
                    <a:endCxn id="359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365" name="Straight Connector 364">
                    <a:extLst>
                      <a:ext uri="{FF2B5EF4-FFF2-40B4-BE49-F238E27FC236}">
                        <a16:creationId xmlns:a16="http://schemas.microsoft.com/office/drawing/2014/main" id="{AADDF059-6DA7-9A46-B4F8-75F0EEDFD756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354" name="Group 353">
                  <a:extLst>
                    <a:ext uri="{FF2B5EF4-FFF2-40B4-BE49-F238E27FC236}">
                      <a16:creationId xmlns:a16="http://schemas.microsoft.com/office/drawing/2014/main" id="{07C92B92-327C-F240-9153-AF0F48DCA8A7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355" name="Oval 354">
                    <a:extLst>
                      <a:ext uri="{FF2B5EF4-FFF2-40B4-BE49-F238E27FC236}">
                        <a16:creationId xmlns:a16="http://schemas.microsoft.com/office/drawing/2014/main" id="{BE7C3B54-F5E0-CE4B-A305-3CCBF8E6ED6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6" name="TextBox 355">
                    <a:extLst>
                      <a:ext uri="{FF2B5EF4-FFF2-40B4-BE49-F238E27FC236}">
                        <a16:creationId xmlns:a16="http://schemas.microsoft.com/office/drawing/2014/main" id="{41042B66-DB3E-B844-A994-D647DF0D0BAB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2b</a:t>
                    </a:r>
                  </a:p>
                </p:txBody>
              </p:sp>
            </p:grpSp>
          </p:grpSp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94521824-A109-FC42-A88C-07A720A09CB8}"/>
                  </a:ext>
                </a:extLst>
              </p:cNvPr>
              <p:cNvGrpSpPr/>
              <p:nvPr/>
            </p:nvGrpSpPr>
            <p:grpSpPr>
              <a:xfrm>
                <a:off x="1740320" y="409466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340" name="Group 327">
                  <a:extLst>
                    <a:ext uri="{FF2B5EF4-FFF2-40B4-BE49-F238E27FC236}">
                      <a16:creationId xmlns:a16="http://schemas.microsoft.com/office/drawing/2014/main" id="{C6BE9DB2-4FEB-B04B-80CA-1A12C6D91B8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44" name="Oval 343">
                    <a:extLst>
                      <a:ext uri="{FF2B5EF4-FFF2-40B4-BE49-F238E27FC236}">
                        <a16:creationId xmlns:a16="http://schemas.microsoft.com/office/drawing/2014/main" id="{9E59D841-331F-334E-8A00-DB7F04345816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5" name="Rectangle 344">
                    <a:extLst>
                      <a:ext uri="{FF2B5EF4-FFF2-40B4-BE49-F238E27FC236}">
                        <a16:creationId xmlns:a16="http://schemas.microsoft.com/office/drawing/2014/main" id="{82362D69-AADA-7046-9626-1B24DD78FC7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6" name="Oval 345">
                    <a:extLst>
                      <a:ext uri="{FF2B5EF4-FFF2-40B4-BE49-F238E27FC236}">
                        <a16:creationId xmlns:a16="http://schemas.microsoft.com/office/drawing/2014/main" id="{DA5257A0-113D-2647-BFB9-8F77EB110985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7" name="Freeform 346">
                    <a:extLst>
                      <a:ext uri="{FF2B5EF4-FFF2-40B4-BE49-F238E27FC236}">
                        <a16:creationId xmlns:a16="http://schemas.microsoft.com/office/drawing/2014/main" id="{B46A77BC-D229-D349-966D-8E44ACA3B04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8" name="Freeform 347">
                    <a:extLst>
                      <a:ext uri="{FF2B5EF4-FFF2-40B4-BE49-F238E27FC236}">
                        <a16:creationId xmlns:a16="http://schemas.microsoft.com/office/drawing/2014/main" id="{E2C2490B-931E-5E4F-8DEE-04AF94B8F35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9" name="Freeform 348">
                    <a:extLst>
                      <a:ext uri="{FF2B5EF4-FFF2-40B4-BE49-F238E27FC236}">
                        <a16:creationId xmlns:a16="http://schemas.microsoft.com/office/drawing/2014/main" id="{9015BF3D-C27E-FB42-9273-1B905C933DF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0" name="Freeform 349">
                    <a:extLst>
                      <a:ext uri="{FF2B5EF4-FFF2-40B4-BE49-F238E27FC236}">
                        <a16:creationId xmlns:a16="http://schemas.microsoft.com/office/drawing/2014/main" id="{5CCC0015-A70F-704D-9D5D-FFE14461262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51" name="Straight Connector 350">
                    <a:extLst>
                      <a:ext uri="{FF2B5EF4-FFF2-40B4-BE49-F238E27FC236}">
                        <a16:creationId xmlns:a16="http://schemas.microsoft.com/office/drawing/2014/main" id="{F99F2909-0B49-1B4B-918D-2DE20CA844A4}"/>
                      </a:ext>
                    </a:extLst>
                  </p:cNvPr>
                  <p:cNvCxnSpPr>
                    <a:endCxn id="346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352" name="Straight Connector 351">
                    <a:extLst>
                      <a:ext uri="{FF2B5EF4-FFF2-40B4-BE49-F238E27FC236}">
                        <a16:creationId xmlns:a16="http://schemas.microsoft.com/office/drawing/2014/main" id="{F25DF1E2-3B76-3948-85FE-D47D1D99A8E5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341" name="Group 340">
                  <a:extLst>
                    <a:ext uri="{FF2B5EF4-FFF2-40B4-BE49-F238E27FC236}">
                      <a16:creationId xmlns:a16="http://schemas.microsoft.com/office/drawing/2014/main" id="{E7693217-ABC3-924C-9914-3760B556CDFE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342" name="Oval 341">
                    <a:extLst>
                      <a:ext uri="{FF2B5EF4-FFF2-40B4-BE49-F238E27FC236}">
                        <a16:creationId xmlns:a16="http://schemas.microsoft.com/office/drawing/2014/main" id="{760C8DF4-9BF3-6449-BF76-C0EEAA998AF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3" name="TextBox 342">
                    <a:extLst>
                      <a:ext uri="{FF2B5EF4-FFF2-40B4-BE49-F238E27FC236}">
                        <a16:creationId xmlns:a16="http://schemas.microsoft.com/office/drawing/2014/main" id="{890DC765-6A28-2F4C-97E7-DF12510FF8D1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2d</a:t>
                    </a:r>
                  </a:p>
                </p:txBody>
              </p:sp>
            </p:grpSp>
          </p:grpSp>
          <p:grpSp>
            <p:nvGrpSpPr>
              <p:cNvPr id="306" name="Group 305">
                <a:extLst>
                  <a:ext uri="{FF2B5EF4-FFF2-40B4-BE49-F238E27FC236}">
                    <a16:creationId xmlns:a16="http://schemas.microsoft.com/office/drawing/2014/main" id="{66270917-608C-734F-BC55-2C1849361844}"/>
                  </a:ext>
                </a:extLst>
              </p:cNvPr>
              <p:cNvGrpSpPr/>
              <p:nvPr/>
            </p:nvGrpSpPr>
            <p:grpSpPr>
              <a:xfrm>
                <a:off x="2601806" y="348507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327" name="Group 327">
                  <a:extLst>
                    <a:ext uri="{FF2B5EF4-FFF2-40B4-BE49-F238E27FC236}">
                      <a16:creationId xmlns:a16="http://schemas.microsoft.com/office/drawing/2014/main" id="{9A7886E1-08EA-2E4B-837D-DA3595E2A54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31" name="Oval 330">
                    <a:extLst>
                      <a:ext uri="{FF2B5EF4-FFF2-40B4-BE49-F238E27FC236}">
                        <a16:creationId xmlns:a16="http://schemas.microsoft.com/office/drawing/2014/main" id="{532D9B14-44A1-744C-A2D7-BEEC1B4F859F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32" name="Rectangle 331">
                    <a:extLst>
                      <a:ext uri="{FF2B5EF4-FFF2-40B4-BE49-F238E27FC236}">
                        <a16:creationId xmlns:a16="http://schemas.microsoft.com/office/drawing/2014/main" id="{2A2EFB4A-13A5-AF41-8EEE-11C7F8D98CC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33" name="Oval 332">
                    <a:extLst>
                      <a:ext uri="{FF2B5EF4-FFF2-40B4-BE49-F238E27FC236}">
                        <a16:creationId xmlns:a16="http://schemas.microsoft.com/office/drawing/2014/main" id="{AF249073-E608-3E47-9680-EB2AB37E81C9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34" name="Freeform 333">
                    <a:extLst>
                      <a:ext uri="{FF2B5EF4-FFF2-40B4-BE49-F238E27FC236}">
                        <a16:creationId xmlns:a16="http://schemas.microsoft.com/office/drawing/2014/main" id="{8BB59055-7770-4047-9EE1-EF83E46481C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35" name="Freeform 334">
                    <a:extLst>
                      <a:ext uri="{FF2B5EF4-FFF2-40B4-BE49-F238E27FC236}">
                        <a16:creationId xmlns:a16="http://schemas.microsoft.com/office/drawing/2014/main" id="{5A26CD9F-E13C-0C4C-938E-AA65DF81477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36" name="Freeform 335">
                    <a:extLst>
                      <a:ext uri="{FF2B5EF4-FFF2-40B4-BE49-F238E27FC236}">
                        <a16:creationId xmlns:a16="http://schemas.microsoft.com/office/drawing/2014/main" id="{78B4C77F-79CD-3C4E-AF1F-32FB2324189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37" name="Freeform 336">
                    <a:extLst>
                      <a:ext uri="{FF2B5EF4-FFF2-40B4-BE49-F238E27FC236}">
                        <a16:creationId xmlns:a16="http://schemas.microsoft.com/office/drawing/2014/main" id="{89696CD5-A4A0-8B4B-80F3-354BD21342A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38" name="Straight Connector 337">
                    <a:extLst>
                      <a:ext uri="{FF2B5EF4-FFF2-40B4-BE49-F238E27FC236}">
                        <a16:creationId xmlns:a16="http://schemas.microsoft.com/office/drawing/2014/main" id="{927A1379-7762-8244-94E4-858920C40ACB}"/>
                      </a:ext>
                    </a:extLst>
                  </p:cNvPr>
                  <p:cNvCxnSpPr>
                    <a:endCxn id="333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339" name="Straight Connector 338">
                    <a:extLst>
                      <a:ext uri="{FF2B5EF4-FFF2-40B4-BE49-F238E27FC236}">
                        <a16:creationId xmlns:a16="http://schemas.microsoft.com/office/drawing/2014/main" id="{0B73741F-7FDF-C443-94A9-9A198E98F2F7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328" name="Group 327">
                  <a:extLst>
                    <a:ext uri="{FF2B5EF4-FFF2-40B4-BE49-F238E27FC236}">
                      <a16:creationId xmlns:a16="http://schemas.microsoft.com/office/drawing/2014/main" id="{4AFFC910-6AF2-B64C-9C64-F69CE3FB93A7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329" name="Oval 328">
                    <a:extLst>
                      <a:ext uri="{FF2B5EF4-FFF2-40B4-BE49-F238E27FC236}">
                        <a16:creationId xmlns:a16="http://schemas.microsoft.com/office/drawing/2014/main" id="{9795B1AE-6991-ED40-8FEC-1206327CE32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30" name="TextBox 329">
                    <a:extLst>
                      <a:ext uri="{FF2B5EF4-FFF2-40B4-BE49-F238E27FC236}">
                        <a16:creationId xmlns:a16="http://schemas.microsoft.com/office/drawing/2014/main" id="{14CB7C98-FD28-644B-95A1-43D21099296E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2c</a:t>
                    </a:r>
                  </a:p>
                </p:txBody>
              </p:sp>
            </p:grpSp>
          </p:grpSp>
          <p:grpSp>
            <p:nvGrpSpPr>
              <p:cNvPr id="307" name="Group 306">
                <a:extLst>
                  <a:ext uri="{FF2B5EF4-FFF2-40B4-BE49-F238E27FC236}">
                    <a16:creationId xmlns:a16="http://schemas.microsoft.com/office/drawing/2014/main" id="{61F9CF47-C970-3A4C-B169-A7A52C552D23}"/>
                  </a:ext>
                </a:extLst>
              </p:cNvPr>
              <p:cNvGrpSpPr/>
              <p:nvPr/>
            </p:nvGrpSpPr>
            <p:grpSpPr>
              <a:xfrm>
                <a:off x="833331" y="347871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314" name="Group 327">
                  <a:extLst>
                    <a:ext uri="{FF2B5EF4-FFF2-40B4-BE49-F238E27FC236}">
                      <a16:creationId xmlns:a16="http://schemas.microsoft.com/office/drawing/2014/main" id="{F9DED53C-AD56-274E-BB62-36141AAA239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18" name="Oval 317">
                    <a:extLst>
                      <a:ext uri="{FF2B5EF4-FFF2-40B4-BE49-F238E27FC236}">
                        <a16:creationId xmlns:a16="http://schemas.microsoft.com/office/drawing/2014/main" id="{B8CD06C3-9989-3C4E-8036-F46194FC0CCC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19" name="Rectangle 318">
                    <a:extLst>
                      <a:ext uri="{FF2B5EF4-FFF2-40B4-BE49-F238E27FC236}">
                        <a16:creationId xmlns:a16="http://schemas.microsoft.com/office/drawing/2014/main" id="{4F6344DE-C5D9-4A4C-9CB1-075FFAB59BC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20" name="Oval 319">
                    <a:extLst>
                      <a:ext uri="{FF2B5EF4-FFF2-40B4-BE49-F238E27FC236}">
                        <a16:creationId xmlns:a16="http://schemas.microsoft.com/office/drawing/2014/main" id="{670ED3B3-66E2-774A-A7A7-CE3A2C76ABC7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21" name="Freeform 320">
                    <a:extLst>
                      <a:ext uri="{FF2B5EF4-FFF2-40B4-BE49-F238E27FC236}">
                        <a16:creationId xmlns:a16="http://schemas.microsoft.com/office/drawing/2014/main" id="{E7A204A3-9A7F-DC4A-B8B8-0FAEF51963C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22" name="Freeform 321">
                    <a:extLst>
                      <a:ext uri="{FF2B5EF4-FFF2-40B4-BE49-F238E27FC236}">
                        <a16:creationId xmlns:a16="http://schemas.microsoft.com/office/drawing/2014/main" id="{AF9AFEA5-73B4-EF4A-8707-4381B9DFBD8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23" name="Freeform 322">
                    <a:extLst>
                      <a:ext uri="{FF2B5EF4-FFF2-40B4-BE49-F238E27FC236}">
                        <a16:creationId xmlns:a16="http://schemas.microsoft.com/office/drawing/2014/main" id="{93181305-93BB-AC4D-A380-CAE9ACFB6B0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24" name="Freeform 323">
                    <a:extLst>
                      <a:ext uri="{FF2B5EF4-FFF2-40B4-BE49-F238E27FC236}">
                        <a16:creationId xmlns:a16="http://schemas.microsoft.com/office/drawing/2014/main" id="{D8235E85-E84C-6E40-9DA7-7CA36D31CA3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25" name="Straight Connector 324">
                    <a:extLst>
                      <a:ext uri="{FF2B5EF4-FFF2-40B4-BE49-F238E27FC236}">
                        <a16:creationId xmlns:a16="http://schemas.microsoft.com/office/drawing/2014/main" id="{225D6CA1-32FC-2E47-8732-EECB0BA1104A}"/>
                      </a:ext>
                    </a:extLst>
                  </p:cNvPr>
                  <p:cNvCxnSpPr>
                    <a:endCxn id="320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326" name="Straight Connector 325">
                    <a:extLst>
                      <a:ext uri="{FF2B5EF4-FFF2-40B4-BE49-F238E27FC236}">
                        <a16:creationId xmlns:a16="http://schemas.microsoft.com/office/drawing/2014/main" id="{4927E673-C098-944A-9E84-A95844595AE9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315" name="Group 314">
                  <a:extLst>
                    <a:ext uri="{FF2B5EF4-FFF2-40B4-BE49-F238E27FC236}">
                      <a16:creationId xmlns:a16="http://schemas.microsoft.com/office/drawing/2014/main" id="{BEECD35D-84C4-3643-97FF-88EC18C4AA52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316" name="Oval 315">
                    <a:extLst>
                      <a:ext uri="{FF2B5EF4-FFF2-40B4-BE49-F238E27FC236}">
                        <a16:creationId xmlns:a16="http://schemas.microsoft.com/office/drawing/2014/main" id="{0CB91643-3AB0-EF44-A66B-3E3CA829D67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17" name="TextBox 316">
                    <a:extLst>
                      <a:ext uri="{FF2B5EF4-FFF2-40B4-BE49-F238E27FC236}">
                        <a16:creationId xmlns:a16="http://schemas.microsoft.com/office/drawing/2014/main" id="{4CC82E12-E89A-C344-82C9-B41338A31E4C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2a</a:t>
                    </a:r>
                  </a:p>
                </p:txBody>
              </p:sp>
            </p:grpSp>
          </p:grp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F656A253-20CE-264C-9E80-23FEAE2DA887}"/>
                  </a:ext>
                </a:extLst>
              </p:cNvPr>
              <p:cNvCxnSpPr>
                <a:stCxn id="356" idx="2"/>
                <a:endCxn id="343" idx="0"/>
              </p:cNvCxnSpPr>
              <p:nvPr/>
            </p:nvCxnSpPr>
            <p:spPr bwMode="auto">
              <a:xfrm>
                <a:off x="1991073" y="3242684"/>
                <a:ext cx="4230" cy="851985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09" name="Straight Connector 308">
                <a:extLst>
                  <a:ext uri="{FF2B5EF4-FFF2-40B4-BE49-F238E27FC236}">
                    <a16:creationId xmlns:a16="http://schemas.microsoft.com/office/drawing/2014/main" id="{9BBC00CC-6F0E-554D-ADC7-835539ABF185}"/>
                  </a:ext>
                </a:extLst>
              </p:cNvPr>
              <p:cNvCxnSpPr/>
              <p:nvPr/>
            </p:nvCxnSpPr>
            <p:spPr bwMode="auto">
              <a:xfrm>
                <a:off x="1407477" y="3648621"/>
                <a:ext cx="1204913" cy="6353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10" name="Straight Connector 309">
                <a:extLst>
                  <a:ext uri="{FF2B5EF4-FFF2-40B4-BE49-F238E27FC236}">
                    <a16:creationId xmlns:a16="http://schemas.microsoft.com/office/drawing/2014/main" id="{D22A485A-5AA4-2040-84E6-0B9E613DC6E6}"/>
                  </a:ext>
                </a:extLst>
              </p:cNvPr>
              <p:cNvCxnSpPr>
                <a:stCxn id="357" idx="7"/>
              </p:cNvCxnSpPr>
              <p:nvPr/>
            </p:nvCxnSpPr>
            <p:spPr bwMode="auto">
              <a:xfrm>
                <a:off x="2218708" y="3154477"/>
                <a:ext cx="480042" cy="369773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11" name="Straight Connector 310">
                <a:extLst>
                  <a:ext uri="{FF2B5EF4-FFF2-40B4-BE49-F238E27FC236}">
                    <a16:creationId xmlns:a16="http://schemas.microsoft.com/office/drawing/2014/main" id="{E9173DF8-EE99-0449-BD86-9D6544D1795C}"/>
                  </a:ext>
                </a:extLst>
              </p:cNvPr>
              <p:cNvCxnSpPr/>
              <p:nvPr/>
            </p:nvCxnSpPr>
            <p:spPr bwMode="auto">
              <a:xfrm>
                <a:off x="1300073" y="3786304"/>
                <a:ext cx="477927" cy="357071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2EF8F3EC-E56F-3547-BD73-8F94EC8AE371}"/>
                  </a:ext>
                </a:extLst>
              </p:cNvPr>
              <p:cNvCxnSpPr/>
              <p:nvPr/>
            </p:nvCxnSpPr>
            <p:spPr bwMode="auto">
              <a:xfrm flipH="1">
                <a:off x="2196042" y="3783542"/>
                <a:ext cx="508002" cy="349250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9336A5D6-EB76-7640-BE17-A08931A95FC6}"/>
                  </a:ext>
                </a:extLst>
              </p:cNvPr>
              <p:cNvCxnSpPr/>
              <p:nvPr/>
            </p:nvCxnSpPr>
            <p:spPr bwMode="auto">
              <a:xfrm flipH="1">
                <a:off x="1287553" y="3166946"/>
                <a:ext cx="508002" cy="349250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B4E698C4-668E-A84B-AC9E-22D4308391D6}"/>
              </a:ext>
            </a:extLst>
          </p:cNvPr>
          <p:cNvGrpSpPr/>
          <p:nvPr/>
        </p:nvGrpSpPr>
        <p:grpSpPr>
          <a:xfrm>
            <a:off x="7530080" y="2464278"/>
            <a:ext cx="2712783" cy="1853712"/>
            <a:chOff x="-2170772" y="2784954"/>
            <a:chExt cx="2712783" cy="1853712"/>
          </a:xfrm>
        </p:grpSpPr>
        <p:sp>
          <p:nvSpPr>
            <p:cNvPr id="367" name="Freeform 2">
              <a:extLst>
                <a:ext uri="{FF2B5EF4-FFF2-40B4-BE49-F238E27FC236}">
                  <a16:creationId xmlns:a16="http://schemas.microsoft.com/office/drawing/2014/main" id="{8F50EDD4-41BC-C147-9045-1AC751DFD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-2170772" y="2784954"/>
              <a:ext cx="2712783" cy="1853712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connsiteX0" fmla="*/ 4 w 10040"/>
                <a:gd name="connsiteY0" fmla="*/ 4039 h 10125"/>
                <a:gd name="connsiteX1" fmla="*/ 715 w 10040"/>
                <a:gd name="connsiteY1" fmla="*/ 1595 h 10125"/>
                <a:gd name="connsiteX2" fmla="*/ 3130 w 10040"/>
                <a:gd name="connsiteY2" fmla="*/ 1006 h 10125"/>
                <a:gd name="connsiteX3" fmla="*/ 4995 w 10040"/>
                <a:gd name="connsiteY3" fmla="*/ 0 h 10125"/>
                <a:gd name="connsiteX4" fmla="*/ 6720 w 10040"/>
                <a:gd name="connsiteY4" fmla="*/ 1009 h 10125"/>
                <a:gd name="connsiteX5" fmla="*/ 9989 w 10040"/>
                <a:gd name="connsiteY5" fmla="*/ 2989 h 10125"/>
                <a:gd name="connsiteX6" fmla="*/ 8599 w 10040"/>
                <a:gd name="connsiteY6" fmla="*/ 6797 h 10125"/>
                <a:gd name="connsiteX7" fmla="*/ 6995 w 10040"/>
                <a:gd name="connsiteY7" fmla="*/ 9322 h 10125"/>
                <a:gd name="connsiteX8" fmla="*/ 5307 w 10040"/>
                <a:gd name="connsiteY8" fmla="*/ 8843 h 10125"/>
                <a:gd name="connsiteX9" fmla="*/ 4371 w 10040"/>
                <a:gd name="connsiteY9" fmla="*/ 9912 h 10125"/>
                <a:gd name="connsiteX10" fmla="*/ 3140 w 10040"/>
                <a:gd name="connsiteY10" fmla="*/ 10019 h 10125"/>
                <a:gd name="connsiteX11" fmla="*/ 2179 w 10040"/>
                <a:gd name="connsiteY11" fmla="*/ 7895 h 10125"/>
                <a:gd name="connsiteX12" fmla="*/ 1187 w 10040"/>
                <a:gd name="connsiteY12" fmla="*/ 7495 h 10125"/>
                <a:gd name="connsiteX13" fmla="*/ 4 w 10040"/>
                <a:gd name="connsiteY13" fmla="*/ 4039 h 10125"/>
                <a:gd name="connsiteX0" fmla="*/ 4 w 8600"/>
                <a:gd name="connsiteY0" fmla="*/ 4042 h 10128"/>
                <a:gd name="connsiteX1" fmla="*/ 715 w 8600"/>
                <a:gd name="connsiteY1" fmla="*/ 1598 h 10128"/>
                <a:gd name="connsiteX2" fmla="*/ 3130 w 8600"/>
                <a:gd name="connsiteY2" fmla="*/ 1009 h 10128"/>
                <a:gd name="connsiteX3" fmla="*/ 4995 w 8600"/>
                <a:gd name="connsiteY3" fmla="*/ 3 h 10128"/>
                <a:gd name="connsiteX4" fmla="*/ 6720 w 8600"/>
                <a:gd name="connsiteY4" fmla="*/ 1012 h 10128"/>
                <a:gd name="connsiteX5" fmla="*/ 8599 w 8600"/>
                <a:gd name="connsiteY5" fmla="*/ 6800 h 10128"/>
                <a:gd name="connsiteX6" fmla="*/ 6995 w 8600"/>
                <a:gd name="connsiteY6" fmla="*/ 9325 h 10128"/>
                <a:gd name="connsiteX7" fmla="*/ 5307 w 8600"/>
                <a:gd name="connsiteY7" fmla="*/ 8846 h 10128"/>
                <a:gd name="connsiteX8" fmla="*/ 4371 w 8600"/>
                <a:gd name="connsiteY8" fmla="*/ 9915 h 10128"/>
                <a:gd name="connsiteX9" fmla="*/ 3140 w 8600"/>
                <a:gd name="connsiteY9" fmla="*/ 10022 h 10128"/>
                <a:gd name="connsiteX10" fmla="*/ 2179 w 8600"/>
                <a:gd name="connsiteY10" fmla="*/ 7898 h 10128"/>
                <a:gd name="connsiteX11" fmla="*/ 1187 w 8600"/>
                <a:gd name="connsiteY11" fmla="*/ 7498 h 10128"/>
                <a:gd name="connsiteX12" fmla="*/ 4 w 8600"/>
                <a:gd name="connsiteY12" fmla="*/ 4042 h 10128"/>
                <a:gd name="connsiteX0" fmla="*/ 4 w 9326"/>
                <a:gd name="connsiteY0" fmla="*/ 3988 h 9997"/>
                <a:gd name="connsiteX1" fmla="*/ 830 w 9326"/>
                <a:gd name="connsiteY1" fmla="*/ 1575 h 9997"/>
                <a:gd name="connsiteX2" fmla="*/ 3639 w 9326"/>
                <a:gd name="connsiteY2" fmla="*/ 993 h 9997"/>
                <a:gd name="connsiteX3" fmla="*/ 5807 w 9326"/>
                <a:gd name="connsiteY3" fmla="*/ 0 h 9997"/>
                <a:gd name="connsiteX4" fmla="*/ 7813 w 9326"/>
                <a:gd name="connsiteY4" fmla="*/ 996 h 9997"/>
                <a:gd name="connsiteX5" fmla="*/ 9324 w 9326"/>
                <a:gd name="connsiteY5" fmla="*/ 5746 h 9997"/>
                <a:gd name="connsiteX6" fmla="*/ 8133 w 9326"/>
                <a:gd name="connsiteY6" fmla="*/ 9204 h 9997"/>
                <a:gd name="connsiteX7" fmla="*/ 6170 w 9326"/>
                <a:gd name="connsiteY7" fmla="*/ 8731 h 9997"/>
                <a:gd name="connsiteX8" fmla="*/ 5082 w 9326"/>
                <a:gd name="connsiteY8" fmla="*/ 9787 h 9997"/>
                <a:gd name="connsiteX9" fmla="*/ 3650 w 9326"/>
                <a:gd name="connsiteY9" fmla="*/ 9892 h 9997"/>
                <a:gd name="connsiteX10" fmla="*/ 2533 w 9326"/>
                <a:gd name="connsiteY10" fmla="*/ 7795 h 9997"/>
                <a:gd name="connsiteX11" fmla="*/ 1379 w 9326"/>
                <a:gd name="connsiteY11" fmla="*/ 7400 h 9997"/>
                <a:gd name="connsiteX12" fmla="*/ 4 w 9326"/>
                <a:gd name="connsiteY12" fmla="*/ 3988 h 9997"/>
                <a:gd name="connsiteX0" fmla="*/ 4 w 10001"/>
                <a:gd name="connsiteY0" fmla="*/ 3989 h 10041"/>
                <a:gd name="connsiteX1" fmla="*/ 890 w 10001"/>
                <a:gd name="connsiteY1" fmla="*/ 1575 h 10041"/>
                <a:gd name="connsiteX2" fmla="*/ 3902 w 10001"/>
                <a:gd name="connsiteY2" fmla="*/ 993 h 10041"/>
                <a:gd name="connsiteX3" fmla="*/ 6227 w 10001"/>
                <a:gd name="connsiteY3" fmla="*/ 0 h 10041"/>
                <a:gd name="connsiteX4" fmla="*/ 8378 w 10001"/>
                <a:gd name="connsiteY4" fmla="*/ 996 h 10041"/>
                <a:gd name="connsiteX5" fmla="*/ 9998 w 10001"/>
                <a:gd name="connsiteY5" fmla="*/ 5748 h 10041"/>
                <a:gd name="connsiteX6" fmla="*/ 8721 w 10001"/>
                <a:gd name="connsiteY6" fmla="*/ 9207 h 10041"/>
                <a:gd name="connsiteX7" fmla="*/ 5449 w 10001"/>
                <a:gd name="connsiteY7" fmla="*/ 9790 h 10041"/>
                <a:gd name="connsiteX8" fmla="*/ 3914 w 10001"/>
                <a:gd name="connsiteY8" fmla="*/ 9895 h 10041"/>
                <a:gd name="connsiteX9" fmla="*/ 2716 w 10001"/>
                <a:gd name="connsiteY9" fmla="*/ 7797 h 10041"/>
                <a:gd name="connsiteX10" fmla="*/ 1479 w 10001"/>
                <a:gd name="connsiteY10" fmla="*/ 7402 h 10041"/>
                <a:gd name="connsiteX11" fmla="*/ 4 w 10001"/>
                <a:gd name="connsiteY11" fmla="*/ 3989 h 10041"/>
                <a:gd name="connsiteX0" fmla="*/ 4 w 10001"/>
                <a:gd name="connsiteY0" fmla="*/ 3989 h 14825"/>
                <a:gd name="connsiteX1" fmla="*/ 890 w 10001"/>
                <a:gd name="connsiteY1" fmla="*/ 1575 h 14825"/>
                <a:gd name="connsiteX2" fmla="*/ 3902 w 10001"/>
                <a:gd name="connsiteY2" fmla="*/ 993 h 14825"/>
                <a:gd name="connsiteX3" fmla="*/ 6227 w 10001"/>
                <a:gd name="connsiteY3" fmla="*/ 0 h 14825"/>
                <a:gd name="connsiteX4" fmla="*/ 8378 w 10001"/>
                <a:gd name="connsiteY4" fmla="*/ 996 h 14825"/>
                <a:gd name="connsiteX5" fmla="*/ 9998 w 10001"/>
                <a:gd name="connsiteY5" fmla="*/ 5748 h 14825"/>
                <a:gd name="connsiteX6" fmla="*/ 8721 w 10001"/>
                <a:gd name="connsiteY6" fmla="*/ 9207 h 14825"/>
                <a:gd name="connsiteX7" fmla="*/ 6011 w 10001"/>
                <a:gd name="connsiteY7" fmla="*/ 14823 h 14825"/>
                <a:gd name="connsiteX8" fmla="*/ 3914 w 10001"/>
                <a:gd name="connsiteY8" fmla="*/ 9895 h 14825"/>
                <a:gd name="connsiteX9" fmla="*/ 2716 w 10001"/>
                <a:gd name="connsiteY9" fmla="*/ 7797 h 14825"/>
                <a:gd name="connsiteX10" fmla="*/ 1479 w 10001"/>
                <a:gd name="connsiteY10" fmla="*/ 7402 h 14825"/>
                <a:gd name="connsiteX11" fmla="*/ 4 w 10001"/>
                <a:gd name="connsiteY11" fmla="*/ 3989 h 14825"/>
                <a:gd name="connsiteX0" fmla="*/ 4 w 10001"/>
                <a:gd name="connsiteY0" fmla="*/ 7436 h 18272"/>
                <a:gd name="connsiteX1" fmla="*/ 890 w 10001"/>
                <a:gd name="connsiteY1" fmla="*/ 5022 h 18272"/>
                <a:gd name="connsiteX2" fmla="*/ 3902 w 10001"/>
                <a:gd name="connsiteY2" fmla="*/ 4440 h 18272"/>
                <a:gd name="connsiteX3" fmla="*/ 6026 w 10001"/>
                <a:gd name="connsiteY3" fmla="*/ 0 h 18272"/>
                <a:gd name="connsiteX4" fmla="*/ 8378 w 10001"/>
                <a:gd name="connsiteY4" fmla="*/ 4443 h 18272"/>
                <a:gd name="connsiteX5" fmla="*/ 9998 w 10001"/>
                <a:gd name="connsiteY5" fmla="*/ 9195 h 18272"/>
                <a:gd name="connsiteX6" fmla="*/ 8721 w 10001"/>
                <a:gd name="connsiteY6" fmla="*/ 12654 h 18272"/>
                <a:gd name="connsiteX7" fmla="*/ 6011 w 10001"/>
                <a:gd name="connsiteY7" fmla="*/ 18270 h 18272"/>
                <a:gd name="connsiteX8" fmla="*/ 3914 w 10001"/>
                <a:gd name="connsiteY8" fmla="*/ 13342 h 18272"/>
                <a:gd name="connsiteX9" fmla="*/ 2716 w 10001"/>
                <a:gd name="connsiteY9" fmla="*/ 11244 h 18272"/>
                <a:gd name="connsiteX10" fmla="*/ 1479 w 10001"/>
                <a:gd name="connsiteY10" fmla="*/ 10849 h 18272"/>
                <a:gd name="connsiteX11" fmla="*/ 4 w 10001"/>
                <a:gd name="connsiteY11" fmla="*/ 7436 h 18272"/>
                <a:gd name="connsiteX0" fmla="*/ 1 w 9998"/>
                <a:gd name="connsiteY0" fmla="*/ 7436 h 18272"/>
                <a:gd name="connsiteX1" fmla="*/ 3899 w 9998"/>
                <a:gd name="connsiteY1" fmla="*/ 4440 h 18272"/>
                <a:gd name="connsiteX2" fmla="*/ 6023 w 9998"/>
                <a:gd name="connsiteY2" fmla="*/ 0 h 18272"/>
                <a:gd name="connsiteX3" fmla="*/ 8375 w 9998"/>
                <a:gd name="connsiteY3" fmla="*/ 4443 h 18272"/>
                <a:gd name="connsiteX4" fmla="*/ 9995 w 9998"/>
                <a:gd name="connsiteY4" fmla="*/ 9195 h 18272"/>
                <a:gd name="connsiteX5" fmla="*/ 8718 w 9998"/>
                <a:gd name="connsiteY5" fmla="*/ 12654 h 18272"/>
                <a:gd name="connsiteX6" fmla="*/ 6008 w 9998"/>
                <a:gd name="connsiteY6" fmla="*/ 18270 h 18272"/>
                <a:gd name="connsiteX7" fmla="*/ 3911 w 9998"/>
                <a:gd name="connsiteY7" fmla="*/ 13342 h 18272"/>
                <a:gd name="connsiteX8" fmla="*/ 2713 w 9998"/>
                <a:gd name="connsiteY8" fmla="*/ 11244 h 18272"/>
                <a:gd name="connsiteX9" fmla="*/ 1476 w 9998"/>
                <a:gd name="connsiteY9" fmla="*/ 10849 h 18272"/>
                <a:gd name="connsiteX10" fmla="*/ 1 w 9998"/>
                <a:gd name="connsiteY10" fmla="*/ 7436 h 18272"/>
                <a:gd name="connsiteX0" fmla="*/ 35 w 8559"/>
                <a:gd name="connsiteY0" fmla="*/ 5938 h 10000"/>
                <a:gd name="connsiteX1" fmla="*/ 2459 w 8559"/>
                <a:gd name="connsiteY1" fmla="*/ 2430 h 10000"/>
                <a:gd name="connsiteX2" fmla="*/ 4583 w 8559"/>
                <a:gd name="connsiteY2" fmla="*/ 0 h 10000"/>
                <a:gd name="connsiteX3" fmla="*/ 6936 w 8559"/>
                <a:gd name="connsiteY3" fmla="*/ 2432 h 10000"/>
                <a:gd name="connsiteX4" fmla="*/ 8556 w 8559"/>
                <a:gd name="connsiteY4" fmla="*/ 5032 h 10000"/>
                <a:gd name="connsiteX5" fmla="*/ 7279 w 8559"/>
                <a:gd name="connsiteY5" fmla="*/ 6925 h 10000"/>
                <a:gd name="connsiteX6" fmla="*/ 4568 w 8559"/>
                <a:gd name="connsiteY6" fmla="*/ 9999 h 10000"/>
                <a:gd name="connsiteX7" fmla="*/ 2471 w 8559"/>
                <a:gd name="connsiteY7" fmla="*/ 7302 h 10000"/>
                <a:gd name="connsiteX8" fmla="*/ 1273 w 8559"/>
                <a:gd name="connsiteY8" fmla="*/ 6154 h 10000"/>
                <a:gd name="connsiteX9" fmla="*/ 35 w 8559"/>
                <a:gd name="connsiteY9" fmla="*/ 5938 h 10000"/>
                <a:gd name="connsiteX0" fmla="*/ 49 w 9820"/>
                <a:gd name="connsiteY0" fmla="*/ 4655 h 10000"/>
                <a:gd name="connsiteX1" fmla="*/ 2693 w 9820"/>
                <a:gd name="connsiteY1" fmla="*/ 2430 h 10000"/>
                <a:gd name="connsiteX2" fmla="*/ 5175 w 9820"/>
                <a:gd name="connsiteY2" fmla="*/ 0 h 10000"/>
                <a:gd name="connsiteX3" fmla="*/ 7924 w 9820"/>
                <a:gd name="connsiteY3" fmla="*/ 2432 h 10000"/>
                <a:gd name="connsiteX4" fmla="*/ 9816 w 9820"/>
                <a:gd name="connsiteY4" fmla="*/ 5032 h 10000"/>
                <a:gd name="connsiteX5" fmla="*/ 8324 w 9820"/>
                <a:gd name="connsiteY5" fmla="*/ 6925 h 10000"/>
                <a:gd name="connsiteX6" fmla="*/ 5157 w 9820"/>
                <a:gd name="connsiteY6" fmla="*/ 9999 h 10000"/>
                <a:gd name="connsiteX7" fmla="*/ 2707 w 9820"/>
                <a:gd name="connsiteY7" fmla="*/ 7302 h 10000"/>
                <a:gd name="connsiteX8" fmla="*/ 1307 w 9820"/>
                <a:gd name="connsiteY8" fmla="*/ 6154 h 10000"/>
                <a:gd name="connsiteX9" fmla="*/ 49 w 9820"/>
                <a:gd name="connsiteY9" fmla="*/ 4655 h 10000"/>
                <a:gd name="connsiteX0" fmla="*/ 45 w 9995"/>
                <a:gd name="connsiteY0" fmla="*/ 4655 h 10000"/>
                <a:gd name="connsiteX1" fmla="*/ 2737 w 9995"/>
                <a:gd name="connsiteY1" fmla="*/ 2430 h 10000"/>
                <a:gd name="connsiteX2" fmla="*/ 5265 w 9995"/>
                <a:gd name="connsiteY2" fmla="*/ 0 h 10000"/>
                <a:gd name="connsiteX3" fmla="*/ 8064 w 9995"/>
                <a:gd name="connsiteY3" fmla="*/ 2432 h 10000"/>
                <a:gd name="connsiteX4" fmla="*/ 9991 w 9995"/>
                <a:gd name="connsiteY4" fmla="*/ 5032 h 10000"/>
                <a:gd name="connsiteX5" fmla="*/ 8472 w 9995"/>
                <a:gd name="connsiteY5" fmla="*/ 6925 h 10000"/>
                <a:gd name="connsiteX6" fmla="*/ 5247 w 9995"/>
                <a:gd name="connsiteY6" fmla="*/ 9999 h 10000"/>
                <a:gd name="connsiteX7" fmla="*/ 2752 w 9995"/>
                <a:gd name="connsiteY7" fmla="*/ 7302 h 10000"/>
                <a:gd name="connsiteX8" fmla="*/ 1374 w 9995"/>
                <a:gd name="connsiteY8" fmla="*/ 6984 h 10000"/>
                <a:gd name="connsiteX9" fmla="*/ 45 w 9995"/>
                <a:gd name="connsiteY9" fmla="*/ 4655 h 10000"/>
                <a:gd name="connsiteX0" fmla="*/ 45 w 10000"/>
                <a:gd name="connsiteY0" fmla="*/ 5032 h 10377"/>
                <a:gd name="connsiteX1" fmla="*/ 2738 w 10000"/>
                <a:gd name="connsiteY1" fmla="*/ 2807 h 10377"/>
                <a:gd name="connsiteX2" fmla="*/ 4886 w 10000"/>
                <a:gd name="connsiteY2" fmla="*/ 0 h 10377"/>
                <a:gd name="connsiteX3" fmla="*/ 8068 w 10000"/>
                <a:gd name="connsiteY3" fmla="*/ 2809 h 10377"/>
                <a:gd name="connsiteX4" fmla="*/ 9996 w 10000"/>
                <a:gd name="connsiteY4" fmla="*/ 5409 h 10377"/>
                <a:gd name="connsiteX5" fmla="*/ 8476 w 10000"/>
                <a:gd name="connsiteY5" fmla="*/ 7302 h 10377"/>
                <a:gd name="connsiteX6" fmla="*/ 5250 w 10000"/>
                <a:gd name="connsiteY6" fmla="*/ 10376 h 10377"/>
                <a:gd name="connsiteX7" fmla="*/ 2753 w 10000"/>
                <a:gd name="connsiteY7" fmla="*/ 7679 h 10377"/>
                <a:gd name="connsiteX8" fmla="*/ 1375 w 10000"/>
                <a:gd name="connsiteY8" fmla="*/ 7361 h 10377"/>
                <a:gd name="connsiteX9" fmla="*/ 45 w 10000"/>
                <a:gd name="connsiteY9" fmla="*/ 5032 h 10377"/>
                <a:gd name="connsiteX0" fmla="*/ 45 w 10000"/>
                <a:gd name="connsiteY0" fmla="*/ 5036 h 10381"/>
                <a:gd name="connsiteX1" fmla="*/ 2738 w 10000"/>
                <a:gd name="connsiteY1" fmla="*/ 2811 h 10381"/>
                <a:gd name="connsiteX2" fmla="*/ 4886 w 10000"/>
                <a:gd name="connsiteY2" fmla="*/ 4 h 10381"/>
                <a:gd name="connsiteX3" fmla="*/ 8068 w 10000"/>
                <a:gd name="connsiteY3" fmla="*/ 2813 h 10381"/>
                <a:gd name="connsiteX4" fmla="*/ 9996 w 10000"/>
                <a:gd name="connsiteY4" fmla="*/ 5413 h 10381"/>
                <a:gd name="connsiteX5" fmla="*/ 8476 w 10000"/>
                <a:gd name="connsiteY5" fmla="*/ 7306 h 10381"/>
                <a:gd name="connsiteX6" fmla="*/ 5250 w 10000"/>
                <a:gd name="connsiteY6" fmla="*/ 10380 h 10381"/>
                <a:gd name="connsiteX7" fmla="*/ 2753 w 10000"/>
                <a:gd name="connsiteY7" fmla="*/ 7683 h 10381"/>
                <a:gd name="connsiteX8" fmla="*/ 1375 w 10000"/>
                <a:gd name="connsiteY8" fmla="*/ 7365 h 10381"/>
                <a:gd name="connsiteX9" fmla="*/ 45 w 10000"/>
                <a:gd name="connsiteY9" fmla="*/ 5036 h 10381"/>
                <a:gd name="connsiteX0" fmla="*/ 45 w 10000"/>
                <a:gd name="connsiteY0" fmla="*/ 5036 h 10796"/>
                <a:gd name="connsiteX1" fmla="*/ 2738 w 10000"/>
                <a:gd name="connsiteY1" fmla="*/ 2811 h 10796"/>
                <a:gd name="connsiteX2" fmla="*/ 4886 w 10000"/>
                <a:gd name="connsiteY2" fmla="*/ 4 h 10796"/>
                <a:gd name="connsiteX3" fmla="*/ 8068 w 10000"/>
                <a:gd name="connsiteY3" fmla="*/ 2813 h 10796"/>
                <a:gd name="connsiteX4" fmla="*/ 9996 w 10000"/>
                <a:gd name="connsiteY4" fmla="*/ 5413 h 10796"/>
                <a:gd name="connsiteX5" fmla="*/ 8476 w 10000"/>
                <a:gd name="connsiteY5" fmla="*/ 7306 h 10796"/>
                <a:gd name="connsiteX6" fmla="*/ 5202 w 10000"/>
                <a:gd name="connsiteY6" fmla="*/ 10795 h 10796"/>
                <a:gd name="connsiteX7" fmla="*/ 2753 w 10000"/>
                <a:gd name="connsiteY7" fmla="*/ 7683 h 10796"/>
                <a:gd name="connsiteX8" fmla="*/ 1375 w 10000"/>
                <a:gd name="connsiteY8" fmla="*/ 7365 h 10796"/>
                <a:gd name="connsiteX9" fmla="*/ 45 w 10000"/>
                <a:gd name="connsiteY9" fmla="*/ 5036 h 10796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68" name="Group 367">
              <a:extLst>
                <a:ext uri="{FF2B5EF4-FFF2-40B4-BE49-F238E27FC236}">
                  <a16:creationId xmlns:a16="http://schemas.microsoft.com/office/drawing/2014/main" id="{CE6E1DFD-0E16-E34D-9119-4A1DD7CF4F56}"/>
                </a:ext>
              </a:extLst>
            </p:cNvPr>
            <p:cNvGrpSpPr/>
            <p:nvPr/>
          </p:nvGrpSpPr>
          <p:grpSpPr>
            <a:xfrm>
              <a:off x="-1935370" y="2935816"/>
              <a:ext cx="2333625" cy="1590649"/>
              <a:chOff x="833331" y="2873352"/>
              <a:chExt cx="2333625" cy="1590649"/>
            </a:xfrm>
          </p:grpSpPr>
          <p:grpSp>
            <p:nvGrpSpPr>
              <p:cNvPr id="369" name="Group 368">
                <a:extLst>
                  <a:ext uri="{FF2B5EF4-FFF2-40B4-BE49-F238E27FC236}">
                    <a16:creationId xmlns:a16="http://schemas.microsoft.com/office/drawing/2014/main" id="{1E42DBB4-EF2A-1C4C-A0E4-0DF15571B339}"/>
                  </a:ext>
                </a:extLst>
              </p:cNvPr>
              <p:cNvGrpSpPr/>
              <p:nvPr/>
            </p:nvGrpSpPr>
            <p:grpSpPr>
              <a:xfrm>
                <a:off x="1736090" y="287335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418" name="Group 327">
                  <a:extLst>
                    <a:ext uri="{FF2B5EF4-FFF2-40B4-BE49-F238E27FC236}">
                      <a16:creationId xmlns:a16="http://schemas.microsoft.com/office/drawing/2014/main" id="{19D96760-368B-6A48-9D91-159071DDA1F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422" name="Oval 421">
                    <a:extLst>
                      <a:ext uri="{FF2B5EF4-FFF2-40B4-BE49-F238E27FC236}">
                        <a16:creationId xmlns:a16="http://schemas.microsoft.com/office/drawing/2014/main" id="{7B9DB84B-120A-064F-90AA-33E8F782B831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23" name="Rectangle 422">
                    <a:extLst>
                      <a:ext uri="{FF2B5EF4-FFF2-40B4-BE49-F238E27FC236}">
                        <a16:creationId xmlns:a16="http://schemas.microsoft.com/office/drawing/2014/main" id="{EB76D9E2-FD35-3C4A-9805-91BD6427990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24" name="Oval 423">
                    <a:extLst>
                      <a:ext uri="{FF2B5EF4-FFF2-40B4-BE49-F238E27FC236}">
                        <a16:creationId xmlns:a16="http://schemas.microsoft.com/office/drawing/2014/main" id="{5577FBB7-F58A-9E4E-A7CE-305D1FCDC7A3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25" name="Freeform 424">
                    <a:extLst>
                      <a:ext uri="{FF2B5EF4-FFF2-40B4-BE49-F238E27FC236}">
                        <a16:creationId xmlns:a16="http://schemas.microsoft.com/office/drawing/2014/main" id="{1C1EE56B-F4CB-3648-849A-DE224C58F3C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26" name="Freeform 425">
                    <a:extLst>
                      <a:ext uri="{FF2B5EF4-FFF2-40B4-BE49-F238E27FC236}">
                        <a16:creationId xmlns:a16="http://schemas.microsoft.com/office/drawing/2014/main" id="{0110F780-B9FA-F041-B863-73C0CDE9D95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27" name="Freeform 426">
                    <a:extLst>
                      <a:ext uri="{FF2B5EF4-FFF2-40B4-BE49-F238E27FC236}">
                        <a16:creationId xmlns:a16="http://schemas.microsoft.com/office/drawing/2014/main" id="{9F917B5B-289C-9A4A-9D65-33D33888143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28" name="Freeform 427">
                    <a:extLst>
                      <a:ext uri="{FF2B5EF4-FFF2-40B4-BE49-F238E27FC236}">
                        <a16:creationId xmlns:a16="http://schemas.microsoft.com/office/drawing/2014/main" id="{FCD5676C-4293-B04F-BBF1-E83F92FF5D7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429" name="Straight Connector 428">
                    <a:extLst>
                      <a:ext uri="{FF2B5EF4-FFF2-40B4-BE49-F238E27FC236}">
                        <a16:creationId xmlns:a16="http://schemas.microsoft.com/office/drawing/2014/main" id="{B3CBECA1-2E96-354A-97C9-2FD64216B13D}"/>
                      </a:ext>
                    </a:extLst>
                  </p:cNvPr>
                  <p:cNvCxnSpPr>
                    <a:endCxn id="424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430" name="Straight Connector 429">
                    <a:extLst>
                      <a:ext uri="{FF2B5EF4-FFF2-40B4-BE49-F238E27FC236}">
                        <a16:creationId xmlns:a16="http://schemas.microsoft.com/office/drawing/2014/main" id="{935CF34B-5A5D-6145-AE19-0AFDC9C54A7C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419" name="Group 418">
                  <a:extLst>
                    <a:ext uri="{FF2B5EF4-FFF2-40B4-BE49-F238E27FC236}">
                      <a16:creationId xmlns:a16="http://schemas.microsoft.com/office/drawing/2014/main" id="{05955716-39AA-6741-8048-0B0D7E88B57C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420" name="Oval 419">
                    <a:extLst>
                      <a:ext uri="{FF2B5EF4-FFF2-40B4-BE49-F238E27FC236}">
                        <a16:creationId xmlns:a16="http://schemas.microsoft.com/office/drawing/2014/main" id="{0E8F3993-0540-5547-B15B-A836DEF2B65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21" name="TextBox 420">
                    <a:extLst>
                      <a:ext uri="{FF2B5EF4-FFF2-40B4-BE49-F238E27FC236}">
                        <a16:creationId xmlns:a16="http://schemas.microsoft.com/office/drawing/2014/main" id="{589E1890-262F-CB4E-8BA9-F32E8C01FDBB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3b</a:t>
                    </a:r>
                  </a:p>
                </p:txBody>
              </p:sp>
            </p:grpSp>
          </p:grpSp>
          <p:grpSp>
            <p:nvGrpSpPr>
              <p:cNvPr id="370" name="Group 369">
                <a:extLst>
                  <a:ext uri="{FF2B5EF4-FFF2-40B4-BE49-F238E27FC236}">
                    <a16:creationId xmlns:a16="http://schemas.microsoft.com/office/drawing/2014/main" id="{C389C532-9F6C-B24E-8007-07DB1970A42B}"/>
                  </a:ext>
                </a:extLst>
              </p:cNvPr>
              <p:cNvGrpSpPr/>
              <p:nvPr/>
            </p:nvGrpSpPr>
            <p:grpSpPr>
              <a:xfrm>
                <a:off x="1740320" y="409466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405" name="Group 327">
                  <a:extLst>
                    <a:ext uri="{FF2B5EF4-FFF2-40B4-BE49-F238E27FC236}">
                      <a16:creationId xmlns:a16="http://schemas.microsoft.com/office/drawing/2014/main" id="{99E58A91-86E0-9A41-AD32-47399AFED8C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409" name="Oval 408">
                    <a:extLst>
                      <a:ext uri="{FF2B5EF4-FFF2-40B4-BE49-F238E27FC236}">
                        <a16:creationId xmlns:a16="http://schemas.microsoft.com/office/drawing/2014/main" id="{8237784B-2EBF-4347-9D1C-A66B4C950978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10" name="Rectangle 409">
                    <a:extLst>
                      <a:ext uri="{FF2B5EF4-FFF2-40B4-BE49-F238E27FC236}">
                        <a16:creationId xmlns:a16="http://schemas.microsoft.com/office/drawing/2014/main" id="{ED8D8D24-2794-CF46-9A3D-E1E6A0BF727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11" name="Oval 410">
                    <a:extLst>
                      <a:ext uri="{FF2B5EF4-FFF2-40B4-BE49-F238E27FC236}">
                        <a16:creationId xmlns:a16="http://schemas.microsoft.com/office/drawing/2014/main" id="{D1D297FB-D32F-C74F-AFB4-F3DB416FDCE0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12" name="Freeform 411">
                    <a:extLst>
                      <a:ext uri="{FF2B5EF4-FFF2-40B4-BE49-F238E27FC236}">
                        <a16:creationId xmlns:a16="http://schemas.microsoft.com/office/drawing/2014/main" id="{83D53016-C228-4D46-902B-99277D1B2EF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13" name="Freeform 412">
                    <a:extLst>
                      <a:ext uri="{FF2B5EF4-FFF2-40B4-BE49-F238E27FC236}">
                        <a16:creationId xmlns:a16="http://schemas.microsoft.com/office/drawing/2014/main" id="{0F276182-0590-F149-BCBF-849757E26E0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14" name="Freeform 413">
                    <a:extLst>
                      <a:ext uri="{FF2B5EF4-FFF2-40B4-BE49-F238E27FC236}">
                        <a16:creationId xmlns:a16="http://schemas.microsoft.com/office/drawing/2014/main" id="{6F6D8CA7-D49D-3A43-8B1F-417701FB70D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15" name="Freeform 414">
                    <a:extLst>
                      <a:ext uri="{FF2B5EF4-FFF2-40B4-BE49-F238E27FC236}">
                        <a16:creationId xmlns:a16="http://schemas.microsoft.com/office/drawing/2014/main" id="{C1D501FE-0FE1-EE49-8EA6-95466D1E316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416" name="Straight Connector 415">
                    <a:extLst>
                      <a:ext uri="{FF2B5EF4-FFF2-40B4-BE49-F238E27FC236}">
                        <a16:creationId xmlns:a16="http://schemas.microsoft.com/office/drawing/2014/main" id="{5705EF95-285C-AA45-B0FD-2D7A910CC0C1}"/>
                      </a:ext>
                    </a:extLst>
                  </p:cNvPr>
                  <p:cNvCxnSpPr>
                    <a:endCxn id="411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417" name="Straight Connector 416">
                    <a:extLst>
                      <a:ext uri="{FF2B5EF4-FFF2-40B4-BE49-F238E27FC236}">
                        <a16:creationId xmlns:a16="http://schemas.microsoft.com/office/drawing/2014/main" id="{2E1F92CC-8093-4749-9295-047AD38EBB18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406" name="Group 405">
                  <a:extLst>
                    <a:ext uri="{FF2B5EF4-FFF2-40B4-BE49-F238E27FC236}">
                      <a16:creationId xmlns:a16="http://schemas.microsoft.com/office/drawing/2014/main" id="{37953D0B-1ABB-C94A-A13F-249DB103CAF5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407" name="Oval 406">
                    <a:extLst>
                      <a:ext uri="{FF2B5EF4-FFF2-40B4-BE49-F238E27FC236}">
                        <a16:creationId xmlns:a16="http://schemas.microsoft.com/office/drawing/2014/main" id="{27520DAF-20CE-F441-96B5-A8F0348576C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08" name="TextBox 407">
                    <a:extLst>
                      <a:ext uri="{FF2B5EF4-FFF2-40B4-BE49-F238E27FC236}">
                        <a16:creationId xmlns:a16="http://schemas.microsoft.com/office/drawing/2014/main" id="{6D313AC0-5B65-FC40-8291-21F4275225B7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3d</a:t>
                    </a:r>
                  </a:p>
                </p:txBody>
              </p:sp>
            </p:grpSp>
          </p:grpSp>
          <p:grpSp>
            <p:nvGrpSpPr>
              <p:cNvPr id="371" name="Group 370">
                <a:extLst>
                  <a:ext uri="{FF2B5EF4-FFF2-40B4-BE49-F238E27FC236}">
                    <a16:creationId xmlns:a16="http://schemas.microsoft.com/office/drawing/2014/main" id="{9C70624D-098A-B244-9077-1AB9C396702D}"/>
                  </a:ext>
                </a:extLst>
              </p:cNvPr>
              <p:cNvGrpSpPr/>
              <p:nvPr/>
            </p:nvGrpSpPr>
            <p:grpSpPr>
              <a:xfrm>
                <a:off x="2601806" y="348507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392" name="Group 327">
                  <a:extLst>
                    <a:ext uri="{FF2B5EF4-FFF2-40B4-BE49-F238E27FC236}">
                      <a16:creationId xmlns:a16="http://schemas.microsoft.com/office/drawing/2014/main" id="{15B98BC7-5F33-9741-A19A-C843F4EAEA2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96" name="Oval 395">
                    <a:extLst>
                      <a:ext uri="{FF2B5EF4-FFF2-40B4-BE49-F238E27FC236}">
                        <a16:creationId xmlns:a16="http://schemas.microsoft.com/office/drawing/2014/main" id="{0F602CB5-B70C-E641-B962-E34B26BC6DBB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7" name="Rectangle 396">
                    <a:extLst>
                      <a:ext uri="{FF2B5EF4-FFF2-40B4-BE49-F238E27FC236}">
                        <a16:creationId xmlns:a16="http://schemas.microsoft.com/office/drawing/2014/main" id="{B0B57F5B-5412-D243-A2B3-6566D084C25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8" name="Oval 397">
                    <a:extLst>
                      <a:ext uri="{FF2B5EF4-FFF2-40B4-BE49-F238E27FC236}">
                        <a16:creationId xmlns:a16="http://schemas.microsoft.com/office/drawing/2014/main" id="{B70585CA-1DC4-964B-8CD8-05EE5B91EDD9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9" name="Freeform 398">
                    <a:extLst>
                      <a:ext uri="{FF2B5EF4-FFF2-40B4-BE49-F238E27FC236}">
                        <a16:creationId xmlns:a16="http://schemas.microsoft.com/office/drawing/2014/main" id="{DBD27553-16D1-8C4E-9179-556CD325F95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00" name="Freeform 399">
                    <a:extLst>
                      <a:ext uri="{FF2B5EF4-FFF2-40B4-BE49-F238E27FC236}">
                        <a16:creationId xmlns:a16="http://schemas.microsoft.com/office/drawing/2014/main" id="{086B7346-EF73-D14E-AA39-8A6B845E756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01" name="Freeform 400">
                    <a:extLst>
                      <a:ext uri="{FF2B5EF4-FFF2-40B4-BE49-F238E27FC236}">
                        <a16:creationId xmlns:a16="http://schemas.microsoft.com/office/drawing/2014/main" id="{6AD559A5-4712-BA4A-A512-99D60F07913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02" name="Freeform 401">
                    <a:extLst>
                      <a:ext uri="{FF2B5EF4-FFF2-40B4-BE49-F238E27FC236}">
                        <a16:creationId xmlns:a16="http://schemas.microsoft.com/office/drawing/2014/main" id="{94F5FA38-66E3-6F4F-AA3E-6FD2FB5AF58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403" name="Straight Connector 402">
                    <a:extLst>
                      <a:ext uri="{FF2B5EF4-FFF2-40B4-BE49-F238E27FC236}">
                        <a16:creationId xmlns:a16="http://schemas.microsoft.com/office/drawing/2014/main" id="{6CC5B9EB-41AA-7448-8F27-EB917271F59F}"/>
                      </a:ext>
                    </a:extLst>
                  </p:cNvPr>
                  <p:cNvCxnSpPr>
                    <a:endCxn id="398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404" name="Straight Connector 403">
                    <a:extLst>
                      <a:ext uri="{FF2B5EF4-FFF2-40B4-BE49-F238E27FC236}">
                        <a16:creationId xmlns:a16="http://schemas.microsoft.com/office/drawing/2014/main" id="{E783ACFF-A16A-2247-94A8-A25FE4F16F4D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393" name="Group 392">
                  <a:extLst>
                    <a:ext uri="{FF2B5EF4-FFF2-40B4-BE49-F238E27FC236}">
                      <a16:creationId xmlns:a16="http://schemas.microsoft.com/office/drawing/2014/main" id="{231470FB-F7D4-4A4A-87D4-61739203FF21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394" name="Oval 393">
                    <a:extLst>
                      <a:ext uri="{FF2B5EF4-FFF2-40B4-BE49-F238E27FC236}">
                        <a16:creationId xmlns:a16="http://schemas.microsoft.com/office/drawing/2014/main" id="{084834AF-E8D6-9044-A221-3DF5D73245C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5" name="TextBox 394">
                    <a:extLst>
                      <a:ext uri="{FF2B5EF4-FFF2-40B4-BE49-F238E27FC236}">
                        <a16:creationId xmlns:a16="http://schemas.microsoft.com/office/drawing/2014/main" id="{A70B5A42-B674-BE45-8819-B3A0C856DE2A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3c</a:t>
                    </a:r>
                  </a:p>
                </p:txBody>
              </p:sp>
            </p:grpSp>
          </p:grpSp>
          <p:grpSp>
            <p:nvGrpSpPr>
              <p:cNvPr id="372" name="Group 371">
                <a:extLst>
                  <a:ext uri="{FF2B5EF4-FFF2-40B4-BE49-F238E27FC236}">
                    <a16:creationId xmlns:a16="http://schemas.microsoft.com/office/drawing/2014/main" id="{EBDA0941-6188-F94C-BAAF-E8BE5AECBD9B}"/>
                  </a:ext>
                </a:extLst>
              </p:cNvPr>
              <p:cNvGrpSpPr/>
              <p:nvPr/>
            </p:nvGrpSpPr>
            <p:grpSpPr>
              <a:xfrm>
                <a:off x="833331" y="347871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379" name="Group 327">
                  <a:extLst>
                    <a:ext uri="{FF2B5EF4-FFF2-40B4-BE49-F238E27FC236}">
                      <a16:creationId xmlns:a16="http://schemas.microsoft.com/office/drawing/2014/main" id="{665FAE86-DDA2-E943-A79F-3332C3F59D5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83" name="Oval 382">
                    <a:extLst>
                      <a:ext uri="{FF2B5EF4-FFF2-40B4-BE49-F238E27FC236}">
                        <a16:creationId xmlns:a16="http://schemas.microsoft.com/office/drawing/2014/main" id="{10608A40-AF9C-7E42-B440-3D5C185F8F49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4" name="Rectangle 383">
                    <a:extLst>
                      <a:ext uri="{FF2B5EF4-FFF2-40B4-BE49-F238E27FC236}">
                        <a16:creationId xmlns:a16="http://schemas.microsoft.com/office/drawing/2014/main" id="{B47D6D27-54FB-1247-92F3-B6372E39134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5" name="Oval 384">
                    <a:extLst>
                      <a:ext uri="{FF2B5EF4-FFF2-40B4-BE49-F238E27FC236}">
                        <a16:creationId xmlns:a16="http://schemas.microsoft.com/office/drawing/2014/main" id="{C0B95F0F-B3AE-CA44-A688-0C1986119A0B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6" name="Freeform 385">
                    <a:extLst>
                      <a:ext uri="{FF2B5EF4-FFF2-40B4-BE49-F238E27FC236}">
                        <a16:creationId xmlns:a16="http://schemas.microsoft.com/office/drawing/2014/main" id="{33AA2C8C-5C10-2F4E-887F-17B7696460C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7" name="Freeform 386">
                    <a:extLst>
                      <a:ext uri="{FF2B5EF4-FFF2-40B4-BE49-F238E27FC236}">
                        <a16:creationId xmlns:a16="http://schemas.microsoft.com/office/drawing/2014/main" id="{5F9196CA-FAD0-6942-8893-CC3E165ABBE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8" name="Freeform 387">
                    <a:extLst>
                      <a:ext uri="{FF2B5EF4-FFF2-40B4-BE49-F238E27FC236}">
                        <a16:creationId xmlns:a16="http://schemas.microsoft.com/office/drawing/2014/main" id="{9D5EE819-D99D-B548-BB91-262CCD86F8E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9" name="Freeform 388">
                    <a:extLst>
                      <a:ext uri="{FF2B5EF4-FFF2-40B4-BE49-F238E27FC236}">
                        <a16:creationId xmlns:a16="http://schemas.microsoft.com/office/drawing/2014/main" id="{B8FA780E-A164-5B48-A0E5-58E4AE9249C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90" name="Straight Connector 389">
                    <a:extLst>
                      <a:ext uri="{FF2B5EF4-FFF2-40B4-BE49-F238E27FC236}">
                        <a16:creationId xmlns:a16="http://schemas.microsoft.com/office/drawing/2014/main" id="{BD021C86-0683-294D-A1F0-C9E45B200A32}"/>
                      </a:ext>
                    </a:extLst>
                  </p:cNvPr>
                  <p:cNvCxnSpPr>
                    <a:endCxn id="385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391" name="Straight Connector 390">
                    <a:extLst>
                      <a:ext uri="{FF2B5EF4-FFF2-40B4-BE49-F238E27FC236}">
                        <a16:creationId xmlns:a16="http://schemas.microsoft.com/office/drawing/2014/main" id="{E141CDA7-AB94-1847-A09B-9BDEC5B999C4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380" name="Group 379">
                  <a:extLst>
                    <a:ext uri="{FF2B5EF4-FFF2-40B4-BE49-F238E27FC236}">
                      <a16:creationId xmlns:a16="http://schemas.microsoft.com/office/drawing/2014/main" id="{0BB72601-3183-F246-9A0B-2D48AA8ED500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381" name="Oval 380">
                    <a:extLst>
                      <a:ext uri="{FF2B5EF4-FFF2-40B4-BE49-F238E27FC236}">
                        <a16:creationId xmlns:a16="http://schemas.microsoft.com/office/drawing/2014/main" id="{DAB133BC-FF9E-FA43-A4F7-D92612BE38B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2" name="TextBox 381">
                    <a:extLst>
                      <a:ext uri="{FF2B5EF4-FFF2-40B4-BE49-F238E27FC236}">
                        <a16:creationId xmlns:a16="http://schemas.microsoft.com/office/drawing/2014/main" id="{C301D58D-4755-AD47-A651-655BBEF183A3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3a</a:t>
                    </a:r>
                  </a:p>
                </p:txBody>
              </p:sp>
            </p:grpSp>
          </p:grpSp>
          <p:cxnSp>
            <p:nvCxnSpPr>
              <p:cNvPr id="373" name="Straight Connector 372">
                <a:extLst>
                  <a:ext uri="{FF2B5EF4-FFF2-40B4-BE49-F238E27FC236}">
                    <a16:creationId xmlns:a16="http://schemas.microsoft.com/office/drawing/2014/main" id="{9A1DF12C-66C0-744B-913D-868AA8CB022D}"/>
                  </a:ext>
                </a:extLst>
              </p:cNvPr>
              <p:cNvCxnSpPr>
                <a:stCxn id="421" idx="2"/>
                <a:endCxn id="408" idx="0"/>
              </p:cNvCxnSpPr>
              <p:nvPr/>
            </p:nvCxnSpPr>
            <p:spPr bwMode="auto">
              <a:xfrm>
                <a:off x="1991073" y="3242684"/>
                <a:ext cx="4230" cy="851985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74" name="Straight Connector 373">
                <a:extLst>
                  <a:ext uri="{FF2B5EF4-FFF2-40B4-BE49-F238E27FC236}">
                    <a16:creationId xmlns:a16="http://schemas.microsoft.com/office/drawing/2014/main" id="{9019AE42-AAC5-DB4C-9F68-FD0133EDF5F8}"/>
                  </a:ext>
                </a:extLst>
              </p:cNvPr>
              <p:cNvCxnSpPr/>
              <p:nvPr/>
            </p:nvCxnSpPr>
            <p:spPr bwMode="auto">
              <a:xfrm>
                <a:off x="1407477" y="3648621"/>
                <a:ext cx="1204913" cy="6353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75" name="Straight Connector 374">
                <a:extLst>
                  <a:ext uri="{FF2B5EF4-FFF2-40B4-BE49-F238E27FC236}">
                    <a16:creationId xmlns:a16="http://schemas.microsoft.com/office/drawing/2014/main" id="{819AAA66-3D17-9E49-A9F2-7B012117B9BE}"/>
                  </a:ext>
                </a:extLst>
              </p:cNvPr>
              <p:cNvCxnSpPr>
                <a:stCxn id="422" idx="7"/>
              </p:cNvCxnSpPr>
              <p:nvPr/>
            </p:nvCxnSpPr>
            <p:spPr bwMode="auto">
              <a:xfrm>
                <a:off x="2218708" y="3154477"/>
                <a:ext cx="480042" cy="369773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B5D58B47-FCD5-3545-B262-C438BEEA9398}"/>
                  </a:ext>
                </a:extLst>
              </p:cNvPr>
              <p:cNvCxnSpPr/>
              <p:nvPr/>
            </p:nvCxnSpPr>
            <p:spPr bwMode="auto">
              <a:xfrm>
                <a:off x="1300073" y="3786304"/>
                <a:ext cx="477927" cy="357071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77" name="Straight Connector 376">
                <a:extLst>
                  <a:ext uri="{FF2B5EF4-FFF2-40B4-BE49-F238E27FC236}">
                    <a16:creationId xmlns:a16="http://schemas.microsoft.com/office/drawing/2014/main" id="{9D1A1ACC-C681-BA4E-A2E3-2C6C71834A9D}"/>
                  </a:ext>
                </a:extLst>
              </p:cNvPr>
              <p:cNvCxnSpPr/>
              <p:nvPr/>
            </p:nvCxnSpPr>
            <p:spPr bwMode="auto">
              <a:xfrm flipH="1">
                <a:off x="2196042" y="3783542"/>
                <a:ext cx="508002" cy="349250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78" name="Straight Connector 377">
                <a:extLst>
                  <a:ext uri="{FF2B5EF4-FFF2-40B4-BE49-F238E27FC236}">
                    <a16:creationId xmlns:a16="http://schemas.microsoft.com/office/drawing/2014/main" id="{2222DD7C-E585-7B4F-9112-7512986C2399}"/>
                  </a:ext>
                </a:extLst>
              </p:cNvPr>
              <p:cNvCxnSpPr/>
              <p:nvPr/>
            </p:nvCxnSpPr>
            <p:spPr bwMode="auto">
              <a:xfrm flipH="1">
                <a:off x="1287553" y="3166946"/>
                <a:ext cx="508002" cy="349250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24F07CA7-5B75-564A-BC27-B6FFE9642DC4}"/>
              </a:ext>
            </a:extLst>
          </p:cNvPr>
          <p:cNvCxnSpPr/>
          <p:nvPr/>
        </p:nvCxnSpPr>
        <p:spPr bwMode="auto">
          <a:xfrm flipH="1">
            <a:off x="4711988" y="2705105"/>
            <a:ext cx="495463" cy="495451"/>
          </a:xfrm>
          <a:prstGeom prst="line">
            <a:avLst/>
          </a:prstGeom>
          <a:solidFill>
            <a:srgbClr val="00CC99"/>
          </a:solidFill>
          <a:ln w="38100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2" name="Straight Connector 431">
            <a:extLst>
              <a:ext uri="{FF2B5EF4-FFF2-40B4-BE49-F238E27FC236}">
                <a16:creationId xmlns:a16="http://schemas.microsoft.com/office/drawing/2014/main" id="{9FF439ED-263B-C24E-94AF-EE4EE36210C4}"/>
              </a:ext>
            </a:extLst>
          </p:cNvPr>
          <p:cNvCxnSpPr>
            <a:endCxn id="331" idx="7"/>
          </p:cNvCxnSpPr>
          <p:nvPr/>
        </p:nvCxnSpPr>
        <p:spPr bwMode="auto">
          <a:xfrm flipH="1" flipV="1">
            <a:off x="7345281" y="2689306"/>
            <a:ext cx="498946" cy="573893"/>
          </a:xfrm>
          <a:prstGeom prst="line">
            <a:avLst/>
          </a:prstGeom>
          <a:solidFill>
            <a:srgbClr val="00CC99"/>
          </a:solidFill>
          <a:ln w="38100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3" name="TextBox 432">
            <a:extLst>
              <a:ext uri="{FF2B5EF4-FFF2-40B4-BE49-F238E27FC236}">
                <a16:creationId xmlns:a16="http://schemas.microsoft.com/office/drawing/2014/main" id="{C24A3C6B-68F8-6E44-9DD7-953428A63071}"/>
              </a:ext>
            </a:extLst>
          </p:cNvPr>
          <p:cNvSpPr txBox="1"/>
          <p:nvPr/>
        </p:nvSpPr>
        <p:spPr>
          <a:xfrm>
            <a:off x="5926240" y="3607892"/>
            <a:ext cx="753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90"/>
                </a:solidFill>
                <a:latin typeface="Arial" charset="0"/>
                <a:ea typeface="ＭＳ Ｐゴシック" charset="0"/>
              </a:rPr>
              <a:t>AS 2</a:t>
            </a:r>
          </a:p>
        </p:txBody>
      </p:sp>
      <p:sp>
        <p:nvSpPr>
          <p:cNvPr id="434" name="TextBox 433">
            <a:extLst>
              <a:ext uri="{FF2B5EF4-FFF2-40B4-BE49-F238E27FC236}">
                <a16:creationId xmlns:a16="http://schemas.microsoft.com/office/drawing/2014/main" id="{17760C06-DAEA-6243-AA80-83E56D44BFA9}"/>
              </a:ext>
            </a:extLst>
          </p:cNvPr>
          <p:cNvSpPr txBox="1"/>
          <p:nvPr/>
        </p:nvSpPr>
        <p:spPr>
          <a:xfrm>
            <a:off x="8597533" y="4364108"/>
            <a:ext cx="753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90"/>
                </a:solidFill>
                <a:latin typeface="Arial" charset="0"/>
                <a:ea typeface="ＭＳ Ｐゴシック" charset="0"/>
              </a:rPr>
              <a:t>AS 3</a:t>
            </a:r>
          </a:p>
        </p:txBody>
      </p:sp>
      <p:sp>
        <p:nvSpPr>
          <p:cNvPr id="435" name="TextBox 434">
            <a:extLst>
              <a:ext uri="{FF2B5EF4-FFF2-40B4-BE49-F238E27FC236}">
                <a16:creationId xmlns:a16="http://schemas.microsoft.com/office/drawing/2014/main" id="{6F41EED2-8B55-514F-83D4-8FFF6CD74049}"/>
              </a:ext>
            </a:extLst>
          </p:cNvPr>
          <p:cNvSpPr txBox="1"/>
          <p:nvPr/>
        </p:nvSpPr>
        <p:spPr>
          <a:xfrm>
            <a:off x="3316617" y="4308296"/>
            <a:ext cx="753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90"/>
                </a:solidFill>
                <a:latin typeface="Arial" charset="0"/>
                <a:ea typeface="ＭＳ Ｐゴシック" charset="0"/>
              </a:rPr>
              <a:t>AS 1</a:t>
            </a:r>
          </a:p>
        </p:txBody>
      </p:sp>
      <p:grpSp>
        <p:nvGrpSpPr>
          <p:cNvPr id="436" name="Group 435">
            <a:extLst>
              <a:ext uri="{FF2B5EF4-FFF2-40B4-BE49-F238E27FC236}">
                <a16:creationId xmlns:a16="http://schemas.microsoft.com/office/drawing/2014/main" id="{A18A75F7-048B-F746-9AC4-6012DBA7876A}"/>
              </a:ext>
            </a:extLst>
          </p:cNvPr>
          <p:cNvGrpSpPr/>
          <p:nvPr/>
        </p:nvGrpSpPr>
        <p:grpSpPr>
          <a:xfrm>
            <a:off x="2711421" y="2143251"/>
            <a:ext cx="6465899" cy="3959125"/>
            <a:chOff x="1020408" y="2368720"/>
            <a:chExt cx="6465899" cy="3959125"/>
          </a:xfrm>
        </p:grpSpPr>
        <p:grpSp>
          <p:nvGrpSpPr>
            <p:cNvPr id="437" name="Group 436">
              <a:extLst>
                <a:ext uri="{FF2B5EF4-FFF2-40B4-BE49-F238E27FC236}">
                  <a16:creationId xmlns:a16="http://schemas.microsoft.com/office/drawing/2014/main" id="{A53AC2EB-91C2-F746-B123-4DDFF13D1D57}"/>
                </a:ext>
              </a:extLst>
            </p:cNvPr>
            <p:cNvGrpSpPr/>
            <p:nvPr/>
          </p:nvGrpSpPr>
          <p:grpSpPr>
            <a:xfrm>
              <a:off x="1020408" y="2368720"/>
              <a:ext cx="5734325" cy="3959125"/>
              <a:chOff x="1020408" y="2368720"/>
              <a:chExt cx="5734325" cy="3959125"/>
            </a:xfrm>
          </p:grpSpPr>
          <p:grpSp>
            <p:nvGrpSpPr>
              <p:cNvPr id="439" name="Group 438">
                <a:extLst>
                  <a:ext uri="{FF2B5EF4-FFF2-40B4-BE49-F238E27FC236}">
                    <a16:creationId xmlns:a16="http://schemas.microsoft.com/office/drawing/2014/main" id="{8CDE828F-A571-994C-B96F-B66021FD9E95}"/>
                  </a:ext>
                </a:extLst>
              </p:cNvPr>
              <p:cNvGrpSpPr/>
              <p:nvPr/>
            </p:nvGrpSpPr>
            <p:grpSpPr>
              <a:xfrm>
                <a:off x="1146544" y="5725901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445" name="Group 327">
                  <a:extLst>
                    <a:ext uri="{FF2B5EF4-FFF2-40B4-BE49-F238E27FC236}">
                      <a16:creationId xmlns:a16="http://schemas.microsoft.com/office/drawing/2014/main" id="{7DB507C2-899A-2A48-A472-076F2BBF588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449" name="Oval 448">
                    <a:extLst>
                      <a:ext uri="{FF2B5EF4-FFF2-40B4-BE49-F238E27FC236}">
                        <a16:creationId xmlns:a16="http://schemas.microsoft.com/office/drawing/2014/main" id="{F63A2817-46A6-F443-AC44-F44A7ECB9F8A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50" name="Rectangle 449">
                    <a:extLst>
                      <a:ext uri="{FF2B5EF4-FFF2-40B4-BE49-F238E27FC236}">
                        <a16:creationId xmlns:a16="http://schemas.microsoft.com/office/drawing/2014/main" id="{64F9A520-9DD5-934F-9649-C563057A358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51" name="Oval 450">
                    <a:extLst>
                      <a:ext uri="{FF2B5EF4-FFF2-40B4-BE49-F238E27FC236}">
                        <a16:creationId xmlns:a16="http://schemas.microsoft.com/office/drawing/2014/main" id="{172E238D-4B7E-9B43-B5DC-B60FD87DB9DC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52" name="Freeform 451">
                    <a:extLst>
                      <a:ext uri="{FF2B5EF4-FFF2-40B4-BE49-F238E27FC236}">
                        <a16:creationId xmlns:a16="http://schemas.microsoft.com/office/drawing/2014/main" id="{E0151430-1B7A-8F4A-A43D-E8A0573B179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53" name="Freeform 452">
                    <a:extLst>
                      <a:ext uri="{FF2B5EF4-FFF2-40B4-BE49-F238E27FC236}">
                        <a16:creationId xmlns:a16="http://schemas.microsoft.com/office/drawing/2014/main" id="{3699656C-ED01-8044-A2A9-9CCB143DA58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54" name="Freeform 453">
                    <a:extLst>
                      <a:ext uri="{FF2B5EF4-FFF2-40B4-BE49-F238E27FC236}">
                        <a16:creationId xmlns:a16="http://schemas.microsoft.com/office/drawing/2014/main" id="{B02D3E38-4A22-CD40-AA98-AF5DEB5D7A4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55" name="Freeform 454">
                    <a:extLst>
                      <a:ext uri="{FF2B5EF4-FFF2-40B4-BE49-F238E27FC236}">
                        <a16:creationId xmlns:a16="http://schemas.microsoft.com/office/drawing/2014/main" id="{C8AD0F66-DCC0-C248-AC18-4163E0911E5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456" name="Straight Connector 455">
                    <a:extLst>
                      <a:ext uri="{FF2B5EF4-FFF2-40B4-BE49-F238E27FC236}">
                        <a16:creationId xmlns:a16="http://schemas.microsoft.com/office/drawing/2014/main" id="{4E8CAF2A-B68B-0342-8DB8-CEFAA26C7ACD}"/>
                      </a:ext>
                    </a:extLst>
                  </p:cNvPr>
                  <p:cNvCxnSpPr>
                    <a:endCxn id="451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457" name="Straight Connector 456">
                    <a:extLst>
                      <a:ext uri="{FF2B5EF4-FFF2-40B4-BE49-F238E27FC236}">
                        <a16:creationId xmlns:a16="http://schemas.microsoft.com/office/drawing/2014/main" id="{79808F3B-5338-CA4C-BB20-72DFD3FC58FB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446" name="Group 445">
                  <a:extLst>
                    <a:ext uri="{FF2B5EF4-FFF2-40B4-BE49-F238E27FC236}">
                      <a16:creationId xmlns:a16="http://schemas.microsoft.com/office/drawing/2014/main" id="{F7834A01-840C-9641-A3E4-C59BA2DC7FC8}"/>
                    </a:ext>
                  </a:extLst>
                </p:cNvPr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447" name="Oval 446">
                    <a:extLst>
                      <a:ext uri="{FF2B5EF4-FFF2-40B4-BE49-F238E27FC236}">
                        <a16:creationId xmlns:a16="http://schemas.microsoft.com/office/drawing/2014/main" id="{2A7E029A-75F0-614A-B5E8-B87AD51B8BB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48" name="TextBox 447">
                    <a:extLst>
                      <a:ext uri="{FF2B5EF4-FFF2-40B4-BE49-F238E27FC236}">
                        <a16:creationId xmlns:a16="http://schemas.microsoft.com/office/drawing/2014/main" id="{28310241-BB7D-9A48-BD30-785C2A40B6C7}"/>
                      </a:ext>
                    </a:extLst>
                  </p:cNvPr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1c</a:t>
                    </a:r>
                  </a:p>
                </p:txBody>
              </p:sp>
            </p:grpSp>
          </p:grpSp>
          <p:sp>
            <p:nvSpPr>
              <p:cNvPr id="440" name="Oval 439">
                <a:extLst>
                  <a:ext uri="{FF2B5EF4-FFF2-40B4-BE49-F238E27FC236}">
                    <a16:creationId xmlns:a16="http://schemas.microsoft.com/office/drawing/2014/main" id="{6A304910-8754-7E45-BA14-8F35CB53B700}"/>
                  </a:ext>
                </a:extLst>
              </p:cNvPr>
              <p:cNvSpPr/>
              <p:nvPr/>
            </p:nvSpPr>
            <p:spPr bwMode="auto">
              <a:xfrm>
                <a:off x="1020408" y="5511349"/>
                <a:ext cx="839004" cy="816496"/>
              </a:xfrm>
              <a:prstGeom prst="ellipse">
                <a:avLst/>
              </a:prstGeom>
              <a:noFill/>
              <a:ln w="19050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41" name="Oval 440">
                <a:extLst>
                  <a:ext uri="{FF2B5EF4-FFF2-40B4-BE49-F238E27FC236}">
                    <a16:creationId xmlns:a16="http://schemas.microsoft.com/office/drawing/2014/main" id="{B5398DB6-00AC-E84B-8FC3-AB4E80C61FCA}"/>
                  </a:ext>
                </a:extLst>
              </p:cNvPr>
              <p:cNvSpPr/>
              <p:nvPr/>
            </p:nvSpPr>
            <p:spPr bwMode="auto">
              <a:xfrm>
                <a:off x="2442651" y="3191580"/>
                <a:ext cx="839004" cy="816496"/>
              </a:xfrm>
              <a:prstGeom prst="ellipse">
                <a:avLst/>
              </a:prstGeom>
              <a:noFill/>
              <a:ln w="19050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42" name="Oval 441">
                <a:extLst>
                  <a:ext uri="{FF2B5EF4-FFF2-40B4-BE49-F238E27FC236}">
                    <a16:creationId xmlns:a16="http://schemas.microsoft.com/office/drawing/2014/main" id="{4B6D0F25-82B6-4449-8E73-0F9B6AEF718E}"/>
                  </a:ext>
                </a:extLst>
              </p:cNvPr>
              <p:cNvSpPr/>
              <p:nvPr/>
            </p:nvSpPr>
            <p:spPr bwMode="auto">
              <a:xfrm>
                <a:off x="3252649" y="2368720"/>
                <a:ext cx="839004" cy="816496"/>
              </a:xfrm>
              <a:prstGeom prst="ellipse">
                <a:avLst/>
              </a:prstGeom>
              <a:noFill/>
              <a:ln w="19050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43" name="Oval 442">
                <a:extLst>
                  <a:ext uri="{FF2B5EF4-FFF2-40B4-BE49-F238E27FC236}">
                    <a16:creationId xmlns:a16="http://schemas.microsoft.com/office/drawing/2014/main" id="{7858B7DD-439C-5A4F-AA12-2ADB525BD534}"/>
                  </a:ext>
                </a:extLst>
              </p:cNvPr>
              <p:cNvSpPr/>
              <p:nvPr/>
            </p:nvSpPr>
            <p:spPr bwMode="auto">
              <a:xfrm>
                <a:off x="5037704" y="2453079"/>
                <a:ext cx="839004" cy="816496"/>
              </a:xfrm>
              <a:prstGeom prst="ellipse">
                <a:avLst/>
              </a:prstGeom>
              <a:noFill/>
              <a:ln w="19050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∂</a:t>
                </a:r>
              </a:p>
            </p:txBody>
          </p:sp>
          <p:sp>
            <p:nvSpPr>
              <p:cNvPr id="444" name="Oval 443">
                <a:extLst>
                  <a:ext uri="{FF2B5EF4-FFF2-40B4-BE49-F238E27FC236}">
                    <a16:creationId xmlns:a16="http://schemas.microsoft.com/office/drawing/2014/main" id="{12D4F31E-B8A4-8546-AEBC-539E1FA703F2}"/>
                  </a:ext>
                </a:extLst>
              </p:cNvPr>
              <p:cNvSpPr/>
              <p:nvPr/>
            </p:nvSpPr>
            <p:spPr bwMode="auto">
              <a:xfrm>
                <a:off x="5915729" y="3217852"/>
                <a:ext cx="839004" cy="816496"/>
              </a:xfrm>
              <a:prstGeom prst="ellipse">
                <a:avLst/>
              </a:prstGeom>
              <a:noFill/>
              <a:ln w="19050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∂</a:t>
                </a:r>
              </a:p>
            </p:txBody>
          </p:sp>
        </p:grpSp>
        <p:sp>
          <p:nvSpPr>
            <p:cNvPr id="438" name="TextBox 437">
              <a:extLst>
                <a:ext uri="{FF2B5EF4-FFF2-40B4-BE49-F238E27FC236}">
                  <a16:creationId xmlns:a16="http://schemas.microsoft.com/office/drawing/2014/main" id="{B1D970B4-50AC-DE42-A103-DADA8DD74EC8}"/>
                </a:ext>
              </a:extLst>
            </p:cNvPr>
            <p:cNvSpPr txBox="1"/>
            <p:nvPr/>
          </p:nvSpPr>
          <p:spPr>
            <a:xfrm>
              <a:off x="2018143" y="5692792"/>
              <a:ext cx="54681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gateway routers run both eBGP and iBGP protocols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8965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515600" cy="894622"/>
          </a:xfrm>
        </p:spPr>
        <p:txBody>
          <a:bodyPr/>
          <a:lstStyle/>
          <a:p>
            <a:r>
              <a:rPr lang="en-US" dirty="0"/>
              <a:t>BGP basics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6433D-1EBF-D447-9924-50E7F0E2E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29" name="Rectangle 4">
            <a:extLst>
              <a:ext uri="{FF2B5EF4-FFF2-40B4-BE49-F238E27FC236}">
                <a16:creationId xmlns:a16="http://schemas.microsoft.com/office/drawing/2014/main" id="{DCAA8DA2-D27E-D149-BF59-3D35D2D4D206}"/>
              </a:ext>
            </a:extLst>
          </p:cNvPr>
          <p:cNvSpPr txBox="1">
            <a:spLocks noChangeArrowheads="1"/>
          </p:cNvSpPr>
          <p:nvPr/>
        </p:nvSpPr>
        <p:spPr>
          <a:xfrm>
            <a:off x="952500" y="2841538"/>
            <a:ext cx="10972278" cy="12340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2575" indent="-282575"/>
            <a:r>
              <a:rPr lang="en-US" dirty="0"/>
              <a:t>when AS3 gateway 3a advertises </a:t>
            </a:r>
            <a:r>
              <a:rPr lang="en-US" dirty="0">
                <a:solidFill>
                  <a:srgbClr val="0000A8"/>
                </a:solidFill>
              </a:rPr>
              <a:t>path </a:t>
            </a:r>
            <a:r>
              <a:rPr lang="en-US" sz="2400" dirty="0">
                <a:solidFill>
                  <a:srgbClr val="0000A8"/>
                </a:solidFill>
              </a:rPr>
              <a:t>AS3,X </a:t>
            </a:r>
            <a:r>
              <a:rPr lang="en-US" dirty="0"/>
              <a:t>to AS2 gateway 2c:</a:t>
            </a:r>
          </a:p>
          <a:p>
            <a:pPr marL="685800" lvl="1" indent="-228600"/>
            <a:r>
              <a:rPr lang="en-US" dirty="0"/>
              <a:t>AS3 </a:t>
            </a:r>
            <a:r>
              <a:rPr lang="en-US" i="1" dirty="0">
                <a:solidFill>
                  <a:srgbClr val="0000A8"/>
                </a:solidFill>
              </a:rPr>
              <a:t>promises</a:t>
            </a:r>
            <a:r>
              <a:rPr lang="en-US" dirty="0"/>
              <a:t> to AS2 it will forward datagrams towards X</a:t>
            </a:r>
          </a:p>
          <a:p>
            <a:pPr marL="0" indent="0">
              <a:buFont typeface="Wingdings" pitchFamily="2" charset="2"/>
              <a:buNone/>
            </a:pPr>
            <a:endParaRPr lang="en-US" sz="2000" dirty="0">
              <a:latin typeface="Gill Sans MT" charset="0"/>
            </a:endParaRPr>
          </a:p>
        </p:txBody>
      </p:sp>
      <p:sp>
        <p:nvSpPr>
          <p:cNvPr id="230" name="Rectangle 116">
            <a:extLst>
              <a:ext uri="{FF2B5EF4-FFF2-40B4-BE49-F238E27FC236}">
                <a16:creationId xmlns:a16="http://schemas.microsoft.com/office/drawing/2014/main" id="{8C17C2DE-65A0-B34D-B3A2-D8B3B6128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1307971"/>
            <a:ext cx="10784388" cy="123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2575" indent="-2825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800" dirty="0">
                <a:solidFill>
                  <a:srgbClr val="CC0000"/>
                </a:solidFill>
              </a:rPr>
              <a:t>BGP session: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two BGP routers (“</a:t>
            </a:r>
            <a:r>
              <a:rPr lang="en-US" altLang="ja-JP" sz="2800" dirty="0"/>
              <a:t>peers”) exchange BGP messages over semi-permanent TCP connection:</a:t>
            </a:r>
          </a:p>
          <a:p>
            <a:pPr marL="685800" lvl="1" indent="-2286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/>
              <a:buChar char="•"/>
            </a:pPr>
            <a:r>
              <a:rPr lang="en-US" sz="2400" dirty="0">
                <a:cs typeface="Gill Sans MT"/>
              </a:rPr>
              <a:t>advertising </a:t>
            </a:r>
            <a:r>
              <a:rPr lang="en-US" sz="2400" i="1" dirty="0">
                <a:solidFill>
                  <a:srgbClr val="0000A8"/>
                </a:solidFill>
                <a:cs typeface="Gill Sans MT"/>
              </a:rPr>
              <a:t>paths</a:t>
            </a:r>
            <a:r>
              <a:rPr lang="en-US" sz="2400" dirty="0">
                <a:solidFill>
                  <a:srgbClr val="0000A8"/>
                </a:solidFill>
                <a:cs typeface="Gill Sans MT"/>
              </a:rPr>
              <a:t> </a:t>
            </a:r>
            <a:r>
              <a:rPr lang="en-US" sz="2400" dirty="0">
                <a:cs typeface="Gill Sans MT"/>
              </a:rPr>
              <a:t>to different destination network prefixes (BGP  is a “</a:t>
            </a:r>
            <a:r>
              <a:rPr lang="en-US" altLang="ja-JP" sz="2400" dirty="0">
                <a:cs typeface="Gill Sans MT"/>
              </a:rPr>
              <a:t>path vector” protocol)</a:t>
            </a:r>
            <a:endParaRPr lang="en-US" sz="2400" dirty="0">
              <a:solidFill>
                <a:srgbClr val="FF0000"/>
              </a:solidFill>
              <a:cs typeface="Gill Sans MT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C674B87-B4BA-724F-B30D-3B31649B8484}"/>
              </a:ext>
            </a:extLst>
          </p:cNvPr>
          <p:cNvGrpSpPr/>
          <p:nvPr/>
        </p:nvGrpSpPr>
        <p:grpSpPr>
          <a:xfrm>
            <a:off x="4625977" y="4850481"/>
            <a:ext cx="2545688" cy="1720535"/>
            <a:chOff x="4625977" y="4850481"/>
            <a:chExt cx="2545688" cy="1720535"/>
          </a:xfrm>
        </p:grpSpPr>
        <p:grpSp>
          <p:nvGrpSpPr>
            <p:cNvPr id="962" name="Group 961">
              <a:extLst>
                <a:ext uri="{FF2B5EF4-FFF2-40B4-BE49-F238E27FC236}">
                  <a16:creationId xmlns:a16="http://schemas.microsoft.com/office/drawing/2014/main" id="{8F9DA6AD-85D5-0849-B2A3-E35267E2902B}"/>
                </a:ext>
              </a:extLst>
            </p:cNvPr>
            <p:cNvGrpSpPr/>
            <p:nvPr/>
          </p:nvGrpSpPr>
          <p:grpSpPr>
            <a:xfrm>
              <a:off x="4625977" y="4850481"/>
              <a:ext cx="2545688" cy="1720535"/>
              <a:chOff x="-2170772" y="2784954"/>
              <a:chExt cx="2712783" cy="1853712"/>
            </a:xfrm>
          </p:grpSpPr>
          <p:sp>
            <p:nvSpPr>
              <p:cNvPr id="963" name="Freeform 2">
                <a:extLst>
                  <a:ext uri="{FF2B5EF4-FFF2-40B4-BE49-F238E27FC236}">
                    <a16:creationId xmlns:a16="http://schemas.microsoft.com/office/drawing/2014/main" id="{47CA5C69-ECB9-9243-BCB2-19799366B8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170772" y="2784954"/>
                <a:ext cx="2712783" cy="1853712"/>
              </a:xfrm>
              <a:custGeom>
                <a:avLst/>
                <a:gdLst>
                  <a:gd name="T0" fmla="*/ 648763 w 10001"/>
                  <a:gd name="T1" fmla="*/ 34777612 h 10125"/>
                  <a:gd name="T2" fmla="*/ 115976403 w 10001"/>
                  <a:gd name="T3" fmla="*/ 13733703 h 10125"/>
                  <a:gd name="T4" fmla="*/ 507700960 w 10001"/>
                  <a:gd name="T5" fmla="*/ 8662125 h 10125"/>
                  <a:gd name="T6" fmla="*/ 810212713 w 10001"/>
                  <a:gd name="T7" fmla="*/ 0 h 10125"/>
                  <a:gd name="T8" fmla="*/ 1090015738 w 10001"/>
                  <a:gd name="T9" fmla="*/ 8687929 h 10125"/>
                  <a:gd name="T10" fmla="*/ 1310938763 w 10001"/>
                  <a:gd name="T11" fmla="*/ 4279362 h 10125"/>
                  <a:gd name="T12" fmla="*/ 1620263134 w 10001"/>
                  <a:gd name="T13" fmla="*/ 25736690 h 10125"/>
                  <a:gd name="T14" fmla="*/ 1394798364 w 10001"/>
                  <a:gd name="T15" fmla="*/ 58525268 h 10125"/>
                  <a:gd name="T16" fmla="*/ 1134622140 w 10001"/>
                  <a:gd name="T17" fmla="*/ 80266624 h 10125"/>
                  <a:gd name="T18" fmla="*/ 860820276 w 10001"/>
                  <a:gd name="T19" fmla="*/ 76142271 h 10125"/>
                  <a:gd name="T20" fmla="*/ 708996782 w 10001"/>
                  <a:gd name="T21" fmla="*/ 85346835 h 10125"/>
                  <a:gd name="T22" fmla="*/ 509322667 w 10001"/>
                  <a:gd name="T23" fmla="*/ 86268164 h 10125"/>
                  <a:gd name="T24" fmla="*/ 353443899 w 10001"/>
                  <a:gd name="T25" fmla="*/ 67979516 h 10125"/>
                  <a:gd name="T26" fmla="*/ 192536914 w 10001"/>
                  <a:gd name="T27" fmla="*/ 64535347 h 10125"/>
                  <a:gd name="T28" fmla="*/ 648763 w 10001"/>
                  <a:gd name="T29" fmla="*/ 34777612 h 101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connsiteX0" fmla="*/ 4 w 10040"/>
                  <a:gd name="connsiteY0" fmla="*/ 4039 h 10125"/>
                  <a:gd name="connsiteX1" fmla="*/ 715 w 10040"/>
                  <a:gd name="connsiteY1" fmla="*/ 1595 h 10125"/>
                  <a:gd name="connsiteX2" fmla="*/ 3130 w 10040"/>
                  <a:gd name="connsiteY2" fmla="*/ 1006 h 10125"/>
                  <a:gd name="connsiteX3" fmla="*/ 4995 w 10040"/>
                  <a:gd name="connsiteY3" fmla="*/ 0 h 10125"/>
                  <a:gd name="connsiteX4" fmla="*/ 6720 w 10040"/>
                  <a:gd name="connsiteY4" fmla="*/ 1009 h 10125"/>
                  <a:gd name="connsiteX5" fmla="*/ 9989 w 10040"/>
                  <a:gd name="connsiteY5" fmla="*/ 2989 h 10125"/>
                  <a:gd name="connsiteX6" fmla="*/ 8599 w 10040"/>
                  <a:gd name="connsiteY6" fmla="*/ 6797 h 10125"/>
                  <a:gd name="connsiteX7" fmla="*/ 6995 w 10040"/>
                  <a:gd name="connsiteY7" fmla="*/ 9322 h 10125"/>
                  <a:gd name="connsiteX8" fmla="*/ 5307 w 10040"/>
                  <a:gd name="connsiteY8" fmla="*/ 8843 h 10125"/>
                  <a:gd name="connsiteX9" fmla="*/ 4371 w 10040"/>
                  <a:gd name="connsiteY9" fmla="*/ 9912 h 10125"/>
                  <a:gd name="connsiteX10" fmla="*/ 3140 w 10040"/>
                  <a:gd name="connsiteY10" fmla="*/ 10019 h 10125"/>
                  <a:gd name="connsiteX11" fmla="*/ 2179 w 10040"/>
                  <a:gd name="connsiteY11" fmla="*/ 7895 h 10125"/>
                  <a:gd name="connsiteX12" fmla="*/ 1187 w 10040"/>
                  <a:gd name="connsiteY12" fmla="*/ 7495 h 10125"/>
                  <a:gd name="connsiteX13" fmla="*/ 4 w 10040"/>
                  <a:gd name="connsiteY13" fmla="*/ 4039 h 10125"/>
                  <a:gd name="connsiteX0" fmla="*/ 4 w 8600"/>
                  <a:gd name="connsiteY0" fmla="*/ 4042 h 10128"/>
                  <a:gd name="connsiteX1" fmla="*/ 715 w 8600"/>
                  <a:gd name="connsiteY1" fmla="*/ 1598 h 10128"/>
                  <a:gd name="connsiteX2" fmla="*/ 3130 w 8600"/>
                  <a:gd name="connsiteY2" fmla="*/ 1009 h 10128"/>
                  <a:gd name="connsiteX3" fmla="*/ 4995 w 8600"/>
                  <a:gd name="connsiteY3" fmla="*/ 3 h 10128"/>
                  <a:gd name="connsiteX4" fmla="*/ 6720 w 8600"/>
                  <a:gd name="connsiteY4" fmla="*/ 1012 h 10128"/>
                  <a:gd name="connsiteX5" fmla="*/ 8599 w 8600"/>
                  <a:gd name="connsiteY5" fmla="*/ 6800 h 10128"/>
                  <a:gd name="connsiteX6" fmla="*/ 6995 w 8600"/>
                  <a:gd name="connsiteY6" fmla="*/ 9325 h 10128"/>
                  <a:gd name="connsiteX7" fmla="*/ 5307 w 8600"/>
                  <a:gd name="connsiteY7" fmla="*/ 8846 h 10128"/>
                  <a:gd name="connsiteX8" fmla="*/ 4371 w 8600"/>
                  <a:gd name="connsiteY8" fmla="*/ 9915 h 10128"/>
                  <a:gd name="connsiteX9" fmla="*/ 3140 w 8600"/>
                  <a:gd name="connsiteY9" fmla="*/ 10022 h 10128"/>
                  <a:gd name="connsiteX10" fmla="*/ 2179 w 8600"/>
                  <a:gd name="connsiteY10" fmla="*/ 7898 h 10128"/>
                  <a:gd name="connsiteX11" fmla="*/ 1187 w 8600"/>
                  <a:gd name="connsiteY11" fmla="*/ 7498 h 10128"/>
                  <a:gd name="connsiteX12" fmla="*/ 4 w 8600"/>
                  <a:gd name="connsiteY12" fmla="*/ 4042 h 10128"/>
                  <a:gd name="connsiteX0" fmla="*/ 4 w 9326"/>
                  <a:gd name="connsiteY0" fmla="*/ 3988 h 9997"/>
                  <a:gd name="connsiteX1" fmla="*/ 830 w 9326"/>
                  <a:gd name="connsiteY1" fmla="*/ 1575 h 9997"/>
                  <a:gd name="connsiteX2" fmla="*/ 3639 w 9326"/>
                  <a:gd name="connsiteY2" fmla="*/ 993 h 9997"/>
                  <a:gd name="connsiteX3" fmla="*/ 5807 w 9326"/>
                  <a:gd name="connsiteY3" fmla="*/ 0 h 9997"/>
                  <a:gd name="connsiteX4" fmla="*/ 7813 w 9326"/>
                  <a:gd name="connsiteY4" fmla="*/ 996 h 9997"/>
                  <a:gd name="connsiteX5" fmla="*/ 9324 w 9326"/>
                  <a:gd name="connsiteY5" fmla="*/ 5746 h 9997"/>
                  <a:gd name="connsiteX6" fmla="*/ 8133 w 9326"/>
                  <a:gd name="connsiteY6" fmla="*/ 9204 h 9997"/>
                  <a:gd name="connsiteX7" fmla="*/ 6170 w 9326"/>
                  <a:gd name="connsiteY7" fmla="*/ 8731 h 9997"/>
                  <a:gd name="connsiteX8" fmla="*/ 5082 w 9326"/>
                  <a:gd name="connsiteY8" fmla="*/ 9787 h 9997"/>
                  <a:gd name="connsiteX9" fmla="*/ 3650 w 9326"/>
                  <a:gd name="connsiteY9" fmla="*/ 9892 h 9997"/>
                  <a:gd name="connsiteX10" fmla="*/ 2533 w 9326"/>
                  <a:gd name="connsiteY10" fmla="*/ 7795 h 9997"/>
                  <a:gd name="connsiteX11" fmla="*/ 1379 w 9326"/>
                  <a:gd name="connsiteY11" fmla="*/ 7400 h 9997"/>
                  <a:gd name="connsiteX12" fmla="*/ 4 w 9326"/>
                  <a:gd name="connsiteY12" fmla="*/ 3988 h 9997"/>
                  <a:gd name="connsiteX0" fmla="*/ 4 w 10001"/>
                  <a:gd name="connsiteY0" fmla="*/ 3989 h 10041"/>
                  <a:gd name="connsiteX1" fmla="*/ 890 w 10001"/>
                  <a:gd name="connsiteY1" fmla="*/ 1575 h 10041"/>
                  <a:gd name="connsiteX2" fmla="*/ 3902 w 10001"/>
                  <a:gd name="connsiteY2" fmla="*/ 993 h 10041"/>
                  <a:gd name="connsiteX3" fmla="*/ 6227 w 10001"/>
                  <a:gd name="connsiteY3" fmla="*/ 0 h 10041"/>
                  <a:gd name="connsiteX4" fmla="*/ 8378 w 10001"/>
                  <a:gd name="connsiteY4" fmla="*/ 996 h 10041"/>
                  <a:gd name="connsiteX5" fmla="*/ 9998 w 10001"/>
                  <a:gd name="connsiteY5" fmla="*/ 5748 h 10041"/>
                  <a:gd name="connsiteX6" fmla="*/ 8721 w 10001"/>
                  <a:gd name="connsiteY6" fmla="*/ 9207 h 10041"/>
                  <a:gd name="connsiteX7" fmla="*/ 5449 w 10001"/>
                  <a:gd name="connsiteY7" fmla="*/ 9790 h 10041"/>
                  <a:gd name="connsiteX8" fmla="*/ 3914 w 10001"/>
                  <a:gd name="connsiteY8" fmla="*/ 9895 h 10041"/>
                  <a:gd name="connsiteX9" fmla="*/ 2716 w 10001"/>
                  <a:gd name="connsiteY9" fmla="*/ 7797 h 10041"/>
                  <a:gd name="connsiteX10" fmla="*/ 1479 w 10001"/>
                  <a:gd name="connsiteY10" fmla="*/ 7402 h 10041"/>
                  <a:gd name="connsiteX11" fmla="*/ 4 w 10001"/>
                  <a:gd name="connsiteY11" fmla="*/ 3989 h 10041"/>
                  <a:gd name="connsiteX0" fmla="*/ 4 w 10001"/>
                  <a:gd name="connsiteY0" fmla="*/ 3989 h 14825"/>
                  <a:gd name="connsiteX1" fmla="*/ 890 w 10001"/>
                  <a:gd name="connsiteY1" fmla="*/ 1575 h 14825"/>
                  <a:gd name="connsiteX2" fmla="*/ 3902 w 10001"/>
                  <a:gd name="connsiteY2" fmla="*/ 993 h 14825"/>
                  <a:gd name="connsiteX3" fmla="*/ 6227 w 10001"/>
                  <a:gd name="connsiteY3" fmla="*/ 0 h 14825"/>
                  <a:gd name="connsiteX4" fmla="*/ 8378 w 10001"/>
                  <a:gd name="connsiteY4" fmla="*/ 996 h 14825"/>
                  <a:gd name="connsiteX5" fmla="*/ 9998 w 10001"/>
                  <a:gd name="connsiteY5" fmla="*/ 5748 h 14825"/>
                  <a:gd name="connsiteX6" fmla="*/ 8721 w 10001"/>
                  <a:gd name="connsiteY6" fmla="*/ 9207 h 14825"/>
                  <a:gd name="connsiteX7" fmla="*/ 6011 w 10001"/>
                  <a:gd name="connsiteY7" fmla="*/ 14823 h 14825"/>
                  <a:gd name="connsiteX8" fmla="*/ 3914 w 10001"/>
                  <a:gd name="connsiteY8" fmla="*/ 9895 h 14825"/>
                  <a:gd name="connsiteX9" fmla="*/ 2716 w 10001"/>
                  <a:gd name="connsiteY9" fmla="*/ 7797 h 14825"/>
                  <a:gd name="connsiteX10" fmla="*/ 1479 w 10001"/>
                  <a:gd name="connsiteY10" fmla="*/ 7402 h 14825"/>
                  <a:gd name="connsiteX11" fmla="*/ 4 w 10001"/>
                  <a:gd name="connsiteY11" fmla="*/ 3989 h 14825"/>
                  <a:gd name="connsiteX0" fmla="*/ 4 w 10001"/>
                  <a:gd name="connsiteY0" fmla="*/ 7436 h 18272"/>
                  <a:gd name="connsiteX1" fmla="*/ 890 w 10001"/>
                  <a:gd name="connsiteY1" fmla="*/ 5022 h 18272"/>
                  <a:gd name="connsiteX2" fmla="*/ 3902 w 10001"/>
                  <a:gd name="connsiteY2" fmla="*/ 4440 h 18272"/>
                  <a:gd name="connsiteX3" fmla="*/ 6026 w 10001"/>
                  <a:gd name="connsiteY3" fmla="*/ 0 h 18272"/>
                  <a:gd name="connsiteX4" fmla="*/ 8378 w 10001"/>
                  <a:gd name="connsiteY4" fmla="*/ 4443 h 18272"/>
                  <a:gd name="connsiteX5" fmla="*/ 9998 w 10001"/>
                  <a:gd name="connsiteY5" fmla="*/ 9195 h 18272"/>
                  <a:gd name="connsiteX6" fmla="*/ 8721 w 10001"/>
                  <a:gd name="connsiteY6" fmla="*/ 12654 h 18272"/>
                  <a:gd name="connsiteX7" fmla="*/ 6011 w 10001"/>
                  <a:gd name="connsiteY7" fmla="*/ 18270 h 18272"/>
                  <a:gd name="connsiteX8" fmla="*/ 3914 w 10001"/>
                  <a:gd name="connsiteY8" fmla="*/ 13342 h 18272"/>
                  <a:gd name="connsiteX9" fmla="*/ 2716 w 10001"/>
                  <a:gd name="connsiteY9" fmla="*/ 11244 h 18272"/>
                  <a:gd name="connsiteX10" fmla="*/ 1479 w 10001"/>
                  <a:gd name="connsiteY10" fmla="*/ 10849 h 18272"/>
                  <a:gd name="connsiteX11" fmla="*/ 4 w 10001"/>
                  <a:gd name="connsiteY11" fmla="*/ 7436 h 18272"/>
                  <a:gd name="connsiteX0" fmla="*/ 1 w 9998"/>
                  <a:gd name="connsiteY0" fmla="*/ 7436 h 18272"/>
                  <a:gd name="connsiteX1" fmla="*/ 3899 w 9998"/>
                  <a:gd name="connsiteY1" fmla="*/ 4440 h 18272"/>
                  <a:gd name="connsiteX2" fmla="*/ 6023 w 9998"/>
                  <a:gd name="connsiteY2" fmla="*/ 0 h 18272"/>
                  <a:gd name="connsiteX3" fmla="*/ 8375 w 9998"/>
                  <a:gd name="connsiteY3" fmla="*/ 4443 h 18272"/>
                  <a:gd name="connsiteX4" fmla="*/ 9995 w 9998"/>
                  <a:gd name="connsiteY4" fmla="*/ 9195 h 18272"/>
                  <a:gd name="connsiteX5" fmla="*/ 8718 w 9998"/>
                  <a:gd name="connsiteY5" fmla="*/ 12654 h 18272"/>
                  <a:gd name="connsiteX6" fmla="*/ 6008 w 9998"/>
                  <a:gd name="connsiteY6" fmla="*/ 18270 h 18272"/>
                  <a:gd name="connsiteX7" fmla="*/ 3911 w 9998"/>
                  <a:gd name="connsiteY7" fmla="*/ 13342 h 18272"/>
                  <a:gd name="connsiteX8" fmla="*/ 2713 w 9998"/>
                  <a:gd name="connsiteY8" fmla="*/ 11244 h 18272"/>
                  <a:gd name="connsiteX9" fmla="*/ 1476 w 9998"/>
                  <a:gd name="connsiteY9" fmla="*/ 10849 h 18272"/>
                  <a:gd name="connsiteX10" fmla="*/ 1 w 9998"/>
                  <a:gd name="connsiteY10" fmla="*/ 7436 h 18272"/>
                  <a:gd name="connsiteX0" fmla="*/ 35 w 8559"/>
                  <a:gd name="connsiteY0" fmla="*/ 5938 h 10000"/>
                  <a:gd name="connsiteX1" fmla="*/ 2459 w 8559"/>
                  <a:gd name="connsiteY1" fmla="*/ 2430 h 10000"/>
                  <a:gd name="connsiteX2" fmla="*/ 4583 w 8559"/>
                  <a:gd name="connsiteY2" fmla="*/ 0 h 10000"/>
                  <a:gd name="connsiteX3" fmla="*/ 6936 w 8559"/>
                  <a:gd name="connsiteY3" fmla="*/ 2432 h 10000"/>
                  <a:gd name="connsiteX4" fmla="*/ 8556 w 8559"/>
                  <a:gd name="connsiteY4" fmla="*/ 5032 h 10000"/>
                  <a:gd name="connsiteX5" fmla="*/ 7279 w 8559"/>
                  <a:gd name="connsiteY5" fmla="*/ 6925 h 10000"/>
                  <a:gd name="connsiteX6" fmla="*/ 4568 w 8559"/>
                  <a:gd name="connsiteY6" fmla="*/ 9999 h 10000"/>
                  <a:gd name="connsiteX7" fmla="*/ 2471 w 8559"/>
                  <a:gd name="connsiteY7" fmla="*/ 7302 h 10000"/>
                  <a:gd name="connsiteX8" fmla="*/ 1273 w 8559"/>
                  <a:gd name="connsiteY8" fmla="*/ 6154 h 10000"/>
                  <a:gd name="connsiteX9" fmla="*/ 35 w 8559"/>
                  <a:gd name="connsiteY9" fmla="*/ 5938 h 10000"/>
                  <a:gd name="connsiteX0" fmla="*/ 49 w 9820"/>
                  <a:gd name="connsiteY0" fmla="*/ 4655 h 10000"/>
                  <a:gd name="connsiteX1" fmla="*/ 2693 w 9820"/>
                  <a:gd name="connsiteY1" fmla="*/ 2430 h 10000"/>
                  <a:gd name="connsiteX2" fmla="*/ 5175 w 9820"/>
                  <a:gd name="connsiteY2" fmla="*/ 0 h 10000"/>
                  <a:gd name="connsiteX3" fmla="*/ 7924 w 9820"/>
                  <a:gd name="connsiteY3" fmla="*/ 2432 h 10000"/>
                  <a:gd name="connsiteX4" fmla="*/ 9816 w 9820"/>
                  <a:gd name="connsiteY4" fmla="*/ 5032 h 10000"/>
                  <a:gd name="connsiteX5" fmla="*/ 8324 w 9820"/>
                  <a:gd name="connsiteY5" fmla="*/ 6925 h 10000"/>
                  <a:gd name="connsiteX6" fmla="*/ 5157 w 9820"/>
                  <a:gd name="connsiteY6" fmla="*/ 9999 h 10000"/>
                  <a:gd name="connsiteX7" fmla="*/ 2707 w 9820"/>
                  <a:gd name="connsiteY7" fmla="*/ 7302 h 10000"/>
                  <a:gd name="connsiteX8" fmla="*/ 1307 w 9820"/>
                  <a:gd name="connsiteY8" fmla="*/ 6154 h 10000"/>
                  <a:gd name="connsiteX9" fmla="*/ 49 w 9820"/>
                  <a:gd name="connsiteY9" fmla="*/ 4655 h 10000"/>
                  <a:gd name="connsiteX0" fmla="*/ 45 w 9995"/>
                  <a:gd name="connsiteY0" fmla="*/ 4655 h 10000"/>
                  <a:gd name="connsiteX1" fmla="*/ 2737 w 9995"/>
                  <a:gd name="connsiteY1" fmla="*/ 2430 h 10000"/>
                  <a:gd name="connsiteX2" fmla="*/ 5265 w 9995"/>
                  <a:gd name="connsiteY2" fmla="*/ 0 h 10000"/>
                  <a:gd name="connsiteX3" fmla="*/ 8064 w 9995"/>
                  <a:gd name="connsiteY3" fmla="*/ 2432 h 10000"/>
                  <a:gd name="connsiteX4" fmla="*/ 9991 w 9995"/>
                  <a:gd name="connsiteY4" fmla="*/ 5032 h 10000"/>
                  <a:gd name="connsiteX5" fmla="*/ 8472 w 9995"/>
                  <a:gd name="connsiteY5" fmla="*/ 6925 h 10000"/>
                  <a:gd name="connsiteX6" fmla="*/ 5247 w 9995"/>
                  <a:gd name="connsiteY6" fmla="*/ 9999 h 10000"/>
                  <a:gd name="connsiteX7" fmla="*/ 2752 w 9995"/>
                  <a:gd name="connsiteY7" fmla="*/ 7302 h 10000"/>
                  <a:gd name="connsiteX8" fmla="*/ 1374 w 9995"/>
                  <a:gd name="connsiteY8" fmla="*/ 6984 h 10000"/>
                  <a:gd name="connsiteX9" fmla="*/ 45 w 9995"/>
                  <a:gd name="connsiteY9" fmla="*/ 4655 h 10000"/>
                  <a:gd name="connsiteX0" fmla="*/ 45 w 10000"/>
                  <a:gd name="connsiteY0" fmla="*/ 5032 h 10377"/>
                  <a:gd name="connsiteX1" fmla="*/ 2738 w 10000"/>
                  <a:gd name="connsiteY1" fmla="*/ 2807 h 10377"/>
                  <a:gd name="connsiteX2" fmla="*/ 4886 w 10000"/>
                  <a:gd name="connsiteY2" fmla="*/ 0 h 10377"/>
                  <a:gd name="connsiteX3" fmla="*/ 8068 w 10000"/>
                  <a:gd name="connsiteY3" fmla="*/ 2809 h 10377"/>
                  <a:gd name="connsiteX4" fmla="*/ 9996 w 10000"/>
                  <a:gd name="connsiteY4" fmla="*/ 5409 h 10377"/>
                  <a:gd name="connsiteX5" fmla="*/ 8476 w 10000"/>
                  <a:gd name="connsiteY5" fmla="*/ 7302 h 10377"/>
                  <a:gd name="connsiteX6" fmla="*/ 5250 w 10000"/>
                  <a:gd name="connsiteY6" fmla="*/ 10376 h 10377"/>
                  <a:gd name="connsiteX7" fmla="*/ 2753 w 10000"/>
                  <a:gd name="connsiteY7" fmla="*/ 7679 h 10377"/>
                  <a:gd name="connsiteX8" fmla="*/ 1375 w 10000"/>
                  <a:gd name="connsiteY8" fmla="*/ 7361 h 10377"/>
                  <a:gd name="connsiteX9" fmla="*/ 45 w 10000"/>
                  <a:gd name="connsiteY9" fmla="*/ 5032 h 10377"/>
                  <a:gd name="connsiteX0" fmla="*/ 45 w 10000"/>
                  <a:gd name="connsiteY0" fmla="*/ 5036 h 10381"/>
                  <a:gd name="connsiteX1" fmla="*/ 2738 w 10000"/>
                  <a:gd name="connsiteY1" fmla="*/ 2811 h 10381"/>
                  <a:gd name="connsiteX2" fmla="*/ 4886 w 10000"/>
                  <a:gd name="connsiteY2" fmla="*/ 4 h 10381"/>
                  <a:gd name="connsiteX3" fmla="*/ 8068 w 10000"/>
                  <a:gd name="connsiteY3" fmla="*/ 2813 h 10381"/>
                  <a:gd name="connsiteX4" fmla="*/ 9996 w 10000"/>
                  <a:gd name="connsiteY4" fmla="*/ 5413 h 10381"/>
                  <a:gd name="connsiteX5" fmla="*/ 8476 w 10000"/>
                  <a:gd name="connsiteY5" fmla="*/ 7306 h 10381"/>
                  <a:gd name="connsiteX6" fmla="*/ 5250 w 10000"/>
                  <a:gd name="connsiteY6" fmla="*/ 10380 h 10381"/>
                  <a:gd name="connsiteX7" fmla="*/ 2753 w 10000"/>
                  <a:gd name="connsiteY7" fmla="*/ 7683 h 10381"/>
                  <a:gd name="connsiteX8" fmla="*/ 1375 w 10000"/>
                  <a:gd name="connsiteY8" fmla="*/ 7365 h 10381"/>
                  <a:gd name="connsiteX9" fmla="*/ 45 w 10000"/>
                  <a:gd name="connsiteY9" fmla="*/ 5036 h 10381"/>
                  <a:gd name="connsiteX0" fmla="*/ 45 w 10000"/>
                  <a:gd name="connsiteY0" fmla="*/ 5036 h 10796"/>
                  <a:gd name="connsiteX1" fmla="*/ 2738 w 10000"/>
                  <a:gd name="connsiteY1" fmla="*/ 2811 h 10796"/>
                  <a:gd name="connsiteX2" fmla="*/ 4886 w 10000"/>
                  <a:gd name="connsiteY2" fmla="*/ 4 h 10796"/>
                  <a:gd name="connsiteX3" fmla="*/ 8068 w 10000"/>
                  <a:gd name="connsiteY3" fmla="*/ 2813 h 10796"/>
                  <a:gd name="connsiteX4" fmla="*/ 9996 w 10000"/>
                  <a:gd name="connsiteY4" fmla="*/ 5413 h 10796"/>
                  <a:gd name="connsiteX5" fmla="*/ 8476 w 10000"/>
                  <a:gd name="connsiteY5" fmla="*/ 7306 h 10796"/>
                  <a:gd name="connsiteX6" fmla="*/ 5202 w 10000"/>
                  <a:gd name="connsiteY6" fmla="*/ 10795 h 10796"/>
                  <a:gd name="connsiteX7" fmla="*/ 2753 w 10000"/>
                  <a:gd name="connsiteY7" fmla="*/ 7683 h 10796"/>
                  <a:gd name="connsiteX8" fmla="*/ 1375 w 10000"/>
                  <a:gd name="connsiteY8" fmla="*/ 7365 h 10796"/>
                  <a:gd name="connsiteX9" fmla="*/ 45 w 10000"/>
                  <a:gd name="connsiteY9" fmla="*/ 5036 h 10796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000" h="10795">
                    <a:moveTo>
                      <a:pt x="45" y="5036"/>
                    </a:moveTo>
                    <a:cubicBezTo>
                      <a:pt x="272" y="4277"/>
                      <a:pt x="1931" y="3650"/>
                      <a:pt x="2738" y="2811"/>
                    </a:cubicBezTo>
                    <a:cubicBezTo>
                      <a:pt x="3545" y="1972"/>
                      <a:pt x="3352" y="117"/>
                      <a:pt x="4886" y="4"/>
                    </a:cubicBezTo>
                    <a:cubicBezTo>
                      <a:pt x="6420" y="-109"/>
                      <a:pt x="7216" y="1912"/>
                      <a:pt x="8068" y="2813"/>
                    </a:cubicBezTo>
                    <a:cubicBezTo>
                      <a:pt x="8920" y="3715"/>
                      <a:pt x="9928" y="3420"/>
                      <a:pt x="9996" y="5413"/>
                    </a:cubicBezTo>
                    <a:cubicBezTo>
                      <a:pt x="10064" y="7406"/>
                      <a:pt x="9275" y="6409"/>
                      <a:pt x="8476" y="7306"/>
                    </a:cubicBezTo>
                    <a:cubicBezTo>
                      <a:pt x="7677" y="8203"/>
                      <a:pt x="7086" y="10770"/>
                      <a:pt x="5202" y="10795"/>
                    </a:cubicBezTo>
                    <a:cubicBezTo>
                      <a:pt x="3318" y="10820"/>
                      <a:pt x="3391" y="8255"/>
                      <a:pt x="2753" y="7683"/>
                    </a:cubicBezTo>
                    <a:cubicBezTo>
                      <a:pt x="2115" y="7111"/>
                      <a:pt x="2326" y="7496"/>
                      <a:pt x="1375" y="7365"/>
                    </a:cubicBezTo>
                    <a:cubicBezTo>
                      <a:pt x="493" y="6773"/>
                      <a:pt x="-182" y="5795"/>
                      <a:pt x="45" y="5036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964" name="Group 963">
                <a:extLst>
                  <a:ext uri="{FF2B5EF4-FFF2-40B4-BE49-F238E27FC236}">
                    <a16:creationId xmlns:a16="http://schemas.microsoft.com/office/drawing/2014/main" id="{47F10EB0-0B3F-2C4A-8FCF-EA8D8DC5F8A6}"/>
                  </a:ext>
                </a:extLst>
              </p:cNvPr>
              <p:cNvGrpSpPr/>
              <p:nvPr/>
            </p:nvGrpSpPr>
            <p:grpSpPr>
              <a:xfrm>
                <a:off x="-1935370" y="2935816"/>
                <a:ext cx="2333625" cy="1590649"/>
                <a:chOff x="833331" y="2873352"/>
                <a:chExt cx="2333625" cy="1590649"/>
              </a:xfrm>
            </p:grpSpPr>
            <p:grpSp>
              <p:nvGrpSpPr>
                <p:cNvPr id="965" name="Group 964">
                  <a:extLst>
                    <a:ext uri="{FF2B5EF4-FFF2-40B4-BE49-F238E27FC236}">
                      <a16:creationId xmlns:a16="http://schemas.microsoft.com/office/drawing/2014/main" id="{92EEF5F0-55EF-074D-AF81-D0B81445743A}"/>
                    </a:ext>
                  </a:extLst>
                </p:cNvPr>
                <p:cNvGrpSpPr/>
                <p:nvPr/>
              </p:nvGrpSpPr>
              <p:grpSpPr>
                <a:xfrm>
                  <a:off x="1736090" y="287335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1014" name="Group 327">
                    <a:extLst>
                      <a:ext uri="{FF2B5EF4-FFF2-40B4-BE49-F238E27FC236}">
                        <a16:creationId xmlns:a16="http://schemas.microsoft.com/office/drawing/2014/main" id="{9099EC2B-37EA-0C44-A088-AA0BEFBABEF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1018" name="Oval 1017">
                      <a:extLst>
                        <a:ext uri="{FF2B5EF4-FFF2-40B4-BE49-F238E27FC236}">
                          <a16:creationId xmlns:a16="http://schemas.microsoft.com/office/drawing/2014/main" id="{06383681-CBA2-9F48-A51E-F788141B774E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19" name="Rectangle 1018">
                      <a:extLst>
                        <a:ext uri="{FF2B5EF4-FFF2-40B4-BE49-F238E27FC236}">
                          <a16:creationId xmlns:a16="http://schemas.microsoft.com/office/drawing/2014/main" id="{C97104E9-B1EC-7E41-B759-021AFA8E645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20" name="Oval 1019">
                      <a:extLst>
                        <a:ext uri="{FF2B5EF4-FFF2-40B4-BE49-F238E27FC236}">
                          <a16:creationId xmlns:a16="http://schemas.microsoft.com/office/drawing/2014/main" id="{BF9F014E-B0FD-F247-A45F-A48C1CFFDE42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21" name="Freeform 1020">
                      <a:extLst>
                        <a:ext uri="{FF2B5EF4-FFF2-40B4-BE49-F238E27FC236}">
                          <a16:creationId xmlns:a16="http://schemas.microsoft.com/office/drawing/2014/main" id="{61599743-05A4-1146-8FBE-0F906AA7C65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22" name="Freeform 1021">
                      <a:extLst>
                        <a:ext uri="{FF2B5EF4-FFF2-40B4-BE49-F238E27FC236}">
                          <a16:creationId xmlns:a16="http://schemas.microsoft.com/office/drawing/2014/main" id="{C12C52A6-B76E-504C-A6F5-1BB5FBE50DA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23" name="Freeform 1022">
                      <a:extLst>
                        <a:ext uri="{FF2B5EF4-FFF2-40B4-BE49-F238E27FC236}">
                          <a16:creationId xmlns:a16="http://schemas.microsoft.com/office/drawing/2014/main" id="{16FD35BC-2DCF-F147-823E-1C428EC4F07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24" name="Freeform 1023">
                      <a:extLst>
                        <a:ext uri="{FF2B5EF4-FFF2-40B4-BE49-F238E27FC236}">
                          <a16:creationId xmlns:a16="http://schemas.microsoft.com/office/drawing/2014/main" id="{B43EF249-F243-EB4A-BFD2-58BAB022F41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1025" name="Straight Connector 1024">
                      <a:extLst>
                        <a:ext uri="{FF2B5EF4-FFF2-40B4-BE49-F238E27FC236}">
                          <a16:creationId xmlns:a16="http://schemas.microsoft.com/office/drawing/2014/main" id="{E53DFABB-EBD9-034A-9DB9-C96A270F2368}"/>
                        </a:ext>
                      </a:extLst>
                    </p:cNvPr>
                    <p:cNvCxnSpPr>
                      <a:endCxn id="1020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1026" name="Straight Connector 1025">
                      <a:extLst>
                        <a:ext uri="{FF2B5EF4-FFF2-40B4-BE49-F238E27FC236}">
                          <a16:creationId xmlns:a16="http://schemas.microsoft.com/office/drawing/2014/main" id="{5916D393-831E-B742-8DE4-79D7248B8F41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1015" name="Group 1014">
                    <a:extLst>
                      <a:ext uri="{FF2B5EF4-FFF2-40B4-BE49-F238E27FC236}">
                        <a16:creationId xmlns:a16="http://schemas.microsoft.com/office/drawing/2014/main" id="{C264299E-26BE-1F42-94CE-1F9FBD298757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1016" name="Oval 1015">
                      <a:extLst>
                        <a:ext uri="{FF2B5EF4-FFF2-40B4-BE49-F238E27FC236}">
                          <a16:creationId xmlns:a16="http://schemas.microsoft.com/office/drawing/2014/main" id="{47D37841-E845-004B-A7D0-AEC5E1F8BD7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17" name="TextBox 1016">
                      <a:extLst>
                        <a:ext uri="{FF2B5EF4-FFF2-40B4-BE49-F238E27FC236}">
                          <a16:creationId xmlns:a16="http://schemas.microsoft.com/office/drawing/2014/main" id="{0523D9FC-EEC1-2947-959E-941AD744966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2b</a:t>
                      </a:r>
                    </a:p>
                  </p:txBody>
                </p:sp>
              </p:grpSp>
            </p:grpSp>
            <p:grpSp>
              <p:nvGrpSpPr>
                <p:cNvPr id="966" name="Group 965">
                  <a:extLst>
                    <a:ext uri="{FF2B5EF4-FFF2-40B4-BE49-F238E27FC236}">
                      <a16:creationId xmlns:a16="http://schemas.microsoft.com/office/drawing/2014/main" id="{B7FC3005-A2CD-E84D-BA1F-366A68D58FAE}"/>
                    </a:ext>
                  </a:extLst>
                </p:cNvPr>
                <p:cNvGrpSpPr/>
                <p:nvPr/>
              </p:nvGrpSpPr>
              <p:grpSpPr>
                <a:xfrm>
                  <a:off x="1740320" y="409466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1001" name="Group 327">
                    <a:extLst>
                      <a:ext uri="{FF2B5EF4-FFF2-40B4-BE49-F238E27FC236}">
                        <a16:creationId xmlns:a16="http://schemas.microsoft.com/office/drawing/2014/main" id="{3B81F62B-02C3-584F-81B5-BF82FDBEC3E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1005" name="Oval 1004">
                      <a:extLst>
                        <a:ext uri="{FF2B5EF4-FFF2-40B4-BE49-F238E27FC236}">
                          <a16:creationId xmlns:a16="http://schemas.microsoft.com/office/drawing/2014/main" id="{689F06F8-658D-4041-9E29-B3A90F77D752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06" name="Rectangle 1005">
                      <a:extLst>
                        <a:ext uri="{FF2B5EF4-FFF2-40B4-BE49-F238E27FC236}">
                          <a16:creationId xmlns:a16="http://schemas.microsoft.com/office/drawing/2014/main" id="{404921C5-F47B-5C4E-8BD9-97DA2678903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07" name="Oval 1006">
                      <a:extLst>
                        <a:ext uri="{FF2B5EF4-FFF2-40B4-BE49-F238E27FC236}">
                          <a16:creationId xmlns:a16="http://schemas.microsoft.com/office/drawing/2014/main" id="{0D6B9DCC-966F-8747-91CA-CE410A339C38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08" name="Freeform 1007">
                      <a:extLst>
                        <a:ext uri="{FF2B5EF4-FFF2-40B4-BE49-F238E27FC236}">
                          <a16:creationId xmlns:a16="http://schemas.microsoft.com/office/drawing/2014/main" id="{91138181-1C39-4443-AD4F-304207B32317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09" name="Freeform 1008">
                      <a:extLst>
                        <a:ext uri="{FF2B5EF4-FFF2-40B4-BE49-F238E27FC236}">
                          <a16:creationId xmlns:a16="http://schemas.microsoft.com/office/drawing/2014/main" id="{C609919A-CD2F-0149-AFED-170D09F635C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10" name="Freeform 1009">
                      <a:extLst>
                        <a:ext uri="{FF2B5EF4-FFF2-40B4-BE49-F238E27FC236}">
                          <a16:creationId xmlns:a16="http://schemas.microsoft.com/office/drawing/2014/main" id="{E4639939-D1A9-7448-870F-2CAADF89B605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11" name="Freeform 1010">
                      <a:extLst>
                        <a:ext uri="{FF2B5EF4-FFF2-40B4-BE49-F238E27FC236}">
                          <a16:creationId xmlns:a16="http://schemas.microsoft.com/office/drawing/2014/main" id="{DACEEDF1-E984-6A40-9D14-57FFDA6F8087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1012" name="Straight Connector 1011">
                      <a:extLst>
                        <a:ext uri="{FF2B5EF4-FFF2-40B4-BE49-F238E27FC236}">
                          <a16:creationId xmlns:a16="http://schemas.microsoft.com/office/drawing/2014/main" id="{D5720AC2-9EB4-FA41-8292-7942F8123F58}"/>
                        </a:ext>
                      </a:extLst>
                    </p:cNvPr>
                    <p:cNvCxnSpPr>
                      <a:endCxn id="1007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1013" name="Straight Connector 1012">
                      <a:extLst>
                        <a:ext uri="{FF2B5EF4-FFF2-40B4-BE49-F238E27FC236}">
                          <a16:creationId xmlns:a16="http://schemas.microsoft.com/office/drawing/2014/main" id="{DD299BD0-103D-9640-BFB3-BA317A78BB96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1002" name="Group 1001">
                    <a:extLst>
                      <a:ext uri="{FF2B5EF4-FFF2-40B4-BE49-F238E27FC236}">
                        <a16:creationId xmlns:a16="http://schemas.microsoft.com/office/drawing/2014/main" id="{A5D79156-4411-1C4A-A06C-CC57F40DAEF1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1003" name="Oval 1002">
                      <a:extLst>
                        <a:ext uri="{FF2B5EF4-FFF2-40B4-BE49-F238E27FC236}">
                          <a16:creationId xmlns:a16="http://schemas.microsoft.com/office/drawing/2014/main" id="{6ED8E43D-C048-2C4A-AD7E-166A6240F91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04" name="TextBox 1003">
                      <a:extLst>
                        <a:ext uri="{FF2B5EF4-FFF2-40B4-BE49-F238E27FC236}">
                          <a16:creationId xmlns:a16="http://schemas.microsoft.com/office/drawing/2014/main" id="{C7EC272F-F615-3449-A57B-0BE1C7CF234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2d</a:t>
                      </a:r>
                    </a:p>
                  </p:txBody>
                </p:sp>
              </p:grpSp>
            </p:grpSp>
            <p:grpSp>
              <p:nvGrpSpPr>
                <p:cNvPr id="967" name="Group 966">
                  <a:extLst>
                    <a:ext uri="{FF2B5EF4-FFF2-40B4-BE49-F238E27FC236}">
                      <a16:creationId xmlns:a16="http://schemas.microsoft.com/office/drawing/2014/main" id="{4F28AF41-B5E5-1842-9D74-E89006EEF884}"/>
                    </a:ext>
                  </a:extLst>
                </p:cNvPr>
                <p:cNvGrpSpPr/>
                <p:nvPr/>
              </p:nvGrpSpPr>
              <p:grpSpPr>
                <a:xfrm>
                  <a:off x="2601806" y="348507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988" name="Group 327">
                    <a:extLst>
                      <a:ext uri="{FF2B5EF4-FFF2-40B4-BE49-F238E27FC236}">
                        <a16:creationId xmlns:a16="http://schemas.microsoft.com/office/drawing/2014/main" id="{0D306E73-B14D-2E45-B568-09A0971DA72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992" name="Oval 991">
                      <a:extLst>
                        <a:ext uri="{FF2B5EF4-FFF2-40B4-BE49-F238E27FC236}">
                          <a16:creationId xmlns:a16="http://schemas.microsoft.com/office/drawing/2014/main" id="{FF29EC4E-6159-484A-B0A2-38BBB0F02365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93" name="Rectangle 992">
                      <a:extLst>
                        <a:ext uri="{FF2B5EF4-FFF2-40B4-BE49-F238E27FC236}">
                          <a16:creationId xmlns:a16="http://schemas.microsoft.com/office/drawing/2014/main" id="{EA6365B2-8D40-444B-B4D2-864A071BE979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94" name="Oval 993">
                      <a:extLst>
                        <a:ext uri="{FF2B5EF4-FFF2-40B4-BE49-F238E27FC236}">
                          <a16:creationId xmlns:a16="http://schemas.microsoft.com/office/drawing/2014/main" id="{7DBB63AF-3293-FC44-861A-65FC5EE0F147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95" name="Freeform 994">
                      <a:extLst>
                        <a:ext uri="{FF2B5EF4-FFF2-40B4-BE49-F238E27FC236}">
                          <a16:creationId xmlns:a16="http://schemas.microsoft.com/office/drawing/2014/main" id="{1F05B204-2255-2C42-893C-91BA84BB24A7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96" name="Freeform 995">
                      <a:extLst>
                        <a:ext uri="{FF2B5EF4-FFF2-40B4-BE49-F238E27FC236}">
                          <a16:creationId xmlns:a16="http://schemas.microsoft.com/office/drawing/2014/main" id="{974F3861-59A0-9D47-94DD-C130E0EDD48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97" name="Freeform 996">
                      <a:extLst>
                        <a:ext uri="{FF2B5EF4-FFF2-40B4-BE49-F238E27FC236}">
                          <a16:creationId xmlns:a16="http://schemas.microsoft.com/office/drawing/2014/main" id="{4AC5F9E8-F7CF-6741-B3B9-726D1328262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98" name="Freeform 997">
                      <a:extLst>
                        <a:ext uri="{FF2B5EF4-FFF2-40B4-BE49-F238E27FC236}">
                          <a16:creationId xmlns:a16="http://schemas.microsoft.com/office/drawing/2014/main" id="{CA1C120F-A263-5C48-9425-3FD9C6FCBA6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999" name="Straight Connector 998">
                      <a:extLst>
                        <a:ext uri="{FF2B5EF4-FFF2-40B4-BE49-F238E27FC236}">
                          <a16:creationId xmlns:a16="http://schemas.microsoft.com/office/drawing/2014/main" id="{C156B9C8-F289-0740-B093-B4C792F37C4F}"/>
                        </a:ext>
                      </a:extLst>
                    </p:cNvPr>
                    <p:cNvCxnSpPr>
                      <a:endCxn id="994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1000" name="Straight Connector 999">
                      <a:extLst>
                        <a:ext uri="{FF2B5EF4-FFF2-40B4-BE49-F238E27FC236}">
                          <a16:creationId xmlns:a16="http://schemas.microsoft.com/office/drawing/2014/main" id="{B4564C5C-13AE-D441-9331-0A1D44075F9D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989" name="Group 988">
                    <a:extLst>
                      <a:ext uri="{FF2B5EF4-FFF2-40B4-BE49-F238E27FC236}">
                        <a16:creationId xmlns:a16="http://schemas.microsoft.com/office/drawing/2014/main" id="{BCDC05FE-2039-2943-8445-E442006B98DA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28460" cy="369332"/>
                    <a:chOff x="667045" y="1708643"/>
                    <a:chExt cx="428460" cy="369332"/>
                  </a:xfrm>
                </p:grpSpPr>
                <p:sp>
                  <p:nvSpPr>
                    <p:cNvPr id="990" name="Oval 989">
                      <a:extLst>
                        <a:ext uri="{FF2B5EF4-FFF2-40B4-BE49-F238E27FC236}">
                          <a16:creationId xmlns:a16="http://schemas.microsoft.com/office/drawing/2014/main" id="{65923287-6329-654B-A1C8-19F246809A0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91" name="TextBox 990">
                      <a:extLst>
                        <a:ext uri="{FF2B5EF4-FFF2-40B4-BE49-F238E27FC236}">
                          <a16:creationId xmlns:a16="http://schemas.microsoft.com/office/drawing/2014/main" id="{F5CEC04E-82B5-C343-AFAD-AE6932C3A23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2846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2c</a:t>
                      </a:r>
                    </a:p>
                  </p:txBody>
                </p:sp>
              </p:grpSp>
            </p:grpSp>
            <p:grpSp>
              <p:nvGrpSpPr>
                <p:cNvPr id="968" name="Group 967">
                  <a:extLst>
                    <a:ext uri="{FF2B5EF4-FFF2-40B4-BE49-F238E27FC236}">
                      <a16:creationId xmlns:a16="http://schemas.microsoft.com/office/drawing/2014/main" id="{5D8A6EA5-58E5-5347-8B53-909B09FE4857}"/>
                    </a:ext>
                  </a:extLst>
                </p:cNvPr>
                <p:cNvGrpSpPr/>
                <p:nvPr/>
              </p:nvGrpSpPr>
              <p:grpSpPr>
                <a:xfrm>
                  <a:off x="833331" y="347871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975" name="Group 327">
                    <a:extLst>
                      <a:ext uri="{FF2B5EF4-FFF2-40B4-BE49-F238E27FC236}">
                        <a16:creationId xmlns:a16="http://schemas.microsoft.com/office/drawing/2014/main" id="{987E263B-209C-B841-A72D-82CDF16A357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979" name="Oval 978">
                      <a:extLst>
                        <a:ext uri="{FF2B5EF4-FFF2-40B4-BE49-F238E27FC236}">
                          <a16:creationId xmlns:a16="http://schemas.microsoft.com/office/drawing/2014/main" id="{45DA5A54-C971-DA46-816D-92FDEDBFD235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80" name="Rectangle 979">
                      <a:extLst>
                        <a:ext uri="{FF2B5EF4-FFF2-40B4-BE49-F238E27FC236}">
                          <a16:creationId xmlns:a16="http://schemas.microsoft.com/office/drawing/2014/main" id="{FBC3CBFB-81ED-4047-AC10-14B567818F1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81" name="Oval 980">
                      <a:extLst>
                        <a:ext uri="{FF2B5EF4-FFF2-40B4-BE49-F238E27FC236}">
                          <a16:creationId xmlns:a16="http://schemas.microsoft.com/office/drawing/2014/main" id="{4AF63E3D-6F0C-4E46-9B57-26B02D7D4E57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82" name="Freeform 981">
                      <a:extLst>
                        <a:ext uri="{FF2B5EF4-FFF2-40B4-BE49-F238E27FC236}">
                          <a16:creationId xmlns:a16="http://schemas.microsoft.com/office/drawing/2014/main" id="{018175B4-4646-A241-8298-B68D459D822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83" name="Freeform 982">
                      <a:extLst>
                        <a:ext uri="{FF2B5EF4-FFF2-40B4-BE49-F238E27FC236}">
                          <a16:creationId xmlns:a16="http://schemas.microsoft.com/office/drawing/2014/main" id="{2D4DF999-0429-B24E-A8FF-940E30D8E53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84" name="Freeform 983">
                      <a:extLst>
                        <a:ext uri="{FF2B5EF4-FFF2-40B4-BE49-F238E27FC236}">
                          <a16:creationId xmlns:a16="http://schemas.microsoft.com/office/drawing/2014/main" id="{713AE350-068A-274C-87A0-55247EF72F1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85" name="Freeform 984">
                      <a:extLst>
                        <a:ext uri="{FF2B5EF4-FFF2-40B4-BE49-F238E27FC236}">
                          <a16:creationId xmlns:a16="http://schemas.microsoft.com/office/drawing/2014/main" id="{C169EAB4-5C1D-8A48-8864-B86DF9865D1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986" name="Straight Connector 985">
                      <a:extLst>
                        <a:ext uri="{FF2B5EF4-FFF2-40B4-BE49-F238E27FC236}">
                          <a16:creationId xmlns:a16="http://schemas.microsoft.com/office/drawing/2014/main" id="{6E324783-1628-6A4C-BB41-2788B16F009A}"/>
                        </a:ext>
                      </a:extLst>
                    </p:cNvPr>
                    <p:cNvCxnSpPr>
                      <a:endCxn id="981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987" name="Straight Connector 986">
                      <a:extLst>
                        <a:ext uri="{FF2B5EF4-FFF2-40B4-BE49-F238E27FC236}">
                          <a16:creationId xmlns:a16="http://schemas.microsoft.com/office/drawing/2014/main" id="{84412028-5AD6-D447-A378-01E2FD57457C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976" name="Group 975">
                    <a:extLst>
                      <a:ext uri="{FF2B5EF4-FFF2-40B4-BE49-F238E27FC236}">
                        <a16:creationId xmlns:a16="http://schemas.microsoft.com/office/drawing/2014/main" id="{14A502AB-FDED-574D-A3A2-E827358D6ABB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977" name="Oval 976">
                      <a:extLst>
                        <a:ext uri="{FF2B5EF4-FFF2-40B4-BE49-F238E27FC236}">
                          <a16:creationId xmlns:a16="http://schemas.microsoft.com/office/drawing/2014/main" id="{19416E38-67D6-0442-8F48-E8493F2FD79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78" name="TextBox 977">
                      <a:extLst>
                        <a:ext uri="{FF2B5EF4-FFF2-40B4-BE49-F238E27FC236}">
                          <a16:creationId xmlns:a16="http://schemas.microsoft.com/office/drawing/2014/main" id="{5246B96B-3A43-A645-9718-340F085B233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2a</a:t>
                      </a:r>
                    </a:p>
                  </p:txBody>
                </p:sp>
              </p:grpSp>
            </p:grpSp>
            <p:cxnSp>
              <p:nvCxnSpPr>
                <p:cNvPr id="971" name="Straight Connector 970">
                  <a:extLst>
                    <a:ext uri="{FF2B5EF4-FFF2-40B4-BE49-F238E27FC236}">
                      <a16:creationId xmlns:a16="http://schemas.microsoft.com/office/drawing/2014/main" id="{6B4BCBD1-C954-6541-8254-DF07CDA0475D}"/>
                    </a:ext>
                  </a:extLst>
                </p:cNvPr>
                <p:cNvCxnSpPr>
                  <a:stCxn id="1018" idx="7"/>
                </p:cNvCxnSpPr>
                <p:nvPr/>
              </p:nvCxnSpPr>
              <p:spPr bwMode="auto">
                <a:xfrm>
                  <a:off x="2218708" y="3154477"/>
                  <a:ext cx="480042" cy="369773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972" name="Straight Connector 971">
                  <a:extLst>
                    <a:ext uri="{FF2B5EF4-FFF2-40B4-BE49-F238E27FC236}">
                      <a16:creationId xmlns:a16="http://schemas.microsoft.com/office/drawing/2014/main" id="{386E43E5-D30F-4F47-A035-82F1414B18F0}"/>
                    </a:ext>
                  </a:extLst>
                </p:cNvPr>
                <p:cNvCxnSpPr/>
                <p:nvPr/>
              </p:nvCxnSpPr>
              <p:spPr bwMode="auto">
                <a:xfrm>
                  <a:off x="1300073" y="3786304"/>
                  <a:ext cx="477927" cy="357071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973" name="Straight Connector 972">
                  <a:extLst>
                    <a:ext uri="{FF2B5EF4-FFF2-40B4-BE49-F238E27FC236}">
                      <a16:creationId xmlns:a16="http://schemas.microsoft.com/office/drawing/2014/main" id="{43A4E04D-2290-384D-88C2-85BF6AEF84DB}"/>
                    </a:ext>
                  </a:extLst>
                </p:cNvPr>
                <p:cNvCxnSpPr/>
                <p:nvPr/>
              </p:nvCxnSpPr>
              <p:spPr bwMode="auto">
                <a:xfrm flipH="1">
                  <a:off x="2196042" y="3783542"/>
                  <a:ext cx="508002" cy="349250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sp>
          <p:nvSpPr>
            <p:cNvPr id="1093" name="TextBox 1092">
              <a:extLst>
                <a:ext uri="{FF2B5EF4-FFF2-40B4-BE49-F238E27FC236}">
                  <a16:creationId xmlns:a16="http://schemas.microsoft.com/office/drawing/2014/main" id="{6FA575AB-C50C-E04A-A594-9704EE05D45C}"/>
                </a:ext>
              </a:extLst>
            </p:cNvPr>
            <p:cNvSpPr txBox="1"/>
            <p:nvPr/>
          </p:nvSpPr>
          <p:spPr>
            <a:xfrm>
              <a:off x="4833576" y="4910165"/>
              <a:ext cx="7535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000090"/>
                  </a:solidFill>
                  <a:latin typeface="Arial" charset="0"/>
                  <a:ea typeface="ＭＳ Ｐゴシック" charset="0"/>
                </a:rPr>
                <a:t>AS 2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CD4E330-3964-7840-8A54-F926B5DFAA92}"/>
              </a:ext>
            </a:extLst>
          </p:cNvPr>
          <p:cNvGrpSpPr/>
          <p:nvPr/>
        </p:nvGrpSpPr>
        <p:grpSpPr>
          <a:xfrm>
            <a:off x="8100574" y="3694542"/>
            <a:ext cx="2575521" cy="1672516"/>
            <a:chOff x="8100574" y="3694542"/>
            <a:chExt cx="2575521" cy="1672516"/>
          </a:xfrm>
        </p:grpSpPr>
        <p:sp>
          <p:nvSpPr>
            <p:cNvPr id="1027" name="Freeform 2">
              <a:extLst>
                <a:ext uri="{FF2B5EF4-FFF2-40B4-BE49-F238E27FC236}">
                  <a16:creationId xmlns:a16="http://schemas.microsoft.com/office/drawing/2014/main" id="{A8995EC3-2960-C740-9B77-5B1035684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0574" y="3694542"/>
              <a:ext cx="2575521" cy="1672516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connsiteX0" fmla="*/ 4 w 10040"/>
                <a:gd name="connsiteY0" fmla="*/ 4039 h 10125"/>
                <a:gd name="connsiteX1" fmla="*/ 715 w 10040"/>
                <a:gd name="connsiteY1" fmla="*/ 1595 h 10125"/>
                <a:gd name="connsiteX2" fmla="*/ 3130 w 10040"/>
                <a:gd name="connsiteY2" fmla="*/ 1006 h 10125"/>
                <a:gd name="connsiteX3" fmla="*/ 4995 w 10040"/>
                <a:gd name="connsiteY3" fmla="*/ 0 h 10125"/>
                <a:gd name="connsiteX4" fmla="*/ 6720 w 10040"/>
                <a:gd name="connsiteY4" fmla="*/ 1009 h 10125"/>
                <a:gd name="connsiteX5" fmla="*/ 9989 w 10040"/>
                <a:gd name="connsiteY5" fmla="*/ 2989 h 10125"/>
                <a:gd name="connsiteX6" fmla="*/ 8599 w 10040"/>
                <a:gd name="connsiteY6" fmla="*/ 6797 h 10125"/>
                <a:gd name="connsiteX7" fmla="*/ 6995 w 10040"/>
                <a:gd name="connsiteY7" fmla="*/ 9322 h 10125"/>
                <a:gd name="connsiteX8" fmla="*/ 5307 w 10040"/>
                <a:gd name="connsiteY8" fmla="*/ 8843 h 10125"/>
                <a:gd name="connsiteX9" fmla="*/ 4371 w 10040"/>
                <a:gd name="connsiteY9" fmla="*/ 9912 h 10125"/>
                <a:gd name="connsiteX10" fmla="*/ 3140 w 10040"/>
                <a:gd name="connsiteY10" fmla="*/ 10019 h 10125"/>
                <a:gd name="connsiteX11" fmla="*/ 2179 w 10040"/>
                <a:gd name="connsiteY11" fmla="*/ 7895 h 10125"/>
                <a:gd name="connsiteX12" fmla="*/ 1187 w 10040"/>
                <a:gd name="connsiteY12" fmla="*/ 7495 h 10125"/>
                <a:gd name="connsiteX13" fmla="*/ 4 w 10040"/>
                <a:gd name="connsiteY13" fmla="*/ 4039 h 10125"/>
                <a:gd name="connsiteX0" fmla="*/ 4 w 8600"/>
                <a:gd name="connsiteY0" fmla="*/ 4042 h 10128"/>
                <a:gd name="connsiteX1" fmla="*/ 715 w 8600"/>
                <a:gd name="connsiteY1" fmla="*/ 1598 h 10128"/>
                <a:gd name="connsiteX2" fmla="*/ 3130 w 8600"/>
                <a:gd name="connsiteY2" fmla="*/ 1009 h 10128"/>
                <a:gd name="connsiteX3" fmla="*/ 4995 w 8600"/>
                <a:gd name="connsiteY3" fmla="*/ 3 h 10128"/>
                <a:gd name="connsiteX4" fmla="*/ 6720 w 8600"/>
                <a:gd name="connsiteY4" fmla="*/ 1012 h 10128"/>
                <a:gd name="connsiteX5" fmla="*/ 8599 w 8600"/>
                <a:gd name="connsiteY5" fmla="*/ 6800 h 10128"/>
                <a:gd name="connsiteX6" fmla="*/ 6995 w 8600"/>
                <a:gd name="connsiteY6" fmla="*/ 9325 h 10128"/>
                <a:gd name="connsiteX7" fmla="*/ 5307 w 8600"/>
                <a:gd name="connsiteY7" fmla="*/ 8846 h 10128"/>
                <a:gd name="connsiteX8" fmla="*/ 4371 w 8600"/>
                <a:gd name="connsiteY8" fmla="*/ 9915 h 10128"/>
                <a:gd name="connsiteX9" fmla="*/ 3140 w 8600"/>
                <a:gd name="connsiteY9" fmla="*/ 10022 h 10128"/>
                <a:gd name="connsiteX10" fmla="*/ 2179 w 8600"/>
                <a:gd name="connsiteY10" fmla="*/ 7898 h 10128"/>
                <a:gd name="connsiteX11" fmla="*/ 1187 w 8600"/>
                <a:gd name="connsiteY11" fmla="*/ 7498 h 10128"/>
                <a:gd name="connsiteX12" fmla="*/ 4 w 8600"/>
                <a:gd name="connsiteY12" fmla="*/ 4042 h 10128"/>
                <a:gd name="connsiteX0" fmla="*/ 4 w 9326"/>
                <a:gd name="connsiteY0" fmla="*/ 3988 h 9997"/>
                <a:gd name="connsiteX1" fmla="*/ 830 w 9326"/>
                <a:gd name="connsiteY1" fmla="*/ 1575 h 9997"/>
                <a:gd name="connsiteX2" fmla="*/ 3639 w 9326"/>
                <a:gd name="connsiteY2" fmla="*/ 993 h 9997"/>
                <a:gd name="connsiteX3" fmla="*/ 5807 w 9326"/>
                <a:gd name="connsiteY3" fmla="*/ 0 h 9997"/>
                <a:gd name="connsiteX4" fmla="*/ 7813 w 9326"/>
                <a:gd name="connsiteY4" fmla="*/ 996 h 9997"/>
                <a:gd name="connsiteX5" fmla="*/ 9324 w 9326"/>
                <a:gd name="connsiteY5" fmla="*/ 5746 h 9997"/>
                <a:gd name="connsiteX6" fmla="*/ 8133 w 9326"/>
                <a:gd name="connsiteY6" fmla="*/ 9204 h 9997"/>
                <a:gd name="connsiteX7" fmla="*/ 6170 w 9326"/>
                <a:gd name="connsiteY7" fmla="*/ 8731 h 9997"/>
                <a:gd name="connsiteX8" fmla="*/ 5082 w 9326"/>
                <a:gd name="connsiteY8" fmla="*/ 9787 h 9997"/>
                <a:gd name="connsiteX9" fmla="*/ 3650 w 9326"/>
                <a:gd name="connsiteY9" fmla="*/ 9892 h 9997"/>
                <a:gd name="connsiteX10" fmla="*/ 2533 w 9326"/>
                <a:gd name="connsiteY10" fmla="*/ 7795 h 9997"/>
                <a:gd name="connsiteX11" fmla="*/ 1379 w 9326"/>
                <a:gd name="connsiteY11" fmla="*/ 7400 h 9997"/>
                <a:gd name="connsiteX12" fmla="*/ 4 w 9326"/>
                <a:gd name="connsiteY12" fmla="*/ 3988 h 9997"/>
                <a:gd name="connsiteX0" fmla="*/ 4 w 10001"/>
                <a:gd name="connsiteY0" fmla="*/ 3989 h 10041"/>
                <a:gd name="connsiteX1" fmla="*/ 890 w 10001"/>
                <a:gd name="connsiteY1" fmla="*/ 1575 h 10041"/>
                <a:gd name="connsiteX2" fmla="*/ 3902 w 10001"/>
                <a:gd name="connsiteY2" fmla="*/ 993 h 10041"/>
                <a:gd name="connsiteX3" fmla="*/ 6227 w 10001"/>
                <a:gd name="connsiteY3" fmla="*/ 0 h 10041"/>
                <a:gd name="connsiteX4" fmla="*/ 8378 w 10001"/>
                <a:gd name="connsiteY4" fmla="*/ 996 h 10041"/>
                <a:gd name="connsiteX5" fmla="*/ 9998 w 10001"/>
                <a:gd name="connsiteY5" fmla="*/ 5748 h 10041"/>
                <a:gd name="connsiteX6" fmla="*/ 8721 w 10001"/>
                <a:gd name="connsiteY6" fmla="*/ 9207 h 10041"/>
                <a:gd name="connsiteX7" fmla="*/ 5449 w 10001"/>
                <a:gd name="connsiteY7" fmla="*/ 9790 h 10041"/>
                <a:gd name="connsiteX8" fmla="*/ 3914 w 10001"/>
                <a:gd name="connsiteY8" fmla="*/ 9895 h 10041"/>
                <a:gd name="connsiteX9" fmla="*/ 2716 w 10001"/>
                <a:gd name="connsiteY9" fmla="*/ 7797 h 10041"/>
                <a:gd name="connsiteX10" fmla="*/ 1479 w 10001"/>
                <a:gd name="connsiteY10" fmla="*/ 7402 h 10041"/>
                <a:gd name="connsiteX11" fmla="*/ 4 w 10001"/>
                <a:gd name="connsiteY11" fmla="*/ 3989 h 10041"/>
                <a:gd name="connsiteX0" fmla="*/ 4 w 10001"/>
                <a:gd name="connsiteY0" fmla="*/ 3989 h 14825"/>
                <a:gd name="connsiteX1" fmla="*/ 890 w 10001"/>
                <a:gd name="connsiteY1" fmla="*/ 1575 h 14825"/>
                <a:gd name="connsiteX2" fmla="*/ 3902 w 10001"/>
                <a:gd name="connsiteY2" fmla="*/ 993 h 14825"/>
                <a:gd name="connsiteX3" fmla="*/ 6227 w 10001"/>
                <a:gd name="connsiteY3" fmla="*/ 0 h 14825"/>
                <a:gd name="connsiteX4" fmla="*/ 8378 w 10001"/>
                <a:gd name="connsiteY4" fmla="*/ 996 h 14825"/>
                <a:gd name="connsiteX5" fmla="*/ 9998 w 10001"/>
                <a:gd name="connsiteY5" fmla="*/ 5748 h 14825"/>
                <a:gd name="connsiteX6" fmla="*/ 8721 w 10001"/>
                <a:gd name="connsiteY6" fmla="*/ 9207 h 14825"/>
                <a:gd name="connsiteX7" fmla="*/ 6011 w 10001"/>
                <a:gd name="connsiteY7" fmla="*/ 14823 h 14825"/>
                <a:gd name="connsiteX8" fmla="*/ 3914 w 10001"/>
                <a:gd name="connsiteY8" fmla="*/ 9895 h 14825"/>
                <a:gd name="connsiteX9" fmla="*/ 2716 w 10001"/>
                <a:gd name="connsiteY9" fmla="*/ 7797 h 14825"/>
                <a:gd name="connsiteX10" fmla="*/ 1479 w 10001"/>
                <a:gd name="connsiteY10" fmla="*/ 7402 h 14825"/>
                <a:gd name="connsiteX11" fmla="*/ 4 w 10001"/>
                <a:gd name="connsiteY11" fmla="*/ 3989 h 14825"/>
                <a:gd name="connsiteX0" fmla="*/ 4 w 10001"/>
                <a:gd name="connsiteY0" fmla="*/ 7436 h 18272"/>
                <a:gd name="connsiteX1" fmla="*/ 890 w 10001"/>
                <a:gd name="connsiteY1" fmla="*/ 5022 h 18272"/>
                <a:gd name="connsiteX2" fmla="*/ 3902 w 10001"/>
                <a:gd name="connsiteY2" fmla="*/ 4440 h 18272"/>
                <a:gd name="connsiteX3" fmla="*/ 6026 w 10001"/>
                <a:gd name="connsiteY3" fmla="*/ 0 h 18272"/>
                <a:gd name="connsiteX4" fmla="*/ 8378 w 10001"/>
                <a:gd name="connsiteY4" fmla="*/ 4443 h 18272"/>
                <a:gd name="connsiteX5" fmla="*/ 9998 w 10001"/>
                <a:gd name="connsiteY5" fmla="*/ 9195 h 18272"/>
                <a:gd name="connsiteX6" fmla="*/ 8721 w 10001"/>
                <a:gd name="connsiteY6" fmla="*/ 12654 h 18272"/>
                <a:gd name="connsiteX7" fmla="*/ 6011 w 10001"/>
                <a:gd name="connsiteY7" fmla="*/ 18270 h 18272"/>
                <a:gd name="connsiteX8" fmla="*/ 3914 w 10001"/>
                <a:gd name="connsiteY8" fmla="*/ 13342 h 18272"/>
                <a:gd name="connsiteX9" fmla="*/ 2716 w 10001"/>
                <a:gd name="connsiteY9" fmla="*/ 11244 h 18272"/>
                <a:gd name="connsiteX10" fmla="*/ 1479 w 10001"/>
                <a:gd name="connsiteY10" fmla="*/ 10849 h 18272"/>
                <a:gd name="connsiteX11" fmla="*/ 4 w 10001"/>
                <a:gd name="connsiteY11" fmla="*/ 7436 h 18272"/>
                <a:gd name="connsiteX0" fmla="*/ 1 w 9998"/>
                <a:gd name="connsiteY0" fmla="*/ 7436 h 18272"/>
                <a:gd name="connsiteX1" fmla="*/ 3899 w 9998"/>
                <a:gd name="connsiteY1" fmla="*/ 4440 h 18272"/>
                <a:gd name="connsiteX2" fmla="*/ 6023 w 9998"/>
                <a:gd name="connsiteY2" fmla="*/ 0 h 18272"/>
                <a:gd name="connsiteX3" fmla="*/ 8375 w 9998"/>
                <a:gd name="connsiteY3" fmla="*/ 4443 h 18272"/>
                <a:gd name="connsiteX4" fmla="*/ 9995 w 9998"/>
                <a:gd name="connsiteY4" fmla="*/ 9195 h 18272"/>
                <a:gd name="connsiteX5" fmla="*/ 8718 w 9998"/>
                <a:gd name="connsiteY5" fmla="*/ 12654 h 18272"/>
                <a:gd name="connsiteX6" fmla="*/ 6008 w 9998"/>
                <a:gd name="connsiteY6" fmla="*/ 18270 h 18272"/>
                <a:gd name="connsiteX7" fmla="*/ 3911 w 9998"/>
                <a:gd name="connsiteY7" fmla="*/ 13342 h 18272"/>
                <a:gd name="connsiteX8" fmla="*/ 2713 w 9998"/>
                <a:gd name="connsiteY8" fmla="*/ 11244 h 18272"/>
                <a:gd name="connsiteX9" fmla="*/ 1476 w 9998"/>
                <a:gd name="connsiteY9" fmla="*/ 10849 h 18272"/>
                <a:gd name="connsiteX10" fmla="*/ 1 w 9998"/>
                <a:gd name="connsiteY10" fmla="*/ 7436 h 18272"/>
                <a:gd name="connsiteX0" fmla="*/ 35 w 8559"/>
                <a:gd name="connsiteY0" fmla="*/ 5938 h 10000"/>
                <a:gd name="connsiteX1" fmla="*/ 2459 w 8559"/>
                <a:gd name="connsiteY1" fmla="*/ 2430 h 10000"/>
                <a:gd name="connsiteX2" fmla="*/ 4583 w 8559"/>
                <a:gd name="connsiteY2" fmla="*/ 0 h 10000"/>
                <a:gd name="connsiteX3" fmla="*/ 6936 w 8559"/>
                <a:gd name="connsiteY3" fmla="*/ 2432 h 10000"/>
                <a:gd name="connsiteX4" fmla="*/ 8556 w 8559"/>
                <a:gd name="connsiteY4" fmla="*/ 5032 h 10000"/>
                <a:gd name="connsiteX5" fmla="*/ 7279 w 8559"/>
                <a:gd name="connsiteY5" fmla="*/ 6925 h 10000"/>
                <a:gd name="connsiteX6" fmla="*/ 4568 w 8559"/>
                <a:gd name="connsiteY6" fmla="*/ 9999 h 10000"/>
                <a:gd name="connsiteX7" fmla="*/ 2471 w 8559"/>
                <a:gd name="connsiteY7" fmla="*/ 7302 h 10000"/>
                <a:gd name="connsiteX8" fmla="*/ 1273 w 8559"/>
                <a:gd name="connsiteY8" fmla="*/ 6154 h 10000"/>
                <a:gd name="connsiteX9" fmla="*/ 35 w 8559"/>
                <a:gd name="connsiteY9" fmla="*/ 5938 h 10000"/>
                <a:gd name="connsiteX0" fmla="*/ 49 w 9820"/>
                <a:gd name="connsiteY0" fmla="*/ 4655 h 10000"/>
                <a:gd name="connsiteX1" fmla="*/ 2693 w 9820"/>
                <a:gd name="connsiteY1" fmla="*/ 2430 h 10000"/>
                <a:gd name="connsiteX2" fmla="*/ 5175 w 9820"/>
                <a:gd name="connsiteY2" fmla="*/ 0 h 10000"/>
                <a:gd name="connsiteX3" fmla="*/ 7924 w 9820"/>
                <a:gd name="connsiteY3" fmla="*/ 2432 h 10000"/>
                <a:gd name="connsiteX4" fmla="*/ 9816 w 9820"/>
                <a:gd name="connsiteY4" fmla="*/ 5032 h 10000"/>
                <a:gd name="connsiteX5" fmla="*/ 8324 w 9820"/>
                <a:gd name="connsiteY5" fmla="*/ 6925 h 10000"/>
                <a:gd name="connsiteX6" fmla="*/ 5157 w 9820"/>
                <a:gd name="connsiteY6" fmla="*/ 9999 h 10000"/>
                <a:gd name="connsiteX7" fmla="*/ 2707 w 9820"/>
                <a:gd name="connsiteY7" fmla="*/ 7302 h 10000"/>
                <a:gd name="connsiteX8" fmla="*/ 1307 w 9820"/>
                <a:gd name="connsiteY8" fmla="*/ 6154 h 10000"/>
                <a:gd name="connsiteX9" fmla="*/ 49 w 9820"/>
                <a:gd name="connsiteY9" fmla="*/ 4655 h 10000"/>
                <a:gd name="connsiteX0" fmla="*/ 45 w 9995"/>
                <a:gd name="connsiteY0" fmla="*/ 4655 h 10000"/>
                <a:gd name="connsiteX1" fmla="*/ 2737 w 9995"/>
                <a:gd name="connsiteY1" fmla="*/ 2430 h 10000"/>
                <a:gd name="connsiteX2" fmla="*/ 5265 w 9995"/>
                <a:gd name="connsiteY2" fmla="*/ 0 h 10000"/>
                <a:gd name="connsiteX3" fmla="*/ 8064 w 9995"/>
                <a:gd name="connsiteY3" fmla="*/ 2432 h 10000"/>
                <a:gd name="connsiteX4" fmla="*/ 9991 w 9995"/>
                <a:gd name="connsiteY4" fmla="*/ 5032 h 10000"/>
                <a:gd name="connsiteX5" fmla="*/ 8472 w 9995"/>
                <a:gd name="connsiteY5" fmla="*/ 6925 h 10000"/>
                <a:gd name="connsiteX6" fmla="*/ 5247 w 9995"/>
                <a:gd name="connsiteY6" fmla="*/ 9999 h 10000"/>
                <a:gd name="connsiteX7" fmla="*/ 2752 w 9995"/>
                <a:gd name="connsiteY7" fmla="*/ 7302 h 10000"/>
                <a:gd name="connsiteX8" fmla="*/ 1374 w 9995"/>
                <a:gd name="connsiteY8" fmla="*/ 6984 h 10000"/>
                <a:gd name="connsiteX9" fmla="*/ 45 w 9995"/>
                <a:gd name="connsiteY9" fmla="*/ 4655 h 10000"/>
                <a:gd name="connsiteX0" fmla="*/ 45 w 10000"/>
                <a:gd name="connsiteY0" fmla="*/ 5032 h 10377"/>
                <a:gd name="connsiteX1" fmla="*/ 2738 w 10000"/>
                <a:gd name="connsiteY1" fmla="*/ 2807 h 10377"/>
                <a:gd name="connsiteX2" fmla="*/ 4886 w 10000"/>
                <a:gd name="connsiteY2" fmla="*/ 0 h 10377"/>
                <a:gd name="connsiteX3" fmla="*/ 8068 w 10000"/>
                <a:gd name="connsiteY3" fmla="*/ 2809 h 10377"/>
                <a:gd name="connsiteX4" fmla="*/ 9996 w 10000"/>
                <a:gd name="connsiteY4" fmla="*/ 5409 h 10377"/>
                <a:gd name="connsiteX5" fmla="*/ 8476 w 10000"/>
                <a:gd name="connsiteY5" fmla="*/ 7302 h 10377"/>
                <a:gd name="connsiteX6" fmla="*/ 5250 w 10000"/>
                <a:gd name="connsiteY6" fmla="*/ 10376 h 10377"/>
                <a:gd name="connsiteX7" fmla="*/ 2753 w 10000"/>
                <a:gd name="connsiteY7" fmla="*/ 7679 h 10377"/>
                <a:gd name="connsiteX8" fmla="*/ 1375 w 10000"/>
                <a:gd name="connsiteY8" fmla="*/ 7361 h 10377"/>
                <a:gd name="connsiteX9" fmla="*/ 45 w 10000"/>
                <a:gd name="connsiteY9" fmla="*/ 5032 h 10377"/>
                <a:gd name="connsiteX0" fmla="*/ 45 w 10000"/>
                <a:gd name="connsiteY0" fmla="*/ 5036 h 10381"/>
                <a:gd name="connsiteX1" fmla="*/ 2738 w 10000"/>
                <a:gd name="connsiteY1" fmla="*/ 2811 h 10381"/>
                <a:gd name="connsiteX2" fmla="*/ 4886 w 10000"/>
                <a:gd name="connsiteY2" fmla="*/ 4 h 10381"/>
                <a:gd name="connsiteX3" fmla="*/ 8068 w 10000"/>
                <a:gd name="connsiteY3" fmla="*/ 2813 h 10381"/>
                <a:gd name="connsiteX4" fmla="*/ 9996 w 10000"/>
                <a:gd name="connsiteY4" fmla="*/ 5413 h 10381"/>
                <a:gd name="connsiteX5" fmla="*/ 8476 w 10000"/>
                <a:gd name="connsiteY5" fmla="*/ 7306 h 10381"/>
                <a:gd name="connsiteX6" fmla="*/ 5250 w 10000"/>
                <a:gd name="connsiteY6" fmla="*/ 10380 h 10381"/>
                <a:gd name="connsiteX7" fmla="*/ 2753 w 10000"/>
                <a:gd name="connsiteY7" fmla="*/ 7683 h 10381"/>
                <a:gd name="connsiteX8" fmla="*/ 1375 w 10000"/>
                <a:gd name="connsiteY8" fmla="*/ 7365 h 10381"/>
                <a:gd name="connsiteX9" fmla="*/ 45 w 10000"/>
                <a:gd name="connsiteY9" fmla="*/ 5036 h 10381"/>
                <a:gd name="connsiteX0" fmla="*/ 45 w 10000"/>
                <a:gd name="connsiteY0" fmla="*/ 5036 h 10796"/>
                <a:gd name="connsiteX1" fmla="*/ 2738 w 10000"/>
                <a:gd name="connsiteY1" fmla="*/ 2811 h 10796"/>
                <a:gd name="connsiteX2" fmla="*/ 4886 w 10000"/>
                <a:gd name="connsiteY2" fmla="*/ 4 h 10796"/>
                <a:gd name="connsiteX3" fmla="*/ 8068 w 10000"/>
                <a:gd name="connsiteY3" fmla="*/ 2813 h 10796"/>
                <a:gd name="connsiteX4" fmla="*/ 9996 w 10000"/>
                <a:gd name="connsiteY4" fmla="*/ 5413 h 10796"/>
                <a:gd name="connsiteX5" fmla="*/ 8476 w 10000"/>
                <a:gd name="connsiteY5" fmla="*/ 7306 h 10796"/>
                <a:gd name="connsiteX6" fmla="*/ 5202 w 10000"/>
                <a:gd name="connsiteY6" fmla="*/ 10795 h 10796"/>
                <a:gd name="connsiteX7" fmla="*/ 2753 w 10000"/>
                <a:gd name="connsiteY7" fmla="*/ 7683 h 10796"/>
                <a:gd name="connsiteX8" fmla="*/ 1375 w 10000"/>
                <a:gd name="connsiteY8" fmla="*/ 7365 h 10796"/>
                <a:gd name="connsiteX9" fmla="*/ 45 w 10000"/>
                <a:gd name="connsiteY9" fmla="*/ 5036 h 10796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F85CF47-ED05-F641-88E4-95BB18169A01}"/>
                </a:ext>
              </a:extLst>
            </p:cNvPr>
            <p:cNvGrpSpPr/>
            <p:nvPr/>
          </p:nvGrpSpPr>
          <p:grpSpPr>
            <a:xfrm>
              <a:off x="8136838" y="3735782"/>
              <a:ext cx="2402775" cy="1530043"/>
              <a:chOff x="8136838" y="3735782"/>
              <a:chExt cx="2402775" cy="1530043"/>
            </a:xfrm>
          </p:grpSpPr>
          <p:grpSp>
            <p:nvGrpSpPr>
              <p:cNvPr id="1028" name="Group 1027">
                <a:extLst>
                  <a:ext uri="{FF2B5EF4-FFF2-40B4-BE49-F238E27FC236}">
                    <a16:creationId xmlns:a16="http://schemas.microsoft.com/office/drawing/2014/main" id="{0AB2BE47-7FE4-2D4D-8C07-E8F629E5CE61}"/>
                  </a:ext>
                </a:extLst>
              </p:cNvPr>
              <p:cNvGrpSpPr/>
              <p:nvPr/>
            </p:nvGrpSpPr>
            <p:grpSpPr>
              <a:xfrm>
                <a:off x="8324065" y="3830658"/>
                <a:ext cx="2215548" cy="1435167"/>
                <a:chOff x="833331" y="2873352"/>
                <a:chExt cx="2333625" cy="1590649"/>
              </a:xfrm>
            </p:grpSpPr>
            <p:grpSp>
              <p:nvGrpSpPr>
                <p:cNvPr id="1029" name="Group 1028">
                  <a:extLst>
                    <a:ext uri="{FF2B5EF4-FFF2-40B4-BE49-F238E27FC236}">
                      <a16:creationId xmlns:a16="http://schemas.microsoft.com/office/drawing/2014/main" id="{D5A4365B-9128-2347-890C-2CC4559CDA4A}"/>
                    </a:ext>
                  </a:extLst>
                </p:cNvPr>
                <p:cNvGrpSpPr/>
                <p:nvPr/>
              </p:nvGrpSpPr>
              <p:grpSpPr>
                <a:xfrm>
                  <a:off x="1736090" y="287335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1078" name="Group 327">
                    <a:extLst>
                      <a:ext uri="{FF2B5EF4-FFF2-40B4-BE49-F238E27FC236}">
                        <a16:creationId xmlns:a16="http://schemas.microsoft.com/office/drawing/2014/main" id="{DBFB1141-ABD7-934D-8AA7-11C243E463D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1082" name="Oval 1081">
                      <a:extLst>
                        <a:ext uri="{FF2B5EF4-FFF2-40B4-BE49-F238E27FC236}">
                          <a16:creationId xmlns:a16="http://schemas.microsoft.com/office/drawing/2014/main" id="{20839E50-AD9A-F34D-ADF2-CC6EEB2899F9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83" name="Rectangle 1082">
                      <a:extLst>
                        <a:ext uri="{FF2B5EF4-FFF2-40B4-BE49-F238E27FC236}">
                          <a16:creationId xmlns:a16="http://schemas.microsoft.com/office/drawing/2014/main" id="{A87358B7-BD56-CB4F-B1D0-7FD4D96E1FD2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84" name="Oval 1083">
                      <a:extLst>
                        <a:ext uri="{FF2B5EF4-FFF2-40B4-BE49-F238E27FC236}">
                          <a16:creationId xmlns:a16="http://schemas.microsoft.com/office/drawing/2014/main" id="{96955B75-57D9-E849-8E48-60C1793AAE39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85" name="Freeform 1084">
                      <a:extLst>
                        <a:ext uri="{FF2B5EF4-FFF2-40B4-BE49-F238E27FC236}">
                          <a16:creationId xmlns:a16="http://schemas.microsoft.com/office/drawing/2014/main" id="{FB3859DC-298A-DB40-9873-532162B65A4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86" name="Freeform 1085">
                      <a:extLst>
                        <a:ext uri="{FF2B5EF4-FFF2-40B4-BE49-F238E27FC236}">
                          <a16:creationId xmlns:a16="http://schemas.microsoft.com/office/drawing/2014/main" id="{9A326424-F3EB-D348-9E16-65BE23151DC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87" name="Freeform 1086">
                      <a:extLst>
                        <a:ext uri="{FF2B5EF4-FFF2-40B4-BE49-F238E27FC236}">
                          <a16:creationId xmlns:a16="http://schemas.microsoft.com/office/drawing/2014/main" id="{0D7CEEF9-2BDC-DE40-BC1F-272BC1D3E6B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88" name="Freeform 1087">
                      <a:extLst>
                        <a:ext uri="{FF2B5EF4-FFF2-40B4-BE49-F238E27FC236}">
                          <a16:creationId xmlns:a16="http://schemas.microsoft.com/office/drawing/2014/main" id="{ECDB8519-A385-E445-B6D2-305B11AAE79B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1089" name="Straight Connector 1088">
                      <a:extLst>
                        <a:ext uri="{FF2B5EF4-FFF2-40B4-BE49-F238E27FC236}">
                          <a16:creationId xmlns:a16="http://schemas.microsoft.com/office/drawing/2014/main" id="{04A08060-4B09-E24F-83FD-65DCD15A7032}"/>
                        </a:ext>
                      </a:extLst>
                    </p:cNvPr>
                    <p:cNvCxnSpPr>
                      <a:endCxn id="1084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1090" name="Straight Connector 1089">
                      <a:extLst>
                        <a:ext uri="{FF2B5EF4-FFF2-40B4-BE49-F238E27FC236}">
                          <a16:creationId xmlns:a16="http://schemas.microsoft.com/office/drawing/2014/main" id="{163D1BB2-10CE-D441-9C5C-7566C46A599B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1079" name="Group 1078">
                    <a:extLst>
                      <a:ext uri="{FF2B5EF4-FFF2-40B4-BE49-F238E27FC236}">
                        <a16:creationId xmlns:a16="http://schemas.microsoft.com/office/drawing/2014/main" id="{DB44CBE6-0B34-F14C-8665-B725855D2BAD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1080" name="Oval 1079">
                      <a:extLst>
                        <a:ext uri="{FF2B5EF4-FFF2-40B4-BE49-F238E27FC236}">
                          <a16:creationId xmlns:a16="http://schemas.microsoft.com/office/drawing/2014/main" id="{83160397-2E36-6F4E-BB78-8B545B588F2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81" name="TextBox 1080">
                      <a:extLst>
                        <a:ext uri="{FF2B5EF4-FFF2-40B4-BE49-F238E27FC236}">
                          <a16:creationId xmlns:a16="http://schemas.microsoft.com/office/drawing/2014/main" id="{E5E5804F-B654-A346-BA03-447CCD7BC32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3b</a:t>
                      </a:r>
                    </a:p>
                  </p:txBody>
                </p:sp>
              </p:grpSp>
            </p:grpSp>
            <p:grpSp>
              <p:nvGrpSpPr>
                <p:cNvPr id="1030" name="Group 1029">
                  <a:extLst>
                    <a:ext uri="{FF2B5EF4-FFF2-40B4-BE49-F238E27FC236}">
                      <a16:creationId xmlns:a16="http://schemas.microsoft.com/office/drawing/2014/main" id="{5E96A305-4023-704A-8D22-13C4716E693E}"/>
                    </a:ext>
                  </a:extLst>
                </p:cNvPr>
                <p:cNvGrpSpPr/>
                <p:nvPr/>
              </p:nvGrpSpPr>
              <p:grpSpPr>
                <a:xfrm>
                  <a:off x="1740320" y="409466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1065" name="Group 327">
                    <a:extLst>
                      <a:ext uri="{FF2B5EF4-FFF2-40B4-BE49-F238E27FC236}">
                        <a16:creationId xmlns:a16="http://schemas.microsoft.com/office/drawing/2014/main" id="{D747FDA4-4C88-9D47-8305-855711E13E2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1069" name="Oval 1068">
                      <a:extLst>
                        <a:ext uri="{FF2B5EF4-FFF2-40B4-BE49-F238E27FC236}">
                          <a16:creationId xmlns:a16="http://schemas.microsoft.com/office/drawing/2014/main" id="{1B151A5F-F681-D946-9244-71A8EC573473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70" name="Rectangle 1069">
                      <a:extLst>
                        <a:ext uri="{FF2B5EF4-FFF2-40B4-BE49-F238E27FC236}">
                          <a16:creationId xmlns:a16="http://schemas.microsoft.com/office/drawing/2014/main" id="{A2C1E502-CECA-7E46-91F4-CD5F25AE9F8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71" name="Oval 1070">
                      <a:extLst>
                        <a:ext uri="{FF2B5EF4-FFF2-40B4-BE49-F238E27FC236}">
                          <a16:creationId xmlns:a16="http://schemas.microsoft.com/office/drawing/2014/main" id="{36C48F76-D7E7-9749-9E15-DFC6BE9F20AB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72" name="Freeform 1071">
                      <a:extLst>
                        <a:ext uri="{FF2B5EF4-FFF2-40B4-BE49-F238E27FC236}">
                          <a16:creationId xmlns:a16="http://schemas.microsoft.com/office/drawing/2014/main" id="{D7CE2495-9819-5243-852A-EA83FB7EA0E9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73" name="Freeform 1072">
                      <a:extLst>
                        <a:ext uri="{FF2B5EF4-FFF2-40B4-BE49-F238E27FC236}">
                          <a16:creationId xmlns:a16="http://schemas.microsoft.com/office/drawing/2014/main" id="{302E66C6-34A3-EC45-A4E8-A67C69637BD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74" name="Freeform 1073">
                      <a:extLst>
                        <a:ext uri="{FF2B5EF4-FFF2-40B4-BE49-F238E27FC236}">
                          <a16:creationId xmlns:a16="http://schemas.microsoft.com/office/drawing/2014/main" id="{3F5321FE-4B37-4349-8CC8-E089B202190D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75" name="Freeform 1074">
                      <a:extLst>
                        <a:ext uri="{FF2B5EF4-FFF2-40B4-BE49-F238E27FC236}">
                          <a16:creationId xmlns:a16="http://schemas.microsoft.com/office/drawing/2014/main" id="{FF437BA3-131E-3645-B858-E68D026D4C9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1076" name="Straight Connector 1075">
                      <a:extLst>
                        <a:ext uri="{FF2B5EF4-FFF2-40B4-BE49-F238E27FC236}">
                          <a16:creationId xmlns:a16="http://schemas.microsoft.com/office/drawing/2014/main" id="{3F578B11-6A18-F74C-9989-A05AA2A37406}"/>
                        </a:ext>
                      </a:extLst>
                    </p:cNvPr>
                    <p:cNvCxnSpPr>
                      <a:endCxn id="1071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1077" name="Straight Connector 1076">
                      <a:extLst>
                        <a:ext uri="{FF2B5EF4-FFF2-40B4-BE49-F238E27FC236}">
                          <a16:creationId xmlns:a16="http://schemas.microsoft.com/office/drawing/2014/main" id="{248EC359-3525-5E42-8751-35C3A9B8A7C5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1066" name="Group 1065">
                    <a:extLst>
                      <a:ext uri="{FF2B5EF4-FFF2-40B4-BE49-F238E27FC236}">
                        <a16:creationId xmlns:a16="http://schemas.microsoft.com/office/drawing/2014/main" id="{A65E574C-567C-3747-9EDE-E14287807577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1067" name="Oval 1066">
                      <a:extLst>
                        <a:ext uri="{FF2B5EF4-FFF2-40B4-BE49-F238E27FC236}">
                          <a16:creationId xmlns:a16="http://schemas.microsoft.com/office/drawing/2014/main" id="{107FD019-1EF0-8445-AE51-848CAF36C9C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68" name="TextBox 1067">
                      <a:extLst>
                        <a:ext uri="{FF2B5EF4-FFF2-40B4-BE49-F238E27FC236}">
                          <a16:creationId xmlns:a16="http://schemas.microsoft.com/office/drawing/2014/main" id="{57DDD4C6-F515-CE46-9264-22DD8A8544B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3d</a:t>
                      </a:r>
                    </a:p>
                  </p:txBody>
                </p:sp>
              </p:grpSp>
            </p:grpSp>
            <p:grpSp>
              <p:nvGrpSpPr>
                <p:cNvPr id="1031" name="Group 1030">
                  <a:extLst>
                    <a:ext uri="{FF2B5EF4-FFF2-40B4-BE49-F238E27FC236}">
                      <a16:creationId xmlns:a16="http://schemas.microsoft.com/office/drawing/2014/main" id="{D530E660-0014-264A-B1D6-6F66737A05E0}"/>
                    </a:ext>
                  </a:extLst>
                </p:cNvPr>
                <p:cNvGrpSpPr/>
                <p:nvPr/>
              </p:nvGrpSpPr>
              <p:grpSpPr>
                <a:xfrm>
                  <a:off x="2601806" y="348507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1052" name="Group 327">
                    <a:extLst>
                      <a:ext uri="{FF2B5EF4-FFF2-40B4-BE49-F238E27FC236}">
                        <a16:creationId xmlns:a16="http://schemas.microsoft.com/office/drawing/2014/main" id="{D477AE5E-640A-8540-B110-A4532B55515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1056" name="Oval 1055">
                      <a:extLst>
                        <a:ext uri="{FF2B5EF4-FFF2-40B4-BE49-F238E27FC236}">
                          <a16:creationId xmlns:a16="http://schemas.microsoft.com/office/drawing/2014/main" id="{C033219E-8D5F-D44A-8A61-F4B8BE9640DA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57" name="Rectangle 1056">
                      <a:extLst>
                        <a:ext uri="{FF2B5EF4-FFF2-40B4-BE49-F238E27FC236}">
                          <a16:creationId xmlns:a16="http://schemas.microsoft.com/office/drawing/2014/main" id="{AC334490-7663-4D48-94EB-5D76EDEA134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58" name="Oval 1057">
                      <a:extLst>
                        <a:ext uri="{FF2B5EF4-FFF2-40B4-BE49-F238E27FC236}">
                          <a16:creationId xmlns:a16="http://schemas.microsoft.com/office/drawing/2014/main" id="{D5EF1EC3-2B4A-C84A-B2C8-70340D10FAAF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59" name="Freeform 1058">
                      <a:extLst>
                        <a:ext uri="{FF2B5EF4-FFF2-40B4-BE49-F238E27FC236}">
                          <a16:creationId xmlns:a16="http://schemas.microsoft.com/office/drawing/2014/main" id="{9832FD52-D5B0-5241-8BF3-51E03C10230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60" name="Freeform 1059">
                      <a:extLst>
                        <a:ext uri="{FF2B5EF4-FFF2-40B4-BE49-F238E27FC236}">
                          <a16:creationId xmlns:a16="http://schemas.microsoft.com/office/drawing/2014/main" id="{E4186070-339D-304C-A4F0-A2E3AF6FD62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61" name="Freeform 1060">
                      <a:extLst>
                        <a:ext uri="{FF2B5EF4-FFF2-40B4-BE49-F238E27FC236}">
                          <a16:creationId xmlns:a16="http://schemas.microsoft.com/office/drawing/2014/main" id="{18C87C4C-FF28-C64C-B8FD-60AA93E41DC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62" name="Freeform 1061">
                      <a:extLst>
                        <a:ext uri="{FF2B5EF4-FFF2-40B4-BE49-F238E27FC236}">
                          <a16:creationId xmlns:a16="http://schemas.microsoft.com/office/drawing/2014/main" id="{C317B177-A946-9E45-92CA-442B072B2D59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1063" name="Straight Connector 1062">
                      <a:extLst>
                        <a:ext uri="{FF2B5EF4-FFF2-40B4-BE49-F238E27FC236}">
                          <a16:creationId xmlns:a16="http://schemas.microsoft.com/office/drawing/2014/main" id="{9E001FBE-D690-BD44-991D-23D39B6C772F}"/>
                        </a:ext>
                      </a:extLst>
                    </p:cNvPr>
                    <p:cNvCxnSpPr>
                      <a:endCxn id="1058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1064" name="Straight Connector 1063">
                      <a:extLst>
                        <a:ext uri="{FF2B5EF4-FFF2-40B4-BE49-F238E27FC236}">
                          <a16:creationId xmlns:a16="http://schemas.microsoft.com/office/drawing/2014/main" id="{4E11801A-0F78-B645-9708-E660C1812CE4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1053" name="Group 1052">
                    <a:extLst>
                      <a:ext uri="{FF2B5EF4-FFF2-40B4-BE49-F238E27FC236}">
                        <a16:creationId xmlns:a16="http://schemas.microsoft.com/office/drawing/2014/main" id="{45BB2031-F330-6845-A425-CFE11004879C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28460" cy="369332"/>
                    <a:chOff x="667045" y="1708643"/>
                    <a:chExt cx="428460" cy="369332"/>
                  </a:xfrm>
                </p:grpSpPr>
                <p:sp>
                  <p:nvSpPr>
                    <p:cNvPr id="1054" name="Oval 1053">
                      <a:extLst>
                        <a:ext uri="{FF2B5EF4-FFF2-40B4-BE49-F238E27FC236}">
                          <a16:creationId xmlns:a16="http://schemas.microsoft.com/office/drawing/2014/main" id="{3333E946-4DE6-494A-9A01-66977F2CE402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55" name="TextBox 1054">
                      <a:extLst>
                        <a:ext uri="{FF2B5EF4-FFF2-40B4-BE49-F238E27FC236}">
                          <a16:creationId xmlns:a16="http://schemas.microsoft.com/office/drawing/2014/main" id="{684DDE4B-2972-6C4A-A15D-CA2818B42ED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2846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3c</a:t>
                      </a:r>
                    </a:p>
                  </p:txBody>
                </p:sp>
              </p:grpSp>
            </p:grpSp>
            <p:grpSp>
              <p:nvGrpSpPr>
                <p:cNvPr id="1032" name="Group 1031">
                  <a:extLst>
                    <a:ext uri="{FF2B5EF4-FFF2-40B4-BE49-F238E27FC236}">
                      <a16:creationId xmlns:a16="http://schemas.microsoft.com/office/drawing/2014/main" id="{8CE07EB0-F47E-4747-BA65-DE57469144C9}"/>
                    </a:ext>
                  </a:extLst>
                </p:cNvPr>
                <p:cNvGrpSpPr/>
                <p:nvPr/>
              </p:nvGrpSpPr>
              <p:grpSpPr>
                <a:xfrm>
                  <a:off x="833331" y="347871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1039" name="Group 327">
                    <a:extLst>
                      <a:ext uri="{FF2B5EF4-FFF2-40B4-BE49-F238E27FC236}">
                        <a16:creationId xmlns:a16="http://schemas.microsoft.com/office/drawing/2014/main" id="{9FD096E4-009C-454B-9581-2E55E4EE50B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1043" name="Oval 1042">
                      <a:extLst>
                        <a:ext uri="{FF2B5EF4-FFF2-40B4-BE49-F238E27FC236}">
                          <a16:creationId xmlns:a16="http://schemas.microsoft.com/office/drawing/2014/main" id="{9B87F5EF-E7B5-1845-B8CC-C47A6679FBB8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44" name="Rectangle 1043">
                      <a:extLst>
                        <a:ext uri="{FF2B5EF4-FFF2-40B4-BE49-F238E27FC236}">
                          <a16:creationId xmlns:a16="http://schemas.microsoft.com/office/drawing/2014/main" id="{0F087E13-46F9-2A42-9A56-CD5B1B068889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45" name="Oval 1044">
                      <a:extLst>
                        <a:ext uri="{FF2B5EF4-FFF2-40B4-BE49-F238E27FC236}">
                          <a16:creationId xmlns:a16="http://schemas.microsoft.com/office/drawing/2014/main" id="{0301D63A-B313-8A4D-B1D8-A983D8583439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46" name="Freeform 1045">
                      <a:extLst>
                        <a:ext uri="{FF2B5EF4-FFF2-40B4-BE49-F238E27FC236}">
                          <a16:creationId xmlns:a16="http://schemas.microsoft.com/office/drawing/2014/main" id="{4E362B7E-420A-3740-BB12-BCE73DE1BCE9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47" name="Freeform 1046">
                      <a:extLst>
                        <a:ext uri="{FF2B5EF4-FFF2-40B4-BE49-F238E27FC236}">
                          <a16:creationId xmlns:a16="http://schemas.microsoft.com/office/drawing/2014/main" id="{82AAF346-107E-424A-A0F1-E466FE1E2AB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48" name="Freeform 1047">
                      <a:extLst>
                        <a:ext uri="{FF2B5EF4-FFF2-40B4-BE49-F238E27FC236}">
                          <a16:creationId xmlns:a16="http://schemas.microsoft.com/office/drawing/2014/main" id="{BB2AB426-4C1D-3A43-BA01-1EAE2FC02F0D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49" name="Freeform 1048">
                      <a:extLst>
                        <a:ext uri="{FF2B5EF4-FFF2-40B4-BE49-F238E27FC236}">
                          <a16:creationId xmlns:a16="http://schemas.microsoft.com/office/drawing/2014/main" id="{5B3A91DB-C88F-5644-BFCD-12EC9054C36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1050" name="Straight Connector 1049">
                      <a:extLst>
                        <a:ext uri="{FF2B5EF4-FFF2-40B4-BE49-F238E27FC236}">
                          <a16:creationId xmlns:a16="http://schemas.microsoft.com/office/drawing/2014/main" id="{4A1E4451-A57B-F747-958A-46201ABEE570}"/>
                        </a:ext>
                      </a:extLst>
                    </p:cNvPr>
                    <p:cNvCxnSpPr>
                      <a:endCxn id="1045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1051" name="Straight Connector 1050">
                      <a:extLst>
                        <a:ext uri="{FF2B5EF4-FFF2-40B4-BE49-F238E27FC236}">
                          <a16:creationId xmlns:a16="http://schemas.microsoft.com/office/drawing/2014/main" id="{9CE8B3D7-FF8D-2B49-A279-B30F8F6D3A1D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1040" name="Group 1039">
                    <a:extLst>
                      <a:ext uri="{FF2B5EF4-FFF2-40B4-BE49-F238E27FC236}">
                        <a16:creationId xmlns:a16="http://schemas.microsoft.com/office/drawing/2014/main" id="{60AFBDA7-D8EA-1D41-8A3D-78DBBA347DC7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1041" name="Oval 1040">
                      <a:extLst>
                        <a:ext uri="{FF2B5EF4-FFF2-40B4-BE49-F238E27FC236}">
                          <a16:creationId xmlns:a16="http://schemas.microsoft.com/office/drawing/2014/main" id="{B44C04C8-C22F-0E40-BFE5-46442F681A3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42" name="TextBox 1041">
                      <a:extLst>
                        <a:ext uri="{FF2B5EF4-FFF2-40B4-BE49-F238E27FC236}">
                          <a16:creationId xmlns:a16="http://schemas.microsoft.com/office/drawing/2014/main" id="{3DA4745A-6B3B-4645-A5E2-6DD5C65F446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3a</a:t>
                      </a:r>
                    </a:p>
                  </p:txBody>
                </p:sp>
              </p:grpSp>
            </p:grpSp>
            <p:cxnSp>
              <p:nvCxnSpPr>
                <p:cNvPr id="1033" name="Straight Connector 1032">
                  <a:extLst>
                    <a:ext uri="{FF2B5EF4-FFF2-40B4-BE49-F238E27FC236}">
                      <a16:creationId xmlns:a16="http://schemas.microsoft.com/office/drawing/2014/main" id="{0FA948A4-19D6-B543-B2C7-122263EA68EF}"/>
                    </a:ext>
                  </a:extLst>
                </p:cNvPr>
                <p:cNvCxnSpPr>
                  <a:stCxn id="1081" idx="2"/>
                  <a:endCxn id="1068" idx="0"/>
                </p:cNvCxnSpPr>
                <p:nvPr/>
              </p:nvCxnSpPr>
              <p:spPr bwMode="auto">
                <a:xfrm>
                  <a:off x="1991073" y="3242684"/>
                  <a:ext cx="4230" cy="851985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rgbClr val="000090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034" name="Straight Connector 1033">
                  <a:extLst>
                    <a:ext uri="{FF2B5EF4-FFF2-40B4-BE49-F238E27FC236}">
                      <a16:creationId xmlns:a16="http://schemas.microsoft.com/office/drawing/2014/main" id="{93A2528A-2D79-9C44-9154-CEF430467554}"/>
                    </a:ext>
                  </a:extLst>
                </p:cNvPr>
                <p:cNvCxnSpPr/>
                <p:nvPr/>
              </p:nvCxnSpPr>
              <p:spPr bwMode="auto">
                <a:xfrm>
                  <a:off x="1407477" y="3648621"/>
                  <a:ext cx="1204913" cy="6353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035" name="Straight Connector 1034">
                  <a:extLst>
                    <a:ext uri="{FF2B5EF4-FFF2-40B4-BE49-F238E27FC236}">
                      <a16:creationId xmlns:a16="http://schemas.microsoft.com/office/drawing/2014/main" id="{6BCA322E-7172-0E45-A276-B5C96230E3A5}"/>
                    </a:ext>
                  </a:extLst>
                </p:cNvPr>
                <p:cNvCxnSpPr>
                  <a:stCxn id="1082" idx="7"/>
                </p:cNvCxnSpPr>
                <p:nvPr/>
              </p:nvCxnSpPr>
              <p:spPr bwMode="auto">
                <a:xfrm>
                  <a:off x="2218708" y="3154477"/>
                  <a:ext cx="480042" cy="369773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036" name="Straight Connector 1035">
                  <a:extLst>
                    <a:ext uri="{FF2B5EF4-FFF2-40B4-BE49-F238E27FC236}">
                      <a16:creationId xmlns:a16="http://schemas.microsoft.com/office/drawing/2014/main" id="{6ED4BD34-555B-E846-888B-9F26A28C9D79}"/>
                    </a:ext>
                  </a:extLst>
                </p:cNvPr>
                <p:cNvCxnSpPr/>
                <p:nvPr/>
              </p:nvCxnSpPr>
              <p:spPr bwMode="auto">
                <a:xfrm>
                  <a:off x="1300073" y="3786304"/>
                  <a:ext cx="477927" cy="357071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038" name="Straight Connector 1037">
                  <a:extLst>
                    <a:ext uri="{FF2B5EF4-FFF2-40B4-BE49-F238E27FC236}">
                      <a16:creationId xmlns:a16="http://schemas.microsoft.com/office/drawing/2014/main" id="{22C8F685-9275-D944-96F8-541247ED5EA1}"/>
                    </a:ext>
                  </a:extLst>
                </p:cNvPr>
                <p:cNvCxnSpPr/>
                <p:nvPr/>
              </p:nvCxnSpPr>
              <p:spPr bwMode="auto">
                <a:xfrm flipH="1">
                  <a:off x="1287553" y="3166946"/>
                  <a:ext cx="508002" cy="349250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1094" name="TextBox 1093">
                <a:extLst>
                  <a:ext uri="{FF2B5EF4-FFF2-40B4-BE49-F238E27FC236}">
                    <a16:creationId xmlns:a16="http://schemas.microsoft.com/office/drawing/2014/main" id="{5B090BCE-17C7-4F48-B51A-B30ED15D2A0B}"/>
                  </a:ext>
                </a:extLst>
              </p:cNvPr>
              <p:cNvSpPr txBox="1"/>
              <p:nvPr/>
            </p:nvSpPr>
            <p:spPr>
              <a:xfrm>
                <a:off x="8136838" y="3735782"/>
                <a:ext cx="75353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solidFill>
                      <a:srgbClr val="000090"/>
                    </a:solidFill>
                    <a:latin typeface="Arial" charset="0"/>
                    <a:ea typeface="ＭＳ Ｐゴシック" charset="0"/>
                  </a:rPr>
                  <a:t>AS 3</a:t>
                </a: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AD6AB4E-1CAE-9744-B381-27E469100A58}"/>
              </a:ext>
            </a:extLst>
          </p:cNvPr>
          <p:cNvGrpSpPr/>
          <p:nvPr/>
        </p:nvGrpSpPr>
        <p:grpSpPr>
          <a:xfrm>
            <a:off x="1426553" y="4136253"/>
            <a:ext cx="3452487" cy="1719017"/>
            <a:chOff x="1426553" y="4136253"/>
            <a:chExt cx="3452487" cy="1719017"/>
          </a:xfrm>
        </p:grpSpPr>
        <p:grpSp>
          <p:nvGrpSpPr>
            <p:cNvPr id="897" name="Group 896">
              <a:extLst>
                <a:ext uri="{FF2B5EF4-FFF2-40B4-BE49-F238E27FC236}">
                  <a16:creationId xmlns:a16="http://schemas.microsoft.com/office/drawing/2014/main" id="{3CE71B4E-855C-C840-ADE8-6B3004A16E6F}"/>
                </a:ext>
              </a:extLst>
            </p:cNvPr>
            <p:cNvGrpSpPr/>
            <p:nvPr/>
          </p:nvGrpSpPr>
          <p:grpSpPr>
            <a:xfrm>
              <a:off x="1426553" y="4136253"/>
              <a:ext cx="2557336" cy="1719017"/>
              <a:chOff x="-2170772" y="2784954"/>
              <a:chExt cx="2712783" cy="1853712"/>
            </a:xfrm>
          </p:grpSpPr>
          <p:sp>
            <p:nvSpPr>
              <p:cNvPr id="898" name="Freeform 2">
                <a:extLst>
                  <a:ext uri="{FF2B5EF4-FFF2-40B4-BE49-F238E27FC236}">
                    <a16:creationId xmlns:a16="http://schemas.microsoft.com/office/drawing/2014/main" id="{283A80A6-ACCE-9042-8C8B-198A5A1D2C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170772" y="2784954"/>
                <a:ext cx="2712783" cy="1853712"/>
              </a:xfrm>
              <a:custGeom>
                <a:avLst/>
                <a:gdLst>
                  <a:gd name="T0" fmla="*/ 648763 w 10001"/>
                  <a:gd name="T1" fmla="*/ 34777612 h 10125"/>
                  <a:gd name="T2" fmla="*/ 115976403 w 10001"/>
                  <a:gd name="T3" fmla="*/ 13733703 h 10125"/>
                  <a:gd name="T4" fmla="*/ 507700960 w 10001"/>
                  <a:gd name="T5" fmla="*/ 8662125 h 10125"/>
                  <a:gd name="T6" fmla="*/ 810212713 w 10001"/>
                  <a:gd name="T7" fmla="*/ 0 h 10125"/>
                  <a:gd name="T8" fmla="*/ 1090015738 w 10001"/>
                  <a:gd name="T9" fmla="*/ 8687929 h 10125"/>
                  <a:gd name="T10" fmla="*/ 1310938763 w 10001"/>
                  <a:gd name="T11" fmla="*/ 4279362 h 10125"/>
                  <a:gd name="T12" fmla="*/ 1620263134 w 10001"/>
                  <a:gd name="T13" fmla="*/ 25736690 h 10125"/>
                  <a:gd name="T14" fmla="*/ 1394798364 w 10001"/>
                  <a:gd name="T15" fmla="*/ 58525268 h 10125"/>
                  <a:gd name="T16" fmla="*/ 1134622140 w 10001"/>
                  <a:gd name="T17" fmla="*/ 80266624 h 10125"/>
                  <a:gd name="T18" fmla="*/ 860820276 w 10001"/>
                  <a:gd name="T19" fmla="*/ 76142271 h 10125"/>
                  <a:gd name="T20" fmla="*/ 708996782 w 10001"/>
                  <a:gd name="T21" fmla="*/ 85346835 h 10125"/>
                  <a:gd name="T22" fmla="*/ 509322667 w 10001"/>
                  <a:gd name="T23" fmla="*/ 86268164 h 10125"/>
                  <a:gd name="T24" fmla="*/ 353443899 w 10001"/>
                  <a:gd name="T25" fmla="*/ 67979516 h 10125"/>
                  <a:gd name="T26" fmla="*/ 192536914 w 10001"/>
                  <a:gd name="T27" fmla="*/ 64535347 h 10125"/>
                  <a:gd name="T28" fmla="*/ 648763 w 10001"/>
                  <a:gd name="T29" fmla="*/ 34777612 h 101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connsiteX0" fmla="*/ 4 w 10040"/>
                  <a:gd name="connsiteY0" fmla="*/ 4039 h 10125"/>
                  <a:gd name="connsiteX1" fmla="*/ 715 w 10040"/>
                  <a:gd name="connsiteY1" fmla="*/ 1595 h 10125"/>
                  <a:gd name="connsiteX2" fmla="*/ 3130 w 10040"/>
                  <a:gd name="connsiteY2" fmla="*/ 1006 h 10125"/>
                  <a:gd name="connsiteX3" fmla="*/ 4995 w 10040"/>
                  <a:gd name="connsiteY3" fmla="*/ 0 h 10125"/>
                  <a:gd name="connsiteX4" fmla="*/ 6720 w 10040"/>
                  <a:gd name="connsiteY4" fmla="*/ 1009 h 10125"/>
                  <a:gd name="connsiteX5" fmla="*/ 9989 w 10040"/>
                  <a:gd name="connsiteY5" fmla="*/ 2989 h 10125"/>
                  <a:gd name="connsiteX6" fmla="*/ 8599 w 10040"/>
                  <a:gd name="connsiteY6" fmla="*/ 6797 h 10125"/>
                  <a:gd name="connsiteX7" fmla="*/ 6995 w 10040"/>
                  <a:gd name="connsiteY7" fmla="*/ 9322 h 10125"/>
                  <a:gd name="connsiteX8" fmla="*/ 5307 w 10040"/>
                  <a:gd name="connsiteY8" fmla="*/ 8843 h 10125"/>
                  <a:gd name="connsiteX9" fmla="*/ 4371 w 10040"/>
                  <a:gd name="connsiteY9" fmla="*/ 9912 h 10125"/>
                  <a:gd name="connsiteX10" fmla="*/ 3140 w 10040"/>
                  <a:gd name="connsiteY10" fmla="*/ 10019 h 10125"/>
                  <a:gd name="connsiteX11" fmla="*/ 2179 w 10040"/>
                  <a:gd name="connsiteY11" fmla="*/ 7895 h 10125"/>
                  <a:gd name="connsiteX12" fmla="*/ 1187 w 10040"/>
                  <a:gd name="connsiteY12" fmla="*/ 7495 h 10125"/>
                  <a:gd name="connsiteX13" fmla="*/ 4 w 10040"/>
                  <a:gd name="connsiteY13" fmla="*/ 4039 h 10125"/>
                  <a:gd name="connsiteX0" fmla="*/ 4 w 8600"/>
                  <a:gd name="connsiteY0" fmla="*/ 4042 h 10128"/>
                  <a:gd name="connsiteX1" fmla="*/ 715 w 8600"/>
                  <a:gd name="connsiteY1" fmla="*/ 1598 h 10128"/>
                  <a:gd name="connsiteX2" fmla="*/ 3130 w 8600"/>
                  <a:gd name="connsiteY2" fmla="*/ 1009 h 10128"/>
                  <a:gd name="connsiteX3" fmla="*/ 4995 w 8600"/>
                  <a:gd name="connsiteY3" fmla="*/ 3 h 10128"/>
                  <a:gd name="connsiteX4" fmla="*/ 6720 w 8600"/>
                  <a:gd name="connsiteY4" fmla="*/ 1012 h 10128"/>
                  <a:gd name="connsiteX5" fmla="*/ 8599 w 8600"/>
                  <a:gd name="connsiteY5" fmla="*/ 6800 h 10128"/>
                  <a:gd name="connsiteX6" fmla="*/ 6995 w 8600"/>
                  <a:gd name="connsiteY6" fmla="*/ 9325 h 10128"/>
                  <a:gd name="connsiteX7" fmla="*/ 5307 w 8600"/>
                  <a:gd name="connsiteY7" fmla="*/ 8846 h 10128"/>
                  <a:gd name="connsiteX8" fmla="*/ 4371 w 8600"/>
                  <a:gd name="connsiteY8" fmla="*/ 9915 h 10128"/>
                  <a:gd name="connsiteX9" fmla="*/ 3140 w 8600"/>
                  <a:gd name="connsiteY9" fmla="*/ 10022 h 10128"/>
                  <a:gd name="connsiteX10" fmla="*/ 2179 w 8600"/>
                  <a:gd name="connsiteY10" fmla="*/ 7898 h 10128"/>
                  <a:gd name="connsiteX11" fmla="*/ 1187 w 8600"/>
                  <a:gd name="connsiteY11" fmla="*/ 7498 h 10128"/>
                  <a:gd name="connsiteX12" fmla="*/ 4 w 8600"/>
                  <a:gd name="connsiteY12" fmla="*/ 4042 h 10128"/>
                  <a:gd name="connsiteX0" fmla="*/ 4 w 9326"/>
                  <a:gd name="connsiteY0" fmla="*/ 3988 h 9997"/>
                  <a:gd name="connsiteX1" fmla="*/ 830 w 9326"/>
                  <a:gd name="connsiteY1" fmla="*/ 1575 h 9997"/>
                  <a:gd name="connsiteX2" fmla="*/ 3639 w 9326"/>
                  <a:gd name="connsiteY2" fmla="*/ 993 h 9997"/>
                  <a:gd name="connsiteX3" fmla="*/ 5807 w 9326"/>
                  <a:gd name="connsiteY3" fmla="*/ 0 h 9997"/>
                  <a:gd name="connsiteX4" fmla="*/ 7813 w 9326"/>
                  <a:gd name="connsiteY4" fmla="*/ 996 h 9997"/>
                  <a:gd name="connsiteX5" fmla="*/ 9324 w 9326"/>
                  <a:gd name="connsiteY5" fmla="*/ 5746 h 9997"/>
                  <a:gd name="connsiteX6" fmla="*/ 8133 w 9326"/>
                  <a:gd name="connsiteY6" fmla="*/ 9204 h 9997"/>
                  <a:gd name="connsiteX7" fmla="*/ 6170 w 9326"/>
                  <a:gd name="connsiteY7" fmla="*/ 8731 h 9997"/>
                  <a:gd name="connsiteX8" fmla="*/ 5082 w 9326"/>
                  <a:gd name="connsiteY8" fmla="*/ 9787 h 9997"/>
                  <a:gd name="connsiteX9" fmla="*/ 3650 w 9326"/>
                  <a:gd name="connsiteY9" fmla="*/ 9892 h 9997"/>
                  <a:gd name="connsiteX10" fmla="*/ 2533 w 9326"/>
                  <a:gd name="connsiteY10" fmla="*/ 7795 h 9997"/>
                  <a:gd name="connsiteX11" fmla="*/ 1379 w 9326"/>
                  <a:gd name="connsiteY11" fmla="*/ 7400 h 9997"/>
                  <a:gd name="connsiteX12" fmla="*/ 4 w 9326"/>
                  <a:gd name="connsiteY12" fmla="*/ 3988 h 9997"/>
                  <a:gd name="connsiteX0" fmla="*/ 4 w 10001"/>
                  <a:gd name="connsiteY0" fmla="*/ 3989 h 10041"/>
                  <a:gd name="connsiteX1" fmla="*/ 890 w 10001"/>
                  <a:gd name="connsiteY1" fmla="*/ 1575 h 10041"/>
                  <a:gd name="connsiteX2" fmla="*/ 3902 w 10001"/>
                  <a:gd name="connsiteY2" fmla="*/ 993 h 10041"/>
                  <a:gd name="connsiteX3" fmla="*/ 6227 w 10001"/>
                  <a:gd name="connsiteY3" fmla="*/ 0 h 10041"/>
                  <a:gd name="connsiteX4" fmla="*/ 8378 w 10001"/>
                  <a:gd name="connsiteY4" fmla="*/ 996 h 10041"/>
                  <a:gd name="connsiteX5" fmla="*/ 9998 w 10001"/>
                  <a:gd name="connsiteY5" fmla="*/ 5748 h 10041"/>
                  <a:gd name="connsiteX6" fmla="*/ 8721 w 10001"/>
                  <a:gd name="connsiteY6" fmla="*/ 9207 h 10041"/>
                  <a:gd name="connsiteX7" fmla="*/ 5449 w 10001"/>
                  <a:gd name="connsiteY7" fmla="*/ 9790 h 10041"/>
                  <a:gd name="connsiteX8" fmla="*/ 3914 w 10001"/>
                  <a:gd name="connsiteY8" fmla="*/ 9895 h 10041"/>
                  <a:gd name="connsiteX9" fmla="*/ 2716 w 10001"/>
                  <a:gd name="connsiteY9" fmla="*/ 7797 h 10041"/>
                  <a:gd name="connsiteX10" fmla="*/ 1479 w 10001"/>
                  <a:gd name="connsiteY10" fmla="*/ 7402 h 10041"/>
                  <a:gd name="connsiteX11" fmla="*/ 4 w 10001"/>
                  <a:gd name="connsiteY11" fmla="*/ 3989 h 10041"/>
                  <a:gd name="connsiteX0" fmla="*/ 4 w 10001"/>
                  <a:gd name="connsiteY0" fmla="*/ 3989 h 14825"/>
                  <a:gd name="connsiteX1" fmla="*/ 890 w 10001"/>
                  <a:gd name="connsiteY1" fmla="*/ 1575 h 14825"/>
                  <a:gd name="connsiteX2" fmla="*/ 3902 w 10001"/>
                  <a:gd name="connsiteY2" fmla="*/ 993 h 14825"/>
                  <a:gd name="connsiteX3" fmla="*/ 6227 w 10001"/>
                  <a:gd name="connsiteY3" fmla="*/ 0 h 14825"/>
                  <a:gd name="connsiteX4" fmla="*/ 8378 w 10001"/>
                  <a:gd name="connsiteY4" fmla="*/ 996 h 14825"/>
                  <a:gd name="connsiteX5" fmla="*/ 9998 w 10001"/>
                  <a:gd name="connsiteY5" fmla="*/ 5748 h 14825"/>
                  <a:gd name="connsiteX6" fmla="*/ 8721 w 10001"/>
                  <a:gd name="connsiteY6" fmla="*/ 9207 h 14825"/>
                  <a:gd name="connsiteX7" fmla="*/ 6011 w 10001"/>
                  <a:gd name="connsiteY7" fmla="*/ 14823 h 14825"/>
                  <a:gd name="connsiteX8" fmla="*/ 3914 w 10001"/>
                  <a:gd name="connsiteY8" fmla="*/ 9895 h 14825"/>
                  <a:gd name="connsiteX9" fmla="*/ 2716 w 10001"/>
                  <a:gd name="connsiteY9" fmla="*/ 7797 h 14825"/>
                  <a:gd name="connsiteX10" fmla="*/ 1479 w 10001"/>
                  <a:gd name="connsiteY10" fmla="*/ 7402 h 14825"/>
                  <a:gd name="connsiteX11" fmla="*/ 4 w 10001"/>
                  <a:gd name="connsiteY11" fmla="*/ 3989 h 14825"/>
                  <a:gd name="connsiteX0" fmla="*/ 4 w 10001"/>
                  <a:gd name="connsiteY0" fmla="*/ 7436 h 18272"/>
                  <a:gd name="connsiteX1" fmla="*/ 890 w 10001"/>
                  <a:gd name="connsiteY1" fmla="*/ 5022 h 18272"/>
                  <a:gd name="connsiteX2" fmla="*/ 3902 w 10001"/>
                  <a:gd name="connsiteY2" fmla="*/ 4440 h 18272"/>
                  <a:gd name="connsiteX3" fmla="*/ 6026 w 10001"/>
                  <a:gd name="connsiteY3" fmla="*/ 0 h 18272"/>
                  <a:gd name="connsiteX4" fmla="*/ 8378 w 10001"/>
                  <a:gd name="connsiteY4" fmla="*/ 4443 h 18272"/>
                  <a:gd name="connsiteX5" fmla="*/ 9998 w 10001"/>
                  <a:gd name="connsiteY5" fmla="*/ 9195 h 18272"/>
                  <a:gd name="connsiteX6" fmla="*/ 8721 w 10001"/>
                  <a:gd name="connsiteY6" fmla="*/ 12654 h 18272"/>
                  <a:gd name="connsiteX7" fmla="*/ 6011 w 10001"/>
                  <a:gd name="connsiteY7" fmla="*/ 18270 h 18272"/>
                  <a:gd name="connsiteX8" fmla="*/ 3914 w 10001"/>
                  <a:gd name="connsiteY8" fmla="*/ 13342 h 18272"/>
                  <a:gd name="connsiteX9" fmla="*/ 2716 w 10001"/>
                  <a:gd name="connsiteY9" fmla="*/ 11244 h 18272"/>
                  <a:gd name="connsiteX10" fmla="*/ 1479 w 10001"/>
                  <a:gd name="connsiteY10" fmla="*/ 10849 h 18272"/>
                  <a:gd name="connsiteX11" fmla="*/ 4 w 10001"/>
                  <a:gd name="connsiteY11" fmla="*/ 7436 h 18272"/>
                  <a:gd name="connsiteX0" fmla="*/ 1 w 9998"/>
                  <a:gd name="connsiteY0" fmla="*/ 7436 h 18272"/>
                  <a:gd name="connsiteX1" fmla="*/ 3899 w 9998"/>
                  <a:gd name="connsiteY1" fmla="*/ 4440 h 18272"/>
                  <a:gd name="connsiteX2" fmla="*/ 6023 w 9998"/>
                  <a:gd name="connsiteY2" fmla="*/ 0 h 18272"/>
                  <a:gd name="connsiteX3" fmla="*/ 8375 w 9998"/>
                  <a:gd name="connsiteY3" fmla="*/ 4443 h 18272"/>
                  <a:gd name="connsiteX4" fmla="*/ 9995 w 9998"/>
                  <a:gd name="connsiteY4" fmla="*/ 9195 h 18272"/>
                  <a:gd name="connsiteX5" fmla="*/ 8718 w 9998"/>
                  <a:gd name="connsiteY5" fmla="*/ 12654 h 18272"/>
                  <a:gd name="connsiteX6" fmla="*/ 6008 w 9998"/>
                  <a:gd name="connsiteY6" fmla="*/ 18270 h 18272"/>
                  <a:gd name="connsiteX7" fmla="*/ 3911 w 9998"/>
                  <a:gd name="connsiteY7" fmla="*/ 13342 h 18272"/>
                  <a:gd name="connsiteX8" fmla="*/ 2713 w 9998"/>
                  <a:gd name="connsiteY8" fmla="*/ 11244 h 18272"/>
                  <a:gd name="connsiteX9" fmla="*/ 1476 w 9998"/>
                  <a:gd name="connsiteY9" fmla="*/ 10849 h 18272"/>
                  <a:gd name="connsiteX10" fmla="*/ 1 w 9998"/>
                  <a:gd name="connsiteY10" fmla="*/ 7436 h 18272"/>
                  <a:gd name="connsiteX0" fmla="*/ 35 w 8559"/>
                  <a:gd name="connsiteY0" fmla="*/ 5938 h 10000"/>
                  <a:gd name="connsiteX1" fmla="*/ 2459 w 8559"/>
                  <a:gd name="connsiteY1" fmla="*/ 2430 h 10000"/>
                  <a:gd name="connsiteX2" fmla="*/ 4583 w 8559"/>
                  <a:gd name="connsiteY2" fmla="*/ 0 h 10000"/>
                  <a:gd name="connsiteX3" fmla="*/ 6936 w 8559"/>
                  <a:gd name="connsiteY3" fmla="*/ 2432 h 10000"/>
                  <a:gd name="connsiteX4" fmla="*/ 8556 w 8559"/>
                  <a:gd name="connsiteY4" fmla="*/ 5032 h 10000"/>
                  <a:gd name="connsiteX5" fmla="*/ 7279 w 8559"/>
                  <a:gd name="connsiteY5" fmla="*/ 6925 h 10000"/>
                  <a:gd name="connsiteX6" fmla="*/ 4568 w 8559"/>
                  <a:gd name="connsiteY6" fmla="*/ 9999 h 10000"/>
                  <a:gd name="connsiteX7" fmla="*/ 2471 w 8559"/>
                  <a:gd name="connsiteY7" fmla="*/ 7302 h 10000"/>
                  <a:gd name="connsiteX8" fmla="*/ 1273 w 8559"/>
                  <a:gd name="connsiteY8" fmla="*/ 6154 h 10000"/>
                  <a:gd name="connsiteX9" fmla="*/ 35 w 8559"/>
                  <a:gd name="connsiteY9" fmla="*/ 5938 h 10000"/>
                  <a:gd name="connsiteX0" fmla="*/ 49 w 9820"/>
                  <a:gd name="connsiteY0" fmla="*/ 4655 h 10000"/>
                  <a:gd name="connsiteX1" fmla="*/ 2693 w 9820"/>
                  <a:gd name="connsiteY1" fmla="*/ 2430 h 10000"/>
                  <a:gd name="connsiteX2" fmla="*/ 5175 w 9820"/>
                  <a:gd name="connsiteY2" fmla="*/ 0 h 10000"/>
                  <a:gd name="connsiteX3" fmla="*/ 7924 w 9820"/>
                  <a:gd name="connsiteY3" fmla="*/ 2432 h 10000"/>
                  <a:gd name="connsiteX4" fmla="*/ 9816 w 9820"/>
                  <a:gd name="connsiteY4" fmla="*/ 5032 h 10000"/>
                  <a:gd name="connsiteX5" fmla="*/ 8324 w 9820"/>
                  <a:gd name="connsiteY5" fmla="*/ 6925 h 10000"/>
                  <a:gd name="connsiteX6" fmla="*/ 5157 w 9820"/>
                  <a:gd name="connsiteY6" fmla="*/ 9999 h 10000"/>
                  <a:gd name="connsiteX7" fmla="*/ 2707 w 9820"/>
                  <a:gd name="connsiteY7" fmla="*/ 7302 h 10000"/>
                  <a:gd name="connsiteX8" fmla="*/ 1307 w 9820"/>
                  <a:gd name="connsiteY8" fmla="*/ 6154 h 10000"/>
                  <a:gd name="connsiteX9" fmla="*/ 49 w 9820"/>
                  <a:gd name="connsiteY9" fmla="*/ 4655 h 10000"/>
                  <a:gd name="connsiteX0" fmla="*/ 45 w 9995"/>
                  <a:gd name="connsiteY0" fmla="*/ 4655 h 10000"/>
                  <a:gd name="connsiteX1" fmla="*/ 2737 w 9995"/>
                  <a:gd name="connsiteY1" fmla="*/ 2430 h 10000"/>
                  <a:gd name="connsiteX2" fmla="*/ 5265 w 9995"/>
                  <a:gd name="connsiteY2" fmla="*/ 0 h 10000"/>
                  <a:gd name="connsiteX3" fmla="*/ 8064 w 9995"/>
                  <a:gd name="connsiteY3" fmla="*/ 2432 h 10000"/>
                  <a:gd name="connsiteX4" fmla="*/ 9991 w 9995"/>
                  <a:gd name="connsiteY4" fmla="*/ 5032 h 10000"/>
                  <a:gd name="connsiteX5" fmla="*/ 8472 w 9995"/>
                  <a:gd name="connsiteY5" fmla="*/ 6925 h 10000"/>
                  <a:gd name="connsiteX6" fmla="*/ 5247 w 9995"/>
                  <a:gd name="connsiteY6" fmla="*/ 9999 h 10000"/>
                  <a:gd name="connsiteX7" fmla="*/ 2752 w 9995"/>
                  <a:gd name="connsiteY7" fmla="*/ 7302 h 10000"/>
                  <a:gd name="connsiteX8" fmla="*/ 1374 w 9995"/>
                  <a:gd name="connsiteY8" fmla="*/ 6984 h 10000"/>
                  <a:gd name="connsiteX9" fmla="*/ 45 w 9995"/>
                  <a:gd name="connsiteY9" fmla="*/ 4655 h 10000"/>
                  <a:gd name="connsiteX0" fmla="*/ 45 w 10000"/>
                  <a:gd name="connsiteY0" fmla="*/ 5032 h 10377"/>
                  <a:gd name="connsiteX1" fmla="*/ 2738 w 10000"/>
                  <a:gd name="connsiteY1" fmla="*/ 2807 h 10377"/>
                  <a:gd name="connsiteX2" fmla="*/ 4886 w 10000"/>
                  <a:gd name="connsiteY2" fmla="*/ 0 h 10377"/>
                  <a:gd name="connsiteX3" fmla="*/ 8068 w 10000"/>
                  <a:gd name="connsiteY3" fmla="*/ 2809 h 10377"/>
                  <a:gd name="connsiteX4" fmla="*/ 9996 w 10000"/>
                  <a:gd name="connsiteY4" fmla="*/ 5409 h 10377"/>
                  <a:gd name="connsiteX5" fmla="*/ 8476 w 10000"/>
                  <a:gd name="connsiteY5" fmla="*/ 7302 h 10377"/>
                  <a:gd name="connsiteX6" fmla="*/ 5250 w 10000"/>
                  <a:gd name="connsiteY6" fmla="*/ 10376 h 10377"/>
                  <a:gd name="connsiteX7" fmla="*/ 2753 w 10000"/>
                  <a:gd name="connsiteY7" fmla="*/ 7679 h 10377"/>
                  <a:gd name="connsiteX8" fmla="*/ 1375 w 10000"/>
                  <a:gd name="connsiteY8" fmla="*/ 7361 h 10377"/>
                  <a:gd name="connsiteX9" fmla="*/ 45 w 10000"/>
                  <a:gd name="connsiteY9" fmla="*/ 5032 h 10377"/>
                  <a:gd name="connsiteX0" fmla="*/ 45 w 10000"/>
                  <a:gd name="connsiteY0" fmla="*/ 5036 h 10381"/>
                  <a:gd name="connsiteX1" fmla="*/ 2738 w 10000"/>
                  <a:gd name="connsiteY1" fmla="*/ 2811 h 10381"/>
                  <a:gd name="connsiteX2" fmla="*/ 4886 w 10000"/>
                  <a:gd name="connsiteY2" fmla="*/ 4 h 10381"/>
                  <a:gd name="connsiteX3" fmla="*/ 8068 w 10000"/>
                  <a:gd name="connsiteY3" fmla="*/ 2813 h 10381"/>
                  <a:gd name="connsiteX4" fmla="*/ 9996 w 10000"/>
                  <a:gd name="connsiteY4" fmla="*/ 5413 h 10381"/>
                  <a:gd name="connsiteX5" fmla="*/ 8476 w 10000"/>
                  <a:gd name="connsiteY5" fmla="*/ 7306 h 10381"/>
                  <a:gd name="connsiteX6" fmla="*/ 5250 w 10000"/>
                  <a:gd name="connsiteY6" fmla="*/ 10380 h 10381"/>
                  <a:gd name="connsiteX7" fmla="*/ 2753 w 10000"/>
                  <a:gd name="connsiteY7" fmla="*/ 7683 h 10381"/>
                  <a:gd name="connsiteX8" fmla="*/ 1375 w 10000"/>
                  <a:gd name="connsiteY8" fmla="*/ 7365 h 10381"/>
                  <a:gd name="connsiteX9" fmla="*/ 45 w 10000"/>
                  <a:gd name="connsiteY9" fmla="*/ 5036 h 10381"/>
                  <a:gd name="connsiteX0" fmla="*/ 45 w 10000"/>
                  <a:gd name="connsiteY0" fmla="*/ 5036 h 10796"/>
                  <a:gd name="connsiteX1" fmla="*/ 2738 w 10000"/>
                  <a:gd name="connsiteY1" fmla="*/ 2811 h 10796"/>
                  <a:gd name="connsiteX2" fmla="*/ 4886 w 10000"/>
                  <a:gd name="connsiteY2" fmla="*/ 4 h 10796"/>
                  <a:gd name="connsiteX3" fmla="*/ 8068 w 10000"/>
                  <a:gd name="connsiteY3" fmla="*/ 2813 h 10796"/>
                  <a:gd name="connsiteX4" fmla="*/ 9996 w 10000"/>
                  <a:gd name="connsiteY4" fmla="*/ 5413 h 10796"/>
                  <a:gd name="connsiteX5" fmla="*/ 8476 w 10000"/>
                  <a:gd name="connsiteY5" fmla="*/ 7306 h 10796"/>
                  <a:gd name="connsiteX6" fmla="*/ 5202 w 10000"/>
                  <a:gd name="connsiteY6" fmla="*/ 10795 h 10796"/>
                  <a:gd name="connsiteX7" fmla="*/ 2753 w 10000"/>
                  <a:gd name="connsiteY7" fmla="*/ 7683 h 10796"/>
                  <a:gd name="connsiteX8" fmla="*/ 1375 w 10000"/>
                  <a:gd name="connsiteY8" fmla="*/ 7365 h 10796"/>
                  <a:gd name="connsiteX9" fmla="*/ 45 w 10000"/>
                  <a:gd name="connsiteY9" fmla="*/ 5036 h 10796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000" h="10795">
                    <a:moveTo>
                      <a:pt x="45" y="5036"/>
                    </a:moveTo>
                    <a:cubicBezTo>
                      <a:pt x="272" y="4277"/>
                      <a:pt x="1931" y="3650"/>
                      <a:pt x="2738" y="2811"/>
                    </a:cubicBezTo>
                    <a:cubicBezTo>
                      <a:pt x="3545" y="1972"/>
                      <a:pt x="3352" y="117"/>
                      <a:pt x="4886" y="4"/>
                    </a:cubicBezTo>
                    <a:cubicBezTo>
                      <a:pt x="6420" y="-109"/>
                      <a:pt x="7216" y="1912"/>
                      <a:pt x="8068" y="2813"/>
                    </a:cubicBezTo>
                    <a:cubicBezTo>
                      <a:pt x="8920" y="3715"/>
                      <a:pt x="9928" y="3420"/>
                      <a:pt x="9996" y="5413"/>
                    </a:cubicBezTo>
                    <a:cubicBezTo>
                      <a:pt x="10064" y="7406"/>
                      <a:pt x="9275" y="6409"/>
                      <a:pt x="8476" y="7306"/>
                    </a:cubicBezTo>
                    <a:cubicBezTo>
                      <a:pt x="7677" y="8203"/>
                      <a:pt x="7086" y="10770"/>
                      <a:pt x="5202" y="10795"/>
                    </a:cubicBezTo>
                    <a:cubicBezTo>
                      <a:pt x="3318" y="10820"/>
                      <a:pt x="3391" y="8255"/>
                      <a:pt x="2753" y="7683"/>
                    </a:cubicBezTo>
                    <a:cubicBezTo>
                      <a:pt x="2115" y="7111"/>
                      <a:pt x="2326" y="7496"/>
                      <a:pt x="1375" y="7365"/>
                    </a:cubicBezTo>
                    <a:cubicBezTo>
                      <a:pt x="493" y="6773"/>
                      <a:pt x="-182" y="5795"/>
                      <a:pt x="45" y="5036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899" name="Group 898">
                <a:extLst>
                  <a:ext uri="{FF2B5EF4-FFF2-40B4-BE49-F238E27FC236}">
                    <a16:creationId xmlns:a16="http://schemas.microsoft.com/office/drawing/2014/main" id="{9FC17377-884C-414F-8E1D-B308CBDD5468}"/>
                  </a:ext>
                </a:extLst>
              </p:cNvPr>
              <p:cNvGrpSpPr/>
              <p:nvPr/>
            </p:nvGrpSpPr>
            <p:grpSpPr>
              <a:xfrm>
                <a:off x="-1935370" y="2935816"/>
                <a:ext cx="2333625" cy="1590649"/>
                <a:chOff x="833331" y="2873352"/>
                <a:chExt cx="2333625" cy="1590649"/>
              </a:xfrm>
            </p:grpSpPr>
            <p:grpSp>
              <p:nvGrpSpPr>
                <p:cNvPr id="900" name="Group 899">
                  <a:extLst>
                    <a:ext uri="{FF2B5EF4-FFF2-40B4-BE49-F238E27FC236}">
                      <a16:creationId xmlns:a16="http://schemas.microsoft.com/office/drawing/2014/main" id="{D5400FED-619F-F740-84A1-9713262070B8}"/>
                    </a:ext>
                  </a:extLst>
                </p:cNvPr>
                <p:cNvGrpSpPr/>
                <p:nvPr/>
              </p:nvGrpSpPr>
              <p:grpSpPr>
                <a:xfrm>
                  <a:off x="1736090" y="287335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949" name="Group 327">
                    <a:extLst>
                      <a:ext uri="{FF2B5EF4-FFF2-40B4-BE49-F238E27FC236}">
                        <a16:creationId xmlns:a16="http://schemas.microsoft.com/office/drawing/2014/main" id="{3B6AB252-179E-4A40-A8FE-EF2AF309DD2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953" name="Oval 952">
                      <a:extLst>
                        <a:ext uri="{FF2B5EF4-FFF2-40B4-BE49-F238E27FC236}">
                          <a16:creationId xmlns:a16="http://schemas.microsoft.com/office/drawing/2014/main" id="{63627FC9-0B3F-664A-9E65-2EC81DABC215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54" name="Rectangle 953">
                      <a:extLst>
                        <a:ext uri="{FF2B5EF4-FFF2-40B4-BE49-F238E27FC236}">
                          <a16:creationId xmlns:a16="http://schemas.microsoft.com/office/drawing/2014/main" id="{3C2079ED-CD34-8048-9B86-CACF3B9546C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55" name="Oval 954">
                      <a:extLst>
                        <a:ext uri="{FF2B5EF4-FFF2-40B4-BE49-F238E27FC236}">
                          <a16:creationId xmlns:a16="http://schemas.microsoft.com/office/drawing/2014/main" id="{55B51C42-698C-934B-8244-908CC3429E15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56" name="Freeform 955">
                      <a:extLst>
                        <a:ext uri="{FF2B5EF4-FFF2-40B4-BE49-F238E27FC236}">
                          <a16:creationId xmlns:a16="http://schemas.microsoft.com/office/drawing/2014/main" id="{1F470D92-6D81-5C4C-A5D6-DF918E6850E2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57" name="Freeform 956">
                      <a:extLst>
                        <a:ext uri="{FF2B5EF4-FFF2-40B4-BE49-F238E27FC236}">
                          <a16:creationId xmlns:a16="http://schemas.microsoft.com/office/drawing/2014/main" id="{130139FE-1CE2-364B-989A-ACEA908EB27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58" name="Freeform 957">
                      <a:extLst>
                        <a:ext uri="{FF2B5EF4-FFF2-40B4-BE49-F238E27FC236}">
                          <a16:creationId xmlns:a16="http://schemas.microsoft.com/office/drawing/2014/main" id="{7F6DF920-A2F0-9949-9B9C-25AE50501FF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59" name="Freeform 958">
                      <a:extLst>
                        <a:ext uri="{FF2B5EF4-FFF2-40B4-BE49-F238E27FC236}">
                          <a16:creationId xmlns:a16="http://schemas.microsoft.com/office/drawing/2014/main" id="{22EDDC2B-58FC-C545-AB15-E99619BBD97D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960" name="Straight Connector 959">
                      <a:extLst>
                        <a:ext uri="{FF2B5EF4-FFF2-40B4-BE49-F238E27FC236}">
                          <a16:creationId xmlns:a16="http://schemas.microsoft.com/office/drawing/2014/main" id="{4296E775-31B6-5B4B-A5BE-4E02CDD3B469}"/>
                        </a:ext>
                      </a:extLst>
                    </p:cNvPr>
                    <p:cNvCxnSpPr>
                      <a:endCxn id="955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961" name="Straight Connector 960">
                      <a:extLst>
                        <a:ext uri="{FF2B5EF4-FFF2-40B4-BE49-F238E27FC236}">
                          <a16:creationId xmlns:a16="http://schemas.microsoft.com/office/drawing/2014/main" id="{A5D8299F-A42F-854E-9CFB-763B2778FC15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950" name="Group 949">
                    <a:extLst>
                      <a:ext uri="{FF2B5EF4-FFF2-40B4-BE49-F238E27FC236}">
                        <a16:creationId xmlns:a16="http://schemas.microsoft.com/office/drawing/2014/main" id="{1788917B-0238-8B46-BA37-30397FD3DB37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951" name="Oval 950">
                      <a:extLst>
                        <a:ext uri="{FF2B5EF4-FFF2-40B4-BE49-F238E27FC236}">
                          <a16:creationId xmlns:a16="http://schemas.microsoft.com/office/drawing/2014/main" id="{923AD362-4160-3E4E-AF55-6685C7E4758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52" name="TextBox 951">
                      <a:extLst>
                        <a:ext uri="{FF2B5EF4-FFF2-40B4-BE49-F238E27FC236}">
                          <a16:creationId xmlns:a16="http://schemas.microsoft.com/office/drawing/2014/main" id="{7520A91B-2469-1944-98CE-9FDC18168C2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1b</a:t>
                      </a:r>
                    </a:p>
                  </p:txBody>
                </p:sp>
              </p:grpSp>
            </p:grpSp>
            <p:grpSp>
              <p:nvGrpSpPr>
                <p:cNvPr id="901" name="Group 900">
                  <a:extLst>
                    <a:ext uri="{FF2B5EF4-FFF2-40B4-BE49-F238E27FC236}">
                      <a16:creationId xmlns:a16="http://schemas.microsoft.com/office/drawing/2014/main" id="{12975416-4654-EF49-B798-E43A6CC08278}"/>
                    </a:ext>
                  </a:extLst>
                </p:cNvPr>
                <p:cNvGrpSpPr/>
                <p:nvPr/>
              </p:nvGrpSpPr>
              <p:grpSpPr>
                <a:xfrm>
                  <a:off x="1740320" y="409466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936" name="Group 327">
                    <a:extLst>
                      <a:ext uri="{FF2B5EF4-FFF2-40B4-BE49-F238E27FC236}">
                        <a16:creationId xmlns:a16="http://schemas.microsoft.com/office/drawing/2014/main" id="{74F78B6C-AE11-7F49-B2BF-EE0EB8F3B0C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940" name="Oval 939">
                      <a:extLst>
                        <a:ext uri="{FF2B5EF4-FFF2-40B4-BE49-F238E27FC236}">
                          <a16:creationId xmlns:a16="http://schemas.microsoft.com/office/drawing/2014/main" id="{1B5A764B-9605-254C-B583-FD59CBCA85BB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41" name="Rectangle 940">
                      <a:extLst>
                        <a:ext uri="{FF2B5EF4-FFF2-40B4-BE49-F238E27FC236}">
                          <a16:creationId xmlns:a16="http://schemas.microsoft.com/office/drawing/2014/main" id="{EF698BA0-40DC-4C4A-AAA0-F66D1A31AD97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42" name="Oval 941">
                      <a:extLst>
                        <a:ext uri="{FF2B5EF4-FFF2-40B4-BE49-F238E27FC236}">
                          <a16:creationId xmlns:a16="http://schemas.microsoft.com/office/drawing/2014/main" id="{6C419D27-1510-E241-A47C-000382060331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43" name="Freeform 942">
                      <a:extLst>
                        <a:ext uri="{FF2B5EF4-FFF2-40B4-BE49-F238E27FC236}">
                          <a16:creationId xmlns:a16="http://schemas.microsoft.com/office/drawing/2014/main" id="{A2E04614-58C7-2840-A2F2-BF95E0C0F81B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44" name="Freeform 943">
                      <a:extLst>
                        <a:ext uri="{FF2B5EF4-FFF2-40B4-BE49-F238E27FC236}">
                          <a16:creationId xmlns:a16="http://schemas.microsoft.com/office/drawing/2014/main" id="{A1233B70-4A82-0F47-AB61-0BE325232907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45" name="Freeform 944">
                      <a:extLst>
                        <a:ext uri="{FF2B5EF4-FFF2-40B4-BE49-F238E27FC236}">
                          <a16:creationId xmlns:a16="http://schemas.microsoft.com/office/drawing/2014/main" id="{9A22669E-0B07-3F45-9A7E-2DB8FEC962A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46" name="Freeform 945">
                      <a:extLst>
                        <a:ext uri="{FF2B5EF4-FFF2-40B4-BE49-F238E27FC236}">
                          <a16:creationId xmlns:a16="http://schemas.microsoft.com/office/drawing/2014/main" id="{F7FE0282-0EA7-194E-B37D-32B2E192E51B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947" name="Straight Connector 946">
                      <a:extLst>
                        <a:ext uri="{FF2B5EF4-FFF2-40B4-BE49-F238E27FC236}">
                          <a16:creationId xmlns:a16="http://schemas.microsoft.com/office/drawing/2014/main" id="{A155E81A-9514-F44D-934B-C83E3DFC7AE0}"/>
                        </a:ext>
                      </a:extLst>
                    </p:cNvPr>
                    <p:cNvCxnSpPr>
                      <a:endCxn id="942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948" name="Straight Connector 947">
                      <a:extLst>
                        <a:ext uri="{FF2B5EF4-FFF2-40B4-BE49-F238E27FC236}">
                          <a16:creationId xmlns:a16="http://schemas.microsoft.com/office/drawing/2014/main" id="{7B997F24-F8DC-FC41-B104-1A9F101D8F82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937" name="Group 936">
                    <a:extLst>
                      <a:ext uri="{FF2B5EF4-FFF2-40B4-BE49-F238E27FC236}">
                        <a16:creationId xmlns:a16="http://schemas.microsoft.com/office/drawing/2014/main" id="{787F07A0-694C-9E4B-A3B3-30FF228A22E8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938" name="Oval 937">
                      <a:extLst>
                        <a:ext uri="{FF2B5EF4-FFF2-40B4-BE49-F238E27FC236}">
                          <a16:creationId xmlns:a16="http://schemas.microsoft.com/office/drawing/2014/main" id="{9E0669B1-E058-2D4E-953A-8DD7F13C5A21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39" name="TextBox 938">
                      <a:extLst>
                        <a:ext uri="{FF2B5EF4-FFF2-40B4-BE49-F238E27FC236}">
                          <a16:creationId xmlns:a16="http://schemas.microsoft.com/office/drawing/2014/main" id="{AF432F12-5031-CA46-ABD9-511EBDB5A9F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1d</a:t>
                      </a:r>
                    </a:p>
                  </p:txBody>
                </p:sp>
              </p:grpSp>
            </p:grpSp>
            <p:grpSp>
              <p:nvGrpSpPr>
                <p:cNvPr id="902" name="Group 901">
                  <a:extLst>
                    <a:ext uri="{FF2B5EF4-FFF2-40B4-BE49-F238E27FC236}">
                      <a16:creationId xmlns:a16="http://schemas.microsoft.com/office/drawing/2014/main" id="{2DE65FFF-4FAF-694F-9280-D8C20647D5EC}"/>
                    </a:ext>
                  </a:extLst>
                </p:cNvPr>
                <p:cNvGrpSpPr/>
                <p:nvPr/>
              </p:nvGrpSpPr>
              <p:grpSpPr>
                <a:xfrm>
                  <a:off x="2601806" y="348507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923" name="Group 327">
                    <a:extLst>
                      <a:ext uri="{FF2B5EF4-FFF2-40B4-BE49-F238E27FC236}">
                        <a16:creationId xmlns:a16="http://schemas.microsoft.com/office/drawing/2014/main" id="{94C911E6-C634-834E-96A6-814FBEC59AE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927" name="Oval 926">
                      <a:extLst>
                        <a:ext uri="{FF2B5EF4-FFF2-40B4-BE49-F238E27FC236}">
                          <a16:creationId xmlns:a16="http://schemas.microsoft.com/office/drawing/2014/main" id="{8C761162-B166-8849-8139-AAD7A2C4F6DC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28" name="Rectangle 927">
                      <a:extLst>
                        <a:ext uri="{FF2B5EF4-FFF2-40B4-BE49-F238E27FC236}">
                          <a16:creationId xmlns:a16="http://schemas.microsoft.com/office/drawing/2014/main" id="{3D39001E-4533-0B43-905F-AA94CE83908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29" name="Oval 928">
                      <a:extLst>
                        <a:ext uri="{FF2B5EF4-FFF2-40B4-BE49-F238E27FC236}">
                          <a16:creationId xmlns:a16="http://schemas.microsoft.com/office/drawing/2014/main" id="{5E71B462-B511-4649-8673-9036C0DEA9F2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30" name="Freeform 929">
                      <a:extLst>
                        <a:ext uri="{FF2B5EF4-FFF2-40B4-BE49-F238E27FC236}">
                          <a16:creationId xmlns:a16="http://schemas.microsoft.com/office/drawing/2014/main" id="{B49EA1C5-095A-C04B-B8BD-EF8F458959D1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31" name="Freeform 930">
                      <a:extLst>
                        <a:ext uri="{FF2B5EF4-FFF2-40B4-BE49-F238E27FC236}">
                          <a16:creationId xmlns:a16="http://schemas.microsoft.com/office/drawing/2014/main" id="{C83CC63D-393D-1049-A395-4C928D5F0369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32" name="Freeform 931">
                      <a:extLst>
                        <a:ext uri="{FF2B5EF4-FFF2-40B4-BE49-F238E27FC236}">
                          <a16:creationId xmlns:a16="http://schemas.microsoft.com/office/drawing/2014/main" id="{C03181A0-E79F-D844-947E-BF87B8C423F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33" name="Freeform 932">
                      <a:extLst>
                        <a:ext uri="{FF2B5EF4-FFF2-40B4-BE49-F238E27FC236}">
                          <a16:creationId xmlns:a16="http://schemas.microsoft.com/office/drawing/2014/main" id="{83B6EBB9-930D-0C4D-B5BC-C6B4A8EAB72B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934" name="Straight Connector 933">
                      <a:extLst>
                        <a:ext uri="{FF2B5EF4-FFF2-40B4-BE49-F238E27FC236}">
                          <a16:creationId xmlns:a16="http://schemas.microsoft.com/office/drawing/2014/main" id="{4A10BE00-6B87-FB46-AD61-287CAD87075B}"/>
                        </a:ext>
                      </a:extLst>
                    </p:cNvPr>
                    <p:cNvCxnSpPr>
                      <a:endCxn id="929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935" name="Straight Connector 934">
                      <a:extLst>
                        <a:ext uri="{FF2B5EF4-FFF2-40B4-BE49-F238E27FC236}">
                          <a16:creationId xmlns:a16="http://schemas.microsoft.com/office/drawing/2014/main" id="{230346D5-8BDD-B745-9227-4A68169D0F5E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924" name="Group 923">
                    <a:extLst>
                      <a:ext uri="{FF2B5EF4-FFF2-40B4-BE49-F238E27FC236}">
                        <a16:creationId xmlns:a16="http://schemas.microsoft.com/office/drawing/2014/main" id="{A9A703FA-0296-E94C-917B-41DC9E089E97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28460" cy="369332"/>
                    <a:chOff x="667045" y="1708643"/>
                    <a:chExt cx="428460" cy="369332"/>
                  </a:xfrm>
                </p:grpSpPr>
                <p:sp>
                  <p:nvSpPr>
                    <p:cNvPr id="925" name="Oval 924">
                      <a:extLst>
                        <a:ext uri="{FF2B5EF4-FFF2-40B4-BE49-F238E27FC236}">
                          <a16:creationId xmlns:a16="http://schemas.microsoft.com/office/drawing/2014/main" id="{05920D72-FEAD-F249-B9E2-78D387F2688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26" name="TextBox 925">
                      <a:extLst>
                        <a:ext uri="{FF2B5EF4-FFF2-40B4-BE49-F238E27FC236}">
                          <a16:creationId xmlns:a16="http://schemas.microsoft.com/office/drawing/2014/main" id="{1F2C5EAB-8B45-2540-A28C-11D50EE0598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2846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1c</a:t>
                      </a:r>
                    </a:p>
                  </p:txBody>
                </p:sp>
              </p:grpSp>
            </p:grpSp>
            <p:grpSp>
              <p:nvGrpSpPr>
                <p:cNvPr id="903" name="Group 902">
                  <a:extLst>
                    <a:ext uri="{FF2B5EF4-FFF2-40B4-BE49-F238E27FC236}">
                      <a16:creationId xmlns:a16="http://schemas.microsoft.com/office/drawing/2014/main" id="{12F3CB7B-C396-6F4F-92BE-2E64653DE3ED}"/>
                    </a:ext>
                  </a:extLst>
                </p:cNvPr>
                <p:cNvGrpSpPr/>
                <p:nvPr/>
              </p:nvGrpSpPr>
              <p:grpSpPr>
                <a:xfrm>
                  <a:off x="833331" y="347871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910" name="Group 327">
                    <a:extLst>
                      <a:ext uri="{FF2B5EF4-FFF2-40B4-BE49-F238E27FC236}">
                        <a16:creationId xmlns:a16="http://schemas.microsoft.com/office/drawing/2014/main" id="{593ADE02-2BB8-F247-B466-624010934E1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914" name="Oval 913">
                      <a:extLst>
                        <a:ext uri="{FF2B5EF4-FFF2-40B4-BE49-F238E27FC236}">
                          <a16:creationId xmlns:a16="http://schemas.microsoft.com/office/drawing/2014/main" id="{87541E56-E5EE-8241-BCBF-55CDA84C2A13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15" name="Rectangle 914">
                      <a:extLst>
                        <a:ext uri="{FF2B5EF4-FFF2-40B4-BE49-F238E27FC236}">
                          <a16:creationId xmlns:a16="http://schemas.microsoft.com/office/drawing/2014/main" id="{F465AFB2-2CF1-4A4B-A18C-33598415B48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16" name="Oval 915">
                      <a:extLst>
                        <a:ext uri="{FF2B5EF4-FFF2-40B4-BE49-F238E27FC236}">
                          <a16:creationId xmlns:a16="http://schemas.microsoft.com/office/drawing/2014/main" id="{4B29641F-3D28-C345-94DF-0BB1F9629D68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17" name="Freeform 916">
                      <a:extLst>
                        <a:ext uri="{FF2B5EF4-FFF2-40B4-BE49-F238E27FC236}">
                          <a16:creationId xmlns:a16="http://schemas.microsoft.com/office/drawing/2014/main" id="{6E4AAF8F-2CBD-1142-9EE9-05FE92FF53F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18" name="Freeform 917">
                      <a:extLst>
                        <a:ext uri="{FF2B5EF4-FFF2-40B4-BE49-F238E27FC236}">
                          <a16:creationId xmlns:a16="http://schemas.microsoft.com/office/drawing/2014/main" id="{BA495F97-D82B-5C4E-96B6-E82DB95F35A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19" name="Freeform 918">
                      <a:extLst>
                        <a:ext uri="{FF2B5EF4-FFF2-40B4-BE49-F238E27FC236}">
                          <a16:creationId xmlns:a16="http://schemas.microsoft.com/office/drawing/2014/main" id="{D9B70EFE-CE31-3F47-BEB1-D4C42661C875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20" name="Freeform 919">
                      <a:extLst>
                        <a:ext uri="{FF2B5EF4-FFF2-40B4-BE49-F238E27FC236}">
                          <a16:creationId xmlns:a16="http://schemas.microsoft.com/office/drawing/2014/main" id="{C5905B1B-F644-774C-BE19-4510998084DD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921" name="Straight Connector 920">
                      <a:extLst>
                        <a:ext uri="{FF2B5EF4-FFF2-40B4-BE49-F238E27FC236}">
                          <a16:creationId xmlns:a16="http://schemas.microsoft.com/office/drawing/2014/main" id="{237AA02A-857C-A247-AC06-55D25854AF8B}"/>
                        </a:ext>
                      </a:extLst>
                    </p:cNvPr>
                    <p:cNvCxnSpPr>
                      <a:endCxn id="916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922" name="Straight Connector 921">
                      <a:extLst>
                        <a:ext uri="{FF2B5EF4-FFF2-40B4-BE49-F238E27FC236}">
                          <a16:creationId xmlns:a16="http://schemas.microsoft.com/office/drawing/2014/main" id="{CAFAEF13-0710-B74C-87F9-9E272EF7406D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911" name="Group 910">
                    <a:extLst>
                      <a:ext uri="{FF2B5EF4-FFF2-40B4-BE49-F238E27FC236}">
                        <a16:creationId xmlns:a16="http://schemas.microsoft.com/office/drawing/2014/main" id="{5BE68664-1930-8042-9913-11DBD4621028}"/>
                      </a:ext>
                    </a:extLst>
                  </p:cNvPr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912" name="Oval 911">
                      <a:extLst>
                        <a:ext uri="{FF2B5EF4-FFF2-40B4-BE49-F238E27FC236}">
                          <a16:creationId xmlns:a16="http://schemas.microsoft.com/office/drawing/2014/main" id="{F5C7195A-DF6E-0742-AB8B-F0F4AA6D814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13" name="TextBox 912">
                      <a:extLst>
                        <a:ext uri="{FF2B5EF4-FFF2-40B4-BE49-F238E27FC236}">
                          <a16:creationId xmlns:a16="http://schemas.microsoft.com/office/drawing/2014/main" id="{139118F9-27CD-6746-B00D-B4D69FC9BBF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1a</a:t>
                      </a:r>
                    </a:p>
                  </p:txBody>
                </p:sp>
              </p:grpSp>
            </p:grpSp>
            <p:cxnSp>
              <p:nvCxnSpPr>
                <p:cNvPr id="906" name="Straight Connector 905">
                  <a:extLst>
                    <a:ext uri="{FF2B5EF4-FFF2-40B4-BE49-F238E27FC236}">
                      <a16:creationId xmlns:a16="http://schemas.microsoft.com/office/drawing/2014/main" id="{F8011BB7-12B5-1249-8A24-DAC95B1A596F}"/>
                    </a:ext>
                  </a:extLst>
                </p:cNvPr>
                <p:cNvCxnSpPr>
                  <a:stCxn id="953" idx="7"/>
                </p:cNvCxnSpPr>
                <p:nvPr/>
              </p:nvCxnSpPr>
              <p:spPr bwMode="auto">
                <a:xfrm>
                  <a:off x="2218708" y="3154477"/>
                  <a:ext cx="480042" cy="369773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907" name="Straight Connector 906">
                  <a:extLst>
                    <a:ext uri="{FF2B5EF4-FFF2-40B4-BE49-F238E27FC236}">
                      <a16:creationId xmlns:a16="http://schemas.microsoft.com/office/drawing/2014/main" id="{3EB6DB0D-6768-7141-8F0D-4A10BD950A1B}"/>
                    </a:ext>
                  </a:extLst>
                </p:cNvPr>
                <p:cNvCxnSpPr/>
                <p:nvPr/>
              </p:nvCxnSpPr>
              <p:spPr bwMode="auto">
                <a:xfrm>
                  <a:off x="1300073" y="3786304"/>
                  <a:ext cx="477927" cy="357071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908" name="Straight Connector 907">
                  <a:extLst>
                    <a:ext uri="{FF2B5EF4-FFF2-40B4-BE49-F238E27FC236}">
                      <a16:creationId xmlns:a16="http://schemas.microsoft.com/office/drawing/2014/main" id="{39C8D121-355C-A244-AFDC-F0E389C307B5}"/>
                    </a:ext>
                  </a:extLst>
                </p:cNvPr>
                <p:cNvCxnSpPr/>
                <p:nvPr/>
              </p:nvCxnSpPr>
              <p:spPr bwMode="auto">
                <a:xfrm flipH="1">
                  <a:off x="2196042" y="3783542"/>
                  <a:ext cx="508002" cy="349250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909" name="Straight Connector 908">
                  <a:extLst>
                    <a:ext uri="{FF2B5EF4-FFF2-40B4-BE49-F238E27FC236}">
                      <a16:creationId xmlns:a16="http://schemas.microsoft.com/office/drawing/2014/main" id="{4C27E697-7798-CB49-B8B3-BE726B579901}"/>
                    </a:ext>
                  </a:extLst>
                </p:cNvPr>
                <p:cNvCxnSpPr/>
                <p:nvPr/>
              </p:nvCxnSpPr>
              <p:spPr bwMode="auto">
                <a:xfrm flipH="1">
                  <a:off x="1287553" y="3166946"/>
                  <a:ext cx="508002" cy="349250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sp>
          <p:nvSpPr>
            <p:cNvPr id="1095" name="TextBox 1094">
              <a:extLst>
                <a:ext uri="{FF2B5EF4-FFF2-40B4-BE49-F238E27FC236}">
                  <a16:creationId xmlns:a16="http://schemas.microsoft.com/office/drawing/2014/main" id="{CE2731EC-DA9C-BD46-8898-CE195B824102}"/>
                </a:ext>
              </a:extLst>
            </p:cNvPr>
            <p:cNvSpPr txBox="1"/>
            <p:nvPr/>
          </p:nvSpPr>
          <p:spPr>
            <a:xfrm>
              <a:off x="1430686" y="4247082"/>
              <a:ext cx="7535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000090"/>
                  </a:solidFill>
                  <a:latin typeface="Arial" charset="0"/>
                  <a:ea typeface="ＭＳ Ｐゴシック" charset="0"/>
                </a:rPr>
                <a:t>AS 1</a:t>
              </a:r>
            </a:p>
          </p:txBody>
        </p:sp>
        <p:cxnSp>
          <p:nvCxnSpPr>
            <p:cNvPr id="1091" name="Straight Connector 1090">
              <a:extLst>
                <a:ext uri="{FF2B5EF4-FFF2-40B4-BE49-F238E27FC236}">
                  <a16:creationId xmlns:a16="http://schemas.microsoft.com/office/drawing/2014/main" id="{7AF49A6F-DF6F-0046-AB9E-CBF659230BB7}"/>
                </a:ext>
              </a:extLst>
            </p:cNvPr>
            <p:cNvCxnSpPr>
              <a:cxnSpLocks/>
              <a:stCxn id="978" idx="1"/>
            </p:cNvCxnSpPr>
            <p:nvPr/>
          </p:nvCxnSpPr>
          <p:spPr bwMode="auto">
            <a:xfrm flipH="1" flipV="1">
              <a:off x="3848374" y="5024787"/>
              <a:ext cx="1030666" cy="698992"/>
            </a:xfrm>
            <a:prstGeom prst="line">
              <a:avLst/>
            </a:prstGeom>
            <a:solidFill>
              <a:srgbClr val="00CC99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96" name="Group 1095">
            <a:extLst>
              <a:ext uri="{FF2B5EF4-FFF2-40B4-BE49-F238E27FC236}">
                <a16:creationId xmlns:a16="http://schemas.microsoft.com/office/drawing/2014/main" id="{094D46E7-AC86-5342-B30A-683BA4D5D9C6}"/>
              </a:ext>
            </a:extLst>
          </p:cNvPr>
          <p:cNvGrpSpPr/>
          <p:nvPr/>
        </p:nvGrpSpPr>
        <p:grpSpPr>
          <a:xfrm>
            <a:off x="10343349" y="5542542"/>
            <a:ext cx="1701734" cy="616172"/>
            <a:chOff x="6935906" y="5482318"/>
            <a:chExt cx="1701734" cy="616172"/>
          </a:xfrm>
        </p:grpSpPr>
        <p:grpSp>
          <p:nvGrpSpPr>
            <p:cNvPr id="1097" name="Group 1096">
              <a:extLst>
                <a:ext uri="{FF2B5EF4-FFF2-40B4-BE49-F238E27FC236}">
                  <a16:creationId xmlns:a16="http://schemas.microsoft.com/office/drawing/2014/main" id="{DA43C989-3658-8741-A7E7-9C8437FCD0B2}"/>
                </a:ext>
              </a:extLst>
            </p:cNvPr>
            <p:cNvGrpSpPr/>
            <p:nvPr/>
          </p:nvGrpSpPr>
          <p:grpSpPr>
            <a:xfrm>
              <a:off x="6935906" y="5482318"/>
              <a:ext cx="1701734" cy="616172"/>
              <a:chOff x="6808463" y="5108795"/>
              <a:chExt cx="1701734" cy="616172"/>
            </a:xfrm>
          </p:grpSpPr>
          <p:sp>
            <p:nvSpPr>
              <p:cNvPr id="1099" name="Freeform 2">
                <a:extLst>
                  <a:ext uri="{FF2B5EF4-FFF2-40B4-BE49-F238E27FC236}">
                    <a16:creationId xmlns:a16="http://schemas.microsoft.com/office/drawing/2014/main" id="{04958567-D223-1244-9FE4-AD843F7746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463" y="5108795"/>
                <a:ext cx="1701734" cy="616172"/>
              </a:xfrm>
              <a:custGeom>
                <a:avLst/>
                <a:gdLst>
                  <a:gd name="T0" fmla="*/ 648763 w 10001"/>
                  <a:gd name="T1" fmla="*/ 34777612 h 10125"/>
                  <a:gd name="T2" fmla="*/ 115976403 w 10001"/>
                  <a:gd name="T3" fmla="*/ 13733703 h 10125"/>
                  <a:gd name="T4" fmla="*/ 507700960 w 10001"/>
                  <a:gd name="T5" fmla="*/ 8662125 h 10125"/>
                  <a:gd name="T6" fmla="*/ 810212713 w 10001"/>
                  <a:gd name="T7" fmla="*/ 0 h 10125"/>
                  <a:gd name="T8" fmla="*/ 1090015738 w 10001"/>
                  <a:gd name="T9" fmla="*/ 8687929 h 10125"/>
                  <a:gd name="T10" fmla="*/ 1310938763 w 10001"/>
                  <a:gd name="T11" fmla="*/ 4279362 h 10125"/>
                  <a:gd name="T12" fmla="*/ 1620263134 w 10001"/>
                  <a:gd name="T13" fmla="*/ 25736690 h 10125"/>
                  <a:gd name="T14" fmla="*/ 1394798364 w 10001"/>
                  <a:gd name="T15" fmla="*/ 58525268 h 10125"/>
                  <a:gd name="T16" fmla="*/ 1134622140 w 10001"/>
                  <a:gd name="T17" fmla="*/ 80266624 h 10125"/>
                  <a:gd name="T18" fmla="*/ 860820276 w 10001"/>
                  <a:gd name="T19" fmla="*/ 76142271 h 10125"/>
                  <a:gd name="T20" fmla="*/ 708996782 w 10001"/>
                  <a:gd name="T21" fmla="*/ 85346835 h 10125"/>
                  <a:gd name="T22" fmla="*/ 509322667 w 10001"/>
                  <a:gd name="T23" fmla="*/ 86268164 h 10125"/>
                  <a:gd name="T24" fmla="*/ 353443899 w 10001"/>
                  <a:gd name="T25" fmla="*/ 67979516 h 10125"/>
                  <a:gd name="T26" fmla="*/ 192536914 w 10001"/>
                  <a:gd name="T27" fmla="*/ 64535347 h 10125"/>
                  <a:gd name="T28" fmla="*/ 648763 w 10001"/>
                  <a:gd name="T29" fmla="*/ 34777612 h 101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connsiteX0" fmla="*/ 4 w 10040"/>
                  <a:gd name="connsiteY0" fmla="*/ 4039 h 10125"/>
                  <a:gd name="connsiteX1" fmla="*/ 715 w 10040"/>
                  <a:gd name="connsiteY1" fmla="*/ 1595 h 10125"/>
                  <a:gd name="connsiteX2" fmla="*/ 3130 w 10040"/>
                  <a:gd name="connsiteY2" fmla="*/ 1006 h 10125"/>
                  <a:gd name="connsiteX3" fmla="*/ 4995 w 10040"/>
                  <a:gd name="connsiteY3" fmla="*/ 0 h 10125"/>
                  <a:gd name="connsiteX4" fmla="*/ 6720 w 10040"/>
                  <a:gd name="connsiteY4" fmla="*/ 1009 h 10125"/>
                  <a:gd name="connsiteX5" fmla="*/ 9989 w 10040"/>
                  <a:gd name="connsiteY5" fmla="*/ 2989 h 10125"/>
                  <a:gd name="connsiteX6" fmla="*/ 8599 w 10040"/>
                  <a:gd name="connsiteY6" fmla="*/ 6797 h 10125"/>
                  <a:gd name="connsiteX7" fmla="*/ 6995 w 10040"/>
                  <a:gd name="connsiteY7" fmla="*/ 9322 h 10125"/>
                  <a:gd name="connsiteX8" fmla="*/ 5307 w 10040"/>
                  <a:gd name="connsiteY8" fmla="*/ 8843 h 10125"/>
                  <a:gd name="connsiteX9" fmla="*/ 4371 w 10040"/>
                  <a:gd name="connsiteY9" fmla="*/ 9912 h 10125"/>
                  <a:gd name="connsiteX10" fmla="*/ 3140 w 10040"/>
                  <a:gd name="connsiteY10" fmla="*/ 10019 h 10125"/>
                  <a:gd name="connsiteX11" fmla="*/ 2179 w 10040"/>
                  <a:gd name="connsiteY11" fmla="*/ 7895 h 10125"/>
                  <a:gd name="connsiteX12" fmla="*/ 1187 w 10040"/>
                  <a:gd name="connsiteY12" fmla="*/ 7495 h 10125"/>
                  <a:gd name="connsiteX13" fmla="*/ 4 w 10040"/>
                  <a:gd name="connsiteY13" fmla="*/ 4039 h 10125"/>
                  <a:gd name="connsiteX0" fmla="*/ 4 w 8600"/>
                  <a:gd name="connsiteY0" fmla="*/ 4042 h 10128"/>
                  <a:gd name="connsiteX1" fmla="*/ 715 w 8600"/>
                  <a:gd name="connsiteY1" fmla="*/ 1598 h 10128"/>
                  <a:gd name="connsiteX2" fmla="*/ 3130 w 8600"/>
                  <a:gd name="connsiteY2" fmla="*/ 1009 h 10128"/>
                  <a:gd name="connsiteX3" fmla="*/ 4995 w 8600"/>
                  <a:gd name="connsiteY3" fmla="*/ 3 h 10128"/>
                  <a:gd name="connsiteX4" fmla="*/ 6720 w 8600"/>
                  <a:gd name="connsiteY4" fmla="*/ 1012 h 10128"/>
                  <a:gd name="connsiteX5" fmla="*/ 8599 w 8600"/>
                  <a:gd name="connsiteY5" fmla="*/ 6800 h 10128"/>
                  <a:gd name="connsiteX6" fmla="*/ 6995 w 8600"/>
                  <a:gd name="connsiteY6" fmla="*/ 9325 h 10128"/>
                  <a:gd name="connsiteX7" fmla="*/ 5307 w 8600"/>
                  <a:gd name="connsiteY7" fmla="*/ 8846 h 10128"/>
                  <a:gd name="connsiteX8" fmla="*/ 4371 w 8600"/>
                  <a:gd name="connsiteY8" fmla="*/ 9915 h 10128"/>
                  <a:gd name="connsiteX9" fmla="*/ 3140 w 8600"/>
                  <a:gd name="connsiteY9" fmla="*/ 10022 h 10128"/>
                  <a:gd name="connsiteX10" fmla="*/ 2179 w 8600"/>
                  <a:gd name="connsiteY10" fmla="*/ 7898 h 10128"/>
                  <a:gd name="connsiteX11" fmla="*/ 1187 w 8600"/>
                  <a:gd name="connsiteY11" fmla="*/ 7498 h 10128"/>
                  <a:gd name="connsiteX12" fmla="*/ 4 w 8600"/>
                  <a:gd name="connsiteY12" fmla="*/ 4042 h 10128"/>
                  <a:gd name="connsiteX0" fmla="*/ 4 w 9326"/>
                  <a:gd name="connsiteY0" fmla="*/ 3988 h 9997"/>
                  <a:gd name="connsiteX1" fmla="*/ 830 w 9326"/>
                  <a:gd name="connsiteY1" fmla="*/ 1575 h 9997"/>
                  <a:gd name="connsiteX2" fmla="*/ 3639 w 9326"/>
                  <a:gd name="connsiteY2" fmla="*/ 993 h 9997"/>
                  <a:gd name="connsiteX3" fmla="*/ 5807 w 9326"/>
                  <a:gd name="connsiteY3" fmla="*/ 0 h 9997"/>
                  <a:gd name="connsiteX4" fmla="*/ 7813 w 9326"/>
                  <a:gd name="connsiteY4" fmla="*/ 996 h 9997"/>
                  <a:gd name="connsiteX5" fmla="*/ 9324 w 9326"/>
                  <a:gd name="connsiteY5" fmla="*/ 5746 h 9997"/>
                  <a:gd name="connsiteX6" fmla="*/ 8133 w 9326"/>
                  <a:gd name="connsiteY6" fmla="*/ 9204 h 9997"/>
                  <a:gd name="connsiteX7" fmla="*/ 6170 w 9326"/>
                  <a:gd name="connsiteY7" fmla="*/ 8731 h 9997"/>
                  <a:gd name="connsiteX8" fmla="*/ 5082 w 9326"/>
                  <a:gd name="connsiteY8" fmla="*/ 9787 h 9997"/>
                  <a:gd name="connsiteX9" fmla="*/ 3650 w 9326"/>
                  <a:gd name="connsiteY9" fmla="*/ 9892 h 9997"/>
                  <a:gd name="connsiteX10" fmla="*/ 2533 w 9326"/>
                  <a:gd name="connsiteY10" fmla="*/ 7795 h 9997"/>
                  <a:gd name="connsiteX11" fmla="*/ 1379 w 9326"/>
                  <a:gd name="connsiteY11" fmla="*/ 7400 h 9997"/>
                  <a:gd name="connsiteX12" fmla="*/ 4 w 9326"/>
                  <a:gd name="connsiteY12" fmla="*/ 3988 h 9997"/>
                  <a:gd name="connsiteX0" fmla="*/ 4 w 10001"/>
                  <a:gd name="connsiteY0" fmla="*/ 3989 h 10041"/>
                  <a:gd name="connsiteX1" fmla="*/ 890 w 10001"/>
                  <a:gd name="connsiteY1" fmla="*/ 1575 h 10041"/>
                  <a:gd name="connsiteX2" fmla="*/ 3902 w 10001"/>
                  <a:gd name="connsiteY2" fmla="*/ 993 h 10041"/>
                  <a:gd name="connsiteX3" fmla="*/ 6227 w 10001"/>
                  <a:gd name="connsiteY3" fmla="*/ 0 h 10041"/>
                  <a:gd name="connsiteX4" fmla="*/ 8378 w 10001"/>
                  <a:gd name="connsiteY4" fmla="*/ 996 h 10041"/>
                  <a:gd name="connsiteX5" fmla="*/ 9998 w 10001"/>
                  <a:gd name="connsiteY5" fmla="*/ 5748 h 10041"/>
                  <a:gd name="connsiteX6" fmla="*/ 8721 w 10001"/>
                  <a:gd name="connsiteY6" fmla="*/ 9207 h 10041"/>
                  <a:gd name="connsiteX7" fmla="*/ 5449 w 10001"/>
                  <a:gd name="connsiteY7" fmla="*/ 9790 h 10041"/>
                  <a:gd name="connsiteX8" fmla="*/ 3914 w 10001"/>
                  <a:gd name="connsiteY8" fmla="*/ 9895 h 10041"/>
                  <a:gd name="connsiteX9" fmla="*/ 2716 w 10001"/>
                  <a:gd name="connsiteY9" fmla="*/ 7797 h 10041"/>
                  <a:gd name="connsiteX10" fmla="*/ 1479 w 10001"/>
                  <a:gd name="connsiteY10" fmla="*/ 7402 h 10041"/>
                  <a:gd name="connsiteX11" fmla="*/ 4 w 10001"/>
                  <a:gd name="connsiteY11" fmla="*/ 3989 h 10041"/>
                  <a:gd name="connsiteX0" fmla="*/ 4 w 10001"/>
                  <a:gd name="connsiteY0" fmla="*/ 3989 h 14825"/>
                  <a:gd name="connsiteX1" fmla="*/ 890 w 10001"/>
                  <a:gd name="connsiteY1" fmla="*/ 1575 h 14825"/>
                  <a:gd name="connsiteX2" fmla="*/ 3902 w 10001"/>
                  <a:gd name="connsiteY2" fmla="*/ 993 h 14825"/>
                  <a:gd name="connsiteX3" fmla="*/ 6227 w 10001"/>
                  <a:gd name="connsiteY3" fmla="*/ 0 h 14825"/>
                  <a:gd name="connsiteX4" fmla="*/ 8378 w 10001"/>
                  <a:gd name="connsiteY4" fmla="*/ 996 h 14825"/>
                  <a:gd name="connsiteX5" fmla="*/ 9998 w 10001"/>
                  <a:gd name="connsiteY5" fmla="*/ 5748 h 14825"/>
                  <a:gd name="connsiteX6" fmla="*/ 8721 w 10001"/>
                  <a:gd name="connsiteY6" fmla="*/ 9207 h 14825"/>
                  <a:gd name="connsiteX7" fmla="*/ 6011 w 10001"/>
                  <a:gd name="connsiteY7" fmla="*/ 14823 h 14825"/>
                  <a:gd name="connsiteX8" fmla="*/ 3914 w 10001"/>
                  <a:gd name="connsiteY8" fmla="*/ 9895 h 14825"/>
                  <a:gd name="connsiteX9" fmla="*/ 2716 w 10001"/>
                  <a:gd name="connsiteY9" fmla="*/ 7797 h 14825"/>
                  <a:gd name="connsiteX10" fmla="*/ 1479 w 10001"/>
                  <a:gd name="connsiteY10" fmla="*/ 7402 h 14825"/>
                  <a:gd name="connsiteX11" fmla="*/ 4 w 10001"/>
                  <a:gd name="connsiteY11" fmla="*/ 3989 h 14825"/>
                  <a:gd name="connsiteX0" fmla="*/ 4 w 10001"/>
                  <a:gd name="connsiteY0" fmla="*/ 7436 h 18272"/>
                  <a:gd name="connsiteX1" fmla="*/ 890 w 10001"/>
                  <a:gd name="connsiteY1" fmla="*/ 5022 h 18272"/>
                  <a:gd name="connsiteX2" fmla="*/ 3902 w 10001"/>
                  <a:gd name="connsiteY2" fmla="*/ 4440 h 18272"/>
                  <a:gd name="connsiteX3" fmla="*/ 6026 w 10001"/>
                  <a:gd name="connsiteY3" fmla="*/ 0 h 18272"/>
                  <a:gd name="connsiteX4" fmla="*/ 8378 w 10001"/>
                  <a:gd name="connsiteY4" fmla="*/ 4443 h 18272"/>
                  <a:gd name="connsiteX5" fmla="*/ 9998 w 10001"/>
                  <a:gd name="connsiteY5" fmla="*/ 9195 h 18272"/>
                  <a:gd name="connsiteX6" fmla="*/ 8721 w 10001"/>
                  <a:gd name="connsiteY6" fmla="*/ 12654 h 18272"/>
                  <a:gd name="connsiteX7" fmla="*/ 6011 w 10001"/>
                  <a:gd name="connsiteY7" fmla="*/ 18270 h 18272"/>
                  <a:gd name="connsiteX8" fmla="*/ 3914 w 10001"/>
                  <a:gd name="connsiteY8" fmla="*/ 13342 h 18272"/>
                  <a:gd name="connsiteX9" fmla="*/ 2716 w 10001"/>
                  <a:gd name="connsiteY9" fmla="*/ 11244 h 18272"/>
                  <a:gd name="connsiteX10" fmla="*/ 1479 w 10001"/>
                  <a:gd name="connsiteY10" fmla="*/ 10849 h 18272"/>
                  <a:gd name="connsiteX11" fmla="*/ 4 w 10001"/>
                  <a:gd name="connsiteY11" fmla="*/ 7436 h 18272"/>
                  <a:gd name="connsiteX0" fmla="*/ 1 w 9998"/>
                  <a:gd name="connsiteY0" fmla="*/ 7436 h 18272"/>
                  <a:gd name="connsiteX1" fmla="*/ 3899 w 9998"/>
                  <a:gd name="connsiteY1" fmla="*/ 4440 h 18272"/>
                  <a:gd name="connsiteX2" fmla="*/ 6023 w 9998"/>
                  <a:gd name="connsiteY2" fmla="*/ 0 h 18272"/>
                  <a:gd name="connsiteX3" fmla="*/ 8375 w 9998"/>
                  <a:gd name="connsiteY3" fmla="*/ 4443 h 18272"/>
                  <a:gd name="connsiteX4" fmla="*/ 9995 w 9998"/>
                  <a:gd name="connsiteY4" fmla="*/ 9195 h 18272"/>
                  <a:gd name="connsiteX5" fmla="*/ 8718 w 9998"/>
                  <a:gd name="connsiteY5" fmla="*/ 12654 h 18272"/>
                  <a:gd name="connsiteX6" fmla="*/ 6008 w 9998"/>
                  <a:gd name="connsiteY6" fmla="*/ 18270 h 18272"/>
                  <a:gd name="connsiteX7" fmla="*/ 3911 w 9998"/>
                  <a:gd name="connsiteY7" fmla="*/ 13342 h 18272"/>
                  <a:gd name="connsiteX8" fmla="*/ 2713 w 9998"/>
                  <a:gd name="connsiteY8" fmla="*/ 11244 h 18272"/>
                  <a:gd name="connsiteX9" fmla="*/ 1476 w 9998"/>
                  <a:gd name="connsiteY9" fmla="*/ 10849 h 18272"/>
                  <a:gd name="connsiteX10" fmla="*/ 1 w 9998"/>
                  <a:gd name="connsiteY10" fmla="*/ 7436 h 18272"/>
                  <a:gd name="connsiteX0" fmla="*/ 35 w 8559"/>
                  <a:gd name="connsiteY0" fmla="*/ 5938 h 10000"/>
                  <a:gd name="connsiteX1" fmla="*/ 2459 w 8559"/>
                  <a:gd name="connsiteY1" fmla="*/ 2430 h 10000"/>
                  <a:gd name="connsiteX2" fmla="*/ 4583 w 8559"/>
                  <a:gd name="connsiteY2" fmla="*/ 0 h 10000"/>
                  <a:gd name="connsiteX3" fmla="*/ 6936 w 8559"/>
                  <a:gd name="connsiteY3" fmla="*/ 2432 h 10000"/>
                  <a:gd name="connsiteX4" fmla="*/ 8556 w 8559"/>
                  <a:gd name="connsiteY4" fmla="*/ 5032 h 10000"/>
                  <a:gd name="connsiteX5" fmla="*/ 7279 w 8559"/>
                  <a:gd name="connsiteY5" fmla="*/ 6925 h 10000"/>
                  <a:gd name="connsiteX6" fmla="*/ 4568 w 8559"/>
                  <a:gd name="connsiteY6" fmla="*/ 9999 h 10000"/>
                  <a:gd name="connsiteX7" fmla="*/ 2471 w 8559"/>
                  <a:gd name="connsiteY7" fmla="*/ 7302 h 10000"/>
                  <a:gd name="connsiteX8" fmla="*/ 1273 w 8559"/>
                  <a:gd name="connsiteY8" fmla="*/ 6154 h 10000"/>
                  <a:gd name="connsiteX9" fmla="*/ 35 w 8559"/>
                  <a:gd name="connsiteY9" fmla="*/ 5938 h 10000"/>
                  <a:gd name="connsiteX0" fmla="*/ 49 w 9820"/>
                  <a:gd name="connsiteY0" fmla="*/ 4655 h 10000"/>
                  <a:gd name="connsiteX1" fmla="*/ 2693 w 9820"/>
                  <a:gd name="connsiteY1" fmla="*/ 2430 h 10000"/>
                  <a:gd name="connsiteX2" fmla="*/ 5175 w 9820"/>
                  <a:gd name="connsiteY2" fmla="*/ 0 h 10000"/>
                  <a:gd name="connsiteX3" fmla="*/ 7924 w 9820"/>
                  <a:gd name="connsiteY3" fmla="*/ 2432 h 10000"/>
                  <a:gd name="connsiteX4" fmla="*/ 9816 w 9820"/>
                  <a:gd name="connsiteY4" fmla="*/ 5032 h 10000"/>
                  <a:gd name="connsiteX5" fmla="*/ 8324 w 9820"/>
                  <a:gd name="connsiteY5" fmla="*/ 6925 h 10000"/>
                  <a:gd name="connsiteX6" fmla="*/ 5157 w 9820"/>
                  <a:gd name="connsiteY6" fmla="*/ 9999 h 10000"/>
                  <a:gd name="connsiteX7" fmla="*/ 2707 w 9820"/>
                  <a:gd name="connsiteY7" fmla="*/ 7302 h 10000"/>
                  <a:gd name="connsiteX8" fmla="*/ 1307 w 9820"/>
                  <a:gd name="connsiteY8" fmla="*/ 6154 h 10000"/>
                  <a:gd name="connsiteX9" fmla="*/ 49 w 9820"/>
                  <a:gd name="connsiteY9" fmla="*/ 4655 h 10000"/>
                  <a:gd name="connsiteX0" fmla="*/ 45 w 9995"/>
                  <a:gd name="connsiteY0" fmla="*/ 4655 h 10000"/>
                  <a:gd name="connsiteX1" fmla="*/ 2737 w 9995"/>
                  <a:gd name="connsiteY1" fmla="*/ 2430 h 10000"/>
                  <a:gd name="connsiteX2" fmla="*/ 5265 w 9995"/>
                  <a:gd name="connsiteY2" fmla="*/ 0 h 10000"/>
                  <a:gd name="connsiteX3" fmla="*/ 8064 w 9995"/>
                  <a:gd name="connsiteY3" fmla="*/ 2432 h 10000"/>
                  <a:gd name="connsiteX4" fmla="*/ 9991 w 9995"/>
                  <a:gd name="connsiteY4" fmla="*/ 5032 h 10000"/>
                  <a:gd name="connsiteX5" fmla="*/ 8472 w 9995"/>
                  <a:gd name="connsiteY5" fmla="*/ 6925 h 10000"/>
                  <a:gd name="connsiteX6" fmla="*/ 5247 w 9995"/>
                  <a:gd name="connsiteY6" fmla="*/ 9999 h 10000"/>
                  <a:gd name="connsiteX7" fmla="*/ 2752 w 9995"/>
                  <a:gd name="connsiteY7" fmla="*/ 7302 h 10000"/>
                  <a:gd name="connsiteX8" fmla="*/ 1374 w 9995"/>
                  <a:gd name="connsiteY8" fmla="*/ 6984 h 10000"/>
                  <a:gd name="connsiteX9" fmla="*/ 45 w 9995"/>
                  <a:gd name="connsiteY9" fmla="*/ 4655 h 10000"/>
                  <a:gd name="connsiteX0" fmla="*/ 45 w 10000"/>
                  <a:gd name="connsiteY0" fmla="*/ 5032 h 10377"/>
                  <a:gd name="connsiteX1" fmla="*/ 2738 w 10000"/>
                  <a:gd name="connsiteY1" fmla="*/ 2807 h 10377"/>
                  <a:gd name="connsiteX2" fmla="*/ 4886 w 10000"/>
                  <a:gd name="connsiteY2" fmla="*/ 0 h 10377"/>
                  <a:gd name="connsiteX3" fmla="*/ 8068 w 10000"/>
                  <a:gd name="connsiteY3" fmla="*/ 2809 h 10377"/>
                  <a:gd name="connsiteX4" fmla="*/ 9996 w 10000"/>
                  <a:gd name="connsiteY4" fmla="*/ 5409 h 10377"/>
                  <a:gd name="connsiteX5" fmla="*/ 8476 w 10000"/>
                  <a:gd name="connsiteY5" fmla="*/ 7302 h 10377"/>
                  <a:gd name="connsiteX6" fmla="*/ 5250 w 10000"/>
                  <a:gd name="connsiteY6" fmla="*/ 10376 h 10377"/>
                  <a:gd name="connsiteX7" fmla="*/ 2753 w 10000"/>
                  <a:gd name="connsiteY7" fmla="*/ 7679 h 10377"/>
                  <a:gd name="connsiteX8" fmla="*/ 1375 w 10000"/>
                  <a:gd name="connsiteY8" fmla="*/ 7361 h 10377"/>
                  <a:gd name="connsiteX9" fmla="*/ 45 w 10000"/>
                  <a:gd name="connsiteY9" fmla="*/ 5032 h 10377"/>
                  <a:gd name="connsiteX0" fmla="*/ 45 w 10000"/>
                  <a:gd name="connsiteY0" fmla="*/ 5036 h 10381"/>
                  <a:gd name="connsiteX1" fmla="*/ 2738 w 10000"/>
                  <a:gd name="connsiteY1" fmla="*/ 2811 h 10381"/>
                  <a:gd name="connsiteX2" fmla="*/ 4886 w 10000"/>
                  <a:gd name="connsiteY2" fmla="*/ 4 h 10381"/>
                  <a:gd name="connsiteX3" fmla="*/ 8068 w 10000"/>
                  <a:gd name="connsiteY3" fmla="*/ 2813 h 10381"/>
                  <a:gd name="connsiteX4" fmla="*/ 9996 w 10000"/>
                  <a:gd name="connsiteY4" fmla="*/ 5413 h 10381"/>
                  <a:gd name="connsiteX5" fmla="*/ 8476 w 10000"/>
                  <a:gd name="connsiteY5" fmla="*/ 7306 h 10381"/>
                  <a:gd name="connsiteX6" fmla="*/ 5250 w 10000"/>
                  <a:gd name="connsiteY6" fmla="*/ 10380 h 10381"/>
                  <a:gd name="connsiteX7" fmla="*/ 2753 w 10000"/>
                  <a:gd name="connsiteY7" fmla="*/ 7683 h 10381"/>
                  <a:gd name="connsiteX8" fmla="*/ 1375 w 10000"/>
                  <a:gd name="connsiteY8" fmla="*/ 7365 h 10381"/>
                  <a:gd name="connsiteX9" fmla="*/ 45 w 10000"/>
                  <a:gd name="connsiteY9" fmla="*/ 5036 h 10381"/>
                  <a:gd name="connsiteX0" fmla="*/ 45 w 10000"/>
                  <a:gd name="connsiteY0" fmla="*/ 5036 h 10796"/>
                  <a:gd name="connsiteX1" fmla="*/ 2738 w 10000"/>
                  <a:gd name="connsiteY1" fmla="*/ 2811 h 10796"/>
                  <a:gd name="connsiteX2" fmla="*/ 4886 w 10000"/>
                  <a:gd name="connsiteY2" fmla="*/ 4 h 10796"/>
                  <a:gd name="connsiteX3" fmla="*/ 8068 w 10000"/>
                  <a:gd name="connsiteY3" fmla="*/ 2813 h 10796"/>
                  <a:gd name="connsiteX4" fmla="*/ 9996 w 10000"/>
                  <a:gd name="connsiteY4" fmla="*/ 5413 h 10796"/>
                  <a:gd name="connsiteX5" fmla="*/ 8476 w 10000"/>
                  <a:gd name="connsiteY5" fmla="*/ 7306 h 10796"/>
                  <a:gd name="connsiteX6" fmla="*/ 5202 w 10000"/>
                  <a:gd name="connsiteY6" fmla="*/ 10795 h 10796"/>
                  <a:gd name="connsiteX7" fmla="*/ 2753 w 10000"/>
                  <a:gd name="connsiteY7" fmla="*/ 7683 h 10796"/>
                  <a:gd name="connsiteX8" fmla="*/ 1375 w 10000"/>
                  <a:gd name="connsiteY8" fmla="*/ 7365 h 10796"/>
                  <a:gd name="connsiteX9" fmla="*/ 45 w 10000"/>
                  <a:gd name="connsiteY9" fmla="*/ 5036 h 10796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  <a:gd name="connsiteX0" fmla="*/ 4 w 9959"/>
                  <a:gd name="connsiteY0" fmla="*/ 5593 h 11352"/>
                  <a:gd name="connsiteX1" fmla="*/ 1089 w 9959"/>
                  <a:gd name="connsiteY1" fmla="*/ 469 h 11352"/>
                  <a:gd name="connsiteX2" fmla="*/ 4845 w 9959"/>
                  <a:gd name="connsiteY2" fmla="*/ 561 h 11352"/>
                  <a:gd name="connsiteX3" fmla="*/ 8027 w 9959"/>
                  <a:gd name="connsiteY3" fmla="*/ 3370 h 11352"/>
                  <a:gd name="connsiteX4" fmla="*/ 9955 w 9959"/>
                  <a:gd name="connsiteY4" fmla="*/ 5970 h 11352"/>
                  <a:gd name="connsiteX5" fmla="*/ 8435 w 9959"/>
                  <a:gd name="connsiteY5" fmla="*/ 7863 h 11352"/>
                  <a:gd name="connsiteX6" fmla="*/ 5161 w 9959"/>
                  <a:gd name="connsiteY6" fmla="*/ 11352 h 11352"/>
                  <a:gd name="connsiteX7" fmla="*/ 2712 w 9959"/>
                  <a:gd name="connsiteY7" fmla="*/ 8240 h 11352"/>
                  <a:gd name="connsiteX8" fmla="*/ 1334 w 9959"/>
                  <a:gd name="connsiteY8" fmla="*/ 7922 h 11352"/>
                  <a:gd name="connsiteX9" fmla="*/ 4 w 9959"/>
                  <a:gd name="connsiteY9" fmla="*/ 5593 h 11352"/>
                  <a:gd name="connsiteX0" fmla="*/ 0 w 11223"/>
                  <a:gd name="connsiteY0" fmla="*/ 3835 h 9929"/>
                  <a:gd name="connsiteX1" fmla="*/ 2316 w 11223"/>
                  <a:gd name="connsiteY1" fmla="*/ 342 h 9929"/>
                  <a:gd name="connsiteX2" fmla="*/ 6088 w 11223"/>
                  <a:gd name="connsiteY2" fmla="*/ 423 h 9929"/>
                  <a:gd name="connsiteX3" fmla="*/ 9283 w 11223"/>
                  <a:gd name="connsiteY3" fmla="*/ 2898 h 9929"/>
                  <a:gd name="connsiteX4" fmla="*/ 11219 w 11223"/>
                  <a:gd name="connsiteY4" fmla="*/ 5188 h 9929"/>
                  <a:gd name="connsiteX5" fmla="*/ 9693 w 11223"/>
                  <a:gd name="connsiteY5" fmla="*/ 6856 h 9929"/>
                  <a:gd name="connsiteX6" fmla="*/ 6405 w 11223"/>
                  <a:gd name="connsiteY6" fmla="*/ 9929 h 9929"/>
                  <a:gd name="connsiteX7" fmla="*/ 3946 w 11223"/>
                  <a:gd name="connsiteY7" fmla="*/ 7188 h 9929"/>
                  <a:gd name="connsiteX8" fmla="*/ 2562 w 11223"/>
                  <a:gd name="connsiteY8" fmla="*/ 6908 h 9929"/>
                  <a:gd name="connsiteX9" fmla="*/ 0 w 11223"/>
                  <a:gd name="connsiteY9" fmla="*/ 3835 h 9929"/>
                  <a:gd name="connsiteX0" fmla="*/ 0 w 9999"/>
                  <a:gd name="connsiteY0" fmla="*/ 3862 h 10000"/>
                  <a:gd name="connsiteX1" fmla="*/ 2064 w 9999"/>
                  <a:gd name="connsiteY1" fmla="*/ 344 h 10000"/>
                  <a:gd name="connsiteX2" fmla="*/ 5425 w 9999"/>
                  <a:gd name="connsiteY2" fmla="*/ 426 h 10000"/>
                  <a:gd name="connsiteX3" fmla="*/ 8271 w 9999"/>
                  <a:gd name="connsiteY3" fmla="*/ 2919 h 10000"/>
                  <a:gd name="connsiteX4" fmla="*/ 9996 w 9999"/>
                  <a:gd name="connsiteY4" fmla="*/ 5225 h 10000"/>
                  <a:gd name="connsiteX5" fmla="*/ 8637 w 9999"/>
                  <a:gd name="connsiteY5" fmla="*/ 6905 h 10000"/>
                  <a:gd name="connsiteX6" fmla="*/ 5707 w 9999"/>
                  <a:gd name="connsiteY6" fmla="*/ 10000 h 10000"/>
                  <a:gd name="connsiteX7" fmla="*/ 2283 w 9999"/>
                  <a:gd name="connsiteY7" fmla="*/ 6957 h 10000"/>
                  <a:gd name="connsiteX8" fmla="*/ 0 w 9999"/>
                  <a:gd name="connsiteY8" fmla="*/ 3862 h 10000"/>
                  <a:gd name="connsiteX0" fmla="*/ 124 w 10124"/>
                  <a:gd name="connsiteY0" fmla="*/ 3862 h 10000"/>
                  <a:gd name="connsiteX1" fmla="*/ 2188 w 10124"/>
                  <a:gd name="connsiteY1" fmla="*/ 344 h 10000"/>
                  <a:gd name="connsiteX2" fmla="*/ 5550 w 10124"/>
                  <a:gd name="connsiteY2" fmla="*/ 426 h 10000"/>
                  <a:gd name="connsiteX3" fmla="*/ 8396 w 10124"/>
                  <a:gd name="connsiteY3" fmla="*/ 2919 h 10000"/>
                  <a:gd name="connsiteX4" fmla="*/ 10121 w 10124"/>
                  <a:gd name="connsiteY4" fmla="*/ 5225 h 10000"/>
                  <a:gd name="connsiteX5" fmla="*/ 8762 w 10124"/>
                  <a:gd name="connsiteY5" fmla="*/ 6905 h 10000"/>
                  <a:gd name="connsiteX6" fmla="*/ 5832 w 10124"/>
                  <a:gd name="connsiteY6" fmla="*/ 10000 h 10000"/>
                  <a:gd name="connsiteX7" fmla="*/ 124 w 10124"/>
                  <a:gd name="connsiteY7" fmla="*/ 3862 h 10000"/>
                  <a:gd name="connsiteX0" fmla="*/ 43 w 10045"/>
                  <a:gd name="connsiteY0" fmla="*/ 3862 h 6912"/>
                  <a:gd name="connsiteX1" fmla="*/ 2107 w 10045"/>
                  <a:gd name="connsiteY1" fmla="*/ 344 h 6912"/>
                  <a:gd name="connsiteX2" fmla="*/ 5469 w 10045"/>
                  <a:gd name="connsiteY2" fmla="*/ 426 h 6912"/>
                  <a:gd name="connsiteX3" fmla="*/ 8315 w 10045"/>
                  <a:gd name="connsiteY3" fmla="*/ 2919 h 6912"/>
                  <a:gd name="connsiteX4" fmla="*/ 10040 w 10045"/>
                  <a:gd name="connsiteY4" fmla="*/ 5225 h 6912"/>
                  <a:gd name="connsiteX5" fmla="*/ 8681 w 10045"/>
                  <a:gd name="connsiteY5" fmla="*/ 6905 h 6912"/>
                  <a:gd name="connsiteX6" fmla="*/ 3967 w 10045"/>
                  <a:gd name="connsiteY6" fmla="*/ 5885 h 6912"/>
                  <a:gd name="connsiteX7" fmla="*/ 43 w 10045"/>
                  <a:gd name="connsiteY7" fmla="*/ 3862 h 6912"/>
                  <a:gd name="connsiteX0" fmla="*/ 47 w 10004"/>
                  <a:gd name="connsiteY0" fmla="*/ 5106 h 9519"/>
                  <a:gd name="connsiteX1" fmla="*/ 2102 w 10004"/>
                  <a:gd name="connsiteY1" fmla="*/ 17 h 9519"/>
                  <a:gd name="connsiteX2" fmla="*/ 6651 w 10004"/>
                  <a:gd name="connsiteY2" fmla="*/ 3484 h 9519"/>
                  <a:gd name="connsiteX3" fmla="*/ 8282 w 10004"/>
                  <a:gd name="connsiteY3" fmla="*/ 3742 h 9519"/>
                  <a:gd name="connsiteX4" fmla="*/ 9999 w 10004"/>
                  <a:gd name="connsiteY4" fmla="*/ 7078 h 9519"/>
                  <a:gd name="connsiteX5" fmla="*/ 8646 w 10004"/>
                  <a:gd name="connsiteY5" fmla="*/ 9509 h 9519"/>
                  <a:gd name="connsiteX6" fmla="*/ 3953 w 10004"/>
                  <a:gd name="connsiteY6" fmla="*/ 8033 h 9519"/>
                  <a:gd name="connsiteX7" fmla="*/ 47 w 10004"/>
                  <a:gd name="connsiteY7" fmla="*/ 5106 h 9519"/>
                  <a:gd name="connsiteX0" fmla="*/ 43 w 9996"/>
                  <a:gd name="connsiteY0" fmla="*/ 6232 h 10868"/>
                  <a:gd name="connsiteX1" fmla="*/ 2097 w 9996"/>
                  <a:gd name="connsiteY1" fmla="*/ 886 h 10868"/>
                  <a:gd name="connsiteX2" fmla="*/ 5642 w 9996"/>
                  <a:gd name="connsiteY2" fmla="*/ 385 h 10868"/>
                  <a:gd name="connsiteX3" fmla="*/ 8275 w 9996"/>
                  <a:gd name="connsiteY3" fmla="*/ 4799 h 10868"/>
                  <a:gd name="connsiteX4" fmla="*/ 9991 w 9996"/>
                  <a:gd name="connsiteY4" fmla="*/ 8304 h 10868"/>
                  <a:gd name="connsiteX5" fmla="*/ 8639 w 9996"/>
                  <a:gd name="connsiteY5" fmla="*/ 10857 h 10868"/>
                  <a:gd name="connsiteX6" fmla="*/ 3947 w 9996"/>
                  <a:gd name="connsiteY6" fmla="*/ 9307 h 10868"/>
                  <a:gd name="connsiteX7" fmla="*/ 43 w 9996"/>
                  <a:gd name="connsiteY7" fmla="*/ 6232 h 10868"/>
                  <a:gd name="connsiteX0" fmla="*/ 43 w 10004"/>
                  <a:gd name="connsiteY0" fmla="*/ 5543 h 9809"/>
                  <a:gd name="connsiteX1" fmla="*/ 2098 w 10004"/>
                  <a:gd name="connsiteY1" fmla="*/ 624 h 9809"/>
                  <a:gd name="connsiteX2" fmla="*/ 5644 w 10004"/>
                  <a:gd name="connsiteY2" fmla="*/ 163 h 9809"/>
                  <a:gd name="connsiteX3" fmla="*/ 8163 w 10004"/>
                  <a:gd name="connsiteY3" fmla="*/ 1492 h 9809"/>
                  <a:gd name="connsiteX4" fmla="*/ 9995 w 10004"/>
                  <a:gd name="connsiteY4" fmla="*/ 7450 h 9809"/>
                  <a:gd name="connsiteX5" fmla="*/ 8642 w 10004"/>
                  <a:gd name="connsiteY5" fmla="*/ 9799 h 9809"/>
                  <a:gd name="connsiteX6" fmla="*/ 3949 w 10004"/>
                  <a:gd name="connsiteY6" fmla="*/ 8373 h 9809"/>
                  <a:gd name="connsiteX7" fmla="*/ 43 w 10004"/>
                  <a:gd name="connsiteY7" fmla="*/ 5543 h 9809"/>
                  <a:gd name="connsiteX0" fmla="*/ 43 w 8950"/>
                  <a:gd name="connsiteY0" fmla="*/ 5651 h 10081"/>
                  <a:gd name="connsiteX1" fmla="*/ 2097 w 8950"/>
                  <a:gd name="connsiteY1" fmla="*/ 636 h 10081"/>
                  <a:gd name="connsiteX2" fmla="*/ 5642 w 8950"/>
                  <a:gd name="connsiteY2" fmla="*/ 166 h 10081"/>
                  <a:gd name="connsiteX3" fmla="*/ 8160 w 8950"/>
                  <a:gd name="connsiteY3" fmla="*/ 1521 h 10081"/>
                  <a:gd name="connsiteX4" fmla="*/ 8473 w 8950"/>
                  <a:gd name="connsiteY4" fmla="*/ 5322 h 10081"/>
                  <a:gd name="connsiteX5" fmla="*/ 8639 w 8950"/>
                  <a:gd name="connsiteY5" fmla="*/ 9990 h 10081"/>
                  <a:gd name="connsiteX6" fmla="*/ 3947 w 8950"/>
                  <a:gd name="connsiteY6" fmla="*/ 8536 h 10081"/>
                  <a:gd name="connsiteX7" fmla="*/ 43 w 8950"/>
                  <a:gd name="connsiteY7" fmla="*/ 5651 h 10081"/>
                  <a:gd name="connsiteX0" fmla="*/ 48 w 9651"/>
                  <a:gd name="connsiteY0" fmla="*/ 5606 h 8648"/>
                  <a:gd name="connsiteX1" fmla="*/ 2343 w 9651"/>
                  <a:gd name="connsiteY1" fmla="*/ 631 h 8648"/>
                  <a:gd name="connsiteX2" fmla="*/ 6304 w 9651"/>
                  <a:gd name="connsiteY2" fmla="*/ 165 h 8648"/>
                  <a:gd name="connsiteX3" fmla="*/ 9117 w 9651"/>
                  <a:gd name="connsiteY3" fmla="*/ 1509 h 8648"/>
                  <a:gd name="connsiteX4" fmla="*/ 9467 w 9651"/>
                  <a:gd name="connsiteY4" fmla="*/ 5279 h 8648"/>
                  <a:gd name="connsiteX5" fmla="*/ 6997 w 9651"/>
                  <a:gd name="connsiteY5" fmla="*/ 8019 h 8648"/>
                  <a:gd name="connsiteX6" fmla="*/ 4410 w 9651"/>
                  <a:gd name="connsiteY6" fmla="*/ 8467 h 8648"/>
                  <a:gd name="connsiteX7" fmla="*/ 48 w 9651"/>
                  <a:gd name="connsiteY7" fmla="*/ 5606 h 8648"/>
                  <a:gd name="connsiteX0" fmla="*/ 41 w 9991"/>
                  <a:gd name="connsiteY0" fmla="*/ 6482 h 9316"/>
                  <a:gd name="connsiteX1" fmla="*/ 2419 w 9991"/>
                  <a:gd name="connsiteY1" fmla="*/ 730 h 9316"/>
                  <a:gd name="connsiteX2" fmla="*/ 6523 w 9991"/>
                  <a:gd name="connsiteY2" fmla="*/ 191 h 9316"/>
                  <a:gd name="connsiteX3" fmla="*/ 9438 w 9991"/>
                  <a:gd name="connsiteY3" fmla="*/ 1745 h 9316"/>
                  <a:gd name="connsiteX4" fmla="*/ 9800 w 9991"/>
                  <a:gd name="connsiteY4" fmla="*/ 6104 h 9316"/>
                  <a:gd name="connsiteX5" fmla="*/ 7241 w 9991"/>
                  <a:gd name="connsiteY5" fmla="*/ 9273 h 9316"/>
                  <a:gd name="connsiteX6" fmla="*/ 1411 w 9991"/>
                  <a:gd name="connsiteY6" fmla="*/ 7856 h 9316"/>
                  <a:gd name="connsiteX7" fmla="*/ 41 w 9991"/>
                  <a:gd name="connsiteY7" fmla="*/ 6482 h 9316"/>
                  <a:gd name="connsiteX0" fmla="*/ 19 w 10708"/>
                  <a:gd name="connsiteY0" fmla="*/ 7721 h 10038"/>
                  <a:gd name="connsiteX1" fmla="*/ 3129 w 10708"/>
                  <a:gd name="connsiteY1" fmla="*/ 825 h 10038"/>
                  <a:gd name="connsiteX2" fmla="*/ 7237 w 10708"/>
                  <a:gd name="connsiteY2" fmla="*/ 246 h 10038"/>
                  <a:gd name="connsiteX3" fmla="*/ 10155 w 10708"/>
                  <a:gd name="connsiteY3" fmla="*/ 1914 h 10038"/>
                  <a:gd name="connsiteX4" fmla="*/ 10517 w 10708"/>
                  <a:gd name="connsiteY4" fmla="*/ 6593 h 10038"/>
                  <a:gd name="connsiteX5" fmla="*/ 7956 w 10708"/>
                  <a:gd name="connsiteY5" fmla="*/ 9995 h 10038"/>
                  <a:gd name="connsiteX6" fmla="*/ 2120 w 10708"/>
                  <a:gd name="connsiteY6" fmla="*/ 8474 h 10038"/>
                  <a:gd name="connsiteX7" fmla="*/ 19 w 10708"/>
                  <a:gd name="connsiteY7" fmla="*/ 7721 h 10038"/>
                  <a:gd name="connsiteX0" fmla="*/ 359 w 11048"/>
                  <a:gd name="connsiteY0" fmla="*/ 7721 h 10038"/>
                  <a:gd name="connsiteX1" fmla="*/ 3469 w 11048"/>
                  <a:gd name="connsiteY1" fmla="*/ 825 h 10038"/>
                  <a:gd name="connsiteX2" fmla="*/ 7577 w 11048"/>
                  <a:gd name="connsiteY2" fmla="*/ 246 h 10038"/>
                  <a:gd name="connsiteX3" fmla="*/ 10495 w 11048"/>
                  <a:gd name="connsiteY3" fmla="*/ 1914 h 10038"/>
                  <a:gd name="connsiteX4" fmla="*/ 10857 w 11048"/>
                  <a:gd name="connsiteY4" fmla="*/ 6593 h 10038"/>
                  <a:gd name="connsiteX5" fmla="*/ 8296 w 11048"/>
                  <a:gd name="connsiteY5" fmla="*/ 9995 h 10038"/>
                  <a:gd name="connsiteX6" fmla="*/ 2460 w 11048"/>
                  <a:gd name="connsiteY6" fmla="*/ 8474 h 10038"/>
                  <a:gd name="connsiteX7" fmla="*/ 359 w 11048"/>
                  <a:gd name="connsiteY7" fmla="*/ 7721 h 10038"/>
                  <a:gd name="connsiteX0" fmla="*/ 359 w 11048"/>
                  <a:gd name="connsiteY0" fmla="*/ 8392 h 10075"/>
                  <a:gd name="connsiteX1" fmla="*/ 3469 w 11048"/>
                  <a:gd name="connsiteY1" fmla="*/ 864 h 10075"/>
                  <a:gd name="connsiteX2" fmla="*/ 7577 w 11048"/>
                  <a:gd name="connsiteY2" fmla="*/ 285 h 10075"/>
                  <a:gd name="connsiteX3" fmla="*/ 10495 w 11048"/>
                  <a:gd name="connsiteY3" fmla="*/ 1953 h 10075"/>
                  <a:gd name="connsiteX4" fmla="*/ 10857 w 11048"/>
                  <a:gd name="connsiteY4" fmla="*/ 6632 h 10075"/>
                  <a:gd name="connsiteX5" fmla="*/ 8296 w 11048"/>
                  <a:gd name="connsiteY5" fmla="*/ 10034 h 10075"/>
                  <a:gd name="connsiteX6" fmla="*/ 2460 w 11048"/>
                  <a:gd name="connsiteY6" fmla="*/ 8513 h 10075"/>
                  <a:gd name="connsiteX7" fmla="*/ 359 w 11048"/>
                  <a:gd name="connsiteY7" fmla="*/ 8392 h 10075"/>
                  <a:gd name="connsiteX0" fmla="*/ 371 w 11060"/>
                  <a:gd name="connsiteY0" fmla="*/ 8392 h 10075"/>
                  <a:gd name="connsiteX1" fmla="*/ 3481 w 11060"/>
                  <a:gd name="connsiteY1" fmla="*/ 864 h 10075"/>
                  <a:gd name="connsiteX2" fmla="*/ 7589 w 11060"/>
                  <a:gd name="connsiteY2" fmla="*/ 285 h 10075"/>
                  <a:gd name="connsiteX3" fmla="*/ 10507 w 11060"/>
                  <a:gd name="connsiteY3" fmla="*/ 1953 h 10075"/>
                  <a:gd name="connsiteX4" fmla="*/ 10869 w 11060"/>
                  <a:gd name="connsiteY4" fmla="*/ 6632 h 10075"/>
                  <a:gd name="connsiteX5" fmla="*/ 8308 w 11060"/>
                  <a:gd name="connsiteY5" fmla="*/ 10034 h 10075"/>
                  <a:gd name="connsiteX6" fmla="*/ 2472 w 11060"/>
                  <a:gd name="connsiteY6" fmla="*/ 8513 h 10075"/>
                  <a:gd name="connsiteX7" fmla="*/ 371 w 11060"/>
                  <a:gd name="connsiteY7" fmla="*/ 8392 h 10075"/>
                  <a:gd name="connsiteX0" fmla="*/ 54 w 10743"/>
                  <a:gd name="connsiteY0" fmla="*/ 9468 h 11151"/>
                  <a:gd name="connsiteX1" fmla="*/ 4027 w 10743"/>
                  <a:gd name="connsiteY1" fmla="*/ 495 h 11151"/>
                  <a:gd name="connsiteX2" fmla="*/ 7272 w 10743"/>
                  <a:gd name="connsiteY2" fmla="*/ 1361 h 11151"/>
                  <a:gd name="connsiteX3" fmla="*/ 10190 w 10743"/>
                  <a:gd name="connsiteY3" fmla="*/ 3029 h 11151"/>
                  <a:gd name="connsiteX4" fmla="*/ 10552 w 10743"/>
                  <a:gd name="connsiteY4" fmla="*/ 7708 h 11151"/>
                  <a:gd name="connsiteX5" fmla="*/ 7991 w 10743"/>
                  <a:gd name="connsiteY5" fmla="*/ 11110 h 11151"/>
                  <a:gd name="connsiteX6" fmla="*/ 2155 w 10743"/>
                  <a:gd name="connsiteY6" fmla="*/ 9589 h 11151"/>
                  <a:gd name="connsiteX7" fmla="*/ 54 w 10743"/>
                  <a:gd name="connsiteY7" fmla="*/ 9468 h 11151"/>
                  <a:gd name="connsiteX0" fmla="*/ 54 w 10743"/>
                  <a:gd name="connsiteY0" fmla="*/ 9506 h 11189"/>
                  <a:gd name="connsiteX1" fmla="*/ 4027 w 10743"/>
                  <a:gd name="connsiteY1" fmla="*/ 533 h 11189"/>
                  <a:gd name="connsiteX2" fmla="*/ 7272 w 10743"/>
                  <a:gd name="connsiteY2" fmla="*/ 1399 h 11189"/>
                  <a:gd name="connsiteX3" fmla="*/ 10190 w 10743"/>
                  <a:gd name="connsiteY3" fmla="*/ 3067 h 11189"/>
                  <a:gd name="connsiteX4" fmla="*/ 10552 w 10743"/>
                  <a:gd name="connsiteY4" fmla="*/ 7746 h 11189"/>
                  <a:gd name="connsiteX5" fmla="*/ 7991 w 10743"/>
                  <a:gd name="connsiteY5" fmla="*/ 11148 h 11189"/>
                  <a:gd name="connsiteX6" fmla="*/ 2155 w 10743"/>
                  <a:gd name="connsiteY6" fmla="*/ 9627 h 11189"/>
                  <a:gd name="connsiteX7" fmla="*/ 54 w 10743"/>
                  <a:gd name="connsiteY7" fmla="*/ 9506 h 11189"/>
                  <a:gd name="connsiteX0" fmla="*/ 40 w 11293"/>
                  <a:gd name="connsiteY0" fmla="*/ 9082 h 11127"/>
                  <a:gd name="connsiteX1" fmla="*/ 4577 w 11293"/>
                  <a:gd name="connsiteY1" fmla="*/ 470 h 11127"/>
                  <a:gd name="connsiteX2" fmla="*/ 7822 w 11293"/>
                  <a:gd name="connsiteY2" fmla="*/ 1336 h 11127"/>
                  <a:gd name="connsiteX3" fmla="*/ 10740 w 11293"/>
                  <a:gd name="connsiteY3" fmla="*/ 3004 h 11127"/>
                  <a:gd name="connsiteX4" fmla="*/ 11102 w 11293"/>
                  <a:gd name="connsiteY4" fmla="*/ 7683 h 11127"/>
                  <a:gd name="connsiteX5" fmla="*/ 8541 w 11293"/>
                  <a:gd name="connsiteY5" fmla="*/ 11085 h 11127"/>
                  <a:gd name="connsiteX6" fmla="*/ 2705 w 11293"/>
                  <a:gd name="connsiteY6" fmla="*/ 9564 h 11127"/>
                  <a:gd name="connsiteX7" fmla="*/ 40 w 11293"/>
                  <a:gd name="connsiteY7" fmla="*/ 9082 h 11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293" h="11127">
                    <a:moveTo>
                      <a:pt x="40" y="9082"/>
                    </a:moveTo>
                    <a:cubicBezTo>
                      <a:pt x="352" y="7566"/>
                      <a:pt x="3280" y="1761"/>
                      <a:pt x="4577" y="470"/>
                    </a:cubicBezTo>
                    <a:cubicBezTo>
                      <a:pt x="5874" y="-821"/>
                      <a:pt x="6795" y="914"/>
                      <a:pt x="7822" y="1336"/>
                    </a:cubicBezTo>
                    <a:cubicBezTo>
                      <a:pt x="8849" y="1758"/>
                      <a:pt x="10193" y="1947"/>
                      <a:pt x="10740" y="3004"/>
                    </a:cubicBezTo>
                    <a:cubicBezTo>
                      <a:pt x="11287" y="4061"/>
                      <a:pt x="11468" y="6337"/>
                      <a:pt x="11102" y="7683"/>
                    </a:cubicBezTo>
                    <a:cubicBezTo>
                      <a:pt x="10736" y="9030"/>
                      <a:pt x="9940" y="10771"/>
                      <a:pt x="8541" y="11085"/>
                    </a:cubicBezTo>
                    <a:cubicBezTo>
                      <a:pt x="7141" y="11398"/>
                      <a:pt x="4122" y="9898"/>
                      <a:pt x="2705" y="9564"/>
                    </a:cubicBezTo>
                    <a:cubicBezTo>
                      <a:pt x="1288" y="9230"/>
                      <a:pt x="-272" y="10598"/>
                      <a:pt x="40" y="9082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100" name="Group 327">
                <a:extLst>
                  <a:ext uri="{FF2B5EF4-FFF2-40B4-BE49-F238E27FC236}">
                    <a16:creationId xmlns:a16="http://schemas.microsoft.com/office/drawing/2014/main" id="{84E4BF4D-E97B-E24E-A6D6-B265EDFC99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08175" y="5241780"/>
                <a:ext cx="536554" cy="263548"/>
                <a:chOff x="1871277" y="1576300"/>
                <a:chExt cx="1128371" cy="437861"/>
              </a:xfrm>
            </p:grpSpPr>
            <p:sp>
              <p:nvSpPr>
                <p:cNvPr id="1104" name="Oval 1103">
                  <a:extLst>
                    <a:ext uri="{FF2B5EF4-FFF2-40B4-BE49-F238E27FC236}">
                      <a16:creationId xmlns:a16="http://schemas.microsoft.com/office/drawing/2014/main" id="{DAE704C8-2A29-1B4B-BF5B-05909D10C282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05" name="Rectangle 1104">
                  <a:extLst>
                    <a:ext uri="{FF2B5EF4-FFF2-40B4-BE49-F238E27FC236}">
                      <a16:creationId xmlns:a16="http://schemas.microsoft.com/office/drawing/2014/main" id="{077DD5B7-6D65-ED4D-B745-4EDC949EDFFB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06" name="Oval 1105">
                  <a:extLst>
                    <a:ext uri="{FF2B5EF4-FFF2-40B4-BE49-F238E27FC236}">
                      <a16:creationId xmlns:a16="http://schemas.microsoft.com/office/drawing/2014/main" id="{6BE64947-1735-3144-B4A2-ABC2275021F2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07" name="Freeform 1106">
                  <a:extLst>
                    <a:ext uri="{FF2B5EF4-FFF2-40B4-BE49-F238E27FC236}">
                      <a16:creationId xmlns:a16="http://schemas.microsoft.com/office/drawing/2014/main" id="{648CF144-8568-D742-997E-9E2FAD84C8D9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08" name="Freeform 1107">
                  <a:extLst>
                    <a:ext uri="{FF2B5EF4-FFF2-40B4-BE49-F238E27FC236}">
                      <a16:creationId xmlns:a16="http://schemas.microsoft.com/office/drawing/2014/main" id="{8EB3A668-F785-C94C-AD83-6D22A0B0109A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09" name="Freeform 1108">
                  <a:extLst>
                    <a:ext uri="{FF2B5EF4-FFF2-40B4-BE49-F238E27FC236}">
                      <a16:creationId xmlns:a16="http://schemas.microsoft.com/office/drawing/2014/main" id="{5BA38663-B2A4-B242-87C4-EB46CBCD7EE7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10" name="Freeform 1109">
                  <a:extLst>
                    <a:ext uri="{FF2B5EF4-FFF2-40B4-BE49-F238E27FC236}">
                      <a16:creationId xmlns:a16="http://schemas.microsoft.com/office/drawing/2014/main" id="{5CB0CAB1-4F9E-1344-9D69-8542575EA5C2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111" name="Straight Connector 1110">
                  <a:extLst>
                    <a:ext uri="{FF2B5EF4-FFF2-40B4-BE49-F238E27FC236}">
                      <a16:creationId xmlns:a16="http://schemas.microsoft.com/office/drawing/2014/main" id="{C2C82FB8-3174-E946-A744-1175C0C36CDE}"/>
                    </a:ext>
                  </a:extLst>
                </p:cNvPr>
                <p:cNvCxnSpPr>
                  <a:endCxn id="1106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1112" name="Straight Connector 1111">
                  <a:extLst>
                    <a:ext uri="{FF2B5EF4-FFF2-40B4-BE49-F238E27FC236}">
                      <a16:creationId xmlns:a16="http://schemas.microsoft.com/office/drawing/2014/main" id="{3B0B07D2-F4AF-E840-BA1B-9DB2017C0D49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1101" name="Group 1100">
                <a:extLst>
                  <a:ext uri="{FF2B5EF4-FFF2-40B4-BE49-F238E27FC236}">
                    <a16:creationId xmlns:a16="http://schemas.microsoft.com/office/drawing/2014/main" id="{BA7C8B54-F30A-334B-AF82-1C148CFC4E09}"/>
                  </a:ext>
                </a:extLst>
              </p:cNvPr>
              <p:cNvGrpSpPr/>
              <p:nvPr/>
            </p:nvGrpSpPr>
            <p:grpSpPr>
              <a:xfrm>
                <a:off x="7876581" y="5223365"/>
                <a:ext cx="466894" cy="369332"/>
                <a:chOff x="599495" y="1708643"/>
                <a:chExt cx="491778" cy="409344"/>
              </a:xfrm>
            </p:grpSpPr>
            <p:sp>
              <p:nvSpPr>
                <p:cNvPr id="1102" name="Oval 1101">
                  <a:extLst>
                    <a:ext uri="{FF2B5EF4-FFF2-40B4-BE49-F238E27FC236}">
                      <a16:creationId xmlns:a16="http://schemas.microsoft.com/office/drawing/2014/main" id="{91BF9D40-8E3D-FC44-9E35-3BB431792859}"/>
                    </a:ext>
                  </a:extLst>
                </p:cNvPr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03" name="TextBox 1102">
                  <a:extLst>
                    <a:ext uri="{FF2B5EF4-FFF2-40B4-BE49-F238E27FC236}">
                      <a16:creationId xmlns:a16="http://schemas.microsoft.com/office/drawing/2014/main" id="{71878438-9834-F24C-836D-725DA2AE0DB9}"/>
                    </a:ext>
                  </a:extLst>
                </p:cNvPr>
                <p:cNvSpPr txBox="1"/>
                <p:nvPr/>
              </p:nvSpPr>
              <p:spPr>
                <a:xfrm>
                  <a:off x="599495" y="1708643"/>
                  <a:ext cx="491778" cy="4093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  X</a:t>
                  </a:r>
                </a:p>
              </p:txBody>
            </p:sp>
          </p:grpSp>
        </p:grpSp>
        <p:cxnSp>
          <p:nvCxnSpPr>
            <p:cNvPr id="1098" name="Straight Connector 1097">
              <a:extLst>
                <a:ext uri="{FF2B5EF4-FFF2-40B4-BE49-F238E27FC236}">
                  <a16:creationId xmlns:a16="http://schemas.microsoft.com/office/drawing/2014/main" id="{3337DFCF-46F5-A148-BEB2-5A8915841886}"/>
                </a:ext>
              </a:extLst>
            </p:cNvPr>
            <p:cNvCxnSpPr/>
            <p:nvPr/>
          </p:nvCxnSpPr>
          <p:spPr bwMode="auto">
            <a:xfrm flipH="1">
              <a:off x="7158742" y="5764030"/>
              <a:ext cx="870024" cy="9999"/>
            </a:xfrm>
            <a:prstGeom prst="line">
              <a:avLst/>
            </a:prstGeom>
            <a:solidFill>
              <a:srgbClr val="00CC99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13" name="Group 117">
            <a:extLst>
              <a:ext uri="{FF2B5EF4-FFF2-40B4-BE49-F238E27FC236}">
                <a16:creationId xmlns:a16="http://schemas.microsoft.com/office/drawing/2014/main" id="{B589F7B1-507B-FD44-9CEF-E598E39E4B09}"/>
              </a:ext>
            </a:extLst>
          </p:cNvPr>
          <p:cNvGrpSpPr>
            <a:grpSpLocks/>
          </p:cNvGrpSpPr>
          <p:nvPr/>
        </p:nvGrpSpPr>
        <p:grpSpPr bwMode="auto">
          <a:xfrm>
            <a:off x="7226784" y="5209495"/>
            <a:ext cx="2481265" cy="884238"/>
            <a:chOff x="2282" y="2446"/>
            <a:chExt cx="1563" cy="557"/>
          </a:xfrm>
        </p:grpSpPr>
        <p:sp>
          <p:nvSpPr>
            <p:cNvPr id="1114" name="AutoShape 118">
              <a:extLst>
                <a:ext uri="{FF2B5EF4-FFF2-40B4-BE49-F238E27FC236}">
                  <a16:creationId xmlns:a16="http://schemas.microsoft.com/office/drawing/2014/main" id="{AEEA9884-A009-5648-BFA1-19478AC1AEA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396893">
              <a:off x="2282" y="2446"/>
              <a:ext cx="484" cy="163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5" name="Text Box 119">
              <a:extLst>
                <a:ext uri="{FF2B5EF4-FFF2-40B4-BE49-F238E27FC236}">
                  <a16:creationId xmlns:a16="http://schemas.microsoft.com/office/drawing/2014/main" id="{AA79C01F-FEFD-4E49-ABC1-9AA41877F0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4" y="2677"/>
              <a:ext cx="1551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  <a:ea typeface="ＭＳ Ｐゴシック" charset="0"/>
                </a:rPr>
                <a:t>BGP advertisement:</a:t>
              </a:r>
            </a:p>
            <a:p>
              <a:pPr marL="0" marR="0" lvl="0" indent="0" defTabSz="91440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u="none" strike="noStrike" kern="0" cap="none" spc="0" normalizeH="0" baseline="0" noProof="0" dirty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AS3, X</a:t>
              </a:r>
            </a:p>
          </p:txBody>
        </p:sp>
      </p:grpSp>
      <p:cxnSp>
        <p:nvCxnSpPr>
          <p:cNvPr id="1092" name="Straight Connector 1091">
            <a:extLst>
              <a:ext uri="{FF2B5EF4-FFF2-40B4-BE49-F238E27FC236}">
                <a16:creationId xmlns:a16="http://schemas.microsoft.com/office/drawing/2014/main" id="{BA172D50-4798-124B-9512-A8DC98B9062A}"/>
              </a:ext>
            </a:extLst>
          </p:cNvPr>
          <p:cNvCxnSpPr>
            <a:cxnSpLocks/>
            <a:stCxn id="994" idx="5"/>
            <a:endCxn id="1042" idx="1"/>
          </p:cNvCxnSpPr>
          <p:nvPr/>
        </p:nvCxnSpPr>
        <p:spPr bwMode="auto">
          <a:xfrm flipV="1">
            <a:off x="6957825" y="4543468"/>
            <a:ext cx="1398778" cy="1062884"/>
          </a:xfrm>
          <a:prstGeom prst="line">
            <a:avLst/>
          </a:prstGeom>
          <a:solidFill>
            <a:srgbClr val="00CC99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446448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51 7.40741E-7 L -0.0681 -0.10556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10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81" y="-5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515600" cy="894622"/>
          </a:xfrm>
        </p:spPr>
        <p:txBody>
          <a:bodyPr/>
          <a:lstStyle/>
          <a:p>
            <a:r>
              <a:rPr lang="en-US" dirty="0"/>
              <a:t>Path attributes and BGP routes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6433D-1EBF-D447-9924-50E7F0E2E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225" name="Rectangle 3">
            <a:extLst>
              <a:ext uri="{FF2B5EF4-FFF2-40B4-BE49-F238E27FC236}">
                <a16:creationId xmlns:a16="http://schemas.microsoft.com/office/drawing/2014/main" id="{39420582-8708-6949-93FD-0D390E28072C}"/>
              </a:ext>
            </a:extLst>
          </p:cNvPr>
          <p:cNvSpPr txBox="1">
            <a:spLocks noChangeArrowheads="1"/>
          </p:cNvSpPr>
          <p:nvPr/>
        </p:nvSpPr>
        <p:spPr>
          <a:xfrm>
            <a:off x="767350" y="1547660"/>
            <a:ext cx="10957012" cy="50410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90513"/>
            <a:r>
              <a:rPr lang="en-US" sz="3200" dirty="0"/>
              <a:t>BGP advertised route:  prefix + attributes </a:t>
            </a:r>
          </a:p>
          <a:p>
            <a:pPr lvl="1" indent="-290513"/>
            <a:r>
              <a:rPr lang="en-US" sz="2800" dirty="0"/>
              <a:t>prefix: destination being advertised</a:t>
            </a:r>
          </a:p>
          <a:p>
            <a:pPr lvl="1" indent="-290513"/>
            <a:r>
              <a:rPr lang="en-US" sz="2800" dirty="0"/>
              <a:t>two important attributes:</a:t>
            </a:r>
          </a:p>
          <a:p>
            <a:pPr marL="920750" lvl="1" indent="-211138"/>
            <a:r>
              <a:rPr lang="en-US" dirty="0">
                <a:solidFill>
                  <a:srgbClr val="000090"/>
                </a:solidFill>
              </a:rPr>
              <a:t>AS-PATH: </a:t>
            </a:r>
            <a:r>
              <a:rPr lang="en-US" dirty="0"/>
              <a:t>list of ASes through which prefix advertisement has passed</a:t>
            </a:r>
          </a:p>
          <a:p>
            <a:pPr marL="920750" lvl="1" indent="-211138"/>
            <a:r>
              <a:rPr lang="en-US" dirty="0">
                <a:solidFill>
                  <a:srgbClr val="000090"/>
                </a:solidFill>
              </a:rPr>
              <a:t>NEXT-HO</a:t>
            </a:r>
            <a:r>
              <a:rPr lang="en-US" dirty="0">
                <a:solidFill>
                  <a:srgbClr val="0000A8"/>
                </a:solidFill>
              </a:rPr>
              <a:t>P: </a:t>
            </a:r>
            <a:r>
              <a:rPr lang="en-US" dirty="0"/>
              <a:t>indicates specific internal-AS router to next-hop AS</a:t>
            </a:r>
          </a:p>
          <a:p>
            <a:pPr marL="347663" indent="-285750"/>
            <a:r>
              <a:rPr lang="en-US" sz="3200" dirty="0">
                <a:solidFill>
                  <a:srgbClr val="C00000"/>
                </a:solidFill>
              </a:rPr>
              <a:t>policy-based routing:</a:t>
            </a:r>
          </a:p>
          <a:p>
            <a:pPr lvl="1"/>
            <a:r>
              <a:rPr lang="en-US" sz="2800" dirty="0"/>
              <a:t>gateway receiving route advertisement uses </a:t>
            </a:r>
            <a:r>
              <a:rPr lang="en-US" sz="2800" i="1" dirty="0">
                <a:solidFill>
                  <a:srgbClr val="0000A8"/>
                </a:solidFill>
              </a:rPr>
              <a:t>import policy </a:t>
            </a:r>
            <a:r>
              <a:rPr lang="en-US" sz="2800" dirty="0"/>
              <a:t>to accept/decline path (e.g., never route through AS Y).</a:t>
            </a:r>
          </a:p>
          <a:p>
            <a:pPr lvl="1"/>
            <a:r>
              <a:rPr lang="en-US" sz="2800" dirty="0"/>
              <a:t>AS policy also determines whether to </a:t>
            </a:r>
            <a:r>
              <a:rPr lang="en-US" sz="2800" i="1" dirty="0">
                <a:solidFill>
                  <a:srgbClr val="0000A8"/>
                </a:solidFill>
              </a:rPr>
              <a:t>advertise</a:t>
            </a:r>
            <a:r>
              <a:rPr lang="en-US" sz="2800" dirty="0">
                <a:solidFill>
                  <a:srgbClr val="0000A8"/>
                </a:solidFill>
              </a:rPr>
              <a:t> </a:t>
            </a:r>
            <a:r>
              <a:rPr lang="en-US" sz="2800" dirty="0"/>
              <a:t>path to other other neighboring ASes</a:t>
            </a:r>
          </a:p>
          <a:p>
            <a:pPr lvl="1"/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921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66F87E0-BC16-2044-9D92-7DE2BEB869B3}"/>
              </a:ext>
            </a:extLst>
          </p:cNvPr>
          <p:cNvGrpSpPr/>
          <p:nvPr/>
        </p:nvGrpSpPr>
        <p:grpSpPr>
          <a:xfrm>
            <a:off x="1113403" y="1064076"/>
            <a:ext cx="9801110" cy="2876474"/>
            <a:chOff x="1426553" y="3694542"/>
            <a:chExt cx="9801110" cy="287647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2D5956A-6AFF-324F-A86C-2445AD959270}"/>
                </a:ext>
              </a:extLst>
            </p:cNvPr>
            <p:cNvGrpSpPr/>
            <p:nvPr/>
          </p:nvGrpSpPr>
          <p:grpSpPr>
            <a:xfrm>
              <a:off x="1426553" y="3694542"/>
              <a:ext cx="9249542" cy="2876474"/>
              <a:chOff x="1426553" y="3694542"/>
              <a:chExt cx="9249542" cy="2876474"/>
            </a:xfrm>
          </p:grpSpPr>
          <p:grpSp>
            <p:nvGrpSpPr>
              <p:cNvPr id="326" name="Group 325">
                <a:extLst>
                  <a:ext uri="{FF2B5EF4-FFF2-40B4-BE49-F238E27FC236}">
                    <a16:creationId xmlns:a16="http://schemas.microsoft.com/office/drawing/2014/main" id="{3FA4F710-D5B4-7046-A1ED-EC8569058F16}"/>
                  </a:ext>
                </a:extLst>
              </p:cNvPr>
              <p:cNvGrpSpPr/>
              <p:nvPr/>
            </p:nvGrpSpPr>
            <p:grpSpPr>
              <a:xfrm>
                <a:off x="4625977" y="4850481"/>
                <a:ext cx="2545688" cy="1720535"/>
                <a:chOff x="4625977" y="4850481"/>
                <a:chExt cx="2545688" cy="1720535"/>
              </a:xfrm>
            </p:grpSpPr>
            <p:grpSp>
              <p:nvGrpSpPr>
                <p:cNvPr id="327" name="Group 326">
                  <a:extLst>
                    <a:ext uri="{FF2B5EF4-FFF2-40B4-BE49-F238E27FC236}">
                      <a16:creationId xmlns:a16="http://schemas.microsoft.com/office/drawing/2014/main" id="{41CF82BA-4C38-E441-B6DB-8606AC3D81E4}"/>
                    </a:ext>
                  </a:extLst>
                </p:cNvPr>
                <p:cNvGrpSpPr/>
                <p:nvPr/>
              </p:nvGrpSpPr>
              <p:grpSpPr>
                <a:xfrm>
                  <a:off x="4625977" y="4850481"/>
                  <a:ext cx="2545688" cy="1720535"/>
                  <a:chOff x="-2170772" y="2784954"/>
                  <a:chExt cx="2712783" cy="1853712"/>
                </a:xfrm>
              </p:grpSpPr>
              <p:sp>
                <p:nvSpPr>
                  <p:cNvPr id="329" name="Freeform 2">
                    <a:extLst>
                      <a:ext uri="{FF2B5EF4-FFF2-40B4-BE49-F238E27FC236}">
                        <a16:creationId xmlns:a16="http://schemas.microsoft.com/office/drawing/2014/main" id="{5D32C3AB-F55F-8B4E-AB8C-C866738EAFC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2170772" y="2784954"/>
                    <a:ext cx="2712783" cy="1853712"/>
                  </a:xfrm>
                  <a:custGeom>
                    <a:avLst/>
                    <a:gdLst>
                      <a:gd name="T0" fmla="*/ 648763 w 10001"/>
                      <a:gd name="T1" fmla="*/ 34777612 h 10125"/>
                      <a:gd name="T2" fmla="*/ 115976403 w 10001"/>
                      <a:gd name="T3" fmla="*/ 13733703 h 10125"/>
                      <a:gd name="T4" fmla="*/ 507700960 w 10001"/>
                      <a:gd name="T5" fmla="*/ 8662125 h 10125"/>
                      <a:gd name="T6" fmla="*/ 810212713 w 10001"/>
                      <a:gd name="T7" fmla="*/ 0 h 10125"/>
                      <a:gd name="T8" fmla="*/ 1090015738 w 10001"/>
                      <a:gd name="T9" fmla="*/ 8687929 h 10125"/>
                      <a:gd name="T10" fmla="*/ 1310938763 w 10001"/>
                      <a:gd name="T11" fmla="*/ 4279362 h 10125"/>
                      <a:gd name="T12" fmla="*/ 1620263134 w 10001"/>
                      <a:gd name="T13" fmla="*/ 25736690 h 10125"/>
                      <a:gd name="T14" fmla="*/ 1394798364 w 10001"/>
                      <a:gd name="T15" fmla="*/ 58525268 h 10125"/>
                      <a:gd name="T16" fmla="*/ 1134622140 w 10001"/>
                      <a:gd name="T17" fmla="*/ 80266624 h 10125"/>
                      <a:gd name="T18" fmla="*/ 860820276 w 10001"/>
                      <a:gd name="T19" fmla="*/ 76142271 h 10125"/>
                      <a:gd name="T20" fmla="*/ 708996782 w 10001"/>
                      <a:gd name="T21" fmla="*/ 85346835 h 10125"/>
                      <a:gd name="T22" fmla="*/ 509322667 w 10001"/>
                      <a:gd name="T23" fmla="*/ 86268164 h 10125"/>
                      <a:gd name="T24" fmla="*/ 353443899 w 10001"/>
                      <a:gd name="T25" fmla="*/ 67979516 h 10125"/>
                      <a:gd name="T26" fmla="*/ 192536914 w 10001"/>
                      <a:gd name="T27" fmla="*/ 64535347 h 10125"/>
                      <a:gd name="T28" fmla="*/ 648763 w 10001"/>
                      <a:gd name="T29" fmla="*/ 34777612 h 1012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connsiteX0" fmla="*/ 4 w 10040"/>
                      <a:gd name="connsiteY0" fmla="*/ 4039 h 10125"/>
                      <a:gd name="connsiteX1" fmla="*/ 715 w 10040"/>
                      <a:gd name="connsiteY1" fmla="*/ 1595 h 10125"/>
                      <a:gd name="connsiteX2" fmla="*/ 3130 w 10040"/>
                      <a:gd name="connsiteY2" fmla="*/ 1006 h 10125"/>
                      <a:gd name="connsiteX3" fmla="*/ 4995 w 10040"/>
                      <a:gd name="connsiteY3" fmla="*/ 0 h 10125"/>
                      <a:gd name="connsiteX4" fmla="*/ 6720 w 10040"/>
                      <a:gd name="connsiteY4" fmla="*/ 1009 h 10125"/>
                      <a:gd name="connsiteX5" fmla="*/ 9989 w 10040"/>
                      <a:gd name="connsiteY5" fmla="*/ 2989 h 10125"/>
                      <a:gd name="connsiteX6" fmla="*/ 8599 w 10040"/>
                      <a:gd name="connsiteY6" fmla="*/ 6797 h 10125"/>
                      <a:gd name="connsiteX7" fmla="*/ 6995 w 10040"/>
                      <a:gd name="connsiteY7" fmla="*/ 9322 h 10125"/>
                      <a:gd name="connsiteX8" fmla="*/ 5307 w 10040"/>
                      <a:gd name="connsiteY8" fmla="*/ 8843 h 10125"/>
                      <a:gd name="connsiteX9" fmla="*/ 4371 w 10040"/>
                      <a:gd name="connsiteY9" fmla="*/ 9912 h 10125"/>
                      <a:gd name="connsiteX10" fmla="*/ 3140 w 10040"/>
                      <a:gd name="connsiteY10" fmla="*/ 10019 h 10125"/>
                      <a:gd name="connsiteX11" fmla="*/ 2179 w 10040"/>
                      <a:gd name="connsiteY11" fmla="*/ 7895 h 10125"/>
                      <a:gd name="connsiteX12" fmla="*/ 1187 w 10040"/>
                      <a:gd name="connsiteY12" fmla="*/ 7495 h 10125"/>
                      <a:gd name="connsiteX13" fmla="*/ 4 w 10040"/>
                      <a:gd name="connsiteY13" fmla="*/ 4039 h 10125"/>
                      <a:gd name="connsiteX0" fmla="*/ 4 w 8600"/>
                      <a:gd name="connsiteY0" fmla="*/ 4042 h 10128"/>
                      <a:gd name="connsiteX1" fmla="*/ 715 w 8600"/>
                      <a:gd name="connsiteY1" fmla="*/ 1598 h 10128"/>
                      <a:gd name="connsiteX2" fmla="*/ 3130 w 8600"/>
                      <a:gd name="connsiteY2" fmla="*/ 1009 h 10128"/>
                      <a:gd name="connsiteX3" fmla="*/ 4995 w 8600"/>
                      <a:gd name="connsiteY3" fmla="*/ 3 h 10128"/>
                      <a:gd name="connsiteX4" fmla="*/ 6720 w 8600"/>
                      <a:gd name="connsiteY4" fmla="*/ 1012 h 10128"/>
                      <a:gd name="connsiteX5" fmla="*/ 8599 w 8600"/>
                      <a:gd name="connsiteY5" fmla="*/ 6800 h 10128"/>
                      <a:gd name="connsiteX6" fmla="*/ 6995 w 8600"/>
                      <a:gd name="connsiteY6" fmla="*/ 9325 h 10128"/>
                      <a:gd name="connsiteX7" fmla="*/ 5307 w 8600"/>
                      <a:gd name="connsiteY7" fmla="*/ 8846 h 10128"/>
                      <a:gd name="connsiteX8" fmla="*/ 4371 w 8600"/>
                      <a:gd name="connsiteY8" fmla="*/ 9915 h 10128"/>
                      <a:gd name="connsiteX9" fmla="*/ 3140 w 8600"/>
                      <a:gd name="connsiteY9" fmla="*/ 10022 h 10128"/>
                      <a:gd name="connsiteX10" fmla="*/ 2179 w 8600"/>
                      <a:gd name="connsiteY10" fmla="*/ 7898 h 10128"/>
                      <a:gd name="connsiteX11" fmla="*/ 1187 w 8600"/>
                      <a:gd name="connsiteY11" fmla="*/ 7498 h 10128"/>
                      <a:gd name="connsiteX12" fmla="*/ 4 w 8600"/>
                      <a:gd name="connsiteY12" fmla="*/ 4042 h 10128"/>
                      <a:gd name="connsiteX0" fmla="*/ 4 w 9326"/>
                      <a:gd name="connsiteY0" fmla="*/ 3988 h 9997"/>
                      <a:gd name="connsiteX1" fmla="*/ 830 w 9326"/>
                      <a:gd name="connsiteY1" fmla="*/ 1575 h 9997"/>
                      <a:gd name="connsiteX2" fmla="*/ 3639 w 9326"/>
                      <a:gd name="connsiteY2" fmla="*/ 993 h 9997"/>
                      <a:gd name="connsiteX3" fmla="*/ 5807 w 9326"/>
                      <a:gd name="connsiteY3" fmla="*/ 0 h 9997"/>
                      <a:gd name="connsiteX4" fmla="*/ 7813 w 9326"/>
                      <a:gd name="connsiteY4" fmla="*/ 996 h 9997"/>
                      <a:gd name="connsiteX5" fmla="*/ 9324 w 9326"/>
                      <a:gd name="connsiteY5" fmla="*/ 5746 h 9997"/>
                      <a:gd name="connsiteX6" fmla="*/ 8133 w 9326"/>
                      <a:gd name="connsiteY6" fmla="*/ 9204 h 9997"/>
                      <a:gd name="connsiteX7" fmla="*/ 6170 w 9326"/>
                      <a:gd name="connsiteY7" fmla="*/ 8731 h 9997"/>
                      <a:gd name="connsiteX8" fmla="*/ 5082 w 9326"/>
                      <a:gd name="connsiteY8" fmla="*/ 9787 h 9997"/>
                      <a:gd name="connsiteX9" fmla="*/ 3650 w 9326"/>
                      <a:gd name="connsiteY9" fmla="*/ 9892 h 9997"/>
                      <a:gd name="connsiteX10" fmla="*/ 2533 w 9326"/>
                      <a:gd name="connsiteY10" fmla="*/ 7795 h 9997"/>
                      <a:gd name="connsiteX11" fmla="*/ 1379 w 9326"/>
                      <a:gd name="connsiteY11" fmla="*/ 7400 h 9997"/>
                      <a:gd name="connsiteX12" fmla="*/ 4 w 9326"/>
                      <a:gd name="connsiteY12" fmla="*/ 3988 h 9997"/>
                      <a:gd name="connsiteX0" fmla="*/ 4 w 10001"/>
                      <a:gd name="connsiteY0" fmla="*/ 3989 h 10041"/>
                      <a:gd name="connsiteX1" fmla="*/ 890 w 10001"/>
                      <a:gd name="connsiteY1" fmla="*/ 1575 h 10041"/>
                      <a:gd name="connsiteX2" fmla="*/ 3902 w 10001"/>
                      <a:gd name="connsiteY2" fmla="*/ 993 h 10041"/>
                      <a:gd name="connsiteX3" fmla="*/ 6227 w 10001"/>
                      <a:gd name="connsiteY3" fmla="*/ 0 h 10041"/>
                      <a:gd name="connsiteX4" fmla="*/ 8378 w 10001"/>
                      <a:gd name="connsiteY4" fmla="*/ 996 h 10041"/>
                      <a:gd name="connsiteX5" fmla="*/ 9998 w 10001"/>
                      <a:gd name="connsiteY5" fmla="*/ 5748 h 10041"/>
                      <a:gd name="connsiteX6" fmla="*/ 8721 w 10001"/>
                      <a:gd name="connsiteY6" fmla="*/ 9207 h 10041"/>
                      <a:gd name="connsiteX7" fmla="*/ 5449 w 10001"/>
                      <a:gd name="connsiteY7" fmla="*/ 9790 h 10041"/>
                      <a:gd name="connsiteX8" fmla="*/ 3914 w 10001"/>
                      <a:gd name="connsiteY8" fmla="*/ 9895 h 10041"/>
                      <a:gd name="connsiteX9" fmla="*/ 2716 w 10001"/>
                      <a:gd name="connsiteY9" fmla="*/ 7797 h 10041"/>
                      <a:gd name="connsiteX10" fmla="*/ 1479 w 10001"/>
                      <a:gd name="connsiteY10" fmla="*/ 7402 h 10041"/>
                      <a:gd name="connsiteX11" fmla="*/ 4 w 10001"/>
                      <a:gd name="connsiteY11" fmla="*/ 3989 h 10041"/>
                      <a:gd name="connsiteX0" fmla="*/ 4 w 10001"/>
                      <a:gd name="connsiteY0" fmla="*/ 3989 h 14825"/>
                      <a:gd name="connsiteX1" fmla="*/ 890 w 10001"/>
                      <a:gd name="connsiteY1" fmla="*/ 1575 h 14825"/>
                      <a:gd name="connsiteX2" fmla="*/ 3902 w 10001"/>
                      <a:gd name="connsiteY2" fmla="*/ 993 h 14825"/>
                      <a:gd name="connsiteX3" fmla="*/ 6227 w 10001"/>
                      <a:gd name="connsiteY3" fmla="*/ 0 h 14825"/>
                      <a:gd name="connsiteX4" fmla="*/ 8378 w 10001"/>
                      <a:gd name="connsiteY4" fmla="*/ 996 h 14825"/>
                      <a:gd name="connsiteX5" fmla="*/ 9998 w 10001"/>
                      <a:gd name="connsiteY5" fmla="*/ 5748 h 14825"/>
                      <a:gd name="connsiteX6" fmla="*/ 8721 w 10001"/>
                      <a:gd name="connsiteY6" fmla="*/ 9207 h 14825"/>
                      <a:gd name="connsiteX7" fmla="*/ 6011 w 10001"/>
                      <a:gd name="connsiteY7" fmla="*/ 14823 h 14825"/>
                      <a:gd name="connsiteX8" fmla="*/ 3914 w 10001"/>
                      <a:gd name="connsiteY8" fmla="*/ 9895 h 14825"/>
                      <a:gd name="connsiteX9" fmla="*/ 2716 w 10001"/>
                      <a:gd name="connsiteY9" fmla="*/ 7797 h 14825"/>
                      <a:gd name="connsiteX10" fmla="*/ 1479 w 10001"/>
                      <a:gd name="connsiteY10" fmla="*/ 7402 h 14825"/>
                      <a:gd name="connsiteX11" fmla="*/ 4 w 10001"/>
                      <a:gd name="connsiteY11" fmla="*/ 3989 h 14825"/>
                      <a:gd name="connsiteX0" fmla="*/ 4 w 10001"/>
                      <a:gd name="connsiteY0" fmla="*/ 7436 h 18272"/>
                      <a:gd name="connsiteX1" fmla="*/ 890 w 10001"/>
                      <a:gd name="connsiteY1" fmla="*/ 5022 h 18272"/>
                      <a:gd name="connsiteX2" fmla="*/ 3902 w 10001"/>
                      <a:gd name="connsiteY2" fmla="*/ 4440 h 18272"/>
                      <a:gd name="connsiteX3" fmla="*/ 6026 w 10001"/>
                      <a:gd name="connsiteY3" fmla="*/ 0 h 18272"/>
                      <a:gd name="connsiteX4" fmla="*/ 8378 w 10001"/>
                      <a:gd name="connsiteY4" fmla="*/ 4443 h 18272"/>
                      <a:gd name="connsiteX5" fmla="*/ 9998 w 10001"/>
                      <a:gd name="connsiteY5" fmla="*/ 9195 h 18272"/>
                      <a:gd name="connsiteX6" fmla="*/ 8721 w 10001"/>
                      <a:gd name="connsiteY6" fmla="*/ 12654 h 18272"/>
                      <a:gd name="connsiteX7" fmla="*/ 6011 w 10001"/>
                      <a:gd name="connsiteY7" fmla="*/ 18270 h 18272"/>
                      <a:gd name="connsiteX8" fmla="*/ 3914 w 10001"/>
                      <a:gd name="connsiteY8" fmla="*/ 13342 h 18272"/>
                      <a:gd name="connsiteX9" fmla="*/ 2716 w 10001"/>
                      <a:gd name="connsiteY9" fmla="*/ 11244 h 18272"/>
                      <a:gd name="connsiteX10" fmla="*/ 1479 w 10001"/>
                      <a:gd name="connsiteY10" fmla="*/ 10849 h 18272"/>
                      <a:gd name="connsiteX11" fmla="*/ 4 w 10001"/>
                      <a:gd name="connsiteY11" fmla="*/ 7436 h 18272"/>
                      <a:gd name="connsiteX0" fmla="*/ 1 w 9998"/>
                      <a:gd name="connsiteY0" fmla="*/ 7436 h 18272"/>
                      <a:gd name="connsiteX1" fmla="*/ 3899 w 9998"/>
                      <a:gd name="connsiteY1" fmla="*/ 4440 h 18272"/>
                      <a:gd name="connsiteX2" fmla="*/ 6023 w 9998"/>
                      <a:gd name="connsiteY2" fmla="*/ 0 h 18272"/>
                      <a:gd name="connsiteX3" fmla="*/ 8375 w 9998"/>
                      <a:gd name="connsiteY3" fmla="*/ 4443 h 18272"/>
                      <a:gd name="connsiteX4" fmla="*/ 9995 w 9998"/>
                      <a:gd name="connsiteY4" fmla="*/ 9195 h 18272"/>
                      <a:gd name="connsiteX5" fmla="*/ 8718 w 9998"/>
                      <a:gd name="connsiteY5" fmla="*/ 12654 h 18272"/>
                      <a:gd name="connsiteX6" fmla="*/ 6008 w 9998"/>
                      <a:gd name="connsiteY6" fmla="*/ 18270 h 18272"/>
                      <a:gd name="connsiteX7" fmla="*/ 3911 w 9998"/>
                      <a:gd name="connsiteY7" fmla="*/ 13342 h 18272"/>
                      <a:gd name="connsiteX8" fmla="*/ 2713 w 9998"/>
                      <a:gd name="connsiteY8" fmla="*/ 11244 h 18272"/>
                      <a:gd name="connsiteX9" fmla="*/ 1476 w 9998"/>
                      <a:gd name="connsiteY9" fmla="*/ 10849 h 18272"/>
                      <a:gd name="connsiteX10" fmla="*/ 1 w 9998"/>
                      <a:gd name="connsiteY10" fmla="*/ 7436 h 18272"/>
                      <a:gd name="connsiteX0" fmla="*/ 35 w 8559"/>
                      <a:gd name="connsiteY0" fmla="*/ 5938 h 10000"/>
                      <a:gd name="connsiteX1" fmla="*/ 2459 w 8559"/>
                      <a:gd name="connsiteY1" fmla="*/ 2430 h 10000"/>
                      <a:gd name="connsiteX2" fmla="*/ 4583 w 8559"/>
                      <a:gd name="connsiteY2" fmla="*/ 0 h 10000"/>
                      <a:gd name="connsiteX3" fmla="*/ 6936 w 8559"/>
                      <a:gd name="connsiteY3" fmla="*/ 2432 h 10000"/>
                      <a:gd name="connsiteX4" fmla="*/ 8556 w 8559"/>
                      <a:gd name="connsiteY4" fmla="*/ 5032 h 10000"/>
                      <a:gd name="connsiteX5" fmla="*/ 7279 w 8559"/>
                      <a:gd name="connsiteY5" fmla="*/ 6925 h 10000"/>
                      <a:gd name="connsiteX6" fmla="*/ 4568 w 8559"/>
                      <a:gd name="connsiteY6" fmla="*/ 9999 h 10000"/>
                      <a:gd name="connsiteX7" fmla="*/ 2471 w 8559"/>
                      <a:gd name="connsiteY7" fmla="*/ 7302 h 10000"/>
                      <a:gd name="connsiteX8" fmla="*/ 1273 w 8559"/>
                      <a:gd name="connsiteY8" fmla="*/ 6154 h 10000"/>
                      <a:gd name="connsiteX9" fmla="*/ 35 w 8559"/>
                      <a:gd name="connsiteY9" fmla="*/ 5938 h 10000"/>
                      <a:gd name="connsiteX0" fmla="*/ 49 w 9820"/>
                      <a:gd name="connsiteY0" fmla="*/ 4655 h 10000"/>
                      <a:gd name="connsiteX1" fmla="*/ 2693 w 9820"/>
                      <a:gd name="connsiteY1" fmla="*/ 2430 h 10000"/>
                      <a:gd name="connsiteX2" fmla="*/ 5175 w 9820"/>
                      <a:gd name="connsiteY2" fmla="*/ 0 h 10000"/>
                      <a:gd name="connsiteX3" fmla="*/ 7924 w 9820"/>
                      <a:gd name="connsiteY3" fmla="*/ 2432 h 10000"/>
                      <a:gd name="connsiteX4" fmla="*/ 9816 w 9820"/>
                      <a:gd name="connsiteY4" fmla="*/ 5032 h 10000"/>
                      <a:gd name="connsiteX5" fmla="*/ 8324 w 9820"/>
                      <a:gd name="connsiteY5" fmla="*/ 6925 h 10000"/>
                      <a:gd name="connsiteX6" fmla="*/ 5157 w 9820"/>
                      <a:gd name="connsiteY6" fmla="*/ 9999 h 10000"/>
                      <a:gd name="connsiteX7" fmla="*/ 2707 w 9820"/>
                      <a:gd name="connsiteY7" fmla="*/ 7302 h 10000"/>
                      <a:gd name="connsiteX8" fmla="*/ 1307 w 9820"/>
                      <a:gd name="connsiteY8" fmla="*/ 6154 h 10000"/>
                      <a:gd name="connsiteX9" fmla="*/ 49 w 9820"/>
                      <a:gd name="connsiteY9" fmla="*/ 4655 h 10000"/>
                      <a:gd name="connsiteX0" fmla="*/ 45 w 9995"/>
                      <a:gd name="connsiteY0" fmla="*/ 4655 h 10000"/>
                      <a:gd name="connsiteX1" fmla="*/ 2737 w 9995"/>
                      <a:gd name="connsiteY1" fmla="*/ 2430 h 10000"/>
                      <a:gd name="connsiteX2" fmla="*/ 5265 w 9995"/>
                      <a:gd name="connsiteY2" fmla="*/ 0 h 10000"/>
                      <a:gd name="connsiteX3" fmla="*/ 8064 w 9995"/>
                      <a:gd name="connsiteY3" fmla="*/ 2432 h 10000"/>
                      <a:gd name="connsiteX4" fmla="*/ 9991 w 9995"/>
                      <a:gd name="connsiteY4" fmla="*/ 5032 h 10000"/>
                      <a:gd name="connsiteX5" fmla="*/ 8472 w 9995"/>
                      <a:gd name="connsiteY5" fmla="*/ 6925 h 10000"/>
                      <a:gd name="connsiteX6" fmla="*/ 5247 w 9995"/>
                      <a:gd name="connsiteY6" fmla="*/ 9999 h 10000"/>
                      <a:gd name="connsiteX7" fmla="*/ 2752 w 9995"/>
                      <a:gd name="connsiteY7" fmla="*/ 7302 h 10000"/>
                      <a:gd name="connsiteX8" fmla="*/ 1374 w 9995"/>
                      <a:gd name="connsiteY8" fmla="*/ 6984 h 10000"/>
                      <a:gd name="connsiteX9" fmla="*/ 45 w 9995"/>
                      <a:gd name="connsiteY9" fmla="*/ 4655 h 10000"/>
                      <a:gd name="connsiteX0" fmla="*/ 45 w 10000"/>
                      <a:gd name="connsiteY0" fmla="*/ 5032 h 10377"/>
                      <a:gd name="connsiteX1" fmla="*/ 2738 w 10000"/>
                      <a:gd name="connsiteY1" fmla="*/ 2807 h 10377"/>
                      <a:gd name="connsiteX2" fmla="*/ 4886 w 10000"/>
                      <a:gd name="connsiteY2" fmla="*/ 0 h 10377"/>
                      <a:gd name="connsiteX3" fmla="*/ 8068 w 10000"/>
                      <a:gd name="connsiteY3" fmla="*/ 2809 h 10377"/>
                      <a:gd name="connsiteX4" fmla="*/ 9996 w 10000"/>
                      <a:gd name="connsiteY4" fmla="*/ 5409 h 10377"/>
                      <a:gd name="connsiteX5" fmla="*/ 8476 w 10000"/>
                      <a:gd name="connsiteY5" fmla="*/ 7302 h 10377"/>
                      <a:gd name="connsiteX6" fmla="*/ 5250 w 10000"/>
                      <a:gd name="connsiteY6" fmla="*/ 10376 h 10377"/>
                      <a:gd name="connsiteX7" fmla="*/ 2753 w 10000"/>
                      <a:gd name="connsiteY7" fmla="*/ 7679 h 10377"/>
                      <a:gd name="connsiteX8" fmla="*/ 1375 w 10000"/>
                      <a:gd name="connsiteY8" fmla="*/ 7361 h 10377"/>
                      <a:gd name="connsiteX9" fmla="*/ 45 w 10000"/>
                      <a:gd name="connsiteY9" fmla="*/ 5032 h 10377"/>
                      <a:gd name="connsiteX0" fmla="*/ 45 w 10000"/>
                      <a:gd name="connsiteY0" fmla="*/ 5036 h 10381"/>
                      <a:gd name="connsiteX1" fmla="*/ 2738 w 10000"/>
                      <a:gd name="connsiteY1" fmla="*/ 2811 h 10381"/>
                      <a:gd name="connsiteX2" fmla="*/ 4886 w 10000"/>
                      <a:gd name="connsiteY2" fmla="*/ 4 h 10381"/>
                      <a:gd name="connsiteX3" fmla="*/ 8068 w 10000"/>
                      <a:gd name="connsiteY3" fmla="*/ 2813 h 10381"/>
                      <a:gd name="connsiteX4" fmla="*/ 9996 w 10000"/>
                      <a:gd name="connsiteY4" fmla="*/ 5413 h 10381"/>
                      <a:gd name="connsiteX5" fmla="*/ 8476 w 10000"/>
                      <a:gd name="connsiteY5" fmla="*/ 7306 h 10381"/>
                      <a:gd name="connsiteX6" fmla="*/ 5250 w 10000"/>
                      <a:gd name="connsiteY6" fmla="*/ 10380 h 10381"/>
                      <a:gd name="connsiteX7" fmla="*/ 2753 w 10000"/>
                      <a:gd name="connsiteY7" fmla="*/ 7683 h 10381"/>
                      <a:gd name="connsiteX8" fmla="*/ 1375 w 10000"/>
                      <a:gd name="connsiteY8" fmla="*/ 7365 h 10381"/>
                      <a:gd name="connsiteX9" fmla="*/ 45 w 10000"/>
                      <a:gd name="connsiteY9" fmla="*/ 5036 h 10381"/>
                      <a:gd name="connsiteX0" fmla="*/ 45 w 10000"/>
                      <a:gd name="connsiteY0" fmla="*/ 5036 h 10796"/>
                      <a:gd name="connsiteX1" fmla="*/ 2738 w 10000"/>
                      <a:gd name="connsiteY1" fmla="*/ 2811 h 10796"/>
                      <a:gd name="connsiteX2" fmla="*/ 4886 w 10000"/>
                      <a:gd name="connsiteY2" fmla="*/ 4 h 10796"/>
                      <a:gd name="connsiteX3" fmla="*/ 8068 w 10000"/>
                      <a:gd name="connsiteY3" fmla="*/ 2813 h 10796"/>
                      <a:gd name="connsiteX4" fmla="*/ 9996 w 10000"/>
                      <a:gd name="connsiteY4" fmla="*/ 5413 h 10796"/>
                      <a:gd name="connsiteX5" fmla="*/ 8476 w 10000"/>
                      <a:gd name="connsiteY5" fmla="*/ 7306 h 10796"/>
                      <a:gd name="connsiteX6" fmla="*/ 5202 w 10000"/>
                      <a:gd name="connsiteY6" fmla="*/ 10795 h 10796"/>
                      <a:gd name="connsiteX7" fmla="*/ 2753 w 10000"/>
                      <a:gd name="connsiteY7" fmla="*/ 7683 h 10796"/>
                      <a:gd name="connsiteX8" fmla="*/ 1375 w 10000"/>
                      <a:gd name="connsiteY8" fmla="*/ 7365 h 10796"/>
                      <a:gd name="connsiteX9" fmla="*/ 45 w 10000"/>
                      <a:gd name="connsiteY9" fmla="*/ 5036 h 10796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000" h="10795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330" name="Group 329">
                    <a:extLst>
                      <a:ext uri="{FF2B5EF4-FFF2-40B4-BE49-F238E27FC236}">
                        <a16:creationId xmlns:a16="http://schemas.microsoft.com/office/drawing/2014/main" id="{BCE2A113-8459-294D-93AC-51114C2BB7A5}"/>
                      </a:ext>
                    </a:extLst>
                  </p:cNvPr>
                  <p:cNvGrpSpPr/>
                  <p:nvPr/>
                </p:nvGrpSpPr>
                <p:grpSpPr>
                  <a:xfrm>
                    <a:off x="-1935370" y="2935816"/>
                    <a:ext cx="2333625" cy="1590649"/>
                    <a:chOff x="833331" y="2873352"/>
                    <a:chExt cx="2333625" cy="1590649"/>
                  </a:xfrm>
                </p:grpSpPr>
                <p:grpSp>
                  <p:nvGrpSpPr>
                    <p:cNvPr id="331" name="Group 330">
                      <a:extLst>
                        <a:ext uri="{FF2B5EF4-FFF2-40B4-BE49-F238E27FC236}">
                          <a16:creationId xmlns:a16="http://schemas.microsoft.com/office/drawing/2014/main" id="{3DC5B94E-9F3B-CA4F-B2B3-8FA7754B1F8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36090" y="287335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377" name="Group 327">
                        <a:extLst>
                          <a:ext uri="{FF2B5EF4-FFF2-40B4-BE49-F238E27FC236}">
                            <a16:creationId xmlns:a16="http://schemas.microsoft.com/office/drawing/2014/main" id="{D691667E-D89F-1741-B5C0-C67D66B803B7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381" name="Oval 380">
                          <a:extLst>
                            <a:ext uri="{FF2B5EF4-FFF2-40B4-BE49-F238E27FC236}">
                              <a16:creationId xmlns:a16="http://schemas.microsoft.com/office/drawing/2014/main" id="{8ACB025C-BD46-264D-86B5-F4610EBDD495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82" name="Rectangle 381">
                          <a:extLst>
                            <a:ext uri="{FF2B5EF4-FFF2-40B4-BE49-F238E27FC236}">
                              <a16:creationId xmlns:a16="http://schemas.microsoft.com/office/drawing/2014/main" id="{9E6C6F78-0018-504C-974C-7EE07DB9E161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83" name="Oval 382">
                          <a:extLst>
                            <a:ext uri="{FF2B5EF4-FFF2-40B4-BE49-F238E27FC236}">
                              <a16:creationId xmlns:a16="http://schemas.microsoft.com/office/drawing/2014/main" id="{10BF8138-A763-144D-B849-3F35F9BDD13E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84" name="Freeform 383">
                          <a:extLst>
                            <a:ext uri="{FF2B5EF4-FFF2-40B4-BE49-F238E27FC236}">
                              <a16:creationId xmlns:a16="http://schemas.microsoft.com/office/drawing/2014/main" id="{2E445D13-3497-5043-A666-4E5F8F6DCD8D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85" name="Freeform 384">
                          <a:extLst>
                            <a:ext uri="{FF2B5EF4-FFF2-40B4-BE49-F238E27FC236}">
                              <a16:creationId xmlns:a16="http://schemas.microsoft.com/office/drawing/2014/main" id="{5425765F-BB97-ED46-B683-5E2467F4A37F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86" name="Freeform 385">
                          <a:extLst>
                            <a:ext uri="{FF2B5EF4-FFF2-40B4-BE49-F238E27FC236}">
                              <a16:creationId xmlns:a16="http://schemas.microsoft.com/office/drawing/2014/main" id="{45925870-1C45-CC4B-B07E-41D8D601DD57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87" name="Freeform 386">
                          <a:extLst>
                            <a:ext uri="{FF2B5EF4-FFF2-40B4-BE49-F238E27FC236}">
                              <a16:creationId xmlns:a16="http://schemas.microsoft.com/office/drawing/2014/main" id="{B743B76C-29EC-134F-8A5F-5A225225B9A1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388" name="Straight Connector 387">
                          <a:extLst>
                            <a:ext uri="{FF2B5EF4-FFF2-40B4-BE49-F238E27FC236}">
                              <a16:creationId xmlns:a16="http://schemas.microsoft.com/office/drawing/2014/main" id="{9DA784E9-56EA-2E45-9005-933D2E6C5F01}"/>
                            </a:ext>
                          </a:extLst>
                        </p:cNvPr>
                        <p:cNvCxnSpPr>
                          <a:endCxn id="383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389" name="Straight Connector 388">
                          <a:extLst>
                            <a:ext uri="{FF2B5EF4-FFF2-40B4-BE49-F238E27FC236}">
                              <a16:creationId xmlns:a16="http://schemas.microsoft.com/office/drawing/2014/main" id="{7ACADECB-3BF4-D24B-899E-736B92C76CB7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378" name="Group 377">
                        <a:extLst>
                          <a:ext uri="{FF2B5EF4-FFF2-40B4-BE49-F238E27FC236}">
                            <a16:creationId xmlns:a16="http://schemas.microsoft.com/office/drawing/2014/main" id="{EE319B35-F7D2-B64D-AD84-C9C700700CF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379" name="Oval 378">
                          <a:extLst>
                            <a:ext uri="{FF2B5EF4-FFF2-40B4-BE49-F238E27FC236}">
                              <a16:creationId xmlns:a16="http://schemas.microsoft.com/office/drawing/2014/main" id="{5017FCF8-7E0B-284A-B2A3-31A19E9271CF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80" name="TextBox 379">
                          <a:extLst>
                            <a:ext uri="{FF2B5EF4-FFF2-40B4-BE49-F238E27FC236}">
                              <a16:creationId xmlns:a16="http://schemas.microsoft.com/office/drawing/2014/main" id="{DAB61EBE-24C8-5F45-A0A0-8C4E7B431D3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2b</a:t>
                          </a:r>
                        </a:p>
                      </p:txBody>
                    </p:sp>
                  </p:grpSp>
                </p:grpSp>
                <p:grpSp>
                  <p:nvGrpSpPr>
                    <p:cNvPr id="332" name="Group 331">
                      <a:extLst>
                        <a:ext uri="{FF2B5EF4-FFF2-40B4-BE49-F238E27FC236}">
                          <a16:creationId xmlns:a16="http://schemas.microsoft.com/office/drawing/2014/main" id="{D5A5F7C1-DCE7-514B-A455-D8AAB7B88C3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40320" y="409466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364" name="Group 327">
                        <a:extLst>
                          <a:ext uri="{FF2B5EF4-FFF2-40B4-BE49-F238E27FC236}">
                            <a16:creationId xmlns:a16="http://schemas.microsoft.com/office/drawing/2014/main" id="{7E6F22A2-5FAF-7444-BB97-35E6428683C8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368" name="Oval 367">
                          <a:extLst>
                            <a:ext uri="{FF2B5EF4-FFF2-40B4-BE49-F238E27FC236}">
                              <a16:creationId xmlns:a16="http://schemas.microsoft.com/office/drawing/2014/main" id="{264D9F24-EECC-4A43-9FE5-8877E024E9BE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69" name="Rectangle 368">
                          <a:extLst>
                            <a:ext uri="{FF2B5EF4-FFF2-40B4-BE49-F238E27FC236}">
                              <a16:creationId xmlns:a16="http://schemas.microsoft.com/office/drawing/2014/main" id="{BF703327-586E-544B-8ADC-3BFBBED3A84E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70" name="Oval 369">
                          <a:extLst>
                            <a:ext uri="{FF2B5EF4-FFF2-40B4-BE49-F238E27FC236}">
                              <a16:creationId xmlns:a16="http://schemas.microsoft.com/office/drawing/2014/main" id="{1C9773E0-F318-654C-92DD-B85E574EC889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71" name="Freeform 370">
                          <a:extLst>
                            <a:ext uri="{FF2B5EF4-FFF2-40B4-BE49-F238E27FC236}">
                              <a16:creationId xmlns:a16="http://schemas.microsoft.com/office/drawing/2014/main" id="{E0404126-ECF1-104C-AA7B-EE2070DA005D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72" name="Freeform 371">
                          <a:extLst>
                            <a:ext uri="{FF2B5EF4-FFF2-40B4-BE49-F238E27FC236}">
                              <a16:creationId xmlns:a16="http://schemas.microsoft.com/office/drawing/2014/main" id="{237658F5-E894-9747-BAA8-2407BF6DEEE0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73" name="Freeform 372">
                          <a:extLst>
                            <a:ext uri="{FF2B5EF4-FFF2-40B4-BE49-F238E27FC236}">
                              <a16:creationId xmlns:a16="http://schemas.microsoft.com/office/drawing/2014/main" id="{A08727E2-E212-1748-B77A-E6D8C479A92C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74" name="Freeform 373">
                          <a:extLst>
                            <a:ext uri="{FF2B5EF4-FFF2-40B4-BE49-F238E27FC236}">
                              <a16:creationId xmlns:a16="http://schemas.microsoft.com/office/drawing/2014/main" id="{4DFF691A-759E-264E-A541-A6C5EF54E003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375" name="Straight Connector 374">
                          <a:extLst>
                            <a:ext uri="{FF2B5EF4-FFF2-40B4-BE49-F238E27FC236}">
                              <a16:creationId xmlns:a16="http://schemas.microsoft.com/office/drawing/2014/main" id="{2A480683-5E45-DF4D-93DE-C33A593DD265}"/>
                            </a:ext>
                          </a:extLst>
                        </p:cNvPr>
                        <p:cNvCxnSpPr>
                          <a:endCxn id="370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376" name="Straight Connector 375">
                          <a:extLst>
                            <a:ext uri="{FF2B5EF4-FFF2-40B4-BE49-F238E27FC236}">
                              <a16:creationId xmlns:a16="http://schemas.microsoft.com/office/drawing/2014/main" id="{E8A6390C-F90C-524E-A4B0-8D315BADE860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365" name="Group 364">
                        <a:extLst>
                          <a:ext uri="{FF2B5EF4-FFF2-40B4-BE49-F238E27FC236}">
                            <a16:creationId xmlns:a16="http://schemas.microsoft.com/office/drawing/2014/main" id="{5F0E716E-C8E6-1B47-85BB-73B240EC79D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366" name="Oval 365">
                          <a:extLst>
                            <a:ext uri="{FF2B5EF4-FFF2-40B4-BE49-F238E27FC236}">
                              <a16:creationId xmlns:a16="http://schemas.microsoft.com/office/drawing/2014/main" id="{2179CBA6-E4A0-A141-B532-FF9B5580219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67" name="TextBox 366">
                          <a:extLst>
                            <a:ext uri="{FF2B5EF4-FFF2-40B4-BE49-F238E27FC236}">
                              <a16:creationId xmlns:a16="http://schemas.microsoft.com/office/drawing/2014/main" id="{F8499B24-2539-E040-88DD-A1C48428730C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2d</a:t>
                          </a:r>
                        </a:p>
                      </p:txBody>
                    </p:sp>
                  </p:grpSp>
                </p:grpSp>
                <p:grpSp>
                  <p:nvGrpSpPr>
                    <p:cNvPr id="333" name="Group 332">
                      <a:extLst>
                        <a:ext uri="{FF2B5EF4-FFF2-40B4-BE49-F238E27FC236}">
                          <a16:creationId xmlns:a16="http://schemas.microsoft.com/office/drawing/2014/main" id="{121D11B3-372B-0D4B-AE83-60A0179202E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01806" y="348507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351" name="Group 327">
                        <a:extLst>
                          <a:ext uri="{FF2B5EF4-FFF2-40B4-BE49-F238E27FC236}">
                            <a16:creationId xmlns:a16="http://schemas.microsoft.com/office/drawing/2014/main" id="{D3EC063C-BF7E-C14E-AD00-250D7E9A18E3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355" name="Oval 354">
                          <a:extLst>
                            <a:ext uri="{FF2B5EF4-FFF2-40B4-BE49-F238E27FC236}">
                              <a16:creationId xmlns:a16="http://schemas.microsoft.com/office/drawing/2014/main" id="{2929264F-E3A2-E746-B8C1-16E6E3E6648C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56" name="Rectangle 355">
                          <a:extLst>
                            <a:ext uri="{FF2B5EF4-FFF2-40B4-BE49-F238E27FC236}">
                              <a16:creationId xmlns:a16="http://schemas.microsoft.com/office/drawing/2014/main" id="{12535E0E-5AB5-C447-8574-0DD0B57CBCF0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57" name="Oval 356">
                          <a:extLst>
                            <a:ext uri="{FF2B5EF4-FFF2-40B4-BE49-F238E27FC236}">
                              <a16:creationId xmlns:a16="http://schemas.microsoft.com/office/drawing/2014/main" id="{F74A74A3-6935-B648-97E6-B26BBE8C0F04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58" name="Freeform 357">
                          <a:extLst>
                            <a:ext uri="{FF2B5EF4-FFF2-40B4-BE49-F238E27FC236}">
                              <a16:creationId xmlns:a16="http://schemas.microsoft.com/office/drawing/2014/main" id="{C5657149-28B0-6C4B-9ABE-46EF4BB432B1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59" name="Freeform 358">
                          <a:extLst>
                            <a:ext uri="{FF2B5EF4-FFF2-40B4-BE49-F238E27FC236}">
                              <a16:creationId xmlns:a16="http://schemas.microsoft.com/office/drawing/2014/main" id="{22AA5D95-042C-2D4D-B8C7-B8B5D1C89EA4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60" name="Freeform 359">
                          <a:extLst>
                            <a:ext uri="{FF2B5EF4-FFF2-40B4-BE49-F238E27FC236}">
                              <a16:creationId xmlns:a16="http://schemas.microsoft.com/office/drawing/2014/main" id="{2654F906-2F6D-0644-9124-56E034687217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61" name="Freeform 360">
                          <a:extLst>
                            <a:ext uri="{FF2B5EF4-FFF2-40B4-BE49-F238E27FC236}">
                              <a16:creationId xmlns:a16="http://schemas.microsoft.com/office/drawing/2014/main" id="{7DD8C8E1-DE2D-D548-984A-4AF1BA933538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362" name="Straight Connector 361">
                          <a:extLst>
                            <a:ext uri="{FF2B5EF4-FFF2-40B4-BE49-F238E27FC236}">
                              <a16:creationId xmlns:a16="http://schemas.microsoft.com/office/drawing/2014/main" id="{37DE1D90-B022-D14C-8C5A-658D513AE56C}"/>
                            </a:ext>
                          </a:extLst>
                        </p:cNvPr>
                        <p:cNvCxnSpPr>
                          <a:endCxn id="357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363" name="Straight Connector 362">
                          <a:extLst>
                            <a:ext uri="{FF2B5EF4-FFF2-40B4-BE49-F238E27FC236}">
                              <a16:creationId xmlns:a16="http://schemas.microsoft.com/office/drawing/2014/main" id="{92AB4418-6EFC-7545-B3F8-6E102E4CE261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352" name="Group 351">
                        <a:extLst>
                          <a:ext uri="{FF2B5EF4-FFF2-40B4-BE49-F238E27FC236}">
                            <a16:creationId xmlns:a16="http://schemas.microsoft.com/office/drawing/2014/main" id="{8C04C8BC-393E-5A44-AA0C-8D0532A3613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28460" cy="369332"/>
                        <a:chOff x="667045" y="1708643"/>
                        <a:chExt cx="428460" cy="369332"/>
                      </a:xfrm>
                    </p:grpSpPr>
                    <p:sp>
                      <p:nvSpPr>
                        <p:cNvPr id="353" name="Oval 352">
                          <a:extLst>
                            <a:ext uri="{FF2B5EF4-FFF2-40B4-BE49-F238E27FC236}">
                              <a16:creationId xmlns:a16="http://schemas.microsoft.com/office/drawing/2014/main" id="{0D1B3D13-747B-4C4D-B965-FA9DE8E46AE7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54" name="TextBox 353">
                          <a:extLst>
                            <a:ext uri="{FF2B5EF4-FFF2-40B4-BE49-F238E27FC236}">
                              <a16:creationId xmlns:a16="http://schemas.microsoft.com/office/drawing/2014/main" id="{B7CB8D24-DAB3-2842-A83A-8EB431D2DB08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28460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2c</a:t>
                          </a:r>
                        </a:p>
                      </p:txBody>
                    </p:sp>
                  </p:grpSp>
                </p:grpSp>
                <p:grpSp>
                  <p:nvGrpSpPr>
                    <p:cNvPr id="334" name="Group 333">
                      <a:extLst>
                        <a:ext uri="{FF2B5EF4-FFF2-40B4-BE49-F238E27FC236}">
                          <a16:creationId xmlns:a16="http://schemas.microsoft.com/office/drawing/2014/main" id="{A2A5EDB9-5053-BD46-84B3-9CF256ED9FF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3331" y="347871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338" name="Group 327">
                        <a:extLst>
                          <a:ext uri="{FF2B5EF4-FFF2-40B4-BE49-F238E27FC236}">
                            <a16:creationId xmlns:a16="http://schemas.microsoft.com/office/drawing/2014/main" id="{1A391E19-705E-B94C-B24A-3AB0272DF0C1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342" name="Oval 341">
                          <a:extLst>
                            <a:ext uri="{FF2B5EF4-FFF2-40B4-BE49-F238E27FC236}">
                              <a16:creationId xmlns:a16="http://schemas.microsoft.com/office/drawing/2014/main" id="{B76609F6-7198-B147-8B07-14B31493393C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43" name="Rectangle 342">
                          <a:extLst>
                            <a:ext uri="{FF2B5EF4-FFF2-40B4-BE49-F238E27FC236}">
                              <a16:creationId xmlns:a16="http://schemas.microsoft.com/office/drawing/2014/main" id="{6C155EBA-3703-394F-95EB-1DA62F98EC8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44" name="Oval 343">
                          <a:extLst>
                            <a:ext uri="{FF2B5EF4-FFF2-40B4-BE49-F238E27FC236}">
                              <a16:creationId xmlns:a16="http://schemas.microsoft.com/office/drawing/2014/main" id="{3246056F-602C-2446-9A54-9FFA31705F7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45" name="Freeform 344">
                          <a:extLst>
                            <a:ext uri="{FF2B5EF4-FFF2-40B4-BE49-F238E27FC236}">
                              <a16:creationId xmlns:a16="http://schemas.microsoft.com/office/drawing/2014/main" id="{B6E0FADB-3141-0B4A-BE84-6D4BE8C7ED88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46" name="Freeform 345">
                          <a:extLst>
                            <a:ext uri="{FF2B5EF4-FFF2-40B4-BE49-F238E27FC236}">
                              <a16:creationId xmlns:a16="http://schemas.microsoft.com/office/drawing/2014/main" id="{03EC0568-FE75-BC4E-83F7-31EC94D8F4E3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47" name="Freeform 346">
                          <a:extLst>
                            <a:ext uri="{FF2B5EF4-FFF2-40B4-BE49-F238E27FC236}">
                              <a16:creationId xmlns:a16="http://schemas.microsoft.com/office/drawing/2014/main" id="{AD1206D6-B0FC-1A4B-AA94-9E97C056909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48" name="Freeform 347">
                          <a:extLst>
                            <a:ext uri="{FF2B5EF4-FFF2-40B4-BE49-F238E27FC236}">
                              <a16:creationId xmlns:a16="http://schemas.microsoft.com/office/drawing/2014/main" id="{F05E392B-1B0B-C34E-87CA-E3798DA7C51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349" name="Straight Connector 348">
                          <a:extLst>
                            <a:ext uri="{FF2B5EF4-FFF2-40B4-BE49-F238E27FC236}">
                              <a16:creationId xmlns:a16="http://schemas.microsoft.com/office/drawing/2014/main" id="{77707EA2-3AA8-094F-B205-1A70180BD094}"/>
                            </a:ext>
                          </a:extLst>
                        </p:cNvPr>
                        <p:cNvCxnSpPr>
                          <a:endCxn id="344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350" name="Straight Connector 349">
                          <a:extLst>
                            <a:ext uri="{FF2B5EF4-FFF2-40B4-BE49-F238E27FC236}">
                              <a16:creationId xmlns:a16="http://schemas.microsoft.com/office/drawing/2014/main" id="{2D355275-B24C-7B4B-B4D6-95139EDAC6B1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339" name="Group 338">
                        <a:extLst>
                          <a:ext uri="{FF2B5EF4-FFF2-40B4-BE49-F238E27FC236}">
                            <a16:creationId xmlns:a16="http://schemas.microsoft.com/office/drawing/2014/main" id="{9647A765-02B6-9046-B0D6-C6257F57655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340" name="Oval 339">
                          <a:extLst>
                            <a:ext uri="{FF2B5EF4-FFF2-40B4-BE49-F238E27FC236}">
                              <a16:creationId xmlns:a16="http://schemas.microsoft.com/office/drawing/2014/main" id="{AF1C1B4A-B84F-AE46-9159-286193DF7922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341" name="TextBox 340">
                          <a:extLst>
                            <a:ext uri="{FF2B5EF4-FFF2-40B4-BE49-F238E27FC236}">
                              <a16:creationId xmlns:a16="http://schemas.microsoft.com/office/drawing/2014/main" id="{87F0EE67-F7E9-E342-8D8F-A0A02CB98DE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2a</a:t>
                          </a:r>
                        </a:p>
                      </p:txBody>
                    </p:sp>
                  </p:grpSp>
                </p:grpSp>
                <p:cxnSp>
                  <p:nvCxnSpPr>
                    <p:cNvPr id="335" name="Straight Connector 334">
                      <a:extLst>
                        <a:ext uri="{FF2B5EF4-FFF2-40B4-BE49-F238E27FC236}">
                          <a16:creationId xmlns:a16="http://schemas.microsoft.com/office/drawing/2014/main" id="{37812C5F-1929-844A-BADB-0E3E08E6D941}"/>
                        </a:ext>
                      </a:extLst>
                    </p:cNvPr>
                    <p:cNvCxnSpPr>
                      <a:stCxn id="381" idx="7"/>
                    </p:cNvCxnSpPr>
                    <p:nvPr/>
                  </p:nvCxnSpPr>
                  <p:spPr bwMode="auto">
                    <a:xfrm>
                      <a:off x="2218708" y="3154477"/>
                      <a:ext cx="480042" cy="369773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336" name="Straight Connector 335">
                      <a:extLst>
                        <a:ext uri="{FF2B5EF4-FFF2-40B4-BE49-F238E27FC236}">
                          <a16:creationId xmlns:a16="http://schemas.microsoft.com/office/drawing/2014/main" id="{2481DD5E-AE86-B24B-B71E-1688BDBBBFD0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1300073" y="3786304"/>
                      <a:ext cx="477927" cy="357071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337" name="Straight Connector 336">
                      <a:extLst>
                        <a:ext uri="{FF2B5EF4-FFF2-40B4-BE49-F238E27FC236}">
                          <a16:creationId xmlns:a16="http://schemas.microsoft.com/office/drawing/2014/main" id="{594A3DDD-79A7-364D-A728-D974E56BDFDB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>
                      <a:off x="2196042" y="3783542"/>
                      <a:ext cx="508002" cy="349250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</p:grpSp>
            </p:grpSp>
            <p:sp>
              <p:nvSpPr>
                <p:cNvPr id="328" name="TextBox 327">
                  <a:extLst>
                    <a:ext uri="{FF2B5EF4-FFF2-40B4-BE49-F238E27FC236}">
                      <a16:creationId xmlns:a16="http://schemas.microsoft.com/office/drawing/2014/main" id="{9D75FDEF-B9B7-3741-A4C0-44AC1083B7D9}"/>
                    </a:ext>
                  </a:extLst>
                </p:cNvPr>
                <p:cNvSpPr txBox="1"/>
                <p:nvPr/>
              </p:nvSpPr>
              <p:spPr>
                <a:xfrm>
                  <a:off x="4833576" y="4910165"/>
                  <a:ext cx="75353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solidFill>
                        <a:srgbClr val="000090"/>
                      </a:solidFill>
                      <a:latin typeface="Arial" charset="0"/>
                      <a:ea typeface="ＭＳ Ｐゴシック" charset="0"/>
                    </a:rPr>
                    <a:t>AS 2</a:t>
                  </a:r>
                </a:p>
              </p:txBody>
            </p:sp>
          </p:grpSp>
          <p:grpSp>
            <p:nvGrpSpPr>
              <p:cNvPr id="390" name="Group 389">
                <a:extLst>
                  <a:ext uri="{FF2B5EF4-FFF2-40B4-BE49-F238E27FC236}">
                    <a16:creationId xmlns:a16="http://schemas.microsoft.com/office/drawing/2014/main" id="{C2A6BE85-7E51-A445-AFA3-E0C7CA8F8D1B}"/>
                  </a:ext>
                </a:extLst>
              </p:cNvPr>
              <p:cNvGrpSpPr/>
              <p:nvPr/>
            </p:nvGrpSpPr>
            <p:grpSpPr>
              <a:xfrm>
                <a:off x="8100574" y="3694542"/>
                <a:ext cx="2575521" cy="1672516"/>
                <a:chOff x="8100574" y="3694542"/>
                <a:chExt cx="2575521" cy="1672516"/>
              </a:xfrm>
            </p:grpSpPr>
            <p:sp>
              <p:nvSpPr>
                <p:cNvPr id="391" name="Freeform 2">
                  <a:extLst>
                    <a:ext uri="{FF2B5EF4-FFF2-40B4-BE49-F238E27FC236}">
                      <a16:creationId xmlns:a16="http://schemas.microsoft.com/office/drawing/2014/main" id="{C43CE22C-1B8D-D34E-BF6F-63E4F47A29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00574" y="3694542"/>
                  <a:ext cx="2575521" cy="1672516"/>
                </a:xfrm>
                <a:custGeom>
                  <a:avLst/>
                  <a:gdLst>
                    <a:gd name="T0" fmla="*/ 648763 w 10001"/>
                    <a:gd name="T1" fmla="*/ 34777612 h 10125"/>
                    <a:gd name="T2" fmla="*/ 115976403 w 10001"/>
                    <a:gd name="T3" fmla="*/ 13733703 h 10125"/>
                    <a:gd name="T4" fmla="*/ 507700960 w 10001"/>
                    <a:gd name="T5" fmla="*/ 8662125 h 10125"/>
                    <a:gd name="T6" fmla="*/ 810212713 w 10001"/>
                    <a:gd name="T7" fmla="*/ 0 h 10125"/>
                    <a:gd name="T8" fmla="*/ 1090015738 w 10001"/>
                    <a:gd name="T9" fmla="*/ 8687929 h 10125"/>
                    <a:gd name="T10" fmla="*/ 1310938763 w 10001"/>
                    <a:gd name="T11" fmla="*/ 4279362 h 10125"/>
                    <a:gd name="T12" fmla="*/ 1620263134 w 10001"/>
                    <a:gd name="T13" fmla="*/ 25736690 h 10125"/>
                    <a:gd name="T14" fmla="*/ 1394798364 w 10001"/>
                    <a:gd name="T15" fmla="*/ 58525268 h 10125"/>
                    <a:gd name="T16" fmla="*/ 1134622140 w 10001"/>
                    <a:gd name="T17" fmla="*/ 80266624 h 10125"/>
                    <a:gd name="T18" fmla="*/ 860820276 w 10001"/>
                    <a:gd name="T19" fmla="*/ 76142271 h 10125"/>
                    <a:gd name="T20" fmla="*/ 708996782 w 10001"/>
                    <a:gd name="T21" fmla="*/ 85346835 h 10125"/>
                    <a:gd name="T22" fmla="*/ 509322667 w 10001"/>
                    <a:gd name="T23" fmla="*/ 86268164 h 10125"/>
                    <a:gd name="T24" fmla="*/ 353443899 w 10001"/>
                    <a:gd name="T25" fmla="*/ 67979516 h 10125"/>
                    <a:gd name="T26" fmla="*/ 192536914 w 10001"/>
                    <a:gd name="T27" fmla="*/ 64535347 h 10125"/>
                    <a:gd name="T28" fmla="*/ 648763 w 10001"/>
                    <a:gd name="T29" fmla="*/ 34777612 h 1012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connsiteX0" fmla="*/ 4 w 10040"/>
                    <a:gd name="connsiteY0" fmla="*/ 4039 h 10125"/>
                    <a:gd name="connsiteX1" fmla="*/ 715 w 10040"/>
                    <a:gd name="connsiteY1" fmla="*/ 1595 h 10125"/>
                    <a:gd name="connsiteX2" fmla="*/ 3130 w 10040"/>
                    <a:gd name="connsiteY2" fmla="*/ 1006 h 10125"/>
                    <a:gd name="connsiteX3" fmla="*/ 4995 w 10040"/>
                    <a:gd name="connsiteY3" fmla="*/ 0 h 10125"/>
                    <a:gd name="connsiteX4" fmla="*/ 6720 w 10040"/>
                    <a:gd name="connsiteY4" fmla="*/ 1009 h 10125"/>
                    <a:gd name="connsiteX5" fmla="*/ 9989 w 10040"/>
                    <a:gd name="connsiteY5" fmla="*/ 2989 h 10125"/>
                    <a:gd name="connsiteX6" fmla="*/ 8599 w 10040"/>
                    <a:gd name="connsiteY6" fmla="*/ 6797 h 10125"/>
                    <a:gd name="connsiteX7" fmla="*/ 6995 w 10040"/>
                    <a:gd name="connsiteY7" fmla="*/ 9322 h 10125"/>
                    <a:gd name="connsiteX8" fmla="*/ 5307 w 10040"/>
                    <a:gd name="connsiteY8" fmla="*/ 8843 h 10125"/>
                    <a:gd name="connsiteX9" fmla="*/ 4371 w 10040"/>
                    <a:gd name="connsiteY9" fmla="*/ 9912 h 10125"/>
                    <a:gd name="connsiteX10" fmla="*/ 3140 w 10040"/>
                    <a:gd name="connsiteY10" fmla="*/ 10019 h 10125"/>
                    <a:gd name="connsiteX11" fmla="*/ 2179 w 10040"/>
                    <a:gd name="connsiteY11" fmla="*/ 7895 h 10125"/>
                    <a:gd name="connsiteX12" fmla="*/ 1187 w 10040"/>
                    <a:gd name="connsiteY12" fmla="*/ 7495 h 10125"/>
                    <a:gd name="connsiteX13" fmla="*/ 4 w 10040"/>
                    <a:gd name="connsiteY13" fmla="*/ 4039 h 10125"/>
                    <a:gd name="connsiteX0" fmla="*/ 4 w 8600"/>
                    <a:gd name="connsiteY0" fmla="*/ 4042 h 10128"/>
                    <a:gd name="connsiteX1" fmla="*/ 715 w 8600"/>
                    <a:gd name="connsiteY1" fmla="*/ 1598 h 10128"/>
                    <a:gd name="connsiteX2" fmla="*/ 3130 w 8600"/>
                    <a:gd name="connsiteY2" fmla="*/ 1009 h 10128"/>
                    <a:gd name="connsiteX3" fmla="*/ 4995 w 8600"/>
                    <a:gd name="connsiteY3" fmla="*/ 3 h 10128"/>
                    <a:gd name="connsiteX4" fmla="*/ 6720 w 8600"/>
                    <a:gd name="connsiteY4" fmla="*/ 1012 h 10128"/>
                    <a:gd name="connsiteX5" fmla="*/ 8599 w 8600"/>
                    <a:gd name="connsiteY5" fmla="*/ 6800 h 10128"/>
                    <a:gd name="connsiteX6" fmla="*/ 6995 w 8600"/>
                    <a:gd name="connsiteY6" fmla="*/ 9325 h 10128"/>
                    <a:gd name="connsiteX7" fmla="*/ 5307 w 8600"/>
                    <a:gd name="connsiteY7" fmla="*/ 8846 h 10128"/>
                    <a:gd name="connsiteX8" fmla="*/ 4371 w 8600"/>
                    <a:gd name="connsiteY8" fmla="*/ 9915 h 10128"/>
                    <a:gd name="connsiteX9" fmla="*/ 3140 w 8600"/>
                    <a:gd name="connsiteY9" fmla="*/ 10022 h 10128"/>
                    <a:gd name="connsiteX10" fmla="*/ 2179 w 8600"/>
                    <a:gd name="connsiteY10" fmla="*/ 7898 h 10128"/>
                    <a:gd name="connsiteX11" fmla="*/ 1187 w 8600"/>
                    <a:gd name="connsiteY11" fmla="*/ 7498 h 10128"/>
                    <a:gd name="connsiteX12" fmla="*/ 4 w 8600"/>
                    <a:gd name="connsiteY12" fmla="*/ 4042 h 10128"/>
                    <a:gd name="connsiteX0" fmla="*/ 4 w 9326"/>
                    <a:gd name="connsiteY0" fmla="*/ 3988 h 9997"/>
                    <a:gd name="connsiteX1" fmla="*/ 830 w 9326"/>
                    <a:gd name="connsiteY1" fmla="*/ 1575 h 9997"/>
                    <a:gd name="connsiteX2" fmla="*/ 3639 w 9326"/>
                    <a:gd name="connsiteY2" fmla="*/ 993 h 9997"/>
                    <a:gd name="connsiteX3" fmla="*/ 5807 w 9326"/>
                    <a:gd name="connsiteY3" fmla="*/ 0 h 9997"/>
                    <a:gd name="connsiteX4" fmla="*/ 7813 w 9326"/>
                    <a:gd name="connsiteY4" fmla="*/ 996 h 9997"/>
                    <a:gd name="connsiteX5" fmla="*/ 9324 w 9326"/>
                    <a:gd name="connsiteY5" fmla="*/ 5746 h 9997"/>
                    <a:gd name="connsiteX6" fmla="*/ 8133 w 9326"/>
                    <a:gd name="connsiteY6" fmla="*/ 9204 h 9997"/>
                    <a:gd name="connsiteX7" fmla="*/ 6170 w 9326"/>
                    <a:gd name="connsiteY7" fmla="*/ 8731 h 9997"/>
                    <a:gd name="connsiteX8" fmla="*/ 5082 w 9326"/>
                    <a:gd name="connsiteY8" fmla="*/ 9787 h 9997"/>
                    <a:gd name="connsiteX9" fmla="*/ 3650 w 9326"/>
                    <a:gd name="connsiteY9" fmla="*/ 9892 h 9997"/>
                    <a:gd name="connsiteX10" fmla="*/ 2533 w 9326"/>
                    <a:gd name="connsiteY10" fmla="*/ 7795 h 9997"/>
                    <a:gd name="connsiteX11" fmla="*/ 1379 w 9326"/>
                    <a:gd name="connsiteY11" fmla="*/ 7400 h 9997"/>
                    <a:gd name="connsiteX12" fmla="*/ 4 w 9326"/>
                    <a:gd name="connsiteY12" fmla="*/ 3988 h 9997"/>
                    <a:gd name="connsiteX0" fmla="*/ 4 w 10001"/>
                    <a:gd name="connsiteY0" fmla="*/ 3989 h 10041"/>
                    <a:gd name="connsiteX1" fmla="*/ 890 w 10001"/>
                    <a:gd name="connsiteY1" fmla="*/ 1575 h 10041"/>
                    <a:gd name="connsiteX2" fmla="*/ 3902 w 10001"/>
                    <a:gd name="connsiteY2" fmla="*/ 993 h 10041"/>
                    <a:gd name="connsiteX3" fmla="*/ 6227 w 10001"/>
                    <a:gd name="connsiteY3" fmla="*/ 0 h 10041"/>
                    <a:gd name="connsiteX4" fmla="*/ 8378 w 10001"/>
                    <a:gd name="connsiteY4" fmla="*/ 996 h 10041"/>
                    <a:gd name="connsiteX5" fmla="*/ 9998 w 10001"/>
                    <a:gd name="connsiteY5" fmla="*/ 5748 h 10041"/>
                    <a:gd name="connsiteX6" fmla="*/ 8721 w 10001"/>
                    <a:gd name="connsiteY6" fmla="*/ 9207 h 10041"/>
                    <a:gd name="connsiteX7" fmla="*/ 5449 w 10001"/>
                    <a:gd name="connsiteY7" fmla="*/ 9790 h 10041"/>
                    <a:gd name="connsiteX8" fmla="*/ 3914 w 10001"/>
                    <a:gd name="connsiteY8" fmla="*/ 9895 h 10041"/>
                    <a:gd name="connsiteX9" fmla="*/ 2716 w 10001"/>
                    <a:gd name="connsiteY9" fmla="*/ 7797 h 10041"/>
                    <a:gd name="connsiteX10" fmla="*/ 1479 w 10001"/>
                    <a:gd name="connsiteY10" fmla="*/ 7402 h 10041"/>
                    <a:gd name="connsiteX11" fmla="*/ 4 w 10001"/>
                    <a:gd name="connsiteY11" fmla="*/ 3989 h 10041"/>
                    <a:gd name="connsiteX0" fmla="*/ 4 w 10001"/>
                    <a:gd name="connsiteY0" fmla="*/ 3989 h 14825"/>
                    <a:gd name="connsiteX1" fmla="*/ 890 w 10001"/>
                    <a:gd name="connsiteY1" fmla="*/ 1575 h 14825"/>
                    <a:gd name="connsiteX2" fmla="*/ 3902 w 10001"/>
                    <a:gd name="connsiteY2" fmla="*/ 993 h 14825"/>
                    <a:gd name="connsiteX3" fmla="*/ 6227 w 10001"/>
                    <a:gd name="connsiteY3" fmla="*/ 0 h 14825"/>
                    <a:gd name="connsiteX4" fmla="*/ 8378 w 10001"/>
                    <a:gd name="connsiteY4" fmla="*/ 996 h 14825"/>
                    <a:gd name="connsiteX5" fmla="*/ 9998 w 10001"/>
                    <a:gd name="connsiteY5" fmla="*/ 5748 h 14825"/>
                    <a:gd name="connsiteX6" fmla="*/ 8721 w 10001"/>
                    <a:gd name="connsiteY6" fmla="*/ 9207 h 14825"/>
                    <a:gd name="connsiteX7" fmla="*/ 6011 w 10001"/>
                    <a:gd name="connsiteY7" fmla="*/ 14823 h 14825"/>
                    <a:gd name="connsiteX8" fmla="*/ 3914 w 10001"/>
                    <a:gd name="connsiteY8" fmla="*/ 9895 h 14825"/>
                    <a:gd name="connsiteX9" fmla="*/ 2716 w 10001"/>
                    <a:gd name="connsiteY9" fmla="*/ 7797 h 14825"/>
                    <a:gd name="connsiteX10" fmla="*/ 1479 w 10001"/>
                    <a:gd name="connsiteY10" fmla="*/ 7402 h 14825"/>
                    <a:gd name="connsiteX11" fmla="*/ 4 w 10001"/>
                    <a:gd name="connsiteY11" fmla="*/ 3989 h 14825"/>
                    <a:gd name="connsiteX0" fmla="*/ 4 w 10001"/>
                    <a:gd name="connsiteY0" fmla="*/ 7436 h 18272"/>
                    <a:gd name="connsiteX1" fmla="*/ 890 w 10001"/>
                    <a:gd name="connsiteY1" fmla="*/ 5022 h 18272"/>
                    <a:gd name="connsiteX2" fmla="*/ 3902 w 10001"/>
                    <a:gd name="connsiteY2" fmla="*/ 4440 h 18272"/>
                    <a:gd name="connsiteX3" fmla="*/ 6026 w 10001"/>
                    <a:gd name="connsiteY3" fmla="*/ 0 h 18272"/>
                    <a:gd name="connsiteX4" fmla="*/ 8378 w 10001"/>
                    <a:gd name="connsiteY4" fmla="*/ 4443 h 18272"/>
                    <a:gd name="connsiteX5" fmla="*/ 9998 w 10001"/>
                    <a:gd name="connsiteY5" fmla="*/ 9195 h 18272"/>
                    <a:gd name="connsiteX6" fmla="*/ 8721 w 10001"/>
                    <a:gd name="connsiteY6" fmla="*/ 12654 h 18272"/>
                    <a:gd name="connsiteX7" fmla="*/ 6011 w 10001"/>
                    <a:gd name="connsiteY7" fmla="*/ 18270 h 18272"/>
                    <a:gd name="connsiteX8" fmla="*/ 3914 w 10001"/>
                    <a:gd name="connsiteY8" fmla="*/ 13342 h 18272"/>
                    <a:gd name="connsiteX9" fmla="*/ 2716 w 10001"/>
                    <a:gd name="connsiteY9" fmla="*/ 11244 h 18272"/>
                    <a:gd name="connsiteX10" fmla="*/ 1479 w 10001"/>
                    <a:gd name="connsiteY10" fmla="*/ 10849 h 18272"/>
                    <a:gd name="connsiteX11" fmla="*/ 4 w 10001"/>
                    <a:gd name="connsiteY11" fmla="*/ 7436 h 18272"/>
                    <a:gd name="connsiteX0" fmla="*/ 1 w 9998"/>
                    <a:gd name="connsiteY0" fmla="*/ 7436 h 18272"/>
                    <a:gd name="connsiteX1" fmla="*/ 3899 w 9998"/>
                    <a:gd name="connsiteY1" fmla="*/ 4440 h 18272"/>
                    <a:gd name="connsiteX2" fmla="*/ 6023 w 9998"/>
                    <a:gd name="connsiteY2" fmla="*/ 0 h 18272"/>
                    <a:gd name="connsiteX3" fmla="*/ 8375 w 9998"/>
                    <a:gd name="connsiteY3" fmla="*/ 4443 h 18272"/>
                    <a:gd name="connsiteX4" fmla="*/ 9995 w 9998"/>
                    <a:gd name="connsiteY4" fmla="*/ 9195 h 18272"/>
                    <a:gd name="connsiteX5" fmla="*/ 8718 w 9998"/>
                    <a:gd name="connsiteY5" fmla="*/ 12654 h 18272"/>
                    <a:gd name="connsiteX6" fmla="*/ 6008 w 9998"/>
                    <a:gd name="connsiteY6" fmla="*/ 18270 h 18272"/>
                    <a:gd name="connsiteX7" fmla="*/ 3911 w 9998"/>
                    <a:gd name="connsiteY7" fmla="*/ 13342 h 18272"/>
                    <a:gd name="connsiteX8" fmla="*/ 2713 w 9998"/>
                    <a:gd name="connsiteY8" fmla="*/ 11244 h 18272"/>
                    <a:gd name="connsiteX9" fmla="*/ 1476 w 9998"/>
                    <a:gd name="connsiteY9" fmla="*/ 10849 h 18272"/>
                    <a:gd name="connsiteX10" fmla="*/ 1 w 9998"/>
                    <a:gd name="connsiteY10" fmla="*/ 7436 h 18272"/>
                    <a:gd name="connsiteX0" fmla="*/ 35 w 8559"/>
                    <a:gd name="connsiteY0" fmla="*/ 5938 h 10000"/>
                    <a:gd name="connsiteX1" fmla="*/ 2459 w 8559"/>
                    <a:gd name="connsiteY1" fmla="*/ 2430 h 10000"/>
                    <a:gd name="connsiteX2" fmla="*/ 4583 w 8559"/>
                    <a:gd name="connsiteY2" fmla="*/ 0 h 10000"/>
                    <a:gd name="connsiteX3" fmla="*/ 6936 w 8559"/>
                    <a:gd name="connsiteY3" fmla="*/ 2432 h 10000"/>
                    <a:gd name="connsiteX4" fmla="*/ 8556 w 8559"/>
                    <a:gd name="connsiteY4" fmla="*/ 5032 h 10000"/>
                    <a:gd name="connsiteX5" fmla="*/ 7279 w 8559"/>
                    <a:gd name="connsiteY5" fmla="*/ 6925 h 10000"/>
                    <a:gd name="connsiteX6" fmla="*/ 4568 w 8559"/>
                    <a:gd name="connsiteY6" fmla="*/ 9999 h 10000"/>
                    <a:gd name="connsiteX7" fmla="*/ 2471 w 8559"/>
                    <a:gd name="connsiteY7" fmla="*/ 7302 h 10000"/>
                    <a:gd name="connsiteX8" fmla="*/ 1273 w 8559"/>
                    <a:gd name="connsiteY8" fmla="*/ 6154 h 10000"/>
                    <a:gd name="connsiteX9" fmla="*/ 35 w 8559"/>
                    <a:gd name="connsiteY9" fmla="*/ 5938 h 10000"/>
                    <a:gd name="connsiteX0" fmla="*/ 49 w 9820"/>
                    <a:gd name="connsiteY0" fmla="*/ 4655 h 10000"/>
                    <a:gd name="connsiteX1" fmla="*/ 2693 w 9820"/>
                    <a:gd name="connsiteY1" fmla="*/ 2430 h 10000"/>
                    <a:gd name="connsiteX2" fmla="*/ 5175 w 9820"/>
                    <a:gd name="connsiteY2" fmla="*/ 0 h 10000"/>
                    <a:gd name="connsiteX3" fmla="*/ 7924 w 9820"/>
                    <a:gd name="connsiteY3" fmla="*/ 2432 h 10000"/>
                    <a:gd name="connsiteX4" fmla="*/ 9816 w 9820"/>
                    <a:gd name="connsiteY4" fmla="*/ 5032 h 10000"/>
                    <a:gd name="connsiteX5" fmla="*/ 8324 w 9820"/>
                    <a:gd name="connsiteY5" fmla="*/ 6925 h 10000"/>
                    <a:gd name="connsiteX6" fmla="*/ 5157 w 9820"/>
                    <a:gd name="connsiteY6" fmla="*/ 9999 h 10000"/>
                    <a:gd name="connsiteX7" fmla="*/ 2707 w 9820"/>
                    <a:gd name="connsiteY7" fmla="*/ 7302 h 10000"/>
                    <a:gd name="connsiteX8" fmla="*/ 1307 w 9820"/>
                    <a:gd name="connsiteY8" fmla="*/ 6154 h 10000"/>
                    <a:gd name="connsiteX9" fmla="*/ 49 w 9820"/>
                    <a:gd name="connsiteY9" fmla="*/ 4655 h 10000"/>
                    <a:gd name="connsiteX0" fmla="*/ 45 w 9995"/>
                    <a:gd name="connsiteY0" fmla="*/ 4655 h 10000"/>
                    <a:gd name="connsiteX1" fmla="*/ 2737 w 9995"/>
                    <a:gd name="connsiteY1" fmla="*/ 2430 h 10000"/>
                    <a:gd name="connsiteX2" fmla="*/ 5265 w 9995"/>
                    <a:gd name="connsiteY2" fmla="*/ 0 h 10000"/>
                    <a:gd name="connsiteX3" fmla="*/ 8064 w 9995"/>
                    <a:gd name="connsiteY3" fmla="*/ 2432 h 10000"/>
                    <a:gd name="connsiteX4" fmla="*/ 9991 w 9995"/>
                    <a:gd name="connsiteY4" fmla="*/ 5032 h 10000"/>
                    <a:gd name="connsiteX5" fmla="*/ 8472 w 9995"/>
                    <a:gd name="connsiteY5" fmla="*/ 6925 h 10000"/>
                    <a:gd name="connsiteX6" fmla="*/ 5247 w 9995"/>
                    <a:gd name="connsiteY6" fmla="*/ 9999 h 10000"/>
                    <a:gd name="connsiteX7" fmla="*/ 2752 w 9995"/>
                    <a:gd name="connsiteY7" fmla="*/ 7302 h 10000"/>
                    <a:gd name="connsiteX8" fmla="*/ 1374 w 9995"/>
                    <a:gd name="connsiteY8" fmla="*/ 6984 h 10000"/>
                    <a:gd name="connsiteX9" fmla="*/ 45 w 9995"/>
                    <a:gd name="connsiteY9" fmla="*/ 4655 h 10000"/>
                    <a:gd name="connsiteX0" fmla="*/ 45 w 10000"/>
                    <a:gd name="connsiteY0" fmla="*/ 5032 h 10377"/>
                    <a:gd name="connsiteX1" fmla="*/ 2738 w 10000"/>
                    <a:gd name="connsiteY1" fmla="*/ 2807 h 10377"/>
                    <a:gd name="connsiteX2" fmla="*/ 4886 w 10000"/>
                    <a:gd name="connsiteY2" fmla="*/ 0 h 10377"/>
                    <a:gd name="connsiteX3" fmla="*/ 8068 w 10000"/>
                    <a:gd name="connsiteY3" fmla="*/ 2809 h 10377"/>
                    <a:gd name="connsiteX4" fmla="*/ 9996 w 10000"/>
                    <a:gd name="connsiteY4" fmla="*/ 5409 h 10377"/>
                    <a:gd name="connsiteX5" fmla="*/ 8476 w 10000"/>
                    <a:gd name="connsiteY5" fmla="*/ 7302 h 10377"/>
                    <a:gd name="connsiteX6" fmla="*/ 5250 w 10000"/>
                    <a:gd name="connsiteY6" fmla="*/ 10376 h 10377"/>
                    <a:gd name="connsiteX7" fmla="*/ 2753 w 10000"/>
                    <a:gd name="connsiteY7" fmla="*/ 7679 h 10377"/>
                    <a:gd name="connsiteX8" fmla="*/ 1375 w 10000"/>
                    <a:gd name="connsiteY8" fmla="*/ 7361 h 10377"/>
                    <a:gd name="connsiteX9" fmla="*/ 45 w 10000"/>
                    <a:gd name="connsiteY9" fmla="*/ 5032 h 10377"/>
                    <a:gd name="connsiteX0" fmla="*/ 45 w 10000"/>
                    <a:gd name="connsiteY0" fmla="*/ 5036 h 10381"/>
                    <a:gd name="connsiteX1" fmla="*/ 2738 w 10000"/>
                    <a:gd name="connsiteY1" fmla="*/ 2811 h 10381"/>
                    <a:gd name="connsiteX2" fmla="*/ 4886 w 10000"/>
                    <a:gd name="connsiteY2" fmla="*/ 4 h 10381"/>
                    <a:gd name="connsiteX3" fmla="*/ 8068 w 10000"/>
                    <a:gd name="connsiteY3" fmla="*/ 2813 h 10381"/>
                    <a:gd name="connsiteX4" fmla="*/ 9996 w 10000"/>
                    <a:gd name="connsiteY4" fmla="*/ 5413 h 10381"/>
                    <a:gd name="connsiteX5" fmla="*/ 8476 w 10000"/>
                    <a:gd name="connsiteY5" fmla="*/ 7306 h 10381"/>
                    <a:gd name="connsiteX6" fmla="*/ 5250 w 10000"/>
                    <a:gd name="connsiteY6" fmla="*/ 10380 h 10381"/>
                    <a:gd name="connsiteX7" fmla="*/ 2753 w 10000"/>
                    <a:gd name="connsiteY7" fmla="*/ 7683 h 10381"/>
                    <a:gd name="connsiteX8" fmla="*/ 1375 w 10000"/>
                    <a:gd name="connsiteY8" fmla="*/ 7365 h 10381"/>
                    <a:gd name="connsiteX9" fmla="*/ 45 w 10000"/>
                    <a:gd name="connsiteY9" fmla="*/ 5036 h 10381"/>
                    <a:gd name="connsiteX0" fmla="*/ 45 w 10000"/>
                    <a:gd name="connsiteY0" fmla="*/ 5036 h 10796"/>
                    <a:gd name="connsiteX1" fmla="*/ 2738 w 10000"/>
                    <a:gd name="connsiteY1" fmla="*/ 2811 h 10796"/>
                    <a:gd name="connsiteX2" fmla="*/ 4886 w 10000"/>
                    <a:gd name="connsiteY2" fmla="*/ 4 h 10796"/>
                    <a:gd name="connsiteX3" fmla="*/ 8068 w 10000"/>
                    <a:gd name="connsiteY3" fmla="*/ 2813 h 10796"/>
                    <a:gd name="connsiteX4" fmla="*/ 9996 w 10000"/>
                    <a:gd name="connsiteY4" fmla="*/ 5413 h 10796"/>
                    <a:gd name="connsiteX5" fmla="*/ 8476 w 10000"/>
                    <a:gd name="connsiteY5" fmla="*/ 7306 h 10796"/>
                    <a:gd name="connsiteX6" fmla="*/ 5202 w 10000"/>
                    <a:gd name="connsiteY6" fmla="*/ 10795 h 10796"/>
                    <a:gd name="connsiteX7" fmla="*/ 2753 w 10000"/>
                    <a:gd name="connsiteY7" fmla="*/ 7683 h 10796"/>
                    <a:gd name="connsiteX8" fmla="*/ 1375 w 10000"/>
                    <a:gd name="connsiteY8" fmla="*/ 7365 h 10796"/>
                    <a:gd name="connsiteX9" fmla="*/ 45 w 10000"/>
                    <a:gd name="connsiteY9" fmla="*/ 5036 h 10796"/>
                    <a:gd name="connsiteX0" fmla="*/ 45 w 10000"/>
                    <a:gd name="connsiteY0" fmla="*/ 5036 h 10795"/>
                    <a:gd name="connsiteX1" fmla="*/ 2738 w 10000"/>
                    <a:gd name="connsiteY1" fmla="*/ 2811 h 10795"/>
                    <a:gd name="connsiteX2" fmla="*/ 4886 w 10000"/>
                    <a:gd name="connsiteY2" fmla="*/ 4 h 10795"/>
                    <a:gd name="connsiteX3" fmla="*/ 8068 w 10000"/>
                    <a:gd name="connsiteY3" fmla="*/ 2813 h 10795"/>
                    <a:gd name="connsiteX4" fmla="*/ 9996 w 10000"/>
                    <a:gd name="connsiteY4" fmla="*/ 5413 h 10795"/>
                    <a:gd name="connsiteX5" fmla="*/ 8476 w 10000"/>
                    <a:gd name="connsiteY5" fmla="*/ 7306 h 10795"/>
                    <a:gd name="connsiteX6" fmla="*/ 5202 w 10000"/>
                    <a:gd name="connsiteY6" fmla="*/ 10795 h 10795"/>
                    <a:gd name="connsiteX7" fmla="*/ 2753 w 10000"/>
                    <a:gd name="connsiteY7" fmla="*/ 7683 h 10795"/>
                    <a:gd name="connsiteX8" fmla="*/ 1375 w 10000"/>
                    <a:gd name="connsiteY8" fmla="*/ 7365 h 10795"/>
                    <a:gd name="connsiteX9" fmla="*/ 45 w 10000"/>
                    <a:gd name="connsiteY9" fmla="*/ 5036 h 10795"/>
                    <a:gd name="connsiteX0" fmla="*/ 45 w 10000"/>
                    <a:gd name="connsiteY0" fmla="*/ 5036 h 10795"/>
                    <a:gd name="connsiteX1" fmla="*/ 2738 w 10000"/>
                    <a:gd name="connsiteY1" fmla="*/ 2811 h 10795"/>
                    <a:gd name="connsiteX2" fmla="*/ 4886 w 10000"/>
                    <a:gd name="connsiteY2" fmla="*/ 4 h 10795"/>
                    <a:gd name="connsiteX3" fmla="*/ 8068 w 10000"/>
                    <a:gd name="connsiteY3" fmla="*/ 2813 h 10795"/>
                    <a:gd name="connsiteX4" fmla="*/ 9996 w 10000"/>
                    <a:gd name="connsiteY4" fmla="*/ 5413 h 10795"/>
                    <a:gd name="connsiteX5" fmla="*/ 8476 w 10000"/>
                    <a:gd name="connsiteY5" fmla="*/ 7306 h 10795"/>
                    <a:gd name="connsiteX6" fmla="*/ 5202 w 10000"/>
                    <a:gd name="connsiteY6" fmla="*/ 10795 h 10795"/>
                    <a:gd name="connsiteX7" fmla="*/ 2753 w 10000"/>
                    <a:gd name="connsiteY7" fmla="*/ 7683 h 10795"/>
                    <a:gd name="connsiteX8" fmla="*/ 1375 w 10000"/>
                    <a:gd name="connsiteY8" fmla="*/ 7365 h 10795"/>
                    <a:gd name="connsiteX9" fmla="*/ 45 w 10000"/>
                    <a:gd name="connsiteY9" fmla="*/ 5036 h 10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000" h="10795">
                      <a:moveTo>
                        <a:pt x="45" y="5036"/>
                      </a:moveTo>
                      <a:cubicBezTo>
                        <a:pt x="272" y="4277"/>
                        <a:pt x="1931" y="3650"/>
                        <a:pt x="2738" y="2811"/>
                      </a:cubicBezTo>
                      <a:cubicBezTo>
                        <a:pt x="3545" y="1972"/>
                        <a:pt x="3352" y="117"/>
                        <a:pt x="4886" y="4"/>
                      </a:cubicBezTo>
                      <a:cubicBezTo>
                        <a:pt x="6420" y="-109"/>
                        <a:pt x="7216" y="1912"/>
                        <a:pt x="8068" y="2813"/>
                      </a:cubicBezTo>
                      <a:cubicBezTo>
                        <a:pt x="8920" y="3715"/>
                        <a:pt x="9928" y="3420"/>
                        <a:pt x="9996" y="5413"/>
                      </a:cubicBezTo>
                      <a:cubicBezTo>
                        <a:pt x="10064" y="7406"/>
                        <a:pt x="9275" y="6409"/>
                        <a:pt x="8476" y="7306"/>
                      </a:cubicBezTo>
                      <a:cubicBezTo>
                        <a:pt x="7677" y="8203"/>
                        <a:pt x="7086" y="10770"/>
                        <a:pt x="5202" y="10795"/>
                      </a:cubicBezTo>
                      <a:cubicBezTo>
                        <a:pt x="3318" y="10820"/>
                        <a:pt x="3391" y="8255"/>
                        <a:pt x="2753" y="7683"/>
                      </a:cubicBezTo>
                      <a:cubicBezTo>
                        <a:pt x="2115" y="7111"/>
                        <a:pt x="2326" y="7496"/>
                        <a:pt x="1375" y="7365"/>
                      </a:cubicBezTo>
                      <a:cubicBezTo>
                        <a:pt x="493" y="6773"/>
                        <a:pt x="-182" y="5795"/>
                        <a:pt x="45" y="5036"/>
                      </a:cubicBez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392" name="Group 391">
                  <a:extLst>
                    <a:ext uri="{FF2B5EF4-FFF2-40B4-BE49-F238E27FC236}">
                      <a16:creationId xmlns:a16="http://schemas.microsoft.com/office/drawing/2014/main" id="{6D8EBC3F-2DE8-9A43-8FBF-017D4C0C4B70}"/>
                    </a:ext>
                  </a:extLst>
                </p:cNvPr>
                <p:cNvGrpSpPr/>
                <p:nvPr/>
              </p:nvGrpSpPr>
              <p:grpSpPr>
                <a:xfrm>
                  <a:off x="8136838" y="3735782"/>
                  <a:ext cx="2402775" cy="1530043"/>
                  <a:chOff x="8136838" y="3735782"/>
                  <a:chExt cx="2402775" cy="1530043"/>
                </a:xfrm>
              </p:grpSpPr>
              <p:grpSp>
                <p:nvGrpSpPr>
                  <p:cNvPr id="393" name="Group 392">
                    <a:extLst>
                      <a:ext uri="{FF2B5EF4-FFF2-40B4-BE49-F238E27FC236}">
                        <a16:creationId xmlns:a16="http://schemas.microsoft.com/office/drawing/2014/main" id="{B005CDC3-A9A4-2146-9183-51C086840199}"/>
                      </a:ext>
                    </a:extLst>
                  </p:cNvPr>
                  <p:cNvGrpSpPr/>
                  <p:nvPr/>
                </p:nvGrpSpPr>
                <p:grpSpPr>
                  <a:xfrm>
                    <a:off x="8324065" y="3830658"/>
                    <a:ext cx="2215548" cy="1435167"/>
                    <a:chOff x="833331" y="2873352"/>
                    <a:chExt cx="2333625" cy="1590649"/>
                  </a:xfrm>
                </p:grpSpPr>
                <p:grpSp>
                  <p:nvGrpSpPr>
                    <p:cNvPr id="395" name="Group 394">
                      <a:extLst>
                        <a:ext uri="{FF2B5EF4-FFF2-40B4-BE49-F238E27FC236}">
                          <a16:creationId xmlns:a16="http://schemas.microsoft.com/office/drawing/2014/main" id="{F3E32640-6A29-6645-A3B6-18D5395D114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36090" y="287335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443" name="Group 327">
                        <a:extLst>
                          <a:ext uri="{FF2B5EF4-FFF2-40B4-BE49-F238E27FC236}">
                            <a16:creationId xmlns:a16="http://schemas.microsoft.com/office/drawing/2014/main" id="{8D3BFF78-324E-AF45-8848-3C8FFFC24BA5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447" name="Oval 446">
                          <a:extLst>
                            <a:ext uri="{FF2B5EF4-FFF2-40B4-BE49-F238E27FC236}">
                              <a16:creationId xmlns:a16="http://schemas.microsoft.com/office/drawing/2014/main" id="{F27A33BA-25EE-1B4B-BD81-772C360C7AD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48" name="Rectangle 447">
                          <a:extLst>
                            <a:ext uri="{FF2B5EF4-FFF2-40B4-BE49-F238E27FC236}">
                              <a16:creationId xmlns:a16="http://schemas.microsoft.com/office/drawing/2014/main" id="{EA195559-1CD2-004C-8DBF-29379DDE53A7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49" name="Oval 448">
                          <a:extLst>
                            <a:ext uri="{FF2B5EF4-FFF2-40B4-BE49-F238E27FC236}">
                              <a16:creationId xmlns:a16="http://schemas.microsoft.com/office/drawing/2014/main" id="{9AC9A214-093E-C84A-9A2C-4F4336FF5FAF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50" name="Freeform 449">
                          <a:extLst>
                            <a:ext uri="{FF2B5EF4-FFF2-40B4-BE49-F238E27FC236}">
                              <a16:creationId xmlns:a16="http://schemas.microsoft.com/office/drawing/2014/main" id="{DC19CA3B-4C52-2049-9483-CC73090FB672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51" name="Freeform 450">
                          <a:extLst>
                            <a:ext uri="{FF2B5EF4-FFF2-40B4-BE49-F238E27FC236}">
                              <a16:creationId xmlns:a16="http://schemas.microsoft.com/office/drawing/2014/main" id="{AB7EEB5E-DF59-5544-96BD-ACBA439E0FDF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52" name="Freeform 451">
                          <a:extLst>
                            <a:ext uri="{FF2B5EF4-FFF2-40B4-BE49-F238E27FC236}">
                              <a16:creationId xmlns:a16="http://schemas.microsoft.com/office/drawing/2014/main" id="{E9AC7510-C9D7-F04F-93BA-453E9821F931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53" name="Freeform 452">
                          <a:extLst>
                            <a:ext uri="{FF2B5EF4-FFF2-40B4-BE49-F238E27FC236}">
                              <a16:creationId xmlns:a16="http://schemas.microsoft.com/office/drawing/2014/main" id="{1F5797D9-0F36-BC48-84CD-DEAC34F9BBE9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454" name="Straight Connector 453">
                          <a:extLst>
                            <a:ext uri="{FF2B5EF4-FFF2-40B4-BE49-F238E27FC236}">
                              <a16:creationId xmlns:a16="http://schemas.microsoft.com/office/drawing/2014/main" id="{2BE5AB9A-6B7F-9D43-A41D-BA5B83A6B9A4}"/>
                            </a:ext>
                          </a:extLst>
                        </p:cNvPr>
                        <p:cNvCxnSpPr>
                          <a:endCxn id="449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455" name="Straight Connector 454">
                          <a:extLst>
                            <a:ext uri="{FF2B5EF4-FFF2-40B4-BE49-F238E27FC236}">
                              <a16:creationId xmlns:a16="http://schemas.microsoft.com/office/drawing/2014/main" id="{0C28FB41-4066-3847-9551-6AFD95BD871F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444" name="Group 443">
                        <a:extLst>
                          <a:ext uri="{FF2B5EF4-FFF2-40B4-BE49-F238E27FC236}">
                            <a16:creationId xmlns:a16="http://schemas.microsoft.com/office/drawing/2014/main" id="{6A6F6662-5ACE-5044-B27E-2A08F445BB5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445" name="Oval 444">
                          <a:extLst>
                            <a:ext uri="{FF2B5EF4-FFF2-40B4-BE49-F238E27FC236}">
                              <a16:creationId xmlns:a16="http://schemas.microsoft.com/office/drawing/2014/main" id="{ED49E014-61C3-2845-AA15-A0BB03BD0F2C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46" name="TextBox 445">
                          <a:extLst>
                            <a:ext uri="{FF2B5EF4-FFF2-40B4-BE49-F238E27FC236}">
                              <a16:creationId xmlns:a16="http://schemas.microsoft.com/office/drawing/2014/main" id="{1534664D-C8EF-354A-9534-781058229275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3b</a:t>
                          </a:r>
                        </a:p>
                      </p:txBody>
                    </p:sp>
                  </p:grpSp>
                </p:grpSp>
                <p:grpSp>
                  <p:nvGrpSpPr>
                    <p:cNvPr id="396" name="Group 395">
                      <a:extLst>
                        <a:ext uri="{FF2B5EF4-FFF2-40B4-BE49-F238E27FC236}">
                          <a16:creationId xmlns:a16="http://schemas.microsoft.com/office/drawing/2014/main" id="{819E25B1-916A-2A46-B77A-79516D73AA3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40320" y="409466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430" name="Group 327">
                        <a:extLst>
                          <a:ext uri="{FF2B5EF4-FFF2-40B4-BE49-F238E27FC236}">
                            <a16:creationId xmlns:a16="http://schemas.microsoft.com/office/drawing/2014/main" id="{F2A08A64-7701-6949-A3D3-6FAE2F088B48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434" name="Oval 433">
                          <a:extLst>
                            <a:ext uri="{FF2B5EF4-FFF2-40B4-BE49-F238E27FC236}">
                              <a16:creationId xmlns:a16="http://schemas.microsoft.com/office/drawing/2014/main" id="{51AD815E-97EC-774B-9605-624DE06C0E75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35" name="Rectangle 434">
                          <a:extLst>
                            <a:ext uri="{FF2B5EF4-FFF2-40B4-BE49-F238E27FC236}">
                              <a16:creationId xmlns:a16="http://schemas.microsoft.com/office/drawing/2014/main" id="{2A5B811A-33F0-EA4A-9BB1-A266D871834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36" name="Oval 435">
                          <a:extLst>
                            <a:ext uri="{FF2B5EF4-FFF2-40B4-BE49-F238E27FC236}">
                              <a16:creationId xmlns:a16="http://schemas.microsoft.com/office/drawing/2014/main" id="{84C94527-EE80-2445-BBFF-51FD83850108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37" name="Freeform 436">
                          <a:extLst>
                            <a:ext uri="{FF2B5EF4-FFF2-40B4-BE49-F238E27FC236}">
                              <a16:creationId xmlns:a16="http://schemas.microsoft.com/office/drawing/2014/main" id="{0BC80F35-D2D4-D94B-A55B-B7845BFE0CDA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38" name="Freeform 437">
                          <a:extLst>
                            <a:ext uri="{FF2B5EF4-FFF2-40B4-BE49-F238E27FC236}">
                              <a16:creationId xmlns:a16="http://schemas.microsoft.com/office/drawing/2014/main" id="{C5239EC0-6DF3-F741-A093-473DE36EF6EB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39" name="Freeform 438">
                          <a:extLst>
                            <a:ext uri="{FF2B5EF4-FFF2-40B4-BE49-F238E27FC236}">
                              <a16:creationId xmlns:a16="http://schemas.microsoft.com/office/drawing/2014/main" id="{FA3BCA3E-4DA6-BF4D-A89F-4DE707256DC1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40" name="Freeform 439">
                          <a:extLst>
                            <a:ext uri="{FF2B5EF4-FFF2-40B4-BE49-F238E27FC236}">
                              <a16:creationId xmlns:a16="http://schemas.microsoft.com/office/drawing/2014/main" id="{59F76749-BD6D-AE40-8AEA-F78543E24AF8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441" name="Straight Connector 440">
                          <a:extLst>
                            <a:ext uri="{FF2B5EF4-FFF2-40B4-BE49-F238E27FC236}">
                              <a16:creationId xmlns:a16="http://schemas.microsoft.com/office/drawing/2014/main" id="{44459EAA-3BF5-3D4A-811A-F9797A24336B}"/>
                            </a:ext>
                          </a:extLst>
                        </p:cNvPr>
                        <p:cNvCxnSpPr>
                          <a:endCxn id="436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442" name="Straight Connector 441">
                          <a:extLst>
                            <a:ext uri="{FF2B5EF4-FFF2-40B4-BE49-F238E27FC236}">
                              <a16:creationId xmlns:a16="http://schemas.microsoft.com/office/drawing/2014/main" id="{8D4B3C43-6CAE-D047-9952-6E72185144A2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431" name="Group 430">
                        <a:extLst>
                          <a:ext uri="{FF2B5EF4-FFF2-40B4-BE49-F238E27FC236}">
                            <a16:creationId xmlns:a16="http://schemas.microsoft.com/office/drawing/2014/main" id="{CA92683D-800F-2047-8129-5465A79FFD3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432" name="Oval 431">
                          <a:extLst>
                            <a:ext uri="{FF2B5EF4-FFF2-40B4-BE49-F238E27FC236}">
                              <a16:creationId xmlns:a16="http://schemas.microsoft.com/office/drawing/2014/main" id="{0066BBBC-73E4-7F49-9AA2-D5DA68DDB980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33" name="TextBox 432">
                          <a:extLst>
                            <a:ext uri="{FF2B5EF4-FFF2-40B4-BE49-F238E27FC236}">
                              <a16:creationId xmlns:a16="http://schemas.microsoft.com/office/drawing/2014/main" id="{7467833F-71F6-AA47-A111-AE2AA28A6D5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3d</a:t>
                          </a:r>
                        </a:p>
                      </p:txBody>
                    </p:sp>
                  </p:grpSp>
                </p:grpSp>
                <p:grpSp>
                  <p:nvGrpSpPr>
                    <p:cNvPr id="397" name="Group 396">
                      <a:extLst>
                        <a:ext uri="{FF2B5EF4-FFF2-40B4-BE49-F238E27FC236}">
                          <a16:creationId xmlns:a16="http://schemas.microsoft.com/office/drawing/2014/main" id="{356045F9-F812-1542-86A6-D3D307C2904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01806" y="348507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417" name="Group 327">
                        <a:extLst>
                          <a:ext uri="{FF2B5EF4-FFF2-40B4-BE49-F238E27FC236}">
                            <a16:creationId xmlns:a16="http://schemas.microsoft.com/office/drawing/2014/main" id="{CEBEA866-E0BF-104E-A5F4-7BB1B8594639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421" name="Oval 420">
                          <a:extLst>
                            <a:ext uri="{FF2B5EF4-FFF2-40B4-BE49-F238E27FC236}">
                              <a16:creationId xmlns:a16="http://schemas.microsoft.com/office/drawing/2014/main" id="{704931BC-9A50-D84A-9654-DFB36CA8F9FA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22" name="Rectangle 421">
                          <a:extLst>
                            <a:ext uri="{FF2B5EF4-FFF2-40B4-BE49-F238E27FC236}">
                              <a16:creationId xmlns:a16="http://schemas.microsoft.com/office/drawing/2014/main" id="{7635018A-DB18-2C40-B0A3-7D382432AAB3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23" name="Oval 422">
                          <a:extLst>
                            <a:ext uri="{FF2B5EF4-FFF2-40B4-BE49-F238E27FC236}">
                              <a16:creationId xmlns:a16="http://schemas.microsoft.com/office/drawing/2014/main" id="{EA2EBDA8-B3CF-F640-B2B8-A44CC207041A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24" name="Freeform 423">
                          <a:extLst>
                            <a:ext uri="{FF2B5EF4-FFF2-40B4-BE49-F238E27FC236}">
                              <a16:creationId xmlns:a16="http://schemas.microsoft.com/office/drawing/2014/main" id="{AE46C7AC-04CD-3F4B-B1DA-E4E762A2E58F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25" name="Freeform 424">
                          <a:extLst>
                            <a:ext uri="{FF2B5EF4-FFF2-40B4-BE49-F238E27FC236}">
                              <a16:creationId xmlns:a16="http://schemas.microsoft.com/office/drawing/2014/main" id="{7F4794D8-655B-744F-B396-10A2335611B8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26" name="Freeform 425">
                          <a:extLst>
                            <a:ext uri="{FF2B5EF4-FFF2-40B4-BE49-F238E27FC236}">
                              <a16:creationId xmlns:a16="http://schemas.microsoft.com/office/drawing/2014/main" id="{C0EDDCB8-B412-BF47-8A75-E2C40452ACF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27" name="Freeform 426">
                          <a:extLst>
                            <a:ext uri="{FF2B5EF4-FFF2-40B4-BE49-F238E27FC236}">
                              <a16:creationId xmlns:a16="http://schemas.microsoft.com/office/drawing/2014/main" id="{E118D7EF-B691-3C42-A7C7-00517C05AE2E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428" name="Straight Connector 427">
                          <a:extLst>
                            <a:ext uri="{FF2B5EF4-FFF2-40B4-BE49-F238E27FC236}">
                              <a16:creationId xmlns:a16="http://schemas.microsoft.com/office/drawing/2014/main" id="{788ECDE9-56B6-EF47-99F8-D4CE33028187}"/>
                            </a:ext>
                          </a:extLst>
                        </p:cNvPr>
                        <p:cNvCxnSpPr>
                          <a:endCxn id="423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429" name="Straight Connector 428">
                          <a:extLst>
                            <a:ext uri="{FF2B5EF4-FFF2-40B4-BE49-F238E27FC236}">
                              <a16:creationId xmlns:a16="http://schemas.microsoft.com/office/drawing/2014/main" id="{9F91C4F1-533A-4F4A-A143-8FD5E3D54270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418" name="Group 417">
                        <a:extLst>
                          <a:ext uri="{FF2B5EF4-FFF2-40B4-BE49-F238E27FC236}">
                            <a16:creationId xmlns:a16="http://schemas.microsoft.com/office/drawing/2014/main" id="{BD240E26-C4DD-7E42-91AD-981A9DE89F7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28460" cy="369332"/>
                        <a:chOff x="667045" y="1708643"/>
                        <a:chExt cx="428460" cy="369332"/>
                      </a:xfrm>
                    </p:grpSpPr>
                    <p:sp>
                      <p:nvSpPr>
                        <p:cNvPr id="419" name="Oval 418">
                          <a:extLst>
                            <a:ext uri="{FF2B5EF4-FFF2-40B4-BE49-F238E27FC236}">
                              <a16:creationId xmlns:a16="http://schemas.microsoft.com/office/drawing/2014/main" id="{3F4A6376-50D9-BF4A-837A-7E0742425C59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20" name="TextBox 419">
                          <a:extLst>
                            <a:ext uri="{FF2B5EF4-FFF2-40B4-BE49-F238E27FC236}">
                              <a16:creationId xmlns:a16="http://schemas.microsoft.com/office/drawing/2014/main" id="{09647B67-E484-0349-9F53-63FFF648819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28460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3c</a:t>
                          </a:r>
                        </a:p>
                      </p:txBody>
                    </p:sp>
                  </p:grpSp>
                </p:grpSp>
                <p:grpSp>
                  <p:nvGrpSpPr>
                    <p:cNvPr id="398" name="Group 397">
                      <a:extLst>
                        <a:ext uri="{FF2B5EF4-FFF2-40B4-BE49-F238E27FC236}">
                          <a16:creationId xmlns:a16="http://schemas.microsoft.com/office/drawing/2014/main" id="{AE9CA1F8-5B01-F143-97DC-C510EF13567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3331" y="347871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404" name="Group 327">
                        <a:extLst>
                          <a:ext uri="{FF2B5EF4-FFF2-40B4-BE49-F238E27FC236}">
                            <a16:creationId xmlns:a16="http://schemas.microsoft.com/office/drawing/2014/main" id="{CAB752F9-B683-864F-8A99-5703F0CC3F99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408" name="Oval 407">
                          <a:extLst>
                            <a:ext uri="{FF2B5EF4-FFF2-40B4-BE49-F238E27FC236}">
                              <a16:creationId xmlns:a16="http://schemas.microsoft.com/office/drawing/2014/main" id="{3E12D15B-77C7-054A-8185-971EB1F97758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09" name="Rectangle 408">
                          <a:extLst>
                            <a:ext uri="{FF2B5EF4-FFF2-40B4-BE49-F238E27FC236}">
                              <a16:creationId xmlns:a16="http://schemas.microsoft.com/office/drawing/2014/main" id="{3372DB4B-98A8-1845-9BAA-A4E024D0EC30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10" name="Oval 409">
                          <a:extLst>
                            <a:ext uri="{FF2B5EF4-FFF2-40B4-BE49-F238E27FC236}">
                              <a16:creationId xmlns:a16="http://schemas.microsoft.com/office/drawing/2014/main" id="{BB63E28C-21B0-0D4A-85C9-024E8E37A5C9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11" name="Freeform 410">
                          <a:extLst>
                            <a:ext uri="{FF2B5EF4-FFF2-40B4-BE49-F238E27FC236}">
                              <a16:creationId xmlns:a16="http://schemas.microsoft.com/office/drawing/2014/main" id="{CA08250B-0D9B-1D42-947F-E639FE3E1CC1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12" name="Freeform 411">
                          <a:extLst>
                            <a:ext uri="{FF2B5EF4-FFF2-40B4-BE49-F238E27FC236}">
                              <a16:creationId xmlns:a16="http://schemas.microsoft.com/office/drawing/2014/main" id="{049F2219-3805-8B46-9ED1-95F71737ECC1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13" name="Freeform 412">
                          <a:extLst>
                            <a:ext uri="{FF2B5EF4-FFF2-40B4-BE49-F238E27FC236}">
                              <a16:creationId xmlns:a16="http://schemas.microsoft.com/office/drawing/2014/main" id="{7EE66B4A-1F51-CF4F-AF06-CBC9A9CBFADE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14" name="Freeform 413">
                          <a:extLst>
                            <a:ext uri="{FF2B5EF4-FFF2-40B4-BE49-F238E27FC236}">
                              <a16:creationId xmlns:a16="http://schemas.microsoft.com/office/drawing/2014/main" id="{BE7134B3-C1F8-3A47-913A-E7ABA9FD5878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415" name="Straight Connector 414">
                          <a:extLst>
                            <a:ext uri="{FF2B5EF4-FFF2-40B4-BE49-F238E27FC236}">
                              <a16:creationId xmlns:a16="http://schemas.microsoft.com/office/drawing/2014/main" id="{4D0FD399-E9AA-FA4F-B0E0-AAF027B486D7}"/>
                            </a:ext>
                          </a:extLst>
                        </p:cNvPr>
                        <p:cNvCxnSpPr>
                          <a:endCxn id="410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416" name="Straight Connector 415">
                          <a:extLst>
                            <a:ext uri="{FF2B5EF4-FFF2-40B4-BE49-F238E27FC236}">
                              <a16:creationId xmlns:a16="http://schemas.microsoft.com/office/drawing/2014/main" id="{5AD22A5F-1923-104B-8462-8720EBBEC8AA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405" name="Group 404">
                        <a:extLst>
                          <a:ext uri="{FF2B5EF4-FFF2-40B4-BE49-F238E27FC236}">
                            <a16:creationId xmlns:a16="http://schemas.microsoft.com/office/drawing/2014/main" id="{556A4826-AF3A-FB48-8910-28B75C7AFF0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406" name="Oval 405">
                          <a:extLst>
                            <a:ext uri="{FF2B5EF4-FFF2-40B4-BE49-F238E27FC236}">
                              <a16:creationId xmlns:a16="http://schemas.microsoft.com/office/drawing/2014/main" id="{92A31B84-8B04-1C4C-8AE9-DD076B7C463D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07" name="TextBox 406">
                          <a:extLst>
                            <a:ext uri="{FF2B5EF4-FFF2-40B4-BE49-F238E27FC236}">
                              <a16:creationId xmlns:a16="http://schemas.microsoft.com/office/drawing/2014/main" id="{230045ED-1680-5C4A-AACE-1B7C1C326B45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3a</a:t>
                          </a:r>
                        </a:p>
                      </p:txBody>
                    </p:sp>
                  </p:grpSp>
                </p:grpSp>
                <p:cxnSp>
                  <p:nvCxnSpPr>
                    <p:cNvPr id="399" name="Straight Connector 398">
                      <a:extLst>
                        <a:ext uri="{FF2B5EF4-FFF2-40B4-BE49-F238E27FC236}">
                          <a16:creationId xmlns:a16="http://schemas.microsoft.com/office/drawing/2014/main" id="{EDC4CDC9-0ABD-D544-AFDF-317C5C765A9D}"/>
                        </a:ext>
                      </a:extLst>
                    </p:cNvPr>
                    <p:cNvCxnSpPr>
                      <a:stCxn id="446" idx="2"/>
                      <a:endCxn id="433" idx="0"/>
                    </p:cNvCxnSpPr>
                    <p:nvPr/>
                  </p:nvCxnSpPr>
                  <p:spPr bwMode="auto">
                    <a:xfrm>
                      <a:off x="1991073" y="3242684"/>
                      <a:ext cx="4230" cy="851985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rgbClr val="000090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400" name="Straight Connector 399">
                      <a:extLst>
                        <a:ext uri="{FF2B5EF4-FFF2-40B4-BE49-F238E27FC236}">
                          <a16:creationId xmlns:a16="http://schemas.microsoft.com/office/drawing/2014/main" id="{7F968A38-9837-534C-9589-EC834038D593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1407477" y="3648621"/>
                      <a:ext cx="1204913" cy="6353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401" name="Straight Connector 400">
                      <a:extLst>
                        <a:ext uri="{FF2B5EF4-FFF2-40B4-BE49-F238E27FC236}">
                          <a16:creationId xmlns:a16="http://schemas.microsoft.com/office/drawing/2014/main" id="{D08D494F-3397-294B-AE0A-77BFE8172FBD}"/>
                        </a:ext>
                      </a:extLst>
                    </p:cNvPr>
                    <p:cNvCxnSpPr>
                      <a:stCxn id="447" idx="7"/>
                    </p:cNvCxnSpPr>
                    <p:nvPr/>
                  </p:nvCxnSpPr>
                  <p:spPr bwMode="auto">
                    <a:xfrm>
                      <a:off x="2218708" y="3154477"/>
                      <a:ext cx="480042" cy="369773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402" name="Straight Connector 401">
                      <a:extLst>
                        <a:ext uri="{FF2B5EF4-FFF2-40B4-BE49-F238E27FC236}">
                          <a16:creationId xmlns:a16="http://schemas.microsoft.com/office/drawing/2014/main" id="{CBB666A9-21C8-724D-8999-122C30692856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1300073" y="3786304"/>
                      <a:ext cx="477927" cy="357071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403" name="Straight Connector 402">
                      <a:extLst>
                        <a:ext uri="{FF2B5EF4-FFF2-40B4-BE49-F238E27FC236}">
                          <a16:creationId xmlns:a16="http://schemas.microsoft.com/office/drawing/2014/main" id="{FEED83B9-915E-D54F-843B-4AC820D03D49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>
                      <a:off x="1287553" y="3166946"/>
                      <a:ext cx="508002" cy="349250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</p:grpSp>
              <p:sp>
                <p:nvSpPr>
                  <p:cNvPr id="394" name="TextBox 393">
                    <a:extLst>
                      <a:ext uri="{FF2B5EF4-FFF2-40B4-BE49-F238E27FC236}">
                        <a16:creationId xmlns:a16="http://schemas.microsoft.com/office/drawing/2014/main" id="{62CD51D1-06C9-0F42-8580-EEBC1FB2FFB3}"/>
                      </a:ext>
                    </a:extLst>
                  </p:cNvPr>
                  <p:cNvSpPr txBox="1"/>
                  <p:nvPr/>
                </p:nvSpPr>
                <p:spPr>
                  <a:xfrm>
                    <a:off x="8136838" y="3735782"/>
                    <a:ext cx="753532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2000" dirty="0">
                        <a:solidFill>
                          <a:srgbClr val="000090"/>
                        </a:solidFill>
                        <a:latin typeface="Arial" charset="0"/>
                        <a:ea typeface="ＭＳ Ｐゴシック" charset="0"/>
                      </a:rPr>
                      <a:t>AS 3</a:t>
                    </a:r>
                  </a:p>
                </p:txBody>
              </p:sp>
            </p:grpSp>
          </p:grpSp>
          <p:grpSp>
            <p:nvGrpSpPr>
              <p:cNvPr id="456" name="Group 455">
                <a:extLst>
                  <a:ext uri="{FF2B5EF4-FFF2-40B4-BE49-F238E27FC236}">
                    <a16:creationId xmlns:a16="http://schemas.microsoft.com/office/drawing/2014/main" id="{D60139D0-66DE-9D48-92C7-D766B48C98E4}"/>
                  </a:ext>
                </a:extLst>
              </p:cNvPr>
              <p:cNvGrpSpPr/>
              <p:nvPr/>
            </p:nvGrpSpPr>
            <p:grpSpPr>
              <a:xfrm>
                <a:off x="1426553" y="4136253"/>
                <a:ext cx="3452487" cy="1719017"/>
                <a:chOff x="1426553" y="4136253"/>
                <a:chExt cx="3452487" cy="1719017"/>
              </a:xfrm>
            </p:grpSpPr>
            <p:grpSp>
              <p:nvGrpSpPr>
                <p:cNvPr id="457" name="Group 456">
                  <a:extLst>
                    <a:ext uri="{FF2B5EF4-FFF2-40B4-BE49-F238E27FC236}">
                      <a16:creationId xmlns:a16="http://schemas.microsoft.com/office/drawing/2014/main" id="{7682442D-4DE1-D34A-AF05-094173737CE5}"/>
                    </a:ext>
                  </a:extLst>
                </p:cNvPr>
                <p:cNvGrpSpPr/>
                <p:nvPr/>
              </p:nvGrpSpPr>
              <p:grpSpPr>
                <a:xfrm>
                  <a:off x="1426553" y="4136253"/>
                  <a:ext cx="2557336" cy="1719017"/>
                  <a:chOff x="-2170772" y="2784954"/>
                  <a:chExt cx="2712783" cy="1853712"/>
                </a:xfrm>
              </p:grpSpPr>
              <p:sp>
                <p:nvSpPr>
                  <p:cNvPr id="460" name="Freeform 2">
                    <a:extLst>
                      <a:ext uri="{FF2B5EF4-FFF2-40B4-BE49-F238E27FC236}">
                        <a16:creationId xmlns:a16="http://schemas.microsoft.com/office/drawing/2014/main" id="{989F3E7E-7845-5D4A-B653-5093F2144A8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-2170772" y="2784954"/>
                    <a:ext cx="2712783" cy="1853712"/>
                  </a:xfrm>
                  <a:custGeom>
                    <a:avLst/>
                    <a:gdLst>
                      <a:gd name="T0" fmla="*/ 648763 w 10001"/>
                      <a:gd name="T1" fmla="*/ 34777612 h 10125"/>
                      <a:gd name="T2" fmla="*/ 115976403 w 10001"/>
                      <a:gd name="T3" fmla="*/ 13733703 h 10125"/>
                      <a:gd name="T4" fmla="*/ 507700960 w 10001"/>
                      <a:gd name="T5" fmla="*/ 8662125 h 10125"/>
                      <a:gd name="T6" fmla="*/ 810212713 w 10001"/>
                      <a:gd name="T7" fmla="*/ 0 h 10125"/>
                      <a:gd name="T8" fmla="*/ 1090015738 w 10001"/>
                      <a:gd name="T9" fmla="*/ 8687929 h 10125"/>
                      <a:gd name="T10" fmla="*/ 1310938763 w 10001"/>
                      <a:gd name="T11" fmla="*/ 4279362 h 10125"/>
                      <a:gd name="T12" fmla="*/ 1620263134 w 10001"/>
                      <a:gd name="T13" fmla="*/ 25736690 h 10125"/>
                      <a:gd name="T14" fmla="*/ 1394798364 w 10001"/>
                      <a:gd name="T15" fmla="*/ 58525268 h 10125"/>
                      <a:gd name="T16" fmla="*/ 1134622140 w 10001"/>
                      <a:gd name="T17" fmla="*/ 80266624 h 10125"/>
                      <a:gd name="T18" fmla="*/ 860820276 w 10001"/>
                      <a:gd name="T19" fmla="*/ 76142271 h 10125"/>
                      <a:gd name="T20" fmla="*/ 708996782 w 10001"/>
                      <a:gd name="T21" fmla="*/ 85346835 h 10125"/>
                      <a:gd name="T22" fmla="*/ 509322667 w 10001"/>
                      <a:gd name="T23" fmla="*/ 86268164 h 10125"/>
                      <a:gd name="T24" fmla="*/ 353443899 w 10001"/>
                      <a:gd name="T25" fmla="*/ 67979516 h 10125"/>
                      <a:gd name="T26" fmla="*/ 192536914 w 10001"/>
                      <a:gd name="T27" fmla="*/ 64535347 h 10125"/>
                      <a:gd name="T28" fmla="*/ 648763 w 10001"/>
                      <a:gd name="T29" fmla="*/ 34777612 h 1012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connsiteX0" fmla="*/ 4 w 10040"/>
                      <a:gd name="connsiteY0" fmla="*/ 4039 h 10125"/>
                      <a:gd name="connsiteX1" fmla="*/ 715 w 10040"/>
                      <a:gd name="connsiteY1" fmla="*/ 1595 h 10125"/>
                      <a:gd name="connsiteX2" fmla="*/ 3130 w 10040"/>
                      <a:gd name="connsiteY2" fmla="*/ 1006 h 10125"/>
                      <a:gd name="connsiteX3" fmla="*/ 4995 w 10040"/>
                      <a:gd name="connsiteY3" fmla="*/ 0 h 10125"/>
                      <a:gd name="connsiteX4" fmla="*/ 6720 w 10040"/>
                      <a:gd name="connsiteY4" fmla="*/ 1009 h 10125"/>
                      <a:gd name="connsiteX5" fmla="*/ 9989 w 10040"/>
                      <a:gd name="connsiteY5" fmla="*/ 2989 h 10125"/>
                      <a:gd name="connsiteX6" fmla="*/ 8599 w 10040"/>
                      <a:gd name="connsiteY6" fmla="*/ 6797 h 10125"/>
                      <a:gd name="connsiteX7" fmla="*/ 6995 w 10040"/>
                      <a:gd name="connsiteY7" fmla="*/ 9322 h 10125"/>
                      <a:gd name="connsiteX8" fmla="*/ 5307 w 10040"/>
                      <a:gd name="connsiteY8" fmla="*/ 8843 h 10125"/>
                      <a:gd name="connsiteX9" fmla="*/ 4371 w 10040"/>
                      <a:gd name="connsiteY9" fmla="*/ 9912 h 10125"/>
                      <a:gd name="connsiteX10" fmla="*/ 3140 w 10040"/>
                      <a:gd name="connsiteY10" fmla="*/ 10019 h 10125"/>
                      <a:gd name="connsiteX11" fmla="*/ 2179 w 10040"/>
                      <a:gd name="connsiteY11" fmla="*/ 7895 h 10125"/>
                      <a:gd name="connsiteX12" fmla="*/ 1187 w 10040"/>
                      <a:gd name="connsiteY12" fmla="*/ 7495 h 10125"/>
                      <a:gd name="connsiteX13" fmla="*/ 4 w 10040"/>
                      <a:gd name="connsiteY13" fmla="*/ 4039 h 10125"/>
                      <a:gd name="connsiteX0" fmla="*/ 4 w 8600"/>
                      <a:gd name="connsiteY0" fmla="*/ 4042 h 10128"/>
                      <a:gd name="connsiteX1" fmla="*/ 715 w 8600"/>
                      <a:gd name="connsiteY1" fmla="*/ 1598 h 10128"/>
                      <a:gd name="connsiteX2" fmla="*/ 3130 w 8600"/>
                      <a:gd name="connsiteY2" fmla="*/ 1009 h 10128"/>
                      <a:gd name="connsiteX3" fmla="*/ 4995 w 8600"/>
                      <a:gd name="connsiteY3" fmla="*/ 3 h 10128"/>
                      <a:gd name="connsiteX4" fmla="*/ 6720 w 8600"/>
                      <a:gd name="connsiteY4" fmla="*/ 1012 h 10128"/>
                      <a:gd name="connsiteX5" fmla="*/ 8599 w 8600"/>
                      <a:gd name="connsiteY5" fmla="*/ 6800 h 10128"/>
                      <a:gd name="connsiteX6" fmla="*/ 6995 w 8600"/>
                      <a:gd name="connsiteY6" fmla="*/ 9325 h 10128"/>
                      <a:gd name="connsiteX7" fmla="*/ 5307 w 8600"/>
                      <a:gd name="connsiteY7" fmla="*/ 8846 h 10128"/>
                      <a:gd name="connsiteX8" fmla="*/ 4371 w 8600"/>
                      <a:gd name="connsiteY8" fmla="*/ 9915 h 10128"/>
                      <a:gd name="connsiteX9" fmla="*/ 3140 w 8600"/>
                      <a:gd name="connsiteY9" fmla="*/ 10022 h 10128"/>
                      <a:gd name="connsiteX10" fmla="*/ 2179 w 8600"/>
                      <a:gd name="connsiteY10" fmla="*/ 7898 h 10128"/>
                      <a:gd name="connsiteX11" fmla="*/ 1187 w 8600"/>
                      <a:gd name="connsiteY11" fmla="*/ 7498 h 10128"/>
                      <a:gd name="connsiteX12" fmla="*/ 4 w 8600"/>
                      <a:gd name="connsiteY12" fmla="*/ 4042 h 10128"/>
                      <a:gd name="connsiteX0" fmla="*/ 4 w 9326"/>
                      <a:gd name="connsiteY0" fmla="*/ 3988 h 9997"/>
                      <a:gd name="connsiteX1" fmla="*/ 830 w 9326"/>
                      <a:gd name="connsiteY1" fmla="*/ 1575 h 9997"/>
                      <a:gd name="connsiteX2" fmla="*/ 3639 w 9326"/>
                      <a:gd name="connsiteY2" fmla="*/ 993 h 9997"/>
                      <a:gd name="connsiteX3" fmla="*/ 5807 w 9326"/>
                      <a:gd name="connsiteY3" fmla="*/ 0 h 9997"/>
                      <a:gd name="connsiteX4" fmla="*/ 7813 w 9326"/>
                      <a:gd name="connsiteY4" fmla="*/ 996 h 9997"/>
                      <a:gd name="connsiteX5" fmla="*/ 9324 w 9326"/>
                      <a:gd name="connsiteY5" fmla="*/ 5746 h 9997"/>
                      <a:gd name="connsiteX6" fmla="*/ 8133 w 9326"/>
                      <a:gd name="connsiteY6" fmla="*/ 9204 h 9997"/>
                      <a:gd name="connsiteX7" fmla="*/ 6170 w 9326"/>
                      <a:gd name="connsiteY7" fmla="*/ 8731 h 9997"/>
                      <a:gd name="connsiteX8" fmla="*/ 5082 w 9326"/>
                      <a:gd name="connsiteY8" fmla="*/ 9787 h 9997"/>
                      <a:gd name="connsiteX9" fmla="*/ 3650 w 9326"/>
                      <a:gd name="connsiteY9" fmla="*/ 9892 h 9997"/>
                      <a:gd name="connsiteX10" fmla="*/ 2533 w 9326"/>
                      <a:gd name="connsiteY10" fmla="*/ 7795 h 9997"/>
                      <a:gd name="connsiteX11" fmla="*/ 1379 w 9326"/>
                      <a:gd name="connsiteY11" fmla="*/ 7400 h 9997"/>
                      <a:gd name="connsiteX12" fmla="*/ 4 w 9326"/>
                      <a:gd name="connsiteY12" fmla="*/ 3988 h 9997"/>
                      <a:gd name="connsiteX0" fmla="*/ 4 w 10001"/>
                      <a:gd name="connsiteY0" fmla="*/ 3989 h 10041"/>
                      <a:gd name="connsiteX1" fmla="*/ 890 w 10001"/>
                      <a:gd name="connsiteY1" fmla="*/ 1575 h 10041"/>
                      <a:gd name="connsiteX2" fmla="*/ 3902 w 10001"/>
                      <a:gd name="connsiteY2" fmla="*/ 993 h 10041"/>
                      <a:gd name="connsiteX3" fmla="*/ 6227 w 10001"/>
                      <a:gd name="connsiteY3" fmla="*/ 0 h 10041"/>
                      <a:gd name="connsiteX4" fmla="*/ 8378 w 10001"/>
                      <a:gd name="connsiteY4" fmla="*/ 996 h 10041"/>
                      <a:gd name="connsiteX5" fmla="*/ 9998 w 10001"/>
                      <a:gd name="connsiteY5" fmla="*/ 5748 h 10041"/>
                      <a:gd name="connsiteX6" fmla="*/ 8721 w 10001"/>
                      <a:gd name="connsiteY6" fmla="*/ 9207 h 10041"/>
                      <a:gd name="connsiteX7" fmla="*/ 5449 w 10001"/>
                      <a:gd name="connsiteY7" fmla="*/ 9790 h 10041"/>
                      <a:gd name="connsiteX8" fmla="*/ 3914 w 10001"/>
                      <a:gd name="connsiteY8" fmla="*/ 9895 h 10041"/>
                      <a:gd name="connsiteX9" fmla="*/ 2716 w 10001"/>
                      <a:gd name="connsiteY9" fmla="*/ 7797 h 10041"/>
                      <a:gd name="connsiteX10" fmla="*/ 1479 w 10001"/>
                      <a:gd name="connsiteY10" fmla="*/ 7402 h 10041"/>
                      <a:gd name="connsiteX11" fmla="*/ 4 w 10001"/>
                      <a:gd name="connsiteY11" fmla="*/ 3989 h 10041"/>
                      <a:gd name="connsiteX0" fmla="*/ 4 w 10001"/>
                      <a:gd name="connsiteY0" fmla="*/ 3989 h 14825"/>
                      <a:gd name="connsiteX1" fmla="*/ 890 w 10001"/>
                      <a:gd name="connsiteY1" fmla="*/ 1575 h 14825"/>
                      <a:gd name="connsiteX2" fmla="*/ 3902 w 10001"/>
                      <a:gd name="connsiteY2" fmla="*/ 993 h 14825"/>
                      <a:gd name="connsiteX3" fmla="*/ 6227 w 10001"/>
                      <a:gd name="connsiteY3" fmla="*/ 0 h 14825"/>
                      <a:gd name="connsiteX4" fmla="*/ 8378 w 10001"/>
                      <a:gd name="connsiteY4" fmla="*/ 996 h 14825"/>
                      <a:gd name="connsiteX5" fmla="*/ 9998 w 10001"/>
                      <a:gd name="connsiteY5" fmla="*/ 5748 h 14825"/>
                      <a:gd name="connsiteX6" fmla="*/ 8721 w 10001"/>
                      <a:gd name="connsiteY6" fmla="*/ 9207 h 14825"/>
                      <a:gd name="connsiteX7" fmla="*/ 6011 w 10001"/>
                      <a:gd name="connsiteY7" fmla="*/ 14823 h 14825"/>
                      <a:gd name="connsiteX8" fmla="*/ 3914 w 10001"/>
                      <a:gd name="connsiteY8" fmla="*/ 9895 h 14825"/>
                      <a:gd name="connsiteX9" fmla="*/ 2716 w 10001"/>
                      <a:gd name="connsiteY9" fmla="*/ 7797 h 14825"/>
                      <a:gd name="connsiteX10" fmla="*/ 1479 w 10001"/>
                      <a:gd name="connsiteY10" fmla="*/ 7402 h 14825"/>
                      <a:gd name="connsiteX11" fmla="*/ 4 w 10001"/>
                      <a:gd name="connsiteY11" fmla="*/ 3989 h 14825"/>
                      <a:gd name="connsiteX0" fmla="*/ 4 w 10001"/>
                      <a:gd name="connsiteY0" fmla="*/ 7436 h 18272"/>
                      <a:gd name="connsiteX1" fmla="*/ 890 w 10001"/>
                      <a:gd name="connsiteY1" fmla="*/ 5022 h 18272"/>
                      <a:gd name="connsiteX2" fmla="*/ 3902 w 10001"/>
                      <a:gd name="connsiteY2" fmla="*/ 4440 h 18272"/>
                      <a:gd name="connsiteX3" fmla="*/ 6026 w 10001"/>
                      <a:gd name="connsiteY3" fmla="*/ 0 h 18272"/>
                      <a:gd name="connsiteX4" fmla="*/ 8378 w 10001"/>
                      <a:gd name="connsiteY4" fmla="*/ 4443 h 18272"/>
                      <a:gd name="connsiteX5" fmla="*/ 9998 w 10001"/>
                      <a:gd name="connsiteY5" fmla="*/ 9195 h 18272"/>
                      <a:gd name="connsiteX6" fmla="*/ 8721 w 10001"/>
                      <a:gd name="connsiteY6" fmla="*/ 12654 h 18272"/>
                      <a:gd name="connsiteX7" fmla="*/ 6011 w 10001"/>
                      <a:gd name="connsiteY7" fmla="*/ 18270 h 18272"/>
                      <a:gd name="connsiteX8" fmla="*/ 3914 w 10001"/>
                      <a:gd name="connsiteY8" fmla="*/ 13342 h 18272"/>
                      <a:gd name="connsiteX9" fmla="*/ 2716 w 10001"/>
                      <a:gd name="connsiteY9" fmla="*/ 11244 h 18272"/>
                      <a:gd name="connsiteX10" fmla="*/ 1479 w 10001"/>
                      <a:gd name="connsiteY10" fmla="*/ 10849 h 18272"/>
                      <a:gd name="connsiteX11" fmla="*/ 4 w 10001"/>
                      <a:gd name="connsiteY11" fmla="*/ 7436 h 18272"/>
                      <a:gd name="connsiteX0" fmla="*/ 1 w 9998"/>
                      <a:gd name="connsiteY0" fmla="*/ 7436 h 18272"/>
                      <a:gd name="connsiteX1" fmla="*/ 3899 w 9998"/>
                      <a:gd name="connsiteY1" fmla="*/ 4440 h 18272"/>
                      <a:gd name="connsiteX2" fmla="*/ 6023 w 9998"/>
                      <a:gd name="connsiteY2" fmla="*/ 0 h 18272"/>
                      <a:gd name="connsiteX3" fmla="*/ 8375 w 9998"/>
                      <a:gd name="connsiteY3" fmla="*/ 4443 h 18272"/>
                      <a:gd name="connsiteX4" fmla="*/ 9995 w 9998"/>
                      <a:gd name="connsiteY4" fmla="*/ 9195 h 18272"/>
                      <a:gd name="connsiteX5" fmla="*/ 8718 w 9998"/>
                      <a:gd name="connsiteY5" fmla="*/ 12654 h 18272"/>
                      <a:gd name="connsiteX6" fmla="*/ 6008 w 9998"/>
                      <a:gd name="connsiteY6" fmla="*/ 18270 h 18272"/>
                      <a:gd name="connsiteX7" fmla="*/ 3911 w 9998"/>
                      <a:gd name="connsiteY7" fmla="*/ 13342 h 18272"/>
                      <a:gd name="connsiteX8" fmla="*/ 2713 w 9998"/>
                      <a:gd name="connsiteY8" fmla="*/ 11244 h 18272"/>
                      <a:gd name="connsiteX9" fmla="*/ 1476 w 9998"/>
                      <a:gd name="connsiteY9" fmla="*/ 10849 h 18272"/>
                      <a:gd name="connsiteX10" fmla="*/ 1 w 9998"/>
                      <a:gd name="connsiteY10" fmla="*/ 7436 h 18272"/>
                      <a:gd name="connsiteX0" fmla="*/ 35 w 8559"/>
                      <a:gd name="connsiteY0" fmla="*/ 5938 h 10000"/>
                      <a:gd name="connsiteX1" fmla="*/ 2459 w 8559"/>
                      <a:gd name="connsiteY1" fmla="*/ 2430 h 10000"/>
                      <a:gd name="connsiteX2" fmla="*/ 4583 w 8559"/>
                      <a:gd name="connsiteY2" fmla="*/ 0 h 10000"/>
                      <a:gd name="connsiteX3" fmla="*/ 6936 w 8559"/>
                      <a:gd name="connsiteY3" fmla="*/ 2432 h 10000"/>
                      <a:gd name="connsiteX4" fmla="*/ 8556 w 8559"/>
                      <a:gd name="connsiteY4" fmla="*/ 5032 h 10000"/>
                      <a:gd name="connsiteX5" fmla="*/ 7279 w 8559"/>
                      <a:gd name="connsiteY5" fmla="*/ 6925 h 10000"/>
                      <a:gd name="connsiteX6" fmla="*/ 4568 w 8559"/>
                      <a:gd name="connsiteY6" fmla="*/ 9999 h 10000"/>
                      <a:gd name="connsiteX7" fmla="*/ 2471 w 8559"/>
                      <a:gd name="connsiteY7" fmla="*/ 7302 h 10000"/>
                      <a:gd name="connsiteX8" fmla="*/ 1273 w 8559"/>
                      <a:gd name="connsiteY8" fmla="*/ 6154 h 10000"/>
                      <a:gd name="connsiteX9" fmla="*/ 35 w 8559"/>
                      <a:gd name="connsiteY9" fmla="*/ 5938 h 10000"/>
                      <a:gd name="connsiteX0" fmla="*/ 49 w 9820"/>
                      <a:gd name="connsiteY0" fmla="*/ 4655 h 10000"/>
                      <a:gd name="connsiteX1" fmla="*/ 2693 w 9820"/>
                      <a:gd name="connsiteY1" fmla="*/ 2430 h 10000"/>
                      <a:gd name="connsiteX2" fmla="*/ 5175 w 9820"/>
                      <a:gd name="connsiteY2" fmla="*/ 0 h 10000"/>
                      <a:gd name="connsiteX3" fmla="*/ 7924 w 9820"/>
                      <a:gd name="connsiteY3" fmla="*/ 2432 h 10000"/>
                      <a:gd name="connsiteX4" fmla="*/ 9816 w 9820"/>
                      <a:gd name="connsiteY4" fmla="*/ 5032 h 10000"/>
                      <a:gd name="connsiteX5" fmla="*/ 8324 w 9820"/>
                      <a:gd name="connsiteY5" fmla="*/ 6925 h 10000"/>
                      <a:gd name="connsiteX6" fmla="*/ 5157 w 9820"/>
                      <a:gd name="connsiteY6" fmla="*/ 9999 h 10000"/>
                      <a:gd name="connsiteX7" fmla="*/ 2707 w 9820"/>
                      <a:gd name="connsiteY7" fmla="*/ 7302 h 10000"/>
                      <a:gd name="connsiteX8" fmla="*/ 1307 w 9820"/>
                      <a:gd name="connsiteY8" fmla="*/ 6154 h 10000"/>
                      <a:gd name="connsiteX9" fmla="*/ 49 w 9820"/>
                      <a:gd name="connsiteY9" fmla="*/ 4655 h 10000"/>
                      <a:gd name="connsiteX0" fmla="*/ 45 w 9995"/>
                      <a:gd name="connsiteY0" fmla="*/ 4655 h 10000"/>
                      <a:gd name="connsiteX1" fmla="*/ 2737 w 9995"/>
                      <a:gd name="connsiteY1" fmla="*/ 2430 h 10000"/>
                      <a:gd name="connsiteX2" fmla="*/ 5265 w 9995"/>
                      <a:gd name="connsiteY2" fmla="*/ 0 h 10000"/>
                      <a:gd name="connsiteX3" fmla="*/ 8064 w 9995"/>
                      <a:gd name="connsiteY3" fmla="*/ 2432 h 10000"/>
                      <a:gd name="connsiteX4" fmla="*/ 9991 w 9995"/>
                      <a:gd name="connsiteY4" fmla="*/ 5032 h 10000"/>
                      <a:gd name="connsiteX5" fmla="*/ 8472 w 9995"/>
                      <a:gd name="connsiteY5" fmla="*/ 6925 h 10000"/>
                      <a:gd name="connsiteX6" fmla="*/ 5247 w 9995"/>
                      <a:gd name="connsiteY6" fmla="*/ 9999 h 10000"/>
                      <a:gd name="connsiteX7" fmla="*/ 2752 w 9995"/>
                      <a:gd name="connsiteY7" fmla="*/ 7302 h 10000"/>
                      <a:gd name="connsiteX8" fmla="*/ 1374 w 9995"/>
                      <a:gd name="connsiteY8" fmla="*/ 6984 h 10000"/>
                      <a:gd name="connsiteX9" fmla="*/ 45 w 9995"/>
                      <a:gd name="connsiteY9" fmla="*/ 4655 h 10000"/>
                      <a:gd name="connsiteX0" fmla="*/ 45 w 10000"/>
                      <a:gd name="connsiteY0" fmla="*/ 5032 h 10377"/>
                      <a:gd name="connsiteX1" fmla="*/ 2738 w 10000"/>
                      <a:gd name="connsiteY1" fmla="*/ 2807 h 10377"/>
                      <a:gd name="connsiteX2" fmla="*/ 4886 w 10000"/>
                      <a:gd name="connsiteY2" fmla="*/ 0 h 10377"/>
                      <a:gd name="connsiteX3" fmla="*/ 8068 w 10000"/>
                      <a:gd name="connsiteY3" fmla="*/ 2809 h 10377"/>
                      <a:gd name="connsiteX4" fmla="*/ 9996 w 10000"/>
                      <a:gd name="connsiteY4" fmla="*/ 5409 h 10377"/>
                      <a:gd name="connsiteX5" fmla="*/ 8476 w 10000"/>
                      <a:gd name="connsiteY5" fmla="*/ 7302 h 10377"/>
                      <a:gd name="connsiteX6" fmla="*/ 5250 w 10000"/>
                      <a:gd name="connsiteY6" fmla="*/ 10376 h 10377"/>
                      <a:gd name="connsiteX7" fmla="*/ 2753 w 10000"/>
                      <a:gd name="connsiteY7" fmla="*/ 7679 h 10377"/>
                      <a:gd name="connsiteX8" fmla="*/ 1375 w 10000"/>
                      <a:gd name="connsiteY8" fmla="*/ 7361 h 10377"/>
                      <a:gd name="connsiteX9" fmla="*/ 45 w 10000"/>
                      <a:gd name="connsiteY9" fmla="*/ 5032 h 10377"/>
                      <a:gd name="connsiteX0" fmla="*/ 45 w 10000"/>
                      <a:gd name="connsiteY0" fmla="*/ 5036 h 10381"/>
                      <a:gd name="connsiteX1" fmla="*/ 2738 w 10000"/>
                      <a:gd name="connsiteY1" fmla="*/ 2811 h 10381"/>
                      <a:gd name="connsiteX2" fmla="*/ 4886 w 10000"/>
                      <a:gd name="connsiteY2" fmla="*/ 4 h 10381"/>
                      <a:gd name="connsiteX3" fmla="*/ 8068 w 10000"/>
                      <a:gd name="connsiteY3" fmla="*/ 2813 h 10381"/>
                      <a:gd name="connsiteX4" fmla="*/ 9996 w 10000"/>
                      <a:gd name="connsiteY4" fmla="*/ 5413 h 10381"/>
                      <a:gd name="connsiteX5" fmla="*/ 8476 w 10000"/>
                      <a:gd name="connsiteY5" fmla="*/ 7306 h 10381"/>
                      <a:gd name="connsiteX6" fmla="*/ 5250 w 10000"/>
                      <a:gd name="connsiteY6" fmla="*/ 10380 h 10381"/>
                      <a:gd name="connsiteX7" fmla="*/ 2753 w 10000"/>
                      <a:gd name="connsiteY7" fmla="*/ 7683 h 10381"/>
                      <a:gd name="connsiteX8" fmla="*/ 1375 w 10000"/>
                      <a:gd name="connsiteY8" fmla="*/ 7365 h 10381"/>
                      <a:gd name="connsiteX9" fmla="*/ 45 w 10000"/>
                      <a:gd name="connsiteY9" fmla="*/ 5036 h 10381"/>
                      <a:gd name="connsiteX0" fmla="*/ 45 w 10000"/>
                      <a:gd name="connsiteY0" fmla="*/ 5036 h 10796"/>
                      <a:gd name="connsiteX1" fmla="*/ 2738 w 10000"/>
                      <a:gd name="connsiteY1" fmla="*/ 2811 h 10796"/>
                      <a:gd name="connsiteX2" fmla="*/ 4886 w 10000"/>
                      <a:gd name="connsiteY2" fmla="*/ 4 h 10796"/>
                      <a:gd name="connsiteX3" fmla="*/ 8068 w 10000"/>
                      <a:gd name="connsiteY3" fmla="*/ 2813 h 10796"/>
                      <a:gd name="connsiteX4" fmla="*/ 9996 w 10000"/>
                      <a:gd name="connsiteY4" fmla="*/ 5413 h 10796"/>
                      <a:gd name="connsiteX5" fmla="*/ 8476 w 10000"/>
                      <a:gd name="connsiteY5" fmla="*/ 7306 h 10796"/>
                      <a:gd name="connsiteX6" fmla="*/ 5202 w 10000"/>
                      <a:gd name="connsiteY6" fmla="*/ 10795 h 10796"/>
                      <a:gd name="connsiteX7" fmla="*/ 2753 w 10000"/>
                      <a:gd name="connsiteY7" fmla="*/ 7683 h 10796"/>
                      <a:gd name="connsiteX8" fmla="*/ 1375 w 10000"/>
                      <a:gd name="connsiteY8" fmla="*/ 7365 h 10796"/>
                      <a:gd name="connsiteX9" fmla="*/ 45 w 10000"/>
                      <a:gd name="connsiteY9" fmla="*/ 5036 h 10796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000" h="10795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461" name="Group 460">
                    <a:extLst>
                      <a:ext uri="{FF2B5EF4-FFF2-40B4-BE49-F238E27FC236}">
                        <a16:creationId xmlns:a16="http://schemas.microsoft.com/office/drawing/2014/main" id="{847C0145-AA17-C74A-85B9-5E0D57F0D1B3}"/>
                      </a:ext>
                    </a:extLst>
                  </p:cNvPr>
                  <p:cNvGrpSpPr/>
                  <p:nvPr/>
                </p:nvGrpSpPr>
                <p:grpSpPr>
                  <a:xfrm>
                    <a:off x="-1935370" y="2935816"/>
                    <a:ext cx="2333625" cy="1590649"/>
                    <a:chOff x="833331" y="2873352"/>
                    <a:chExt cx="2333625" cy="1590649"/>
                  </a:xfrm>
                </p:grpSpPr>
                <p:grpSp>
                  <p:nvGrpSpPr>
                    <p:cNvPr id="462" name="Group 461">
                      <a:extLst>
                        <a:ext uri="{FF2B5EF4-FFF2-40B4-BE49-F238E27FC236}">
                          <a16:creationId xmlns:a16="http://schemas.microsoft.com/office/drawing/2014/main" id="{A5C51D94-249F-7C4E-B7E3-5E7F7DA98BD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36090" y="287335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509" name="Group 327">
                        <a:extLst>
                          <a:ext uri="{FF2B5EF4-FFF2-40B4-BE49-F238E27FC236}">
                            <a16:creationId xmlns:a16="http://schemas.microsoft.com/office/drawing/2014/main" id="{2C9A79DA-183D-8E45-9710-90EB9AC04CF5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513" name="Oval 512">
                          <a:extLst>
                            <a:ext uri="{FF2B5EF4-FFF2-40B4-BE49-F238E27FC236}">
                              <a16:creationId xmlns:a16="http://schemas.microsoft.com/office/drawing/2014/main" id="{C7A51832-3A14-2F46-BE2E-FD419D2D323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14" name="Rectangle 513">
                          <a:extLst>
                            <a:ext uri="{FF2B5EF4-FFF2-40B4-BE49-F238E27FC236}">
                              <a16:creationId xmlns:a16="http://schemas.microsoft.com/office/drawing/2014/main" id="{F540465D-4FA5-8F4B-89B8-318B91C866D1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15" name="Oval 514">
                          <a:extLst>
                            <a:ext uri="{FF2B5EF4-FFF2-40B4-BE49-F238E27FC236}">
                              <a16:creationId xmlns:a16="http://schemas.microsoft.com/office/drawing/2014/main" id="{2AD877B4-4F58-AF4E-8440-08B26889F9A3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16" name="Freeform 515">
                          <a:extLst>
                            <a:ext uri="{FF2B5EF4-FFF2-40B4-BE49-F238E27FC236}">
                              <a16:creationId xmlns:a16="http://schemas.microsoft.com/office/drawing/2014/main" id="{2075DF2F-E937-EC4C-B4A7-98ABE1BBD099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17" name="Freeform 516">
                          <a:extLst>
                            <a:ext uri="{FF2B5EF4-FFF2-40B4-BE49-F238E27FC236}">
                              <a16:creationId xmlns:a16="http://schemas.microsoft.com/office/drawing/2014/main" id="{667455BC-A2B1-964F-BB33-EDD95E22B0F1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18" name="Freeform 517">
                          <a:extLst>
                            <a:ext uri="{FF2B5EF4-FFF2-40B4-BE49-F238E27FC236}">
                              <a16:creationId xmlns:a16="http://schemas.microsoft.com/office/drawing/2014/main" id="{7104D447-A313-0245-838D-2D65E179BC67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19" name="Freeform 518">
                          <a:extLst>
                            <a:ext uri="{FF2B5EF4-FFF2-40B4-BE49-F238E27FC236}">
                              <a16:creationId xmlns:a16="http://schemas.microsoft.com/office/drawing/2014/main" id="{C8857D39-9558-884B-B11F-DC6DC08593DE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520" name="Straight Connector 519">
                          <a:extLst>
                            <a:ext uri="{FF2B5EF4-FFF2-40B4-BE49-F238E27FC236}">
                              <a16:creationId xmlns:a16="http://schemas.microsoft.com/office/drawing/2014/main" id="{8533C222-A8F0-C14E-9865-EB2CE2ED60DA}"/>
                            </a:ext>
                          </a:extLst>
                        </p:cNvPr>
                        <p:cNvCxnSpPr>
                          <a:endCxn id="515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521" name="Straight Connector 520">
                          <a:extLst>
                            <a:ext uri="{FF2B5EF4-FFF2-40B4-BE49-F238E27FC236}">
                              <a16:creationId xmlns:a16="http://schemas.microsoft.com/office/drawing/2014/main" id="{C7C29E43-3D2E-6C48-8BF6-75FF58BA40DF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510" name="Group 509">
                        <a:extLst>
                          <a:ext uri="{FF2B5EF4-FFF2-40B4-BE49-F238E27FC236}">
                            <a16:creationId xmlns:a16="http://schemas.microsoft.com/office/drawing/2014/main" id="{9DF38CB5-4F35-2C48-ABEE-7FDDEB47A73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511" name="Oval 510">
                          <a:extLst>
                            <a:ext uri="{FF2B5EF4-FFF2-40B4-BE49-F238E27FC236}">
                              <a16:creationId xmlns:a16="http://schemas.microsoft.com/office/drawing/2014/main" id="{964D495F-FCD3-974C-B14C-0DD0744D39DA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12" name="TextBox 511">
                          <a:extLst>
                            <a:ext uri="{FF2B5EF4-FFF2-40B4-BE49-F238E27FC236}">
                              <a16:creationId xmlns:a16="http://schemas.microsoft.com/office/drawing/2014/main" id="{B360CC76-5708-E54C-BB1F-B87E36B6ECDA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1b</a:t>
                          </a:r>
                        </a:p>
                      </p:txBody>
                    </p:sp>
                  </p:grpSp>
                </p:grpSp>
                <p:grpSp>
                  <p:nvGrpSpPr>
                    <p:cNvPr id="463" name="Group 462">
                      <a:extLst>
                        <a:ext uri="{FF2B5EF4-FFF2-40B4-BE49-F238E27FC236}">
                          <a16:creationId xmlns:a16="http://schemas.microsoft.com/office/drawing/2014/main" id="{849157BB-C005-3548-B1BA-012A1A118AC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40320" y="409466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496" name="Group 327">
                        <a:extLst>
                          <a:ext uri="{FF2B5EF4-FFF2-40B4-BE49-F238E27FC236}">
                            <a16:creationId xmlns:a16="http://schemas.microsoft.com/office/drawing/2014/main" id="{EF49974E-1ED5-E447-8244-106992273B93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500" name="Oval 499">
                          <a:extLst>
                            <a:ext uri="{FF2B5EF4-FFF2-40B4-BE49-F238E27FC236}">
                              <a16:creationId xmlns:a16="http://schemas.microsoft.com/office/drawing/2014/main" id="{FB0DA6F4-6EF6-464A-8563-109BE95477D5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01" name="Rectangle 500">
                          <a:extLst>
                            <a:ext uri="{FF2B5EF4-FFF2-40B4-BE49-F238E27FC236}">
                              <a16:creationId xmlns:a16="http://schemas.microsoft.com/office/drawing/2014/main" id="{21F6A7C6-2A4B-0745-8EAC-9DEC2A089F3C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02" name="Oval 501">
                          <a:extLst>
                            <a:ext uri="{FF2B5EF4-FFF2-40B4-BE49-F238E27FC236}">
                              <a16:creationId xmlns:a16="http://schemas.microsoft.com/office/drawing/2014/main" id="{FC7443CC-07C2-DB45-A7EE-97E2D8BB027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03" name="Freeform 502">
                          <a:extLst>
                            <a:ext uri="{FF2B5EF4-FFF2-40B4-BE49-F238E27FC236}">
                              <a16:creationId xmlns:a16="http://schemas.microsoft.com/office/drawing/2014/main" id="{BC280D28-6207-6E4A-8A46-E664F012B9A5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04" name="Freeform 503">
                          <a:extLst>
                            <a:ext uri="{FF2B5EF4-FFF2-40B4-BE49-F238E27FC236}">
                              <a16:creationId xmlns:a16="http://schemas.microsoft.com/office/drawing/2014/main" id="{EBBCC31C-C1F3-F94E-BF37-DAE4DBC673E2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05" name="Freeform 504">
                          <a:extLst>
                            <a:ext uri="{FF2B5EF4-FFF2-40B4-BE49-F238E27FC236}">
                              <a16:creationId xmlns:a16="http://schemas.microsoft.com/office/drawing/2014/main" id="{086F70A3-C801-8D40-A960-9E47ED044222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506" name="Freeform 505">
                          <a:extLst>
                            <a:ext uri="{FF2B5EF4-FFF2-40B4-BE49-F238E27FC236}">
                              <a16:creationId xmlns:a16="http://schemas.microsoft.com/office/drawing/2014/main" id="{90E7DDDE-599F-E441-9DF4-003CC1B435BF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507" name="Straight Connector 506">
                          <a:extLst>
                            <a:ext uri="{FF2B5EF4-FFF2-40B4-BE49-F238E27FC236}">
                              <a16:creationId xmlns:a16="http://schemas.microsoft.com/office/drawing/2014/main" id="{893A90BA-5926-CC40-96CB-52F231D33E1E}"/>
                            </a:ext>
                          </a:extLst>
                        </p:cNvPr>
                        <p:cNvCxnSpPr>
                          <a:endCxn id="502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508" name="Straight Connector 507">
                          <a:extLst>
                            <a:ext uri="{FF2B5EF4-FFF2-40B4-BE49-F238E27FC236}">
                              <a16:creationId xmlns:a16="http://schemas.microsoft.com/office/drawing/2014/main" id="{B9842FD6-BF2A-704C-B8FC-DA10B47AB276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497" name="Group 496">
                        <a:extLst>
                          <a:ext uri="{FF2B5EF4-FFF2-40B4-BE49-F238E27FC236}">
                            <a16:creationId xmlns:a16="http://schemas.microsoft.com/office/drawing/2014/main" id="{11023790-AD69-FA41-AF93-08B4489E3AC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498" name="Oval 497">
                          <a:extLst>
                            <a:ext uri="{FF2B5EF4-FFF2-40B4-BE49-F238E27FC236}">
                              <a16:creationId xmlns:a16="http://schemas.microsoft.com/office/drawing/2014/main" id="{681049CE-10AA-0346-AFA8-6FDC53F5F42D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99" name="TextBox 498">
                          <a:extLst>
                            <a:ext uri="{FF2B5EF4-FFF2-40B4-BE49-F238E27FC236}">
                              <a16:creationId xmlns:a16="http://schemas.microsoft.com/office/drawing/2014/main" id="{885304DC-2F43-D04B-B170-06B6EDCAA09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1d</a:t>
                          </a:r>
                        </a:p>
                      </p:txBody>
                    </p:sp>
                  </p:grpSp>
                </p:grpSp>
                <p:grpSp>
                  <p:nvGrpSpPr>
                    <p:cNvPr id="464" name="Group 463">
                      <a:extLst>
                        <a:ext uri="{FF2B5EF4-FFF2-40B4-BE49-F238E27FC236}">
                          <a16:creationId xmlns:a16="http://schemas.microsoft.com/office/drawing/2014/main" id="{DC4EC595-C485-DD46-9195-B81F23C5307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01806" y="348507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483" name="Group 327">
                        <a:extLst>
                          <a:ext uri="{FF2B5EF4-FFF2-40B4-BE49-F238E27FC236}">
                            <a16:creationId xmlns:a16="http://schemas.microsoft.com/office/drawing/2014/main" id="{DA436D2A-4C54-9847-99BD-C747C002F0EE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487" name="Oval 486">
                          <a:extLst>
                            <a:ext uri="{FF2B5EF4-FFF2-40B4-BE49-F238E27FC236}">
                              <a16:creationId xmlns:a16="http://schemas.microsoft.com/office/drawing/2014/main" id="{78B65C4C-8AAA-3642-A7CE-A10619D49BE4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88" name="Rectangle 487">
                          <a:extLst>
                            <a:ext uri="{FF2B5EF4-FFF2-40B4-BE49-F238E27FC236}">
                              <a16:creationId xmlns:a16="http://schemas.microsoft.com/office/drawing/2014/main" id="{A525720D-27A0-2049-AA49-205CE43335A1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89" name="Oval 488">
                          <a:extLst>
                            <a:ext uri="{FF2B5EF4-FFF2-40B4-BE49-F238E27FC236}">
                              <a16:creationId xmlns:a16="http://schemas.microsoft.com/office/drawing/2014/main" id="{DFDBDB36-E1F6-1E4B-AC8D-BB8B9A65BDD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90" name="Freeform 489">
                          <a:extLst>
                            <a:ext uri="{FF2B5EF4-FFF2-40B4-BE49-F238E27FC236}">
                              <a16:creationId xmlns:a16="http://schemas.microsoft.com/office/drawing/2014/main" id="{C32E00A5-45C2-D847-BAB9-C11E9834F3F3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91" name="Freeform 490">
                          <a:extLst>
                            <a:ext uri="{FF2B5EF4-FFF2-40B4-BE49-F238E27FC236}">
                              <a16:creationId xmlns:a16="http://schemas.microsoft.com/office/drawing/2014/main" id="{31DC4B7B-D3AA-9B48-8802-CA05B827841E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92" name="Freeform 491">
                          <a:extLst>
                            <a:ext uri="{FF2B5EF4-FFF2-40B4-BE49-F238E27FC236}">
                              <a16:creationId xmlns:a16="http://schemas.microsoft.com/office/drawing/2014/main" id="{AF29DBD7-4053-9B4C-A67A-C9ECC444C268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93" name="Freeform 492">
                          <a:extLst>
                            <a:ext uri="{FF2B5EF4-FFF2-40B4-BE49-F238E27FC236}">
                              <a16:creationId xmlns:a16="http://schemas.microsoft.com/office/drawing/2014/main" id="{6880D128-8B5E-B94A-84E9-5525E283EB85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494" name="Straight Connector 493">
                          <a:extLst>
                            <a:ext uri="{FF2B5EF4-FFF2-40B4-BE49-F238E27FC236}">
                              <a16:creationId xmlns:a16="http://schemas.microsoft.com/office/drawing/2014/main" id="{5E6E8189-AC44-6743-9D17-5E8625CBC5BF}"/>
                            </a:ext>
                          </a:extLst>
                        </p:cNvPr>
                        <p:cNvCxnSpPr>
                          <a:endCxn id="489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495" name="Straight Connector 494">
                          <a:extLst>
                            <a:ext uri="{FF2B5EF4-FFF2-40B4-BE49-F238E27FC236}">
                              <a16:creationId xmlns:a16="http://schemas.microsoft.com/office/drawing/2014/main" id="{34BA406C-7551-FE42-8563-B9FC2B4A5971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484" name="Group 483">
                        <a:extLst>
                          <a:ext uri="{FF2B5EF4-FFF2-40B4-BE49-F238E27FC236}">
                            <a16:creationId xmlns:a16="http://schemas.microsoft.com/office/drawing/2014/main" id="{A387A1D4-AADD-C740-87D1-573958E9949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28460" cy="369332"/>
                        <a:chOff x="667045" y="1708643"/>
                        <a:chExt cx="428460" cy="369332"/>
                      </a:xfrm>
                    </p:grpSpPr>
                    <p:sp>
                      <p:nvSpPr>
                        <p:cNvPr id="485" name="Oval 484">
                          <a:extLst>
                            <a:ext uri="{FF2B5EF4-FFF2-40B4-BE49-F238E27FC236}">
                              <a16:creationId xmlns:a16="http://schemas.microsoft.com/office/drawing/2014/main" id="{129168EF-D2B6-2D45-A4A3-25903E391E22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86" name="TextBox 485">
                          <a:extLst>
                            <a:ext uri="{FF2B5EF4-FFF2-40B4-BE49-F238E27FC236}">
                              <a16:creationId xmlns:a16="http://schemas.microsoft.com/office/drawing/2014/main" id="{927D1E9A-6392-E24D-B24D-59867DB597EA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28460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1c</a:t>
                          </a:r>
                        </a:p>
                      </p:txBody>
                    </p:sp>
                  </p:grpSp>
                </p:grpSp>
                <p:grpSp>
                  <p:nvGrpSpPr>
                    <p:cNvPr id="465" name="Group 464">
                      <a:extLst>
                        <a:ext uri="{FF2B5EF4-FFF2-40B4-BE49-F238E27FC236}">
                          <a16:creationId xmlns:a16="http://schemas.microsoft.com/office/drawing/2014/main" id="{6590946D-4A79-784C-A1A3-3FB0C4F7047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3331" y="347871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470" name="Group 327">
                        <a:extLst>
                          <a:ext uri="{FF2B5EF4-FFF2-40B4-BE49-F238E27FC236}">
                            <a16:creationId xmlns:a16="http://schemas.microsoft.com/office/drawing/2014/main" id="{C1CFD619-9078-9C4A-9947-B083B604A615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474" name="Oval 473">
                          <a:extLst>
                            <a:ext uri="{FF2B5EF4-FFF2-40B4-BE49-F238E27FC236}">
                              <a16:creationId xmlns:a16="http://schemas.microsoft.com/office/drawing/2014/main" id="{141F7B4D-E61B-234B-AF54-3B4B716FA95E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 flip="none"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0" scaled="1"/>
                          <a:tileRect/>
                        </a:gra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75" name="Rectangle 474">
                          <a:extLst>
                            <a:ext uri="{FF2B5EF4-FFF2-40B4-BE49-F238E27FC236}">
                              <a16:creationId xmlns:a16="http://schemas.microsoft.com/office/drawing/2014/main" id="{EF264F9C-E314-1E4A-8284-A95898A1FEAF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3333CC">
                                <a:lumMod val="75000"/>
                              </a:srgbClr>
                            </a:gs>
                            <a:gs pos="53000">
                              <a:srgbClr val="3333CC">
                                <a:lumMod val="60000"/>
                                <a:lumOff val="40000"/>
                              </a:srgbClr>
                            </a:gs>
                            <a:gs pos="100000">
                              <a:srgbClr val="3333CC">
                                <a:lumMod val="75000"/>
                              </a:srgbClr>
                            </a:gs>
                          </a:gsLst>
                          <a:lin ang="10800000" scaled="0"/>
                        </a:gradFill>
                        <a:ln w="25400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76" name="Oval 475">
                          <a:extLst>
                            <a:ext uri="{FF2B5EF4-FFF2-40B4-BE49-F238E27FC236}">
                              <a16:creationId xmlns:a16="http://schemas.microsoft.com/office/drawing/2014/main" id="{2415516F-F659-0245-A708-512786449939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 flipV="1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lumMod val="75000"/>
                          </a:srgbClr>
                        </a:solidFill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solidFill>
                                <a:srgbClr val="000000"/>
                              </a:solidFill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77" name="Freeform 476">
                          <a:extLst>
                            <a:ext uri="{FF2B5EF4-FFF2-40B4-BE49-F238E27FC236}">
                              <a16:creationId xmlns:a16="http://schemas.microsoft.com/office/drawing/2014/main" id="{62EFFBF9-2855-0C4F-8A89-A385012DB762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59708" y="1673868"/>
                          <a:ext cx="548339" cy="159438"/>
                        </a:xfrm>
                        <a:custGeom>
                          <a:avLst/>
                          <a:gdLst>
                            <a:gd name="connsiteX0" fmla="*/ 1486231 w 2944854"/>
                            <a:gd name="connsiteY0" fmla="*/ 727041 h 1302232"/>
                            <a:gd name="connsiteX1" fmla="*/ 257675 w 2944854"/>
                            <a:gd name="connsiteY1" fmla="*/ 1302232 h 1302232"/>
                            <a:gd name="connsiteX2" fmla="*/ 0 w 2944854"/>
                            <a:gd name="connsiteY2" fmla="*/ 1228607 h 1302232"/>
                            <a:gd name="connsiteX3" fmla="*/ 911064 w 2944854"/>
                            <a:gd name="connsiteY3" fmla="*/ 837478 h 1302232"/>
                            <a:gd name="connsiteX4" fmla="*/ 883456 w 2944854"/>
                            <a:gd name="connsiteY4" fmla="*/ 450949 h 1302232"/>
                            <a:gd name="connsiteX5" fmla="*/ 161047 w 2944854"/>
                            <a:gd name="connsiteY5" fmla="*/ 119640 h 1302232"/>
                            <a:gd name="connsiteX6" fmla="*/ 404917 w 2944854"/>
                            <a:gd name="connsiteY6" fmla="*/ 50617 h 1302232"/>
                            <a:gd name="connsiteX7" fmla="*/ 1477028 w 2944854"/>
                            <a:gd name="connsiteY7" fmla="*/ 501566 h 1302232"/>
                            <a:gd name="connsiteX8" fmla="*/ 2572146 w 2944854"/>
                            <a:gd name="connsiteY8" fmla="*/ 0 h 1302232"/>
                            <a:gd name="connsiteX9" fmla="*/ 2875834 w 2944854"/>
                            <a:gd name="connsiteY9" fmla="*/ 96632 h 1302232"/>
                            <a:gd name="connsiteX10" fmla="*/ 2079803 w 2944854"/>
                            <a:gd name="connsiteY10" fmla="*/ 432543 h 1302232"/>
                            <a:gd name="connsiteX11" fmla="*/ 2240850 w 2944854"/>
                            <a:gd name="connsiteY11" fmla="*/ 920305 h 1302232"/>
                            <a:gd name="connsiteX12" fmla="*/ 2944854 w 2944854"/>
                            <a:gd name="connsiteY12" fmla="*/ 1228607 h 1302232"/>
                            <a:gd name="connsiteX13" fmla="*/ 2733192 w 2944854"/>
                            <a:gd name="connsiteY13" fmla="*/ 1297630 h 1302232"/>
                            <a:gd name="connsiteX14" fmla="*/ 1486231 w 2944854"/>
                            <a:gd name="connsiteY14" fmla="*/ 727041 h 1302232"/>
                            <a:gd name="connsiteX0" fmla="*/ 1486231 w 2944854"/>
                            <a:gd name="connsiteY0" fmla="*/ 727041 h 1316375"/>
                            <a:gd name="connsiteX1" fmla="*/ 257675 w 2944854"/>
                            <a:gd name="connsiteY1" fmla="*/ 1302232 h 1316375"/>
                            <a:gd name="connsiteX2" fmla="*/ 0 w 2944854"/>
                            <a:gd name="connsiteY2" fmla="*/ 1228607 h 1316375"/>
                            <a:gd name="connsiteX3" fmla="*/ 911064 w 2944854"/>
                            <a:gd name="connsiteY3" fmla="*/ 837478 h 1316375"/>
                            <a:gd name="connsiteX4" fmla="*/ 883456 w 2944854"/>
                            <a:gd name="connsiteY4" fmla="*/ 450949 h 1316375"/>
                            <a:gd name="connsiteX5" fmla="*/ 161047 w 2944854"/>
                            <a:gd name="connsiteY5" fmla="*/ 119640 h 1316375"/>
                            <a:gd name="connsiteX6" fmla="*/ 404917 w 2944854"/>
                            <a:gd name="connsiteY6" fmla="*/ 50617 h 1316375"/>
                            <a:gd name="connsiteX7" fmla="*/ 1477028 w 2944854"/>
                            <a:gd name="connsiteY7" fmla="*/ 501566 h 1316375"/>
                            <a:gd name="connsiteX8" fmla="*/ 2572146 w 2944854"/>
                            <a:gd name="connsiteY8" fmla="*/ 0 h 1316375"/>
                            <a:gd name="connsiteX9" fmla="*/ 2875834 w 2944854"/>
                            <a:gd name="connsiteY9" fmla="*/ 96632 h 1316375"/>
                            <a:gd name="connsiteX10" fmla="*/ 2079803 w 2944854"/>
                            <a:gd name="connsiteY10" fmla="*/ 432543 h 1316375"/>
                            <a:gd name="connsiteX11" fmla="*/ 2240850 w 2944854"/>
                            <a:gd name="connsiteY11" fmla="*/ 920305 h 1316375"/>
                            <a:gd name="connsiteX12" fmla="*/ 2944854 w 2944854"/>
                            <a:gd name="connsiteY12" fmla="*/ 1228607 h 1316375"/>
                            <a:gd name="connsiteX13" fmla="*/ 2756623 w 2944854"/>
                            <a:gd name="connsiteY13" fmla="*/ 1316375 h 1316375"/>
                            <a:gd name="connsiteX14" fmla="*/ 1486231 w 2944854"/>
                            <a:gd name="connsiteY14" fmla="*/ 727041 h 1316375"/>
                            <a:gd name="connsiteX0" fmla="*/ 1486231 w 3024520"/>
                            <a:gd name="connsiteY0" fmla="*/ 727041 h 1316375"/>
                            <a:gd name="connsiteX1" fmla="*/ 257675 w 3024520"/>
                            <a:gd name="connsiteY1" fmla="*/ 1302232 h 1316375"/>
                            <a:gd name="connsiteX2" fmla="*/ 0 w 3024520"/>
                            <a:gd name="connsiteY2" fmla="*/ 1228607 h 1316375"/>
                            <a:gd name="connsiteX3" fmla="*/ 911064 w 3024520"/>
                            <a:gd name="connsiteY3" fmla="*/ 837478 h 1316375"/>
                            <a:gd name="connsiteX4" fmla="*/ 883456 w 3024520"/>
                            <a:gd name="connsiteY4" fmla="*/ 450949 h 1316375"/>
                            <a:gd name="connsiteX5" fmla="*/ 161047 w 3024520"/>
                            <a:gd name="connsiteY5" fmla="*/ 119640 h 1316375"/>
                            <a:gd name="connsiteX6" fmla="*/ 404917 w 3024520"/>
                            <a:gd name="connsiteY6" fmla="*/ 50617 h 1316375"/>
                            <a:gd name="connsiteX7" fmla="*/ 1477028 w 3024520"/>
                            <a:gd name="connsiteY7" fmla="*/ 501566 h 1316375"/>
                            <a:gd name="connsiteX8" fmla="*/ 2572146 w 3024520"/>
                            <a:gd name="connsiteY8" fmla="*/ 0 h 1316375"/>
                            <a:gd name="connsiteX9" fmla="*/ 2875834 w 3024520"/>
                            <a:gd name="connsiteY9" fmla="*/ 96632 h 1316375"/>
                            <a:gd name="connsiteX10" fmla="*/ 2079803 w 3024520"/>
                            <a:gd name="connsiteY10" fmla="*/ 432543 h 1316375"/>
                            <a:gd name="connsiteX11" fmla="*/ 2240850 w 3024520"/>
                            <a:gd name="connsiteY11" fmla="*/ 920305 h 1316375"/>
                            <a:gd name="connsiteX12" fmla="*/ 3024520 w 3024520"/>
                            <a:gd name="connsiteY12" fmla="*/ 1228607 h 1316375"/>
                            <a:gd name="connsiteX13" fmla="*/ 2756623 w 3024520"/>
                            <a:gd name="connsiteY13" fmla="*/ 1316375 h 1316375"/>
                            <a:gd name="connsiteX14" fmla="*/ 1486231 w 3024520"/>
                            <a:gd name="connsiteY14" fmla="*/ 727041 h 1316375"/>
                            <a:gd name="connsiteX0" fmla="*/ 1537780 w 3076069"/>
                            <a:gd name="connsiteY0" fmla="*/ 727041 h 1316375"/>
                            <a:gd name="connsiteX1" fmla="*/ 309224 w 3076069"/>
                            <a:gd name="connsiteY1" fmla="*/ 1302232 h 1316375"/>
                            <a:gd name="connsiteX2" fmla="*/ 0 w 3076069"/>
                            <a:gd name="connsiteY2" fmla="*/ 1228607 h 1316375"/>
                            <a:gd name="connsiteX3" fmla="*/ 962613 w 3076069"/>
                            <a:gd name="connsiteY3" fmla="*/ 837478 h 1316375"/>
                            <a:gd name="connsiteX4" fmla="*/ 935005 w 3076069"/>
                            <a:gd name="connsiteY4" fmla="*/ 450949 h 1316375"/>
                            <a:gd name="connsiteX5" fmla="*/ 212596 w 3076069"/>
                            <a:gd name="connsiteY5" fmla="*/ 119640 h 1316375"/>
                            <a:gd name="connsiteX6" fmla="*/ 456466 w 3076069"/>
                            <a:gd name="connsiteY6" fmla="*/ 50617 h 1316375"/>
                            <a:gd name="connsiteX7" fmla="*/ 1528577 w 3076069"/>
                            <a:gd name="connsiteY7" fmla="*/ 501566 h 1316375"/>
                            <a:gd name="connsiteX8" fmla="*/ 2623695 w 3076069"/>
                            <a:gd name="connsiteY8" fmla="*/ 0 h 1316375"/>
                            <a:gd name="connsiteX9" fmla="*/ 2927383 w 3076069"/>
                            <a:gd name="connsiteY9" fmla="*/ 96632 h 1316375"/>
                            <a:gd name="connsiteX10" fmla="*/ 2131352 w 3076069"/>
                            <a:gd name="connsiteY10" fmla="*/ 432543 h 1316375"/>
                            <a:gd name="connsiteX11" fmla="*/ 2292399 w 3076069"/>
                            <a:gd name="connsiteY11" fmla="*/ 920305 h 1316375"/>
                            <a:gd name="connsiteX12" fmla="*/ 3076069 w 3076069"/>
                            <a:gd name="connsiteY12" fmla="*/ 1228607 h 1316375"/>
                            <a:gd name="connsiteX13" fmla="*/ 2808172 w 3076069"/>
                            <a:gd name="connsiteY13" fmla="*/ 1316375 h 1316375"/>
                            <a:gd name="connsiteX14" fmla="*/ 1537780 w 3076069"/>
                            <a:gd name="connsiteY14" fmla="*/ 727041 h 1316375"/>
                            <a:gd name="connsiteX0" fmla="*/ 1537780 w 3076069"/>
                            <a:gd name="connsiteY0" fmla="*/ 727041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27041 h 1321259"/>
                            <a:gd name="connsiteX0" fmla="*/ 1537780 w 3076069"/>
                            <a:gd name="connsiteY0" fmla="*/ 750825 h 1321259"/>
                            <a:gd name="connsiteX1" fmla="*/ 313981 w 3076069"/>
                            <a:gd name="connsiteY1" fmla="*/ 1321259 h 1321259"/>
                            <a:gd name="connsiteX2" fmla="*/ 0 w 3076069"/>
                            <a:gd name="connsiteY2" fmla="*/ 1228607 h 1321259"/>
                            <a:gd name="connsiteX3" fmla="*/ 962613 w 3076069"/>
                            <a:gd name="connsiteY3" fmla="*/ 837478 h 1321259"/>
                            <a:gd name="connsiteX4" fmla="*/ 935005 w 3076069"/>
                            <a:gd name="connsiteY4" fmla="*/ 450949 h 1321259"/>
                            <a:gd name="connsiteX5" fmla="*/ 212596 w 3076069"/>
                            <a:gd name="connsiteY5" fmla="*/ 119640 h 1321259"/>
                            <a:gd name="connsiteX6" fmla="*/ 456466 w 3076069"/>
                            <a:gd name="connsiteY6" fmla="*/ 50617 h 1321259"/>
                            <a:gd name="connsiteX7" fmla="*/ 1528577 w 3076069"/>
                            <a:gd name="connsiteY7" fmla="*/ 501566 h 1321259"/>
                            <a:gd name="connsiteX8" fmla="*/ 2623695 w 3076069"/>
                            <a:gd name="connsiteY8" fmla="*/ 0 h 1321259"/>
                            <a:gd name="connsiteX9" fmla="*/ 2927383 w 3076069"/>
                            <a:gd name="connsiteY9" fmla="*/ 96632 h 1321259"/>
                            <a:gd name="connsiteX10" fmla="*/ 2131352 w 3076069"/>
                            <a:gd name="connsiteY10" fmla="*/ 432543 h 1321259"/>
                            <a:gd name="connsiteX11" fmla="*/ 2292399 w 3076069"/>
                            <a:gd name="connsiteY11" fmla="*/ 920305 h 1321259"/>
                            <a:gd name="connsiteX12" fmla="*/ 3076069 w 3076069"/>
                            <a:gd name="connsiteY12" fmla="*/ 1228607 h 1321259"/>
                            <a:gd name="connsiteX13" fmla="*/ 2808172 w 3076069"/>
                            <a:gd name="connsiteY13" fmla="*/ 1316375 h 1321259"/>
                            <a:gd name="connsiteX14" fmla="*/ 1537780 w 3076069"/>
                            <a:gd name="connsiteY14" fmla="*/ 750825 h 132125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</a:cxnLst>
                          <a:rect l="l" t="t" r="r" b="b"/>
                          <a:pathLst>
                            <a:path w="3076069" h="132125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60000"/>
                            <a:lumOff val="40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78" name="Freeform 477">
                          <a:extLst>
                            <a:ext uri="{FF2B5EF4-FFF2-40B4-BE49-F238E27FC236}">
                              <a16:creationId xmlns:a16="http://schemas.microsoft.com/office/drawing/2014/main" id="{53B0F8AE-AD02-8843-B44E-514A06981698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102655" y="1633412"/>
                          <a:ext cx="662444" cy="111846"/>
                        </a:xfrm>
                        <a:custGeom>
                          <a:avLst/>
                          <a:gdLst>
                            <a:gd name="connsiteX0" fmla="*/ 0 w 3645229"/>
                            <a:gd name="connsiteY0" fmla="*/ 214441 h 923747"/>
                            <a:gd name="connsiteX1" fmla="*/ 659770 w 3645229"/>
                            <a:gd name="connsiteY1" fmla="*/ 16495 h 923747"/>
                            <a:gd name="connsiteX2" fmla="*/ 1814367 w 3645229"/>
                            <a:gd name="connsiteY2" fmla="*/ 511360 h 923747"/>
                            <a:gd name="connsiteX3" fmla="*/ 2968965 w 3645229"/>
                            <a:gd name="connsiteY3" fmla="*/ 0 h 923747"/>
                            <a:gd name="connsiteX4" fmla="*/ 3645229 w 3645229"/>
                            <a:gd name="connsiteY4" fmla="*/ 197946 h 923747"/>
                            <a:gd name="connsiteX5" fmla="*/ 3199884 w 3645229"/>
                            <a:gd name="connsiteY5" fmla="*/ 461874 h 923747"/>
                            <a:gd name="connsiteX6" fmla="*/ 2985459 w 3645229"/>
                            <a:gd name="connsiteY6" fmla="*/ 379396 h 923747"/>
                            <a:gd name="connsiteX7" fmla="*/ 1830861 w 3645229"/>
                            <a:gd name="connsiteY7" fmla="*/ 923747 h 923747"/>
                            <a:gd name="connsiteX8" fmla="*/ 676264 w 3645229"/>
                            <a:gd name="connsiteY8" fmla="*/ 412387 h 923747"/>
                            <a:gd name="connsiteX9" fmla="*/ 527816 w 3645229"/>
                            <a:gd name="connsiteY9" fmla="*/ 478369 h 923747"/>
                            <a:gd name="connsiteX10" fmla="*/ 0 w 3645229"/>
                            <a:gd name="connsiteY10" fmla="*/ 21444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78369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71662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23747"/>
                            <a:gd name="connsiteX1" fmla="*/ 655168 w 3640627"/>
                            <a:gd name="connsiteY1" fmla="*/ 16495 h 923747"/>
                            <a:gd name="connsiteX2" fmla="*/ 1809765 w 3640627"/>
                            <a:gd name="connsiteY2" fmla="*/ 511360 h 923747"/>
                            <a:gd name="connsiteX3" fmla="*/ 2964363 w 3640627"/>
                            <a:gd name="connsiteY3" fmla="*/ 0 h 923747"/>
                            <a:gd name="connsiteX4" fmla="*/ 3640627 w 3640627"/>
                            <a:gd name="connsiteY4" fmla="*/ 197946 h 923747"/>
                            <a:gd name="connsiteX5" fmla="*/ 3195282 w 3640627"/>
                            <a:gd name="connsiteY5" fmla="*/ 461874 h 923747"/>
                            <a:gd name="connsiteX6" fmla="*/ 2980857 w 3640627"/>
                            <a:gd name="connsiteY6" fmla="*/ 379396 h 923747"/>
                            <a:gd name="connsiteX7" fmla="*/ 1826259 w 3640627"/>
                            <a:gd name="connsiteY7" fmla="*/ 923747 h 923747"/>
                            <a:gd name="connsiteX8" fmla="*/ 690067 w 3640627"/>
                            <a:gd name="connsiteY8" fmla="*/ 412387 h 923747"/>
                            <a:gd name="connsiteX9" fmla="*/ 523214 w 3640627"/>
                            <a:gd name="connsiteY9" fmla="*/ 482971 h 923747"/>
                            <a:gd name="connsiteX10" fmla="*/ 0 w 3640627"/>
                            <a:gd name="connsiteY10" fmla="*/ 242051 h 923747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09765 w 3640627"/>
                            <a:gd name="connsiteY2" fmla="*/ 511360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2980857 w 3640627"/>
                            <a:gd name="connsiteY6" fmla="*/ 379396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640627"/>
                            <a:gd name="connsiteY0" fmla="*/ 242051 h 946755"/>
                            <a:gd name="connsiteX1" fmla="*/ 655168 w 3640627"/>
                            <a:gd name="connsiteY1" fmla="*/ 16495 h 946755"/>
                            <a:gd name="connsiteX2" fmla="*/ 1855778 w 3640627"/>
                            <a:gd name="connsiteY2" fmla="*/ 534367 h 946755"/>
                            <a:gd name="connsiteX3" fmla="*/ 2964363 w 3640627"/>
                            <a:gd name="connsiteY3" fmla="*/ 0 h 946755"/>
                            <a:gd name="connsiteX4" fmla="*/ 3640627 w 3640627"/>
                            <a:gd name="connsiteY4" fmla="*/ 197946 h 946755"/>
                            <a:gd name="connsiteX5" fmla="*/ 3195282 w 3640627"/>
                            <a:gd name="connsiteY5" fmla="*/ 461874 h 946755"/>
                            <a:gd name="connsiteX6" fmla="*/ 3008465 w 3640627"/>
                            <a:gd name="connsiteY6" fmla="*/ 402404 h 946755"/>
                            <a:gd name="connsiteX7" fmla="*/ 1876873 w 3640627"/>
                            <a:gd name="connsiteY7" fmla="*/ 946755 h 946755"/>
                            <a:gd name="connsiteX8" fmla="*/ 690067 w 3640627"/>
                            <a:gd name="connsiteY8" fmla="*/ 412387 h 946755"/>
                            <a:gd name="connsiteX9" fmla="*/ 523214 w 3640627"/>
                            <a:gd name="connsiteY9" fmla="*/ 482971 h 946755"/>
                            <a:gd name="connsiteX10" fmla="*/ 0 w 3640627"/>
                            <a:gd name="connsiteY10" fmla="*/ 242051 h 946755"/>
                            <a:gd name="connsiteX0" fmla="*/ 0 w 3723451"/>
                            <a:gd name="connsiteY0" fmla="*/ 242051 h 946755"/>
                            <a:gd name="connsiteX1" fmla="*/ 655168 w 3723451"/>
                            <a:gd name="connsiteY1" fmla="*/ 16495 h 946755"/>
                            <a:gd name="connsiteX2" fmla="*/ 1855778 w 3723451"/>
                            <a:gd name="connsiteY2" fmla="*/ 534367 h 946755"/>
                            <a:gd name="connsiteX3" fmla="*/ 2964363 w 3723451"/>
                            <a:gd name="connsiteY3" fmla="*/ 0 h 946755"/>
                            <a:gd name="connsiteX4" fmla="*/ 3723451 w 3723451"/>
                            <a:gd name="connsiteY4" fmla="*/ 220954 h 946755"/>
                            <a:gd name="connsiteX5" fmla="*/ 3195282 w 3723451"/>
                            <a:gd name="connsiteY5" fmla="*/ 461874 h 946755"/>
                            <a:gd name="connsiteX6" fmla="*/ 3008465 w 3723451"/>
                            <a:gd name="connsiteY6" fmla="*/ 402404 h 946755"/>
                            <a:gd name="connsiteX7" fmla="*/ 1876873 w 3723451"/>
                            <a:gd name="connsiteY7" fmla="*/ 946755 h 946755"/>
                            <a:gd name="connsiteX8" fmla="*/ 690067 w 3723451"/>
                            <a:gd name="connsiteY8" fmla="*/ 412387 h 946755"/>
                            <a:gd name="connsiteX9" fmla="*/ 523214 w 3723451"/>
                            <a:gd name="connsiteY9" fmla="*/ 482971 h 946755"/>
                            <a:gd name="connsiteX10" fmla="*/ 0 w 3723451"/>
                            <a:gd name="connsiteY10" fmla="*/ 242051 h 946755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08465 w 3723451"/>
                            <a:gd name="connsiteY6" fmla="*/ 388599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95282 w 3723451"/>
                            <a:gd name="connsiteY5" fmla="*/ 448069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690067 w 3723451"/>
                            <a:gd name="connsiteY8" fmla="*/ 398582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  <a:gd name="connsiteX0" fmla="*/ 0 w 3723451"/>
                            <a:gd name="connsiteY0" fmla="*/ 228246 h 932950"/>
                            <a:gd name="connsiteX1" fmla="*/ 655168 w 3723451"/>
                            <a:gd name="connsiteY1" fmla="*/ 2690 h 932950"/>
                            <a:gd name="connsiteX2" fmla="*/ 1855778 w 3723451"/>
                            <a:gd name="connsiteY2" fmla="*/ 520562 h 932950"/>
                            <a:gd name="connsiteX3" fmla="*/ 3001174 w 3723451"/>
                            <a:gd name="connsiteY3" fmla="*/ 0 h 932950"/>
                            <a:gd name="connsiteX4" fmla="*/ 3723451 w 3723451"/>
                            <a:gd name="connsiteY4" fmla="*/ 207149 h 932950"/>
                            <a:gd name="connsiteX5" fmla="*/ 3186079 w 3723451"/>
                            <a:gd name="connsiteY5" fmla="*/ 461874 h 932950"/>
                            <a:gd name="connsiteX6" fmla="*/ 3013067 w 3723451"/>
                            <a:gd name="connsiteY6" fmla="*/ 393200 h 932950"/>
                            <a:gd name="connsiteX7" fmla="*/ 1876873 w 3723451"/>
                            <a:gd name="connsiteY7" fmla="*/ 932950 h 932950"/>
                            <a:gd name="connsiteX8" fmla="*/ 711613 w 3723451"/>
                            <a:gd name="connsiteY8" fmla="*/ 413055 h 932950"/>
                            <a:gd name="connsiteX9" fmla="*/ 523214 w 3723451"/>
                            <a:gd name="connsiteY9" fmla="*/ 469166 h 932950"/>
                            <a:gd name="connsiteX10" fmla="*/ 0 w 3723451"/>
                            <a:gd name="connsiteY10" fmla="*/ 228246 h 932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</a:cxnLst>
                          <a:rect l="l" t="t" r="r" b="b"/>
                          <a:pathLst>
                            <a:path w="3723451" h="932950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79" name="Freeform 478">
                          <a:extLst>
                            <a:ext uri="{FF2B5EF4-FFF2-40B4-BE49-F238E27FC236}">
                              <a16:creationId xmlns:a16="http://schemas.microsoft.com/office/drawing/2014/main" id="{8DEDDA5B-A75F-2646-92D4-CBBE023F97DD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536889" y="1728599"/>
                          <a:ext cx="244057" cy="97568"/>
                        </a:xfrm>
                        <a:custGeom>
                          <a:avLst/>
                          <a:gdLst>
                            <a:gd name="connsiteX0" fmla="*/ 55216 w 1421812"/>
                            <a:gd name="connsiteY0" fmla="*/ 0 h 800665"/>
                            <a:gd name="connsiteX1" fmla="*/ 1421812 w 1421812"/>
                            <a:gd name="connsiteY1" fmla="*/ 625807 h 800665"/>
                            <a:gd name="connsiteX2" fmla="*/ 947874 w 1421812"/>
                            <a:gd name="connsiteY2" fmla="*/ 800665 h 800665"/>
                            <a:gd name="connsiteX3" fmla="*/ 50614 w 1421812"/>
                            <a:gd name="connsiteY3" fmla="*/ 404934 h 800665"/>
                            <a:gd name="connsiteX4" fmla="*/ 0 w 1421812"/>
                            <a:gd name="connsiteY4" fmla="*/ 404934 h 800665"/>
                            <a:gd name="connsiteX5" fmla="*/ 55216 w 1421812"/>
                            <a:gd name="connsiteY5" fmla="*/ 0 h 800665"/>
                            <a:gd name="connsiteX0" fmla="*/ 4602 w 1371198"/>
                            <a:gd name="connsiteY0" fmla="*/ 0 h 800665"/>
                            <a:gd name="connsiteX1" fmla="*/ 1371198 w 1371198"/>
                            <a:gd name="connsiteY1" fmla="*/ 625807 h 800665"/>
                            <a:gd name="connsiteX2" fmla="*/ 897260 w 1371198"/>
                            <a:gd name="connsiteY2" fmla="*/ 800665 h 800665"/>
                            <a:gd name="connsiteX3" fmla="*/ 0 w 1371198"/>
                            <a:gd name="connsiteY3" fmla="*/ 404934 h 800665"/>
                            <a:gd name="connsiteX4" fmla="*/ 4602 w 1371198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0665"/>
                            <a:gd name="connsiteX1" fmla="*/ 1366596 w 1366596"/>
                            <a:gd name="connsiteY1" fmla="*/ 625807 h 800665"/>
                            <a:gd name="connsiteX2" fmla="*/ 892658 w 1366596"/>
                            <a:gd name="connsiteY2" fmla="*/ 800665 h 800665"/>
                            <a:gd name="connsiteX3" fmla="*/ 4601 w 1366596"/>
                            <a:gd name="connsiteY3" fmla="*/ 427942 h 800665"/>
                            <a:gd name="connsiteX4" fmla="*/ 0 w 1366596"/>
                            <a:gd name="connsiteY4" fmla="*/ 0 h 800665"/>
                            <a:gd name="connsiteX0" fmla="*/ 0 w 1366596"/>
                            <a:gd name="connsiteY0" fmla="*/ 0 h 809868"/>
                            <a:gd name="connsiteX1" fmla="*/ 1366596 w 1366596"/>
                            <a:gd name="connsiteY1" fmla="*/ 625807 h 809868"/>
                            <a:gd name="connsiteX2" fmla="*/ 865050 w 1366596"/>
                            <a:gd name="connsiteY2" fmla="*/ 809868 h 809868"/>
                            <a:gd name="connsiteX3" fmla="*/ 4601 w 1366596"/>
                            <a:gd name="connsiteY3" fmla="*/ 427942 h 809868"/>
                            <a:gd name="connsiteX4" fmla="*/ 0 w 1366596"/>
                            <a:gd name="connsiteY4" fmla="*/ 0 h 80986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66596" h="809868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80" name="Freeform 479">
                          <a:extLst>
                            <a:ext uri="{FF2B5EF4-FFF2-40B4-BE49-F238E27FC236}">
                              <a16:creationId xmlns:a16="http://schemas.microsoft.com/office/drawing/2014/main" id="{0FB5D34E-1A9B-E647-B0CA-8979B013E9B5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2089977" y="1730980"/>
                          <a:ext cx="240888" cy="95187"/>
                        </a:xfrm>
                        <a:custGeom>
                          <a:avLst/>
                          <a:gdLst>
                            <a:gd name="connsiteX0" fmla="*/ 1329786 w 1348191"/>
                            <a:gd name="connsiteY0" fmla="*/ 0 h 809869"/>
                            <a:gd name="connsiteX1" fmla="*/ 1348191 w 1348191"/>
                            <a:gd name="connsiteY1" fmla="*/ 400333 h 809869"/>
                            <a:gd name="connsiteX2" fmla="*/ 487742 w 1348191"/>
                            <a:gd name="connsiteY2" fmla="*/ 809869 h 809869"/>
                            <a:gd name="connsiteX3" fmla="*/ 0 w 1348191"/>
                            <a:gd name="connsiteY3" fmla="*/ 630409 h 809869"/>
                            <a:gd name="connsiteX4" fmla="*/ 1329786 w 1348191"/>
                            <a:gd name="connsiteY4" fmla="*/ 0 h 809869"/>
                            <a:gd name="connsiteX0" fmla="*/ 1329786 w 1348191"/>
                            <a:gd name="connsiteY0" fmla="*/ 0 h 791462"/>
                            <a:gd name="connsiteX1" fmla="*/ 1348191 w 1348191"/>
                            <a:gd name="connsiteY1" fmla="*/ 381926 h 791462"/>
                            <a:gd name="connsiteX2" fmla="*/ 487742 w 1348191"/>
                            <a:gd name="connsiteY2" fmla="*/ 791462 h 791462"/>
                            <a:gd name="connsiteX3" fmla="*/ 0 w 1348191"/>
                            <a:gd name="connsiteY3" fmla="*/ 612002 h 791462"/>
                            <a:gd name="connsiteX4" fmla="*/ 1329786 w 1348191"/>
                            <a:gd name="connsiteY4" fmla="*/ 0 h 79146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1348191" h="791462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333CC">
                            <a:lumMod val="75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>
                          <a:outerShdw blurRad="40000" dist="23000" dir="5400000" rotWithShape="0">
                            <a:srgbClr val="000000">
                              <a:alpha val="35000"/>
                            </a:srgbClr>
                          </a:outerShdw>
                        </a:effectLst>
                      </p:spPr>
                      <p:txBody>
                        <a:bodyPr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cxnSp>
                      <p:nvCxnSpPr>
                        <p:cNvPr id="481" name="Straight Connector 480">
                          <a:extLst>
                            <a:ext uri="{FF2B5EF4-FFF2-40B4-BE49-F238E27FC236}">
                              <a16:creationId xmlns:a16="http://schemas.microsoft.com/office/drawing/2014/main" id="{0E0DC44D-789C-6142-ACE2-E1E7439F3EDC}"/>
                            </a:ext>
                          </a:extLst>
                        </p:cNvPr>
                        <p:cNvCxnSpPr>
                          <a:endCxn id="476" idx="2"/>
                        </p:cNvCxnSpPr>
                        <p:nvPr/>
                      </p:nvCxnSpPr>
                      <p:spPr bwMode="auto">
                        <a:xfrm flipH="1" flipV="1">
                          <a:off x="1871277" y="1735739"/>
                          <a:ext cx="3169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482" name="Straight Connector 481">
                          <a:extLst>
                            <a:ext uri="{FF2B5EF4-FFF2-40B4-BE49-F238E27FC236}">
                              <a16:creationId xmlns:a16="http://schemas.microsoft.com/office/drawing/2014/main" id="{2F090CD2-EAD8-D64B-9EBC-52F3CABF342F}"/>
                            </a:ext>
                          </a:extLst>
                        </p:cNvPr>
                        <p:cNvCxnSpPr/>
                        <p:nvPr/>
                      </p:nvCxnSpPr>
                      <p:spPr bwMode="auto">
                        <a:xfrm flipH="1" flipV="1">
                          <a:off x="2996477" y="1733359"/>
                          <a:ext cx="3171" cy="123743"/>
                        </a:xfrm>
                        <a:prstGeom prst="line">
                          <a:avLst/>
                        </a:prstGeom>
                        <a:noFill/>
                        <a:ln w="6350" cap="flat" cmpd="sng" algn="ctr">
                          <a:solidFill>
                            <a:srgbClr val="000000"/>
                          </a:solidFill>
                          <a:prstDash val="solid"/>
                        </a:ln>
                        <a:effectLst>
                          <a:outerShdw blurRad="40005" dist="19939" dir="5400000" algn="tl" rotWithShape="0">
                            <a:srgbClr val="000000">
                              <a:alpha val="38000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471" name="Group 470">
                        <a:extLst>
                          <a:ext uri="{FF2B5EF4-FFF2-40B4-BE49-F238E27FC236}">
                            <a16:creationId xmlns:a16="http://schemas.microsoft.com/office/drawing/2014/main" id="{59F6DB5F-8D40-2F45-A693-9E73A8F36F9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472" name="Oval 471">
                          <a:extLst>
                            <a:ext uri="{FF2B5EF4-FFF2-40B4-BE49-F238E27FC236}">
                              <a16:creationId xmlns:a16="http://schemas.microsoft.com/office/drawing/2014/main" id="{349753A0-8388-204E-8FC6-C65AC31765C6}"/>
                            </a:ext>
                          </a:extLst>
                        </p:cNvPr>
                        <p:cNvSpPr/>
                        <p:nvPr/>
                      </p:nvSpPr>
                      <p:spPr bwMode="auto"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6000"/>
                          </a:srgbClr>
                        </a:solidFill>
                        <a:ln w="9525" cap="flat" cmpd="sng" algn="ctr">
                          <a:noFill/>
                          <a:prstDash val="solid"/>
                        </a:ln>
                        <a:effectLst/>
                      </p:spPr>
                      <p:txBody>
                        <a:bodyPr rtlCol="0" anchor="ctr"/>
                        <a:lstStyle/>
                        <a:p>
                          <a:pPr marL="0" marR="0" lvl="0" indent="0" algn="ctr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Gill Sans MT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473" name="TextBox 472">
                          <a:extLst>
                            <a:ext uri="{FF2B5EF4-FFF2-40B4-BE49-F238E27FC236}">
                              <a16:creationId xmlns:a16="http://schemas.microsoft.com/office/drawing/2014/main" id="{6E0930D1-5478-A641-BFBE-F20FC332767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marL="0" marR="0" lvl="0" indent="0" defTabSz="91440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 charset="0"/>
                              <a:ea typeface="ＭＳ Ｐゴシック" charset="0"/>
                            </a:rPr>
                            <a:t>1a</a:t>
                          </a:r>
                        </a:p>
                      </p:txBody>
                    </p:sp>
                  </p:grpSp>
                </p:grpSp>
                <p:cxnSp>
                  <p:nvCxnSpPr>
                    <p:cNvPr id="466" name="Straight Connector 465">
                      <a:extLst>
                        <a:ext uri="{FF2B5EF4-FFF2-40B4-BE49-F238E27FC236}">
                          <a16:creationId xmlns:a16="http://schemas.microsoft.com/office/drawing/2014/main" id="{95BB2EF3-E2CE-BD4A-9C4A-8F73F71629D3}"/>
                        </a:ext>
                      </a:extLst>
                    </p:cNvPr>
                    <p:cNvCxnSpPr>
                      <a:stCxn id="513" idx="7"/>
                    </p:cNvCxnSpPr>
                    <p:nvPr/>
                  </p:nvCxnSpPr>
                  <p:spPr bwMode="auto">
                    <a:xfrm>
                      <a:off x="2218708" y="3154477"/>
                      <a:ext cx="480042" cy="369773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467" name="Straight Connector 466">
                      <a:extLst>
                        <a:ext uri="{FF2B5EF4-FFF2-40B4-BE49-F238E27FC236}">
                          <a16:creationId xmlns:a16="http://schemas.microsoft.com/office/drawing/2014/main" id="{0FADCE9F-E485-8543-BE08-11BD9736F6F5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1300073" y="3786304"/>
                      <a:ext cx="477927" cy="357071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468" name="Straight Connector 467">
                      <a:extLst>
                        <a:ext uri="{FF2B5EF4-FFF2-40B4-BE49-F238E27FC236}">
                          <a16:creationId xmlns:a16="http://schemas.microsoft.com/office/drawing/2014/main" id="{24E38472-FC68-AF47-A78D-FF04E75E1DEE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>
                      <a:off x="2196042" y="3783542"/>
                      <a:ext cx="508002" cy="349250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469" name="Straight Connector 468">
                      <a:extLst>
                        <a:ext uri="{FF2B5EF4-FFF2-40B4-BE49-F238E27FC236}">
                          <a16:creationId xmlns:a16="http://schemas.microsoft.com/office/drawing/2014/main" id="{416CECF7-D45D-7248-B229-72E57EB2AB65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>
                      <a:off x="1287553" y="3166946"/>
                      <a:ext cx="508002" cy="349250"/>
                    </a:xfrm>
                    <a:prstGeom prst="line">
                      <a:avLst/>
                    </a:prstGeom>
                    <a:solidFill>
                      <a:srgbClr val="00CC99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</p:cxnSp>
              </p:grpSp>
            </p:grpSp>
            <p:sp>
              <p:nvSpPr>
                <p:cNvPr id="458" name="TextBox 457">
                  <a:extLst>
                    <a:ext uri="{FF2B5EF4-FFF2-40B4-BE49-F238E27FC236}">
                      <a16:creationId xmlns:a16="http://schemas.microsoft.com/office/drawing/2014/main" id="{0E03304D-E161-6E48-9663-DC28921C7F64}"/>
                    </a:ext>
                  </a:extLst>
                </p:cNvPr>
                <p:cNvSpPr txBox="1"/>
                <p:nvPr/>
              </p:nvSpPr>
              <p:spPr>
                <a:xfrm>
                  <a:off x="1430686" y="4247082"/>
                  <a:ext cx="75353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solidFill>
                        <a:srgbClr val="000090"/>
                      </a:solidFill>
                      <a:latin typeface="Arial" charset="0"/>
                      <a:ea typeface="ＭＳ Ｐゴシック" charset="0"/>
                    </a:rPr>
                    <a:t>AS 1</a:t>
                  </a:r>
                </a:p>
              </p:txBody>
            </p:sp>
            <p:cxnSp>
              <p:nvCxnSpPr>
                <p:cNvPr id="459" name="Straight Connector 458">
                  <a:extLst>
                    <a:ext uri="{FF2B5EF4-FFF2-40B4-BE49-F238E27FC236}">
                      <a16:creationId xmlns:a16="http://schemas.microsoft.com/office/drawing/2014/main" id="{765902CD-4297-8D40-95E9-0576CA61FDDF}"/>
                    </a:ext>
                  </a:extLst>
                </p:cNvPr>
                <p:cNvCxnSpPr>
                  <a:cxnSpLocks/>
                  <a:stCxn id="341" idx="1"/>
                </p:cNvCxnSpPr>
                <p:nvPr/>
              </p:nvCxnSpPr>
              <p:spPr bwMode="auto">
                <a:xfrm flipH="1" flipV="1">
                  <a:off x="3848374" y="5024787"/>
                  <a:ext cx="1030666" cy="698992"/>
                </a:xfrm>
                <a:prstGeom prst="line">
                  <a:avLst/>
                </a:prstGeom>
                <a:solidFill>
                  <a:srgbClr val="00CC99"/>
                </a:solidFill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cxnSp>
            <p:nvCxnSpPr>
              <p:cNvPr id="522" name="Straight Connector 521">
                <a:extLst>
                  <a:ext uri="{FF2B5EF4-FFF2-40B4-BE49-F238E27FC236}">
                    <a16:creationId xmlns:a16="http://schemas.microsoft.com/office/drawing/2014/main" id="{8868FCCA-6463-414E-B975-BE55E1F0C2BE}"/>
                  </a:ext>
                </a:extLst>
              </p:cNvPr>
              <p:cNvCxnSpPr>
                <a:cxnSpLocks/>
                <a:stCxn id="357" idx="5"/>
                <a:endCxn id="407" idx="1"/>
              </p:cNvCxnSpPr>
              <p:nvPr/>
            </p:nvCxnSpPr>
            <p:spPr bwMode="auto">
              <a:xfrm flipV="1">
                <a:off x="6957825" y="4543468"/>
                <a:ext cx="1398778" cy="1062884"/>
              </a:xfrm>
              <a:prstGeom prst="line">
                <a:avLst/>
              </a:prstGeom>
              <a:solidFill>
                <a:srgbClr val="00CC99"/>
              </a:solidFill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523" name="Group 522">
              <a:extLst>
                <a:ext uri="{FF2B5EF4-FFF2-40B4-BE49-F238E27FC236}">
                  <a16:creationId xmlns:a16="http://schemas.microsoft.com/office/drawing/2014/main" id="{89FAE62F-65C2-2843-B29E-60E769A4B2BD}"/>
                </a:ext>
              </a:extLst>
            </p:cNvPr>
            <p:cNvGrpSpPr/>
            <p:nvPr/>
          </p:nvGrpSpPr>
          <p:grpSpPr>
            <a:xfrm>
              <a:off x="9525929" y="4809915"/>
              <a:ext cx="1701734" cy="616172"/>
              <a:chOff x="6935906" y="5482318"/>
              <a:chExt cx="1701734" cy="616172"/>
            </a:xfrm>
          </p:grpSpPr>
          <p:grpSp>
            <p:nvGrpSpPr>
              <p:cNvPr id="524" name="Group 523">
                <a:extLst>
                  <a:ext uri="{FF2B5EF4-FFF2-40B4-BE49-F238E27FC236}">
                    <a16:creationId xmlns:a16="http://schemas.microsoft.com/office/drawing/2014/main" id="{C08874D3-27D8-EF47-BFBE-742063815FA3}"/>
                  </a:ext>
                </a:extLst>
              </p:cNvPr>
              <p:cNvGrpSpPr/>
              <p:nvPr/>
            </p:nvGrpSpPr>
            <p:grpSpPr>
              <a:xfrm>
                <a:off x="6935906" y="5482318"/>
                <a:ext cx="1701734" cy="616172"/>
                <a:chOff x="6808463" y="5108795"/>
                <a:chExt cx="1701734" cy="616172"/>
              </a:xfrm>
            </p:grpSpPr>
            <p:sp>
              <p:nvSpPr>
                <p:cNvPr id="526" name="Freeform 2">
                  <a:extLst>
                    <a:ext uri="{FF2B5EF4-FFF2-40B4-BE49-F238E27FC236}">
                      <a16:creationId xmlns:a16="http://schemas.microsoft.com/office/drawing/2014/main" id="{ECF54C8B-77E8-C446-9901-E025B2BB06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08463" y="5108795"/>
                  <a:ext cx="1701734" cy="616172"/>
                </a:xfrm>
                <a:custGeom>
                  <a:avLst/>
                  <a:gdLst>
                    <a:gd name="T0" fmla="*/ 648763 w 10001"/>
                    <a:gd name="T1" fmla="*/ 34777612 h 10125"/>
                    <a:gd name="T2" fmla="*/ 115976403 w 10001"/>
                    <a:gd name="T3" fmla="*/ 13733703 h 10125"/>
                    <a:gd name="T4" fmla="*/ 507700960 w 10001"/>
                    <a:gd name="T5" fmla="*/ 8662125 h 10125"/>
                    <a:gd name="T6" fmla="*/ 810212713 w 10001"/>
                    <a:gd name="T7" fmla="*/ 0 h 10125"/>
                    <a:gd name="T8" fmla="*/ 1090015738 w 10001"/>
                    <a:gd name="T9" fmla="*/ 8687929 h 10125"/>
                    <a:gd name="T10" fmla="*/ 1310938763 w 10001"/>
                    <a:gd name="T11" fmla="*/ 4279362 h 10125"/>
                    <a:gd name="T12" fmla="*/ 1620263134 w 10001"/>
                    <a:gd name="T13" fmla="*/ 25736690 h 10125"/>
                    <a:gd name="T14" fmla="*/ 1394798364 w 10001"/>
                    <a:gd name="T15" fmla="*/ 58525268 h 10125"/>
                    <a:gd name="T16" fmla="*/ 1134622140 w 10001"/>
                    <a:gd name="T17" fmla="*/ 80266624 h 10125"/>
                    <a:gd name="T18" fmla="*/ 860820276 w 10001"/>
                    <a:gd name="T19" fmla="*/ 76142271 h 10125"/>
                    <a:gd name="T20" fmla="*/ 708996782 w 10001"/>
                    <a:gd name="T21" fmla="*/ 85346835 h 10125"/>
                    <a:gd name="T22" fmla="*/ 509322667 w 10001"/>
                    <a:gd name="T23" fmla="*/ 86268164 h 10125"/>
                    <a:gd name="T24" fmla="*/ 353443899 w 10001"/>
                    <a:gd name="T25" fmla="*/ 67979516 h 10125"/>
                    <a:gd name="T26" fmla="*/ 192536914 w 10001"/>
                    <a:gd name="T27" fmla="*/ 64535347 h 10125"/>
                    <a:gd name="T28" fmla="*/ 648763 w 10001"/>
                    <a:gd name="T29" fmla="*/ 34777612 h 1012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connsiteX0" fmla="*/ 4 w 10040"/>
                    <a:gd name="connsiteY0" fmla="*/ 4039 h 10125"/>
                    <a:gd name="connsiteX1" fmla="*/ 715 w 10040"/>
                    <a:gd name="connsiteY1" fmla="*/ 1595 h 10125"/>
                    <a:gd name="connsiteX2" fmla="*/ 3130 w 10040"/>
                    <a:gd name="connsiteY2" fmla="*/ 1006 h 10125"/>
                    <a:gd name="connsiteX3" fmla="*/ 4995 w 10040"/>
                    <a:gd name="connsiteY3" fmla="*/ 0 h 10125"/>
                    <a:gd name="connsiteX4" fmla="*/ 6720 w 10040"/>
                    <a:gd name="connsiteY4" fmla="*/ 1009 h 10125"/>
                    <a:gd name="connsiteX5" fmla="*/ 9989 w 10040"/>
                    <a:gd name="connsiteY5" fmla="*/ 2989 h 10125"/>
                    <a:gd name="connsiteX6" fmla="*/ 8599 w 10040"/>
                    <a:gd name="connsiteY6" fmla="*/ 6797 h 10125"/>
                    <a:gd name="connsiteX7" fmla="*/ 6995 w 10040"/>
                    <a:gd name="connsiteY7" fmla="*/ 9322 h 10125"/>
                    <a:gd name="connsiteX8" fmla="*/ 5307 w 10040"/>
                    <a:gd name="connsiteY8" fmla="*/ 8843 h 10125"/>
                    <a:gd name="connsiteX9" fmla="*/ 4371 w 10040"/>
                    <a:gd name="connsiteY9" fmla="*/ 9912 h 10125"/>
                    <a:gd name="connsiteX10" fmla="*/ 3140 w 10040"/>
                    <a:gd name="connsiteY10" fmla="*/ 10019 h 10125"/>
                    <a:gd name="connsiteX11" fmla="*/ 2179 w 10040"/>
                    <a:gd name="connsiteY11" fmla="*/ 7895 h 10125"/>
                    <a:gd name="connsiteX12" fmla="*/ 1187 w 10040"/>
                    <a:gd name="connsiteY12" fmla="*/ 7495 h 10125"/>
                    <a:gd name="connsiteX13" fmla="*/ 4 w 10040"/>
                    <a:gd name="connsiteY13" fmla="*/ 4039 h 10125"/>
                    <a:gd name="connsiteX0" fmla="*/ 4 w 8600"/>
                    <a:gd name="connsiteY0" fmla="*/ 4042 h 10128"/>
                    <a:gd name="connsiteX1" fmla="*/ 715 w 8600"/>
                    <a:gd name="connsiteY1" fmla="*/ 1598 h 10128"/>
                    <a:gd name="connsiteX2" fmla="*/ 3130 w 8600"/>
                    <a:gd name="connsiteY2" fmla="*/ 1009 h 10128"/>
                    <a:gd name="connsiteX3" fmla="*/ 4995 w 8600"/>
                    <a:gd name="connsiteY3" fmla="*/ 3 h 10128"/>
                    <a:gd name="connsiteX4" fmla="*/ 6720 w 8600"/>
                    <a:gd name="connsiteY4" fmla="*/ 1012 h 10128"/>
                    <a:gd name="connsiteX5" fmla="*/ 8599 w 8600"/>
                    <a:gd name="connsiteY5" fmla="*/ 6800 h 10128"/>
                    <a:gd name="connsiteX6" fmla="*/ 6995 w 8600"/>
                    <a:gd name="connsiteY6" fmla="*/ 9325 h 10128"/>
                    <a:gd name="connsiteX7" fmla="*/ 5307 w 8600"/>
                    <a:gd name="connsiteY7" fmla="*/ 8846 h 10128"/>
                    <a:gd name="connsiteX8" fmla="*/ 4371 w 8600"/>
                    <a:gd name="connsiteY8" fmla="*/ 9915 h 10128"/>
                    <a:gd name="connsiteX9" fmla="*/ 3140 w 8600"/>
                    <a:gd name="connsiteY9" fmla="*/ 10022 h 10128"/>
                    <a:gd name="connsiteX10" fmla="*/ 2179 w 8600"/>
                    <a:gd name="connsiteY10" fmla="*/ 7898 h 10128"/>
                    <a:gd name="connsiteX11" fmla="*/ 1187 w 8600"/>
                    <a:gd name="connsiteY11" fmla="*/ 7498 h 10128"/>
                    <a:gd name="connsiteX12" fmla="*/ 4 w 8600"/>
                    <a:gd name="connsiteY12" fmla="*/ 4042 h 10128"/>
                    <a:gd name="connsiteX0" fmla="*/ 4 w 9326"/>
                    <a:gd name="connsiteY0" fmla="*/ 3988 h 9997"/>
                    <a:gd name="connsiteX1" fmla="*/ 830 w 9326"/>
                    <a:gd name="connsiteY1" fmla="*/ 1575 h 9997"/>
                    <a:gd name="connsiteX2" fmla="*/ 3639 w 9326"/>
                    <a:gd name="connsiteY2" fmla="*/ 993 h 9997"/>
                    <a:gd name="connsiteX3" fmla="*/ 5807 w 9326"/>
                    <a:gd name="connsiteY3" fmla="*/ 0 h 9997"/>
                    <a:gd name="connsiteX4" fmla="*/ 7813 w 9326"/>
                    <a:gd name="connsiteY4" fmla="*/ 996 h 9997"/>
                    <a:gd name="connsiteX5" fmla="*/ 9324 w 9326"/>
                    <a:gd name="connsiteY5" fmla="*/ 5746 h 9997"/>
                    <a:gd name="connsiteX6" fmla="*/ 8133 w 9326"/>
                    <a:gd name="connsiteY6" fmla="*/ 9204 h 9997"/>
                    <a:gd name="connsiteX7" fmla="*/ 6170 w 9326"/>
                    <a:gd name="connsiteY7" fmla="*/ 8731 h 9997"/>
                    <a:gd name="connsiteX8" fmla="*/ 5082 w 9326"/>
                    <a:gd name="connsiteY8" fmla="*/ 9787 h 9997"/>
                    <a:gd name="connsiteX9" fmla="*/ 3650 w 9326"/>
                    <a:gd name="connsiteY9" fmla="*/ 9892 h 9997"/>
                    <a:gd name="connsiteX10" fmla="*/ 2533 w 9326"/>
                    <a:gd name="connsiteY10" fmla="*/ 7795 h 9997"/>
                    <a:gd name="connsiteX11" fmla="*/ 1379 w 9326"/>
                    <a:gd name="connsiteY11" fmla="*/ 7400 h 9997"/>
                    <a:gd name="connsiteX12" fmla="*/ 4 w 9326"/>
                    <a:gd name="connsiteY12" fmla="*/ 3988 h 9997"/>
                    <a:gd name="connsiteX0" fmla="*/ 4 w 10001"/>
                    <a:gd name="connsiteY0" fmla="*/ 3989 h 10041"/>
                    <a:gd name="connsiteX1" fmla="*/ 890 w 10001"/>
                    <a:gd name="connsiteY1" fmla="*/ 1575 h 10041"/>
                    <a:gd name="connsiteX2" fmla="*/ 3902 w 10001"/>
                    <a:gd name="connsiteY2" fmla="*/ 993 h 10041"/>
                    <a:gd name="connsiteX3" fmla="*/ 6227 w 10001"/>
                    <a:gd name="connsiteY3" fmla="*/ 0 h 10041"/>
                    <a:gd name="connsiteX4" fmla="*/ 8378 w 10001"/>
                    <a:gd name="connsiteY4" fmla="*/ 996 h 10041"/>
                    <a:gd name="connsiteX5" fmla="*/ 9998 w 10001"/>
                    <a:gd name="connsiteY5" fmla="*/ 5748 h 10041"/>
                    <a:gd name="connsiteX6" fmla="*/ 8721 w 10001"/>
                    <a:gd name="connsiteY6" fmla="*/ 9207 h 10041"/>
                    <a:gd name="connsiteX7" fmla="*/ 5449 w 10001"/>
                    <a:gd name="connsiteY7" fmla="*/ 9790 h 10041"/>
                    <a:gd name="connsiteX8" fmla="*/ 3914 w 10001"/>
                    <a:gd name="connsiteY8" fmla="*/ 9895 h 10041"/>
                    <a:gd name="connsiteX9" fmla="*/ 2716 w 10001"/>
                    <a:gd name="connsiteY9" fmla="*/ 7797 h 10041"/>
                    <a:gd name="connsiteX10" fmla="*/ 1479 w 10001"/>
                    <a:gd name="connsiteY10" fmla="*/ 7402 h 10041"/>
                    <a:gd name="connsiteX11" fmla="*/ 4 w 10001"/>
                    <a:gd name="connsiteY11" fmla="*/ 3989 h 10041"/>
                    <a:gd name="connsiteX0" fmla="*/ 4 w 10001"/>
                    <a:gd name="connsiteY0" fmla="*/ 3989 h 14825"/>
                    <a:gd name="connsiteX1" fmla="*/ 890 w 10001"/>
                    <a:gd name="connsiteY1" fmla="*/ 1575 h 14825"/>
                    <a:gd name="connsiteX2" fmla="*/ 3902 w 10001"/>
                    <a:gd name="connsiteY2" fmla="*/ 993 h 14825"/>
                    <a:gd name="connsiteX3" fmla="*/ 6227 w 10001"/>
                    <a:gd name="connsiteY3" fmla="*/ 0 h 14825"/>
                    <a:gd name="connsiteX4" fmla="*/ 8378 w 10001"/>
                    <a:gd name="connsiteY4" fmla="*/ 996 h 14825"/>
                    <a:gd name="connsiteX5" fmla="*/ 9998 w 10001"/>
                    <a:gd name="connsiteY5" fmla="*/ 5748 h 14825"/>
                    <a:gd name="connsiteX6" fmla="*/ 8721 w 10001"/>
                    <a:gd name="connsiteY6" fmla="*/ 9207 h 14825"/>
                    <a:gd name="connsiteX7" fmla="*/ 6011 w 10001"/>
                    <a:gd name="connsiteY7" fmla="*/ 14823 h 14825"/>
                    <a:gd name="connsiteX8" fmla="*/ 3914 w 10001"/>
                    <a:gd name="connsiteY8" fmla="*/ 9895 h 14825"/>
                    <a:gd name="connsiteX9" fmla="*/ 2716 w 10001"/>
                    <a:gd name="connsiteY9" fmla="*/ 7797 h 14825"/>
                    <a:gd name="connsiteX10" fmla="*/ 1479 w 10001"/>
                    <a:gd name="connsiteY10" fmla="*/ 7402 h 14825"/>
                    <a:gd name="connsiteX11" fmla="*/ 4 w 10001"/>
                    <a:gd name="connsiteY11" fmla="*/ 3989 h 14825"/>
                    <a:gd name="connsiteX0" fmla="*/ 4 w 10001"/>
                    <a:gd name="connsiteY0" fmla="*/ 7436 h 18272"/>
                    <a:gd name="connsiteX1" fmla="*/ 890 w 10001"/>
                    <a:gd name="connsiteY1" fmla="*/ 5022 h 18272"/>
                    <a:gd name="connsiteX2" fmla="*/ 3902 w 10001"/>
                    <a:gd name="connsiteY2" fmla="*/ 4440 h 18272"/>
                    <a:gd name="connsiteX3" fmla="*/ 6026 w 10001"/>
                    <a:gd name="connsiteY3" fmla="*/ 0 h 18272"/>
                    <a:gd name="connsiteX4" fmla="*/ 8378 w 10001"/>
                    <a:gd name="connsiteY4" fmla="*/ 4443 h 18272"/>
                    <a:gd name="connsiteX5" fmla="*/ 9998 w 10001"/>
                    <a:gd name="connsiteY5" fmla="*/ 9195 h 18272"/>
                    <a:gd name="connsiteX6" fmla="*/ 8721 w 10001"/>
                    <a:gd name="connsiteY6" fmla="*/ 12654 h 18272"/>
                    <a:gd name="connsiteX7" fmla="*/ 6011 w 10001"/>
                    <a:gd name="connsiteY7" fmla="*/ 18270 h 18272"/>
                    <a:gd name="connsiteX8" fmla="*/ 3914 w 10001"/>
                    <a:gd name="connsiteY8" fmla="*/ 13342 h 18272"/>
                    <a:gd name="connsiteX9" fmla="*/ 2716 w 10001"/>
                    <a:gd name="connsiteY9" fmla="*/ 11244 h 18272"/>
                    <a:gd name="connsiteX10" fmla="*/ 1479 w 10001"/>
                    <a:gd name="connsiteY10" fmla="*/ 10849 h 18272"/>
                    <a:gd name="connsiteX11" fmla="*/ 4 w 10001"/>
                    <a:gd name="connsiteY11" fmla="*/ 7436 h 18272"/>
                    <a:gd name="connsiteX0" fmla="*/ 1 w 9998"/>
                    <a:gd name="connsiteY0" fmla="*/ 7436 h 18272"/>
                    <a:gd name="connsiteX1" fmla="*/ 3899 w 9998"/>
                    <a:gd name="connsiteY1" fmla="*/ 4440 h 18272"/>
                    <a:gd name="connsiteX2" fmla="*/ 6023 w 9998"/>
                    <a:gd name="connsiteY2" fmla="*/ 0 h 18272"/>
                    <a:gd name="connsiteX3" fmla="*/ 8375 w 9998"/>
                    <a:gd name="connsiteY3" fmla="*/ 4443 h 18272"/>
                    <a:gd name="connsiteX4" fmla="*/ 9995 w 9998"/>
                    <a:gd name="connsiteY4" fmla="*/ 9195 h 18272"/>
                    <a:gd name="connsiteX5" fmla="*/ 8718 w 9998"/>
                    <a:gd name="connsiteY5" fmla="*/ 12654 h 18272"/>
                    <a:gd name="connsiteX6" fmla="*/ 6008 w 9998"/>
                    <a:gd name="connsiteY6" fmla="*/ 18270 h 18272"/>
                    <a:gd name="connsiteX7" fmla="*/ 3911 w 9998"/>
                    <a:gd name="connsiteY7" fmla="*/ 13342 h 18272"/>
                    <a:gd name="connsiteX8" fmla="*/ 2713 w 9998"/>
                    <a:gd name="connsiteY8" fmla="*/ 11244 h 18272"/>
                    <a:gd name="connsiteX9" fmla="*/ 1476 w 9998"/>
                    <a:gd name="connsiteY9" fmla="*/ 10849 h 18272"/>
                    <a:gd name="connsiteX10" fmla="*/ 1 w 9998"/>
                    <a:gd name="connsiteY10" fmla="*/ 7436 h 18272"/>
                    <a:gd name="connsiteX0" fmla="*/ 35 w 8559"/>
                    <a:gd name="connsiteY0" fmla="*/ 5938 h 10000"/>
                    <a:gd name="connsiteX1" fmla="*/ 2459 w 8559"/>
                    <a:gd name="connsiteY1" fmla="*/ 2430 h 10000"/>
                    <a:gd name="connsiteX2" fmla="*/ 4583 w 8559"/>
                    <a:gd name="connsiteY2" fmla="*/ 0 h 10000"/>
                    <a:gd name="connsiteX3" fmla="*/ 6936 w 8559"/>
                    <a:gd name="connsiteY3" fmla="*/ 2432 h 10000"/>
                    <a:gd name="connsiteX4" fmla="*/ 8556 w 8559"/>
                    <a:gd name="connsiteY4" fmla="*/ 5032 h 10000"/>
                    <a:gd name="connsiteX5" fmla="*/ 7279 w 8559"/>
                    <a:gd name="connsiteY5" fmla="*/ 6925 h 10000"/>
                    <a:gd name="connsiteX6" fmla="*/ 4568 w 8559"/>
                    <a:gd name="connsiteY6" fmla="*/ 9999 h 10000"/>
                    <a:gd name="connsiteX7" fmla="*/ 2471 w 8559"/>
                    <a:gd name="connsiteY7" fmla="*/ 7302 h 10000"/>
                    <a:gd name="connsiteX8" fmla="*/ 1273 w 8559"/>
                    <a:gd name="connsiteY8" fmla="*/ 6154 h 10000"/>
                    <a:gd name="connsiteX9" fmla="*/ 35 w 8559"/>
                    <a:gd name="connsiteY9" fmla="*/ 5938 h 10000"/>
                    <a:gd name="connsiteX0" fmla="*/ 49 w 9820"/>
                    <a:gd name="connsiteY0" fmla="*/ 4655 h 10000"/>
                    <a:gd name="connsiteX1" fmla="*/ 2693 w 9820"/>
                    <a:gd name="connsiteY1" fmla="*/ 2430 h 10000"/>
                    <a:gd name="connsiteX2" fmla="*/ 5175 w 9820"/>
                    <a:gd name="connsiteY2" fmla="*/ 0 h 10000"/>
                    <a:gd name="connsiteX3" fmla="*/ 7924 w 9820"/>
                    <a:gd name="connsiteY3" fmla="*/ 2432 h 10000"/>
                    <a:gd name="connsiteX4" fmla="*/ 9816 w 9820"/>
                    <a:gd name="connsiteY4" fmla="*/ 5032 h 10000"/>
                    <a:gd name="connsiteX5" fmla="*/ 8324 w 9820"/>
                    <a:gd name="connsiteY5" fmla="*/ 6925 h 10000"/>
                    <a:gd name="connsiteX6" fmla="*/ 5157 w 9820"/>
                    <a:gd name="connsiteY6" fmla="*/ 9999 h 10000"/>
                    <a:gd name="connsiteX7" fmla="*/ 2707 w 9820"/>
                    <a:gd name="connsiteY7" fmla="*/ 7302 h 10000"/>
                    <a:gd name="connsiteX8" fmla="*/ 1307 w 9820"/>
                    <a:gd name="connsiteY8" fmla="*/ 6154 h 10000"/>
                    <a:gd name="connsiteX9" fmla="*/ 49 w 9820"/>
                    <a:gd name="connsiteY9" fmla="*/ 4655 h 10000"/>
                    <a:gd name="connsiteX0" fmla="*/ 45 w 9995"/>
                    <a:gd name="connsiteY0" fmla="*/ 4655 h 10000"/>
                    <a:gd name="connsiteX1" fmla="*/ 2737 w 9995"/>
                    <a:gd name="connsiteY1" fmla="*/ 2430 h 10000"/>
                    <a:gd name="connsiteX2" fmla="*/ 5265 w 9995"/>
                    <a:gd name="connsiteY2" fmla="*/ 0 h 10000"/>
                    <a:gd name="connsiteX3" fmla="*/ 8064 w 9995"/>
                    <a:gd name="connsiteY3" fmla="*/ 2432 h 10000"/>
                    <a:gd name="connsiteX4" fmla="*/ 9991 w 9995"/>
                    <a:gd name="connsiteY4" fmla="*/ 5032 h 10000"/>
                    <a:gd name="connsiteX5" fmla="*/ 8472 w 9995"/>
                    <a:gd name="connsiteY5" fmla="*/ 6925 h 10000"/>
                    <a:gd name="connsiteX6" fmla="*/ 5247 w 9995"/>
                    <a:gd name="connsiteY6" fmla="*/ 9999 h 10000"/>
                    <a:gd name="connsiteX7" fmla="*/ 2752 w 9995"/>
                    <a:gd name="connsiteY7" fmla="*/ 7302 h 10000"/>
                    <a:gd name="connsiteX8" fmla="*/ 1374 w 9995"/>
                    <a:gd name="connsiteY8" fmla="*/ 6984 h 10000"/>
                    <a:gd name="connsiteX9" fmla="*/ 45 w 9995"/>
                    <a:gd name="connsiteY9" fmla="*/ 4655 h 10000"/>
                    <a:gd name="connsiteX0" fmla="*/ 45 w 10000"/>
                    <a:gd name="connsiteY0" fmla="*/ 5032 h 10377"/>
                    <a:gd name="connsiteX1" fmla="*/ 2738 w 10000"/>
                    <a:gd name="connsiteY1" fmla="*/ 2807 h 10377"/>
                    <a:gd name="connsiteX2" fmla="*/ 4886 w 10000"/>
                    <a:gd name="connsiteY2" fmla="*/ 0 h 10377"/>
                    <a:gd name="connsiteX3" fmla="*/ 8068 w 10000"/>
                    <a:gd name="connsiteY3" fmla="*/ 2809 h 10377"/>
                    <a:gd name="connsiteX4" fmla="*/ 9996 w 10000"/>
                    <a:gd name="connsiteY4" fmla="*/ 5409 h 10377"/>
                    <a:gd name="connsiteX5" fmla="*/ 8476 w 10000"/>
                    <a:gd name="connsiteY5" fmla="*/ 7302 h 10377"/>
                    <a:gd name="connsiteX6" fmla="*/ 5250 w 10000"/>
                    <a:gd name="connsiteY6" fmla="*/ 10376 h 10377"/>
                    <a:gd name="connsiteX7" fmla="*/ 2753 w 10000"/>
                    <a:gd name="connsiteY7" fmla="*/ 7679 h 10377"/>
                    <a:gd name="connsiteX8" fmla="*/ 1375 w 10000"/>
                    <a:gd name="connsiteY8" fmla="*/ 7361 h 10377"/>
                    <a:gd name="connsiteX9" fmla="*/ 45 w 10000"/>
                    <a:gd name="connsiteY9" fmla="*/ 5032 h 10377"/>
                    <a:gd name="connsiteX0" fmla="*/ 45 w 10000"/>
                    <a:gd name="connsiteY0" fmla="*/ 5036 h 10381"/>
                    <a:gd name="connsiteX1" fmla="*/ 2738 w 10000"/>
                    <a:gd name="connsiteY1" fmla="*/ 2811 h 10381"/>
                    <a:gd name="connsiteX2" fmla="*/ 4886 w 10000"/>
                    <a:gd name="connsiteY2" fmla="*/ 4 h 10381"/>
                    <a:gd name="connsiteX3" fmla="*/ 8068 w 10000"/>
                    <a:gd name="connsiteY3" fmla="*/ 2813 h 10381"/>
                    <a:gd name="connsiteX4" fmla="*/ 9996 w 10000"/>
                    <a:gd name="connsiteY4" fmla="*/ 5413 h 10381"/>
                    <a:gd name="connsiteX5" fmla="*/ 8476 w 10000"/>
                    <a:gd name="connsiteY5" fmla="*/ 7306 h 10381"/>
                    <a:gd name="connsiteX6" fmla="*/ 5250 w 10000"/>
                    <a:gd name="connsiteY6" fmla="*/ 10380 h 10381"/>
                    <a:gd name="connsiteX7" fmla="*/ 2753 w 10000"/>
                    <a:gd name="connsiteY7" fmla="*/ 7683 h 10381"/>
                    <a:gd name="connsiteX8" fmla="*/ 1375 w 10000"/>
                    <a:gd name="connsiteY8" fmla="*/ 7365 h 10381"/>
                    <a:gd name="connsiteX9" fmla="*/ 45 w 10000"/>
                    <a:gd name="connsiteY9" fmla="*/ 5036 h 10381"/>
                    <a:gd name="connsiteX0" fmla="*/ 45 w 10000"/>
                    <a:gd name="connsiteY0" fmla="*/ 5036 h 10796"/>
                    <a:gd name="connsiteX1" fmla="*/ 2738 w 10000"/>
                    <a:gd name="connsiteY1" fmla="*/ 2811 h 10796"/>
                    <a:gd name="connsiteX2" fmla="*/ 4886 w 10000"/>
                    <a:gd name="connsiteY2" fmla="*/ 4 h 10796"/>
                    <a:gd name="connsiteX3" fmla="*/ 8068 w 10000"/>
                    <a:gd name="connsiteY3" fmla="*/ 2813 h 10796"/>
                    <a:gd name="connsiteX4" fmla="*/ 9996 w 10000"/>
                    <a:gd name="connsiteY4" fmla="*/ 5413 h 10796"/>
                    <a:gd name="connsiteX5" fmla="*/ 8476 w 10000"/>
                    <a:gd name="connsiteY5" fmla="*/ 7306 h 10796"/>
                    <a:gd name="connsiteX6" fmla="*/ 5202 w 10000"/>
                    <a:gd name="connsiteY6" fmla="*/ 10795 h 10796"/>
                    <a:gd name="connsiteX7" fmla="*/ 2753 w 10000"/>
                    <a:gd name="connsiteY7" fmla="*/ 7683 h 10796"/>
                    <a:gd name="connsiteX8" fmla="*/ 1375 w 10000"/>
                    <a:gd name="connsiteY8" fmla="*/ 7365 h 10796"/>
                    <a:gd name="connsiteX9" fmla="*/ 45 w 10000"/>
                    <a:gd name="connsiteY9" fmla="*/ 5036 h 10796"/>
                    <a:gd name="connsiteX0" fmla="*/ 45 w 10000"/>
                    <a:gd name="connsiteY0" fmla="*/ 5036 h 10795"/>
                    <a:gd name="connsiteX1" fmla="*/ 2738 w 10000"/>
                    <a:gd name="connsiteY1" fmla="*/ 2811 h 10795"/>
                    <a:gd name="connsiteX2" fmla="*/ 4886 w 10000"/>
                    <a:gd name="connsiteY2" fmla="*/ 4 h 10795"/>
                    <a:gd name="connsiteX3" fmla="*/ 8068 w 10000"/>
                    <a:gd name="connsiteY3" fmla="*/ 2813 h 10795"/>
                    <a:gd name="connsiteX4" fmla="*/ 9996 w 10000"/>
                    <a:gd name="connsiteY4" fmla="*/ 5413 h 10795"/>
                    <a:gd name="connsiteX5" fmla="*/ 8476 w 10000"/>
                    <a:gd name="connsiteY5" fmla="*/ 7306 h 10795"/>
                    <a:gd name="connsiteX6" fmla="*/ 5202 w 10000"/>
                    <a:gd name="connsiteY6" fmla="*/ 10795 h 10795"/>
                    <a:gd name="connsiteX7" fmla="*/ 2753 w 10000"/>
                    <a:gd name="connsiteY7" fmla="*/ 7683 h 10795"/>
                    <a:gd name="connsiteX8" fmla="*/ 1375 w 10000"/>
                    <a:gd name="connsiteY8" fmla="*/ 7365 h 10795"/>
                    <a:gd name="connsiteX9" fmla="*/ 45 w 10000"/>
                    <a:gd name="connsiteY9" fmla="*/ 5036 h 10795"/>
                    <a:gd name="connsiteX0" fmla="*/ 45 w 10000"/>
                    <a:gd name="connsiteY0" fmla="*/ 5036 h 10795"/>
                    <a:gd name="connsiteX1" fmla="*/ 2738 w 10000"/>
                    <a:gd name="connsiteY1" fmla="*/ 2811 h 10795"/>
                    <a:gd name="connsiteX2" fmla="*/ 4886 w 10000"/>
                    <a:gd name="connsiteY2" fmla="*/ 4 h 10795"/>
                    <a:gd name="connsiteX3" fmla="*/ 8068 w 10000"/>
                    <a:gd name="connsiteY3" fmla="*/ 2813 h 10795"/>
                    <a:gd name="connsiteX4" fmla="*/ 9996 w 10000"/>
                    <a:gd name="connsiteY4" fmla="*/ 5413 h 10795"/>
                    <a:gd name="connsiteX5" fmla="*/ 8476 w 10000"/>
                    <a:gd name="connsiteY5" fmla="*/ 7306 h 10795"/>
                    <a:gd name="connsiteX6" fmla="*/ 5202 w 10000"/>
                    <a:gd name="connsiteY6" fmla="*/ 10795 h 10795"/>
                    <a:gd name="connsiteX7" fmla="*/ 2753 w 10000"/>
                    <a:gd name="connsiteY7" fmla="*/ 7683 h 10795"/>
                    <a:gd name="connsiteX8" fmla="*/ 1375 w 10000"/>
                    <a:gd name="connsiteY8" fmla="*/ 7365 h 10795"/>
                    <a:gd name="connsiteX9" fmla="*/ 45 w 10000"/>
                    <a:gd name="connsiteY9" fmla="*/ 5036 h 10795"/>
                    <a:gd name="connsiteX0" fmla="*/ 4 w 9959"/>
                    <a:gd name="connsiteY0" fmla="*/ 5593 h 11352"/>
                    <a:gd name="connsiteX1" fmla="*/ 1089 w 9959"/>
                    <a:gd name="connsiteY1" fmla="*/ 469 h 11352"/>
                    <a:gd name="connsiteX2" fmla="*/ 4845 w 9959"/>
                    <a:gd name="connsiteY2" fmla="*/ 561 h 11352"/>
                    <a:gd name="connsiteX3" fmla="*/ 8027 w 9959"/>
                    <a:gd name="connsiteY3" fmla="*/ 3370 h 11352"/>
                    <a:gd name="connsiteX4" fmla="*/ 9955 w 9959"/>
                    <a:gd name="connsiteY4" fmla="*/ 5970 h 11352"/>
                    <a:gd name="connsiteX5" fmla="*/ 8435 w 9959"/>
                    <a:gd name="connsiteY5" fmla="*/ 7863 h 11352"/>
                    <a:gd name="connsiteX6" fmla="*/ 5161 w 9959"/>
                    <a:gd name="connsiteY6" fmla="*/ 11352 h 11352"/>
                    <a:gd name="connsiteX7" fmla="*/ 2712 w 9959"/>
                    <a:gd name="connsiteY7" fmla="*/ 8240 h 11352"/>
                    <a:gd name="connsiteX8" fmla="*/ 1334 w 9959"/>
                    <a:gd name="connsiteY8" fmla="*/ 7922 h 11352"/>
                    <a:gd name="connsiteX9" fmla="*/ 4 w 9959"/>
                    <a:gd name="connsiteY9" fmla="*/ 5593 h 11352"/>
                    <a:gd name="connsiteX0" fmla="*/ 0 w 11223"/>
                    <a:gd name="connsiteY0" fmla="*/ 3835 h 9929"/>
                    <a:gd name="connsiteX1" fmla="*/ 2316 w 11223"/>
                    <a:gd name="connsiteY1" fmla="*/ 342 h 9929"/>
                    <a:gd name="connsiteX2" fmla="*/ 6088 w 11223"/>
                    <a:gd name="connsiteY2" fmla="*/ 423 h 9929"/>
                    <a:gd name="connsiteX3" fmla="*/ 9283 w 11223"/>
                    <a:gd name="connsiteY3" fmla="*/ 2898 h 9929"/>
                    <a:gd name="connsiteX4" fmla="*/ 11219 w 11223"/>
                    <a:gd name="connsiteY4" fmla="*/ 5188 h 9929"/>
                    <a:gd name="connsiteX5" fmla="*/ 9693 w 11223"/>
                    <a:gd name="connsiteY5" fmla="*/ 6856 h 9929"/>
                    <a:gd name="connsiteX6" fmla="*/ 6405 w 11223"/>
                    <a:gd name="connsiteY6" fmla="*/ 9929 h 9929"/>
                    <a:gd name="connsiteX7" fmla="*/ 3946 w 11223"/>
                    <a:gd name="connsiteY7" fmla="*/ 7188 h 9929"/>
                    <a:gd name="connsiteX8" fmla="*/ 2562 w 11223"/>
                    <a:gd name="connsiteY8" fmla="*/ 6908 h 9929"/>
                    <a:gd name="connsiteX9" fmla="*/ 0 w 11223"/>
                    <a:gd name="connsiteY9" fmla="*/ 3835 h 9929"/>
                    <a:gd name="connsiteX0" fmla="*/ 0 w 9999"/>
                    <a:gd name="connsiteY0" fmla="*/ 3862 h 10000"/>
                    <a:gd name="connsiteX1" fmla="*/ 2064 w 9999"/>
                    <a:gd name="connsiteY1" fmla="*/ 344 h 10000"/>
                    <a:gd name="connsiteX2" fmla="*/ 5425 w 9999"/>
                    <a:gd name="connsiteY2" fmla="*/ 426 h 10000"/>
                    <a:gd name="connsiteX3" fmla="*/ 8271 w 9999"/>
                    <a:gd name="connsiteY3" fmla="*/ 2919 h 10000"/>
                    <a:gd name="connsiteX4" fmla="*/ 9996 w 9999"/>
                    <a:gd name="connsiteY4" fmla="*/ 5225 h 10000"/>
                    <a:gd name="connsiteX5" fmla="*/ 8637 w 9999"/>
                    <a:gd name="connsiteY5" fmla="*/ 6905 h 10000"/>
                    <a:gd name="connsiteX6" fmla="*/ 5707 w 9999"/>
                    <a:gd name="connsiteY6" fmla="*/ 10000 h 10000"/>
                    <a:gd name="connsiteX7" fmla="*/ 2283 w 9999"/>
                    <a:gd name="connsiteY7" fmla="*/ 6957 h 10000"/>
                    <a:gd name="connsiteX8" fmla="*/ 0 w 9999"/>
                    <a:gd name="connsiteY8" fmla="*/ 3862 h 10000"/>
                    <a:gd name="connsiteX0" fmla="*/ 124 w 10124"/>
                    <a:gd name="connsiteY0" fmla="*/ 3862 h 10000"/>
                    <a:gd name="connsiteX1" fmla="*/ 2188 w 10124"/>
                    <a:gd name="connsiteY1" fmla="*/ 344 h 10000"/>
                    <a:gd name="connsiteX2" fmla="*/ 5550 w 10124"/>
                    <a:gd name="connsiteY2" fmla="*/ 426 h 10000"/>
                    <a:gd name="connsiteX3" fmla="*/ 8396 w 10124"/>
                    <a:gd name="connsiteY3" fmla="*/ 2919 h 10000"/>
                    <a:gd name="connsiteX4" fmla="*/ 10121 w 10124"/>
                    <a:gd name="connsiteY4" fmla="*/ 5225 h 10000"/>
                    <a:gd name="connsiteX5" fmla="*/ 8762 w 10124"/>
                    <a:gd name="connsiteY5" fmla="*/ 6905 h 10000"/>
                    <a:gd name="connsiteX6" fmla="*/ 5832 w 10124"/>
                    <a:gd name="connsiteY6" fmla="*/ 10000 h 10000"/>
                    <a:gd name="connsiteX7" fmla="*/ 124 w 10124"/>
                    <a:gd name="connsiteY7" fmla="*/ 3862 h 10000"/>
                    <a:gd name="connsiteX0" fmla="*/ 43 w 10045"/>
                    <a:gd name="connsiteY0" fmla="*/ 3862 h 6912"/>
                    <a:gd name="connsiteX1" fmla="*/ 2107 w 10045"/>
                    <a:gd name="connsiteY1" fmla="*/ 344 h 6912"/>
                    <a:gd name="connsiteX2" fmla="*/ 5469 w 10045"/>
                    <a:gd name="connsiteY2" fmla="*/ 426 h 6912"/>
                    <a:gd name="connsiteX3" fmla="*/ 8315 w 10045"/>
                    <a:gd name="connsiteY3" fmla="*/ 2919 h 6912"/>
                    <a:gd name="connsiteX4" fmla="*/ 10040 w 10045"/>
                    <a:gd name="connsiteY4" fmla="*/ 5225 h 6912"/>
                    <a:gd name="connsiteX5" fmla="*/ 8681 w 10045"/>
                    <a:gd name="connsiteY5" fmla="*/ 6905 h 6912"/>
                    <a:gd name="connsiteX6" fmla="*/ 3967 w 10045"/>
                    <a:gd name="connsiteY6" fmla="*/ 5885 h 6912"/>
                    <a:gd name="connsiteX7" fmla="*/ 43 w 10045"/>
                    <a:gd name="connsiteY7" fmla="*/ 3862 h 6912"/>
                    <a:gd name="connsiteX0" fmla="*/ 47 w 10004"/>
                    <a:gd name="connsiteY0" fmla="*/ 5106 h 9519"/>
                    <a:gd name="connsiteX1" fmla="*/ 2102 w 10004"/>
                    <a:gd name="connsiteY1" fmla="*/ 17 h 9519"/>
                    <a:gd name="connsiteX2" fmla="*/ 6651 w 10004"/>
                    <a:gd name="connsiteY2" fmla="*/ 3484 h 9519"/>
                    <a:gd name="connsiteX3" fmla="*/ 8282 w 10004"/>
                    <a:gd name="connsiteY3" fmla="*/ 3742 h 9519"/>
                    <a:gd name="connsiteX4" fmla="*/ 9999 w 10004"/>
                    <a:gd name="connsiteY4" fmla="*/ 7078 h 9519"/>
                    <a:gd name="connsiteX5" fmla="*/ 8646 w 10004"/>
                    <a:gd name="connsiteY5" fmla="*/ 9509 h 9519"/>
                    <a:gd name="connsiteX6" fmla="*/ 3953 w 10004"/>
                    <a:gd name="connsiteY6" fmla="*/ 8033 h 9519"/>
                    <a:gd name="connsiteX7" fmla="*/ 47 w 10004"/>
                    <a:gd name="connsiteY7" fmla="*/ 5106 h 9519"/>
                    <a:gd name="connsiteX0" fmla="*/ 43 w 9996"/>
                    <a:gd name="connsiteY0" fmla="*/ 6232 h 10868"/>
                    <a:gd name="connsiteX1" fmla="*/ 2097 w 9996"/>
                    <a:gd name="connsiteY1" fmla="*/ 886 h 10868"/>
                    <a:gd name="connsiteX2" fmla="*/ 5642 w 9996"/>
                    <a:gd name="connsiteY2" fmla="*/ 385 h 10868"/>
                    <a:gd name="connsiteX3" fmla="*/ 8275 w 9996"/>
                    <a:gd name="connsiteY3" fmla="*/ 4799 h 10868"/>
                    <a:gd name="connsiteX4" fmla="*/ 9991 w 9996"/>
                    <a:gd name="connsiteY4" fmla="*/ 8304 h 10868"/>
                    <a:gd name="connsiteX5" fmla="*/ 8639 w 9996"/>
                    <a:gd name="connsiteY5" fmla="*/ 10857 h 10868"/>
                    <a:gd name="connsiteX6" fmla="*/ 3947 w 9996"/>
                    <a:gd name="connsiteY6" fmla="*/ 9307 h 10868"/>
                    <a:gd name="connsiteX7" fmla="*/ 43 w 9996"/>
                    <a:gd name="connsiteY7" fmla="*/ 6232 h 10868"/>
                    <a:gd name="connsiteX0" fmla="*/ 43 w 10004"/>
                    <a:gd name="connsiteY0" fmla="*/ 5543 h 9809"/>
                    <a:gd name="connsiteX1" fmla="*/ 2098 w 10004"/>
                    <a:gd name="connsiteY1" fmla="*/ 624 h 9809"/>
                    <a:gd name="connsiteX2" fmla="*/ 5644 w 10004"/>
                    <a:gd name="connsiteY2" fmla="*/ 163 h 9809"/>
                    <a:gd name="connsiteX3" fmla="*/ 8163 w 10004"/>
                    <a:gd name="connsiteY3" fmla="*/ 1492 h 9809"/>
                    <a:gd name="connsiteX4" fmla="*/ 9995 w 10004"/>
                    <a:gd name="connsiteY4" fmla="*/ 7450 h 9809"/>
                    <a:gd name="connsiteX5" fmla="*/ 8642 w 10004"/>
                    <a:gd name="connsiteY5" fmla="*/ 9799 h 9809"/>
                    <a:gd name="connsiteX6" fmla="*/ 3949 w 10004"/>
                    <a:gd name="connsiteY6" fmla="*/ 8373 h 9809"/>
                    <a:gd name="connsiteX7" fmla="*/ 43 w 10004"/>
                    <a:gd name="connsiteY7" fmla="*/ 5543 h 9809"/>
                    <a:gd name="connsiteX0" fmla="*/ 43 w 8950"/>
                    <a:gd name="connsiteY0" fmla="*/ 5651 h 10081"/>
                    <a:gd name="connsiteX1" fmla="*/ 2097 w 8950"/>
                    <a:gd name="connsiteY1" fmla="*/ 636 h 10081"/>
                    <a:gd name="connsiteX2" fmla="*/ 5642 w 8950"/>
                    <a:gd name="connsiteY2" fmla="*/ 166 h 10081"/>
                    <a:gd name="connsiteX3" fmla="*/ 8160 w 8950"/>
                    <a:gd name="connsiteY3" fmla="*/ 1521 h 10081"/>
                    <a:gd name="connsiteX4" fmla="*/ 8473 w 8950"/>
                    <a:gd name="connsiteY4" fmla="*/ 5322 h 10081"/>
                    <a:gd name="connsiteX5" fmla="*/ 8639 w 8950"/>
                    <a:gd name="connsiteY5" fmla="*/ 9990 h 10081"/>
                    <a:gd name="connsiteX6" fmla="*/ 3947 w 8950"/>
                    <a:gd name="connsiteY6" fmla="*/ 8536 h 10081"/>
                    <a:gd name="connsiteX7" fmla="*/ 43 w 8950"/>
                    <a:gd name="connsiteY7" fmla="*/ 5651 h 10081"/>
                    <a:gd name="connsiteX0" fmla="*/ 48 w 9651"/>
                    <a:gd name="connsiteY0" fmla="*/ 5606 h 8648"/>
                    <a:gd name="connsiteX1" fmla="*/ 2343 w 9651"/>
                    <a:gd name="connsiteY1" fmla="*/ 631 h 8648"/>
                    <a:gd name="connsiteX2" fmla="*/ 6304 w 9651"/>
                    <a:gd name="connsiteY2" fmla="*/ 165 h 8648"/>
                    <a:gd name="connsiteX3" fmla="*/ 9117 w 9651"/>
                    <a:gd name="connsiteY3" fmla="*/ 1509 h 8648"/>
                    <a:gd name="connsiteX4" fmla="*/ 9467 w 9651"/>
                    <a:gd name="connsiteY4" fmla="*/ 5279 h 8648"/>
                    <a:gd name="connsiteX5" fmla="*/ 6997 w 9651"/>
                    <a:gd name="connsiteY5" fmla="*/ 8019 h 8648"/>
                    <a:gd name="connsiteX6" fmla="*/ 4410 w 9651"/>
                    <a:gd name="connsiteY6" fmla="*/ 8467 h 8648"/>
                    <a:gd name="connsiteX7" fmla="*/ 48 w 9651"/>
                    <a:gd name="connsiteY7" fmla="*/ 5606 h 8648"/>
                    <a:gd name="connsiteX0" fmla="*/ 41 w 9991"/>
                    <a:gd name="connsiteY0" fmla="*/ 6482 h 9316"/>
                    <a:gd name="connsiteX1" fmla="*/ 2419 w 9991"/>
                    <a:gd name="connsiteY1" fmla="*/ 730 h 9316"/>
                    <a:gd name="connsiteX2" fmla="*/ 6523 w 9991"/>
                    <a:gd name="connsiteY2" fmla="*/ 191 h 9316"/>
                    <a:gd name="connsiteX3" fmla="*/ 9438 w 9991"/>
                    <a:gd name="connsiteY3" fmla="*/ 1745 h 9316"/>
                    <a:gd name="connsiteX4" fmla="*/ 9800 w 9991"/>
                    <a:gd name="connsiteY4" fmla="*/ 6104 h 9316"/>
                    <a:gd name="connsiteX5" fmla="*/ 7241 w 9991"/>
                    <a:gd name="connsiteY5" fmla="*/ 9273 h 9316"/>
                    <a:gd name="connsiteX6" fmla="*/ 1411 w 9991"/>
                    <a:gd name="connsiteY6" fmla="*/ 7856 h 9316"/>
                    <a:gd name="connsiteX7" fmla="*/ 41 w 9991"/>
                    <a:gd name="connsiteY7" fmla="*/ 6482 h 9316"/>
                    <a:gd name="connsiteX0" fmla="*/ 19 w 10708"/>
                    <a:gd name="connsiteY0" fmla="*/ 7721 h 10038"/>
                    <a:gd name="connsiteX1" fmla="*/ 3129 w 10708"/>
                    <a:gd name="connsiteY1" fmla="*/ 825 h 10038"/>
                    <a:gd name="connsiteX2" fmla="*/ 7237 w 10708"/>
                    <a:gd name="connsiteY2" fmla="*/ 246 h 10038"/>
                    <a:gd name="connsiteX3" fmla="*/ 10155 w 10708"/>
                    <a:gd name="connsiteY3" fmla="*/ 1914 h 10038"/>
                    <a:gd name="connsiteX4" fmla="*/ 10517 w 10708"/>
                    <a:gd name="connsiteY4" fmla="*/ 6593 h 10038"/>
                    <a:gd name="connsiteX5" fmla="*/ 7956 w 10708"/>
                    <a:gd name="connsiteY5" fmla="*/ 9995 h 10038"/>
                    <a:gd name="connsiteX6" fmla="*/ 2120 w 10708"/>
                    <a:gd name="connsiteY6" fmla="*/ 8474 h 10038"/>
                    <a:gd name="connsiteX7" fmla="*/ 19 w 10708"/>
                    <a:gd name="connsiteY7" fmla="*/ 7721 h 10038"/>
                    <a:gd name="connsiteX0" fmla="*/ 359 w 11048"/>
                    <a:gd name="connsiteY0" fmla="*/ 7721 h 10038"/>
                    <a:gd name="connsiteX1" fmla="*/ 3469 w 11048"/>
                    <a:gd name="connsiteY1" fmla="*/ 825 h 10038"/>
                    <a:gd name="connsiteX2" fmla="*/ 7577 w 11048"/>
                    <a:gd name="connsiteY2" fmla="*/ 246 h 10038"/>
                    <a:gd name="connsiteX3" fmla="*/ 10495 w 11048"/>
                    <a:gd name="connsiteY3" fmla="*/ 1914 h 10038"/>
                    <a:gd name="connsiteX4" fmla="*/ 10857 w 11048"/>
                    <a:gd name="connsiteY4" fmla="*/ 6593 h 10038"/>
                    <a:gd name="connsiteX5" fmla="*/ 8296 w 11048"/>
                    <a:gd name="connsiteY5" fmla="*/ 9995 h 10038"/>
                    <a:gd name="connsiteX6" fmla="*/ 2460 w 11048"/>
                    <a:gd name="connsiteY6" fmla="*/ 8474 h 10038"/>
                    <a:gd name="connsiteX7" fmla="*/ 359 w 11048"/>
                    <a:gd name="connsiteY7" fmla="*/ 7721 h 10038"/>
                    <a:gd name="connsiteX0" fmla="*/ 359 w 11048"/>
                    <a:gd name="connsiteY0" fmla="*/ 8392 h 10075"/>
                    <a:gd name="connsiteX1" fmla="*/ 3469 w 11048"/>
                    <a:gd name="connsiteY1" fmla="*/ 864 h 10075"/>
                    <a:gd name="connsiteX2" fmla="*/ 7577 w 11048"/>
                    <a:gd name="connsiteY2" fmla="*/ 285 h 10075"/>
                    <a:gd name="connsiteX3" fmla="*/ 10495 w 11048"/>
                    <a:gd name="connsiteY3" fmla="*/ 1953 h 10075"/>
                    <a:gd name="connsiteX4" fmla="*/ 10857 w 11048"/>
                    <a:gd name="connsiteY4" fmla="*/ 6632 h 10075"/>
                    <a:gd name="connsiteX5" fmla="*/ 8296 w 11048"/>
                    <a:gd name="connsiteY5" fmla="*/ 10034 h 10075"/>
                    <a:gd name="connsiteX6" fmla="*/ 2460 w 11048"/>
                    <a:gd name="connsiteY6" fmla="*/ 8513 h 10075"/>
                    <a:gd name="connsiteX7" fmla="*/ 359 w 11048"/>
                    <a:gd name="connsiteY7" fmla="*/ 8392 h 10075"/>
                    <a:gd name="connsiteX0" fmla="*/ 371 w 11060"/>
                    <a:gd name="connsiteY0" fmla="*/ 8392 h 10075"/>
                    <a:gd name="connsiteX1" fmla="*/ 3481 w 11060"/>
                    <a:gd name="connsiteY1" fmla="*/ 864 h 10075"/>
                    <a:gd name="connsiteX2" fmla="*/ 7589 w 11060"/>
                    <a:gd name="connsiteY2" fmla="*/ 285 h 10075"/>
                    <a:gd name="connsiteX3" fmla="*/ 10507 w 11060"/>
                    <a:gd name="connsiteY3" fmla="*/ 1953 h 10075"/>
                    <a:gd name="connsiteX4" fmla="*/ 10869 w 11060"/>
                    <a:gd name="connsiteY4" fmla="*/ 6632 h 10075"/>
                    <a:gd name="connsiteX5" fmla="*/ 8308 w 11060"/>
                    <a:gd name="connsiteY5" fmla="*/ 10034 h 10075"/>
                    <a:gd name="connsiteX6" fmla="*/ 2472 w 11060"/>
                    <a:gd name="connsiteY6" fmla="*/ 8513 h 10075"/>
                    <a:gd name="connsiteX7" fmla="*/ 371 w 11060"/>
                    <a:gd name="connsiteY7" fmla="*/ 8392 h 10075"/>
                    <a:gd name="connsiteX0" fmla="*/ 54 w 10743"/>
                    <a:gd name="connsiteY0" fmla="*/ 9468 h 11151"/>
                    <a:gd name="connsiteX1" fmla="*/ 4027 w 10743"/>
                    <a:gd name="connsiteY1" fmla="*/ 495 h 11151"/>
                    <a:gd name="connsiteX2" fmla="*/ 7272 w 10743"/>
                    <a:gd name="connsiteY2" fmla="*/ 1361 h 11151"/>
                    <a:gd name="connsiteX3" fmla="*/ 10190 w 10743"/>
                    <a:gd name="connsiteY3" fmla="*/ 3029 h 11151"/>
                    <a:gd name="connsiteX4" fmla="*/ 10552 w 10743"/>
                    <a:gd name="connsiteY4" fmla="*/ 7708 h 11151"/>
                    <a:gd name="connsiteX5" fmla="*/ 7991 w 10743"/>
                    <a:gd name="connsiteY5" fmla="*/ 11110 h 11151"/>
                    <a:gd name="connsiteX6" fmla="*/ 2155 w 10743"/>
                    <a:gd name="connsiteY6" fmla="*/ 9589 h 11151"/>
                    <a:gd name="connsiteX7" fmla="*/ 54 w 10743"/>
                    <a:gd name="connsiteY7" fmla="*/ 9468 h 11151"/>
                    <a:gd name="connsiteX0" fmla="*/ 54 w 10743"/>
                    <a:gd name="connsiteY0" fmla="*/ 9506 h 11189"/>
                    <a:gd name="connsiteX1" fmla="*/ 4027 w 10743"/>
                    <a:gd name="connsiteY1" fmla="*/ 533 h 11189"/>
                    <a:gd name="connsiteX2" fmla="*/ 7272 w 10743"/>
                    <a:gd name="connsiteY2" fmla="*/ 1399 h 11189"/>
                    <a:gd name="connsiteX3" fmla="*/ 10190 w 10743"/>
                    <a:gd name="connsiteY3" fmla="*/ 3067 h 11189"/>
                    <a:gd name="connsiteX4" fmla="*/ 10552 w 10743"/>
                    <a:gd name="connsiteY4" fmla="*/ 7746 h 11189"/>
                    <a:gd name="connsiteX5" fmla="*/ 7991 w 10743"/>
                    <a:gd name="connsiteY5" fmla="*/ 11148 h 11189"/>
                    <a:gd name="connsiteX6" fmla="*/ 2155 w 10743"/>
                    <a:gd name="connsiteY6" fmla="*/ 9627 h 11189"/>
                    <a:gd name="connsiteX7" fmla="*/ 54 w 10743"/>
                    <a:gd name="connsiteY7" fmla="*/ 9506 h 11189"/>
                    <a:gd name="connsiteX0" fmla="*/ 40 w 11293"/>
                    <a:gd name="connsiteY0" fmla="*/ 9082 h 11127"/>
                    <a:gd name="connsiteX1" fmla="*/ 4577 w 11293"/>
                    <a:gd name="connsiteY1" fmla="*/ 470 h 11127"/>
                    <a:gd name="connsiteX2" fmla="*/ 7822 w 11293"/>
                    <a:gd name="connsiteY2" fmla="*/ 1336 h 11127"/>
                    <a:gd name="connsiteX3" fmla="*/ 10740 w 11293"/>
                    <a:gd name="connsiteY3" fmla="*/ 3004 h 11127"/>
                    <a:gd name="connsiteX4" fmla="*/ 11102 w 11293"/>
                    <a:gd name="connsiteY4" fmla="*/ 7683 h 11127"/>
                    <a:gd name="connsiteX5" fmla="*/ 8541 w 11293"/>
                    <a:gd name="connsiteY5" fmla="*/ 11085 h 11127"/>
                    <a:gd name="connsiteX6" fmla="*/ 2705 w 11293"/>
                    <a:gd name="connsiteY6" fmla="*/ 9564 h 11127"/>
                    <a:gd name="connsiteX7" fmla="*/ 40 w 11293"/>
                    <a:gd name="connsiteY7" fmla="*/ 9082 h 111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293" h="11127">
                      <a:moveTo>
                        <a:pt x="40" y="9082"/>
                      </a:moveTo>
                      <a:cubicBezTo>
                        <a:pt x="352" y="7566"/>
                        <a:pt x="3280" y="1761"/>
                        <a:pt x="4577" y="470"/>
                      </a:cubicBezTo>
                      <a:cubicBezTo>
                        <a:pt x="5874" y="-821"/>
                        <a:pt x="6795" y="914"/>
                        <a:pt x="7822" y="1336"/>
                      </a:cubicBezTo>
                      <a:cubicBezTo>
                        <a:pt x="8849" y="1758"/>
                        <a:pt x="10193" y="1947"/>
                        <a:pt x="10740" y="3004"/>
                      </a:cubicBezTo>
                      <a:cubicBezTo>
                        <a:pt x="11287" y="4061"/>
                        <a:pt x="11468" y="6337"/>
                        <a:pt x="11102" y="7683"/>
                      </a:cubicBezTo>
                      <a:cubicBezTo>
                        <a:pt x="10736" y="9030"/>
                        <a:pt x="9940" y="10771"/>
                        <a:pt x="8541" y="11085"/>
                      </a:cubicBezTo>
                      <a:cubicBezTo>
                        <a:pt x="7141" y="11398"/>
                        <a:pt x="4122" y="9898"/>
                        <a:pt x="2705" y="9564"/>
                      </a:cubicBezTo>
                      <a:cubicBezTo>
                        <a:pt x="1288" y="9230"/>
                        <a:pt x="-272" y="10598"/>
                        <a:pt x="40" y="9082"/>
                      </a:cubicBez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527" name="Group 327">
                  <a:extLst>
                    <a:ext uri="{FF2B5EF4-FFF2-40B4-BE49-F238E27FC236}">
                      <a16:creationId xmlns:a16="http://schemas.microsoft.com/office/drawing/2014/main" id="{95A693A0-90C6-0E42-805E-894D24F6BB6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08175" y="5241780"/>
                  <a:ext cx="536554" cy="263548"/>
                  <a:chOff x="1871277" y="1576300"/>
                  <a:chExt cx="1128371" cy="437861"/>
                </a:xfrm>
              </p:grpSpPr>
              <p:sp>
                <p:nvSpPr>
                  <p:cNvPr id="531" name="Oval 530">
                    <a:extLst>
                      <a:ext uri="{FF2B5EF4-FFF2-40B4-BE49-F238E27FC236}">
                        <a16:creationId xmlns:a16="http://schemas.microsoft.com/office/drawing/2014/main" id="{E6A859E7-2681-EB45-AC64-4969973C6CAF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0" scaled="1"/>
                    <a:tileRect/>
                  </a:gra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2" name="Rectangle 531">
                    <a:extLst>
                      <a:ext uri="{FF2B5EF4-FFF2-40B4-BE49-F238E27FC236}">
                        <a16:creationId xmlns:a16="http://schemas.microsoft.com/office/drawing/2014/main" id="{8A49754A-DDFB-5F4E-A38D-35312DF54CE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53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08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3" name="Oval 532">
                    <a:extLst>
                      <a:ext uri="{FF2B5EF4-FFF2-40B4-BE49-F238E27FC236}">
                        <a16:creationId xmlns:a16="http://schemas.microsoft.com/office/drawing/2014/main" id="{7B59D17E-9D64-1647-B9DF-B07F3284E1EA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4" name="Freeform 533">
                    <a:extLst>
                      <a:ext uri="{FF2B5EF4-FFF2-40B4-BE49-F238E27FC236}">
                        <a16:creationId xmlns:a16="http://schemas.microsoft.com/office/drawing/2014/main" id="{8884D252-29F1-F648-8BCD-A0D8DC51E09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5" name="Freeform 534">
                    <a:extLst>
                      <a:ext uri="{FF2B5EF4-FFF2-40B4-BE49-F238E27FC236}">
                        <a16:creationId xmlns:a16="http://schemas.microsoft.com/office/drawing/2014/main" id="{0D1C72AF-A42B-2A4F-9FB3-9B625E59817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6" name="Freeform 535">
                    <a:extLst>
                      <a:ext uri="{FF2B5EF4-FFF2-40B4-BE49-F238E27FC236}">
                        <a16:creationId xmlns:a16="http://schemas.microsoft.com/office/drawing/2014/main" id="{F120C532-FD80-B242-AB85-376C83FAEFA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7" name="Freeform 536">
                    <a:extLst>
                      <a:ext uri="{FF2B5EF4-FFF2-40B4-BE49-F238E27FC236}">
                        <a16:creationId xmlns:a16="http://schemas.microsoft.com/office/drawing/2014/main" id="{8D1B3AFD-4EEF-344B-8093-229501DE6D2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538" name="Straight Connector 537">
                    <a:extLst>
                      <a:ext uri="{FF2B5EF4-FFF2-40B4-BE49-F238E27FC236}">
                        <a16:creationId xmlns:a16="http://schemas.microsoft.com/office/drawing/2014/main" id="{DD251CD0-8031-2443-A7D6-4E55E79AECAD}"/>
                      </a:ext>
                    </a:extLst>
                  </p:cNvPr>
                  <p:cNvCxnSpPr>
                    <a:endCxn id="533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539" name="Straight Connector 538">
                    <a:extLst>
                      <a:ext uri="{FF2B5EF4-FFF2-40B4-BE49-F238E27FC236}">
                        <a16:creationId xmlns:a16="http://schemas.microsoft.com/office/drawing/2014/main" id="{A75579D9-01A7-A946-9747-B22BE9A9B1C9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  <p:grpSp>
              <p:nvGrpSpPr>
                <p:cNvPr id="528" name="Group 527">
                  <a:extLst>
                    <a:ext uri="{FF2B5EF4-FFF2-40B4-BE49-F238E27FC236}">
                      <a16:creationId xmlns:a16="http://schemas.microsoft.com/office/drawing/2014/main" id="{B30234D9-3938-124F-811A-5439A25863DA}"/>
                    </a:ext>
                  </a:extLst>
                </p:cNvPr>
                <p:cNvGrpSpPr/>
                <p:nvPr/>
              </p:nvGrpSpPr>
              <p:grpSpPr>
                <a:xfrm>
                  <a:off x="7876581" y="5223365"/>
                  <a:ext cx="466894" cy="369332"/>
                  <a:chOff x="599495" y="1708643"/>
                  <a:chExt cx="491778" cy="409344"/>
                </a:xfrm>
              </p:grpSpPr>
              <p:sp>
                <p:nvSpPr>
                  <p:cNvPr id="529" name="Oval 528">
                    <a:extLst>
                      <a:ext uri="{FF2B5EF4-FFF2-40B4-BE49-F238E27FC236}">
                        <a16:creationId xmlns:a16="http://schemas.microsoft.com/office/drawing/2014/main" id="{C6138776-4E94-2D44-8B7B-08F37205EBC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6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0" name="TextBox 529">
                    <a:extLst>
                      <a:ext uri="{FF2B5EF4-FFF2-40B4-BE49-F238E27FC236}">
                        <a16:creationId xmlns:a16="http://schemas.microsoft.com/office/drawing/2014/main" id="{8749FB94-AF37-9543-B2AD-D023BA06F2FF}"/>
                      </a:ext>
                    </a:extLst>
                  </p:cNvPr>
                  <p:cNvSpPr txBox="1"/>
                  <p:nvPr/>
                </p:nvSpPr>
                <p:spPr>
                  <a:xfrm>
                    <a:off x="599495" y="1708643"/>
                    <a:ext cx="491778" cy="4093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  X</a:t>
                    </a:r>
                  </a:p>
                </p:txBody>
              </p:sp>
            </p:grpSp>
          </p:grpSp>
          <p:cxnSp>
            <p:nvCxnSpPr>
              <p:cNvPr id="525" name="Straight Connector 524">
                <a:extLst>
                  <a:ext uri="{FF2B5EF4-FFF2-40B4-BE49-F238E27FC236}">
                    <a16:creationId xmlns:a16="http://schemas.microsoft.com/office/drawing/2014/main" id="{C4A92BE4-09B8-2D44-BE17-51B111757C2E}"/>
                  </a:ext>
                </a:extLst>
              </p:cNvPr>
              <p:cNvCxnSpPr/>
              <p:nvPr/>
            </p:nvCxnSpPr>
            <p:spPr bwMode="auto">
              <a:xfrm flipH="1">
                <a:off x="7158742" y="5764030"/>
                <a:ext cx="870024" cy="9999"/>
              </a:xfrm>
              <a:prstGeom prst="line">
                <a:avLst/>
              </a:prstGeom>
              <a:solidFill>
                <a:srgbClr val="00CC99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515600" cy="894622"/>
          </a:xfrm>
        </p:spPr>
        <p:txBody>
          <a:bodyPr/>
          <a:lstStyle/>
          <a:p>
            <a:r>
              <a:rPr lang="en-US" dirty="0"/>
              <a:t>BGP path advertisement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6433D-1EBF-D447-9924-50E7F0E2E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227" name="Rectangle 4">
            <a:extLst>
              <a:ext uri="{FF2B5EF4-FFF2-40B4-BE49-F238E27FC236}">
                <a16:creationId xmlns:a16="http://schemas.microsoft.com/office/drawing/2014/main" id="{3DEA04DC-72C8-CE46-B457-B3FE2AD2277B}"/>
              </a:ext>
            </a:extLst>
          </p:cNvPr>
          <p:cNvSpPr txBox="1">
            <a:spLocks noChangeArrowheads="1"/>
          </p:cNvSpPr>
          <p:nvPr/>
        </p:nvSpPr>
        <p:spPr>
          <a:xfrm>
            <a:off x="825754" y="4751961"/>
            <a:ext cx="10673139" cy="845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3688" indent="-293688">
              <a:lnSpc>
                <a:spcPct val="100000"/>
              </a:lnSpc>
              <a:spcBef>
                <a:spcPts val="600"/>
              </a:spcBef>
            </a:pPr>
            <a:r>
              <a:rPr lang="en-US" sz="2400" dirty="0"/>
              <a:t>based on AS2 policy, AS2 router 2c accepts path AS3,X, propagates (via iBGP) to all AS2 routers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sz="2400" dirty="0"/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F0AA8416-2A13-9841-830D-36339E62435B}"/>
              </a:ext>
            </a:extLst>
          </p:cNvPr>
          <p:cNvGrpSpPr/>
          <p:nvPr/>
        </p:nvGrpSpPr>
        <p:grpSpPr>
          <a:xfrm>
            <a:off x="2993331" y="2659614"/>
            <a:ext cx="1261444" cy="642543"/>
            <a:chOff x="2241770" y="2684666"/>
            <a:chExt cx="1261444" cy="642543"/>
          </a:xfrm>
        </p:grpSpPr>
        <p:sp>
          <p:nvSpPr>
            <p:cNvPr id="232" name="Text Box 119">
              <a:extLst>
                <a:ext uri="{FF2B5EF4-FFF2-40B4-BE49-F238E27FC236}">
                  <a16:creationId xmlns:a16="http://schemas.microsoft.com/office/drawing/2014/main" id="{923BE177-E2E4-8A48-9459-31E9473258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1770" y="3019432"/>
              <a:ext cx="126015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sz="1600" i="1" dirty="0">
                  <a:solidFill>
                    <a:srgbClr val="CC0000"/>
                  </a:solidFill>
                </a:rPr>
                <a:t>AS2,AS3,X </a:t>
              </a:r>
            </a:p>
          </p:txBody>
        </p:sp>
        <p:sp>
          <p:nvSpPr>
            <p:cNvPr id="233" name="AutoShape 118">
              <a:extLst>
                <a:ext uri="{FF2B5EF4-FFF2-40B4-BE49-F238E27FC236}">
                  <a16:creationId xmlns:a16="http://schemas.microsoft.com/office/drawing/2014/main" id="{92B03788-407A-084E-8682-283C69D5DF3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68210">
              <a:off x="2734864" y="2684666"/>
              <a:ext cx="768350" cy="276225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C0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34" name="Rectangle 4">
            <a:extLst>
              <a:ext uri="{FF2B5EF4-FFF2-40B4-BE49-F238E27FC236}">
                <a16:creationId xmlns:a16="http://schemas.microsoft.com/office/drawing/2014/main" id="{31DBB660-95FC-B843-A86E-3E1DFC7A8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911" y="4164411"/>
            <a:ext cx="11146023" cy="848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indent="-293688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/>
              <a:t>AS2 router 2c receives path advertisement </a:t>
            </a:r>
            <a:r>
              <a:rPr lang="en-US" sz="2400" dirty="0">
                <a:solidFill>
                  <a:srgbClr val="CC0000"/>
                </a:solidFill>
              </a:rPr>
              <a:t>AS3,X </a:t>
            </a:r>
            <a:r>
              <a:rPr lang="en-US" sz="2400" dirty="0"/>
              <a:t>(via eBGP) from AS3 router 3a</a:t>
            </a:r>
          </a:p>
        </p:txBody>
      </p:sp>
      <p:sp>
        <p:nvSpPr>
          <p:cNvPr id="235" name="Rectangle 4">
            <a:extLst>
              <a:ext uri="{FF2B5EF4-FFF2-40B4-BE49-F238E27FC236}">
                <a16:creationId xmlns:a16="http://schemas.microsoft.com/office/drawing/2014/main" id="{3269DA29-10B0-0C46-A867-22A86090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479" y="5525933"/>
            <a:ext cx="10511102" cy="510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indent="-293688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dirty="0"/>
              <a:t>based on AS2 policy,  AS2 router 2a advertises (via eBGP)  path </a:t>
            </a:r>
            <a:r>
              <a:rPr lang="en-US" sz="2400" dirty="0">
                <a:solidFill>
                  <a:srgbClr val="CC0000"/>
                </a:solidFill>
              </a:rPr>
              <a:t>AS2, AS3, X  </a:t>
            </a:r>
            <a:r>
              <a:rPr lang="en-US" sz="2400" dirty="0"/>
              <a:t> to AS</a:t>
            </a:r>
            <a:r>
              <a:rPr lang="en-US" sz="2400" dirty="0">
                <a:cs typeface="Arial"/>
              </a:rPr>
              <a:t>1</a:t>
            </a:r>
            <a:r>
              <a:rPr lang="en-US" sz="2400" dirty="0"/>
              <a:t> router </a:t>
            </a:r>
            <a:r>
              <a:rPr lang="en-US" sz="2400" dirty="0">
                <a:cs typeface="Arial"/>
              </a:rPr>
              <a:t>1</a:t>
            </a:r>
            <a:r>
              <a:rPr lang="en-US" sz="2400" dirty="0"/>
              <a:t>c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endParaRPr lang="en-US" sz="2400" dirty="0"/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056A4C08-0B5E-7E4B-B3DA-90DA418A76FF}"/>
              </a:ext>
            </a:extLst>
          </p:cNvPr>
          <p:cNvGrpSpPr/>
          <p:nvPr/>
        </p:nvGrpSpPr>
        <p:grpSpPr>
          <a:xfrm>
            <a:off x="5079134" y="2657901"/>
            <a:ext cx="1118837" cy="826267"/>
            <a:chOff x="4052000" y="2820739"/>
            <a:chExt cx="1118837" cy="826267"/>
          </a:xfrm>
        </p:grpSpPr>
        <p:cxnSp>
          <p:nvCxnSpPr>
            <p:cNvPr id="237" name="Straight Arrow Connector 236">
              <a:extLst>
                <a:ext uri="{FF2B5EF4-FFF2-40B4-BE49-F238E27FC236}">
                  <a16:creationId xmlns:a16="http://schemas.microsoft.com/office/drawing/2014/main" id="{3B128407-BC6A-4B4A-89D8-97C1C7F43DAE}"/>
                </a:ext>
              </a:extLst>
            </p:cNvPr>
            <p:cNvCxnSpPr/>
            <p:nvPr/>
          </p:nvCxnSpPr>
          <p:spPr bwMode="auto">
            <a:xfrm flipH="1" flipV="1">
              <a:off x="4769093" y="2820739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8" name="Straight Arrow Connector 237">
              <a:extLst>
                <a:ext uri="{FF2B5EF4-FFF2-40B4-BE49-F238E27FC236}">
                  <a16:creationId xmlns:a16="http://schemas.microsoft.com/office/drawing/2014/main" id="{7E8A7122-71D2-0E47-A583-1E125776C48C}"/>
                </a:ext>
              </a:extLst>
            </p:cNvPr>
            <p:cNvCxnSpPr/>
            <p:nvPr/>
          </p:nvCxnSpPr>
          <p:spPr bwMode="auto">
            <a:xfrm flipH="1" flipV="1">
              <a:off x="4052000" y="3192229"/>
              <a:ext cx="1059565" cy="14171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9" name="Straight Arrow Connector 238">
              <a:extLst>
                <a:ext uri="{FF2B5EF4-FFF2-40B4-BE49-F238E27FC236}">
                  <a16:creationId xmlns:a16="http://schemas.microsoft.com/office/drawing/2014/main" id="{91399E68-BBBF-1A48-A9FB-B47E07C5C832}"/>
                </a:ext>
              </a:extLst>
            </p:cNvPr>
            <p:cNvCxnSpPr/>
            <p:nvPr/>
          </p:nvCxnSpPr>
          <p:spPr bwMode="auto">
            <a:xfrm flipH="1">
              <a:off x="4748700" y="3344630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23" name="Group 117">
            <a:extLst>
              <a:ext uri="{FF2B5EF4-FFF2-40B4-BE49-F238E27FC236}">
                <a16:creationId xmlns:a16="http://schemas.microsoft.com/office/drawing/2014/main" id="{285BF302-8766-1242-BA45-C0130305B5F7}"/>
              </a:ext>
            </a:extLst>
          </p:cNvPr>
          <p:cNvGrpSpPr>
            <a:grpSpLocks/>
          </p:cNvGrpSpPr>
          <p:nvPr/>
        </p:nvGrpSpPr>
        <p:grpSpPr bwMode="auto">
          <a:xfrm>
            <a:off x="7038891" y="2604083"/>
            <a:ext cx="1290638" cy="481013"/>
            <a:chOff x="2282" y="2446"/>
            <a:chExt cx="813" cy="303"/>
          </a:xfrm>
        </p:grpSpPr>
        <p:sp>
          <p:nvSpPr>
            <p:cNvPr id="324" name="AutoShape 118">
              <a:extLst>
                <a:ext uri="{FF2B5EF4-FFF2-40B4-BE49-F238E27FC236}">
                  <a16:creationId xmlns:a16="http://schemas.microsoft.com/office/drawing/2014/main" id="{61E43352-19FB-B040-8B00-CFD7BF2D66E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396893">
              <a:off x="2282" y="2446"/>
              <a:ext cx="484" cy="163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25" name="Text Box 119">
              <a:extLst>
                <a:ext uri="{FF2B5EF4-FFF2-40B4-BE49-F238E27FC236}">
                  <a16:creationId xmlns:a16="http://schemas.microsoft.com/office/drawing/2014/main" id="{FC1C516E-32E3-B148-BD28-32763132AA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2559"/>
              <a:ext cx="599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AS3, 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1989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" grpId="0" build="p"/>
      <p:bldP spid="234" grpId="0"/>
      <p:bldP spid="23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515600" cy="894622"/>
          </a:xfrm>
        </p:spPr>
        <p:txBody>
          <a:bodyPr/>
          <a:lstStyle/>
          <a:p>
            <a:r>
              <a:rPr lang="en-US" dirty="0"/>
              <a:t>BGP path advertisement </a:t>
            </a:r>
            <a:r>
              <a:rPr lang="en-US" sz="3600" dirty="0"/>
              <a:t>(more</a:t>
            </a:r>
            <a:r>
              <a:rPr lang="en-US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6433D-1EBF-D447-9924-50E7F0E2E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F0AA8416-2A13-9841-830D-36339E62435B}"/>
              </a:ext>
            </a:extLst>
          </p:cNvPr>
          <p:cNvGrpSpPr/>
          <p:nvPr/>
        </p:nvGrpSpPr>
        <p:grpSpPr>
          <a:xfrm>
            <a:off x="2993331" y="2659614"/>
            <a:ext cx="1261444" cy="642543"/>
            <a:chOff x="2241770" y="2684666"/>
            <a:chExt cx="1261444" cy="642543"/>
          </a:xfrm>
        </p:grpSpPr>
        <p:sp>
          <p:nvSpPr>
            <p:cNvPr id="232" name="Text Box 119">
              <a:extLst>
                <a:ext uri="{FF2B5EF4-FFF2-40B4-BE49-F238E27FC236}">
                  <a16:creationId xmlns:a16="http://schemas.microsoft.com/office/drawing/2014/main" id="{923BE177-E2E4-8A48-9459-31E9473258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1770" y="3019432"/>
              <a:ext cx="126015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sz="1600" i="1" dirty="0">
                  <a:solidFill>
                    <a:srgbClr val="C00000"/>
                  </a:solidFill>
                </a:rPr>
                <a:t>AS2,AS3,X </a:t>
              </a:r>
            </a:p>
          </p:txBody>
        </p:sp>
        <p:sp>
          <p:nvSpPr>
            <p:cNvPr id="233" name="AutoShape 118">
              <a:extLst>
                <a:ext uri="{FF2B5EF4-FFF2-40B4-BE49-F238E27FC236}">
                  <a16:creationId xmlns:a16="http://schemas.microsoft.com/office/drawing/2014/main" id="{92B03788-407A-084E-8682-283C69D5DF3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68210">
              <a:off x="2734864" y="2684666"/>
              <a:ext cx="768350" cy="276225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C0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40" name="Rectangle 4">
            <a:extLst>
              <a:ext uri="{FF2B5EF4-FFF2-40B4-BE49-F238E27FC236}">
                <a16:creationId xmlns:a16="http://schemas.microsoft.com/office/drawing/2014/main" id="{2232FF8D-4FEF-E645-B7EA-CC7B2BF547BD}"/>
              </a:ext>
            </a:extLst>
          </p:cNvPr>
          <p:cNvSpPr txBox="1">
            <a:spLocks noChangeArrowheads="1"/>
          </p:cNvSpPr>
          <p:nvPr/>
        </p:nvSpPr>
        <p:spPr>
          <a:xfrm>
            <a:off x="1364685" y="4805597"/>
            <a:ext cx="8505825" cy="5519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3688" indent="-293688">
              <a:lnSpc>
                <a:spcPts val="2140"/>
              </a:lnSpc>
            </a:pPr>
            <a:r>
              <a:rPr lang="en-US" sz="2400" dirty="0"/>
              <a:t>AS</a:t>
            </a:r>
            <a:r>
              <a:rPr lang="en-US" sz="2400" dirty="0">
                <a:cs typeface="Arial"/>
              </a:rPr>
              <a:t>1</a:t>
            </a:r>
            <a:r>
              <a:rPr lang="en-US" sz="2400" dirty="0"/>
              <a:t> gateway router</a:t>
            </a:r>
            <a:r>
              <a:rPr lang="en-US" sz="2400" dirty="0">
                <a:cs typeface="Arial"/>
              </a:rPr>
              <a:t> 1c </a:t>
            </a:r>
            <a:r>
              <a:rPr lang="en-US" sz="2400" dirty="0"/>
              <a:t>learns path </a:t>
            </a:r>
            <a:r>
              <a:rPr lang="en-US" sz="2400" i="1" dirty="0">
                <a:solidFill>
                  <a:srgbClr val="CC0000"/>
                </a:solidFill>
              </a:rPr>
              <a:t>AS2,AS3,X </a:t>
            </a:r>
            <a:r>
              <a:rPr lang="en-US" sz="2400" dirty="0"/>
              <a:t>from 2a</a:t>
            </a:r>
          </a:p>
          <a:p>
            <a:endParaRPr lang="en-US" sz="2000" dirty="0"/>
          </a:p>
        </p:txBody>
      </p:sp>
      <p:sp>
        <p:nvSpPr>
          <p:cNvPr id="241" name="Rectangle 4">
            <a:extLst>
              <a:ext uri="{FF2B5EF4-FFF2-40B4-BE49-F238E27FC236}">
                <a16:creationId xmlns:a16="http://schemas.microsoft.com/office/drawing/2014/main" id="{1171B6FB-5E1B-8F47-BD5F-BCBFDC275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2010" y="4352301"/>
            <a:ext cx="9918472" cy="575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>
              <a:lnSpc>
                <a:spcPts val="2140"/>
              </a:lnSpc>
              <a:buNone/>
            </a:pPr>
            <a:r>
              <a:rPr lang="en-US" dirty="0"/>
              <a:t>gateway router may learn about </a:t>
            </a:r>
            <a:r>
              <a:rPr lang="en-US" dirty="0">
                <a:solidFill>
                  <a:srgbClr val="000090"/>
                </a:solidFill>
              </a:rPr>
              <a:t>multiple</a:t>
            </a:r>
            <a:r>
              <a:rPr lang="en-US" dirty="0"/>
              <a:t> paths to destination:</a:t>
            </a:r>
          </a:p>
        </p:txBody>
      </p: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6E588378-AB3C-7643-8B8F-7696DC3EA767}"/>
              </a:ext>
            </a:extLst>
          </p:cNvPr>
          <p:cNvGrpSpPr/>
          <p:nvPr/>
        </p:nvGrpSpPr>
        <p:grpSpPr>
          <a:xfrm>
            <a:off x="1970966" y="1952535"/>
            <a:ext cx="1118837" cy="826267"/>
            <a:chOff x="4052000" y="2820739"/>
            <a:chExt cx="1118837" cy="826267"/>
          </a:xfrm>
        </p:grpSpPr>
        <p:cxnSp>
          <p:nvCxnSpPr>
            <p:cNvPr id="243" name="Straight Arrow Connector 242">
              <a:extLst>
                <a:ext uri="{FF2B5EF4-FFF2-40B4-BE49-F238E27FC236}">
                  <a16:creationId xmlns:a16="http://schemas.microsoft.com/office/drawing/2014/main" id="{8788AB24-E49A-9D42-9746-5F1AC923F508}"/>
                </a:ext>
              </a:extLst>
            </p:cNvPr>
            <p:cNvCxnSpPr/>
            <p:nvPr/>
          </p:nvCxnSpPr>
          <p:spPr bwMode="auto">
            <a:xfrm flipH="1" flipV="1">
              <a:off x="4769093" y="2820739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4" name="Straight Arrow Connector 243">
              <a:extLst>
                <a:ext uri="{FF2B5EF4-FFF2-40B4-BE49-F238E27FC236}">
                  <a16:creationId xmlns:a16="http://schemas.microsoft.com/office/drawing/2014/main" id="{A73C5C13-0DA1-CE4C-AAB8-6132C6E0D889}"/>
                </a:ext>
              </a:extLst>
            </p:cNvPr>
            <p:cNvCxnSpPr/>
            <p:nvPr/>
          </p:nvCxnSpPr>
          <p:spPr bwMode="auto">
            <a:xfrm flipH="1" flipV="1">
              <a:off x="4052000" y="3192229"/>
              <a:ext cx="1059565" cy="14171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5" name="Straight Arrow Connector 244">
              <a:extLst>
                <a:ext uri="{FF2B5EF4-FFF2-40B4-BE49-F238E27FC236}">
                  <a16:creationId xmlns:a16="http://schemas.microsoft.com/office/drawing/2014/main" id="{70F16FA1-A20C-4948-9683-F7720A00EE52}"/>
                </a:ext>
              </a:extLst>
            </p:cNvPr>
            <p:cNvCxnSpPr/>
            <p:nvPr/>
          </p:nvCxnSpPr>
          <p:spPr bwMode="auto">
            <a:xfrm flipH="1">
              <a:off x="4748700" y="3344630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CB6EBD89-7C58-E647-8259-C3CC0DA3FBFE}"/>
              </a:ext>
            </a:extLst>
          </p:cNvPr>
          <p:cNvGrpSpPr/>
          <p:nvPr/>
        </p:nvGrpSpPr>
        <p:grpSpPr>
          <a:xfrm>
            <a:off x="3743662" y="1671430"/>
            <a:ext cx="928664" cy="573008"/>
            <a:chOff x="4482698" y="1658905"/>
            <a:chExt cx="928664" cy="573008"/>
          </a:xfrm>
        </p:grpSpPr>
        <p:sp>
          <p:nvSpPr>
            <p:cNvPr id="247" name="AutoShape 118">
              <a:extLst>
                <a:ext uri="{FF2B5EF4-FFF2-40B4-BE49-F238E27FC236}">
                  <a16:creationId xmlns:a16="http://schemas.microsoft.com/office/drawing/2014/main" id="{C4DDF1A3-A046-ED42-ACAC-5927DA6AC10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210880">
              <a:off x="4643012" y="1955688"/>
              <a:ext cx="768350" cy="276225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C0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DC604320-3281-9C46-A4A2-C7947827CBE2}"/>
                </a:ext>
              </a:extLst>
            </p:cNvPr>
            <p:cNvSpPr txBox="1"/>
            <p:nvPr/>
          </p:nvSpPr>
          <p:spPr>
            <a:xfrm>
              <a:off x="4482698" y="1658905"/>
              <a:ext cx="7649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AS3,X</a:t>
              </a:r>
            </a:p>
          </p:txBody>
        </p:sp>
      </p:grpSp>
      <p:sp>
        <p:nvSpPr>
          <p:cNvPr id="249" name="Rectangle 4">
            <a:extLst>
              <a:ext uri="{FF2B5EF4-FFF2-40B4-BE49-F238E27FC236}">
                <a16:creationId xmlns:a16="http://schemas.microsoft.com/office/drawing/2014/main" id="{9CBAC322-337C-3E44-8C65-5E8EE0E146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9857" y="5223019"/>
            <a:ext cx="8505825" cy="551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indent="-293688">
              <a:lnSpc>
                <a:spcPts val="2140"/>
              </a:lnSpc>
            </a:pPr>
            <a:r>
              <a:rPr lang="en-US" sz="2400" dirty="0"/>
              <a:t>AS</a:t>
            </a:r>
            <a:r>
              <a:rPr lang="en-US" sz="2400" dirty="0">
                <a:cs typeface="Arial"/>
              </a:rPr>
              <a:t>1</a:t>
            </a:r>
            <a:r>
              <a:rPr lang="en-US" sz="2400" dirty="0"/>
              <a:t> gateway router</a:t>
            </a:r>
            <a:r>
              <a:rPr lang="en-US" sz="2400" dirty="0">
                <a:cs typeface="Arial"/>
              </a:rPr>
              <a:t> 1c </a:t>
            </a:r>
            <a:r>
              <a:rPr lang="en-US" sz="2400" dirty="0"/>
              <a:t>learns path </a:t>
            </a:r>
            <a:r>
              <a:rPr lang="en-US" sz="2400" i="1" dirty="0">
                <a:solidFill>
                  <a:srgbClr val="CC0000"/>
                </a:solidFill>
              </a:rPr>
              <a:t>AS3,X </a:t>
            </a:r>
            <a:r>
              <a:rPr lang="en-US" sz="2400" dirty="0"/>
              <a:t>from 3a</a:t>
            </a:r>
          </a:p>
          <a:p>
            <a:endParaRPr lang="en-US" sz="2000" dirty="0"/>
          </a:p>
        </p:txBody>
      </p:sp>
      <p:sp>
        <p:nvSpPr>
          <p:cNvPr id="250" name="Rectangle 4">
            <a:extLst>
              <a:ext uri="{FF2B5EF4-FFF2-40B4-BE49-F238E27FC236}">
                <a16:creationId xmlns:a16="http://schemas.microsoft.com/office/drawing/2014/main" id="{7F2AB41F-063B-474A-B02C-593081D74E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5491" y="5540232"/>
            <a:ext cx="10521813" cy="1028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indent="-293688">
              <a:lnSpc>
                <a:spcPct val="100000"/>
              </a:lnSpc>
            </a:pPr>
            <a:r>
              <a:rPr lang="en-US" sz="2400" dirty="0"/>
              <a:t>based on </a:t>
            </a:r>
            <a:r>
              <a:rPr lang="en-US" sz="2400" i="1" dirty="0">
                <a:solidFill>
                  <a:srgbClr val="0000A8"/>
                </a:solidFill>
              </a:rPr>
              <a:t>policy, </a:t>
            </a:r>
            <a:r>
              <a:rPr lang="en-US" sz="2400" dirty="0"/>
              <a:t>AS</a:t>
            </a:r>
            <a:r>
              <a:rPr lang="en-US" sz="2400" dirty="0">
                <a:cs typeface="Arial"/>
              </a:rPr>
              <a:t>1</a:t>
            </a:r>
            <a:r>
              <a:rPr lang="en-US" sz="2400" dirty="0"/>
              <a:t> gateway router</a:t>
            </a:r>
            <a:r>
              <a:rPr lang="en-US" sz="2400" dirty="0">
                <a:cs typeface="Arial"/>
              </a:rPr>
              <a:t> 1c </a:t>
            </a:r>
            <a:r>
              <a:rPr lang="en-US" sz="2400" dirty="0"/>
              <a:t>chooses path </a:t>
            </a:r>
            <a:r>
              <a:rPr lang="en-US" sz="2400" i="1" dirty="0">
                <a:solidFill>
                  <a:srgbClr val="CC0000"/>
                </a:solidFill>
              </a:rPr>
              <a:t>AS3,X </a:t>
            </a:r>
            <a:r>
              <a:rPr lang="en-US" sz="2400" dirty="0"/>
              <a:t>and advertises path within AS</a:t>
            </a:r>
            <a:r>
              <a:rPr lang="en-US" sz="2400" dirty="0">
                <a:cs typeface="Arial"/>
              </a:rPr>
              <a:t>1</a:t>
            </a:r>
            <a:r>
              <a:rPr lang="en-US" sz="2400" dirty="0"/>
              <a:t> via iBGP</a:t>
            </a:r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grpSp>
        <p:nvGrpSpPr>
          <p:cNvPr id="335" name="Group 117">
            <a:extLst>
              <a:ext uri="{FF2B5EF4-FFF2-40B4-BE49-F238E27FC236}">
                <a16:creationId xmlns:a16="http://schemas.microsoft.com/office/drawing/2014/main" id="{499578B2-9337-6441-BD75-B09C9CAC1963}"/>
              </a:ext>
            </a:extLst>
          </p:cNvPr>
          <p:cNvGrpSpPr>
            <a:grpSpLocks/>
          </p:cNvGrpSpPr>
          <p:nvPr/>
        </p:nvGrpSpPr>
        <p:grpSpPr bwMode="auto">
          <a:xfrm>
            <a:off x="7038891" y="2604083"/>
            <a:ext cx="1290638" cy="481013"/>
            <a:chOff x="2282" y="2446"/>
            <a:chExt cx="813" cy="303"/>
          </a:xfrm>
        </p:grpSpPr>
        <p:sp>
          <p:nvSpPr>
            <p:cNvPr id="336" name="AutoShape 118">
              <a:extLst>
                <a:ext uri="{FF2B5EF4-FFF2-40B4-BE49-F238E27FC236}">
                  <a16:creationId xmlns:a16="http://schemas.microsoft.com/office/drawing/2014/main" id="{87CF43BB-9638-1849-BCC0-3D8B346AB96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396893">
              <a:off x="2282" y="2446"/>
              <a:ext cx="484" cy="163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37" name="Text Box 119">
              <a:extLst>
                <a:ext uri="{FF2B5EF4-FFF2-40B4-BE49-F238E27FC236}">
                  <a16:creationId xmlns:a16="http://schemas.microsoft.com/office/drawing/2014/main" id="{F6316E17-9D4A-514F-B9C2-2CE5C2F0F2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2559"/>
              <a:ext cx="599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AS3, X</a:t>
              </a:r>
            </a:p>
          </p:txBody>
        </p:sp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C8C59A59-1D76-C647-A251-D4088B013D8A}"/>
              </a:ext>
            </a:extLst>
          </p:cNvPr>
          <p:cNvGrpSpPr/>
          <p:nvPr/>
        </p:nvGrpSpPr>
        <p:grpSpPr>
          <a:xfrm>
            <a:off x="1113403" y="1064076"/>
            <a:ext cx="9801110" cy="2876474"/>
            <a:chOff x="1113403" y="1064076"/>
            <a:chExt cx="9801110" cy="2876474"/>
          </a:xfrm>
        </p:grpSpPr>
        <p:grpSp>
          <p:nvGrpSpPr>
            <p:cNvPr id="356" name="Group 355">
              <a:extLst>
                <a:ext uri="{FF2B5EF4-FFF2-40B4-BE49-F238E27FC236}">
                  <a16:creationId xmlns:a16="http://schemas.microsoft.com/office/drawing/2014/main" id="{5E8C95F8-7B0C-AE45-8FF2-737D4CDC3B01}"/>
                </a:ext>
              </a:extLst>
            </p:cNvPr>
            <p:cNvGrpSpPr/>
            <p:nvPr/>
          </p:nvGrpSpPr>
          <p:grpSpPr>
            <a:xfrm>
              <a:off x="1113403" y="1064076"/>
              <a:ext cx="9801110" cy="2876474"/>
              <a:chOff x="1426553" y="3694542"/>
              <a:chExt cx="9801110" cy="2876474"/>
            </a:xfrm>
          </p:grpSpPr>
          <p:grpSp>
            <p:nvGrpSpPr>
              <p:cNvPr id="357" name="Group 356">
                <a:extLst>
                  <a:ext uri="{FF2B5EF4-FFF2-40B4-BE49-F238E27FC236}">
                    <a16:creationId xmlns:a16="http://schemas.microsoft.com/office/drawing/2014/main" id="{0A451CF8-BF7F-4D44-A41E-DFD92B55911F}"/>
                  </a:ext>
                </a:extLst>
              </p:cNvPr>
              <p:cNvGrpSpPr/>
              <p:nvPr/>
            </p:nvGrpSpPr>
            <p:grpSpPr>
              <a:xfrm>
                <a:off x="1426553" y="3694542"/>
                <a:ext cx="9249542" cy="2876474"/>
                <a:chOff x="1426553" y="3694542"/>
                <a:chExt cx="9249542" cy="2876474"/>
              </a:xfrm>
            </p:grpSpPr>
            <p:grpSp>
              <p:nvGrpSpPr>
                <p:cNvPr id="375" name="Group 374">
                  <a:extLst>
                    <a:ext uri="{FF2B5EF4-FFF2-40B4-BE49-F238E27FC236}">
                      <a16:creationId xmlns:a16="http://schemas.microsoft.com/office/drawing/2014/main" id="{F970A349-418F-4E41-AA61-FFEE40ECDFB0}"/>
                    </a:ext>
                  </a:extLst>
                </p:cNvPr>
                <p:cNvGrpSpPr/>
                <p:nvPr/>
              </p:nvGrpSpPr>
              <p:grpSpPr>
                <a:xfrm>
                  <a:off x="4625977" y="4850481"/>
                  <a:ext cx="2545688" cy="1720535"/>
                  <a:chOff x="4625977" y="4850481"/>
                  <a:chExt cx="2545688" cy="1720535"/>
                </a:xfrm>
              </p:grpSpPr>
              <p:grpSp>
                <p:nvGrpSpPr>
                  <p:cNvPr id="509" name="Group 508">
                    <a:extLst>
                      <a:ext uri="{FF2B5EF4-FFF2-40B4-BE49-F238E27FC236}">
                        <a16:creationId xmlns:a16="http://schemas.microsoft.com/office/drawing/2014/main" id="{0C9FE3FE-A24D-894D-A22E-F47844E43413}"/>
                      </a:ext>
                    </a:extLst>
                  </p:cNvPr>
                  <p:cNvGrpSpPr/>
                  <p:nvPr/>
                </p:nvGrpSpPr>
                <p:grpSpPr>
                  <a:xfrm>
                    <a:off x="4625977" y="4850481"/>
                    <a:ext cx="2545688" cy="1720535"/>
                    <a:chOff x="-2170772" y="2784954"/>
                    <a:chExt cx="2712783" cy="1853712"/>
                  </a:xfrm>
                </p:grpSpPr>
                <p:sp>
                  <p:nvSpPr>
                    <p:cNvPr id="511" name="Freeform 2">
                      <a:extLst>
                        <a:ext uri="{FF2B5EF4-FFF2-40B4-BE49-F238E27FC236}">
                          <a16:creationId xmlns:a16="http://schemas.microsoft.com/office/drawing/2014/main" id="{016A1667-F58D-654E-A107-D60F5494527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-2170772" y="2784954"/>
                      <a:ext cx="2712783" cy="1853712"/>
                    </a:xfrm>
                    <a:custGeom>
                      <a:avLst/>
                      <a:gdLst>
                        <a:gd name="T0" fmla="*/ 648763 w 10001"/>
                        <a:gd name="T1" fmla="*/ 34777612 h 10125"/>
                        <a:gd name="T2" fmla="*/ 115976403 w 10001"/>
                        <a:gd name="T3" fmla="*/ 13733703 h 10125"/>
                        <a:gd name="T4" fmla="*/ 507700960 w 10001"/>
                        <a:gd name="T5" fmla="*/ 8662125 h 10125"/>
                        <a:gd name="T6" fmla="*/ 810212713 w 10001"/>
                        <a:gd name="T7" fmla="*/ 0 h 10125"/>
                        <a:gd name="T8" fmla="*/ 1090015738 w 10001"/>
                        <a:gd name="T9" fmla="*/ 8687929 h 10125"/>
                        <a:gd name="T10" fmla="*/ 1310938763 w 10001"/>
                        <a:gd name="T11" fmla="*/ 4279362 h 10125"/>
                        <a:gd name="T12" fmla="*/ 1620263134 w 10001"/>
                        <a:gd name="T13" fmla="*/ 25736690 h 10125"/>
                        <a:gd name="T14" fmla="*/ 1394798364 w 10001"/>
                        <a:gd name="T15" fmla="*/ 58525268 h 10125"/>
                        <a:gd name="T16" fmla="*/ 1134622140 w 10001"/>
                        <a:gd name="T17" fmla="*/ 80266624 h 10125"/>
                        <a:gd name="T18" fmla="*/ 860820276 w 10001"/>
                        <a:gd name="T19" fmla="*/ 76142271 h 10125"/>
                        <a:gd name="T20" fmla="*/ 708996782 w 10001"/>
                        <a:gd name="T21" fmla="*/ 85346835 h 10125"/>
                        <a:gd name="T22" fmla="*/ 509322667 w 10001"/>
                        <a:gd name="T23" fmla="*/ 86268164 h 10125"/>
                        <a:gd name="T24" fmla="*/ 353443899 w 10001"/>
                        <a:gd name="T25" fmla="*/ 67979516 h 10125"/>
                        <a:gd name="T26" fmla="*/ 192536914 w 10001"/>
                        <a:gd name="T27" fmla="*/ 64535347 h 10125"/>
                        <a:gd name="T28" fmla="*/ 648763 w 10001"/>
                        <a:gd name="T29" fmla="*/ 34777612 h 10125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connsiteX0" fmla="*/ 4 w 10040"/>
                        <a:gd name="connsiteY0" fmla="*/ 4039 h 10125"/>
                        <a:gd name="connsiteX1" fmla="*/ 715 w 10040"/>
                        <a:gd name="connsiteY1" fmla="*/ 1595 h 10125"/>
                        <a:gd name="connsiteX2" fmla="*/ 3130 w 10040"/>
                        <a:gd name="connsiteY2" fmla="*/ 1006 h 10125"/>
                        <a:gd name="connsiteX3" fmla="*/ 4995 w 10040"/>
                        <a:gd name="connsiteY3" fmla="*/ 0 h 10125"/>
                        <a:gd name="connsiteX4" fmla="*/ 6720 w 10040"/>
                        <a:gd name="connsiteY4" fmla="*/ 1009 h 10125"/>
                        <a:gd name="connsiteX5" fmla="*/ 9989 w 10040"/>
                        <a:gd name="connsiteY5" fmla="*/ 2989 h 10125"/>
                        <a:gd name="connsiteX6" fmla="*/ 8599 w 10040"/>
                        <a:gd name="connsiteY6" fmla="*/ 6797 h 10125"/>
                        <a:gd name="connsiteX7" fmla="*/ 6995 w 10040"/>
                        <a:gd name="connsiteY7" fmla="*/ 9322 h 10125"/>
                        <a:gd name="connsiteX8" fmla="*/ 5307 w 10040"/>
                        <a:gd name="connsiteY8" fmla="*/ 8843 h 10125"/>
                        <a:gd name="connsiteX9" fmla="*/ 4371 w 10040"/>
                        <a:gd name="connsiteY9" fmla="*/ 9912 h 10125"/>
                        <a:gd name="connsiteX10" fmla="*/ 3140 w 10040"/>
                        <a:gd name="connsiteY10" fmla="*/ 10019 h 10125"/>
                        <a:gd name="connsiteX11" fmla="*/ 2179 w 10040"/>
                        <a:gd name="connsiteY11" fmla="*/ 7895 h 10125"/>
                        <a:gd name="connsiteX12" fmla="*/ 1187 w 10040"/>
                        <a:gd name="connsiteY12" fmla="*/ 7495 h 10125"/>
                        <a:gd name="connsiteX13" fmla="*/ 4 w 10040"/>
                        <a:gd name="connsiteY13" fmla="*/ 4039 h 10125"/>
                        <a:gd name="connsiteX0" fmla="*/ 4 w 8600"/>
                        <a:gd name="connsiteY0" fmla="*/ 4042 h 10128"/>
                        <a:gd name="connsiteX1" fmla="*/ 715 w 8600"/>
                        <a:gd name="connsiteY1" fmla="*/ 1598 h 10128"/>
                        <a:gd name="connsiteX2" fmla="*/ 3130 w 8600"/>
                        <a:gd name="connsiteY2" fmla="*/ 1009 h 10128"/>
                        <a:gd name="connsiteX3" fmla="*/ 4995 w 8600"/>
                        <a:gd name="connsiteY3" fmla="*/ 3 h 10128"/>
                        <a:gd name="connsiteX4" fmla="*/ 6720 w 8600"/>
                        <a:gd name="connsiteY4" fmla="*/ 1012 h 10128"/>
                        <a:gd name="connsiteX5" fmla="*/ 8599 w 8600"/>
                        <a:gd name="connsiteY5" fmla="*/ 6800 h 10128"/>
                        <a:gd name="connsiteX6" fmla="*/ 6995 w 8600"/>
                        <a:gd name="connsiteY6" fmla="*/ 9325 h 10128"/>
                        <a:gd name="connsiteX7" fmla="*/ 5307 w 8600"/>
                        <a:gd name="connsiteY7" fmla="*/ 8846 h 10128"/>
                        <a:gd name="connsiteX8" fmla="*/ 4371 w 8600"/>
                        <a:gd name="connsiteY8" fmla="*/ 9915 h 10128"/>
                        <a:gd name="connsiteX9" fmla="*/ 3140 w 8600"/>
                        <a:gd name="connsiteY9" fmla="*/ 10022 h 10128"/>
                        <a:gd name="connsiteX10" fmla="*/ 2179 w 8600"/>
                        <a:gd name="connsiteY10" fmla="*/ 7898 h 10128"/>
                        <a:gd name="connsiteX11" fmla="*/ 1187 w 8600"/>
                        <a:gd name="connsiteY11" fmla="*/ 7498 h 10128"/>
                        <a:gd name="connsiteX12" fmla="*/ 4 w 8600"/>
                        <a:gd name="connsiteY12" fmla="*/ 4042 h 10128"/>
                        <a:gd name="connsiteX0" fmla="*/ 4 w 9326"/>
                        <a:gd name="connsiteY0" fmla="*/ 3988 h 9997"/>
                        <a:gd name="connsiteX1" fmla="*/ 830 w 9326"/>
                        <a:gd name="connsiteY1" fmla="*/ 1575 h 9997"/>
                        <a:gd name="connsiteX2" fmla="*/ 3639 w 9326"/>
                        <a:gd name="connsiteY2" fmla="*/ 993 h 9997"/>
                        <a:gd name="connsiteX3" fmla="*/ 5807 w 9326"/>
                        <a:gd name="connsiteY3" fmla="*/ 0 h 9997"/>
                        <a:gd name="connsiteX4" fmla="*/ 7813 w 9326"/>
                        <a:gd name="connsiteY4" fmla="*/ 996 h 9997"/>
                        <a:gd name="connsiteX5" fmla="*/ 9324 w 9326"/>
                        <a:gd name="connsiteY5" fmla="*/ 5746 h 9997"/>
                        <a:gd name="connsiteX6" fmla="*/ 8133 w 9326"/>
                        <a:gd name="connsiteY6" fmla="*/ 9204 h 9997"/>
                        <a:gd name="connsiteX7" fmla="*/ 6170 w 9326"/>
                        <a:gd name="connsiteY7" fmla="*/ 8731 h 9997"/>
                        <a:gd name="connsiteX8" fmla="*/ 5082 w 9326"/>
                        <a:gd name="connsiteY8" fmla="*/ 9787 h 9997"/>
                        <a:gd name="connsiteX9" fmla="*/ 3650 w 9326"/>
                        <a:gd name="connsiteY9" fmla="*/ 9892 h 9997"/>
                        <a:gd name="connsiteX10" fmla="*/ 2533 w 9326"/>
                        <a:gd name="connsiteY10" fmla="*/ 7795 h 9997"/>
                        <a:gd name="connsiteX11" fmla="*/ 1379 w 9326"/>
                        <a:gd name="connsiteY11" fmla="*/ 7400 h 9997"/>
                        <a:gd name="connsiteX12" fmla="*/ 4 w 9326"/>
                        <a:gd name="connsiteY12" fmla="*/ 3988 h 9997"/>
                        <a:gd name="connsiteX0" fmla="*/ 4 w 10001"/>
                        <a:gd name="connsiteY0" fmla="*/ 3989 h 10041"/>
                        <a:gd name="connsiteX1" fmla="*/ 890 w 10001"/>
                        <a:gd name="connsiteY1" fmla="*/ 1575 h 10041"/>
                        <a:gd name="connsiteX2" fmla="*/ 3902 w 10001"/>
                        <a:gd name="connsiteY2" fmla="*/ 993 h 10041"/>
                        <a:gd name="connsiteX3" fmla="*/ 6227 w 10001"/>
                        <a:gd name="connsiteY3" fmla="*/ 0 h 10041"/>
                        <a:gd name="connsiteX4" fmla="*/ 8378 w 10001"/>
                        <a:gd name="connsiteY4" fmla="*/ 996 h 10041"/>
                        <a:gd name="connsiteX5" fmla="*/ 9998 w 10001"/>
                        <a:gd name="connsiteY5" fmla="*/ 5748 h 10041"/>
                        <a:gd name="connsiteX6" fmla="*/ 8721 w 10001"/>
                        <a:gd name="connsiteY6" fmla="*/ 9207 h 10041"/>
                        <a:gd name="connsiteX7" fmla="*/ 5449 w 10001"/>
                        <a:gd name="connsiteY7" fmla="*/ 9790 h 10041"/>
                        <a:gd name="connsiteX8" fmla="*/ 3914 w 10001"/>
                        <a:gd name="connsiteY8" fmla="*/ 9895 h 10041"/>
                        <a:gd name="connsiteX9" fmla="*/ 2716 w 10001"/>
                        <a:gd name="connsiteY9" fmla="*/ 7797 h 10041"/>
                        <a:gd name="connsiteX10" fmla="*/ 1479 w 10001"/>
                        <a:gd name="connsiteY10" fmla="*/ 7402 h 10041"/>
                        <a:gd name="connsiteX11" fmla="*/ 4 w 10001"/>
                        <a:gd name="connsiteY11" fmla="*/ 3989 h 10041"/>
                        <a:gd name="connsiteX0" fmla="*/ 4 w 10001"/>
                        <a:gd name="connsiteY0" fmla="*/ 3989 h 14825"/>
                        <a:gd name="connsiteX1" fmla="*/ 890 w 10001"/>
                        <a:gd name="connsiteY1" fmla="*/ 1575 h 14825"/>
                        <a:gd name="connsiteX2" fmla="*/ 3902 w 10001"/>
                        <a:gd name="connsiteY2" fmla="*/ 993 h 14825"/>
                        <a:gd name="connsiteX3" fmla="*/ 6227 w 10001"/>
                        <a:gd name="connsiteY3" fmla="*/ 0 h 14825"/>
                        <a:gd name="connsiteX4" fmla="*/ 8378 w 10001"/>
                        <a:gd name="connsiteY4" fmla="*/ 996 h 14825"/>
                        <a:gd name="connsiteX5" fmla="*/ 9998 w 10001"/>
                        <a:gd name="connsiteY5" fmla="*/ 5748 h 14825"/>
                        <a:gd name="connsiteX6" fmla="*/ 8721 w 10001"/>
                        <a:gd name="connsiteY6" fmla="*/ 9207 h 14825"/>
                        <a:gd name="connsiteX7" fmla="*/ 6011 w 10001"/>
                        <a:gd name="connsiteY7" fmla="*/ 14823 h 14825"/>
                        <a:gd name="connsiteX8" fmla="*/ 3914 w 10001"/>
                        <a:gd name="connsiteY8" fmla="*/ 9895 h 14825"/>
                        <a:gd name="connsiteX9" fmla="*/ 2716 w 10001"/>
                        <a:gd name="connsiteY9" fmla="*/ 7797 h 14825"/>
                        <a:gd name="connsiteX10" fmla="*/ 1479 w 10001"/>
                        <a:gd name="connsiteY10" fmla="*/ 7402 h 14825"/>
                        <a:gd name="connsiteX11" fmla="*/ 4 w 10001"/>
                        <a:gd name="connsiteY11" fmla="*/ 3989 h 14825"/>
                        <a:gd name="connsiteX0" fmla="*/ 4 w 10001"/>
                        <a:gd name="connsiteY0" fmla="*/ 7436 h 18272"/>
                        <a:gd name="connsiteX1" fmla="*/ 890 w 10001"/>
                        <a:gd name="connsiteY1" fmla="*/ 5022 h 18272"/>
                        <a:gd name="connsiteX2" fmla="*/ 3902 w 10001"/>
                        <a:gd name="connsiteY2" fmla="*/ 4440 h 18272"/>
                        <a:gd name="connsiteX3" fmla="*/ 6026 w 10001"/>
                        <a:gd name="connsiteY3" fmla="*/ 0 h 18272"/>
                        <a:gd name="connsiteX4" fmla="*/ 8378 w 10001"/>
                        <a:gd name="connsiteY4" fmla="*/ 4443 h 18272"/>
                        <a:gd name="connsiteX5" fmla="*/ 9998 w 10001"/>
                        <a:gd name="connsiteY5" fmla="*/ 9195 h 18272"/>
                        <a:gd name="connsiteX6" fmla="*/ 8721 w 10001"/>
                        <a:gd name="connsiteY6" fmla="*/ 12654 h 18272"/>
                        <a:gd name="connsiteX7" fmla="*/ 6011 w 10001"/>
                        <a:gd name="connsiteY7" fmla="*/ 18270 h 18272"/>
                        <a:gd name="connsiteX8" fmla="*/ 3914 w 10001"/>
                        <a:gd name="connsiteY8" fmla="*/ 13342 h 18272"/>
                        <a:gd name="connsiteX9" fmla="*/ 2716 w 10001"/>
                        <a:gd name="connsiteY9" fmla="*/ 11244 h 18272"/>
                        <a:gd name="connsiteX10" fmla="*/ 1479 w 10001"/>
                        <a:gd name="connsiteY10" fmla="*/ 10849 h 18272"/>
                        <a:gd name="connsiteX11" fmla="*/ 4 w 10001"/>
                        <a:gd name="connsiteY11" fmla="*/ 7436 h 18272"/>
                        <a:gd name="connsiteX0" fmla="*/ 1 w 9998"/>
                        <a:gd name="connsiteY0" fmla="*/ 7436 h 18272"/>
                        <a:gd name="connsiteX1" fmla="*/ 3899 w 9998"/>
                        <a:gd name="connsiteY1" fmla="*/ 4440 h 18272"/>
                        <a:gd name="connsiteX2" fmla="*/ 6023 w 9998"/>
                        <a:gd name="connsiteY2" fmla="*/ 0 h 18272"/>
                        <a:gd name="connsiteX3" fmla="*/ 8375 w 9998"/>
                        <a:gd name="connsiteY3" fmla="*/ 4443 h 18272"/>
                        <a:gd name="connsiteX4" fmla="*/ 9995 w 9998"/>
                        <a:gd name="connsiteY4" fmla="*/ 9195 h 18272"/>
                        <a:gd name="connsiteX5" fmla="*/ 8718 w 9998"/>
                        <a:gd name="connsiteY5" fmla="*/ 12654 h 18272"/>
                        <a:gd name="connsiteX6" fmla="*/ 6008 w 9998"/>
                        <a:gd name="connsiteY6" fmla="*/ 18270 h 18272"/>
                        <a:gd name="connsiteX7" fmla="*/ 3911 w 9998"/>
                        <a:gd name="connsiteY7" fmla="*/ 13342 h 18272"/>
                        <a:gd name="connsiteX8" fmla="*/ 2713 w 9998"/>
                        <a:gd name="connsiteY8" fmla="*/ 11244 h 18272"/>
                        <a:gd name="connsiteX9" fmla="*/ 1476 w 9998"/>
                        <a:gd name="connsiteY9" fmla="*/ 10849 h 18272"/>
                        <a:gd name="connsiteX10" fmla="*/ 1 w 9998"/>
                        <a:gd name="connsiteY10" fmla="*/ 7436 h 18272"/>
                        <a:gd name="connsiteX0" fmla="*/ 35 w 8559"/>
                        <a:gd name="connsiteY0" fmla="*/ 5938 h 10000"/>
                        <a:gd name="connsiteX1" fmla="*/ 2459 w 8559"/>
                        <a:gd name="connsiteY1" fmla="*/ 2430 h 10000"/>
                        <a:gd name="connsiteX2" fmla="*/ 4583 w 8559"/>
                        <a:gd name="connsiteY2" fmla="*/ 0 h 10000"/>
                        <a:gd name="connsiteX3" fmla="*/ 6936 w 8559"/>
                        <a:gd name="connsiteY3" fmla="*/ 2432 h 10000"/>
                        <a:gd name="connsiteX4" fmla="*/ 8556 w 8559"/>
                        <a:gd name="connsiteY4" fmla="*/ 5032 h 10000"/>
                        <a:gd name="connsiteX5" fmla="*/ 7279 w 8559"/>
                        <a:gd name="connsiteY5" fmla="*/ 6925 h 10000"/>
                        <a:gd name="connsiteX6" fmla="*/ 4568 w 8559"/>
                        <a:gd name="connsiteY6" fmla="*/ 9999 h 10000"/>
                        <a:gd name="connsiteX7" fmla="*/ 2471 w 8559"/>
                        <a:gd name="connsiteY7" fmla="*/ 7302 h 10000"/>
                        <a:gd name="connsiteX8" fmla="*/ 1273 w 8559"/>
                        <a:gd name="connsiteY8" fmla="*/ 6154 h 10000"/>
                        <a:gd name="connsiteX9" fmla="*/ 35 w 8559"/>
                        <a:gd name="connsiteY9" fmla="*/ 5938 h 10000"/>
                        <a:gd name="connsiteX0" fmla="*/ 49 w 9820"/>
                        <a:gd name="connsiteY0" fmla="*/ 4655 h 10000"/>
                        <a:gd name="connsiteX1" fmla="*/ 2693 w 9820"/>
                        <a:gd name="connsiteY1" fmla="*/ 2430 h 10000"/>
                        <a:gd name="connsiteX2" fmla="*/ 5175 w 9820"/>
                        <a:gd name="connsiteY2" fmla="*/ 0 h 10000"/>
                        <a:gd name="connsiteX3" fmla="*/ 7924 w 9820"/>
                        <a:gd name="connsiteY3" fmla="*/ 2432 h 10000"/>
                        <a:gd name="connsiteX4" fmla="*/ 9816 w 9820"/>
                        <a:gd name="connsiteY4" fmla="*/ 5032 h 10000"/>
                        <a:gd name="connsiteX5" fmla="*/ 8324 w 9820"/>
                        <a:gd name="connsiteY5" fmla="*/ 6925 h 10000"/>
                        <a:gd name="connsiteX6" fmla="*/ 5157 w 9820"/>
                        <a:gd name="connsiteY6" fmla="*/ 9999 h 10000"/>
                        <a:gd name="connsiteX7" fmla="*/ 2707 w 9820"/>
                        <a:gd name="connsiteY7" fmla="*/ 7302 h 10000"/>
                        <a:gd name="connsiteX8" fmla="*/ 1307 w 9820"/>
                        <a:gd name="connsiteY8" fmla="*/ 6154 h 10000"/>
                        <a:gd name="connsiteX9" fmla="*/ 49 w 9820"/>
                        <a:gd name="connsiteY9" fmla="*/ 4655 h 10000"/>
                        <a:gd name="connsiteX0" fmla="*/ 45 w 9995"/>
                        <a:gd name="connsiteY0" fmla="*/ 4655 h 10000"/>
                        <a:gd name="connsiteX1" fmla="*/ 2737 w 9995"/>
                        <a:gd name="connsiteY1" fmla="*/ 2430 h 10000"/>
                        <a:gd name="connsiteX2" fmla="*/ 5265 w 9995"/>
                        <a:gd name="connsiteY2" fmla="*/ 0 h 10000"/>
                        <a:gd name="connsiteX3" fmla="*/ 8064 w 9995"/>
                        <a:gd name="connsiteY3" fmla="*/ 2432 h 10000"/>
                        <a:gd name="connsiteX4" fmla="*/ 9991 w 9995"/>
                        <a:gd name="connsiteY4" fmla="*/ 5032 h 10000"/>
                        <a:gd name="connsiteX5" fmla="*/ 8472 w 9995"/>
                        <a:gd name="connsiteY5" fmla="*/ 6925 h 10000"/>
                        <a:gd name="connsiteX6" fmla="*/ 5247 w 9995"/>
                        <a:gd name="connsiteY6" fmla="*/ 9999 h 10000"/>
                        <a:gd name="connsiteX7" fmla="*/ 2752 w 9995"/>
                        <a:gd name="connsiteY7" fmla="*/ 7302 h 10000"/>
                        <a:gd name="connsiteX8" fmla="*/ 1374 w 9995"/>
                        <a:gd name="connsiteY8" fmla="*/ 6984 h 10000"/>
                        <a:gd name="connsiteX9" fmla="*/ 45 w 9995"/>
                        <a:gd name="connsiteY9" fmla="*/ 4655 h 10000"/>
                        <a:gd name="connsiteX0" fmla="*/ 45 w 10000"/>
                        <a:gd name="connsiteY0" fmla="*/ 5032 h 10377"/>
                        <a:gd name="connsiteX1" fmla="*/ 2738 w 10000"/>
                        <a:gd name="connsiteY1" fmla="*/ 2807 h 10377"/>
                        <a:gd name="connsiteX2" fmla="*/ 4886 w 10000"/>
                        <a:gd name="connsiteY2" fmla="*/ 0 h 10377"/>
                        <a:gd name="connsiteX3" fmla="*/ 8068 w 10000"/>
                        <a:gd name="connsiteY3" fmla="*/ 2809 h 10377"/>
                        <a:gd name="connsiteX4" fmla="*/ 9996 w 10000"/>
                        <a:gd name="connsiteY4" fmla="*/ 5409 h 10377"/>
                        <a:gd name="connsiteX5" fmla="*/ 8476 w 10000"/>
                        <a:gd name="connsiteY5" fmla="*/ 7302 h 10377"/>
                        <a:gd name="connsiteX6" fmla="*/ 5250 w 10000"/>
                        <a:gd name="connsiteY6" fmla="*/ 10376 h 10377"/>
                        <a:gd name="connsiteX7" fmla="*/ 2753 w 10000"/>
                        <a:gd name="connsiteY7" fmla="*/ 7679 h 10377"/>
                        <a:gd name="connsiteX8" fmla="*/ 1375 w 10000"/>
                        <a:gd name="connsiteY8" fmla="*/ 7361 h 10377"/>
                        <a:gd name="connsiteX9" fmla="*/ 45 w 10000"/>
                        <a:gd name="connsiteY9" fmla="*/ 5032 h 10377"/>
                        <a:gd name="connsiteX0" fmla="*/ 45 w 10000"/>
                        <a:gd name="connsiteY0" fmla="*/ 5036 h 10381"/>
                        <a:gd name="connsiteX1" fmla="*/ 2738 w 10000"/>
                        <a:gd name="connsiteY1" fmla="*/ 2811 h 10381"/>
                        <a:gd name="connsiteX2" fmla="*/ 4886 w 10000"/>
                        <a:gd name="connsiteY2" fmla="*/ 4 h 10381"/>
                        <a:gd name="connsiteX3" fmla="*/ 8068 w 10000"/>
                        <a:gd name="connsiteY3" fmla="*/ 2813 h 10381"/>
                        <a:gd name="connsiteX4" fmla="*/ 9996 w 10000"/>
                        <a:gd name="connsiteY4" fmla="*/ 5413 h 10381"/>
                        <a:gd name="connsiteX5" fmla="*/ 8476 w 10000"/>
                        <a:gd name="connsiteY5" fmla="*/ 7306 h 10381"/>
                        <a:gd name="connsiteX6" fmla="*/ 5250 w 10000"/>
                        <a:gd name="connsiteY6" fmla="*/ 10380 h 10381"/>
                        <a:gd name="connsiteX7" fmla="*/ 2753 w 10000"/>
                        <a:gd name="connsiteY7" fmla="*/ 7683 h 10381"/>
                        <a:gd name="connsiteX8" fmla="*/ 1375 w 10000"/>
                        <a:gd name="connsiteY8" fmla="*/ 7365 h 10381"/>
                        <a:gd name="connsiteX9" fmla="*/ 45 w 10000"/>
                        <a:gd name="connsiteY9" fmla="*/ 5036 h 10381"/>
                        <a:gd name="connsiteX0" fmla="*/ 45 w 10000"/>
                        <a:gd name="connsiteY0" fmla="*/ 5036 h 10796"/>
                        <a:gd name="connsiteX1" fmla="*/ 2738 w 10000"/>
                        <a:gd name="connsiteY1" fmla="*/ 2811 h 10796"/>
                        <a:gd name="connsiteX2" fmla="*/ 4886 w 10000"/>
                        <a:gd name="connsiteY2" fmla="*/ 4 h 10796"/>
                        <a:gd name="connsiteX3" fmla="*/ 8068 w 10000"/>
                        <a:gd name="connsiteY3" fmla="*/ 2813 h 10796"/>
                        <a:gd name="connsiteX4" fmla="*/ 9996 w 10000"/>
                        <a:gd name="connsiteY4" fmla="*/ 5413 h 10796"/>
                        <a:gd name="connsiteX5" fmla="*/ 8476 w 10000"/>
                        <a:gd name="connsiteY5" fmla="*/ 7306 h 10796"/>
                        <a:gd name="connsiteX6" fmla="*/ 5202 w 10000"/>
                        <a:gd name="connsiteY6" fmla="*/ 10795 h 10796"/>
                        <a:gd name="connsiteX7" fmla="*/ 2753 w 10000"/>
                        <a:gd name="connsiteY7" fmla="*/ 7683 h 10796"/>
                        <a:gd name="connsiteX8" fmla="*/ 1375 w 10000"/>
                        <a:gd name="connsiteY8" fmla="*/ 7365 h 10796"/>
                        <a:gd name="connsiteX9" fmla="*/ 45 w 10000"/>
                        <a:gd name="connsiteY9" fmla="*/ 5036 h 10796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000" h="10795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grpSp>
                  <p:nvGrpSpPr>
                    <p:cNvPr id="512" name="Group 511">
                      <a:extLst>
                        <a:ext uri="{FF2B5EF4-FFF2-40B4-BE49-F238E27FC236}">
                          <a16:creationId xmlns:a16="http://schemas.microsoft.com/office/drawing/2014/main" id="{44AABC2A-53FF-EF4C-BC04-E89F477E4CD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513" name="Group 512">
                        <a:extLst>
                          <a:ext uri="{FF2B5EF4-FFF2-40B4-BE49-F238E27FC236}">
                            <a16:creationId xmlns:a16="http://schemas.microsoft.com/office/drawing/2014/main" id="{42AF9E26-B2A8-DC47-AB56-C4444313A6D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559" name="Group 327">
                          <a:extLst>
                            <a:ext uri="{FF2B5EF4-FFF2-40B4-BE49-F238E27FC236}">
                              <a16:creationId xmlns:a16="http://schemas.microsoft.com/office/drawing/2014/main" id="{B2651D17-134F-7C41-A454-18C3536D6950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563" name="Oval 562">
                            <a:extLst>
                              <a:ext uri="{FF2B5EF4-FFF2-40B4-BE49-F238E27FC236}">
                                <a16:creationId xmlns:a16="http://schemas.microsoft.com/office/drawing/2014/main" id="{81D3716B-D087-834C-A6F7-F26A40F4DE4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64" name="Rectangle 563">
                            <a:extLst>
                              <a:ext uri="{FF2B5EF4-FFF2-40B4-BE49-F238E27FC236}">
                                <a16:creationId xmlns:a16="http://schemas.microsoft.com/office/drawing/2014/main" id="{13F26CC8-2D1B-9641-AAD0-7C844C8488A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65" name="Oval 564">
                            <a:extLst>
                              <a:ext uri="{FF2B5EF4-FFF2-40B4-BE49-F238E27FC236}">
                                <a16:creationId xmlns:a16="http://schemas.microsoft.com/office/drawing/2014/main" id="{4527F589-3947-6543-BF37-FE188711458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66" name="Freeform 565">
                            <a:extLst>
                              <a:ext uri="{FF2B5EF4-FFF2-40B4-BE49-F238E27FC236}">
                                <a16:creationId xmlns:a16="http://schemas.microsoft.com/office/drawing/2014/main" id="{69214495-72A1-3D4E-8277-1590777C2E1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67" name="Freeform 566">
                            <a:extLst>
                              <a:ext uri="{FF2B5EF4-FFF2-40B4-BE49-F238E27FC236}">
                                <a16:creationId xmlns:a16="http://schemas.microsoft.com/office/drawing/2014/main" id="{FA34739F-7785-904A-91D7-6AAE7B343DA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68" name="Freeform 567">
                            <a:extLst>
                              <a:ext uri="{FF2B5EF4-FFF2-40B4-BE49-F238E27FC236}">
                                <a16:creationId xmlns:a16="http://schemas.microsoft.com/office/drawing/2014/main" id="{08C1BAB0-BEC6-D245-A60D-07387DB865A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69" name="Freeform 568">
                            <a:extLst>
                              <a:ext uri="{FF2B5EF4-FFF2-40B4-BE49-F238E27FC236}">
                                <a16:creationId xmlns:a16="http://schemas.microsoft.com/office/drawing/2014/main" id="{D7F49E55-8034-8742-8472-7D0077FE19E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570" name="Straight Connector 569">
                            <a:extLst>
                              <a:ext uri="{FF2B5EF4-FFF2-40B4-BE49-F238E27FC236}">
                                <a16:creationId xmlns:a16="http://schemas.microsoft.com/office/drawing/2014/main" id="{073D7C33-2AC1-784F-A285-B683AEF9AE76}"/>
                              </a:ext>
                            </a:extLst>
                          </p:cNvPr>
                          <p:cNvCxnSpPr>
                            <a:endCxn id="565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571" name="Straight Connector 570">
                            <a:extLst>
                              <a:ext uri="{FF2B5EF4-FFF2-40B4-BE49-F238E27FC236}">
                                <a16:creationId xmlns:a16="http://schemas.microsoft.com/office/drawing/2014/main" id="{5FEE905D-B09A-B448-B0BC-D0B7F0437185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560" name="Group 559">
                          <a:extLst>
                            <a:ext uri="{FF2B5EF4-FFF2-40B4-BE49-F238E27FC236}">
                              <a16:creationId xmlns:a16="http://schemas.microsoft.com/office/drawing/2014/main" id="{A3E0F0AA-FB05-D342-AFA8-09D7D632A6A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561" name="Oval 560">
                            <a:extLst>
                              <a:ext uri="{FF2B5EF4-FFF2-40B4-BE49-F238E27FC236}">
                                <a16:creationId xmlns:a16="http://schemas.microsoft.com/office/drawing/2014/main" id="{3C93E73B-53BE-4C47-86B5-DD9DAB0CC74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62" name="TextBox 561">
                            <a:extLst>
                              <a:ext uri="{FF2B5EF4-FFF2-40B4-BE49-F238E27FC236}">
                                <a16:creationId xmlns:a16="http://schemas.microsoft.com/office/drawing/2014/main" id="{A65FA9FA-4EC6-DD46-A5A0-21BBF6B69142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2b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514" name="Group 513">
                        <a:extLst>
                          <a:ext uri="{FF2B5EF4-FFF2-40B4-BE49-F238E27FC236}">
                            <a16:creationId xmlns:a16="http://schemas.microsoft.com/office/drawing/2014/main" id="{50429747-57EE-4F42-97FA-CEA2BF95119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546" name="Group 327">
                          <a:extLst>
                            <a:ext uri="{FF2B5EF4-FFF2-40B4-BE49-F238E27FC236}">
                              <a16:creationId xmlns:a16="http://schemas.microsoft.com/office/drawing/2014/main" id="{A536345E-51CD-834E-A0E8-89E5B9E9F86B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550" name="Oval 549">
                            <a:extLst>
                              <a:ext uri="{FF2B5EF4-FFF2-40B4-BE49-F238E27FC236}">
                                <a16:creationId xmlns:a16="http://schemas.microsoft.com/office/drawing/2014/main" id="{B8D29417-1B63-AA46-9A7E-C51D4C1B11A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51" name="Rectangle 550">
                            <a:extLst>
                              <a:ext uri="{FF2B5EF4-FFF2-40B4-BE49-F238E27FC236}">
                                <a16:creationId xmlns:a16="http://schemas.microsoft.com/office/drawing/2014/main" id="{9C6CDDD5-00DE-AB4D-B974-9E0D049F5A2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52" name="Oval 551">
                            <a:extLst>
                              <a:ext uri="{FF2B5EF4-FFF2-40B4-BE49-F238E27FC236}">
                                <a16:creationId xmlns:a16="http://schemas.microsoft.com/office/drawing/2014/main" id="{0ABD4266-725C-F441-B6B3-1F91F88CA72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53" name="Freeform 552">
                            <a:extLst>
                              <a:ext uri="{FF2B5EF4-FFF2-40B4-BE49-F238E27FC236}">
                                <a16:creationId xmlns:a16="http://schemas.microsoft.com/office/drawing/2014/main" id="{2F208CEC-0496-AB4C-AD63-40561F051B1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54" name="Freeform 553">
                            <a:extLst>
                              <a:ext uri="{FF2B5EF4-FFF2-40B4-BE49-F238E27FC236}">
                                <a16:creationId xmlns:a16="http://schemas.microsoft.com/office/drawing/2014/main" id="{D2FB1508-1203-3343-A69B-59985BCA028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55" name="Freeform 554">
                            <a:extLst>
                              <a:ext uri="{FF2B5EF4-FFF2-40B4-BE49-F238E27FC236}">
                                <a16:creationId xmlns:a16="http://schemas.microsoft.com/office/drawing/2014/main" id="{38F03371-FC38-2441-ABD6-0CF48B08714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56" name="Freeform 555">
                            <a:extLst>
                              <a:ext uri="{FF2B5EF4-FFF2-40B4-BE49-F238E27FC236}">
                                <a16:creationId xmlns:a16="http://schemas.microsoft.com/office/drawing/2014/main" id="{80F205FF-90D5-2E4D-A442-5EE9CCEF123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557" name="Straight Connector 556">
                            <a:extLst>
                              <a:ext uri="{FF2B5EF4-FFF2-40B4-BE49-F238E27FC236}">
                                <a16:creationId xmlns:a16="http://schemas.microsoft.com/office/drawing/2014/main" id="{075C28BF-5135-0141-8C80-85DD6D39B93D}"/>
                              </a:ext>
                            </a:extLst>
                          </p:cNvPr>
                          <p:cNvCxnSpPr>
                            <a:endCxn id="552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558" name="Straight Connector 557">
                            <a:extLst>
                              <a:ext uri="{FF2B5EF4-FFF2-40B4-BE49-F238E27FC236}">
                                <a16:creationId xmlns:a16="http://schemas.microsoft.com/office/drawing/2014/main" id="{E410C2EB-D29D-E144-B280-458AE3064128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547" name="Group 546">
                          <a:extLst>
                            <a:ext uri="{FF2B5EF4-FFF2-40B4-BE49-F238E27FC236}">
                              <a16:creationId xmlns:a16="http://schemas.microsoft.com/office/drawing/2014/main" id="{6176E4A3-EF88-8540-AE96-4DD527DA7E8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548" name="Oval 547">
                            <a:extLst>
                              <a:ext uri="{FF2B5EF4-FFF2-40B4-BE49-F238E27FC236}">
                                <a16:creationId xmlns:a16="http://schemas.microsoft.com/office/drawing/2014/main" id="{C3117250-2456-0646-AB43-ADCE1F33911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49" name="TextBox 548">
                            <a:extLst>
                              <a:ext uri="{FF2B5EF4-FFF2-40B4-BE49-F238E27FC236}">
                                <a16:creationId xmlns:a16="http://schemas.microsoft.com/office/drawing/2014/main" id="{E047A69C-7403-DF4E-A1A7-624D22C2112D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2d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515" name="Group 514">
                        <a:extLst>
                          <a:ext uri="{FF2B5EF4-FFF2-40B4-BE49-F238E27FC236}">
                            <a16:creationId xmlns:a16="http://schemas.microsoft.com/office/drawing/2014/main" id="{FC0279C2-7FD0-B74B-B64D-2FF299FBEDE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533" name="Group 327">
                          <a:extLst>
                            <a:ext uri="{FF2B5EF4-FFF2-40B4-BE49-F238E27FC236}">
                              <a16:creationId xmlns:a16="http://schemas.microsoft.com/office/drawing/2014/main" id="{F948C3A4-3265-BA42-969F-C7E69AFDF7E4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537" name="Oval 536">
                            <a:extLst>
                              <a:ext uri="{FF2B5EF4-FFF2-40B4-BE49-F238E27FC236}">
                                <a16:creationId xmlns:a16="http://schemas.microsoft.com/office/drawing/2014/main" id="{1D795A91-7837-7F44-8B1F-C51234B9E5C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38" name="Rectangle 537">
                            <a:extLst>
                              <a:ext uri="{FF2B5EF4-FFF2-40B4-BE49-F238E27FC236}">
                                <a16:creationId xmlns:a16="http://schemas.microsoft.com/office/drawing/2014/main" id="{B706ABA8-AA1E-B242-9860-E06E1C4300F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39" name="Oval 538">
                            <a:extLst>
                              <a:ext uri="{FF2B5EF4-FFF2-40B4-BE49-F238E27FC236}">
                                <a16:creationId xmlns:a16="http://schemas.microsoft.com/office/drawing/2014/main" id="{27FA3B8E-0B4D-7243-A3A4-F127623D38F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40" name="Freeform 539">
                            <a:extLst>
                              <a:ext uri="{FF2B5EF4-FFF2-40B4-BE49-F238E27FC236}">
                                <a16:creationId xmlns:a16="http://schemas.microsoft.com/office/drawing/2014/main" id="{5993A5CA-41C7-3742-94CC-9CABF7DA17C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41" name="Freeform 540">
                            <a:extLst>
                              <a:ext uri="{FF2B5EF4-FFF2-40B4-BE49-F238E27FC236}">
                                <a16:creationId xmlns:a16="http://schemas.microsoft.com/office/drawing/2014/main" id="{32DFB537-8A90-1446-B40C-54BC340411E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42" name="Freeform 541">
                            <a:extLst>
                              <a:ext uri="{FF2B5EF4-FFF2-40B4-BE49-F238E27FC236}">
                                <a16:creationId xmlns:a16="http://schemas.microsoft.com/office/drawing/2014/main" id="{3E8B8B41-0D5A-C640-8D93-5004F9D3824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43" name="Freeform 542">
                            <a:extLst>
                              <a:ext uri="{FF2B5EF4-FFF2-40B4-BE49-F238E27FC236}">
                                <a16:creationId xmlns:a16="http://schemas.microsoft.com/office/drawing/2014/main" id="{86C81773-EA1F-AF4D-B700-C7A9FDF0282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544" name="Straight Connector 543">
                            <a:extLst>
                              <a:ext uri="{FF2B5EF4-FFF2-40B4-BE49-F238E27FC236}">
                                <a16:creationId xmlns:a16="http://schemas.microsoft.com/office/drawing/2014/main" id="{15346C86-E76A-1E47-8035-0352885F09C1}"/>
                              </a:ext>
                            </a:extLst>
                          </p:cNvPr>
                          <p:cNvCxnSpPr>
                            <a:endCxn id="539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545" name="Straight Connector 544">
                            <a:extLst>
                              <a:ext uri="{FF2B5EF4-FFF2-40B4-BE49-F238E27FC236}">
                                <a16:creationId xmlns:a16="http://schemas.microsoft.com/office/drawing/2014/main" id="{CAF86B4D-D68C-F747-9FE0-43805F641DFF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534" name="Group 533">
                          <a:extLst>
                            <a:ext uri="{FF2B5EF4-FFF2-40B4-BE49-F238E27FC236}">
                              <a16:creationId xmlns:a16="http://schemas.microsoft.com/office/drawing/2014/main" id="{E37EFE80-9F97-0844-BD93-2E44A9B2D0E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535" name="Oval 534">
                            <a:extLst>
                              <a:ext uri="{FF2B5EF4-FFF2-40B4-BE49-F238E27FC236}">
                                <a16:creationId xmlns:a16="http://schemas.microsoft.com/office/drawing/2014/main" id="{6DD890D1-DF34-A948-ABA3-C837DB2A9F0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36" name="TextBox 535">
                            <a:extLst>
                              <a:ext uri="{FF2B5EF4-FFF2-40B4-BE49-F238E27FC236}">
                                <a16:creationId xmlns:a16="http://schemas.microsoft.com/office/drawing/2014/main" id="{DF984F8E-69BD-884E-9859-C44ECEF41BA5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2c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516" name="Group 515">
                        <a:extLst>
                          <a:ext uri="{FF2B5EF4-FFF2-40B4-BE49-F238E27FC236}">
                            <a16:creationId xmlns:a16="http://schemas.microsoft.com/office/drawing/2014/main" id="{20274897-8FE7-1941-BF44-1DE7F1B52F3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520" name="Group 327">
                          <a:extLst>
                            <a:ext uri="{FF2B5EF4-FFF2-40B4-BE49-F238E27FC236}">
                              <a16:creationId xmlns:a16="http://schemas.microsoft.com/office/drawing/2014/main" id="{C7F49367-3026-BC4F-A11B-0264CDD2A41A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524" name="Oval 523">
                            <a:extLst>
                              <a:ext uri="{FF2B5EF4-FFF2-40B4-BE49-F238E27FC236}">
                                <a16:creationId xmlns:a16="http://schemas.microsoft.com/office/drawing/2014/main" id="{9E51182E-FDBD-B243-926F-E43F220EB5B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25" name="Rectangle 524">
                            <a:extLst>
                              <a:ext uri="{FF2B5EF4-FFF2-40B4-BE49-F238E27FC236}">
                                <a16:creationId xmlns:a16="http://schemas.microsoft.com/office/drawing/2014/main" id="{D0D4111A-AB32-9146-97FF-617E35EDF21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26" name="Oval 525">
                            <a:extLst>
                              <a:ext uri="{FF2B5EF4-FFF2-40B4-BE49-F238E27FC236}">
                                <a16:creationId xmlns:a16="http://schemas.microsoft.com/office/drawing/2014/main" id="{B373851A-F2F3-2D4E-B660-2E4CD9D5491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27" name="Freeform 526">
                            <a:extLst>
                              <a:ext uri="{FF2B5EF4-FFF2-40B4-BE49-F238E27FC236}">
                                <a16:creationId xmlns:a16="http://schemas.microsoft.com/office/drawing/2014/main" id="{3DADCA02-998A-D44A-8F8C-9A3DEE2B74B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28" name="Freeform 527">
                            <a:extLst>
                              <a:ext uri="{FF2B5EF4-FFF2-40B4-BE49-F238E27FC236}">
                                <a16:creationId xmlns:a16="http://schemas.microsoft.com/office/drawing/2014/main" id="{C90C008E-75B3-D143-B094-BA9CBCE5797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29" name="Freeform 528">
                            <a:extLst>
                              <a:ext uri="{FF2B5EF4-FFF2-40B4-BE49-F238E27FC236}">
                                <a16:creationId xmlns:a16="http://schemas.microsoft.com/office/drawing/2014/main" id="{648326CE-C060-D341-B3E6-FC9CC0DD403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30" name="Freeform 529">
                            <a:extLst>
                              <a:ext uri="{FF2B5EF4-FFF2-40B4-BE49-F238E27FC236}">
                                <a16:creationId xmlns:a16="http://schemas.microsoft.com/office/drawing/2014/main" id="{8EE44440-6746-8C44-97CB-CDF8DD7E261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531" name="Straight Connector 530">
                            <a:extLst>
                              <a:ext uri="{FF2B5EF4-FFF2-40B4-BE49-F238E27FC236}">
                                <a16:creationId xmlns:a16="http://schemas.microsoft.com/office/drawing/2014/main" id="{FE62CAB4-B1C2-AD49-A340-2EA4788D06DD}"/>
                              </a:ext>
                            </a:extLst>
                          </p:cNvPr>
                          <p:cNvCxnSpPr>
                            <a:endCxn id="526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532" name="Straight Connector 531">
                            <a:extLst>
                              <a:ext uri="{FF2B5EF4-FFF2-40B4-BE49-F238E27FC236}">
                                <a16:creationId xmlns:a16="http://schemas.microsoft.com/office/drawing/2014/main" id="{F7364D87-B2B7-3643-9F82-4BF3CE371FE3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521" name="Group 520">
                          <a:extLst>
                            <a:ext uri="{FF2B5EF4-FFF2-40B4-BE49-F238E27FC236}">
                              <a16:creationId xmlns:a16="http://schemas.microsoft.com/office/drawing/2014/main" id="{8ECC9CBE-DF63-5A40-86DE-E2E9BD93784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522" name="Oval 521">
                            <a:extLst>
                              <a:ext uri="{FF2B5EF4-FFF2-40B4-BE49-F238E27FC236}">
                                <a16:creationId xmlns:a16="http://schemas.microsoft.com/office/drawing/2014/main" id="{0CDEE2F2-8242-8141-9B83-8BE09A32F19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23" name="TextBox 522">
                            <a:extLst>
                              <a:ext uri="{FF2B5EF4-FFF2-40B4-BE49-F238E27FC236}">
                                <a16:creationId xmlns:a16="http://schemas.microsoft.com/office/drawing/2014/main" id="{318D9B16-F131-684E-AE5E-6C1E8B2C5C51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2a</a:t>
                            </a:r>
                          </a:p>
                        </p:txBody>
                      </p:sp>
                    </p:grpSp>
                  </p:grpSp>
                  <p:cxnSp>
                    <p:nvCxnSpPr>
                      <p:cNvPr id="517" name="Straight Connector 516">
                        <a:extLst>
                          <a:ext uri="{FF2B5EF4-FFF2-40B4-BE49-F238E27FC236}">
                            <a16:creationId xmlns:a16="http://schemas.microsoft.com/office/drawing/2014/main" id="{9043E748-587D-0D4D-9B1C-0477F0F2BAA3}"/>
                          </a:ext>
                        </a:extLst>
                      </p:cNvPr>
                      <p:cNvCxnSpPr>
                        <a:stCxn id="563" idx="7"/>
                      </p:cNvCxnSpPr>
                      <p:nvPr/>
                    </p:nvCxnSpPr>
                    <p:spPr bwMode="auto">
                      <a:xfrm>
                        <a:off x="2218708" y="3154477"/>
                        <a:ext cx="480042" cy="36977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518" name="Straight Connector 517">
                        <a:extLst>
                          <a:ext uri="{FF2B5EF4-FFF2-40B4-BE49-F238E27FC236}">
                            <a16:creationId xmlns:a16="http://schemas.microsoft.com/office/drawing/2014/main" id="{05B9B5D8-C17A-F544-868C-A61D71295632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300073" y="3786304"/>
                        <a:ext cx="477927" cy="357071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519" name="Straight Connector 518">
                        <a:extLst>
                          <a:ext uri="{FF2B5EF4-FFF2-40B4-BE49-F238E27FC236}">
                            <a16:creationId xmlns:a16="http://schemas.microsoft.com/office/drawing/2014/main" id="{881DF9FC-4E33-134B-B4FA-1799254C2509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2196042" y="3783542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</p:grpSp>
              <p:sp>
                <p:nvSpPr>
                  <p:cNvPr id="510" name="TextBox 509">
                    <a:extLst>
                      <a:ext uri="{FF2B5EF4-FFF2-40B4-BE49-F238E27FC236}">
                        <a16:creationId xmlns:a16="http://schemas.microsoft.com/office/drawing/2014/main" id="{26352676-76E7-5047-BF1E-B8AED459D93D}"/>
                      </a:ext>
                    </a:extLst>
                  </p:cNvPr>
                  <p:cNvSpPr txBox="1"/>
                  <p:nvPr/>
                </p:nvSpPr>
                <p:spPr>
                  <a:xfrm>
                    <a:off x="4833576" y="4910165"/>
                    <a:ext cx="753532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2000" dirty="0">
                        <a:solidFill>
                          <a:srgbClr val="000090"/>
                        </a:solidFill>
                        <a:latin typeface="Arial" charset="0"/>
                        <a:ea typeface="ＭＳ Ｐゴシック" charset="0"/>
                      </a:rPr>
                      <a:t>AS 2</a:t>
                    </a:r>
                  </a:p>
                </p:txBody>
              </p:sp>
            </p:grpSp>
            <p:grpSp>
              <p:nvGrpSpPr>
                <p:cNvPr id="376" name="Group 375">
                  <a:extLst>
                    <a:ext uri="{FF2B5EF4-FFF2-40B4-BE49-F238E27FC236}">
                      <a16:creationId xmlns:a16="http://schemas.microsoft.com/office/drawing/2014/main" id="{D52910EB-6DF4-A345-B018-76354C869296}"/>
                    </a:ext>
                  </a:extLst>
                </p:cNvPr>
                <p:cNvGrpSpPr/>
                <p:nvPr/>
              </p:nvGrpSpPr>
              <p:grpSpPr>
                <a:xfrm>
                  <a:off x="8100574" y="3694542"/>
                  <a:ext cx="2575521" cy="1672516"/>
                  <a:chOff x="8100574" y="3694542"/>
                  <a:chExt cx="2575521" cy="1672516"/>
                </a:xfrm>
              </p:grpSpPr>
              <p:sp>
                <p:nvSpPr>
                  <p:cNvPr id="444" name="Freeform 2">
                    <a:extLst>
                      <a:ext uri="{FF2B5EF4-FFF2-40B4-BE49-F238E27FC236}">
                        <a16:creationId xmlns:a16="http://schemas.microsoft.com/office/drawing/2014/main" id="{7F9B141F-5ED9-D74E-B5A0-FE8BB0EB359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100574" y="3694542"/>
                    <a:ext cx="2575521" cy="1672516"/>
                  </a:xfrm>
                  <a:custGeom>
                    <a:avLst/>
                    <a:gdLst>
                      <a:gd name="T0" fmla="*/ 648763 w 10001"/>
                      <a:gd name="T1" fmla="*/ 34777612 h 10125"/>
                      <a:gd name="T2" fmla="*/ 115976403 w 10001"/>
                      <a:gd name="T3" fmla="*/ 13733703 h 10125"/>
                      <a:gd name="T4" fmla="*/ 507700960 w 10001"/>
                      <a:gd name="T5" fmla="*/ 8662125 h 10125"/>
                      <a:gd name="T6" fmla="*/ 810212713 w 10001"/>
                      <a:gd name="T7" fmla="*/ 0 h 10125"/>
                      <a:gd name="T8" fmla="*/ 1090015738 w 10001"/>
                      <a:gd name="T9" fmla="*/ 8687929 h 10125"/>
                      <a:gd name="T10" fmla="*/ 1310938763 w 10001"/>
                      <a:gd name="T11" fmla="*/ 4279362 h 10125"/>
                      <a:gd name="T12" fmla="*/ 1620263134 w 10001"/>
                      <a:gd name="T13" fmla="*/ 25736690 h 10125"/>
                      <a:gd name="T14" fmla="*/ 1394798364 w 10001"/>
                      <a:gd name="T15" fmla="*/ 58525268 h 10125"/>
                      <a:gd name="T16" fmla="*/ 1134622140 w 10001"/>
                      <a:gd name="T17" fmla="*/ 80266624 h 10125"/>
                      <a:gd name="T18" fmla="*/ 860820276 w 10001"/>
                      <a:gd name="T19" fmla="*/ 76142271 h 10125"/>
                      <a:gd name="T20" fmla="*/ 708996782 w 10001"/>
                      <a:gd name="T21" fmla="*/ 85346835 h 10125"/>
                      <a:gd name="T22" fmla="*/ 509322667 w 10001"/>
                      <a:gd name="T23" fmla="*/ 86268164 h 10125"/>
                      <a:gd name="T24" fmla="*/ 353443899 w 10001"/>
                      <a:gd name="T25" fmla="*/ 67979516 h 10125"/>
                      <a:gd name="T26" fmla="*/ 192536914 w 10001"/>
                      <a:gd name="T27" fmla="*/ 64535347 h 10125"/>
                      <a:gd name="T28" fmla="*/ 648763 w 10001"/>
                      <a:gd name="T29" fmla="*/ 34777612 h 1012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connsiteX0" fmla="*/ 4 w 10040"/>
                      <a:gd name="connsiteY0" fmla="*/ 4039 h 10125"/>
                      <a:gd name="connsiteX1" fmla="*/ 715 w 10040"/>
                      <a:gd name="connsiteY1" fmla="*/ 1595 h 10125"/>
                      <a:gd name="connsiteX2" fmla="*/ 3130 w 10040"/>
                      <a:gd name="connsiteY2" fmla="*/ 1006 h 10125"/>
                      <a:gd name="connsiteX3" fmla="*/ 4995 w 10040"/>
                      <a:gd name="connsiteY3" fmla="*/ 0 h 10125"/>
                      <a:gd name="connsiteX4" fmla="*/ 6720 w 10040"/>
                      <a:gd name="connsiteY4" fmla="*/ 1009 h 10125"/>
                      <a:gd name="connsiteX5" fmla="*/ 9989 w 10040"/>
                      <a:gd name="connsiteY5" fmla="*/ 2989 h 10125"/>
                      <a:gd name="connsiteX6" fmla="*/ 8599 w 10040"/>
                      <a:gd name="connsiteY6" fmla="*/ 6797 h 10125"/>
                      <a:gd name="connsiteX7" fmla="*/ 6995 w 10040"/>
                      <a:gd name="connsiteY7" fmla="*/ 9322 h 10125"/>
                      <a:gd name="connsiteX8" fmla="*/ 5307 w 10040"/>
                      <a:gd name="connsiteY8" fmla="*/ 8843 h 10125"/>
                      <a:gd name="connsiteX9" fmla="*/ 4371 w 10040"/>
                      <a:gd name="connsiteY9" fmla="*/ 9912 h 10125"/>
                      <a:gd name="connsiteX10" fmla="*/ 3140 w 10040"/>
                      <a:gd name="connsiteY10" fmla="*/ 10019 h 10125"/>
                      <a:gd name="connsiteX11" fmla="*/ 2179 w 10040"/>
                      <a:gd name="connsiteY11" fmla="*/ 7895 h 10125"/>
                      <a:gd name="connsiteX12" fmla="*/ 1187 w 10040"/>
                      <a:gd name="connsiteY12" fmla="*/ 7495 h 10125"/>
                      <a:gd name="connsiteX13" fmla="*/ 4 w 10040"/>
                      <a:gd name="connsiteY13" fmla="*/ 4039 h 10125"/>
                      <a:gd name="connsiteX0" fmla="*/ 4 w 8600"/>
                      <a:gd name="connsiteY0" fmla="*/ 4042 h 10128"/>
                      <a:gd name="connsiteX1" fmla="*/ 715 w 8600"/>
                      <a:gd name="connsiteY1" fmla="*/ 1598 h 10128"/>
                      <a:gd name="connsiteX2" fmla="*/ 3130 w 8600"/>
                      <a:gd name="connsiteY2" fmla="*/ 1009 h 10128"/>
                      <a:gd name="connsiteX3" fmla="*/ 4995 w 8600"/>
                      <a:gd name="connsiteY3" fmla="*/ 3 h 10128"/>
                      <a:gd name="connsiteX4" fmla="*/ 6720 w 8600"/>
                      <a:gd name="connsiteY4" fmla="*/ 1012 h 10128"/>
                      <a:gd name="connsiteX5" fmla="*/ 8599 w 8600"/>
                      <a:gd name="connsiteY5" fmla="*/ 6800 h 10128"/>
                      <a:gd name="connsiteX6" fmla="*/ 6995 w 8600"/>
                      <a:gd name="connsiteY6" fmla="*/ 9325 h 10128"/>
                      <a:gd name="connsiteX7" fmla="*/ 5307 w 8600"/>
                      <a:gd name="connsiteY7" fmla="*/ 8846 h 10128"/>
                      <a:gd name="connsiteX8" fmla="*/ 4371 w 8600"/>
                      <a:gd name="connsiteY8" fmla="*/ 9915 h 10128"/>
                      <a:gd name="connsiteX9" fmla="*/ 3140 w 8600"/>
                      <a:gd name="connsiteY9" fmla="*/ 10022 h 10128"/>
                      <a:gd name="connsiteX10" fmla="*/ 2179 w 8600"/>
                      <a:gd name="connsiteY10" fmla="*/ 7898 h 10128"/>
                      <a:gd name="connsiteX11" fmla="*/ 1187 w 8600"/>
                      <a:gd name="connsiteY11" fmla="*/ 7498 h 10128"/>
                      <a:gd name="connsiteX12" fmla="*/ 4 w 8600"/>
                      <a:gd name="connsiteY12" fmla="*/ 4042 h 10128"/>
                      <a:gd name="connsiteX0" fmla="*/ 4 w 9326"/>
                      <a:gd name="connsiteY0" fmla="*/ 3988 h 9997"/>
                      <a:gd name="connsiteX1" fmla="*/ 830 w 9326"/>
                      <a:gd name="connsiteY1" fmla="*/ 1575 h 9997"/>
                      <a:gd name="connsiteX2" fmla="*/ 3639 w 9326"/>
                      <a:gd name="connsiteY2" fmla="*/ 993 h 9997"/>
                      <a:gd name="connsiteX3" fmla="*/ 5807 w 9326"/>
                      <a:gd name="connsiteY3" fmla="*/ 0 h 9997"/>
                      <a:gd name="connsiteX4" fmla="*/ 7813 w 9326"/>
                      <a:gd name="connsiteY4" fmla="*/ 996 h 9997"/>
                      <a:gd name="connsiteX5" fmla="*/ 9324 w 9326"/>
                      <a:gd name="connsiteY5" fmla="*/ 5746 h 9997"/>
                      <a:gd name="connsiteX6" fmla="*/ 8133 w 9326"/>
                      <a:gd name="connsiteY6" fmla="*/ 9204 h 9997"/>
                      <a:gd name="connsiteX7" fmla="*/ 6170 w 9326"/>
                      <a:gd name="connsiteY7" fmla="*/ 8731 h 9997"/>
                      <a:gd name="connsiteX8" fmla="*/ 5082 w 9326"/>
                      <a:gd name="connsiteY8" fmla="*/ 9787 h 9997"/>
                      <a:gd name="connsiteX9" fmla="*/ 3650 w 9326"/>
                      <a:gd name="connsiteY9" fmla="*/ 9892 h 9997"/>
                      <a:gd name="connsiteX10" fmla="*/ 2533 w 9326"/>
                      <a:gd name="connsiteY10" fmla="*/ 7795 h 9997"/>
                      <a:gd name="connsiteX11" fmla="*/ 1379 w 9326"/>
                      <a:gd name="connsiteY11" fmla="*/ 7400 h 9997"/>
                      <a:gd name="connsiteX12" fmla="*/ 4 w 9326"/>
                      <a:gd name="connsiteY12" fmla="*/ 3988 h 9997"/>
                      <a:gd name="connsiteX0" fmla="*/ 4 w 10001"/>
                      <a:gd name="connsiteY0" fmla="*/ 3989 h 10041"/>
                      <a:gd name="connsiteX1" fmla="*/ 890 w 10001"/>
                      <a:gd name="connsiteY1" fmla="*/ 1575 h 10041"/>
                      <a:gd name="connsiteX2" fmla="*/ 3902 w 10001"/>
                      <a:gd name="connsiteY2" fmla="*/ 993 h 10041"/>
                      <a:gd name="connsiteX3" fmla="*/ 6227 w 10001"/>
                      <a:gd name="connsiteY3" fmla="*/ 0 h 10041"/>
                      <a:gd name="connsiteX4" fmla="*/ 8378 w 10001"/>
                      <a:gd name="connsiteY4" fmla="*/ 996 h 10041"/>
                      <a:gd name="connsiteX5" fmla="*/ 9998 w 10001"/>
                      <a:gd name="connsiteY5" fmla="*/ 5748 h 10041"/>
                      <a:gd name="connsiteX6" fmla="*/ 8721 w 10001"/>
                      <a:gd name="connsiteY6" fmla="*/ 9207 h 10041"/>
                      <a:gd name="connsiteX7" fmla="*/ 5449 w 10001"/>
                      <a:gd name="connsiteY7" fmla="*/ 9790 h 10041"/>
                      <a:gd name="connsiteX8" fmla="*/ 3914 w 10001"/>
                      <a:gd name="connsiteY8" fmla="*/ 9895 h 10041"/>
                      <a:gd name="connsiteX9" fmla="*/ 2716 w 10001"/>
                      <a:gd name="connsiteY9" fmla="*/ 7797 h 10041"/>
                      <a:gd name="connsiteX10" fmla="*/ 1479 w 10001"/>
                      <a:gd name="connsiteY10" fmla="*/ 7402 h 10041"/>
                      <a:gd name="connsiteX11" fmla="*/ 4 w 10001"/>
                      <a:gd name="connsiteY11" fmla="*/ 3989 h 10041"/>
                      <a:gd name="connsiteX0" fmla="*/ 4 w 10001"/>
                      <a:gd name="connsiteY0" fmla="*/ 3989 h 14825"/>
                      <a:gd name="connsiteX1" fmla="*/ 890 w 10001"/>
                      <a:gd name="connsiteY1" fmla="*/ 1575 h 14825"/>
                      <a:gd name="connsiteX2" fmla="*/ 3902 w 10001"/>
                      <a:gd name="connsiteY2" fmla="*/ 993 h 14825"/>
                      <a:gd name="connsiteX3" fmla="*/ 6227 w 10001"/>
                      <a:gd name="connsiteY3" fmla="*/ 0 h 14825"/>
                      <a:gd name="connsiteX4" fmla="*/ 8378 w 10001"/>
                      <a:gd name="connsiteY4" fmla="*/ 996 h 14825"/>
                      <a:gd name="connsiteX5" fmla="*/ 9998 w 10001"/>
                      <a:gd name="connsiteY5" fmla="*/ 5748 h 14825"/>
                      <a:gd name="connsiteX6" fmla="*/ 8721 w 10001"/>
                      <a:gd name="connsiteY6" fmla="*/ 9207 h 14825"/>
                      <a:gd name="connsiteX7" fmla="*/ 6011 w 10001"/>
                      <a:gd name="connsiteY7" fmla="*/ 14823 h 14825"/>
                      <a:gd name="connsiteX8" fmla="*/ 3914 w 10001"/>
                      <a:gd name="connsiteY8" fmla="*/ 9895 h 14825"/>
                      <a:gd name="connsiteX9" fmla="*/ 2716 w 10001"/>
                      <a:gd name="connsiteY9" fmla="*/ 7797 h 14825"/>
                      <a:gd name="connsiteX10" fmla="*/ 1479 w 10001"/>
                      <a:gd name="connsiteY10" fmla="*/ 7402 h 14825"/>
                      <a:gd name="connsiteX11" fmla="*/ 4 w 10001"/>
                      <a:gd name="connsiteY11" fmla="*/ 3989 h 14825"/>
                      <a:gd name="connsiteX0" fmla="*/ 4 w 10001"/>
                      <a:gd name="connsiteY0" fmla="*/ 7436 h 18272"/>
                      <a:gd name="connsiteX1" fmla="*/ 890 w 10001"/>
                      <a:gd name="connsiteY1" fmla="*/ 5022 h 18272"/>
                      <a:gd name="connsiteX2" fmla="*/ 3902 w 10001"/>
                      <a:gd name="connsiteY2" fmla="*/ 4440 h 18272"/>
                      <a:gd name="connsiteX3" fmla="*/ 6026 w 10001"/>
                      <a:gd name="connsiteY3" fmla="*/ 0 h 18272"/>
                      <a:gd name="connsiteX4" fmla="*/ 8378 w 10001"/>
                      <a:gd name="connsiteY4" fmla="*/ 4443 h 18272"/>
                      <a:gd name="connsiteX5" fmla="*/ 9998 w 10001"/>
                      <a:gd name="connsiteY5" fmla="*/ 9195 h 18272"/>
                      <a:gd name="connsiteX6" fmla="*/ 8721 w 10001"/>
                      <a:gd name="connsiteY6" fmla="*/ 12654 h 18272"/>
                      <a:gd name="connsiteX7" fmla="*/ 6011 w 10001"/>
                      <a:gd name="connsiteY7" fmla="*/ 18270 h 18272"/>
                      <a:gd name="connsiteX8" fmla="*/ 3914 w 10001"/>
                      <a:gd name="connsiteY8" fmla="*/ 13342 h 18272"/>
                      <a:gd name="connsiteX9" fmla="*/ 2716 w 10001"/>
                      <a:gd name="connsiteY9" fmla="*/ 11244 h 18272"/>
                      <a:gd name="connsiteX10" fmla="*/ 1479 w 10001"/>
                      <a:gd name="connsiteY10" fmla="*/ 10849 h 18272"/>
                      <a:gd name="connsiteX11" fmla="*/ 4 w 10001"/>
                      <a:gd name="connsiteY11" fmla="*/ 7436 h 18272"/>
                      <a:gd name="connsiteX0" fmla="*/ 1 w 9998"/>
                      <a:gd name="connsiteY0" fmla="*/ 7436 h 18272"/>
                      <a:gd name="connsiteX1" fmla="*/ 3899 w 9998"/>
                      <a:gd name="connsiteY1" fmla="*/ 4440 h 18272"/>
                      <a:gd name="connsiteX2" fmla="*/ 6023 w 9998"/>
                      <a:gd name="connsiteY2" fmla="*/ 0 h 18272"/>
                      <a:gd name="connsiteX3" fmla="*/ 8375 w 9998"/>
                      <a:gd name="connsiteY3" fmla="*/ 4443 h 18272"/>
                      <a:gd name="connsiteX4" fmla="*/ 9995 w 9998"/>
                      <a:gd name="connsiteY4" fmla="*/ 9195 h 18272"/>
                      <a:gd name="connsiteX5" fmla="*/ 8718 w 9998"/>
                      <a:gd name="connsiteY5" fmla="*/ 12654 h 18272"/>
                      <a:gd name="connsiteX6" fmla="*/ 6008 w 9998"/>
                      <a:gd name="connsiteY6" fmla="*/ 18270 h 18272"/>
                      <a:gd name="connsiteX7" fmla="*/ 3911 w 9998"/>
                      <a:gd name="connsiteY7" fmla="*/ 13342 h 18272"/>
                      <a:gd name="connsiteX8" fmla="*/ 2713 w 9998"/>
                      <a:gd name="connsiteY8" fmla="*/ 11244 h 18272"/>
                      <a:gd name="connsiteX9" fmla="*/ 1476 w 9998"/>
                      <a:gd name="connsiteY9" fmla="*/ 10849 h 18272"/>
                      <a:gd name="connsiteX10" fmla="*/ 1 w 9998"/>
                      <a:gd name="connsiteY10" fmla="*/ 7436 h 18272"/>
                      <a:gd name="connsiteX0" fmla="*/ 35 w 8559"/>
                      <a:gd name="connsiteY0" fmla="*/ 5938 h 10000"/>
                      <a:gd name="connsiteX1" fmla="*/ 2459 w 8559"/>
                      <a:gd name="connsiteY1" fmla="*/ 2430 h 10000"/>
                      <a:gd name="connsiteX2" fmla="*/ 4583 w 8559"/>
                      <a:gd name="connsiteY2" fmla="*/ 0 h 10000"/>
                      <a:gd name="connsiteX3" fmla="*/ 6936 w 8559"/>
                      <a:gd name="connsiteY3" fmla="*/ 2432 h 10000"/>
                      <a:gd name="connsiteX4" fmla="*/ 8556 w 8559"/>
                      <a:gd name="connsiteY4" fmla="*/ 5032 h 10000"/>
                      <a:gd name="connsiteX5" fmla="*/ 7279 w 8559"/>
                      <a:gd name="connsiteY5" fmla="*/ 6925 h 10000"/>
                      <a:gd name="connsiteX6" fmla="*/ 4568 w 8559"/>
                      <a:gd name="connsiteY6" fmla="*/ 9999 h 10000"/>
                      <a:gd name="connsiteX7" fmla="*/ 2471 w 8559"/>
                      <a:gd name="connsiteY7" fmla="*/ 7302 h 10000"/>
                      <a:gd name="connsiteX8" fmla="*/ 1273 w 8559"/>
                      <a:gd name="connsiteY8" fmla="*/ 6154 h 10000"/>
                      <a:gd name="connsiteX9" fmla="*/ 35 w 8559"/>
                      <a:gd name="connsiteY9" fmla="*/ 5938 h 10000"/>
                      <a:gd name="connsiteX0" fmla="*/ 49 w 9820"/>
                      <a:gd name="connsiteY0" fmla="*/ 4655 h 10000"/>
                      <a:gd name="connsiteX1" fmla="*/ 2693 w 9820"/>
                      <a:gd name="connsiteY1" fmla="*/ 2430 h 10000"/>
                      <a:gd name="connsiteX2" fmla="*/ 5175 w 9820"/>
                      <a:gd name="connsiteY2" fmla="*/ 0 h 10000"/>
                      <a:gd name="connsiteX3" fmla="*/ 7924 w 9820"/>
                      <a:gd name="connsiteY3" fmla="*/ 2432 h 10000"/>
                      <a:gd name="connsiteX4" fmla="*/ 9816 w 9820"/>
                      <a:gd name="connsiteY4" fmla="*/ 5032 h 10000"/>
                      <a:gd name="connsiteX5" fmla="*/ 8324 w 9820"/>
                      <a:gd name="connsiteY5" fmla="*/ 6925 h 10000"/>
                      <a:gd name="connsiteX6" fmla="*/ 5157 w 9820"/>
                      <a:gd name="connsiteY6" fmla="*/ 9999 h 10000"/>
                      <a:gd name="connsiteX7" fmla="*/ 2707 w 9820"/>
                      <a:gd name="connsiteY7" fmla="*/ 7302 h 10000"/>
                      <a:gd name="connsiteX8" fmla="*/ 1307 w 9820"/>
                      <a:gd name="connsiteY8" fmla="*/ 6154 h 10000"/>
                      <a:gd name="connsiteX9" fmla="*/ 49 w 9820"/>
                      <a:gd name="connsiteY9" fmla="*/ 4655 h 10000"/>
                      <a:gd name="connsiteX0" fmla="*/ 45 w 9995"/>
                      <a:gd name="connsiteY0" fmla="*/ 4655 h 10000"/>
                      <a:gd name="connsiteX1" fmla="*/ 2737 w 9995"/>
                      <a:gd name="connsiteY1" fmla="*/ 2430 h 10000"/>
                      <a:gd name="connsiteX2" fmla="*/ 5265 w 9995"/>
                      <a:gd name="connsiteY2" fmla="*/ 0 h 10000"/>
                      <a:gd name="connsiteX3" fmla="*/ 8064 w 9995"/>
                      <a:gd name="connsiteY3" fmla="*/ 2432 h 10000"/>
                      <a:gd name="connsiteX4" fmla="*/ 9991 w 9995"/>
                      <a:gd name="connsiteY4" fmla="*/ 5032 h 10000"/>
                      <a:gd name="connsiteX5" fmla="*/ 8472 w 9995"/>
                      <a:gd name="connsiteY5" fmla="*/ 6925 h 10000"/>
                      <a:gd name="connsiteX6" fmla="*/ 5247 w 9995"/>
                      <a:gd name="connsiteY6" fmla="*/ 9999 h 10000"/>
                      <a:gd name="connsiteX7" fmla="*/ 2752 w 9995"/>
                      <a:gd name="connsiteY7" fmla="*/ 7302 h 10000"/>
                      <a:gd name="connsiteX8" fmla="*/ 1374 w 9995"/>
                      <a:gd name="connsiteY8" fmla="*/ 6984 h 10000"/>
                      <a:gd name="connsiteX9" fmla="*/ 45 w 9995"/>
                      <a:gd name="connsiteY9" fmla="*/ 4655 h 10000"/>
                      <a:gd name="connsiteX0" fmla="*/ 45 w 10000"/>
                      <a:gd name="connsiteY0" fmla="*/ 5032 h 10377"/>
                      <a:gd name="connsiteX1" fmla="*/ 2738 w 10000"/>
                      <a:gd name="connsiteY1" fmla="*/ 2807 h 10377"/>
                      <a:gd name="connsiteX2" fmla="*/ 4886 w 10000"/>
                      <a:gd name="connsiteY2" fmla="*/ 0 h 10377"/>
                      <a:gd name="connsiteX3" fmla="*/ 8068 w 10000"/>
                      <a:gd name="connsiteY3" fmla="*/ 2809 h 10377"/>
                      <a:gd name="connsiteX4" fmla="*/ 9996 w 10000"/>
                      <a:gd name="connsiteY4" fmla="*/ 5409 h 10377"/>
                      <a:gd name="connsiteX5" fmla="*/ 8476 w 10000"/>
                      <a:gd name="connsiteY5" fmla="*/ 7302 h 10377"/>
                      <a:gd name="connsiteX6" fmla="*/ 5250 w 10000"/>
                      <a:gd name="connsiteY6" fmla="*/ 10376 h 10377"/>
                      <a:gd name="connsiteX7" fmla="*/ 2753 w 10000"/>
                      <a:gd name="connsiteY7" fmla="*/ 7679 h 10377"/>
                      <a:gd name="connsiteX8" fmla="*/ 1375 w 10000"/>
                      <a:gd name="connsiteY8" fmla="*/ 7361 h 10377"/>
                      <a:gd name="connsiteX9" fmla="*/ 45 w 10000"/>
                      <a:gd name="connsiteY9" fmla="*/ 5032 h 10377"/>
                      <a:gd name="connsiteX0" fmla="*/ 45 w 10000"/>
                      <a:gd name="connsiteY0" fmla="*/ 5036 h 10381"/>
                      <a:gd name="connsiteX1" fmla="*/ 2738 w 10000"/>
                      <a:gd name="connsiteY1" fmla="*/ 2811 h 10381"/>
                      <a:gd name="connsiteX2" fmla="*/ 4886 w 10000"/>
                      <a:gd name="connsiteY2" fmla="*/ 4 h 10381"/>
                      <a:gd name="connsiteX3" fmla="*/ 8068 w 10000"/>
                      <a:gd name="connsiteY3" fmla="*/ 2813 h 10381"/>
                      <a:gd name="connsiteX4" fmla="*/ 9996 w 10000"/>
                      <a:gd name="connsiteY4" fmla="*/ 5413 h 10381"/>
                      <a:gd name="connsiteX5" fmla="*/ 8476 w 10000"/>
                      <a:gd name="connsiteY5" fmla="*/ 7306 h 10381"/>
                      <a:gd name="connsiteX6" fmla="*/ 5250 w 10000"/>
                      <a:gd name="connsiteY6" fmla="*/ 10380 h 10381"/>
                      <a:gd name="connsiteX7" fmla="*/ 2753 w 10000"/>
                      <a:gd name="connsiteY7" fmla="*/ 7683 h 10381"/>
                      <a:gd name="connsiteX8" fmla="*/ 1375 w 10000"/>
                      <a:gd name="connsiteY8" fmla="*/ 7365 h 10381"/>
                      <a:gd name="connsiteX9" fmla="*/ 45 w 10000"/>
                      <a:gd name="connsiteY9" fmla="*/ 5036 h 10381"/>
                      <a:gd name="connsiteX0" fmla="*/ 45 w 10000"/>
                      <a:gd name="connsiteY0" fmla="*/ 5036 h 10796"/>
                      <a:gd name="connsiteX1" fmla="*/ 2738 w 10000"/>
                      <a:gd name="connsiteY1" fmla="*/ 2811 h 10796"/>
                      <a:gd name="connsiteX2" fmla="*/ 4886 w 10000"/>
                      <a:gd name="connsiteY2" fmla="*/ 4 h 10796"/>
                      <a:gd name="connsiteX3" fmla="*/ 8068 w 10000"/>
                      <a:gd name="connsiteY3" fmla="*/ 2813 h 10796"/>
                      <a:gd name="connsiteX4" fmla="*/ 9996 w 10000"/>
                      <a:gd name="connsiteY4" fmla="*/ 5413 h 10796"/>
                      <a:gd name="connsiteX5" fmla="*/ 8476 w 10000"/>
                      <a:gd name="connsiteY5" fmla="*/ 7306 h 10796"/>
                      <a:gd name="connsiteX6" fmla="*/ 5202 w 10000"/>
                      <a:gd name="connsiteY6" fmla="*/ 10795 h 10796"/>
                      <a:gd name="connsiteX7" fmla="*/ 2753 w 10000"/>
                      <a:gd name="connsiteY7" fmla="*/ 7683 h 10796"/>
                      <a:gd name="connsiteX8" fmla="*/ 1375 w 10000"/>
                      <a:gd name="connsiteY8" fmla="*/ 7365 h 10796"/>
                      <a:gd name="connsiteX9" fmla="*/ 45 w 10000"/>
                      <a:gd name="connsiteY9" fmla="*/ 5036 h 10796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000" h="10795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445" name="Group 444">
                    <a:extLst>
                      <a:ext uri="{FF2B5EF4-FFF2-40B4-BE49-F238E27FC236}">
                        <a16:creationId xmlns:a16="http://schemas.microsoft.com/office/drawing/2014/main" id="{D1B99423-64AD-B947-8422-98F732C26FB9}"/>
                      </a:ext>
                    </a:extLst>
                  </p:cNvPr>
                  <p:cNvGrpSpPr/>
                  <p:nvPr/>
                </p:nvGrpSpPr>
                <p:grpSpPr>
                  <a:xfrm>
                    <a:off x="8136838" y="3735782"/>
                    <a:ext cx="2402775" cy="1530043"/>
                    <a:chOff x="8136838" y="3735782"/>
                    <a:chExt cx="2402775" cy="1530043"/>
                  </a:xfrm>
                </p:grpSpPr>
                <p:grpSp>
                  <p:nvGrpSpPr>
                    <p:cNvPr id="446" name="Group 445">
                      <a:extLst>
                        <a:ext uri="{FF2B5EF4-FFF2-40B4-BE49-F238E27FC236}">
                          <a16:creationId xmlns:a16="http://schemas.microsoft.com/office/drawing/2014/main" id="{72A7E1F7-E846-3147-AA53-CF1D84DD87C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24065" y="3830658"/>
                      <a:ext cx="2215548" cy="1435167"/>
                      <a:chOff x="833331" y="2873352"/>
                      <a:chExt cx="2333625" cy="1590649"/>
                    </a:xfrm>
                  </p:grpSpPr>
                  <p:grpSp>
                    <p:nvGrpSpPr>
                      <p:cNvPr id="448" name="Group 447">
                        <a:extLst>
                          <a:ext uri="{FF2B5EF4-FFF2-40B4-BE49-F238E27FC236}">
                            <a16:creationId xmlns:a16="http://schemas.microsoft.com/office/drawing/2014/main" id="{AF49ADF0-6850-0A43-A5CE-5ACE79889D9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496" name="Group 327">
                          <a:extLst>
                            <a:ext uri="{FF2B5EF4-FFF2-40B4-BE49-F238E27FC236}">
                              <a16:creationId xmlns:a16="http://schemas.microsoft.com/office/drawing/2014/main" id="{FF88E2DF-E2E4-3347-A865-D1B335201367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500" name="Oval 499">
                            <a:extLst>
                              <a:ext uri="{FF2B5EF4-FFF2-40B4-BE49-F238E27FC236}">
                                <a16:creationId xmlns:a16="http://schemas.microsoft.com/office/drawing/2014/main" id="{F51867D5-088D-1141-BDDA-0DF96997E1F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01" name="Rectangle 500">
                            <a:extLst>
                              <a:ext uri="{FF2B5EF4-FFF2-40B4-BE49-F238E27FC236}">
                                <a16:creationId xmlns:a16="http://schemas.microsoft.com/office/drawing/2014/main" id="{9EB2A545-9E2E-2D4E-BCBC-74A6D06D42F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02" name="Oval 501">
                            <a:extLst>
                              <a:ext uri="{FF2B5EF4-FFF2-40B4-BE49-F238E27FC236}">
                                <a16:creationId xmlns:a16="http://schemas.microsoft.com/office/drawing/2014/main" id="{375E6326-5638-D948-AF4C-5B244F6C670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03" name="Freeform 502">
                            <a:extLst>
                              <a:ext uri="{FF2B5EF4-FFF2-40B4-BE49-F238E27FC236}">
                                <a16:creationId xmlns:a16="http://schemas.microsoft.com/office/drawing/2014/main" id="{8A73FC0C-576A-DA45-AD12-AF0A5503771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04" name="Freeform 503">
                            <a:extLst>
                              <a:ext uri="{FF2B5EF4-FFF2-40B4-BE49-F238E27FC236}">
                                <a16:creationId xmlns:a16="http://schemas.microsoft.com/office/drawing/2014/main" id="{F6DD9D1A-2B6B-3D4A-9962-4ABB842FAB6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05" name="Freeform 504">
                            <a:extLst>
                              <a:ext uri="{FF2B5EF4-FFF2-40B4-BE49-F238E27FC236}">
                                <a16:creationId xmlns:a16="http://schemas.microsoft.com/office/drawing/2014/main" id="{AC2C32F0-D575-744F-BB94-26AF3779C1D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06" name="Freeform 505">
                            <a:extLst>
                              <a:ext uri="{FF2B5EF4-FFF2-40B4-BE49-F238E27FC236}">
                                <a16:creationId xmlns:a16="http://schemas.microsoft.com/office/drawing/2014/main" id="{7BE6460D-2974-684B-9BBA-CDE242AE328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507" name="Straight Connector 506">
                            <a:extLst>
                              <a:ext uri="{FF2B5EF4-FFF2-40B4-BE49-F238E27FC236}">
                                <a16:creationId xmlns:a16="http://schemas.microsoft.com/office/drawing/2014/main" id="{4DFA001C-CD4C-9D4A-BCF7-EB9E9094C4D9}"/>
                              </a:ext>
                            </a:extLst>
                          </p:cNvPr>
                          <p:cNvCxnSpPr>
                            <a:endCxn id="502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508" name="Straight Connector 507">
                            <a:extLst>
                              <a:ext uri="{FF2B5EF4-FFF2-40B4-BE49-F238E27FC236}">
                                <a16:creationId xmlns:a16="http://schemas.microsoft.com/office/drawing/2014/main" id="{21C1F585-9089-CD48-AAF8-8B25080D3081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497" name="Group 496">
                          <a:extLst>
                            <a:ext uri="{FF2B5EF4-FFF2-40B4-BE49-F238E27FC236}">
                              <a16:creationId xmlns:a16="http://schemas.microsoft.com/office/drawing/2014/main" id="{013A9D3F-66C6-5646-B65B-07D59E2B508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498" name="Oval 497">
                            <a:extLst>
                              <a:ext uri="{FF2B5EF4-FFF2-40B4-BE49-F238E27FC236}">
                                <a16:creationId xmlns:a16="http://schemas.microsoft.com/office/drawing/2014/main" id="{A588D1D2-2231-6B4F-A3C7-ADA7F2CBC0D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99" name="TextBox 498">
                            <a:extLst>
                              <a:ext uri="{FF2B5EF4-FFF2-40B4-BE49-F238E27FC236}">
                                <a16:creationId xmlns:a16="http://schemas.microsoft.com/office/drawing/2014/main" id="{45B327ED-98AE-A442-88E5-0F179F128913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3b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449" name="Group 448">
                        <a:extLst>
                          <a:ext uri="{FF2B5EF4-FFF2-40B4-BE49-F238E27FC236}">
                            <a16:creationId xmlns:a16="http://schemas.microsoft.com/office/drawing/2014/main" id="{5BA1A9CB-4572-0041-BCD8-760991F2EE1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483" name="Group 327">
                          <a:extLst>
                            <a:ext uri="{FF2B5EF4-FFF2-40B4-BE49-F238E27FC236}">
                              <a16:creationId xmlns:a16="http://schemas.microsoft.com/office/drawing/2014/main" id="{D1877304-D615-C347-B696-1E4EC738AEBE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487" name="Oval 486">
                            <a:extLst>
                              <a:ext uri="{FF2B5EF4-FFF2-40B4-BE49-F238E27FC236}">
                                <a16:creationId xmlns:a16="http://schemas.microsoft.com/office/drawing/2014/main" id="{FCA8E024-D75B-384E-B7DE-7AA5FE622EE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88" name="Rectangle 487">
                            <a:extLst>
                              <a:ext uri="{FF2B5EF4-FFF2-40B4-BE49-F238E27FC236}">
                                <a16:creationId xmlns:a16="http://schemas.microsoft.com/office/drawing/2014/main" id="{1897CA4E-9A6C-1D4E-9C09-D042B4FE2ED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89" name="Oval 488">
                            <a:extLst>
                              <a:ext uri="{FF2B5EF4-FFF2-40B4-BE49-F238E27FC236}">
                                <a16:creationId xmlns:a16="http://schemas.microsoft.com/office/drawing/2014/main" id="{3F099347-419A-394D-9F67-D4250F5636E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90" name="Freeform 489">
                            <a:extLst>
                              <a:ext uri="{FF2B5EF4-FFF2-40B4-BE49-F238E27FC236}">
                                <a16:creationId xmlns:a16="http://schemas.microsoft.com/office/drawing/2014/main" id="{C08F2D49-1160-D048-A1C9-03F61662E76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91" name="Freeform 490">
                            <a:extLst>
                              <a:ext uri="{FF2B5EF4-FFF2-40B4-BE49-F238E27FC236}">
                                <a16:creationId xmlns:a16="http://schemas.microsoft.com/office/drawing/2014/main" id="{2D027160-BA02-2C4F-97A9-79D0DE23545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92" name="Freeform 491">
                            <a:extLst>
                              <a:ext uri="{FF2B5EF4-FFF2-40B4-BE49-F238E27FC236}">
                                <a16:creationId xmlns:a16="http://schemas.microsoft.com/office/drawing/2014/main" id="{32BA6728-F88C-834C-A843-CEDCFCAE3CD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93" name="Freeform 492">
                            <a:extLst>
                              <a:ext uri="{FF2B5EF4-FFF2-40B4-BE49-F238E27FC236}">
                                <a16:creationId xmlns:a16="http://schemas.microsoft.com/office/drawing/2014/main" id="{076DA2A8-99C5-1649-A5B8-AA30FDD3E90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494" name="Straight Connector 493">
                            <a:extLst>
                              <a:ext uri="{FF2B5EF4-FFF2-40B4-BE49-F238E27FC236}">
                                <a16:creationId xmlns:a16="http://schemas.microsoft.com/office/drawing/2014/main" id="{EA9EAAD1-1702-AB4D-8E87-C9B32BEEDA17}"/>
                              </a:ext>
                            </a:extLst>
                          </p:cNvPr>
                          <p:cNvCxnSpPr>
                            <a:endCxn id="489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495" name="Straight Connector 494">
                            <a:extLst>
                              <a:ext uri="{FF2B5EF4-FFF2-40B4-BE49-F238E27FC236}">
                                <a16:creationId xmlns:a16="http://schemas.microsoft.com/office/drawing/2014/main" id="{9CB75121-AE50-0241-BCE4-1BCDA5F5D305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484" name="Group 483">
                          <a:extLst>
                            <a:ext uri="{FF2B5EF4-FFF2-40B4-BE49-F238E27FC236}">
                              <a16:creationId xmlns:a16="http://schemas.microsoft.com/office/drawing/2014/main" id="{3F071658-01EE-2C48-AC20-F60B38FE642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485" name="Oval 484">
                            <a:extLst>
                              <a:ext uri="{FF2B5EF4-FFF2-40B4-BE49-F238E27FC236}">
                                <a16:creationId xmlns:a16="http://schemas.microsoft.com/office/drawing/2014/main" id="{51633682-08D4-3741-8ACB-6CAE184258D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86" name="TextBox 485">
                            <a:extLst>
                              <a:ext uri="{FF2B5EF4-FFF2-40B4-BE49-F238E27FC236}">
                                <a16:creationId xmlns:a16="http://schemas.microsoft.com/office/drawing/2014/main" id="{E3CB6253-020C-2441-8C1C-0D4F587E6E36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3d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450" name="Group 449">
                        <a:extLst>
                          <a:ext uri="{FF2B5EF4-FFF2-40B4-BE49-F238E27FC236}">
                            <a16:creationId xmlns:a16="http://schemas.microsoft.com/office/drawing/2014/main" id="{125DBCFC-7BA2-F144-A0F0-508397DB018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470" name="Group 327">
                          <a:extLst>
                            <a:ext uri="{FF2B5EF4-FFF2-40B4-BE49-F238E27FC236}">
                              <a16:creationId xmlns:a16="http://schemas.microsoft.com/office/drawing/2014/main" id="{34285CF6-D3AC-094E-8607-8E5A25980259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474" name="Oval 473">
                            <a:extLst>
                              <a:ext uri="{FF2B5EF4-FFF2-40B4-BE49-F238E27FC236}">
                                <a16:creationId xmlns:a16="http://schemas.microsoft.com/office/drawing/2014/main" id="{3B349897-1CEA-A94C-A653-306D765FA40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75" name="Rectangle 474">
                            <a:extLst>
                              <a:ext uri="{FF2B5EF4-FFF2-40B4-BE49-F238E27FC236}">
                                <a16:creationId xmlns:a16="http://schemas.microsoft.com/office/drawing/2014/main" id="{F69BAC22-0491-F446-A4FA-4F95C6B0F3D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76" name="Oval 475">
                            <a:extLst>
                              <a:ext uri="{FF2B5EF4-FFF2-40B4-BE49-F238E27FC236}">
                                <a16:creationId xmlns:a16="http://schemas.microsoft.com/office/drawing/2014/main" id="{C00F3DA7-8E3F-9547-BE97-F58D95EC59B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77" name="Freeform 476">
                            <a:extLst>
                              <a:ext uri="{FF2B5EF4-FFF2-40B4-BE49-F238E27FC236}">
                                <a16:creationId xmlns:a16="http://schemas.microsoft.com/office/drawing/2014/main" id="{BF4644EF-DDFF-8D49-9FD0-2F7B3C29BC6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78" name="Freeform 477">
                            <a:extLst>
                              <a:ext uri="{FF2B5EF4-FFF2-40B4-BE49-F238E27FC236}">
                                <a16:creationId xmlns:a16="http://schemas.microsoft.com/office/drawing/2014/main" id="{EECCB299-4CD3-234D-AFCE-A2A331EA134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79" name="Freeform 478">
                            <a:extLst>
                              <a:ext uri="{FF2B5EF4-FFF2-40B4-BE49-F238E27FC236}">
                                <a16:creationId xmlns:a16="http://schemas.microsoft.com/office/drawing/2014/main" id="{7540398D-98A6-9A4C-A028-C839F9C9515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80" name="Freeform 479">
                            <a:extLst>
                              <a:ext uri="{FF2B5EF4-FFF2-40B4-BE49-F238E27FC236}">
                                <a16:creationId xmlns:a16="http://schemas.microsoft.com/office/drawing/2014/main" id="{11019135-4FCC-0344-AC3D-721648028E4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481" name="Straight Connector 480">
                            <a:extLst>
                              <a:ext uri="{FF2B5EF4-FFF2-40B4-BE49-F238E27FC236}">
                                <a16:creationId xmlns:a16="http://schemas.microsoft.com/office/drawing/2014/main" id="{5C03F5EB-3AFC-4543-B2EB-4052B79EB773}"/>
                              </a:ext>
                            </a:extLst>
                          </p:cNvPr>
                          <p:cNvCxnSpPr>
                            <a:endCxn id="476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482" name="Straight Connector 481">
                            <a:extLst>
                              <a:ext uri="{FF2B5EF4-FFF2-40B4-BE49-F238E27FC236}">
                                <a16:creationId xmlns:a16="http://schemas.microsoft.com/office/drawing/2014/main" id="{50EEA529-2E3B-0A4B-9DFF-EA2E08C6C057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471" name="Group 470">
                          <a:extLst>
                            <a:ext uri="{FF2B5EF4-FFF2-40B4-BE49-F238E27FC236}">
                              <a16:creationId xmlns:a16="http://schemas.microsoft.com/office/drawing/2014/main" id="{101A36BB-F1C4-5D47-B75D-03B9E2E4054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472" name="Oval 471">
                            <a:extLst>
                              <a:ext uri="{FF2B5EF4-FFF2-40B4-BE49-F238E27FC236}">
                                <a16:creationId xmlns:a16="http://schemas.microsoft.com/office/drawing/2014/main" id="{DDF0E856-753E-FF40-89EE-E40AEF7160C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73" name="TextBox 472">
                            <a:extLst>
                              <a:ext uri="{FF2B5EF4-FFF2-40B4-BE49-F238E27FC236}">
                                <a16:creationId xmlns:a16="http://schemas.microsoft.com/office/drawing/2014/main" id="{C4BB44D7-7187-A143-ACE4-AF7AA08F6019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3c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451" name="Group 450">
                        <a:extLst>
                          <a:ext uri="{FF2B5EF4-FFF2-40B4-BE49-F238E27FC236}">
                            <a16:creationId xmlns:a16="http://schemas.microsoft.com/office/drawing/2014/main" id="{5FF824A3-CA23-7641-9C4D-F4D836BA239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457" name="Group 327">
                          <a:extLst>
                            <a:ext uri="{FF2B5EF4-FFF2-40B4-BE49-F238E27FC236}">
                              <a16:creationId xmlns:a16="http://schemas.microsoft.com/office/drawing/2014/main" id="{5D84546C-2908-A44F-86F0-14845830BE8E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461" name="Oval 460">
                            <a:extLst>
                              <a:ext uri="{FF2B5EF4-FFF2-40B4-BE49-F238E27FC236}">
                                <a16:creationId xmlns:a16="http://schemas.microsoft.com/office/drawing/2014/main" id="{2378F29F-8CA4-2546-BAAE-ECF6F0E3705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62" name="Rectangle 461">
                            <a:extLst>
                              <a:ext uri="{FF2B5EF4-FFF2-40B4-BE49-F238E27FC236}">
                                <a16:creationId xmlns:a16="http://schemas.microsoft.com/office/drawing/2014/main" id="{4875D8E7-03DA-A244-B2C1-CE3E3E97339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63" name="Oval 462">
                            <a:extLst>
                              <a:ext uri="{FF2B5EF4-FFF2-40B4-BE49-F238E27FC236}">
                                <a16:creationId xmlns:a16="http://schemas.microsoft.com/office/drawing/2014/main" id="{69C4F070-9AD8-B349-8D3A-A7A5BA73CF0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64" name="Freeform 463">
                            <a:extLst>
                              <a:ext uri="{FF2B5EF4-FFF2-40B4-BE49-F238E27FC236}">
                                <a16:creationId xmlns:a16="http://schemas.microsoft.com/office/drawing/2014/main" id="{859F95D0-8F88-AF45-A522-FBF8009BB87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65" name="Freeform 464">
                            <a:extLst>
                              <a:ext uri="{FF2B5EF4-FFF2-40B4-BE49-F238E27FC236}">
                                <a16:creationId xmlns:a16="http://schemas.microsoft.com/office/drawing/2014/main" id="{C5D63CE0-DA37-6941-85D1-1E9AF858D12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66" name="Freeform 465">
                            <a:extLst>
                              <a:ext uri="{FF2B5EF4-FFF2-40B4-BE49-F238E27FC236}">
                                <a16:creationId xmlns:a16="http://schemas.microsoft.com/office/drawing/2014/main" id="{05B6304E-219D-8C4C-933C-F74A50ADB90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67" name="Freeform 466">
                            <a:extLst>
                              <a:ext uri="{FF2B5EF4-FFF2-40B4-BE49-F238E27FC236}">
                                <a16:creationId xmlns:a16="http://schemas.microsoft.com/office/drawing/2014/main" id="{7A1C8338-E034-6F46-9CFA-19E29E6DB9C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468" name="Straight Connector 467">
                            <a:extLst>
                              <a:ext uri="{FF2B5EF4-FFF2-40B4-BE49-F238E27FC236}">
                                <a16:creationId xmlns:a16="http://schemas.microsoft.com/office/drawing/2014/main" id="{D01B141C-E8C1-5F43-9AB4-C8F47DB27ABC}"/>
                              </a:ext>
                            </a:extLst>
                          </p:cNvPr>
                          <p:cNvCxnSpPr>
                            <a:endCxn id="463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469" name="Straight Connector 468">
                            <a:extLst>
                              <a:ext uri="{FF2B5EF4-FFF2-40B4-BE49-F238E27FC236}">
                                <a16:creationId xmlns:a16="http://schemas.microsoft.com/office/drawing/2014/main" id="{C76D3549-4A99-A14A-9266-5C811EF2C96F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458" name="Group 457">
                          <a:extLst>
                            <a:ext uri="{FF2B5EF4-FFF2-40B4-BE49-F238E27FC236}">
                              <a16:creationId xmlns:a16="http://schemas.microsoft.com/office/drawing/2014/main" id="{50D34317-A86E-BD4A-B0A0-94B68B4DE33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459" name="Oval 458">
                            <a:extLst>
                              <a:ext uri="{FF2B5EF4-FFF2-40B4-BE49-F238E27FC236}">
                                <a16:creationId xmlns:a16="http://schemas.microsoft.com/office/drawing/2014/main" id="{955898AE-9FB9-D145-99C3-AA5FE491F62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60" name="TextBox 459">
                            <a:extLst>
                              <a:ext uri="{FF2B5EF4-FFF2-40B4-BE49-F238E27FC236}">
                                <a16:creationId xmlns:a16="http://schemas.microsoft.com/office/drawing/2014/main" id="{FDC8D372-267E-834E-B2AD-E3D0477ABC3D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3a</a:t>
                            </a:r>
                          </a:p>
                        </p:txBody>
                      </p:sp>
                    </p:grpSp>
                  </p:grpSp>
                  <p:cxnSp>
                    <p:nvCxnSpPr>
                      <p:cNvPr id="452" name="Straight Connector 451">
                        <a:extLst>
                          <a:ext uri="{FF2B5EF4-FFF2-40B4-BE49-F238E27FC236}">
                            <a16:creationId xmlns:a16="http://schemas.microsoft.com/office/drawing/2014/main" id="{76BB832D-E2AD-9B4A-B2CA-006ACDF19252}"/>
                          </a:ext>
                        </a:extLst>
                      </p:cNvPr>
                      <p:cNvCxnSpPr>
                        <a:stCxn id="499" idx="2"/>
                        <a:endCxn id="486" idx="0"/>
                      </p:cNvCxnSpPr>
                      <p:nvPr/>
                    </p:nvCxnSpPr>
                    <p:spPr bwMode="auto">
                      <a:xfrm>
                        <a:off x="1991073" y="3242684"/>
                        <a:ext cx="4230" cy="851985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rgbClr val="000090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453" name="Straight Connector 452">
                        <a:extLst>
                          <a:ext uri="{FF2B5EF4-FFF2-40B4-BE49-F238E27FC236}">
                            <a16:creationId xmlns:a16="http://schemas.microsoft.com/office/drawing/2014/main" id="{B3B0C02C-7ED9-2141-817E-0BD07EFA2441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407477" y="3648621"/>
                        <a:ext cx="1204913" cy="635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454" name="Straight Connector 453">
                        <a:extLst>
                          <a:ext uri="{FF2B5EF4-FFF2-40B4-BE49-F238E27FC236}">
                            <a16:creationId xmlns:a16="http://schemas.microsoft.com/office/drawing/2014/main" id="{4555DBD5-470B-6741-9718-42247FE55249}"/>
                          </a:ext>
                        </a:extLst>
                      </p:cNvPr>
                      <p:cNvCxnSpPr>
                        <a:stCxn id="500" idx="7"/>
                      </p:cNvCxnSpPr>
                      <p:nvPr/>
                    </p:nvCxnSpPr>
                    <p:spPr bwMode="auto">
                      <a:xfrm>
                        <a:off x="2218708" y="3154477"/>
                        <a:ext cx="480042" cy="36977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455" name="Straight Connector 454">
                        <a:extLst>
                          <a:ext uri="{FF2B5EF4-FFF2-40B4-BE49-F238E27FC236}">
                            <a16:creationId xmlns:a16="http://schemas.microsoft.com/office/drawing/2014/main" id="{C8445FE4-D43A-0F43-A2B9-579310EA2C4F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300073" y="3786304"/>
                        <a:ext cx="477927" cy="357071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456" name="Straight Connector 455">
                        <a:extLst>
                          <a:ext uri="{FF2B5EF4-FFF2-40B4-BE49-F238E27FC236}">
                            <a16:creationId xmlns:a16="http://schemas.microsoft.com/office/drawing/2014/main" id="{255E9653-31F2-2749-A41F-6F972A8AEFF9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1287553" y="3166946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  <p:sp>
                  <p:nvSpPr>
                    <p:cNvPr id="447" name="TextBox 446">
                      <a:extLst>
                        <a:ext uri="{FF2B5EF4-FFF2-40B4-BE49-F238E27FC236}">
                          <a16:creationId xmlns:a16="http://schemas.microsoft.com/office/drawing/2014/main" id="{235FB037-F7EE-DE49-97E8-683209B5D49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136838" y="3735782"/>
                      <a:ext cx="75353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dirty="0">
                          <a:solidFill>
                            <a:srgbClr val="000090"/>
                          </a:solidFill>
                          <a:latin typeface="Arial" charset="0"/>
                          <a:ea typeface="ＭＳ Ｐゴシック" charset="0"/>
                        </a:rPr>
                        <a:t>AS 3</a:t>
                      </a:r>
                    </a:p>
                  </p:txBody>
                </p:sp>
              </p:grpSp>
            </p:grpSp>
            <p:grpSp>
              <p:nvGrpSpPr>
                <p:cNvPr id="377" name="Group 376">
                  <a:extLst>
                    <a:ext uri="{FF2B5EF4-FFF2-40B4-BE49-F238E27FC236}">
                      <a16:creationId xmlns:a16="http://schemas.microsoft.com/office/drawing/2014/main" id="{216FE367-F524-D446-BD8E-161F28E81098}"/>
                    </a:ext>
                  </a:extLst>
                </p:cNvPr>
                <p:cNvGrpSpPr/>
                <p:nvPr/>
              </p:nvGrpSpPr>
              <p:grpSpPr>
                <a:xfrm>
                  <a:off x="1426553" y="4136253"/>
                  <a:ext cx="3452487" cy="1719017"/>
                  <a:chOff x="1426553" y="4136253"/>
                  <a:chExt cx="3452487" cy="1719017"/>
                </a:xfrm>
              </p:grpSpPr>
              <p:grpSp>
                <p:nvGrpSpPr>
                  <p:cNvPr id="379" name="Group 378">
                    <a:extLst>
                      <a:ext uri="{FF2B5EF4-FFF2-40B4-BE49-F238E27FC236}">
                        <a16:creationId xmlns:a16="http://schemas.microsoft.com/office/drawing/2014/main" id="{DA335CF7-6A44-CD42-BB9B-0F2E679F9021}"/>
                      </a:ext>
                    </a:extLst>
                  </p:cNvPr>
                  <p:cNvGrpSpPr/>
                  <p:nvPr/>
                </p:nvGrpSpPr>
                <p:grpSpPr>
                  <a:xfrm>
                    <a:off x="1426553" y="4136253"/>
                    <a:ext cx="2557336" cy="1719017"/>
                    <a:chOff x="-2170772" y="2784954"/>
                    <a:chExt cx="2712783" cy="1853712"/>
                  </a:xfrm>
                </p:grpSpPr>
                <p:sp>
                  <p:nvSpPr>
                    <p:cNvPr id="382" name="Freeform 2">
                      <a:extLst>
                        <a:ext uri="{FF2B5EF4-FFF2-40B4-BE49-F238E27FC236}">
                          <a16:creationId xmlns:a16="http://schemas.microsoft.com/office/drawing/2014/main" id="{62629CF7-F1C0-394C-847B-14D3503FA27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-2170772" y="2784954"/>
                      <a:ext cx="2712783" cy="1853712"/>
                    </a:xfrm>
                    <a:custGeom>
                      <a:avLst/>
                      <a:gdLst>
                        <a:gd name="T0" fmla="*/ 648763 w 10001"/>
                        <a:gd name="T1" fmla="*/ 34777612 h 10125"/>
                        <a:gd name="T2" fmla="*/ 115976403 w 10001"/>
                        <a:gd name="T3" fmla="*/ 13733703 h 10125"/>
                        <a:gd name="T4" fmla="*/ 507700960 w 10001"/>
                        <a:gd name="T5" fmla="*/ 8662125 h 10125"/>
                        <a:gd name="T6" fmla="*/ 810212713 w 10001"/>
                        <a:gd name="T7" fmla="*/ 0 h 10125"/>
                        <a:gd name="T8" fmla="*/ 1090015738 w 10001"/>
                        <a:gd name="T9" fmla="*/ 8687929 h 10125"/>
                        <a:gd name="T10" fmla="*/ 1310938763 w 10001"/>
                        <a:gd name="T11" fmla="*/ 4279362 h 10125"/>
                        <a:gd name="T12" fmla="*/ 1620263134 w 10001"/>
                        <a:gd name="T13" fmla="*/ 25736690 h 10125"/>
                        <a:gd name="T14" fmla="*/ 1394798364 w 10001"/>
                        <a:gd name="T15" fmla="*/ 58525268 h 10125"/>
                        <a:gd name="T16" fmla="*/ 1134622140 w 10001"/>
                        <a:gd name="T17" fmla="*/ 80266624 h 10125"/>
                        <a:gd name="T18" fmla="*/ 860820276 w 10001"/>
                        <a:gd name="T19" fmla="*/ 76142271 h 10125"/>
                        <a:gd name="T20" fmla="*/ 708996782 w 10001"/>
                        <a:gd name="T21" fmla="*/ 85346835 h 10125"/>
                        <a:gd name="T22" fmla="*/ 509322667 w 10001"/>
                        <a:gd name="T23" fmla="*/ 86268164 h 10125"/>
                        <a:gd name="T24" fmla="*/ 353443899 w 10001"/>
                        <a:gd name="T25" fmla="*/ 67979516 h 10125"/>
                        <a:gd name="T26" fmla="*/ 192536914 w 10001"/>
                        <a:gd name="T27" fmla="*/ 64535347 h 10125"/>
                        <a:gd name="T28" fmla="*/ 648763 w 10001"/>
                        <a:gd name="T29" fmla="*/ 34777612 h 10125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connsiteX0" fmla="*/ 4 w 10040"/>
                        <a:gd name="connsiteY0" fmla="*/ 4039 h 10125"/>
                        <a:gd name="connsiteX1" fmla="*/ 715 w 10040"/>
                        <a:gd name="connsiteY1" fmla="*/ 1595 h 10125"/>
                        <a:gd name="connsiteX2" fmla="*/ 3130 w 10040"/>
                        <a:gd name="connsiteY2" fmla="*/ 1006 h 10125"/>
                        <a:gd name="connsiteX3" fmla="*/ 4995 w 10040"/>
                        <a:gd name="connsiteY3" fmla="*/ 0 h 10125"/>
                        <a:gd name="connsiteX4" fmla="*/ 6720 w 10040"/>
                        <a:gd name="connsiteY4" fmla="*/ 1009 h 10125"/>
                        <a:gd name="connsiteX5" fmla="*/ 9989 w 10040"/>
                        <a:gd name="connsiteY5" fmla="*/ 2989 h 10125"/>
                        <a:gd name="connsiteX6" fmla="*/ 8599 w 10040"/>
                        <a:gd name="connsiteY6" fmla="*/ 6797 h 10125"/>
                        <a:gd name="connsiteX7" fmla="*/ 6995 w 10040"/>
                        <a:gd name="connsiteY7" fmla="*/ 9322 h 10125"/>
                        <a:gd name="connsiteX8" fmla="*/ 5307 w 10040"/>
                        <a:gd name="connsiteY8" fmla="*/ 8843 h 10125"/>
                        <a:gd name="connsiteX9" fmla="*/ 4371 w 10040"/>
                        <a:gd name="connsiteY9" fmla="*/ 9912 h 10125"/>
                        <a:gd name="connsiteX10" fmla="*/ 3140 w 10040"/>
                        <a:gd name="connsiteY10" fmla="*/ 10019 h 10125"/>
                        <a:gd name="connsiteX11" fmla="*/ 2179 w 10040"/>
                        <a:gd name="connsiteY11" fmla="*/ 7895 h 10125"/>
                        <a:gd name="connsiteX12" fmla="*/ 1187 w 10040"/>
                        <a:gd name="connsiteY12" fmla="*/ 7495 h 10125"/>
                        <a:gd name="connsiteX13" fmla="*/ 4 w 10040"/>
                        <a:gd name="connsiteY13" fmla="*/ 4039 h 10125"/>
                        <a:gd name="connsiteX0" fmla="*/ 4 w 8600"/>
                        <a:gd name="connsiteY0" fmla="*/ 4042 h 10128"/>
                        <a:gd name="connsiteX1" fmla="*/ 715 w 8600"/>
                        <a:gd name="connsiteY1" fmla="*/ 1598 h 10128"/>
                        <a:gd name="connsiteX2" fmla="*/ 3130 w 8600"/>
                        <a:gd name="connsiteY2" fmla="*/ 1009 h 10128"/>
                        <a:gd name="connsiteX3" fmla="*/ 4995 w 8600"/>
                        <a:gd name="connsiteY3" fmla="*/ 3 h 10128"/>
                        <a:gd name="connsiteX4" fmla="*/ 6720 w 8600"/>
                        <a:gd name="connsiteY4" fmla="*/ 1012 h 10128"/>
                        <a:gd name="connsiteX5" fmla="*/ 8599 w 8600"/>
                        <a:gd name="connsiteY5" fmla="*/ 6800 h 10128"/>
                        <a:gd name="connsiteX6" fmla="*/ 6995 w 8600"/>
                        <a:gd name="connsiteY6" fmla="*/ 9325 h 10128"/>
                        <a:gd name="connsiteX7" fmla="*/ 5307 w 8600"/>
                        <a:gd name="connsiteY7" fmla="*/ 8846 h 10128"/>
                        <a:gd name="connsiteX8" fmla="*/ 4371 w 8600"/>
                        <a:gd name="connsiteY8" fmla="*/ 9915 h 10128"/>
                        <a:gd name="connsiteX9" fmla="*/ 3140 w 8600"/>
                        <a:gd name="connsiteY9" fmla="*/ 10022 h 10128"/>
                        <a:gd name="connsiteX10" fmla="*/ 2179 w 8600"/>
                        <a:gd name="connsiteY10" fmla="*/ 7898 h 10128"/>
                        <a:gd name="connsiteX11" fmla="*/ 1187 w 8600"/>
                        <a:gd name="connsiteY11" fmla="*/ 7498 h 10128"/>
                        <a:gd name="connsiteX12" fmla="*/ 4 w 8600"/>
                        <a:gd name="connsiteY12" fmla="*/ 4042 h 10128"/>
                        <a:gd name="connsiteX0" fmla="*/ 4 w 9326"/>
                        <a:gd name="connsiteY0" fmla="*/ 3988 h 9997"/>
                        <a:gd name="connsiteX1" fmla="*/ 830 w 9326"/>
                        <a:gd name="connsiteY1" fmla="*/ 1575 h 9997"/>
                        <a:gd name="connsiteX2" fmla="*/ 3639 w 9326"/>
                        <a:gd name="connsiteY2" fmla="*/ 993 h 9997"/>
                        <a:gd name="connsiteX3" fmla="*/ 5807 w 9326"/>
                        <a:gd name="connsiteY3" fmla="*/ 0 h 9997"/>
                        <a:gd name="connsiteX4" fmla="*/ 7813 w 9326"/>
                        <a:gd name="connsiteY4" fmla="*/ 996 h 9997"/>
                        <a:gd name="connsiteX5" fmla="*/ 9324 w 9326"/>
                        <a:gd name="connsiteY5" fmla="*/ 5746 h 9997"/>
                        <a:gd name="connsiteX6" fmla="*/ 8133 w 9326"/>
                        <a:gd name="connsiteY6" fmla="*/ 9204 h 9997"/>
                        <a:gd name="connsiteX7" fmla="*/ 6170 w 9326"/>
                        <a:gd name="connsiteY7" fmla="*/ 8731 h 9997"/>
                        <a:gd name="connsiteX8" fmla="*/ 5082 w 9326"/>
                        <a:gd name="connsiteY8" fmla="*/ 9787 h 9997"/>
                        <a:gd name="connsiteX9" fmla="*/ 3650 w 9326"/>
                        <a:gd name="connsiteY9" fmla="*/ 9892 h 9997"/>
                        <a:gd name="connsiteX10" fmla="*/ 2533 w 9326"/>
                        <a:gd name="connsiteY10" fmla="*/ 7795 h 9997"/>
                        <a:gd name="connsiteX11" fmla="*/ 1379 w 9326"/>
                        <a:gd name="connsiteY11" fmla="*/ 7400 h 9997"/>
                        <a:gd name="connsiteX12" fmla="*/ 4 w 9326"/>
                        <a:gd name="connsiteY12" fmla="*/ 3988 h 9997"/>
                        <a:gd name="connsiteX0" fmla="*/ 4 w 10001"/>
                        <a:gd name="connsiteY0" fmla="*/ 3989 h 10041"/>
                        <a:gd name="connsiteX1" fmla="*/ 890 w 10001"/>
                        <a:gd name="connsiteY1" fmla="*/ 1575 h 10041"/>
                        <a:gd name="connsiteX2" fmla="*/ 3902 w 10001"/>
                        <a:gd name="connsiteY2" fmla="*/ 993 h 10041"/>
                        <a:gd name="connsiteX3" fmla="*/ 6227 w 10001"/>
                        <a:gd name="connsiteY3" fmla="*/ 0 h 10041"/>
                        <a:gd name="connsiteX4" fmla="*/ 8378 w 10001"/>
                        <a:gd name="connsiteY4" fmla="*/ 996 h 10041"/>
                        <a:gd name="connsiteX5" fmla="*/ 9998 w 10001"/>
                        <a:gd name="connsiteY5" fmla="*/ 5748 h 10041"/>
                        <a:gd name="connsiteX6" fmla="*/ 8721 w 10001"/>
                        <a:gd name="connsiteY6" fmla="*/ 9207 h 10041"/>
                        <a:gd name="connsiteX7" fmla="*/ 5449 w 10001"/>
                        <a:gd name="connsiteY7" fmla="*/ 9790 h 10041"/>
                        <a:gd name="connsiteX8" fmla="*/ 3914 w 10001"/>
                        <a:gd name="connsiteY8" fmla="*/ 9895 h 10041"/>
                        <a:gd name="connsiteX9" fmla="*/ 2716 w 10001"/>
                        <a:gd name="connsiteY9" fmla="*/ 7797 h 10041"/>
                        <a:gd name="connsiteX10" fmla="*/ 1479 w 10001"/>
                        <a:gd name="connsiteY10" fmla="*/ 7402 h 10041"/>
                        <a:gd name="connsiteX11" fmla="*/ 4 w 10001"/>
                        <a:gd name="connsiteY11" fmla="*/ 3989 h 10041"/>
                        <a:gd name="connsiteX0" fmla="*/ 4 w 10001"/>
                        <a:gd name="connsiteY0" fmla="*/ 3989 h 14825"/>
                        <a:gd name="connsiteX1" fmla="*/ 890 w 10001"/>
                        <a:gd name="connsiteY1" fmla="*/ 1575 h 14825"/>
                        <a:gd name="connsiteX2" fmla="*/ 3902 w 10001"/>
                        <a:gd name="connsiteY2" fmla="*/ 993 h 14825"/>
                        <a:gd name="connsiteX3" fmla="*/ 6227 w 10001"/>
                        <a:gd name="connsiteY3" fmla="*/ 0 h 14825"/>
                        <a:gd name="connsiteX4" fmla="*/ 8378 w 10001"/>
                        <a:gd name="connsiteY4" fmla="*/ 996 h 14825"/>
                        <a:gd name="connsiteX5" fmla="*/ 9998 w 10001"/>
                        <a:gd name="connsiteY5" fmla="*/ 5748 h 14825"/>
                        <a:gd name="connsiteX6" fmla="*/ 8721 w 10001"/>
                        <a:gd name="connsiteY6" fmla="*/ 9207 h 14825"/>
                        <a:gd name="connsiteX7" fmla="*/ 6011 w 10001"/>
                        <a:gd name="connsiteY7" fmla="*/ 14823 h 14825"/>
                        <a:gd name="connsiteX8" fmla="*/ 3914 w 10001"/>
                        <a:gd name="connsiteY8" fmla="*/ 9895 h 14825"/>
                        <a:gd name="connsiteX9" fmla="*/ 2716 w 10001"/>
                        <a:gd name="connsiteY9" fmla="*/ 7797 h 14825"/>
                        <a:gd name="connsiteX10" fmla="*/ 1479 w 10001"/>
                        <a:gd name="connsiteY10" fmla="*/ 7402 h 14825"/>
                        <a:gd name="connsiteX11" fmla="*/ 4 w 10001"/>
                        <a:gd name="connsiteY11" fmla="*/ 3989 h 14825"/>
                        <a:gd name="connsiteX0" fmla="*/ 4 w 10001"/>
                        <a:gd name="connsiteY0" fmla="*/ 7436 h 18272"/>
                        <a:gd name="connsiteX1" fmla="*/ 890 w 10001"/>
                        <a:gd name="connsiteY1" fmla="*/ 5022 h 18272"/>
                        <a:gd name="connsiteX2" fmla="*/ 3902 w 10001"/>
                        <a:gd name="connsiteY2" fmla="*/ 4440 h 18272"/>
                        <a:gd name="connsiteX3" fmla="*/ 6026 w 10001"/>
                        <a:gd name="connsiteY3" fmla="*/ 0 h 18272"/>
                        <a:gd name="connsiteX4" fmla="*/ 8378 w 10001"/>
                        <a:gd name="connsiteY4" fmla="*/ 4443 h 18272"/>
                        <a:gd name="connsiteX5" fmla="*/ 9998 w 10001"/>
                        <a:gd name="connsiteY5" fmla="*/ 9195 h 18272"/>
                        <a:gd name="connsiteX6" fmla="*/ 8721 w 10001"/>
                        <a:gd name="connsiteY6" fmla="*/ 12654 h 18272"/>
                        <a:gd name="connsiteX7" fmla="*/ 6011 w 10001"/>
                        <a:gd name="connsiteY7" fmla="*/ 18270 h 18272"/>
                        <a:gd name="connsiteX8" fmla="*/ 3914 w 10001"/>
                        <a:gd name="connsiteY8" fmla="*/ 13342 h 18272"/>
                        <a:gd name="connsiteX9" fmla="*/ 2716 w 10001"/>
                        <a:gd name="connsiteY9" fmla="*/ 11244 h 18272"/>
                        <a:gd name="connsiteX10" fmla="*/ 1479 w 10001"/>
                        <a:gd name="connsiteY10" fmla="*/ 10849 h 18272"/>
                        <a:gd name="connsiteX11" fmla="*/ 4 w 10001"/>
                        <a:gd name="connsiteY11" fmla="*/ 7436 h 18272"/>
                        <a:gd name="connsiteX0" fmla="*/ 1 w 9998"/>
                        <a:gd name="connsiteY0" fmla="*/ 7436 h 18272"/>
                        <a:gd name="connsiteX1" fmla="*/ 3899 w 9998"/>
                        <a:gd name="connsiteY1" fmla="*/ 4440 h 18272"/>
                        <a:gd name="connsiteX2" fmla="*/ 6023 w 9998"/>
                        <a:gd name="connsiteY2" fmla="*/ 0 h 18272"/>
                        <a:gd name="connsiteX3" fmla="*/ 8375 w 9998"/>
                        <a:gd name="connsiteY3" fmla="*/ 4443 h 18272"/>
                        <a:gd name="connsiteX4" fmla="*/ 9995 w 9998"/>
                        <a:gd name="connsiteY4" fmla="*/ 9195 h 18272"/>
                        <a:gd name="connsiteX5" fmla="*/ 8718 w 9998"/>
                        <a:gd name="connsiteY5" fmla="*/ 12654 h 18272"/>
                        <a:gd name="connsiteX6" fmla="*/ 6008 w 9998"/>
                        <a:gd name="connsiteY6" fmla="*/ 18270 h 18272"/>
                        <a:gd name="connsiteX7" fmla="*/ 3911 w 9998"/>
                        <a:gd name="connsiteY7" fmla="*/ 13342 h 18272"/>
                        <a:gd name="connsiteX8" fmla="*/ 2713 w 9998"/>
                        <a:gd name="connsiteY8" fmla="*/ 11244 h 18272"/>
                        <a:gd name="connsiteX9" fmla="*/ 1476 w 9998"/>
                        <a:gd name="connsiteY9" fmla="*/ 10849 h 18272"/>
                        <a:gd name="connsiteX10" fmla="*/ 1 w 9998"/>
                        <a:gd name="connsiteY10" fmla="*/ 7436 h 18272"/>
                        <a:gd name="connsiteX0" fmla="*/ 35 w 8559"/>
                        <a:gd name="connsiteY0" fmla="*/ 5938 h 10000"/>
                        <a:gd name="connsiteX1" fmla="*/ 2459 w 8559"/>
                        <a:gd name="connsiteY1" fmla="*/ 2430 h 10000"/>
                        <a:gd name="connsiteX2" fmla="*/ 4583 w 8559"/>
                        <a:gd name="connsiteY2" fmla="*/ 0 h 10000"/>
                        <a:gd name="connsiteX3" fmla="*/ 6936 w 8559"/>
                        <a:gd name="connsiteY3" fmla="*/ 2432 h 10000"/>
                        <a:gd name="connsiteX4" fmla="*/ 8556 w 8559"/>
                        <a:gd name="connsiteY4" fmla="*/ 5032 h 10000"/>
                        <a:gd name="connsiteX5" fmla="*/ 7279 w 8559"/>
                        <a:gd name="connsiteY5" fmla="*/ 6925 h 10000"/>
                        <a:gd name="connsiteX6" fmla="*/ 4568 w 8559"/>
                        <a:gd name="connsiteY6" fmla="*/ 9999 h 10000"/>
                        <a:gd name="connsiteX7" fmla="*/ 2471 w 8559"/>
                        <a:gd name="connsiteY7" fmla="*/ 7302 h 10000"/>
                        <a:gd name="connsiteX8" fmla="*/ 1273 w 8559"/>
                        <a:gd name="connsiteY8" fmla="*/ 6154 h 10000"/>
                        <a:gd name="connsiteX9" fmla="*/ 35 w 8559"/>
                        <a:gd name="connsiteY9" fmla="*/ 5938 h 10000"/>
                        <a:gd name="connsiteX0" fmla="*/ 49 w 9820"/>
                        <a:gd name="connsiteY0" fmla="*/ 4655 h 10000"/>
                        <a:gd name="connsiteX1" fmla="*/ 2693 w 9820"/>
                        <a:gd name="connsiteY1" fmla="*/ 2430 h 10000"/>
                        <a:gd name="connsiteX2" fmla="*/ 5175 w 9820"/>
                        <a:gd name="connsiteY2" fmla="*/ 0 h 10000"/>
                        <a:gd name="connsiteX3" fmla="*/ 7924 w 9820"/>
                        <a:gd name="connsiteY3" fmla="*/ 2432 h 10000"/>
                        <a:gd name="connsiteX4" fmla="*/ 9816 w 9820"/>
                        <a:gd name="connsiteY4" fmla="*/ 5032 h 10000"/>
                        <a:gd name="connsiteX5" fmla="*/ 8324 w 9820"/>
                        <a:gd name="connsiteY5" fmla="*/ 6925 h 10000"/>
                        <a:gd name="connsiteX6" fmla="*/ 5157 w 9820"/>
                        <a:gd name="connsiteY6" fmla="*/ 9999 h 10000"/>
                        <a:gd name="connsiteX7" fmla="*/ 2707 w 9820"/>
                        <a:gd name="connsiteY7" fmla="*/ 7302 h 10000"/>
                        <a:gd name="connsiteX8" fmla="*/ 1307 w 9820"/>
                        <a:gd name="connsiteY8" fmla="*/ 6154 h 10000"/>
                        <a:gd name="connsiteX9" fmla="*/ 49 w 9820"/>
                        <a:gd name="connsiteY9" fmla="*/ 4655 h 10000"/>
                        <a:gd name="connsiteX0" fmla="*/ 45 w 9995"/>
                        <a:gd name="connsiteY0" fmla="*/ 4655 h 10000"/>
                        <a:gd name="connsiteX1" fmla="*/ 2737 w 9995"/>
                        <a:gd name="connsiteY1" fmla="*/ 2430 h 10000"/>
                        <a:gd name="connsiteX2" fmla="*/ 5265 w 9995"/>
                        <a:gd name="connsiteY2" fmla="*/ 0 h 10000"/>
                        <a:gd name="connsiteX3" fmla="*/ 8064 w 9995"/>
                        <a:gd name="connsiteY3" fmla="*/ 2432 h 10000"/>
                        <a:gd name="connsiteX4" fmla="*/ 9991 w 9995"/>
                        <a:gd name="connsiteY4" fmla="*/ 5032 h 10000"/>
                        <a:gd name="connsiteX5" fmla="*/ 8472 w 9995"/>
                        <a:gd name="connsiteY5" fmla="*/ 6925 h 10000"/>
                        <a:gd name="connsiteX6" fmla="*/ 5247 w 9995"/>
                        <a:gd name="connsiteY6" fmla="*/ 9999 h 10000"/>
                        <a:gd name="connsiteX7" fmla="*/ 2752 w 9995"/>
                        <a:gd name="connsiteY7" fmla="*/ 7302 h 10000"/>
                        <a:gd name="connsiteX8" fmla="*/ 1374 w 9995"/>
                        <a:gd name="connsiteY8" fmla="*/ 6984 h 10000"/>
                        <a:gd name="connsiteX9" fmla="*/ 45 w 9995"/>
                        <a:gd name="connsiteY9" fmla="*/ 4655 h 10000"/>
                        <a:gd name="connsiteX0" fmla="*/ 45 w 10000"/>
                        <a:gd name="connsiteY0" fmla="*/ 5032 h 10377"/>
                        <a:gd name="connsiteX1" fmla="*/ 2738 w 10000"/>
                        <a:gd name="connsiteY1" fmla="*/ 2807 h 10377"/>
                        <a:gd name="connsiteX2" fmla="*/ 4886 w 10000"/>
                        <a:gd name="connsiteY2" fmla="*/ 0 h 10377"/>
                        <a:gd name="connsiteX3" fmla="*/ 8068 w 10000"/>
                        <a:gd name="connsiteY3" fmla="*/ 2809 h 10377"/>
                        <a:gd name="connsiteX4" fmla="*/ 9996 w 10000"/>
                        <a:gd name="connsiteY4" fmla="*/ 5409 h 10377"/>
                        <a:gd name="connsiteX5" fmla="*/ 8476 w 10000"/>
                        <a:gd name="connsiteY5" fmla="*/ 7302 h 10377"/>
                        <a:gd name="connsiteX6" fmla="*/ 5250 w 10000"/>
                        <a:gd name="connsiteY6" fmla="*/ 10376 h 10377"/>
                        <a:gd name="connsiteX7" fmla="*/ 2753 w 10000"/>
                        <a:gd name="connsiteY7" fmla="*/ 7679 h 10377"/>
                        <a:gd name="connsiteX8" fmla="*/ 1375 w 10000"/>
                        <a:gd name="connsiteY8" fmla="*/ 7361 h 10377"/>
                        <a:gd name="connsiteX9" fmla="*/ 45 w 10000"/>
                        <a:gd name="connsiteY9" fmla="*/ 5032 h 10377"/>
                        <a:gd name="connsiteX0" fmla="*/ 45 w 10000"/>
                        <a:gd name="connsiteY0" fmla="*/ 5036 h 10381"/>
                        <a:gd name="connsiteX1" fmla="*/ 2738 w 10000"/>
                        <a:gd name="connsiteY1" fmla="*/ 2811 h 10381"/>
                        <a:gd name="connsiteX2" fmla="*/ 4886 w 10000"/>
                        <a:gd name="connsiteY2" fmla="*/ 4 h 10381"/>
                        <a:gd name="connsiteX3" fmla="*/ 8068 w 10000"/>
                        <a:gd name="connsiteY3" fmla="*/ 2813 h 10381"/>
                        <a:gd name="connsiteX4" fmla="*/ 9996 w 10000"/>
                        <a:gd name="connsiteY4" fmla="*/ 5413 h 10381"/>
                        <a:gd name="connsiteX5" fmla="*/ 8476 w 10000"/>
                        <a:gd name="connsiteY5" fmla="*/ 7306 h 10381"/>
                        <a:gd name="connsiteX6" fmla="*/ 5250 w 10000"/>
                        <a:gd name="connsiteY6" fmla="*/ 10380 h 10381"/>
                        <a:gd name="connsiteX7" fmla="*/ 2753 w 10000"/>
                        <a:gd name="connsiteY7" fmla="*/ 7683 h 10381"/>
                        <a:gd name="connsiteX8" fmla="*/ 1375 w 10000"/>
                        <a:gd name="connsiteY8" fmla="*/ 7365 h 10381"/>
                        <a:gd name="connsiteX9" fmla="*/ 45 w 10000"/>
                        <a:gd name="connsiteY9" fmla="*/ 5036 h 10381"/>
                        <a:gd name="connsiteX0" fmla="*/ 45 w 10000"/>
                        <a:gd name="connsiteY0" fmla="*/ 5036 h 10796"/>
                        <a:gd name="connsiteX1" fmla="*/ 2738 w 10000"/>
                        <a:gd name="connsiteY1" fmla="*/ 2811 h 10796"/>
                        <a:gd name="connsiteX2" fmla="*/ 4886 w 10000"/>
                        <a:gd name="connsiteY2" fmla="*/ 4 h 10796"/>
                        <a:gd name="connsiteX3" fmla="*/ 8068 w 10000"/>
                        <a:gd name="connsiteY3" fmla="*/ 2813 h 10796"/>
                        <a:gd name="connsiteX4" fmla="*/ 9996 w 10000"/>
                        <a:gd name="connsiteY4" fmla="*/ 5413 h 10796"/>
                        <a:gd name="connsiteX5" fmla="*/ 8476 w 10000"/>
                        <a:gd name="connsiteY5" fmla="*/ 7306 h 10796"/>
                        <a:gd name="connsiteX6" fmla="*/ 5202 w 10000"/>
                        <a:gd name="connsiteY6" fmla="*/ 10795 h 10796"/>
                        <a:gd name="connsiteX7" fmla="*/ 2753 w 10000"/>
                        <a:gd name="connsiteY7" fmla="*/ 7683 h 10796"/>
                        <a:gd name="connsiteX8" fmla="*/ 1375 w 10000"/>
                        <a:gd name="connsiteY8" fmla="*/ 7365 h 10796"/>
                        <a:gd name="connsiteX9" fmla="*/ 45 w 10000"/>
                        <a:gd name="connsiteY9" fmla="*/ 5036 h 10796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000" h="10795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grpSp>
                  <p:nvGrpSpPr>
                    <p:cNvPr id="383" name="Group 382">
                      <a:extLst>
                        <a:ext uri="{FF2B5EF4-FFF2-40B4-BE49-F238E27FC236}">
                          <a16:creationId xmlns:a16="http://schemas.microsoft.com/office/drawing/2014/main" id="{5BDEBA52-B2AE-C249-B4E1-A1EA5438664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384" name="Group 383">
                        <a:extLst>
                          <a:ext uri="{FF2B5EF4-FFF2-40B4-BE49-F238E27FC236}">
                            <a16:creationId xmlns:a16="http://schemas.microsoft.com/office/drawing/2014/main" id="{3AC0C204-2B48-AC4E-A396-049FBC6756C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431" name="Group 327">
                          <a:extLst>
                            <a:ext uri="{FF2B5EF4-FFF2-40B4-BE49-F238E27FC236}">
                              <a16:creationId xmlns:a16="http://schemas.microsoft.com/office/drawing/2014/main" id="{E8BC624A-2794-404A-9871-CDAC172056FC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435" name="Oval 434">
                            <a:extLst>
                              <a:ext uri="{FF2B5EF4-FFF2-40B4-BE49-F238E27FC236}">
                                <a16:creationId xmlns:a16="http://schemas.microsoft.com/office/drawing/2014/main" id="{0F604F89-DD7D-A045-BAD3-BC0FEE5E57D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36" name="Rectangle 435">
                            <a:extLst>
                              <a:ext uri="{FF2B5EF4-FFF2-40B4-BE49-F238E27FC236}">
                                <a16:creationId xmlns:a16="http://schemas.microsoft.com/office/drawing/2014/main" id="{9827A131-2F59-A34C-9AE3-85E42F0DCC0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37" name="Oval 436">
                            <a:extLst>
                              <a:ext uri="{FF2B5EF4-FFF2-40B4-BE49-F238E27FC236}">
                                <a16:creationId xmlns:a16="http://schemas.microsoft.com/office/drawing/2014/main" id="{0C6DC914-779E-5242-821C-14DADB3D08B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38" name="Freeform 437">
                            <a:extLst>
                              <a:ext uri="{FF2B5EF4-FFF2-40B4-BE49-F238E27FC236}">
                                <a16:creationId xmlns:a16="http://schemas.microsoft.com/office/drawing/2014/main" id="{2F342371-6C85-3742-9DED-DAE6130F816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39" name="Freeform 438">
                            <a:extLst>
                              <a:ext uri="{FF2B5EF4-FFF2-40B4-BE49-F238E27FC236}">
                                <a16:creationId xmlns:a16="http://schemas.microsoft.com/office/drawing/2014/main" id="{D4644009-EC8B-F847-A36B-128CBA181D9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40" name="Freeform 439">
                            <a:extLst>
                              <a:ext uri="{FF2B5EF4-FFF2-40B4-BE49-F238E27FC236}">
                                <a16:creationId xmlns:a16="http://schemas.microsoft.com/office/drawing/2014/main" id="{17CA9A1B-B7B6-9845-8DF4-B2275030ECB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41" name="Freeform 440">
                            <a:extLst>
                              <a:ext uri="{FF2B5EF4-FFF2-40B4-BE49-F238E27FC236}">
                                <a16:creationId xmlns:a16="http://schemas.microsoft.com/office/drawing/2014/main" id="{ACE63F56-80B5-204F-90A2-8DAD52431FE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442" name="Straight Connector 441">
                            <a:extLst>
                              <a:ext uri="{FF2B5EF4-FFF2-40B4-BE49-F238E27FC236}">
                                <a16:creationId xmlns:a16="http://schemas.microsoft.com/office/drawing/2014/main" id="{ED95AA96-123A-1A43-8D1D-A05D32BEF70D}"/>
                              </a:ext>
                            </a:extLst>
                          </p:cNvPr>
                          <p:cNvCxnSpPr>
                            <a:endCxn id="437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443" name="Straight Connector 442">
                            <a:extLst>
                              <a:ext uri="{FF2B5EF4-FFF2-40B4-BE49-F238E27FC236}">
                                <a16:creationId xmlns:a16="http://schemas.microsoft.com/office/drawing/2014/main" id="{A2B69F17-16A9-1444-ABE7-3EC6094FFB56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432" name="Group 431">
                          <a:extLst>
                            <a:ext uri="{FF2B5EF4-FFF2-40B4-BE49-F238E27FC236}">
                              <a16:creationId xmlns:a16="http://schemas.microsoft.com/office/drawing/2014/main" id="{1589E35C-1627-3344-8D4D-6F8581BFE0D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433" name="Oval 432">
                            <a:extLst>
                              <a:ext uri="{FF2B5EF4-FFF2-40B4-BE49-F238E27FC236}">
                                <a16:creationId xmlns:a16="http://schemas.microsoft.com/office/drawing/2014/main" id="{A3138503-1D2C-6D4E-A5B3-A54E769C81F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34" name="TextBox 433">
                            <a:extLst>
                              <a:ext uri="{FF2B5EF4-FFF2-40B4-BE49-F238E27FC236}">
                                <a16:creationId xmlns:a16="http://schemas.microsoft.com/office/drawing/2014/main" id="{E3EF62D6-4FBE-AB47-AB76-AE3F2CE79468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1b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385" name="Group 384">
                        <a:extLst>
                          <a:ext uri="{FF2B5EF4-FFF2-40B4-BE49-F238E27FC236}">
                            <a16:creationId xmlns:a16="http://schemas.microsoft.com/office/drawing/2014/main" id="{1E55935A-5B0A-FE4E-99A2-D8E7E254FB1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418" name="Group 327">
                          <a:extLst>
                            <a:ext uri="{FF2B5EF4-FFF2-40B4-BE49-F238E27FC236}">
                              <a16:creationId xmlns:a16="http://schemas.microsoft.com/office/drawing/2014/main" id="{DEF1C0C5-9451-4F4C-94CF-C202129105E8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422" name="Oval 421">
                            <a:extLst>
                              <a:ext uri="{FF2B5EF4-FFF2-40B4-BE49-F238E27FC236}">
                                <a16:creationId xmlns:a16="http://schemas.microsoft.com/office/drawing/2014/main" id="{F11C5FA4-D940-8243-BCF2-FABEDD3B3E8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23" name="Rectangle 422">
                            <a:extLst>
                              <a:ext uri="{FF2B5EF4-FFF2-40B4-BE49-F238E27FC236}">
                                <a16:creationId xmlns:a16="http://schemas.microsoft.com/office/drawing/2014/main" id="{1043D97B-B3FA-C641-8E63-1BBE28A3555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24" name="Oval 423">
                            <a:extLst>
                              <a:ext uri="{FF2B5EF4-FFF2-40B4-BE49-F238E27FC236}">
                                <a16:creationId xmlns:a16="http://schemas.microsoft.com/office/drawing/2014/main" id="{390272B7-C7A3-5B41-94CF-25024E0B8E6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25" name="Freeform 424">
                            <a:extLst>
                              <a:ext uri="{FF2B5EF4-FFF2-40B4-BE49-F238E27FC236}">
                                <a16:creationId xmlns:a16="http://schemas.microsoft.com/office/drawing/2014/main" id="{BE4118E9-D687-DD4E-BE70-1FC7947EF0A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26" name="Freeform 425">
                            <a:extLst>
                              <a:ext uri="{FF2B5EF4-FFF2-40B4-BE49-F238E27FC236}">
                                <a16:creationId xmlns:a16="http://schemas.microsoft.com/office/drawing/2014/main" id="{FBACD517-9531-A64C-9DB7-12D72129163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27" name="Freeform 426">
                            <a:extLst>
                              <a:ext uri="{FF2B5EF4-FFF2-40B4-BE49-F238E27FC236}">
                                <a16:creationId xmlns:a16="http://schemas.microsoft.com/office/drawing/2014/main" id="{11675EED-9A93-C142-83E1-9FD24FE6110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28" name="Freeform 427">
                            <a:extLst>
                              <a:ext uri="{FF2B5EF4-FFF2-40B4-BE49-F238E27FC236}">
                                <a16:creationId xmlns:a16="http://schemas.microsoft.com/office/drawing/2014/main" id="{50FE7B61-4724-BB48-8CA2-C94A3D4E961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429" name="Straight Connector 428">
                            <a:extLst>
                              <a:ext uri="{FF2B5EF4-FFF2-40B4-BE49-F238E27FC236}">
                                <a16:creationId xmlns:a16="http://schemas.microsoft.com/office/drawing/2014/main" id="{A0B7C404-0D5D-AB4D-99BB-4E3E117D4D84}"/>
                              </a:ext>
                            </a:extLst>
                          </p:cNvPr>
                          <p:cNvCxnSpPr>
                            <a:endCxn id="424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430" name="Straight Connector 429">
                            <a:extLst>
                              <a:ext uri="{FF2B5EF4-FFF2-40B4-BE49-F238E27FC236}">
                                <a16:creationId xmlns:a16="http://schemas.microsoft.com/office/drawing/2014/main" id="{45B743E2-CDB9-1B4D-8B0F-CDB27E3E657E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419" name="Group 418">
                          <a:extLst>
                            <a:ext uri="{FF2B5EF4-FFF2-40B4-BE49-F238E27FC236}">
                              <a16:creationId xmlns:a16="http://schemas.microsoft.com/office/drawing/2014/main" id="{D4D9B8F6-1D1C-EB42-B66E-1861DABD910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420" name="Oval 419">
                            <a:extLst>
                              <a:ext uri="{FF2B5EF4-FFF2-40B4-BE49-F238E27FC236}">
                                <a16:creationId xmlns:a16="http://schemas.microsoft.com/office/drawing/2014/main" id="{45636873-8949-C64E-B8AC-D659456BD43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21" name="TextBox 420">
                            <a:extLst>
                              <a:ext uri="{FF2B5EF4-FFF2-40B4-BE49-F238E27FC236}">
                                <a16:creationId xmlns:a16="http://schemas.microsoft.com/office/drawing/2014/main" id="{1E3661C3-F545-8248-A65C-8765C235CF9A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1d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386" name="Group 385">
                        <a:extLst>
                          <a:ext uri="{FF2B5EF4-FFF2-40B4-BE49-F238E27FC236}">
                            <a16:creationId xmlns:a16="http://schemas.microsoft.com/office/drawing/2014/main" id="{E1D20916-4852-3F44-A035-3C94996D387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405" name="Group 327">
                          <a:extLst>
                            <a:ext uri="{FF2B5EF4-FFF2-40B4-BE49-F238E27FC236}">
                              <a16:creationId xmlns:a16="http://schemas.microsoft.com/office/drawing/2014/main" id="{5927A8F5-BEE8-C747-BE07-13461F8200B6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409" name="Oval 408">
                            <a:extLst>
                              <a:ext uri="{FF2B5EF4-FFF2-40B4-BE49-F238E27FC236}">
                                <a16:creationId xmlns:a16="http://schemas.microsoft.com/office/drawing/2014/main" id="{3A77506B-029D-F741-9106-2D0BDFAA8FC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10" name="Rectangle 409">
                            <a:extLst>
                              <a:ext uri="{FF2B5EF4-FFF2-40B4-BE49-F238E27FC236}">
                                <a16:creationId xmlns:a16="http://schemas.microsoft.com/office/drawing/2014/main" id="{5B7A8252-00ED-EE41-BC3F-4B29A5DC657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11" name="Oval 410">
                            <a:extLst>
                              <a:ext uri="{FF2B5EF4-FFF2-40B4-BE49-F238E27FC236}">
                                <a16:creationId xmlns:a16="http://schemas.microsoft.com/office/drawing/2014/main" id="{B0BF4CE9-FD63-C842-A605-86FE5AA2434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12" name="Freeform 411">
                            <a:extLst>
                              <a:ext uri="{FF2B5EF4-FFF2-40B4-BE49-F238E27FC236}">
                                <a16:creationId xmlns:a16="http://schemas.microsoft.com/office/drawing/2014/main" id="{093DE816-A834-344B-A35C-53AEDBC3ECD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13" name="Freeform 412">
                            <a:extLst>
                              <a:ext uri="{FF2B5EF4-FFF2-40B4-BE49-F238E27FC236}">
                                <a16:creationId xmlns:a16="http://schemas.microsoft.com/office/drawing/2014/main" id="{C7091647-4973-6947-BB99-37777F8F655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14" name="Freeform 413">
                            <a:extLst>
                              <a:ext uri="{FF2B5EF4-FFF2-40B4-BE49-F238E27FC236}">
                                <a16:creationId xmlns:a16="http://schemas.microsoft.com/office/drawing/2014/main" id="{2A9361F8-200B-E444-8DE8-C416151A979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15" name="Freeform 414">
                            <a:extLst>
                              <a:ext uri="{FF2B5EF4-FFF2-40B4-BE49-F238E27FC236}">
                                <a16:creationId xmlns:a16="http://schemas.microsoft.com/office/drawing/2014/main" id="{36722064-1EFB-0C46-8683-19449CE963D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416" name="Straight Connector 415">
                            <a:extLst>
                              <a:ext uri="{FF2B5EF4-FFF2-40B4-BE49-F238E27FC236}">
                                <a16:creationId xmlns:a16="http://schemas.microsoft.com/office/drawing/2014/main" id="{0089421A-D8EB-0245-AAC3-98CEA2438B41}"/>
                              </a:ext>
                            </a:extLst>
                          </p:cNvPr>
                          <p:cNvCxnSpPr>
                            <a:endCxn id="411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417" name="Straight Connector 416">
                            <a:extLst>
                              <a:ext uri="{FF2B5EF4-FFF2-40B4-BE49-F238E27FC236}">
                                <a16:creationId xmlns:a16="http://schemas.microsoft.com/office/drawing/2014/main" id="{0FEF70FB-C7B5-824A-ACC5-EFEF26372987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406" name="Group 405">
                          <a:extLst>
                            <a:ext uri="{FF2B5EF4-FFF2-40B4-BE49-F238E27FC236}">
                              <a16:creationId xmlns:a16="http://schemas.microsoft.com/office/drawing/2014/main" id="{CC53F093-34E0-AD44-AAAC-E81D1710459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407" name="Oval 406">
                            <a:extLst>
                              <a:ext uri="{FF2B5EF4-FFF2-40B4-BE49-F238E27FC236}">
                                <a16:creationId xmlns:a16="http://schemas.microsoft.com/office/drawing/2014/main" id="{71EEFB54-B047-B04C-8E06-E12B839F070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08" name="TextBox 407">
                            <a:extLst>
                              <a:ext uri="{FF2B5EF4-FFF2-40B4-BE49-F238E27FC236}">
                                <a16:creationId xmlns:a16="http://schemas.microsoft.com/office/drawing/2014/main" id="{41045F33-103E-394D-8CDC-466F17D0530E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1c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387" name="Group 386">
                        <a:extLst>
                          <a:ext uri="{FF2B5EF4-FFF2-40B4-BE49-F238E27FC236}">
                            <a16:creationId xmlns:a16="http://schemas.microsoft.com/office/drawing/2014/main" id="{CF9FAB3E-89D0-E141-A8FA-54F95FB9143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392" name="Group 327">
                          <a:extLst>
                            <a:ext uri="{FF2B5EF4-FFF2-40B4-BE49-F238E27FC236}">
                              <a16:creationId xmlns:a16="http://schemas.microsoft.com/office/drawing/2014/main" id="{EF1D9DAA-152F-3B43-A5E6-5832E4693684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396" name="Oval 395">
                            <a:extLst>
                              <a:ext uri="{FF2B5EF4-FFF2-40B4-BE49-F238E27FC236}">
                                <a16:creationId xmlns:a16="http://schemas.microsoft.com/office/drawing/2014/main" id="{7D4F535B-8429-F641-B6A0-346953CBA37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397" name="Rectangle 396">
                            <a:extLst>
                              <a:ext uri="{FF2B5EF4-FFF2-40B4-BE49-F238E27FC236}">
                                <a16:creationId xmlns:a16="http://schemas.microsoft.com/office/drawing/2014/main" id="{41766DC7-3FA8-5240-A389-76F4A17894D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398" name="Oval 397">
                            <a:extLst>
                              <a:ext uri="{FF2B5EF4-FFF2-40B4-BE49-F238E27FC236}">
                                <a16:creationId xmlns:a16="http://schemas.microsoft.com/office/drawing/2014/main" id="{5F4EAFA3-31D1-3444-B1D3-53FD0EF8E3F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399" name="Freeform 398">
                            <a:extLst>
                              <a:ext uri="{FF2B5EF4-FFF2-40B4-BE49-F238E27FC236}">
                                <a16:creationId xmlns:a16="http://schemas.microsoft.com/office/drawing/2014/main" id="{152902E8-334A-2B42-9BA6-AF188C53F52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00" name="Freeform 399">
                            <a:extLst>
                              <a:ext uri="{FF2B5EF4-FFF2-40B4-BE49-F238E27FC236}">
                                <a16:creationId xmlns:a16="http://schemas.microsoft.com/office/drawing/2014/main" id="{4DC2C0EF-9A47-6247-B211-492C383FB3D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01" name="Freeform 400">
                            <a:extLst>
                              <a:ext uri="{FF2B5EF4-FFF2-40B4-BE49-F238E27FC236}">
                                <a16:creationId xmlns:a16="http://schemas.microsoft.com/office/drawing/2014/main" id="{32FC7147-0118-BE4F-8F42-5C778952840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02" name="Freeform 401">
                            <a:extLst>
                              <a:ext uri="{FF2B5EF4-FFF2-40B4-BE49-F238E27FC236}">
                                <a16:creationId xmlns:a16="http://schemas.microsoft.com/office/drawing/2014/main" id="{AFDECA8E-8DAC-AF4F-A7A8-9F326DB99B3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403" name="Straight Connector 402">
                            <a:extLst>
                              <a:ext uri="{FF2B5EF4-FFF2-40B4-BE49-F238E27FC236}">
                                <a16:creationId xmlns:a16="http://schemas.microsoft.com/office/drawing/2014/main" id="{9FF59317-BCD5-D042-8296-2B2D746766D3}"/>
                              </a:ext>
                            </a:extLst>
                          </p:cNvPr>
                          <p:cNvCxnSpPr>
                            <a:endCxn id="398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404" name="Straight Connector 403">
                            <a:extLst>
                              <a:ext uri="{FF2B5EF4-FFF2-40B4-BE49-F238E27FC236}">
                                <a16:creationId xmlns:a16="http://schemas.microsoft.com/office/drawing/2014/main" id="{3DCFF513-F1EC-864D-8830-1468ED1B523E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393" name="Group 392">
                          <a:extLst>
                            <a:ext uri="{FF2B5EF4-FFF2-40B4-BE49-F238E27FC236}">
                              <a16:creationId xmlns:a16="http://schemas.microsoft.com/office/drawing/2014/main" id="{886C351E-30BA-DF49-A85F-DD9707A366B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394" name="Oval 393">
                            <a:extLst>
                              <a:ext uri="{FF2B5EF4-FFF2-40B4-BE49-F238E27FC236}">
                                <a16:creationId xmlns:a16="http://schemas.microsoft.com/office/drawing/2014/main" id="{D4B291B3-1CC1-B94F-B091-84A1939A53A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395" name="TextBox 394">
                            <a:extLst>
                              <a:ext uri="{FF2B5EF4-FFF2-40B4-BE49-F238E27FC236}">
                                <a16:creationId xmlns:a16="http://schemas.microsoft.com/office/drawing/2014/main" id="{B03C5213-0B5E-8743-8495-AB951B1DED80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1a</a:t>
                            </a:r>
                          </a:p>
                        </p:txBody>
                      </p:sp>
                    </p:grpSp>
                  </p:grpSp>
                  <p:cxnSp>
                    <p:nvCxnSpPr>
                      <p:cNvPr id="388" name="Straight Connector 387">
                        <a:extLst>
                          <a:ext uri="{FF2B5EF4-FFF2-40B4-BE49-F238E27FC236}">
                            <a16:creationId xmlns:a16="http://schemas.microsoft.com/office/drawing/2014/main" id="{1FAD6D31-07E5-6C4A-B4E5-D06E206DB0C1}"/>
                          </a:ext>
                        </a:extLst>
                      </p:cNvPr>
                      <p:cNvCxnSpPr>
                        <a:stCxn id="435" idx="7"/>
                      </p:cNvCxnSpPr>
                      <p:nvPr/>
                    </p:nvCxnSpPr>
                    <p:spPr bwMode="auto">
                      <a:xfrm>
                        <a:off x="2218708" y="3154477"/>
                        <a:ext cx="480042" cy="36977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389" name="Straight Connector 388">
                        <a:extLst>
                          <a:ext uri="{FF2B5EF4-FFF2-40B4-BE49-F238E27FC236}">
                            <a16:creationId xmlns:a16="http://schemas.microsoft.com/office/drawing/2014/main" id="{84D21707-F898-DA49-ADF6-D789CB7063B5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300073" y="3786304"/>
                        <a:ext cx="477927" cy="357071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390" name="Straight Connector 389">
                        <a:extLst>
                          <a:ext uri="{FF2B5EF4-FFF2-40B4-BE49-F238E27FC236}">
                            <a16:creationId xmlns:a16="http://schemas.microsoft.com/office/drawing/2014/main" id="{3175D0AB-5DDF-E944-BC89-7F96A181FECD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2196042" y="3783542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391" name="Straight Connector 390">
                        <a:extLst>
                          <a:ext uri="{FF2B5EF4-FFF2-40B4-BE49-F238E27FC236}">
                            <a16:creationId xmlns:a16="http://schemas.microsoft.com/office/drawing/2014/main" id="{910A80D2-6B7C-3244-9790-5492E4C5AD6A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1287553" y="3166946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</p:grpSp>
              <p:sp>
                <p:nvSpPr>
                  <p:cNvPr id="380" name="TextBox 379">
                    <a:extLst>
                      <a:ext uri="{FF2B5EF4-FFF2-40B4-BE49-F238E27FC236}">
                        <a16:creationId xmlns:a16="http://schemas.microsoft.com/office/drawing/2014/main" id="{8653EAA8-8A1D-E142-933A-15274733651B}"/>
                      </a:ext>
                    </a:extLst>
                  </p:cNvPr>
                  <p:cNvSpPr txBox="1"/>
                  <p:nvPr/>
                </p:nvSpPr>
                <p:spPr>
                  <a:xfrm>
                    <a:off x="1430686" y="4247082"/>
                    <a:ext cx="75353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2000" dirty="0">
                        <a:solidFill>
                          <a:srgbClr val="000090"/>
                        </a:solidFill>
                        <a:latin typeface="Arial" charset="0"/>
                        <a:ea typeface="ＭＳ Ｐゴシック" charset="0"/>
                      </a:rPr>
                      <a:t>AS 1</a:t>
                    </a:r>
                  </a:p>
                </p:txBody>
              </p:sp>
              <p:cxnSp>
                <p:nvCxnSpPr>
                  <p:cNvPr id="381" name="Straight Connector 380">
                    <a:extLst>
                      <a:ext uri="{FF2B5EF4-FFF2-40B4-BE49-F238E27FC236}">
                        <a16:creationId xmlns:a16="http://schemas.microsoft.com/office/drawing/2014/main" id="{9F8FC446-700F-E64A-81CE-83BA83C51543}"/>
                      </a:ext>
                    </a:extLst>
                  </p:cNvPr>
                  <p:cNvCxnSpPr>
                    <a:cxnSpLocks/>
                    <a:stCxn id="523" idx="1"/>
                  </p:cNvCxnSpPr>
                  <p:nvPr/>
                </p:nvCxnSpPr>
                <p:spPr bwMode="auto">
                  <a:xfrm flipH="1" flipV="1">
                    <a:off x="3848374" y="5024787"/>
                    <a:ext cx="1030666" cy="698992"/>
                  </a:xfrm>
                  <a:prstGeom prst="line">
                    <a:avLst/>
                  </a:prstGeom>
                  <a:solidFill>
                    <a:srgbClr val="00CC99"/>
                  </a:solidFill>
                  <a:ln w="381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</p:grpSp>
            <p:cxnSp>
              <p:nvCxnSpPr>
                <p:cNvPr id="378" name="Straight Connector 377">
                  <a:extLst>
                    <a:ext uri="{FF2B5EF4-FFF2-40B4-BE49-F238E27FC236}">
                      <a16:creationId xmlns:a16="http://schemas.microsoft.com/office/drawing/2014/main" id="{60758C44-1362-5E4A-A82A-1279B011F30E}"/>
                    </a:ext>
                  </a:extLst>
                </p:cNvPr>
                <p:cNvCxnSpPr>
                  <a:cxnSpLocks/>
                  <a:stCxn id="539" idx="5"/>
                  <a:endCxn id="460" idx="1"/>
                </p:cNvCxnSpPr>
                <p:nvPr/>
              </p:nvCxnSpPr>
              <p:spPr bwMode="auto">
                <a:xfrm flipV="1">
                  <a:off x="6957825" y="4543468"/>
                  <a:ext cx="1398778" cy="1062884"/>
                </a:xfrm>
                <a:prstGeom prst="line">
                  <a:avLst/>
                </a:prstGeom>
                <a:solidFill>
                  <a:srgbClr val="00CC99"/>
                </a:solidFill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358" name="Group 357">
                <a:extLst>
                  <a:ext uri="{FF2B5EF4-FFF2-40B4-BE49-F238E27FC236}">
                    <a16:creationId xmlns:a16="http://schemas.microsoft.com/office/drawing/2014/main" id="{115B6435-BC3A-344B-BFFA-7A1AA86CEE5D}"/>
                  </a:ext>
                </a:extLst>
              </p:cNvPr>
              <p:cNvGrpSpPr/>
              <p:nvPr/>
            </p:nvGrpSpPr>
            <p:grpSpPr>
              <a:xfrm>
                <a:off x="9525929" y="4809915"/>
                <a:ext cx="1701734" cy="616172"/>
                <a:chOff x="6935906" y="5482318"/>
                <a:chExt cx="1701734" cy="616172"/>
              </a:xfrm>
            </p:grpSpPr>
            <p:grpSp>
              <p:nvGrpSpPr>
                <p:cNvPr id="359" name="Group 358">
                  <a:extLst>
                    <a:ext uri="{FF2B5EF4-FFF2-40B4-BE49-F238E27FC236}">
                      <a16:creationId xmlns:a16="http://schemas.microsoft.com/office/drawing/2014/main" id="{FE70586D-E550-E647-AD46-064B43BBD151}"/>
                    </a:ext>
                  </a:extLst>
                </p:cNvPr>
                <p:cNvGrpSpPr/>
                <p:nvPr/>
              </p:nvGrpSpPr>
              <p:grpSpPr>
                <a:xfrm>
                  <a:off x="6935906" y="5482318"/>
                  <a:ext cx="1701734" cy="616172"/>
                  <a:chOff x="6808463" y="5108795"/>
                  <a:chExt cx="1701734" cy="616172"/>
                </a:xfrm>
              </p:grpSpPr>
              <p:sp>
                <p:nvSpPr>
                  <p:cNvPr id="361" name="Freeform 2">
                    <a:extLst>
                      <a:ext uri="{FF2B5EF4-FFF2-40B4-BE49-F238E27FC236}">
                        <a16:creationId xmlns:a16="http://schemas.microsoft.com/office/drawing/2014/main" id="{18082CBB-F3E3-724E-95BE-DB64A1600A4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808463" y="5108795"/>
                    <a:ext cx="1701734" cy="616172"/>
                  </a:xfrm>
                  <a:custGeom>
                    <a:avLst/>
                    <a:gdLst>
                      <a:gd name="T0" fmla="*/ 648763 w 10001"/>
                      <a:gd name="T1" fmla="*/ 34777612 h 10125"/>
                      <a:gd name="T2" fmla="*/ 115976403 w 10001"/>
                      <a:gd name="T3" fmla="*/ 13733703 h 10125"/>
                      <a:gd name="T4" fmla="*/ 507700960 w 10001"/>
                      <a:gd name="T5" fmla="*/ 8662125 h 10125"/>
                      <a:gd name="T6" fmla="*/ 810212713 w 10001"/>
                      <a:gd name="T7" fmla="*/ 0 h 10125"/>
                      <a:gd name="T8" fmla="*/ 1090015738 w 10001"/>
                      <a:gd name="T9" fmla="*/ 8687929 h 10125"/>
                      <a:gd name="T10" fmla="*/ 1310938763 w 10001"/>
                      <a:gd name="T11" fmla="*/ 4279362 h 10125"/>
                      <a:gd name="T12" fmla="*/ 1620263134 w 10001"/>
                      <a:gd name="T13" fmla="*/ 25736690 h 10125"/>
                      <a:gd name="T14" fmla="*/ 1394798364 w 10001"/>
                      <a:gd name="T15" fmla="*/ 58525268 h 10125"/>
                      <a:gd name="T16" fmla="*/ 1134622140 w 10001"/>
                      <a:gd name="T17" fmla="*/ 80266624 h 10125"/>
                      <a:gd name="T18" fmla="*/ 860820276 w 10001"/>
                      <a:gd name="T19" fmla="*/ 76142271 h 10125"/>
                      <a:gd name="T20" fmla="*/ 708996782 w 10001"/>
                      <a:gd name="T21" fmla="*/ 85346835 h 10125"/>
                      <a:gd name="T22" fmla="*/ 509322667 w 10001"/>
                      <a:gd name="T23" fmla="*/ 86268164 h 10125"/>
                      <a:gd name="T24" fmla="*/ 353443899 w 10001"/>
                      <a:gd name="T25" fmla="*/ 67979516 h 10125"/>
                      <a:gd name="T26" fmla="*/ 192536914 w 10001"/>
                      <a:gd name="T27" fmla="*/ 64535347 h 10125"/>
                      <a:gd name="T28" fmla="*/ 648763 w 10001"/>
                      <a:gd name="T29" fmla="*/ 34777612 h 1012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connsiteX0" fmla="*/ 4 w 10040"/>
                      <a:gd name="connsiteY0" fmla="*/ 4039 h 10125"/>
                      <a:gd name="connsiteX1" fmla="*/ 715 w 10040"/>
                      <a:gd name="connsiteY1" fmla="*/ 1595 h 10125"/>
                      <a:gd name="connsiteX2" fmla="*/ 3130 w 10040"/>
                      <a:gd name="connsiteY2" fmla="*/ 1006 h 10125"/>
                      <a:gd name="connsiteX3" fmla="*/ 4995 w 10040"/>
                      <a:gd name="connsiteY3" fmla="*/ 0 h 10125"/>
                      <a:gd name="connsiteX4" fmla="*/ 6720 w 10040"/>
                      <a:gd name="connsiteY4" fmla="*/ 1009 h 10125"/>
                      <a:gd name="connsiteX5" fmla="*/ 9989 w 10040"/>
                      <a:gd name="connsiteY5" fmla="*/ 2989 h 10125"/>
                      <a:gd name="connsiteX6" fmla="*/ 8599 w 10040"/>
                      <a:gd name="connsiteY6" fmla="*/ 6797 h 10125"/>
                      <a:gd name="connsiteX7" fmla="*/ 6995 w 10040"/>
                      <a:gd name="connsiteY7" fmla="*/ 9322 h 10125"/>
                      <a:gd name="connsiteX8" fmla="*/ 5307 w 10040"/>
                      <a:gd name="connsiteY8" fmla="*/ 8843 h 10125"/>
                      <a:gd name="connsiteX9" fmla="*/ 4371 w 10040"/>
                      <a:gd name="connsiteY9" fmla="*/ 9912 h 10125"/>
                      <a:gd name="connsiteX10" fmla="*/ 3140 w 10040"/>
                      <a:gd name="connsiteY10" fmla="*/ 10019 h 10125"/>
                      <a:gd name="connsiteX11" fmla="*/ 2179 w 10040"/>
                      <a:gd name="connsiteY11" fmla="*/ 7895 h 10125"/>
                      <a:gd name="connsiteX12" fmla="*/ 1187 w 10040"/>
                      <a:gd name="connsiteY12" fmla="*/ 7495 h 10125"/>
                      <a:gd name="connsiteX13" fmla="*/ 4 w 10040"/>
                      <a:gd name="connsiteY13" fmla="*/ 4039 h 10125"/>
                      <a:gd name="connsiteX0" fmla="*/ 4 w 8600"/>
                      <a:gd name="connsiteY0" fmla="*/ 4042 h 10128"/>
                      <a:gd name="connsiteX1" fmla="*/ 715 w 8600"/>
                      <a:gd name="connsiteY1" fmla="*/ 1598 h 10128"/>
                      <a:gd name="connsiteX2" fmla="*/ 3130 w 8600"/>
                      <a:gd name="connsiteY2" fmla="*/ 1009 h 10128"/>
                      <a:gd name="connsiteX3" fmla="*/ 4995 w 8600"/>
                      <a:gd name="connsiteY3" fmla="*/ 3 h 10128"/>
                      <a:gd name="connsiteX4" fmla="*/ 6720 w 8600"/>
                      <a:gd name="connsiteY4" fmla="*/ 1012 h 10128"/>
                      <a:gd name="connsiteX5" fmla="*/ 8599 w 8600"/>
                      <a:gd name="connsiteY5" fmla="*/ 6800 h 10128"/>
                      <a:gd name="connsiteX6" fmla="*/ 6995 w 8600"/>
                      <a:gd name="connsiteY6" fmla="*/ 9325 h 10128"/>
                      <a:gd name="connsiteX7" fmla="*/ 5307 w 8600"/>
                      <a:gd name="connsiteY7" fmla="*/ 8846 h 10128"/>
                      <a:gd name="connsiteX8" fmla="*/ 4371 w 8600"/>
                      <a:gd name="connsiteY8" fmla="*/ 9915 h 10128"/>
                      <a:gd name="connsiteX9" fmla="*/ 3140 w 8600"/>
                      <a:gd name="connsiteY9" fmla="*/ 10022 h 10128"/>
                      <a:gd name="connsiteX10" fmla="*/ 2179 w 8600"/>
                      <a:gd name="connsiteY10" fmla="*/ 7898 h 10128"/>
                      <a:gd name="connsiteX11" fmla="*/ 1187 w 8600"/>
                      <a:gd name="connsiteY11" fmla="*/ 7498 h 10128"/>
                      <a:gd name="connsiteX12" fmla="*/ 4 w 8600"/>
                      <a:gd name="connsiteY12" fmla="*/ 4042 h 10128"/>
                      <a:gd name="connsiteX0" fmla="*/ 4 w 9326"/>
                      <a:gd name="connsiteY0" fmla="*/ 3988 h 9997"/>
                      <a:gd name="connsiteX1" fmla="*/ 830 w 9326"/>
                      <a:gd name="connsiteY1" fmla="*/ 1575 h 9997"/>
                      <a:gd name="connsiteX2" fmla="*/ 3639 w 9326"/>
                      <a:gd name="connsiteY2" fmla="*/ 993 h 9997"/>
                      <a:gd name="connsiteX3" fmla="*/ 5807 w 9326"/>
                      <a:gd name="connsiteY3" fmla="*/ 0 h 9997"/>
                      <a:gd name="connsiteX4" fmla="*/ 7813 w 9326"/>
                      <a:gd name="connsiteY4" fmla="*/ 996 h 9997"/>
                      <a:gd name="connsiteX5" fmla="*/ 9324 w 9326"/>
                      <a:gd name="connsiteY5" fmla="*/ 5746 h 9997"/>
                      <a:gd name="connsiteX6" fmla="*/ 8133 w 9326"/>
                      <a:gd name="connsiteY6" fmla="*/ 9204 h 9997"/>
                      <a:gd name="connsiteX7" fmla="*/ 6170 w 9326"/>
                      <a:gd name="connsiteY7" fmla="*/ 8731 h 9997"/>
                      <a:gd name="connsiteX8" fmla="*/ 5082 w 9326"/>
                      <a:gd name="connsiteY8" fmla="*/ 9787 h 9997"/>
                      <a:gd name="connsiteX9" fmla="*/ 3650 w 9326"/>
                      <a:gd name="connsiteY9" fmla="*/ 9892 h 9997"/>
                      <a:gd name="connsiteX10" fmla="*/ 2533 w 9326"/>
                      <a:gd name="connsiteY10" fmla="*/ 7795 h 9997"/>
                      <a:gd name="connsiteX11" fmla="*/ 1379 w 9326"/>
                      <a:gd name="connsiteY11" fmla="*/ 7400 h 9997"/>
                      <a:gd name="connsiteX12" fmla="*/ 4 w 9326"/>
                      <a:gd name="connsiteY12" fmla="*/ 3988 h 9997"/>
                      <a:gd name="connsiteX0" fmla="*/ 4 w 10001"/>
                      <a:gd name="connsiteY0" fmla="*/ 3989 h 10041"/>
                      <a:gd name="connsiteX1" fmla="*/ 890 w 10001"/>
                      <a:gd name="connsiteY1" fmla="*/ 1575 h 10041"/>
                      <a:gd name="connsiteX2" fmla="*/ 3902 w 10001"/>
                      <a:gd name="connsiteY2" fmla="*/ 993 h 10041"/>
                      <a:gd name="connsiteX3" fmla="*/ 6227 w 10001"/>
                      <a:gd name="connsiteY3" fmla="*/ 0 h 10041"/>
                      <a:gd name="connsiteX4" fmla="*/ 8378 w 10001"/>
                      <a:gd name="connsiteY4" fmla="*/ 996 h 10041"/>
                      <a:gd name="connsiteX5" fmla="*/ 9998 w 10001"/>
                      <a:gd name="connsiteY5" fmla="*/ 5748 h 10041"/>
                      <a:gd name="connsiteX6" fmla="*/ 8721 w 10001"/>
                      <a:gd name="connsiteY6" fmla="*/ 9207 h 10041"/>
                      <a:gd name="connsiteX7" fmla="*/ 5449 w 10001"/>
                      <a:gd name="connsiteY7" fmla="*/ 9790 h 10041"/>
                      <a:gd name="connsiteX8" fmla="*/ 3914 w 10001"/>
                      <a:gd name="connsiteY8" fmla="*/ 9895 h 10041"/>
                      <a:gd name="connsiteX9" fmla="*/ 2716 w 10001"/>
                      <a:gd name="connsiteY9" fmla="*/ 7797 h 10041"/>
                      <a:gd name="connsiteX10" fmla="*/ 1479 w 10001"/>
                      <a:gd name="connsiteY10" fmla="*/ 7402 h 10041"/>
                      <a:gd name="connsiteX11" fmla="*/ 4 w 10001"/>
                      <a:gd name="connsiteY11" fmla="*/ 3989 h 10041"/>
                      <a:gd name="connsiteX0" fmla="*/ 4 w 10001"/>
                      <a:gd name="connsiteY0" fmla="*/ 3989 h 14825"/>
                      <a:gd name="connsiteX1" fmla="*/ 890 w 10001"/>
                      <a:gd name="connsiteY1" fmla="*/ 1575 h 14825"/>
                      <a:gd name="connsiteX2" fmla="*/ 3902 w 10001"/>
                      <a:gd name="connsiteY2" fmla="*/ 993 h 14825"/>
                      <a:gd name="connsiteX3" fmla="*/ 6227 w 10001"/>
                      <a:gd name="connsiteY3" fmla="*/ 0 h 14825"/>
                      <a:gd name="connsiteX4" fmla="*/ 8378 w 10001"/>
                      <a:gd name="connsiteY4" fmla="*/ 996 h 14825"/>
                      <a:gd name="connsiteX5" fmla="*/ 9998 w 10001"/>
                      <a:gd name="connsiteY5" fmla="*/ 5748 h 14825"/>
                      <a:gd name="connsiteX6" fmla="*/ 8721 w 10001"/>
                      <a:gd name="connsiteY6" fmla="*/ 9207 h 14825"/>
                      <a:gd name="connsiteX7" fmla="*/ 6011 w 10001"/>
                      <a:gd name="connsiteY7" fmla="*/ 14823 h 14825"/>
                      <a:gd name="connsiteX8" fmla="*/ 3914 w 10001"/>
                      <a:gd name="connsiteY8" fmla="*/ 9895 h 14825"/>
                      <a:gd name="connsiteX9" fmla="*/ 2716 w 10001"/>
                      <a:gd name="connsiteY9" fmla="*/ 7797 h 14825"/>
                      <a:gd name="connsiteX10" fmla="*/ 1479 w 10001"/>
                      <a:gd name="connsiteY10" fmla="*/ 7402 h 14825"/>
                      <a:gd name="connsiteX11" fmla="*/ 4 w 10001"/>
                      <a:gd name="connsiteY11" fmla="*/ 3989 h 14825"/>
                      <a:gd name="connsiteX0" fmla="*/ 4 w 10001"/>
                      <a:gd name="connsiteY0" fmla="*/ 7436 h 18272"/>
                      <a:gd name="connsiteX1" fmla="*/ 890 w 10001"/>
                      <a:gd name="connsiteY1" fmla="*/ 5022 h 18272"/>
                      <a:gd name="connsiteX2" fmla="*/ 3902 w 10001"/>
                      <a:gd name="connsiteY2" fmla="*/ 4440 h 18272"/>
                      <a:gd name="connsiteX3" fmla="*/ 6026 w 10001"/>
                      <a:gd name="connsiteY3" fmla="*/ 0 h 18272"/>
                      <a:gd name="connsiteX4" fmla="*/ 8378 w 10001"/>
                      <a:gd name="connsiteY4" fmla="*/ 4443 h 18272"/>
                      <a:gd name="connsiteX5" fmla="*/ 9998 w 10001"/>
                      <a:gd name="connsiteY5" fmla="*/ 9195 h 18272"/>
                      <a:gd name="connsiteX6" fmla="*/ 8721 w 10001"/>
                      <a:gd name="connsiteY6" fmla="*/ 12654 h 18272"/>
                      <a:gd name="connsiteX7" fmla="*/ 6011 w 10001"/>
                      <a:gd name="connsiteY7" fmla="*/ 18270 h 18272"/>
                      <a:gd name="connsiteX8" fmla="*/ 3914 w 10001"/>
                      <a:gd name="connsiteY8" fmla="*/ 13342 h 18272"/>
                      <a:gd name="connsiteX9" fmla="*/ 2716 w 10001"/>
                      <a:gd name="connsiteY9" fmla="*/ 11244 h 18272"/>
                      <a:gd name="connsiteX10" fmla="*/ 1479 w 10001"/>
                      <a:gd name="connsiteY10" fmla="*/ 10849 h 18272"/>
                      <a:gd name="connsiteX11" fmla="*/ 4 w 10001"/>
                      <a:gd name="connsiteY11" fmla="*/ 7436 h 18272"/>
                      <a:gd name="connsiteX0" fmla="*/ 1 w 9998"/>
                      <a:gd name="connsiteY0" fmla="*/ 7436 h 18272"/>
                      <a:gd name="connsiteX1" fmla="*/ 3899 w 9998"/>
                      <a:gd name="connsiteY1" fmla="*/ 4440 h 18272"/>
                      <a:gd name="connsiteX2" fmla="*/ 6023 w 9998"/>
                      <a:gd name="connsiteY2" fmla="*/ 0 h 18272"/>
                      <a:gd name="connsiteX3" fmla="*/ 8375 w 9998"/>
                      <a:gd name="connsiteY3" fmla="*/ 4443 h 18272"/>
                      <a:gd name="connsiteX4" fmla="*/ 9995 w 9998"/>
                      <a:gd name="connsiteY4" fmla="*/ 9195 h 18272"/>
                      <a:gd name="connsiteX5" fmla="*/ 8718 w 9998"/>
                      <a:gd name="connsiteY5" fmla="*/ 12654 h 18272"/>
                      <a:gd name="connsiteX6" fmla="*/ 6008 w 9998"/>
                      <a:gd name="connsiteY6" fmla="*/ 18270 h 18272"/>
                      <a:gd name="connsiteX7" fmla="*/ 3911 w 9998"/>
                      <a:gd name="connsiteY7" fmla="*/ 13342 h 18272"/>
                      <a:gd name="connsiteX8" fmla="*/ 2713 w 9998"/>
                      <a:gd name="connsiteY8" fmla="*/ 11244 h 18272"/>
                      <a:gd name="connsiteX9" fmla="*/ 1476 w 9998"/>
                      <a:gd name="connsiteY9" fmla="*/ 10849 h 18272"/>
                      <a:gd name="connsiteX10" fmla="*/ 1 w 9998"/>
                      <a:gd name="connsiteY10" fmla="*/ 7436 h 18272"/>
                      <a:gd name="connsiteX0" fmla="*/ 35 w 8559"/>
                      <a:gd name="connsiteY0" fmla="*/ 5938 h 10000"/>
                      <a:gd name="connsiteX1" fmla="*/ 2459 w 8559"/>
                      <a:gd name="connsiteY1" fmla="*/ 2430 h 10000"/>
                      <a:gd name="connsiteX2" fmla="*/ 4583 w 8559"/>
                      <a:gd name="connsiteY2" fmla="*/ 0 h 10000"/>
                      <a:gd name="connsiteX3" fmla="*/ 6936 w 8559"/>
                      <a:gd name="connsiteY3" fmla="*/ 2432 h 10000"/>
                      <a:gd name="connsiteX4" fmla="*/ 8556 w 8559"/>
                      <a:gd name="connsiteY4" fmla="*/ 5032 h 10000"/>
                      <a:gd name="connsiteX5" fmla="*/ 7279 w 8559"/>
                      <a:gd name="connsiteY5" fmla="*/ 6925 h 10000"/>
                      <a:gd name="connsiteX6" fmla="*/ 4568 w 8559"/>
                      <a:gd name="connsiteY6" fmla="*/ 9999 h 10000"/>
                      <a:gd name="connsiteX7" fmla="*/ 2471 w 8559"/>
                      <a:gd name="connsiteY7" fmla="*/ 7302 h 10000"/>
                      <a:gd name="connsiteX8" fmla="*/ 1273 w 8559"/>
                      <a:gd name="connsiteY8" fmla="*/ 6154 h 10000"/>
                      <a:gd name="connsiteX9" fmla="*/ 35 w 8559"/>
                      <a:gd name="connsiteY9" fmla="*/ 5938 h 10000"/>
                      <a:gd name="connsiteX0" fmla="*/ 49 w 9820"/>
                      <a:gd name="connsiteY0" fmla="*/ 4655 h 10000"/>
                      <a:gd name="connsiteX1" fmla="*/ 2693 w 9820"/>
                      <a:gd name="connsiteY1" fmla="*/ 2430 h 10000"/>
                      <a:gd name="connsiteX2" fmla="*/ 5175 w 9820"/>
                      <a:gd name="connsiteY2" fmla="*/ 0 h 10000"/>
                      <a:gd name="connsiteX3" fmla="*/ 7924 w 9820"/>
                      <a:gd name="connsiteY3" fmla="*/ 2432 h 10000"/>
                      <a:gd name="connsiteX4" fmla="*/ 9816 w 9820"/>
                      <a:gd name="connsiteY4" fmla="*/ 5032 h 10000"/>
                      <a:gd name="connsiteX5" fmla="*/ 8324 w 9820"/>
                      <a:gd name="connsiteY5" fmla="*/ 6925 h 10000"/>
                      <a:gd name="connsiteX6" fmla="*/ 5157 w 9820"/>
                      <a:gd name="connsiteY6" fmla="*/ 9999 h 10000"/>
                      <a:gd name="connsiteX7" fmla="*/ 2707 w 9820"/>
                      <a:gd name="connsiteY7" fmla="*/ 7302 h 10000"/>
                      <a:gd name="connsiteX8" fmla="*/ 1307 w 9820"/>
                      <a:gd name="connsiteY8" fmla="*/ 6154 h 10000"/>
                      <a:gd name="connsiteX9" fmla="*/ 49 w 9820"/>
                      <a:gd name="connsiteY9" fmla="*/ 4655 h 10000"/>
                      <a:gd name="connsiteX0" fmla="*/ 45 w 9995"/>
                      <a:gd name="connsiteY0" fmla="*/ 4655 h 10000"/>
                      <a:gd name="connsiteX1" fmla="*/ 2737 w 9995"/>
                      <a:gd name="connsiteY1" fmla="*/ 2430 h 10000"/>
                      <a:gd name="connsiteX2" fmla="*/ 5265 w 9995"/>
                      <a:gd name="connsiteY2" fmla="*/ 0 h 10000"/>
                      <a:gd name="connsiteX3" fmla="*/ 8064 w 9995"/>
                      <a:gd name="connsiteY3" fmla="*/ 2432 h 10000"/>
                      <a:gd name="connsiteX4" fmla="*/ 9991 w 9995"/>
                      <a:gd name="connsiteY4" fmla="*/ 5032 h 10000"/>
                      <a:gd name="connsiteX5" fmla="*/ 8472 w 9995"/>
                      <a:gd name="connsiteY5" fmla="*/ 6925 h 10000"/>
                      <a:gd name="connsiteX6" fmla="*/ 5247 w 9995"/>
                      <a:gd name="connsiteY6" fmla="*/ 9999 h 10000"/>
                      <a:gd name="connsiteX7" fmla="*/ 2752 w 9995"/>
                      <a:gd name="connsiteY7" fmla="*/ 7302 h 10000"/>
                      <a:gd name="connsiteX8" fmla="*/ 1374 w 9995"/>
                      <a:gd name="connsiteY8" fmla="*/ 6984 h 10000"/>
                      <a:gd name="connsiteX9" fmla="*/ 45 w 9995"/>
                      <a:gd name="connsiteY9" fmla="*/ 4655 h 10000"/>
                      <a:gd name="connsiteX0" fmla="*/ 45 w 10000"/>
                      <a:gd name="connsiteY0" fmla="*/ 5032 h 10377"/>
                      <a:gd name="connsiteX1" fmla="*/ 2738 w 10000"/>
                      <a:gd name="connsiteY1" fmla="*/ 2807 h 10377"/>
                      <a:gd name="connsiteX2" fmla="*/ 4886 w 10000"/>
                      <a:gd name="connsiteY2" fmla="*/ 0 h 10377"/>
                      <a:gd name="connsiteX3" fmla="*/ 8068 w 10000"/>
                      <a:gd name="connsiteY3" fmla="*/ 2809 h 10377"/>
                      <a:gd name="connsiteX4" fmla="*/ 9996 w 10000"/>
                      <a:gd name="connsiteY4" fmla="*/ 5409 h 10377"/>
                      <a:gd name="connsiteX5" fmla="*/ 8476 w 10000"/>
                      <a:gd name="connsiteY5" fmla="*/ 7302 h 10377"/>
                      <a:gd name="connsiteX6" fmla="*/ 5250 w 10000"/>
                      <a:gd name="connsiteY6" fmla="*/ 10376 h 10377"/>
                      <a:gd name="connsiteX7" fmla="*/ 2753 w 10000"/>
                      <a:gd name="connsiteY7" fmla="*/ 7679 h 10377"/>
                      <a:gd name="connsiteX8" fmla="*/ 1375 w 10000"/>
                      <a:gd name="connsiteY8" fmla="*/ 7361 h 10377"/>
                      <a:gd name="connsiteX9" fmla="*/ 45 w 10000"/>
                      <a:gd name="connsiteY9" fmla="*/ 5032 h 10377"/>
                      <a:gd name="connsiteX0" fmla="*/ 45 w 10000"/>
                      <a:gd name="connsiteY0" fmla="*/ 5036 h 10381"/>
                      <a:gd name="connsiteX1" fmla="*/ 2738 w 10000"/>
                      <a:gd name="connsiteY1" fmla="*/ 2811 h 10381"/>
                      <a:gd name="connsiteX2" fmla="*/ 4886 w 10000"/>
                      <a:gd name="connsiteY2" fmla="*/ 4 h 10381"/>
                      <a:gd name="connsiteX3" fmla="*/ 8068 w 10000"/>
                      <a:gd name="connsiteY3" fmla="*/ 2813 h 10381"/>
                      <a:gd name="connsiteX4" fmla="*/ 9996 w 10000"/>
                      <a:gd name="connsiteY4" fmla="*/ 5413 h 10381"/>
                      <a:gd name="connsiteX5" fmla="*/ 8476 w 10000"/>
                      <a:gd name="connsiteY5" fmla="*/ 7306 h 10381"/>
                      <a:gd name="connsiteX6" fmla="*/ 5250 w 10000"/>
                      <a:gd name="connsiteY6" fmla="*/ 10380 h 10381"/>
                      <a:gd name="connsiteX7" fmla="*/ 2753 w 10000"/>
                      <a:gd name="connsiteY7" fmla="*/ 7683 h 10381"/>
                      <a:gd name="connsiteX8" fmla="*/ 1375 w 10000"/>
                      <a:gd name="connsiteY8" fmla="*/ 7365 h 10381"/>
                      <a:gd name="connsiteX9" fmla="*/ 45 w 10000"/>
                      <a:gd name="connsiteY9" fmla="*/ 5036 h 10381"/>
                      <a:gd name="connsiteX0" fmla="*/ 45 w 10000"/>
                      <a:gd name="connsiteY0" fmla="*/ 5036 h 10796"/>
                      <a:gd name="connsiteX1" fmla="*/ 2738 w 10000"/>
                      <a:gd name="connsiteY1" fmla="*/ 2811 h 10796"/>
                      <a:gd name="connsiteX2" fmla="*/ 4886 w 10000"/>
                      <a:gd name="connsiteY2" fmla="*/ 4 h 10796"/>
                      <a:gd name="connsiteX3" fmla="*/ 8068 w 10000"/>
                      <a:gd name="connsiteY3" fmla="*/ 2813 h 10796"/>
                      <a:gd name="connsiteX4" fmla="*/ 9996 w 10000"/>
                      <a:gd name="connsiteY4" fmla="*/ 5413 h 10796"/>
                      <a:gd name="connsiteX5" fmla="*/ 8476 w 10000"/>
                      <a:gd name="connsiteY5" fmla="*/ 7306 h 10796"/>
                      <a:gd name="connsiteX6" fmla="*/ 5202 w 10000"/>
                      <a:gd name="connsiteY6" fmla="*/ 10795 h 10796"/>
                      <a:gd name="connsiteX7" fmla="*/ 2753 w 10000"/>
                      <a:gd name="connsiteY7" fmla="*/ 7683 h 10796"/>
                      <a:gd name="connsiteX8" fmla="*/ 1375 w 10000"/>
                      <a:gd name="connsiteY8" fmla="*/ 7365 h 10796"/>
                      <a:gd name="connsiteX9" fmla="*/ 45 w 10000"/>
                      <a:gd name="connsiteY9" fmla="*/ 5036 h 10796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 w 9959"/>
                      <a:gd name="connsiteY0" fmla="*/ 5593 h 11352"/>
                      <a:gd name="connsiteX1" fmla="*/ 1089 w 9959"/>
                      <a:gd name="connsiteY1" fmla="*/ 469 h 11352"/>
                      <a:gd name="connsiteX2" fmla="*/ 4845 w 9959"/>
                      <a:gd name="connsiteY2" fmla="*/ 561 h 11352"/>
                      <a:gd name="connsiteX3" fmla="*/ 8027 w 9959"/>
                      <a:gd name="connsiteY3" fmla="*/ 3370 h 11352"/>
                      <a:gd name="connsiteX4" fmla="*/ 9955 w 9959"/>
                      <a:gd name="connsiteY4" fmla="*/ 5970 h 11352"/>
                      <a:gd name="connsiteX5" fmla="*/ 8435 w 9959"/>
                      <a:gd name="connsiteY5" fmla="*/ 7863 h 11352"/>
                      <a:gd name="connsiteX6" fmla="*/ 5161 w 9959"/>
                      <a:gd name="connsiteY6" fmla="*/ 11352 h 11352"/>
                      <a:gd name="connsiteX7" fmla="*/ 2712 w 9959"/>
                      <a:gd name="connsiteY7" fmla="*/ 8240 h 11352"/>
                      <a:gd name="connsiteX8" fmla="*/ 1334 w 9959"/>
                      <a:gd name="connsiteY8" fmla="*/ 7922 h 11352"/>
                      <a:gd name="connsiteX9" fmla="*/ 4 w 9959"/>
                      <a:gd name="connsiteY9" fmla="*/ 5593 h 11352"/>
                      <a:gd name="connsiteX0" fmla="*/ 0 w 11223"/>
                      <a:gd name="connsiteY0" fmla="*/ 3835 h 9929"/>
                      <a:gd name="connsiteX1" fmla="*/ 2316 w 11223"/>
                      <a:gd name="connsiteY1" fmla="*/ 342 h 9929"/>
                      <a:gd name="connsiteX2" fmla="*/ 6088 w 11223"/>
                      <a:gd name="connsiteY2" fmla="*/ 423 h 9929"/>
                      <a:gd name="connsiteX3" fmla="*/ 9283 w 11223"/>
                      <a:gd name="connsiteY3" fmla="*/ 2898 h 9929"/>
                      <a:gd name="connsiteX4" fmla="*/ 11219 w 11223"/>
                      <a:gd name="connsiteY4" fmla="*/ 5188 h 9929"/>
                      <a:gd name="connsiteX5" fmla="*/ 9693 w 11223"/>
                      <a:gd name="connsiteY5" fmla="*/ 6856 h 9929"/>
                      <a:gd name="connsiteX6" fmla="*/ 6405 w 11223"/>
                      <a:gd name="connsiteY6" fmla="*/ 9929 h 9929"/>
                      <a:gd name="connsiteX7" fmla="*/ 3946 w 11223"/>
                      <a:gd name="connsiteY7" fmla="*/ 7188 h 9929"/>
                      <a:gd name="connsiteX8" fmla="*/ 2562 w 11223"/>
                      <a:gd name="connsiteY8" fmla="*/ 6908 h 9929"/>
                      <a:gd name="connsiteX9" fmla="*/ 0 w 11223"/>
                      <a:gd name="connsiteY9" fmla="*/ 3835 h 9929"/>
                      <a:gd name="connsiteX0" fmla="*/ 0 w 9999"/>
                      <a:gd name="connsiteY0" fmla="*/ 3862 h 10000"/>
                      <a:gd name="connsiteX1" fmla="*/ 2064 w 9999"/>
                      <a:gd name="connsiteY1" fmla="*/ 344 h 10000"/>
                      <a:gd name="connsiteX2" fmla="*/ 5425 w 9999"/>
                      <a:gd name="connsiteY2" fmla="*/ 426 h 10000"/>
                      <a:gd name="connsiteX3" fmla="*/ 8271 w 9999"/>
                      <a:gd name="connsiteY3" fmla="*/ 2919 h 10000"/>
                      <a:gd name="connsiteX4" fmla="*/ 9996 w 9999"/>
                      <a:gd name="connsiteY4" fmla="*/ 5225 h 10000"/>
                      <a:gd name="connsiteX5" fmla="*/ 8637 w 9999"/>
                      <a:gd name="connsiteY5" fmla="*/ 6905 h 10000"/>
                      <a:gd name="connsiteX6" fmla="*/ 5707 w 9999"/>
                      <a:gd name="connsiteY6" fmla="*/ 10000 h 10000"/>
                      <a:gd name="connsiteX7" fmla="*/ 2283 w 9999"/>
                      <a:gd name="connsiteY7" fmla="*/ 6957 h 10000"/>
                      <a:gd name="connsiteX8" fmla="*/ 0 w 9999"/>
                      <a:gd name="connsiteY8" fmla="*/ 3862 h 10000"/>
                      <a:gd name="connsiteX0" fmla="*/ 124 w 10124"/>
                      <a:gd name="connsiteY0" fmla="*/ 3862 h 10000"/>
                      <a:gd name="connsiteX1" fmla="*/ 2188 w 10124"/>
                      <a:gd name="connsiteY1" fmla="*/ 344 h 10000"/>
                      <a:gd name="connsiteX2" fmla="*/ 5550 w 10124"/>
                      <a:gd name="connsiteY2" fmla="*/ 426 h 10000"/>
                      <a:gd name="connsiteX3" fmla="*/ 8396 w 10124"/>
                      <a:gd name="connsiteY3" fmla="*/ 2919 h 10000"/>
                      <a:gd name="connsiteX4" fmla="*/ 10121 w 10124"/>
                      <a:gd name="connsiteY4" fmla="*/ 5225 h 10000"/>
                      <a:gd name="connsiteX5" fmla="*/ 8762 w 10124"/>
                      <a:gd name="connsiteY5" fmla="*/ 6905 h 10000"/>
                      <a:gd name="connsiteX6" fmla="*/ 5832 w 10124"/>
                      <a:gd name="connsiteY6" fmla="*/ 10000 h 10000"/>
                      <a:gd name="connsiteX7" fmla="*/ 124 w 10124"/>
                      <a:gd name="connsiteY7" fmla="*/ 3862 h 10000"/>
                      <a:gd name="connsiteX0" fmla="*/ 43 w 10045"/>
                      <a:gd name="connsiteY0" fmla="*/ 3862 h 6912"/>
                      <a:gd name="connsiteX1" fmla="*/ 2107 w 10045"/>
                      <a:gd name="connsiteY1" fmla="*/ 344 h 6912"/>
                      <a:gd name="connsiteX2" fmla="*/ 5469 w 10045"/>
                      <a:gd name="connsiteY2" fmla="*/ 426 h 6912"/>
                      <a:gd name="connsiteX3" fmla="*/ 8315 w 10045"/>
                      <a:gd name="connsiteY3" fmla="*/ 2919 h 6912"/>
                      <a:gd name="connsiteX4" fmla="*/ 10040 w 10045"/>
                      <a:gd name="connsiteY4" fmla="*/ 5225 h 6912"/>
                      <a:gd name="connsiteX5" fmla="*/ 8681 w 10045"/>
                      <a:gd name="connsiteY5" fmla="*/ 6905 h 6912"/>
                      <a:gd name="connsiteX6" fmla="*/ 3967 w 10045"/>
                      <a:gd name="connsiteY6" fmla="*/ 5885 h 6912"/>
                      <a:gd name="connsiteX7" fmla="*/ 43 w 10045"/>
                      <a:gd name="connsiteY7" fmla="*/ 3862 h 6912"/>
                      <a:gd name="connsiteX0" fmla="*/ 47 w 10004"/>
                      <a:gd name="connsiteY0" fmla="*/ 5106 h 9519"/>
                      <a:gd name="connsiteX1" fmla="*/ 2102 w 10004"/>
                      <a:gd name="connsiteY1" fmla="*/ 17 h 9519"/>
                      <a:gd name="connsiteX2" fmla="*/ 6651 w 10004"/>
                      <a:gd name="connsiteY2" fmla="*/ 3484 h 9519"/>
                      <a:gd name="connsiteX3" fmla="*/ 8282 w 10004"/>
                      <a:gd name="connsiteY3" fmla="*/ 3742 h 9519"/>
                      <a:gd name="connsiteX4" fmla="*/ 9999 w 10004"/>
                      <a:gd name="connsiteY4" fmla="*/ 7078 h 9519"/>
                      <a:gd name="connsiteX5" fmla="*/ 8646 w 10004"/>
                      <a:gd name="connsiteY5" fmla="*/ 9509 h 9519"/>
                      <a:gd name="connsiteX6" fmla="*/ 3953 w 10004"/>
                      <a:gd name="connsiteY6" fmla="*/ 8033 h 9519"/>
                      <a:gd name="connsiteX7" fmla="*/ 47 w 10004"/>
                      <a:gd name="connsiteY7" fmla="*/ 5106 h 9519"/>
                      <a:gd name="connsiteX0" fmla="*/ 43 w 9996"/>
                      <a:gd name="connsiteY0" fmla="*/ 6232 h 10868"/>
                      <a:gd name="connsiteX1" fmla="*/ 2097 w 9996"/>
                      <a:gd name="connsiteY1" fmla="*/ 886 h 10868"/>
                      <a:gd name="connsiteX2" fmla="*/ 5642 w 9996"/>
                      <a:gd name="connsiteY2" fmla="*/ 385 h 10868"/>
                      <a:gd name="connsiteX3" fmla="*/ 8275 w 9996"/>
                      <a:gd name="connsiteY3" fmla="*/ 4799 h 10868"/>
                      <a:gd name="connsiteX4" fmla="*/ 9991 w 9996"/>
                      <a:gd name="connsiteY4" fmla="*/ 8304 h 10868"/>
                      <a:gd name="connsiteX5" fmla="*/ 8639 w 9996"/>
                      <a:gd name="connsiteY5" fmla="*/ 10857 h 10868"/>
                      <a:gd name="connsiteX6" fmla="*/ 3947 w 9996"/>
                      <a:gd name="connsiteY6" fmla="*/ 9307 h 10868"/>
                      <a:gd name="connsiteX7" fmla="*/ 43 w 9996"/>
                      <a:gd name="connsiteY7" fmla="*/ 6232 h 10868"/>
                      <a:gd name="connsiteX0" fmla="*/ 43 w 10004"/>
                      <a:gd name="connsiteY0" fmla="*/ 5543 h 9809"/>
                      <a:gd name="connsiteX1" fmla="*/ 2098 w 10004"/>
                      <a:gd name="connsiteY1" fmla="*/ 624 h 9809"/>
                      <a:gd name="connsiteX2" fmla="*/ 5644 w 10004"/>
                      <a:gd name="connsiteY2" fmla="*/ 163 h 9809"/>
                      <a:gd name="connsiteX3" fmla="*/ 8163 w 10004"/>
                      <a:gd name="connsiteY3" fmla="*/ 1492 h 9809"/>
                      <a:gd name="connsiteX4" fmla="*/ 9995 w 10004"/>
                      <a:gd name="connsiteY4" fmla="*/ 7450 h 9809"/>
                      <a:gd name="connsiteX5" fmla="*/ 8642 w 10004"/>
                      <a:gd name="connsiteY5" fmla="*/ 9799 h 9809"/>
                      <a:gd name="connsiteX6" fmla="*/ 3949 w 10004"/>
                      <a:gd name="connsiteY6" fmla="*/ 8373 h 9809"/>
                      <a:gd name="connsiteX7" fmla="*/ 43 w 10004"/>
                      <a:gd name="connsiteY7" fmla="*/ 5543 h 9809"/>
                      <a:gd name="connsiteX0" fmla="*/ 43 w 8950"/>
                      <a:gd name="connsiteY0" fmla="*/ 5651 h 10081"/>
                      <a:gd name="connsiteX1" fmla="*/ 2097 w 8950"/>
                      <a:gd name="connsiteY1" fmla="*/ 636 h 10081"/>
                      <a:gd name="connsiteX2" fmla="*/ 5642 w 8950"/>
                      <a:gd name="connsiteY2" fmla="*/ 166 h 10081"/>
                      <a:gd name="connsiteX3" fmla="*/ 8160 w 8950"/>
                      <a:gd name="connsiteY3" fmla="*/ 1521 h 10081"/>
                      <a:gd name="connsiteX4" fmla="*/ 8473 w 8950"/>
                      <a:gd name="connsiteY4" fmla="*/ 5322 h 10081"/>
                      <a:gd name="connsiteX5" fmla="*/ 8639 w 8950"/>
                      <a:gd name="connsiteY5" fmla="*/ 9990 h 10081"/>
                      <a:gd name="connsiteX6" fmla="*/ 3947 w 8950"/>
                      <a:gd name="connsiteY6" fmla="*/ 8536 h 10081"/>
                      <a:gd name="connsiteX7" fmla="*/ 43 w 8950"/>
                      <a:gd name="connsiteY7" fmla="*/ 5651 h 10081"/>
                      <a:gd name="connsiteX0" fmla="*/ 48 w 9651"/>
                      <a:gd name="connsiteY0" fmla="*/ 5606 h 8648"/>
                      <a:gd name="connsiteX1" fmla="*/ 2343 w 9651"/>
                      <a:gd name="connsiteY1" fmla="*/ 631 h 8648"/>
                      <a:gd name="connsiteX2" fmla="*/ 6304 w 9651"/>
                      <a:gd name="connsiteY2" fmla="*/ 165 h 8648"/>
                      <a:gd name="connsiteX3" fmla="*/ 9117 w 9651"/>
                      <a:gd name="connsiteY3" fmla="*/ 1509 h 8648"/>
                      <a:gd name="connsiteX4" fmla="*/ 9467 w 9651"/>
                      <a:gd name="connsiteY4" fmla="*/ 5279 h 8648"/>
                      <a:gd name="connsiteX5" fmla="*/ 6997 w 9651"/>
                      <a:gd name="connsiteY5" fmla="*/ 8019 h 8648"/>
                      <a:gd name="connsiteX6" fmla="*/ 4410 w 9651"/>
                      <a:gd name="connsiteY6" fmla="*/ 8467 h 8648"/>
                      <a:gd name="connsiteX7" fmla="*/ 48 w 9651"/>
                      <a:gd name="connsiteY7" fmla="*/ 5606 h 8648"/>
                      <a:gd name="connsiteX0" fmla="*/ 41 w 9991"/>
                      <a:gd name="connsiteY0" fmla="*/ 6482 h 9316"/>
                      <a:gd name="connsiteX1" fmla="*/ 2419 w 9991"/>
                      <a:gd name="connsiteY1" fmla="*/ 730 h 9316"/>
                      <a:gd name="connsiteX2" fmla="*/ 6523 w 9991"/>
                      <a:gd name="connsiteY2" fmla="*/ 191 h 9316"/>
                      <a:gd name="connsiteX3" fmla="*/ 9438 w 9991"/>
                      <a:gd name="connsiteY3" fmla="*/ 1745 h 9316"/>
                      <a:gd name="connsiteX4" fmla="*/ 9800 w 9991"/>
                      <a:gd name="connsiteY4" fmla="*/ 6104 h 9316"/>
                      <a:gd name="connsiteX5" fmla="*/ 7241 w 9991"/>
                      <a:gd name="connsiteY5" fmla="*/ 9273 h 9316"/>
                      <a:gd name="connsiteX6" fmla="*/ 1411 w 9991"/>
                      <a:gd name="connsiteY6" fmla="*/ 7856 h 9316"/>
                      <a:gd name="connsiteX7" fmla="*/ 41 w 9991"/>
                      <a:gd name="connsiteY7" fmla="*/ 6482 h 9316"/>
                      <a:gd name="connsiteX0" fmla="*/ 19 w 10708"/>
                      <a:gd name="connsiteY0" fmla="*/ 7721 h 10038"/>
                      <a:gd name="connsiteX1" fmla="*/ 3129 w 10708"/>
                      <a:gd name="connsiteY1" fmla="*/ 825 h 10038"/>
                      <a:gd name="connsiteX2" fmla="*/ 7237 w 10708"/>
                      <a:gd name="connsiteY2" fmla="*/ 246 h 10038"/>
                      <a:gd name="connsiteX3" fmla="*/ 10155 w 10708"/>
                      <a:gd name="connsiteY3" fmla="*/ 1914 h 10038"/>
                      <a:gd name="connsiteX4" fmla="*/ 10517 w 10708"/>
                      <a:gd name="connsiteY4" fmla="*/ 6593 h 10038"/>
                      <a:gd name="connsiteX5" fmla="*/ 7956 w 10708"/>
                      <a:gd name="connsiteY5" fmla="*/ 9995 h 10038"/>
                      <a:gd name="connsiteX6" fmla="*/ 2120 w 10708"/>
                      <a:gd name="connsiteY6" fmla="*/ 8474 h 10038"/>
                      <a:gd name="connsiteX7" fmla="*/ 19 w 10708"/>
                      <a:gd name="connsiteY7" fmla="*/ 7721 h 10038"/>
                      <a:gd name="connsiteX0" fmla="*/ 359 w 11048"/>
                      <a:gd name="connsiteY0" fmla="*/ 7721 h 10038"/>
                      <a:gd name="connsiteX1" fmla="*/ 3469 w 11048"/>
                      <a:gd name="connsiteY1" fmla="*/ 825 h 10038"/>
                      <a:gd name="connsiteX2" fmla="*/ 7577 w 11048"/>
                      <a:gd name="connsiteY2" fmla="*/ 246 h 10038"/>
                      <a:gd name="connsiteX3" fmla="*/ 10495 w 11048"/>
                      <a:gd name="connsiteY3" fmla="*/ 1914 h 10038"/>
                      <a:gd name="connsiteX4" fmla="*/ 10857 w 11048"/>
                      <a:gd name="connsiteY4" fmla="*/ 6593 h 10038"/>
                      <a:gd name="connsiteX5" fmla="*/ 8296 w 11048"/>
                      <a:gd name="connsiteY5" fmla="*/ 9995 h 10038"/>
                      <a:gd name="connsiteX6" fmla="*/ 2460 w 11048"/>
                      <a:gd name="connsiteY6" fmla="*/ 8474 h 10038"/>
                      <a:gd name="connsiteX7" fmla="*/ 359 w 11048"/>
                      <a:gd name="connsiteY7" fmla="*/ 7721 h 10038"/>
                      <a:gd name="connsiteX0" fmla="*/ 359 w 11048"/>
                      <a:gd name="connsiteY0" fmla="*/ 8392 h 10075"/>
                      <a:gd name="connsiteX1" fmla="*/ 3469 w 11048"/>
                      <a:gd name="connsiteY1" fmla="*/ 864 h 10075"/>
                      <a:gd name="connsiteX2" fmla="*/ 7577 w 11048"/>
                      <a:gd name="connsiteY2" fmla="*/ 285 h 10075"/>
                      <a:gd name="connsiteX3" fmla="*/ 10495 w 11048"/>
                      <a:gd name="connsiteY3" fmla="*/ 1953 h 10075"/>
                      <a:gd name="connsiteX4" fmla="*/ 10857 w 11048"/>
                      <a:gd name="connsiteY4" fmla="*/ 6632 h 10075"/>
                      <a:gd name="connsiteX5" fmla="*/ 8296 w 11048"/>
                      <a:gd name="connsiteY5" fmla="*/ 10034 h 10075"/>
                      <a:gd name="connsiteX6" fmla="*/ 2460 w 11048"/>
                      <a:gd name="connsiteY6" fmla="*/ 8513 h 10075"/>
                      <a:gd name="connsiteX7" fmla="*/ 359 w 11048"/>
                      <a:gd name="connsiteY7" fmla="*/ 8392 h 10075"/>
                      <a:gd name="connsiteX0" fmla="*/ 371 w 11060"/>
                      <a:gd name="connsiteY0" fmla="*/ 8392 h 10075"/>
                      <a:gd name="connsiteX1" fmla="*/ 3481 w 11060"/>
                      <a:gd name="connsiteY1" fmla="*/ 864 h 10075"/>
                      <a:gd name="connsiteX2" fmla="*/ 7589 w 11060"/>
                      <a:gd name="connsiteY2" fmla="*/ 285 h 10075"/>
                      <a:gd name="connsiteX3" fmla="*/ 10507 w 11060"/>
                      <a:gd name="connsiteY3" fmla="*/ 1953 h 10075"/>
                      <a:gd name="connsiteX4" fmla="*/ 10869 w 11060"/>
                      <a:gd name="connsiteY4" fmla="*/ 6632 h 10075"/>
                      <a:gd name="connsiteX5" fmla="*/ 8308 w 11060"/>
                      <a:gd name="connsiteY5" fmla="*/ 10034 h 10075"/>
                      <a:gd name="connsiteX6" fmla="*/ 2472 w 11060"/>
                      <a:gd name="connsiteY6" fmla="*/ 8513 h 10075"/>
                      <a:gd name="connsiteX7" fmla="*/ 371 w 11060"/>
                      <a:gd name="connsiteY7" fmla="*/ 8392 h 10075"/>
                      <a:gd name="connsiteX0" fmla="*/ 54 w 10743"/>
                      <a:gd name="connsiteY0" fmla="*/ 9468 h 11151"/>
                      <a:gd name="connsiteX1" fmla="*/ 4027 w 10743"/>
                      <a:gd name="connsiteY1" fmla="*/ 495 h 11151"/>
                      <a:gd name="connsiteX2" fmla="*/ 7272 w 10743"/>
                      <a:gd name="connsiteY2" fmla="*/ 1361 h 11151"/>
                      <a:gd name="connsiteX3" fmla="*/ 10190 w 10743"/>
                      <a:gd name="connsiteY3" fmla="*/ 3029 h 11151"/>
                      <a:gd name="connsiteX4" fmla="*/ 10552 w 10743"/>
                      <a:gd name="connsiteY4" fmla="*/ 7708 h 11151"/>
                      <a:gd name="connsiteX5" fmla="*/ 7991 w 10743"/>
                      <a:gd name="connsiteY5" fmla="*/ 11110 h 11151"/>
                      <a:gd name="connsiteX6" fmla="*/ 2155 w 10743"/>
                      <a:gd name="connsiteY6" fmla="*/ 9589 h 11151"/>
                      <a:gd name="connsiteX7" fmla="*/ 54 w 10743"/>
                      <a:gd name="connsiteY7" fmla="*/ 9468 h 11151"/>
                      <a:gd name="connsiteX0" fmla="*/ 54 w 10743"/>
                      <a:gd name="connsiteY0" fmla="*/ 9506 h 11189"/>
                      <a:gd name="connsiteX1" fmla="*/ 4027 w 10743"/>
                      <a:gd name="connsiteY1" fmla="*/ 533 h 11189"/>
                      <a:gd name="connsiteX2" fmla="*/ 7272 w 10743"/>
                      <a:gd name="connsiteY2" fmla="*/ 1399 h 11189"/>
                      <a:gd name="connsiteX3" fmla="*/ 10190 w 10743"/>
                      <a:gd name="connsiteY3" fmla="*/ 3067 h 11189"/>
                      <a:gd name="connsiteX4" fmla="*/ 10552 w 10743"/>
                      <a:gd name="connsiteY4" fmla="*/ 7746 h 11189"/>
                      <a:gd name="connsiteX5" fmla="*/ 7991 w 10743"/>
                      <a:gd name="connsiteY5" fmla="*/ 11148 h 11189"/>
                      <a:gd name="connsiteX6" fmla="*/ 2155 w 10743"/>
                      <a:gd name="connsiteY6" fmla="*/ 9627 h 11189"/>
                      <a:gd name="connsiteX7" fmla="*/ 54 w 10743"/>
                      <a:gd name="connsiteY7" fmla="*/ 9506 h 11189"/>
                      <a:gd name="connsiteX0" fmla="*/ 40 w 11293"/>
                      <a:gd name="connsiteY0" fmla="*/ 9082 h 11127"/>
                      <a:gd name="connsiteX1" fmla="*/ 4577 w 11293"/>
                      <a:gd name="connsiteY1" fmla="*/ 470 h 11127"/>
                      <a:gd name="connsiteX2" fmla="*/ 7822 w 11293"/>
                      <a:gd name="connsiteY2" fmla="*/ 1336 h 11127"/>
                      <a:gd name="connsiteX3" fmla="*/ 10740 w 11293"/>
                      <a:gd name="connsiteY3" fmla="*/ 3004 h 11127"/>
                      <a:gd name="connsiteX4" fmla="*/ 11102 w 11293"/>
                      <a:gd name="connsiteY4" fmla="*/ 7683 h 11127"/>
                      <a:gd name="connsiteX5" fmla="*/ 8541 w 11293"/>
                      <a:gd name="connsiteY5" fmla="*/ 11085 h 11127"/>
                      <a:gd name="connsiteX6" fmla="*/ 2705 w 11293"/>
                      <a:gd name="connsiteY6" fmla="*/ 9564 h 11127"/>
                      <a:gd name="connsiteX7" fmla="*/ 40 w 11293"/>
                      <a:gd name="connsiteY7" fmla="*/ 9082 h 111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1293" h="11127">
                        <a:moveTo>
                          <a:pt x="40" y="9082"/>
                        </a:moveTo>
                        <a:cubicBezTo>
                          <a:pt x="352" y="7566"/>
                          <a:pt x="3280" y="1761"/>
                          <a:pt x="4577" y="470"/>
                        </a:cubicBezTo>
                        <a:cubicBezTo>
                          <a:pt x="5874" y="-821"/>
                          <a:pt x="6795" y="914"/>
                          <a:pt x="7822" y="1336"/>
                        </a:cubicBezTo>
                        <a:cubicBezTo>
                          <a:pt x="8849" y="1758"/>
                          <a:pt x="10193" y="1947"/>
                          <a:pt x="10740" y="3004"/>
                        </a:cubicBezTo>
                        <a:cubicBezTo>
                          <a:pt x="11287" y="4061"/>
                          <a:pt x="11468" y="6337"/>
                          <a:pt x="11102" y="7683"/>
                        </a:cubicBezTo>
                        <a:cubicBezTo>
                          <a:pt x="10736" y="9030"/>
                          <a:pt x="9940" y="10771"/>
                          <a:pt x="8541" y="11085"/>
                        </a:cubicBezTo>
                        <a:cubicBezTo>
                          <a:pt x="7141" y="11398"/>
                          <a:pt x="4122" y="9898"/>
                          <a:pt x="2705" y="9564"/>
                        </a:cubicBezTo>
                        <a:cubicBezTo>
                          <a:pt x="1288" y="9230"/>
                          <a:pt x="-272" y="10598"/>
                          <a:pt x="40" y="9082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362" name="Group 327">
                    <a:extLst>
                      <a:ext uri="{FF2B5EF4-FFF2-40B4-BE49-F238E27FC236}">
                        <a16:creationId xmlns:a16="http://schemas.microsoft.com/office/drawing/2014/main" id="{5B406A2C-ABA8-084A-9596-93617993324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7908175" y="5241780"/>
                    <a:ext cx="536554" cy="263548"/>
                    <a:chOff x="1871277" y="1576300"/>
                    <a:chExt cx="1128371" cy="437861"/>
                  </a:xfrm>
                </p:grpSpPr>
                <p:sp>
                  <p:nvSpPr>
                    <p:cNvPr id="366" name="Oval 365">
                      <a:extLst>
                        <a:ext uri="{FF2B5EF4-FFF2-40B4-BE49-F238E27FC236}">
                          <a16:creationId xmlns:a16="http://schemas.microsoft.com/office/drawing/2014/main" id="{39FC7CDD-91D7-FF44-B916-78088DE675C2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67" name="Rectangle 366">
                      <a:extLst>
                        <a:ext uri="{FF2B5EF4-FFF2-40B4-BE49-F238E27FC236}">
                          <a16:creationId xmlns:a16="http://schemas.microsoft.com/office/drawing/2014/main" id="{A080E9B6-A37A-044C-A833-E7F1E0233B0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68" name="Oval 367">
                      <a:extLst>
                        <a:ext uri="{FF2B5EF4-FFF2-40B4-BE49-F238E27FC236}">
                          <a16:creationId xmlns:a16="http://schemas.microsoft.com/office/drawing/2014/main" id="{14A74E6C-0FCA-E749-86E8-EE93E2BEF92F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69" name="Freeform 368">
                      <a:extLst>
                        <a:ext uri="{FF2B5EF4-FFF2-40B4-BE49-F238E27FC236}">
                          <a16:creationId xmlns:a16="http://schemas.microsoft.com/office/drawing/2014/main" id="{9F9BDD36-691A-E144-B65E-1F4CB601737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70" name="Freeform 369">
                      <a:extLst>
                        <a:ext uri="{FF2B5EF4-FFF2-40B4-BE49-F238E27FC236}">
                          <a16:creationId xmlns:a16="http://schemas.microsoft.com/office/drawing/2014/main" id="{0B2530CD-DBD0-FA45-836C-9AB9E06564B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71" name="Freeform 370">
                      <a:extLst>
                        <a:ext uri="{FF2B5EF4-FFF2-40B4-BE49-F238E27FC236}">
                          <a16:creationId xmlns:a16="http://schemas.microsoft.com/office/drawing/2014/main" id="{3595C9D1-2901-184D-A963-958CAB68BDA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72" name="Freeform 371">
                      <a:extLst>
                        <a:ext uri="{FF2B5EF4-FFF2-40B4-BE49-F238E27FC236}">
                          <a16:creationId xmlns:a16="http://schemas.microsoft.com/office/drawing/2014/main" id="{0A2F7FCA-3D9A-B842-B550-A9E8284929C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373" name="Straight Connector 372">
                      <a:extLst>
                        <a:ext uri="{FF2B5EF4-FFF2-40B4-BE49-F238E27FC236}">
                          <a16:creationId xmlns:a16="http://schemas.microsoft.com/office/drawing/2014/main" id="{89A20473-B361-5949-83B2-2F0577111864}"/>
                        </a:ext>
                      </a:extLst>
                    </p:cNvPr>
                    <p:cNvCxnSpPr>
                      <a:endCxn id="368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374" name="Straight Connector 373">
                      <a:extLst>
                        <a:ext uri="{FF2B5EF4-FFF2-40B4-BE49-F238E27FC236}">
                          <a16:creationId xmlns:a16="http://schemas.microsoft.com/office/drawing/2014/main" id="{90860BE3-3974-E745-8C7F-38607816CAA4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363" name="Group 362">
                    <a:extLst>
                      <a:ext uri="{FF2B5EF4-FFF2-40B4-BE49-F238E27FC236}">
                        <a16:creationId xmlns:a16="http://schemas.microsoft.com/office/drawing/2014/main" id="{2003A570-A32D-6B45-8339-609AA01FD40F}"/>
                      </a:ext>
                    </a:extLst>
                  </p:cNvPr>
                  <p:cNvGrpSpPr/>
                  <p:nvPr/>
                </p:nvGrpSpPr>
                <p:grpSpPr>
                  <a:xfrm>
                    <a:off x="7876581" y="5223365"/>
                    <a:ext cx="466894" cy="369332"/>
                    <a:chOff x="599495" y="1708643"/>
                    <a:chExt cx="491778" cy="409344"/>
                  </a:xfrm>
                </p:grpSpPr>
                <p:sp>
                  <p:nvSpPr>
                    <p:cNvPr id="364" name="Oval 363">
                      <a:extLst>
                        <a:ext uri="{FF2B5EF4-FFF2-40B4-BE49-F238E27FC236}">
                          <a16:creationId xmlns:a16="http://schemas.microsoft.com/office/drawing/2014/main" id="{15965660-1CBF-3444-A652-4E7C3B982A65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65" name="TextBox 364">
                      <a:extLst>
                        <a:ext uri="{FF2B5EF4-FFF2-40B4-BE49-F238E27FC236}">
                          <a16:creationId xmlns:a16="http://schemas.microsoft.com/office/drawing/2014/main" id="{FCA1E01E-CAF4-5B4C-898F-4D5EFFEA014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99495" y="1708643"/>
                      <a:ext cx="491778" cy="40934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  X</a:t>
                      </a:r>
                    </a:p>
                  </p:txBody>
                </p:sp>
              </p:grpSp>
            </p:grpSp>
            <p:cxnSp>
              <p:nvCxnSpPr>
                <p:cNvPr id="360" name="Straight Connector 359">
                  <a:extLst>
                    <a:ext uri="{FF2B5EF4-FFF2-40B4-BE49-F238E27FC236}">
                      <a16:creationId xmlns:a16="http://schemas.microsoft.com/office/drawing/2014/main" id="{AA520213-7841-F244-A739-93A10DDB840E}"/>
                    </a:ext>
                  </a:extLst>
                </p:cNvPr>
                <p:cNvCxnSpPr/>
                <p:nvPr/>
              </p:nvCxnSpPr>
              <p:spPr bwMode="auto">
                <a:xfrm flipH="1">
                  <a:off x="7158742" y="5764030"/>
                  <a:ext cx="870024" cy="9999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7B5F4AAD-1676-DE46-9374-3849783B349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540307" y="1929008"/>
              <a:ext cx="4451299" cy="422665"/>
            </a:xfrm>
            <a:prstGeom prst="line">
              <a:avLst/>
            </a:prstGeom>
            <a:solidFill>
              <a:srgbClr val="00CC99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B6172EC-1C66-9548-BD40-54A7291593E3}"/>
              </a:ext>
            </a:extLst>
          </p:cNvPr>
          <p:cNvGrpSpPr/>
          <p:nvPr/>
        </p:nvGrpSpPr>
        <p:grpSpPr>
          <a:xfrm>
            <a:off x="1833953" y="1828797"/>
            <a:ext cx="1544009" cy="1075913"/>
            <a:chOff x="393081" y="3061853"/>
            <a:chExt cx="1544009" cy="1075913"/>
          </a:xfrm>
        </p:grpSpPr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id="{C548851F-680B-D545-9271-741E53DFFC88}"/>
                </a:ext>
              </a:extLst>
            </p:cNvPr>
            <p:cNvGrpSpPr/>
            <p:nvPr/>
          </p:nvGrpSpPr>
          <p:grpSpPr>
            <a:xfrm>
              <a:off x="393081" y="3198229"/>
              <a:ext cx="1118837" cy="826267"/>
              <a:chOff x="4052000" y="2820739"/>
              <a:chExt cx="1118837" cy="826267"/>
            </a:xfrm>
          </p:grpSpPr>
          <p:cxnSp>
            <p:nvCxnSpPr>
              <p:cNvPr id="251" name="Straight Arrow Connector 250">
                <a:extLst>
                  <a:ext uri="{FF2B5EF4-FFF2-40B4-BE49-F238E27FC236}">
                    <a16:creationId xmlns:a16="http://schemas.microsoft.com/office/drawing/2014/main" id="{C2C3A3C7-5D27-3244-9114-4FD4A6CFDE62}"/>
                  </a:ext>
                </a:extLst>
              </p:cNvPr>
              <p:cNvCxnSpPr/>
              <p:nvPr/>
            </p:nvCxnSpPr>
            <p:spPr bwMode="auto">
              <a:xfrm flipH="1" flipV="1">
                <a:off x="4769093" y="2820739"/>
                <a:ext cx="401744" cy="302376"/>
              </a:xfrm>
              <a:prstGeom prst="straightConnector1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52" name="Straight Arrow Connector 251">
                <a:extLst>
                  <a:ext uri="{FF2B5EF4-FFF2-40B4-BE49-F238E27FC236}">
                    <a16:creationId xmlns:a16="http://schemas.microsoft.com/office/drawing/2014/main" id="{A43E81FE-9362-C342-9329-16CA170975F9}"/>
                  </a:ext>
                </a:extLst>
              </p:cNvPr>
              <p:cNvCxnSpPr/>
              <p:nvPr/>
            </p:nvCxnSpPr>
            <p:spPr bwMode="auto">
              <a:xfrm flipH="1" flipV="1">
                <a:off x="4052000" y="3192229"/>
                <a:ext cx="1059565" cy="14171"/>
              </a:xfrm>
              <a:prstGeom prst="straightConnector1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53" name="Straight Arrow Connector 252">
                <a:extLst>
                  <a:ext uri="{FF2B5EF4-FFF2-40B4-BE49-F238E27FC236}">
                    <a16:creationId xmlns:a16="http://schemas.microsoft.com/office/drawing/2014/main" id="{9FDC4FBB-AECF-7140-BFCB-0E0EF44FE98A}"/>
                  </a:ext>
                </a:extLst>
              </p:cNvPr>
              <p:cNvCxnSpPr/>
              <p:nvPr/>
            </p:nvCxnSpPr>
            <p:spPr bwMode="auto">
              <a:xfrm flipH="1">
                <a:off x="4748700" y="3344630"/>
                <a:ext cx="401744" cy="302376"/>
              </a:xfrm>
              <a:prstGeom prst="straightConnector1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53F2BED-A174-0F4E-8BBD-9FA0B782AF79}"/>
                </a:ext>
              </a:extLst>
            </p:cNvPr>
            <p:cNvSpPr txBox="1"/>
            <p:nvPr/>
          </p:nvSpPr>
          <p:spPr>
            <a:xfrm>
              <a:off x="536696" y="3269672"/>
              <a:ext cx="7178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solidFill>
                    <a:srgbClr val="C00000"/>
                  </a:solidFill>
                </a:rPr>
                <a:t>AS3,X</a:t>
              </a: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2C4D7934-CE6B-5840-B759-5CF1993AD81F}"/>
                </a:ext>
              </a:extLst>
            </p:cNvPr>
            <p:cNvSpPr txBox="1"/>
            <p:nvPr/>
          </p:nvSpPr>
          <p:spPr>
            <a:xfrm>
              <a:off x="1219201" y="3061853"/>
              <a:ext cx="7178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solidFill>
                    <a:srgbClr val="C00000"/>
                  </a:solidFill>
                </a:rPr>
                <a:t>AS3,X</a:t>
              </a:r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D2A89D34-FE63-3C45-B2F9-2082E2A167C9}"/>
                </a:ext>
              </a:extLst>
            </p:cNvPr>
            <p:cNvSpPr txBox="1"/>
            <p:nvPr/>
          </p:nvSpPr>
          <p:spPr>
            <a:xfrm>
              <a:off x="1177638" y="3768434"/>
              <a:ext cx="7178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solidFill>
                    <a:srgbClr val="C00000"/>
                  </a:solidFill>
                </a:rPr>
                <a:t>AS3,X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7659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" grpId="0"/>
      <p:bldP spid="25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515600" cy="894622"/>
          </a:xfrm>
        </p:spPr>
        <p:txBody>
          <a:bodyPr/>
          <a:lstStyle/>
          <a:p>
            <a:r>
              <a:rPr lang="en-US" dirty="0"/>
              <a:t>BGP messages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6433D-1EBF-D447-9924-50E7F0E2E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225" name="Rectangle 3">
            <a:extLst>
              <a:ext uri="{FF2B5EF4-FFF2-40B4-BE49-F238E27FC236}">
                <a16:creationId xmlns:a16="http://schemas.microsoft.com/office/drawing/2014/main" id="{39420582-8708-6949-93FD-0D390E28072C}"/>
              </a:ext>
            </a:extLst>
          </p:cNvPr>
          <p:cNvSpPr txBox="1">
            <a:spLocks noChangeArrowheads="1"/>
          </p:cNvSpPr>
          <p:nvPr/>
        </p:nvSpPr>
        <p:spPr>
          <a:xfrm>
            <a:off x="829980" y="1409874"/>
            <a:ext cx="10957012" cy="50410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90513"/>
            <a:r>
              <a:rPr lang="en-US" sz="3200" dirty="0"/>
              <a:t>BGP messages exchanged between peers over TCP connection</a:t>
            </a:r>
          </a:p>
          <a:p>
            <a:pPr indent="-290513"/>
            <a:r>
              <a:rPr lang="en-US" sz="3200" dirty="0"/>
              <a:t>BGP messages:</a:t>
            </a:r>
          </a:p>
          <a:p>
            <a:pPr lvl="1" indent="-290513">
              <a:lnSpc>
                <a:spcPct val="100000"/>
              </a:lnSpc>
              <a:spcBef>
                <a:spcPts val="800"/>
              </a:spcBef>
            </a:pPr>
            <a:r>
              <a:rPr lang="en-US" sz="2800" dirty="0">
                <a:solidFill>
                  <a:srgbClr val="0000A8"/>
                </a:solidFill>
              </a:rPr>
              <a:t>OPEN: </a:t>
            </a:r>
            <a:r>
              <a:rPr lang="en-US" sz="2800" dirty="0"/>
              <a:t>opens TCP connection to remote BGP peer and authenticates sending BGP peer</a:t>
            </a:r>
          </a:p>
          <a:p>
            <a:pPr lvl="1" indent="-290513">
              <a:lnSpc>
                <a:spcPct val="100000"/>
              </a:lnSpc>
              <a:spcBef>
                <a:spcPts val="800"/>
              </a:spcBef>
            </a:pPr>
            <a:r>
              <a:rPr lang="en-US" sz="2800" dirty="0">
                <a:solidFill>
                  <a:srgbClr val="0000A8"/>
                </a:solidFill>
              </a:rPr>
              <a:t>UPDATE: </a:t>
            </a:r>
            <a:r>
              <a:rPr lang="en-US" sz="2800" dirty="0"/>
              <a:t>advertises new path (or withdraws old)</a:t>
            </a:r>
          </a:p>
          <a:p>
            <a:pPr lvl="1" indent="-290513">
              <a:lnSpc>
                <a:spcPct val="100000"/>
              </a:lnSpc>
              <a:spcBef>
                <a:spcPts val="800"/>
              </a:spcBef>
            </a:pPr>
            <a:r>
              <a:rPr lang="en-US" sz="2800" dirty="0">
                <a:solidFill>
                  <a:srgbClr val="0000A8"/>
                </a:solidFill>
              </a:rPr>
              <a:t>KEEPALIVE</a:t>
            </a:r>
            <a:r>
              <a:rPr lang="en-US" sz="2800" dirty="0"/>
              <a:t>: keeps connection alive in absence of UPDATES; also ACKs OPEN request</a:t>
            </a:r>
          </a:p>
          <a:p>
            <a:pPr lvl="1" indent="-290513">
              <a:lnSpc>
                <a:spcPct val="100000"/>
              </a:lnSpc>
              <a:spcBef>
                <a:spcPts val="800"/>
              </a:spcBef>
            </a:pPr>
            <a:r>
              <a:rPr lang="en-US" sz="2800" dirty="0">
                <a:solidFill>
                  <a:srgbClr val="0000A8"/>
                </a:solidFill>
              </a:rPr>
              <a:t>NOTIFICATION</a:t>
            </a:r>
            <a:r>
              <a:rPr lang="en-US" sz="2800" dirty="0"/>
              <a:t>: reports errors in previous msg; also used to close connection</a:t>
            </a:r>
          </a:p>
          <a:p>
            <a:pPr lvl="1"/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048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5" name="Group 434">
            <a:extLst>
              <a:ext uri="{FF2B5EF4-FFF2-40B4-BE49-F238E27FC236}">
                <a16:creationId xmlns:a16="http://schemas.microsoft.com/office/drawing/2014/main" id="{9B190D51-3F91-BB49-80DD-9032908A3D1B}"/>
              </a:ext>
            </a:extLst>
          </p:cNvPr>
          <p:cNvGrpSpPr/>
          <p:nvPr/>
        </p:nvGrpSpPr>
        <p:grpSpPr>
          <a:xfrm>
            <a:off x="1163507" y="1064076"/>
            <a:ext cx="9801110" cy="2876474"/>
            <a:chOff x="1113403" y="1064076"/>
            <a:chExt cx="9801110" cy="2876474"/>
          </a:xfrm>
        </p:grpSpPr>
        <p:grpSp>
          <p:nvGrpSpPr>
            <p:cNvPr id="436" name="Group 435">
              <a:extLst>
                <a:ext uri="{FF2B5EF4-FFF2-40B4-BE49-F238E27FC236}">
                  <a16:creationId xmlns:a16="http://schemas.microsoft.com/office/drawing/2014/main" id="{19D5242C-DE5A-454E-933F-9AE21F2D36E9}"/>
                </a:ext>
              </a:extLst>
            </p:cNvPr>
            <p:cNvGrpSpPr/>
            <p:nvPr/>
          </p:nvGrpSpPr>
          <p:grpSpPr>
            <a:xfrm>
              <a:off x="1113403" y="1064076"/>
              <a:ext cx="9801110" cy="2876474"/>
              <a:chOff x="1426553" y="3694542"/>
              <a:chExt cx="9801110" cy="2876474"/>
            </a:xfrm>
          </p:grpSpPr>
          <p:grpSp>
            <p:nvGrpSpPr>
              <p:cNvPr id="438" name="Group 437">
                <a:extLst>
                  <a:ext uri="{FF2B5EF4-FFF2-40B4-BE49-F238E27FC236}">
                    <a16:creationId xmlns:a16="http://schemas.microsoft.com/office/drawing/2014/main" id="{55950833-A415-6143-811C-F2862281561C}"/>
                  </a:ext>
                </a:extLst>
              </p:cNvPr>
              <p:cNvGrpSpPr/>
              <p:nvPr/>
            </p:nvGrpSpPr>
            <p:grpSpPr>
              <a:xfrm>
                <a:off x="1426553" y="3694542"/>
                <a:ext cx="9249542" cy="2876474"/>
                <a:chOff x="1426553" y="3694542"/>
                <a:chExt cx="9249542" cy="2876474"/>
              </a:xfrm>
            </p:grpSpPr>
            <p:grpSp>
              <p:nvGrpSpPr>
                <p:cNvPr id="456" name="Group 455">
                  <a:extLst>
                    <a:ext uri="{FF2B5EF4-FFF2-40B4-BE49-F238E27FC236}">
                      <a16:creationId xmlns:a16="http://schemas.microsoft.com/office/drawing/2014/main" id="{EE855E88-EC1D-0B40-BD1E-872A68C83D3F}"/>
                    </a:ext>
                  </a:extLst>
                </p:cNvPr>
                <p:cNvGrpSpPr/>
                <p:nvPr/>
              </p:nvGrpSpPr>
              <p:grpSpPr>
                <a:xfrm>
                  <a:off x="4625977" y="4850481"/>
                  <a:ext cx="2545688" cy="1720535"/>
                  <a:chOff x="4625977" y="4850481"/>
                  <a:chExt cx="2545688" cy="1720535"/>
                </a:xfrm>
              </p:grpSpPr>
              <p:grpSp>
                <p:nvGrpSpPr>
                  <p:cNvPr id="590" name="Group 589">
                    <a:extLst>
                      <a:ext uri="{FF2B5EF4-FFF2-40B4-BE49-F238E27FC236}">
                        <a16:creationId xmlns:a16="http://schemas.microsoft.com/office/drawing/2014/main" id="{1E77D5B7-EF83-E34E-B4BA-FEB82E2D2B60}"/>
                      </a:ext>
                    </a:extLst>
                  </p:cNvPr>
                  <p:cNvGrpSpPr/>
                  <p:nvPr/>
                </p:nvGrpSpPr>
                <p:grpSpPr>
                  <a:xfrm>
                    <a:off x="4625977" y="4850481"/>
                    <a:ext cx="2545688" cy="1720535"/>
                    <a:chOff x="-2170772" y="2784954"/>
                    <a:chExt cx="2712783" cy="1853712"/>
                  </a:xfrm>
                </p:grpSpPr>
                <p:sp>
                  <p:nvSpPr>
                    <p:cNvPr id="592" name="Freeform 2">
                      <a:extLst>
                        <a:ext uri="{FF2B5EF4-FFF2-40B4-BE49-F238E27FC236}">
                          <a16:creationId xmlns:a16="http://schemas.microsoft.com/office/drawing/2014/main" id="{DF4E89F3-1D69-E44D-BF50-7E078D21790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-2170772" y="2784954"/>
                      <a:ext cx="2712783" cy="1853712"/>
                    </a:xfrm>
                    <a:custGeom>
                      <a:avLst/>
                      <a:gdLst>
                        <a:gd name="T0" fmla="*/ 648763 w 10001"/>
                        <a:gd name="T1" fmla="*/ 34777612 h 10125"/>
                        <a:gd name="T2" fmla="*/ 115976403 w 10001"/>
                        <a:gd name="T3" fmla="*/ 13733703 h 10125"/>
                        <a:gd name="T4" fmla="*/ 507700960 w 10001"/>
                        <a:gd name="T5" fmla="*/ 8662125 h 10125"/>
                        <a:gd name="T6" fmla="*/ 810212713 w 10001"/>
                        <a:gd name="T7" fmla="*/ 0 h 10125"/>
                        <a:gd name="T8" fmla="*/ 1090015738 w 10001"/>
                        <a:gd name="T9" fmla="*/ 8687929 h 10125"/>
                        <a:gd name="T10" fmla="*/ 1310938763 w 10001"/>
                        <a:gd name="T11" fmla="*/ 4279362 h 10125"/>
                        <a:gd name="T12" fmla="*/ 1620263134 w 10001"/>
                        <a:gd name="T13" fmla="*/ 25736690 h 10125"/>
                        <a:gd name="T14" fmla="*/ 1394798364 w 10001"/>
                        <a:gd name="T15" fmla="*/ 58525268 h 10125"/>
                        <a:gd name="T16" fmla="*/ 1134622140 w 10001"/>
                        <a:gd name="T17" fmla="*/ 80266624 h 10125"/>
                        <a:gd name="T18" fmla="*/ 860820276 w 10001"/>
                        <a:gd name="T19" fmla="*/ 76142271 h 10125"/>
                        <a:gd name="T20" fmla="*/ 708996782 w 10001"/>
                        <a:gd name="T21" fmla="*/ 85346835 h 10125"/>
                        <a:gd name="T22" fmla="*/ 509322667 w 10001"/>
                        <a:gd name="T23" fmla="*/ 86268164 h 10125"/>
                        <a:gd name="T24" fmla="*/ 353443899 w 10001"/>
                        <a:gd name="T25" fmla="*/ 67979516 h 10125"/>
                        <a:gd name="T26" fmla="*/ 192536914 w 10001"/>
                        <a:gd name="T27" fmla="*/ 64535347 h 10125"/>
                        <a:gd name="T28" fmla="*/ 648763 w 10001"/>
                        <a:gd name="T29" fmla="*/ 34777612 h 10125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connsiteX0" fmla="*/ 4 w 10040"/>
                        <a:gd name="connsiteY0" fmla="*/ 4039 h 10125"/>
                        <a:gd name="connsiteX1" fmla="*/ 715 w 10040"/>
                        <a:gd name="connsiteY1" fmla="*/ 1595 h 10125"/>
                        <a:gd name="connsiteX2" fmla="*/ 3130 w 10040"/>
                        <a:gd name="connsiteY2" fmla="*/ 1006 h 10125"/>
                        <a:gd name="connsiteX3" fmla="*/ 4995 w 10040"/>
                        <a:gd name="connsiteY3" fmla="*/ 0 h 10125"/>
                        <a:gd name="connsiteX4" fmla="*/ 6720 w 10040"/>
                        <a:gd name="connsiteY4" fmla="*/ 1009 h 10125"/>
                        <a:gd name="connsiteX5" fmla="*/ 9989 w 10040"/>
                        <a:gd name="connsiteY5" fmla="*/ 2989 h 10125"/>
                        <a:gd name="connsiteX6" fmla="*/ 8599 w 10040"/>
                        <a:gd name="connsiteY6" fmla="*/ 6797 h 10125"/>
                        <a:gd name="connsiteX7" fmla="*/ 6995 w 10040"/>
                        <a:gd name="connsiteY7" fmla="*/ 9322 h 10125"/>
                        <a:gd name="connsiteX8" fmla="*/ 5307 w 10040"/>
                        <a:gd name="connsiteY8" fmla="*/ 8843 h 10125"/>
                        <a:gd name="connsiteX9" fmla="*/ 4371 w 10040"/>
                        <a:gd name="connsiteY9" fmla="*/ 9912 h 10125"/>
                        <a:gd name="connsiteX10" fmla="*/ 3140 w 10040"/>
                        <a:gd name="connsiteY10" fmla="*/ 10019 h 10125"/>
                        <a:gd name="connsiteX11" fmla="*/ 2179 w 10040"/>
                        <a:gd name="connsiteY11" fmla="*/ 7895 h 10125"/>
                        <a:gd name="connsiteX12" fmla="*/ 1187 w 10040"/>
                        <a:gd name="connsiteY12" fmla="*/ 7495 h 10125"/>
                        <a:gd name="connsiteX13" fmla="*/ 4 w 10040"/>
                        <a:gd name="connsiteY13" fmla="*/ 4039 h 10125"/>
                        <a:gd name="connsiteX0" fmla="*/ 4 w 8600"/>
                        <a:gd name="connsiteY0" fmla="*/ 4042 h 10128"/>
                        <a:gd name="connsiteX1" fmla="*/ 715 w 8600"/>
                        <a:gd name="connsiteY1" fmla="*/ 1598 h 10128"/>
                        <a:gd name="connsiteX2" fmla="*/ 3130 w 8600"/>
                        <a:gd name="connsiteY2" fmla="*/ 1009 h 10128"/>
                        <a:gd name="connsiteX3" fmla="*/ 4995 w 8600"/>
                        <a:gd name="connsiteY3" fmla="*/ 3 h 10128"/>
                        <a:gd name="connsiteX4" fmla="*/ 6720 w 8600"/>
                        <a:gd name="connsiteY4" fmla="*/ 1012 h 10128"/>
                        <a:gd name="connsiteX5" fmla="*/ 8599 w 8600"/>
                        <a:gd name="connsiteY5" fmla="*/ 6800 h 10128"/>
                        <a:gd name="connsiteX6" fmla="*/ 6995 w 8600"/>
                        <a:gd name="connsiteY6" fmla="*/ 9325 h 10128"/>
                        <a:gd name="connsiteX7" fmla="*/ 5307 w 8600"/>
                        <a:gd name="connsiteY7" fmla="*/ 8846 h 10128"/>
                        <a:gd name="connsiteX8" fmla="*/ 4371 w 8600"/>
                        <a:gd name="connsiteY8" fmla="*/ 9915 h 10128"/>
                        <a:gd name="connsiteX9" fmla="*/ 3140 w 8600"/>
                        <a:gd name="connsiteY9" fmla="*/ 10022 h 10128"/>
                        <a:gd name="connsiteX10" fmla="*/ 2179 w 8600"/>
                        <a:gd name="connsiteY10" fmla="*/ 7898 h 10128"/>
                        <a:gd name="connsiteX11" fmla="*/ 1187 w 8600"/>
                        <a:gd name="connsiteY11" fmla="*/ 7498 h 10128"/>
                        <a:gd name="connsiteX12" fmla="*/ 4 w 8600"/>
                        <a:gd name="connsiteY12" fmla="*/ 4042 h 10128"/>
                        <a:gd name="connsiteX0" fmla="*/ 4 w 9326"/>
                        <a:gd name="connsiteY0" fmla="*/ 3988 h 9997"/>
                        <a:gd name="connsiteX1" fmla="*/ 830 w 9326"/>
                        <a:gd name="connsiteY1" fmla="*/ 1575 h 9997"/>
                        <a:gd name="connsiteX2" fmla="*/ 3639 w 9326"/>
                        <a:gd name="connsiteY2" fmla="*/ 993 h 9997"/>
                        <a:gd name="connsiteX3" fmla="*/ 5807 w 9326"/>
                        <a:gd name="connsiteY3" fmla="*/ 0 h 9997"/>
                        <a:gd name="connsiteX4" fmla="*/ 7813 w 9326"/>
                        <a:gd name="connsiteY4" fmla="*/ 996 h 9997"/>
                        <a:gd name="connsiteX5" fmla="*/ 9324 w 9326"/>
                        <a:gd name="connsiteY5" fmla="*/ 5746 h 9997"/>
                        <a:gd name="connsiteX6" fmla="*/ 8133 w 9326"/>
                        <a:gd name="connsiteY6" fmla="*/ 9204 h 9997"/>
                        <a:gd name="connsiteX7" fmla="*/ 6170 w 9326"/>
                        <a:gd name="connsiteY7" fmla="*/ 8731 h 9997"/>
                        <a:gd name="connsiteX8" fmla="*/ 5082 w 9326"/>
                        <a:gd name="connsiteY8" fmla="*/ 9787 h 9997"/>
                        <a:gd name="connsiteX9" fmla="*/ 3650 w 9326"/>
                        <a:gd name="connsiteY9" fmla="*/ 9892 h 9997"/>
                        <a:gd name="connsiteX10" fmla="*/ 2533 w 9326"/>
                        <a:gd name="connsiteY10" fmla="*/ 7795 h 9997"/>
                        <a:gd name="connsiteX11" fmla="*/ 1379 w 9326"/>
                        <a:gd name="connsiteY11" fmla="*/ 7400 h 9997"/>
                        <a:gd name="connsiteX12" fmla="*/ 4 w 9326"/>
                        <a:gd name="connsiteY12" fmla="*/ 3988 h 9997"/>
                        <a:gd name="connsiteX0" fmla="*/ 4 w 10001"/>
                        <a:gd name="connsiteY0" fmla="*/ 3989 h 10041"/>
                        <a:gd name="connsiteX1" fmla="*/ 890 w 10001"/>
                        <a:gd name="connsiteY1" fmla="*/ 1575 h 10041"/>
                        <a:gd name="connsiteX2" fmla="*/ 3902 w 10001"/>
                        <a:gd name="connsiteY2" fmla="*/ 993 h 10041"/>
                        <a:gd name="connsiteX3" fmla="*/ 6227 w 10001"/>
                        <a:gd name="connsiteY3" fmla="*/ 0 h 10041"/>
                        <a:gd name="connsiteX4" fmla="*/ 8378 w 10001"/>
                        <a:gd name="connsiteY4" fmla="*/ 996 h 10041"/>
                        <a:gd name="connsiteX5" fmla="*/ 9998 w 10001"/>
                        <a:gd name="connsiteY5" fmla="*/ 5748 h 10041"/>
                        <a:gd name="connsiteX6" fmla="*/ 8721 w 10001"/>
                        <a:gd name="connsiteY6" fmla="*/ 9207 h 10041"/>
                        <a:gd name="connsiteX7" fmla="*/ 5449 w 10001"/>
                        <a:gd name="connsiteY7" fmla="*/ 9790 h 10041"/>
                        <a:gd name="connsiteX8" fmla="*/ 3914 w 10001"/>
                        <a:gd name="connsiteY8" fmla="*/ 9895 h 10041"/>
                        <a:gd name="connsiteX9" fmla="*/ 2716 w 10001"/>
                        <a:gd name="connsiteY9" fmla="*/ 7797 h 10041"/>
                        <a:gd name="connsiteX10" fmla="*/ 1479 w 10001"/>
                        <a:gd name="connsiteY10" fmla="*/ 7402 h 10041"/>
                        <a:gd name="connsiteX11" fmla="*/ 4 w 10001"/>
                        <a:gd name="connsiteY11" fmla="*/ 3989 h 10041"/>
                        <a:gd name="connsiteX0" fmla="*/ 4 w 10001"/>
                        <a:gd name="connsiteY0" fmla="*/ 3989 h 14825"/>
                        <a:gd name="connsiteX1" fmla="*/ 890 w 10001"/>
                        <a:gd name="connsiteY1" fmla="*/ 1575 h 14825"/>
                        <a:gd name="connsiteX2" fmla="*/ 3902 w 10001"/>
                        <a:gd name="connsiteY2" fmla="*/ 993 h 14825"/>
                        <a:gd name="connsiteX3" fmla="*/ 6227 w 10001"/>
                        <a:gd name="connsiteY3" fmla="*/ 0 h 14825"/>
                        <a:gd name="connsiteX4" fmla="*/ 8378 w 10001"/>
                        <a:gd name="connsiteY4" fmla="*/ 996 h 14825"/>
                        <a:gd name="connsiteX5" fmla="*/ 9998 w 10001"/>
                        <a:gd name="connsiteY5" fmla="*/ 5748 h 14825"/>
                        <a:gd name="connsiteX6" fmla="*/ 8721 w 10001"/>
                        <a:gd name="connsiteY6" fmla="*/ 9207 h 14825"/>
                        <a:gd name="connsiteX7" fmla="*/ 6011 w 10001"/>
                        <a:gd name="connsiteY7" fmla="*/ 14823 h 14825"/>
                        <a:gd name="connsiteX8" fmla="*/ 3914 w 10001"/>
                        <a:gd name="connsiteY8" fmla="*/ 9895 h 14825"/>
                        <a:gd name="connsiteX9" fmla="*/ 2716 w 10001"/>
                        <a:gd name="connsiteY9" fmla="*/ 7797 h 14825"/>
                        <a:gd name="connsiteX10" fmla="*/ 1479 w 10001"/>
                        <a:gd name="connsiteY10" fmla="*/ 7402 h 14825"/>
                        <a:gd name="connsiteX11" fmla="*/ 4 w 10001"/>
                        <a:gd name="connsiteY11" fmla="*/ 3989 h 14825"/>
                        <a:gd name="connsiteX0" fmla="*/ 4 w 10001"/>
                        <a:gd name="connsiteY0" fmla="*/ 7436 h 18272"/>
                        <a:gd name="connsiteX1" fmla="*/ 890 w 10001"/>
                        <a:gd name="connsiteY1" fmla="*/ 5022 h 18272"/>
                        <a:gd name="connsiteX2" fmla="*/ 3902 w 10001"/>
                        <a:gd name="connsiteY2" fmla="*/ 4440 h 18272"/>
                        <a:gd name="connsiteX3" fmla="*/ 6026 w 10001"/>
                        <a:gd name="connsiteY3" fmla="*/ 0 h 18272"/>
                        <a:gd name="connsiteX4" fmla="*/ 8378 w 10001"/>
                        <a:gd name="connsiteY4" fmla="*/ 4443 h 18272"/>
                        <a:gd name="connsiteX5" fmla="*/ 9998 w 10001"/>
                        <a:gd name="connsiteY5" fmla="*/ 9195 h 18272"/>
                        <a:gd name="connsiteX6" fmla="*/ 8721 w 10001"/>
                        <a:gd name="connsiteY6" fmla="*/ 12654 h 18272"/>
                        <a:gd name="connsiteX7" fmla="*/ 6011 w 10001"/>
                        <a:gd name="connsiteY7" fmla="*/ 18270 h 18272"/>
                        <a:gd name="connsiteX8" fmla="*/ 3914 w 10001"/>
                        <a:gd name="connsiteY8" fmla="*/ 13342 h 18272"/>
                        <a:gd name="connsiteX9" fmla="*/ 2716 w 10001"/>
                        <a:gd name="connsiteY9" fmla="*/ 11244 h 18272"/>
                        <a:gd name="connsiteX10" fmla="*/ 1479 w 10001"/>
                        <a:gd name="connsiteY10" fmla="*/ 10849 h 18272"/>
                        <a:gd name="connsiteX11" fmla="*/ 4 w 10001"/>
                        <a:gd name="connsiteY11" fmla="*/ 7436 h 18272"/>
                        <a:gd name="connsiteX0" fmla="*/ 1 w 9998"/>
                        <a:gd name="connsiteY0" fmla="*/ 7436 h 18272"/>
                        <a:gd name="connsiteX1" fmla="*/ 3899 w 9998"/>
                        <a:gd name="connsiteY1" fmla="*/ 4440 h 18272"/>
                        <a:gd name="connsiteX2" fmla="*/ 6023 w 9998"/>
                        <a:gd name="connsiteY2" fmla="*/ 0 h 18272"/>
                        <a:gd name="connsiteX3" fmla="*/ 8375 w 9998"/>
                        <a:gd name="connsiteY3" fmla="*/ 4443 h 18272"/>
                        <a:gd name="connsiteX4" fmla="*/ 9995 w 9998"/>
                        <a:gd name="connsiteY4" fmla="*/ 9195 h 18272"/>
                        <a:gd name="connsiteX5" fmla="*/ 8718 w 9998"/>
                        <a:gd name="connsiteY5" fmla="*/ 12654 h 18272"/>
                        <a:gd name="connsiteX6" fmla="*/ 6008 w 9998"/>
                        <a:gd name="connsiteY6" fmla="*/ 18270 h 18272"/>
                        <a:gd name="connsiteX7" fmla="*/ 3911 w 9998"/>
                        <a:gd name="connsiteY7" fmla="*/ 13342 h 18272"/>
                        <a:gd name="connsiteX8" fmla="*/ 2713 w 9998"/>
                        <a:gd name="connsiteY8" fmla="*/ 11244 h 18272"/>
                        <a:gd name="connsiteX9" fmla="*/ 1476 w 9998"/>
                        <a:gd name="connsiteY9" fmla="*/ 10849 h 18272"/>
                        <a:gd name="connsiteX10" fmla="*/ 1 w 9998"/>
                        <a:gd name="connsiteY10" fmla="*/ 7436 h 18272"/>
                        <a:gd name="connsiteX0" fmla="*/ 35 w 8559"/>
                        <a:gd name="connsiteY0" fmla="*/ 5938 h 10000"/>
                        <a:gd name="connsiteX1" fmla="*/ 2459 w 8559"/>
                        <a:gd name="connsiteY1" fmla="*/ 2430 h 10000"/>
                        <a:gd name="connsiteX2" fmla="*/ 4583 w 8559"/>
                        <a:gd name="connsiteY2" fmla="*/ 0 h 10000"/>
                        <a:gd name="connsiteX3" fmla="*/ 6936 w 8559"/>
                        <a:gd name="connsiteY3" fmla="*/ 2432 h 10000"/>
                        <a:gd name="connsiteX4" fmla="*/ 8556 w 8559"/>
                        <a:gd name="connsiteY4" fmla="*/ 5032 h 10000"/>
                        <a:gd name="connsiteX5" fmla="*/ 7279 w 8559"/>
                        <a:gd name="connsiteY5" fmla="*/ 6925 h 10000"/>
                        <a:gd name="connsiteX6" fmla="*/ 4568 w 8559"/>
                        <a:gd name="connsiteY6" fmla="*/ 9999 h 10000"/>
                        <a:gd name="connsiteX7" fmla="*/ 2471 w 8559"/>
                        <a:gd name="connsiteY7" fmla="*/ 7302 h 10000"/>
                        <a:gd name="connsiteX8" fmla="*/ 1273 w 8559"/>
                        <a:gd name="connsiteY8" fmla="*/ 6154 h 10000"/>
                        <a:gd name="connsiteX9" fmla="*/ 35 w 8559"/>
                        <a:gd name="connsiteY9" fmla="*/ 5938 h 10000"/>
                        <a:gd name="connsiteX0" fmla="*/ 49 w 9820"/>
                        <a:gd name="connsiteY0" fmla="*/ 4655 h 10000"/>
                        <a:gd name="connsiteX1" fmla="*/ 2693 w 9820"/>
                        <a:gd name="connsiteY1" fmla="*/ 2430 h 10000"/>
                        <a:gd name="connsiteX2" fmla="*/ 5175 w 9820"/>
                        <a:gd name="connsiteY2" fmla="*/ 0 h 10000"/>
                        <a:gd name="connsiteX3" fmla="*/ 7924 w 9820"/>
                        <a:gd name="connsiteY3" fmla="*/ 2432 h 10000"/>
                        <a:gd name="connsiteX4" fmla="*/ 9816 w 9820"/>
                        <a:gd name="connsiteY4" fmla="*/ 5032 h 10000"/>
                        <a:gd name="connsiteX5" fmla="*/ 8324 w 9820"/>
                        <a:gd name="connsiteY5" fmla="*/ 6925 h 10000"/>
                        <a:gd name="connsiteX6" fmla="*/ 5157 w 9820"/>
                        <a:gd name="connsiteY6" fmla="*/ 9999 h 10000"/>
                        <a:gd name="connsiteX7" fmla="*/ 2707 w 9820"/>
                        <a:gd name="connsiteY7" fmla="*/ 7302 h 10000"/>
                        <a:gd name="connsiteX8" fmla="*/ 1307 w 9820"/>
                        <a:gd name="connsiteY8" fmla="*/ 6154 h 10000"/>
                        <a:gd name="connsiteX9" fmla="*/ 49 w 9820"/>
                        <a:gd name="connsiteY9" fmla="*/ 4655 h 10000"/>
                        <a:gd name="connsiteX0" fmla="*/ 45 w 9995"/>
                        <a:gd name="connsiteY0" fmla="*/ 4655 h 10000"/>
                        <a:gd name="connsiteX1" fmla="*/ 2737 w 9995"/>
                        <a:gd name="connsiteY1" fmla="*/ 2430 h 10000"/>
                        <a:gd name="connsiteX2" fmla="*/ 5265 w 9995"/>
                        <a:gd name="connsiteY2" fmla="*/ 0 h 10000"/>
                        <a:gd name="connsiteX3" fmla="*/ 8064 w 9995"/>
                        <a:gd name="connsiteY3" fmla="*/ 2432 h 10000"/>
                        <a:gd name="connsiteX4" fmla="*/ 9991 w 9995"/>
                        <a:gd name="connsiteY4" fmla="*/ 5032 h 10000"/>
                        <a:gd name="connsiteX5" fmla="*/ 8472 w 9995"/>
                        <a:gd name="connsiteY5" fmla="*/ 6925 h 10000"/>
                        <a:gd name="connsiteX6" fmla="*/ 5247 w 9995"/>
                        <a:gd name="connsiteY6" fmla="*/ 9999 h 10000"/>
                        <a:gd name="connsiteX7" fmla="*/ 2752 w 9995"/>
                        <a:gd name="connsiteY7" fmla="*/ 7302 h 10000"/>
                        <a:gd name="connsiteX8" fmla="*/ 1374 w 9995"/>
                        <a:gd name="connsiteY8" fmla="*/ 6984 h 10000"/>
                        <a:gd name="connsiteX9" fmla="*/ 45 w 9995"/>
                        <a:gd name="connsiteY9" fmla="*/ 4655 h 10000"/>
                        <a:gd name="connsiteX0" fmla="*/ 45 w 10000"/>
                        <a:gd name="connsiteY0" fmla="*/ 5032 h 10377"/>
                        <a:gd name="connsiteX1" fmla="*/ 2738 w 10000"/>
                        <a:gd name="connsiteY1" fmla="*/ 2807 h 10377"/>
                        <a:gd name="connsiteX2" fmla="*/ 4886 w 10000"/>
                        <a:gd name="connsiteY2" fmla="*/ 0 h 10377"/>
                        <a:gd name="connsiteX3" fmla="*/ 8068 w 10000"/>
                        <a:gd name="connsiteY3" fmla="*/ 2809 h 10377"/>
                        <a:gd name="connsiteX4" fmla="*/ 9996 w 10000"/>
                        <a:gd name="connsiteY4" fmla="*/ 5409 h 10377"/>
                        <a:gd name="connsiteX5" fmla="*/ 8476 w 10000"/>
                        <a:gd name="connsiteY5" fmla="*/ 7302 h 10377"/>
                        <a:gd name="connsiteX6" fmla="*/ 5250 w 10000"/>
                        <a:gd name="connsiteY6" fmla="*/ 10376 h 10377"/>
                        <a:gd name="connsiteX7" fmla="*/ 2753 w 10000"/>
                        <a:gd name="connsiteY7" fmla="*/ 7679 h 10377"/>
                        <a:gd name="connsiteX8" fmla="*/ 1375 w 10000"/>
                        <a:gd name="connsiteY8" fmla="*/ 7361 h 10377"/>
                        <a:gd name="connsiteX9" fmla="*/ 45 w 10000"/>
                        <a:gd name="connsiteY9" fmla="*/ 5032 h 10377"/>
                        <a:gd name="connsiteX0" fmla="*/ 45 w 10000"/>
                        <a:gd name="connsiteY0" fmla="*/ 5036 h 10381"/>
                        <a:gd name="connsiteX1" fmla="*/ 2738 w 10000"/>
                        <a:gd name="connsiteY1" fmla="*/ 2811 h 10381"/>
                        <a:gd name="connsiteX2" fmla="*/ 4886 w 10000"/>
                        <a:gd name="connsiteY2" fmla="*/ 4 h 10381"/>
                        <a:gd name="connsiteX3" fmla="*/ 8068 w 10000"/>
                        <a:gd name="connsiteY3" fmla="*/ 2813 h 10381"/>
                        <a:gd name="connsiteX4" fmla="*/ 9996 w 10000"/>
                        <a:gd name="connsiteY4" fmla="*/ 5413 h 10381"/>
                        <a:gd name="connsiteX5" fmla="*/ 8476 w 10000"/>
                        <a:gd name="connsiteY5" fmla="*/ 7306 h 10381"/>
                        <a:gd name="connsiteX6" fmla="*/ 5250 w 10000"/>
                        <a:gd name="connsiteY6" fmla="*/ 10380 h 10381"/>
                        <a:gd name="connsiteX7" fmla="*/ 2753 w 10000"/>
                        <a:gd name="connsiteY7" fmla="*/ 7683 h 10381"/>
                        <a:gd name="connsiteX8" fmla="*/ 1375 w 10000"/>
                        <a:gd name="connsiteY8" fmla="*/ 7365 h 10381"/>
                        <a:gd name="connsiteX9" fmla="*/ 45 w 10000"/>
                        <a:gd name="connsiteY9" fmla="*/ 5036 h 10381"/>
                        <a:gd name="connsiteX0" fmla="*/ 45 w 10000"/>
                        <a:gd name="connsiteY0" fmla="*/ 5036 h 10796"/>
                        <a:gd name="connsiteX1" fmla="*/ 2738 w 10000"/>
                        <a:gd name="connsiteY1" fmla="*/ 2811 h 10796"/>
                        <a:gd name="connsiteX2" fmla="*/ 4886 w 10000"/>
                        <a:gd name="connsiteY2" fmla="*/ 4 h 10796"/>
                        <a:gd name="connsiteX3" fmla="*/ 8068 w 10000"/>
                        <a:gd name="connsiteY3" fmla="*/ 2813 h 10796"/>
                        <a:gd name="connsiteX4" fmla="*/ 9996 w 10000"/>
                        <a:gd name="connsiteY4" fmla="*/ 5413 h 10796"/>
                        <a:gd name="connsiteX5" fmla="*/ 8476 w 10000"/>
                        <a:gd name="connsiteY5" fmla="*/ 7306 h 10796"/>
                        <a:gd name="connsiteX6" fmla="*/ 5202 w 10000"/>
                        <a:gd name="connsiteY6" fmla="*/ 10795 h 10796"/>
                        <a:gd name="connsiteX7" fmla="*/ 2753 w 10000"/>
                        <a:gd name="connsiteY7" fmla="*/ 7683 h 10796"/>
                        <a:gd name="connsiteX8" fmla="*/ 1375 w 10000"/>
                        <a:gd name="connsiteY8" fmla="*/ 7365 h 10796"/>
                        <a:gd name="connsiteX9" fmla="*/ 45 w 10000"/>
                        <a:gd name="connsiteY9" fmla="*/ 5036 h 10796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000" h="10795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grpSp>
                  <p:nvGrpSpPr>
                    <p:cNvPr id="593" name="Group 592">
                      <a:extLst>
                        <a:ext uri="{FF2B5EF4-FFF2-40B4-BE49-F238E27FC236}">
                          <a16:creationId xmlns:a16="http://schemas.microsoft.com/office/drawing/2014/main" id="{54C50EFE-08A9-5B4A-AFAF-94F7B2B0FC1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594" name="Group 593">
                        <a:extLst>
                          <a:ext uri="{FF2B5EF4-FFF2-40B4-BE49-F238E27FC236}">
                            <a16:creationId xmlns:a16="http://schemas.microsoft.com/office/drawing/2014/main" id="{03DF6DE0-C498-A446-8283-49EB29459E8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40" name="Group 327">
                          <a:extLst>
                            <a:ext uri="{FF2B5EF4-FFF2-40B4-BE49-F238E27FC236}">
                              <a16:creationId xmlns:a16="http://schemas.microsoft.com/office/drawing/2014/main" id="{F6EE3929-FE3F-0840-AF38-D3E15F455633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44" name="Oval 643">
                            <a:extLst>
                              <a:ext uri="{FF2B5EF4-FFF2-40B4-BE49-F238E27FC236}">
                                <a16:creationId xmlns:a16="http://schemas.microsoft.com/office/drawing/2014/main" id="{3D78710C-FB43-914A-A1F0-D7D04F3E940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45" name="Rectangle 644">
                            <a:extLst>
                              <a:ext uri="{FF2B5EF4-FFF2-40B4-BE49-F238E27FC236}">
                                <a16:creationId xmlns:a16="http://schemas.microsoft.com/office/drawing/2014/main" id="{142CC03F-1C47-5747-B965-E0E0229EBD1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46" name="Oval 645">
                            <a:extLst>
                              <a:ext uri="{FF2B5EF4-FFF2-40B4-BE49-F238E27FC236}">
                                <a16:creationId xmlns:a16="http://schemas.microsoft.com/office/drawing/2014/main" id="{10E248B9-65B9-5D48-A407-80D61F6C6DA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47" name="Freeform 646">
                            <a:extLst>
                              <a:ext uri="{FF2B5EF4-FFF2-40B4-BE49-F238E27FC236}">
                                <a16:creationId xmlns:a16="http://schemas.microsoft.com/office/drawing/2014/main" id="{A3188F9F-97B7-CD44-8C26-2F45B943144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48" name="Freeform 647">
                            <a:extLst>
                              <a:ext uri="{FF2B5EF4-FFF2-40B4-BE49-F238E27FC236}">
                                <a16:creationId xmlns:a16="http://schemas.microsoft.com/office/drawing/2014/main" id="{046126A5-CA11-F844-8FBA-806B6B33164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49" name="Freeform 648">
                            <a:extLst>
                              <a:ext uri="{FF2B5EF4-FFF2-40B4-BE49-F238E27FC236}">
                                <a16:creationId xmlns:a16="http://schemas.microsoft.com/office/drawing/2014/main" id="{12F3F20C-B31A-594F-8298-C3AE33C0174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50" name="Freeform 649">
                            <a:extLst>
                              <a:ext uri="{FF2B5EF4-FFF2-40B4-BE49-F238E27FC236}">
                                <a16:creationId xmlns:a16="http://schemas.microsoft.com/office/drawing/2014/main" id="{B455C4DD-C50B-4F48-A571-AD2D900D3B0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651" name="Straight Connector 650">
                            <a:extLst>
                              <a:ext uri="{FF2B5EF4-FFF2-40B4-BE49-F238E27FC236}">
                                <a16:creationId xmlns:a16="http://schemas.microsoft.com/office/drawing/2014/main" id="{1B7B51A7-4770-D946-B654-02479FD39AB8}"/>
                              </a:ext>
                            </a:extLst>
                          </p:cNvPr>
                          <p:cNvCxnSpPr>
                            <a:endCxn id="646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52" name="Straight Connector 651">
                            <a:extLst>
                              <a:ext uri="{FF2B5EF4-FFF2-40B4-BE49-F238E27FC236}">
                                <a16:creationId xmlns:a16="http://schemas.microsoft.com/office/drawing/2014/main" id="{A76EA74D-6D4B-9A4B-B2DF-2209341D19A9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41" name="Group 640">
                          <a:extLst>
                            <a:ext uri="{FF2B5EF4-FFF2-40B4-BE49-F238E27FC236}">
                              <a16:creationId xmlns:a16="http://schemas.microsoft.com/office/drawing/2014/main" id="{166A6FB6-E2EB-FA49-8569-A25F59897CD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42" name="Oval 641">
                            <a:extLst>
                              <a:ext uri="{FF2B5EF4-FFF2-40B4-BE49-F238E27FC236}">
                                <a16:creationId xmlns:a16="http://schemas.microsoft.com/office/drawing/2014/main" id="{5CC28C02-B28B-DA48-8B0F-F04E8514D83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43" name="TextBox 642">
                            <a:extLst>
                              <a:ext uri="{FF2B5EF4-FFF2-40B4-BE49-F238E27FC236}">
                                <a16:creationId xmlns:a16="http://schemas.microsoft.com/office/drawing/2014/main" id="{81ED97F5-EA07-014B-8BAC-134C34676271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2b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595" name="Group 594">
                        <a:extLst>
                          <a:ext uri="{FF2B5EF4-FFF2-40B4-BE49-F238E27FC236}">
                            <a16:creationId xmlns:a16="http://schemas.microsoft.com/office/drawing/2014/main" id="{EB024165-248C-504E-B05F-4AAFD69CC57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27" name="Group 327">
                          <a:extLst>
                            <a:ext uri="{FF2B5EF4-FFF2-40B4-BE49-F238E27FC236}">
                              <a16:creationId xmlns:a16="http://schemas.microsoft.com/office/drawing/2014/main" id="{DD160B2D-31E2-FC4D-9077-3FEF425A0167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31" name="Oval 630">
                            <a:extLst>
                              <a:ext uri="{FF2B5EF4-FFF2-40B4-BE49-F238E27FC236}">
                                <a16:creationId xmlns:a16="http://schemas.microsoft.com/office/drawing/2014/main" id="{ECF28E28-15D0-FF44-8638-18424FC9CB1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32" name="Rectangle 631">
                            <a:extLst>
                              <a:ext uri="{FF2B5EF4-FFF2-40B4-BE49-F238E27FC236}">
                                <a16:creationId xmlns:a16="http://schemas.microsoft.com/office/drawing/2014/main" id="{02599EAE-DE11-9343-B29B-9BA456A3CF9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33" name="Oval 632">
                            <a:extLst>
                              <a:ext uri="{FF2B5EF4-FFF2-40B4-BE49-F238E27FC236}">
                                <a16:creationId xmlns:a16="http://schemas.microsoft.com/office/drawing/2014/main" id="{8054D897-D2E7-8545-B236-ED4C9934D7B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34" name="Freeform 633">
                            <a:extLst>
                              <a:ext uri="{FF2B5EF4-FFF2-40B4-BE49-F238E27FC236}">
                                <a16:creationId xmlns:a16="http://schemas.microsoft.com/office/drawing/2014/main" id="{6129CAD0-E2F0-5241-B15A-6D42EB5B98B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35" name="Freeform 634">
                            <a:extLst>
                              <a:ext uri="{FF2B5EF4-FFF2-40B4-BE49-F238E27FC236}">
                                <a16:creationId xmlns:a16="http://schemas.microsoft.com/office/drawing/2014/main" id="{E2AB3C1A-C478-584A-86AE-803CDCDBD82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36" name="Freeform 635">
                            <a:extLst>
                              <a:ext uri="{FF2B5EF4-FFF2-40B4-BE49-F238E27FC236}">
                                <a16:creationId xmlns:a16="http://schemas.microsoft.com/office/drawing/2014/main" id="{627E4CAC-4C76-F248-AD15-664DE8AB626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37" name="Freeform 636">
                            <a:extLst>
                              <a:ext uri="{FF2B5EF4-FFF2-40B4-BE49-F238E27FC236}">
                                <a16:creationId xmlns:a16="http://schemas.microsoft.com/office/drawing/2014/main" id="{39AB6165-7B2D-EA48-B7BD-43E457819A0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638" name="Straight Connector 637">
                            <a:extLst>
                              <a:ext uri="{FF2B5EF4-FFF2-40B4-BE49-F238E27FC236}">
                                <a16:creationId xmlns:a16="http://schemas.microsoft.com/office/drawing/2014/main" id="{05C021F3-7F1B-A340-8ACF-BA9BF665DFA6}"/>
                              </a:ext>
                            </a:extLst>
                          </p:cNvPr>
                          <p:cNvCxnSpPr>
                            <a:endCxn id="633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39" name="Straight Connector 638">
                            <a:extLst>
                              <a:ext uri="{FF2B5EF4-FFF2-40B4-BE49-F238E27FC236}">
                                <a16:creationId xmlns:a16="http://schemas.microsoft.com/office/drawing/2014/main" id="{C524E941-5A71-014D-AB18-D63BD5060280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28" name="Group 627">
                          <a:extLst>
                            <a:ext uri="{FF2B5EF4-FFF2-40B4-BE49-F238E27FC236}">
                              <a16:creationId xmlns:a16="http://schemas.microsoft.com/office/drawing/2014/main" id="{AB184B24-4A56-6944-B6BB-37C279466F5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29" name="Oval 628">
                            <a:extLst>
                              <a:ext uri="{FF2B5EF4-FFF2-40B4-BE49-F238E27FC236}">
                                <a16:creationId xmlns:a16="http://schemas.microsoft.com/office/drawing/2014/main" id="{F4D2E6E9-3828-FD42-A509-8B6DEBDDE61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30" name="TextBox 629">
                            <a:extLst>
                              <a:ext uri="{FF2B5EF4-FFF2-40B4-BE49-F238E27FC236}">
                                <a16:creationId xmlns:a16="http://schemas.microsoft.com/office/drawing/2014/main" id="{F82B5F78-56CC-8142-BC80-D638602E1ECF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2d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596" name="Group 595">
                        <a:extLst>
                          <a:ext uri="{FF2B5EF4-FFF2-40B4-BE49-F238E27FC236}">
                            <a16:creationId xmlns:a16="http://schemas.microsoft.com/office/drawing/2014/main" id="{A221FFF4-777B-6440-8972-AE4FC6B4487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14" name="Group 327">
                          <a:extLst>
                            <a:ext uri="{FF2B5EF4-FFF2-40B4-BE49-F238E27FC236}">
                              <a16:creationId xmlns:a16="http://schemas.microsoft.com/office/drawing/2014/main" id="{EB88614E-D225-BD40-9214-930832E6F97B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18" name="Oval 617">
                            <a:extLst>
                              <a:ext uri="{FF2B5EF4-FFF2-40B4-BE49-F238E27FC236}">
                                <a16:creationId xmlns:a16="http://schemas.microsoft.com/office/drawing/2014/main" id="{CCA0168E-191E-DE4B-B872-FDBF59D3D9E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19" name="Rectangle 618">
                            <a:extLst>
                              <a:ext uri="{FF2B5EF4-FFF2-40B4-BE49-F238E27FC236}">
                                <a16:creationId xmlns:a16="http://schemas.microsoft.com/office/drawing/2014/main" id="{EBE8450D-849D-0842-B14A-E427B384447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20" name="Oval 619">
                            <a:extLst>
                              <a:ext uri="{FF2B5EF4-FFF2-40B4-BE49-F238E27FC236}">
                                <a16:creationId xmlns:a16="http://schemas.microsoft.com/office/drawing/2014/main" id="{4174AA8D-050E-9841-BB57-37374C0B142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21" name="Freeform 620">
                            <a:extLst>
                              <a:ext uri="{FF2B5EF4-FFF2-40B4-BE49-F238E27FC236}">
                                <a16:creationId xmlns:a16="http://schemas.microsoft.com/office/drawing/2014/main" id="{28A093E8-B975-9442-8118-247936E3766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22" name="Freeform 621">
                            <a:extLst>
                              <a:ext uri="{FF2B5EF4-FFF2-40B4-BE49-F238E27FC236}">
                                <a16:creationId xmlns:a16="http://schemas.microsoft.com/office/drawing/2014/main" id="{F524B6B7-972E-AC4C-A09C-52336B37B28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23" name="Freeform 622">
                            <a:extLst>
                              <a:ext uri="{FF2B5EF4-FFF2-40B4-BE49-F238E27FC236}">
                                <a16:creationId xmlns:a16="http://schemas.microsoft.com/office/drawing/2014/main" id="{86F5315E-8BBA-1841-BB44-FD2560EFF91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24" name="Freeform 623">
                            <a:extLst>
                              <a:ext uri="{FF2B5EF4-FFF2-40B4-BE49-F238E27FC236}">
                                <a16:creationId xmlns:a16="http://schemas.microsoft.com/office/drawing/2014/main" id="{C487AB37-38B2-8646-91F0-2D2B5353D02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625" name="Straight Connector 624">
                            <a:extLst>
                              <a:ext uri="{FF2B5EF4-FFF2-40B4-BE49-F238E27FC236}">
                                <a16:creationId xmlns:a16="http://schemas.microsoft.com/office/drawing/2014/main" id="{1D2DADBE-9AB2-B04B-93EF-3527AA4AF224}"/>
                              </a:ext>
                            </a:extLst>
                          </p:cNvPr>
                          <p:cNvCxnSpPr>
                            <a:endCxn id="620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26" name="Straight Connector 625">
                            <a:extLst>
                              <a:ext uri="{FF2B5EF4-FFF2-40B4-BE49-F238E27FC236}">
                                <a16:creationId xmlns:a16="http://schemas.microsoft.com/office/drawing/2014/main" id="{76CB4F3E-805B-4647-95EB-5434B7304105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15" name="Group 614">
                          <a:extLst>
                            <a:ext uri="{FF2B5EF4-FFF2-40B4-BE49-F238E27FC236}">
                              <a16:creationId xmlns:a16="http://schemas.microsoft.com/office/drawing/2014/main" id="{19017220-5E4C-6E49-ACBE-4AFA30CF650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16" name="Oval 615">
                            <a:extLst>
                              <a:ext uri="{FF2B5EF4-FFF2-40B4-BE49-F238E27FC236}">
                                <a16:creationId xmlns:a16="http://schemas.microsoft.com/office/drawing/2014/main" id="{1DE9A77B-D108-964E-B641-D2D6DE28297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17" name="TextBox 616">
                            <a:extLst>
                              <a:ext uri="{FF2B5EF4-FFF2-40B4-BE49-F238E27FC236}">
                                <a16:creationId xmlns:a16="http://schemas.microsoft.com/office/drawing/2014/main" id="{4D4380C6-51EB-E24D-9E71-00551BA89E05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2c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597" name="Group 596">
                        <a:extLst>
                          <a:ext uri="{FF2B5EF4-FFF2-40B4-BE49-F238E27FC236}">
                            <a16:creationId xmlns:a16="http://schemas.microsoft.com/office/drawing/2014/main" id="{81417A1E-D6B9-7444-8FBF-5CE562F7357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01" name="Group 327">
                          <a:extLst>
                            <a:ext uri="{FF2B5EF4-FFF2-40B4-BE49-F238E27FC236}">
                              <a16:creationId xmlns:a16="http://schemas.microsoft.com/office/drawing/2014/main" id="{A322A3A9-B31F-5A41-A54A-A0F3B828A573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05" name="Oval 604">
                            <a:extLst>
                              <a:ext uri="{FF2B5EF4-FFF2-40B4-BE49-F238E27FC236}">
                                <a16:creationId xmlns:a16="http://schemas.microsoft.com/office/drawing/2014/main" id="{94E61F22-9440-9941-B3C5-98B1FF82D3C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06" name="Rectangle 605">
                            <a:extLst>
                              <a:ext uri="{FF2B5EF4-FFF2-40B4-BE49-F238E27FC236}">
                                <a16:creationId xmlns:a16="http://schemas.microsoft.com/office/drawing/2014/main" id="{560713D5-39B5-C24C-85CB-21A5D86DADC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07" name="Oval 606">
                            <a:extLst>
                              <a:ext uri="{FF2B5EF4-FFF2-40B4-BE49-F238E27FC236}">
                                <a16:creationId xmlns:a16="http://schemas.microsoft.com/office/drawing/2014/main" id="{37C0F383-4349-374C-BB7B-B7F9E9746B9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08" name="Freeform 607">
                            <a:extLst>
                              <a:ext uri="{FF2B5EF4-FFF2-40B4-BE49-F238E27FC236}">
                                <a16:creationId xmlns:a16="http://schemas.microsoft.com/office/drawing/2014/main" id="{62B1D68C-8951-0842-B7E0-325E3DE1E3C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09" name="Freeform 608">
                            <a:extLst>
                              <a:ext uri="{FF2B5EF4-FFF2-40B4-BE49-F238E27FC236}">
                                <a16:creationId xmlns:a16="http://schemas.microsoft.com/office/drawing/2014/main" id="{13246BF0-8D05-3D4F-9BBD-B0CC7D8D2E9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10" name="Freeform 609">
                            <a:extLst>
                              <a:ext uri="{FF2B5EF4-FFF2-40B4-BE49-F238E27FC236}">
                                <a16:creationId xmlns:a16="http://schemas.microsoft.com/office/drawing/2014/main" id="{593834BB-E882-6A4F-9133-15170ED473E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11" name="Freeform 610">
                            <a:extLst>
                              <a:ext uri="{FF2B5EF4-FFF2-40B4-BE49-F238E27FC236}">
                                <a16:creationId xmlns:a16="http://schemas.microsoft.com/office/drawing/2014/main" id="{7692C0A4-25BB-C640-8679-581F713394B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612" name="Straight Connector 611">
                            <a:extLst>
                              <a:ext uri="{FF2B5EF4-FFF2-40B4-BE49-F238E27FC236}">
                                <a16:creationId xmlns:a16="http://schemas.microsoft.com/office/drawing/2014/main" id="{4DB46916-FA8C-8647-823E-4891699AA6E9}"/>
                              </a:ext>
                            </a:extLst>
                          </p:cNvPr>
                          <p:cNvCxnSpPr>
                            <a:endCxn id="607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13" name="Straight Connector 612">
                            <a:extLst>
                              <a:ext uri="{FF2B5EF4-FFF2-40B4-BE49-F238E27FC236}">
                                <a16:creationId xmlns:a16="http://schemas.microsoft.com/office/drawing/2014/main" id="{C7B50B1B-6FBF-1F4A-BB26-B12A7FA1847B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02" name="Group 601">
                          <a:extLst>
                            <a:ext uri="{FF2B5EF4-FFF2-40B4-BE49-F238E27FC236}">
                              <a16:creationId xmlns:a16="http://schemas.microsoft.com/office/drawing/2014/main" id="{1B8EB25A-01DD-AD42-B0BF-139FB0C1470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03" name="Oval 602">
                            <a:extLst>
                              <a:ext uri="{FF2B5EF4-FFF2-40B4-BE49-F238E27FC236}">
                                <a16:creationId xmlns:a16="http://schemas.microsoft.com/office/drawing/2014/main" id="{D7C15E68-27D3-624D-8350-6D21F7FA607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604" name="TextBox 603">
                            <a:extLst>
                              <a:ext uri="{FF2B5EF4-FFF2-40B4-BE49-F238E27FC236}">
                                <a16:creationId xmlns:a16="http://schemas.microsoft.com/office/drawing/2014/main" id="{ACE74693-E5E5-DB4F-9930-5C32B9C87438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2a</a:t>
                            </a:r>
                          </a:p>
                        </p:txBody>
                      </p:sp>
                    </p:grpSp>
                  </p:grpSp>
                  <p:cxnSp>
                    <p:nvCxnSpPr>
                      <p:cNvPr id="598" name="Straight Connector 597">
                        <a:extLst>
                          <a:ext uri="{FF2B5EF4-FFF2-40B4-BE49-F238E27FC236}">
                            <a16:creationId xmlns:a16="http://schemas.microsoft.com/office/drawing/2014/main" id="{51B99E99-08D3-3D47-A888-94250D87FE72}"/>
                          </a:ext>
                        </a:extLst>
                      </p:cNvPr>
                      <p:cNvCxnSpPr>
                        <a:stCxn id="644" idx="7"/>
                      </p:cNvCxnSpPr>
                      <p:nvPr/>
                    </p:nvCxnSpPr>
                    <p:spPr bwMode="auto">
                      <a:xfrm>
                        <a:off x="2218708" y="3154477"/>
                        <a:ext cx="480042" cy="36977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599" name="Straight Connector 598">
                        <a:extLst>
                          <a:ext uri="{FF2B5EF4-FFF2-40B4-BE49-F238E27FC236}">
                            <a16:creationId xmlns:a16="http://schemas.microsoft.com/office/drawing/2014/main" id="{45D0CFF0-9AE1-5E41-ABD1-6EEAA6D7BD3B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300073" y="3786304"/>
                        <a:ext cx="477927" cy="357071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600" name="Straight Connector 599">
                        <a:extLst>
                          <a:ext uri="{FF2B5EF4-FFF2-40B4-BE49-F238E27FC236}">
                            <a16:creationId xmlns:a16="http://schemas.microsoft.com/office/drawing/2014/main" id="{1A40A125-3A4F-7C41-9910-62CBBBE4067F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2196042" y="3783542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</p:grpSp>
              <p:sp>
                <p:nvSpPr>
                  <p:cNvPr id="591" name="TextBox 590">
                    <a:extLst>
                      <a:ext uri="{FF2B5EF4-FFF2-40B4-BE49-F238E27FC236}">
                        <a16:creationId xmlns:a16="http://schemas.microsoft.com/office/drawing/2014/main" id="{2F2EDC74-B7B1-6149-BC4F-66632A203F35}"/>
                      </a:ext>
                    </a:extLst>
                  </p:cNvPr>
                  <p:cNvSpPr txBox="1"/>
                  <p:nvPr/>
                </p:nvSpPr>
                <p:spPr>
                  <a:xfrm>
                    <a:off x="4833576" y="4910165"/>
                    <a:ext cx="753532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2000" dirty="0">
                        <a:solidFill>
                          <a:srgbClr val="000090"/>
                        </a:solidFill>
                        <a:latin typeface="Arial" charset="0"/>
                        <a:ea typeface="ＭＳ Ｐゴシック" charset="0"/>
                      </a:rPr>
                      <a:t>AS 2</a:t>
                    </a:r>
                  </a:p>
                </p:txBody>
              </p:sp>
            </p:grpSp>
            <p:grpSp>
              <p:nvGrpSpPr>
                <p:cNvPr id="457" name="Group 456">
                  <a:extLst>
                    <a:ext uri="{FF2B5EF4-FFF2-40B4-BE49-F238E27FC236}">
                      <a16:creationId xmlns:a16="http://schemas.microsoft.com/office/drawing/2014/main" id="{DDC5C5CE-E997-F04B-B576-FAFFC8CD20F3}"/>
                    </a:ext>
                  </a:extLst>
                </p:cNvPr>
                <p:cNvGrpSpPr/>
                <p:nvPr/>
              </p:nvGrpSpPr>
              <p:grpSpPr>
                <a:xfrm>
                  <a:off x="8100574" y="3694542"/>
                  <a:ext cx="2575521" cy="1672516"/>
                  <a:chOff x="8100574" y="3694542"/>
                  <a:chExt cx="2575521" cy="1672516"/>
                </a:xfrm>
              </p:grpSpPr>
              <p:sp>
                <p:nvSpPr>
                  <p:cNvPr id="525" name="Freeform 2">
                    <a:extLst>
                      <a:ext uri="{FF2B5EF4-FFF2-40B4-BE49-F238E27FC236}">
                        <a16:creationId xmlns:a16="http://schemas.microsoft.com/office/drawing/2014/main" id="{9FF2DF1D-33FE-8545-B72C-6473EDAC87F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100574" y="3694542"/>
                    <a:ext cx="2575521" cy="1672516"/>
                  </a:xfrm>
                  <a:custGeom>
                    <a:avLst/>
                    <a:gdLst>
                      <a:gd name="T0" fmla="*/ 648763 w 10001"/>
                      <a:gd name="T1" fmla="*/ 34777612 h 10125"/>
                      <a:gd name="T2" fmla="*/ 115976403 w 10001"/>
                      <a:gd name="T3" fmla="*/ 13733703 h 10125"/>
                      <a:gd name="T4" fmla="*/ 507700960 w 10001"/>
                      <a:gd name="T5" fmla="*/ 8662125 h 10125"/>
                      <a:gd name="T6" fmla="*/ 810212713 w 10001"/>
                      <a:gd name="T7" fmla="*/ 0 h 10125"/>
                      <a:gd name="T8" fmla="*/ 1090015738 w 10001"/>
                      <a:gd name="T9" fmla="*/ 8687929 h 10125"/>
                      <a:gd name="T10" fmla="*/ 1310938763 w 10001"/>
                      <a:gd name="T11" fmla="*/ 4279362 h 10125"/>
                      <a:gd name="T12" fmla="*/ 1620263134 w 10001"/>
                      <a:gd name="T13" fmla="*/ 25736690 h 10125"/>
                      <a:gd name="T14" fmla="*/ 1394798364 w 10001"/>
                      <a:gd name="T15" fmla="*/ 58525268 h 10125"/>
                      <a:gd name="T16" fmla="*/ 1134622140 w 10001"/>
                      <a:gd name="T17" fmla="*/ 80266624 h 10125"/>
                      <a:gd name="T18" fmla="*/ 860820276 w 10001"/>
                      <a:gd name="T19" fmla="*/ 76142271 h 10125"/>
                      <a:gd name="T20" fmla="*/ 708996782 w 10001"/>
                      <a:gd name="T21" fmla="*/ 85346835 h 10125"/>
                      <a:gd name="T22" fmla="*/ 509322667 w 10001"/>
                      <a:gd name="T23" fmla="*/ 86268164 h 10125"/>
                      <a:gd name="T24" fmla="*/ 353443899 w 10001"/>
                      <a:gd name="T25" fmla="*/ 67979516 h 10125"/>
                      <a:gd name="T26" fmla="*/ 192536914 w 10001"/>
                      <a:gd name="T27" fmla="*/ 64535347 h 10125"/>
                      <a:gd name="T28" fmla="*/ 648763 w 10001"/>
                      <a:gd name="T29" fmla="*/ 34777612 h 1012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connsiteX0" fmla="*/ 4 w 10040"/>
                      <a:gd name="connsiteY0" fmla="*/ 4039 h 10125"/>
                      <a:gd name="connsiteX1" fmla="*/ 715 w 10040"/>
                      <a:gd name="connsiteY1" fmla="*/ 1595 h 10125"/>
                      <a:gd name="connsiteX2" fmla="*/ 3130 w 10040"/>
                      <a:gd name="connsiteY2" fmla="*/ 1006 h 10125"/>
                      <a:gd name="connsiteX3" fmla="*/ 4995 w 10040"/>
                      <a:gd name="connsiteY3" fmla="*/ 0 h 10125"/>
                      <a:gd name="connsiteX4" fmla="*/ 6720 w 10040"/>
                      <a:gd name="connsiteY4" fmla="*/ 1009 h 10125"/>
                      <a:gd name="connsiteX5" fmla="*/ 9989 w 10040"/>
                      <a:gd name="connsiteY5" fmla="*/ 2989 h 10125"/>
                      <a:gd name="connsiteX6" fmla="*/ 8599 w 10040"/>
                      <a:gd name="connsiteY6" fmla="*/ 6797 h 10125"/>
                      <a:gd name="connsiteX7" fmla="*/ 6995 w 10040"/>
                      <a:gd name="connsiteY7" fmla="*/ 9322 h 10125"/>
                      <a:gd name="connsiteX8" fmla="*/ 5307 w 10040"/>
                      <a:gd name="connsiteY8" fmla="*/ 8843 h 10125"/>
                      <a:gd name="connsiteX9" fmla="*/ 4371 w 10040"/>
                      <a:gd name="connsiteY9" fmla="*/ 9912 h 10125"/>
                      <a:gd name="connsiteX10" fmla="*/ 3140 w 10040"/>
                      <a:gd name="connsiteY10" fmla="*/ 10019 h 10125"/>
                      <a:gd name="connsiteX11" fmla="*/ 2179 w 10040"/>
                      <a:gd name="connsiteY11" fmla="*/ 7895 h 10125"/>
                      <a:gd name="connsiteX12" fmla="*/ 1187 w 10040"/>
                      <a:gd name="connsiteY12" fmla="*/ 7495 h 10125"/>
                      <a:gd name="connsiteX13" fmla="*/ 4 w 10040"/>
                      <a:gd name="connsiteY13" fmla="*/ 4039 h 10125"/>
                      <a:gd name="connsiteX0" fmla="*/ 4 w 8600"/>
                      <a:gd name="connsiteY0" fmla="*/ 4042 h 10128"/>
                      <a:gd name="connsiteX1" fmla="*/ 715 w 8600"/>
                      <a:gd name="connsiteY1" fmla="*/ 1598 h 10128"/>
                      <a:gd name="connsiteX2" fmla="*/ 3130 w 8600"/>
                      <a:gd name="connsiteY2" fmla="*/ 1009 h 10128"/>
                      <a:gd name="connsiteX3" fmla="*/ 4995 w 8600"/>
                      <a:gd name="connsiteY3" fmla="*/ 3 h 10128"/>
                      <a:gd name="connsiteX4" fmla="*/ 6720 w 8600"/>
                      <a:gd name="connsiteY4" fmla="*/ 1012 h 10128"/>
                      <a:gd name="connsiteX5" fmla="*/ 8599 w 8600"/>
                      <a:gd name="connsiteY5" fmla="*/ 6800 h 10128"/>
                      <a:gd name="connsiteX6" fmla="*/ 6995 w 8600"/>
                      <a:gd name="connsiteY6" fmla="*/ 9325 h 10128"/>
                      <a:gd name="connsiteX7" fmla="*/ 5307 w 8600"/>
                      <a:gd name="connsiteY7" fmla="*/ 8846 h 10128"/>
                      <a:gd name="connsiteX8" fmla="*/ 4371 w 8600"/>
                      <a:gd name="connsiteY8" fmla="*/ 9915 h 10128"/>
                      <a:gd name="connsiteX9" fmla="*/ 3140 w 8600"/>
                      <a:gd name="connsiteY9" fmla="*/ 10022 h 10128"/>
                      <a:gd name="connsiteX10" fmla="*/ 2179 w 8600"/>
                      <a:gd name="connsiteY10" fmla="*/ 7898 h 10128"/>
                      <a:gd name="connsiteX11" fmla="*/ 1187 w 8600"/>
                      <a:gd name="connsiteY11" fmla="*/ 7498 h 10128"/>
                      <a:gd name="connsiteX12" fmla="*/ 4 w 8600"/>
                      <a:gd name="connsiteY12" fmla="*/ 4042 h 10128"/>
                      <a:gd name="connsiteX0" fmla="*/ 4 w 9326"/>
                      <a:gd name="connsiteY0" fmla="*/ 3988 h 9997"/>
                      <a:gd name="connsiteX1" fmla="*/ 830 w 9326"/>
                      <a:gd name="connsiteY1" fmla="*/ 1575 h 9997"/>
                      <a:gd name="connsiteX2" fmla="*/ 3639 w 9326"/>
                      <a:gd name="connsiteY2" fmla="*/ 993 h 9997"/>
                      <a:gd name="connsiteX3" fmla="*/ 5807 w 9326"/>
                      <a:gd name="connsiteY3" fmla="*/ 0 h 9997"/>
                      <a:gd name="connsiteX4" fmla="*/ 7813 w 9326"/>
                      <a:gd name="connsiteY4" fmla="*/ 996 h 9997"/>
                      <a:gd name="connsiteX5" fmla="*/ 9324 w 9326"/>
                      <a:gd name="connsiteY5" fmla="*/ 5746 h 9997"/>
                      <a:gd name="connsiteX6" fmla="*/ 8133 w 9326"/>
                      <a:gd name="connsiteY6" fmla="*/ 9204 h 9997"/>
                      <a:gd name="connsiteX7" fmla="*/ 6170 w 9326"/>
                      <a:gd name="connsiteY7" fmla="*/ 8731 h 9997"/>
                      <a:gd name="connsiteX8" fmla="*/ 5082 w 9326"/>
                      <a:gd name="connsiteY8" fmla="*/ 9787 h 9997"/>
                      <a:gd name="connsiteX9" fmla="*/ 3650 w 9326"/>
                      <a:gd name="connsiteY9" fmla="*/ 9892 h 9997"/>
                      <a:gd name="connsiteX10" fmla="*/ 2533 w 9326"/>
                      <a:gd name="connsiteY10" fmla="*/ 7795 h 9997"/>
                      <a:gd name="connsiteX11" fmla="*/ 1379 w 9326"/>
                      <a:gd name="connsiteY11" fmla="*/ 7400 h 9997"/>
                      <a:gd name="connsiteX12" fmla="*/ 4 w 9326"/>
                      <a:gd name="connsiteY12" fmla="*/ 3988 h 9997"/>
                      <a:gd name="connsiteX0" fmla="*/ 4 w 10001"/>
                      <a:gd name="connsiteY0" fmla="*/ 3989 h 10041"/>
                      <a:gd name="connsiteX1" fmla="*/ 890 w 10001"/>
                      <a:gd name="connsiteY1" fmla="*/ 1575 h 10041"/>
                      <a:gd name="connsiteX2" fmla="*/ 3902 w 10001"/>
                      <a:gd name="connsiteY2" fmla="*/ 993 h 10041"/>
                      <a:gd name="connsiteX3" fmla="*/ 6227 w 10001"/>
                      <a:gd name="connsiteY3" fmla="*/ 0 h 10041"/>
                      <a:gd name="connsiteX4" fmla="*/ 8378 w 10001"/>
                      <a:gd name="connsiteY4" fmla="*/ 996 h 10041"/>
                      <a:gd name="connsiteX5" fmla="*/ 9998 w 10001"/>
                      <a:gd name="connsiteY5" fmla="*/ 5748 h 10041"/>
                      <a:gd name="connsiteX6" fmla="*/ 8721 w 10001"/>
                      <a:gd name="connsiteY6" fmla="*/ 9207 h 10041"/>
                      <a:gd name="connsiteX7" fmla="*/ 5449 w 10001"/>
                      <a:gd name="connsiteY7" fmla="*/ 9790 h 10041"/>
                      <a:gd name="connsiteX8" fmla="*/ 3914 w 10001"/>
                      <a:gd name="connsiteY8" fmla="*/ 9895 h 10041"/>
                      <a:gd name="connsiteX9" fmla="*/ 2716 w 10001"/>
                      <a:gd name="connsiteY9" fmla="*/ 7797 h 10041"/>
                      <a:gd name="connsiteX10" fmla="*/ 1479 w 10001"/>
                      <a:gd name="connsiteY10" fmla="*/ 7402 h 10041"/>
                      <a:gd name="connsiteX11" fmla="*/ 4 w 10001"/>
                      <a:gd name="connsiteY11" fmla="*/ 3989 h 10041"/>
                      <a:gd name="connsiteX0" fmla="*/ 4 w 10001"/>
                      <a:gd name="connsiteY0" fmla="*/ 3989 h 14825"/>
                      <a:gd name="connsiteX1" fmla="*/ 890 w 10001"/>
                      <a:gd name="connsiteY1" fmla="*/ 1575 h 14825"/>
                      <a:gd name="connsiteX2" fmla="*/ 3902 w 10001"/>
                      <a:gd name="connsiteY2" fmla="*/ 993 h 14825"/>
                      <a:gd name="connsiteX3" fmla="*/ 6227 w 10001"/>
                      <a:gd name="connsiteY3" fmla="*/ 0 h 14825"/>
                      <a:gd name="connsiteX4" fmla="*/ 8378 w 10001"/>
                      <a:gd name="connsiteY4" fmla="*/ 996 h 14825"/>
                      <a:gd name="connsiteX5" fmla="*/ 9998 w 10001"/>
                      <a:gd name="connsiteY5" fmla="*/ 5748 h 14825"/>
                      <a:gd name="connsiteX6" fmla="*/ 8721 w 10001"/>
                      <a:gd name="connsiteY6" fmla="*/ 9207 h 14825"/>
                      <a:gd name="connsiteX7" fmla="*/ 6011 w 10001"/>
                      <a:gd name="connsiteY7" fmla="*/ 14823 h 14825"/>
                      <a:gd name="connsiteX8" fmla="*/ 3914 w 10001"/>
                      <a:gd name="connsiteY8" fmla="*/ 9895 h 14825"/>
                      <a:gd name="connsiteX9" fmla="*/ 2716 w 10001"/>
                      <a:gd name="connsiteY9" fmla="*/ 7797 h 14825"/>
                      <a:gd name="connsiteX10" fmla="*/ 1479 w 10001"/>
                      <a:gd name="connsiteY10" fmla="*/ 7402 h 14825"/>
                      <a:gd name="connsiteX11" fmla="*/ 4 w 10001"/>
                      <a:gd name="connsiteY11" fmla="*/ 3989 h 14825"/>
                      <a:gd name="connsiteX0" fmla="*/ 4 w 10001"/>
                      <a:gd name="connsiteY0" fmla="*/ 7436 h 18272"/>
                      <a:gd name="connsiteX1" fmla="*/ 890 w 10001"/>
                      <a:gd name="connsiteY1" fmla="*/ 5022 h 18272"/>
                      <a:gd name="connsiteX2" fmla="*/ 3902 w 10001"/>
                      <a:gd name="connsiteY2" fmla="*/ 4440 h 18272"/>
                      <a:gd name="connsiteX3" fmla="*/ 6026 w 10001"/>
                      <a:gd name="connsiteY3" fmla="*/ 0 h 18272"/>
                      <a:gd name="connsiteX4" fmla="*/ 8378 w 10001"/>
                      <a:gd name="connsiteY4" fmla="*/ 4443 h 18272"/>
                      <a:gd name="connsiteX5" fmla="*/ 9998 w 10001"/>
                      <a:gd name="connsiteY5" fmla="*/ 9195 h 18272"/>
                      <a:gd name="connsiteX6" fmla="*/ 8721 w 10001"/>
                      <a:gd name="connsiteY6" fmla="*/ 12654 h 18272"/>
                      <a:gd name="connsiteX7" fmla="*/ 6011 w 10001"/>
                      <a:gd name="connsiteY7" fmla="*/ 18270 h 18272"/>
                      <a:gd name="connsiteX8" fmla="*/ 3914 w 10001"/>
                      <a:gd name="connsiteY8" fmla="*/ 13342 h 18272"/>
                      <a:gd name="connsiteX9" fmla="*/ 2716 w 10001"/>
                      <a:gd name="connsiteY9" fmla="*/ 11244 h 18272"/>
                      <a:gd name="connsiteX10" fmla="*/ 1479 w 10001"/>
                      <a:gd name="connsiteY10" fmla="*/ 10849 h 18272"/>
                      <a:gd name="connsiteX11" fmla="*/ 4 w 10001"/>
                      <a:gd name="connsiteY11" fmla="*/ 7436 h 18272"/>
                      <a:gd name="connsiteX0" fmla="*/ 1 w 9998"/>
                      <a:gd name="connsiteY0" fmla="*/ 7436 h 18272"/>
                      <a:gd name="connsiteX1" fmla="*/ 3899 w 9998"/>
                      <a:gd name="connsiteY1" fmla="*/ 4440 h 18272"/>
                      <a:gd name="connsiteX2" fmla="*/ 6023 w 9998"/>
                      <a:gd name="connsiteY2" fmla="*/ 0 h 18272"/>
                      <a:gd name="connsiteX3" fmla="*/ 8375 w 9998"/>
                      <a:gd name="connsiteY3" fmla="*/ 4443 h 18272"/>
                      <a:gd name="connsiteX4" fmla="*/ 9995 w 9998"/>
                      <a:gd name="connsiteY4" fmla="*/ 9195 h 18272"/>
                      <a:gd name="connsiteX5" fmla="*/ 8718 w 9998"/>
                      <a:gd name="connsiteY5" fmla="*/ 12654 h 18272"/>
                      <a:gd name="connsiteX6" fmla="*/ 6008 w 9998"/>
                      <a:gd name="connsiteY6" fmla="*/ 18270 h 18272"/>
                      <a:gd name="connsiteX7" fmla="*/ 3911 w 9998"/>
                      <a:gd name="connsiteY7" fmla="*/ 13342 h 18272"/>
                      <a:gd name="connsiteX8" fmla="*/ 2713 w 9998"/>
                      <a:gd name="connsiteY8" fmla="*/ 11244 h 18272"/>
                      <a:gd name="connsiteX9" fmla="*/ 1476 w 9998"/>
                      <a:gd name="connsiteY9" fmla="*/ 10849 h 18272"/>
                      <a:gd name="connsiteX10" fmla="*/ 1 w 9998"/>
                      <a:gd name="connsiteY10" fmla="*/ 7436 h 18272"/>
                      <a:gd name="connsiteX0" fmla="*/ 35 w 8559"/>
                      <a:gd name="connsiteY0" fmla="*/ 5938 h 10000"/>
                      <a:gd name="connsiteX1" fmla="*/ 2459 w 8559"/>
                      <a:gd name="connsiteY1" fmla="*/ 2430 h 10000"/>
                      <a:gd name="connsiteX2" fmla="*/ 4583 w 8559"/>
                      <a:gd name="connsiteY2" fmla="*/ 0 h 10000"/>
                      <a:gd name="connsiteX3" fmla="*/ 6936 w 8559"/>
                      <a:gd name="connsiteY3" fmla="*/ 2432 h 10000"/>
                      <a:gd name="connsiteX4" fmla="*/ 8556 w 8559"/>
                      <a:gd name="connsiteY4" fmla="*/ 5032 h 10000"/>
                      <a:gd name="connsiteX5" fmla="*/ 7279 w 8559"/>
                      <a:gd name="connsiteY5" fmla="*/ 6925 h 10000"/>
                      <a:gd name="connsiteX6" fmla="*/ 4568 w 8559"/>
                      <a:gd name="connsiteY6" fmla="*/ 9999 h 10000"/>
                      <a:gd name="connsiteX7" fmla="*/ 2471 w 8559"/>
                      <a:gd name="connsiteY7" fmla="*/ 7302 h 10000"/>
                      <a:gd name="connsiteX8" fmla="*/ 1273 w 8559"/>
                      <a:gd name="connsiteY8" fmla="*/ 6154 h 10000"/>
                      <a:gd name="connsiteX9" fmla="*/ 35 w 8559"/>
                      <a:gd name="connsiteY9" fmla="*/ 5938 h 10000"/>
                      <a:gd name="connsiteX0" fmla="*/ 49 w 9820"/>
                      <a:gd name="connsiteY0" fmla="*/ 4655 h 10000"/>
                      <a:gd name="connsiteX1" fmla="*/ 2693 w 9820"/>
                      <a:gd name="connsiteY1" fmla="*/ 2430 h 10000"/>
                      <a:gd name="connsiteX2" fmla="*/ 5175 w 9820"/>
                      <a:gd name="connsiteY2" fmla="*/ 0 h 10000"/>
                      <a:gd name="connsiteX3" fmla="*/ 7924 w 9820"/>
                      <a:gd name="connsiteY3" fmla="*/ 2432 h 10000"/>
                      <a:gd name="connsiteX4" fmla="*/ 9816 w 9820"/>
                      <a:gd name="connsiteY4" fmla="*/ 5032 h 10000"/>
                      <a:gd name="connsiteX5" fmla="*/ 8324 w 9820"/>
                      <a:gd name="connsiteY5" fmla="*/ 6925 h 10000"/>
                      <a:gd name="connsiteX6" fmla="*/ 5157 w 9820"/>
                      <a:gd name="connsiteY6" fmla="*/ 9999 h 10000"/>
                      <a:gd name="connsiteX7" fmla="*/ 2707 w 9820"/>
                      <a:gd name="connsiteY7" fmla="*/ 7302 h 10000"/>
                      <a:gd name="connsiteX8" fmla="*/ 1307 w 9820"/>
                      <a:gd name="connsiteY8" fmla="*/ 6154 h 10000"/>
                      <a:gd name="connsiteX9" fmla="*/ 49 w 9820"/>
                      <a:gd name="connsiteY9" fmla="*/ 4655 h 10000"/>
                      <a:gd name="connsiteX0" fmla="*/ 45 w 9995"/>
                      <a:gd name="connsiteY0" fmla="*/ 4655 h 10000"/>
                      <a:gd name="connsiteX1" fmla="*/ 2737 w 9995"/>
                      <a:gd name="connsiteY1" fmla="*/ 2430 h 10000"/>
                      <a:gd name="connsiteX2" fmla="*/ 5265 w 9995"/>
                      <a:gd name="connsiteY2" fmla="*/ 0 h 10000"/>
                      <a:gd name="connsiteX3" fmla="*/ 8064 w 9995"/>
                      <a:gd name="connsiteY3" fmla="*/ 2432 h 10000"/>
                      <a:gd name="connsiteX4" fmla="*/ 9991 w 9995"/>
                      <a:gd name="connsiteY4" fmla="*/ 5032 h 10000"/>
                      <a:gd name="connsiteX5" fmla="*/ 8472 w 9995"/>
                      <a:gd name="connsiteY5" fmla="*/ 6925 h 10000"/>
                      <a:gd name="connsiteX6" fmla="*/ 5247 w 9995"/>
                      <a:gd name="connsiteY6" fmla="*/ 9999 h 10000"/>
                      <a:gd name="connsiteX7" fmla="*/ 2752 w 9995"/>
                      <a:gd name="connsiteY7" fmla="*/ 7302 h 10000"/>
                      <a:gd name="connsiteX8" fmla="*/ 1374 w 9995"/>
                      <a:gd name="connsiteY8" fmla="*/ 6984 h 10000"/>
                      <a:gd name="connsiteX9" fmla="*/ 45 w 9995"/>
                      <a:gd name="connsiteY9" fmla="*/ 4655 h 10000"/>
                      <a:gd name="connsiteX0" fmla="*/ 45 w 10000"/>
                      <a:gd name="connsiteY0" fmla="*/ 5032 h 10377"/>
                      <a:gd name="connsiteX1" fmla="*/ 2738 w 10000"/>
                      <a:gd name="connsiteY1" fmla="*/ 2807 h 10377"/>
                      <a:gd name="connsiteX2" fmla="*/ 4886 w 10000"/>
                      <a:gd name="connsiteY2" fmla="*/ 0 h 10377"/>
                      <a:gd name="connsiteX3" fmla="*/ 8068 w 10000"/>
                      <a:gd name="connsiteY3" fmla="*/ 2809 h 10377"/>
                      <a:gd name="connsiteX4" fmla="*/ 9996 w 10000"/>
                      <a:gd name="connsiteY4" fmla="*/ 5409 h 10377"/>
                      <a:gd name="connsiteX5" fmla="*/ 8476 w 10000"/>
                      <a:gd name="connsiteY5" fmla="*/ 7302 h 10377"/>
                      <a:gd name="connsiteX6" fmla="*/ 5250 w 10000"/>
                      <a:gd name="connsiteY6" fmla="*/ 10376 h 10377"/>
                      <a:gd name="connsiteX7" fmla="*/ 2753 w 10000"/>
                      <a:gd name="connsiteY7" fmla="*/ 7679 h 10377"/>
                      <a:gd name="connsiteX8" fmla="*/ 1375 w 10000"/>
                      <a:gd name="connsiteY8" fmla="*/ 7361 h 10377"/>
                      <a:gd name="connsiteX9" fmla="*/ 45 w 10000"/>
                      <a:gd name="connsiteY9" fmla="*/ 5032 h 10377"/>
                      <a:gd name="connsiteX0" fmla="*/ 45 w 10000"/>
                      <a:gd name="connsiteY0" fmla="*/ 5036 h 10381"/>
                      <a:gd name="connsiteX1" fmla="*/ 2738 w 10000"/>
                      <a:gd name="connsiteY1" fmla="*/ 2811 h 10381"/>
                      <a:gd name="connsiteX2" fmla="*/ 4886 w 10000"/>
                      <a:gd name="connsiteY2" fmla="*/ 4 h 10381"/>
                      <a:gd name="connsiteX3" fmla="*/ 8068 w 10000"/>
                      <a:gd name="connsiteY3" fmla="*/ 2813 h 10381"/>
                      <a:gd name="connsiteX4" fmla="*/ 9996 w 10000"/>
                      <a:gd name="connsiteY4" fmla="*/ 5413 h 10381"/>
                      <a:gd name="connsiteX5" fmla="*/ 8476 w 10000"/>
                      <a:gd name="connsiteY5" fmla="*/ 7306 h 10381"/>
                      <a:gd name="connsiteX6" fmla="*/ 5250 w 10000"/>
                      <a:gd name="connsiteY6" fmla="*/ 10380 h 10381"/>
                      <a:gd name="connsiteX7" fmla="*/ 2753 w 10000"/>
                      <a:gd name="connsiteY7" fmla="*/ 7683 h 10381"/>
                      <a:gd name="connsiteX8" fmla="*/ 1375 w 10000"/>
                      <a:gd name="connsiteY8" fmla="*/ 7365 h 10381"/>
                      <a:gd name="connsiteX9" fmla="*/ 45 w 10000"/>
                      <a:gd name="connsiteY9" fmla="*/ 5036 h 10381"/>
                      <a:gd name="connsiteX0" fmla="*/ 45 w 10000"/>
                      <a:gd name="connsiteY0" fmla="*/ 5036 h 10796"/>
                      <a:gd name="connsiteX1" fmla="*/ 2738 w 10000"/>
                      <a:gd name="connsiteY1" fmla="*/ 2811 h 10796"/>
                      <a:gd name="connsiteX2" fmla="*/ 4886 w 10000"/>
                      <a:gd name="connsiteY2" fmla="*/ 4 h 10796"/>
                      <a:gd name="connsiteX3" fmla="*/ 8068 w 10000"/>
                      <a:gd name="connsiteY3" fmla="*/ 2813 h 10796"/>
                      <a:gd name="connsiteX4" fmla="*/ 9996 w 10000"/>
                      <a:gd name="connsiteY4" fmla="*/ 5413 h 10796"/>
                      <a:gd name="connsiteX5" fmla="*/ 8476 w 10000"/>
                      <a:gd name="connsiteY5" fmla="*/ 7306 h 10796"/>
                      <a:gd name="connsiteX6" fmla="*/ 5202 w 10000"/>
                      <a:gd name="connsiteY6" fmla="*/ 10795 h 10796"/>
                      <a:gd name="connsiteX7" fmla="*/ 2753 w 10000"/>
                      <a:gd name="connsiteY7" fmla="*/ 7683 h 10796"/>
                      <a:gd name="connsiteX8" fmla="*/ 1375 w 10000"/>
                      <a:gd name="connsiteY8" fmla="*/ 7365 h 10796"/>
                      <a:gd name="connsiteX9" fmla="*/ 45 w 10000"/>
                      <a:gd name="connsiteY9" fmla="*/ 5036 h 10796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000" h="10795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526" name="Group 525">
                    <a:extLst>
                      <a:ext uri="{FF2B5EF4-FFF2-40B4-BE49-F238E27FC236}">
                        <a16:creationId xmlns:a16="http://schemas.microsoft.com/office/drawing/2014/main" id="{A93AC3A4-A2AD-AF4E-95AB-EC02A1E1EDF5}"/>
                      </a:ext>
                    </a:extLst>
                  </p:cNvPr>
                  <p:cNvGrpSpPr/>
                  <p:nvPr/>
                </p:nvGrpSpPr>
                <p:grpSpPr>
                  <a:xfrm>
                    <a:off x="8136838" y="3735782"/>
                    <a:ext cx="2402775" cy="1530043"/>
                    <a:chOff x="8136838" y="3735782"/>
                    <a:chExt cx="2402775" cy="1530043"/>
                  </a:xfrm>
                </p:grpSpPr>
                <p:grpSp>
                  <p:nvGrpSpPr>
                    <p:cNvPr id="527" name="Group 526">
                      <a:extLst>
                        <a:ext uri="{FF2B5EF4-FFF2-40B4-BE49-F238E27FC236}">
                          <a16:creationId xmlns:a16="http://schemas.microsoft.com/office/drawing/2014/main" id="{C1A715EB-D27A-4A44-8AE4-4AA6DC4FC55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24065" y="3830658"/>
                      <a:ext cx="2215548" cy="1435167"/>
                      <a:chOff x="833331" y="2873352"/>
                      <a:chExt cx="2333625" cy="1590649"/>
                    </a:xfrm>
                  </p:grpSpPr>
                  <p:grpSp>
                    <p:nvGrpSpPr>
                      <p:cNvPr id="529" name="Group 528">
                        <a:extLst>
                          <a:ext uri="{FF2B5EF4-FFF2-40B4-BE49-F238E27FC236}">
                            <a16:creationId xmlns:a16="http://schemas.microsoft.com/office/drawing/2014/main" id="{859F74A6-CC94-0442-9A8E-3B611986661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577" name="Group 327">
                          <a:extLst>
                            <a:ext uri="{FF2B5EF4-FFF2-40B4-BE49-F238E27FC236}">
                              <a16:creationId xmlns:a16="http://schemas.microsoft.com/office/drawing/2014/main" id="{B4244E56-5899-2D45-94E8-CAD7798327A2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581" name="Oval 580">
                            <a:extLst>
                              <a:ext uri="{FF2B5EF4-FFF2-40B4-BE49-F238E27FC236}">
                                <a16:creationId xmlns:a16="http://schemas.microsoft.com/office/drawing/2014/main" id="{9BAEFBD8-C450-CF43-835D-77BD5BF0BBD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82" name="Rectangle 581">
                            <a:extLst>
                              <a:ext uri="{FF2B5EF4-FFF2-40B4-BE49-F238E27FC236}">
                                <a16:creationId xmlns:a16="http://schemas.microsoft.com/office/drawing/2014/main" id="{D467B76A-8F8D-B74B-A29C-C75FB3D903F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83" name="Oval 582">
                            <a:extLst>
                              <a:ext uri="{FF2B5EF4-FFF2-40B4-BE49-F238E27FC236}">
                                <a16:creationId xmlns:a16="http://schemas.microsoft.com/office/drawing/2014/main" id="{53D6D2B6-30BD-CD47-B4EA-CEA3714B9D5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84" name="Freeform 583">
                            <a:extLst>
                              <a:ext uri="{FF2B5EF4-FFF2-40B4-BE49-F238E27FC236}">
                                <a16:creationId xmlns:a16="http://schemas.microsoft.com/office/drawing/2014/main" id="{F6F4D0BF-DEC2-5B40-B2DF-8BAF0B7E001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85" name="Freeform 584">
                            <a:extLst>
                              <a:ext uri="{FF2B5EF4-FFF2-40B4-BE49-F238E27FC236}">
                                <a16:creationId xmlns:a16="http://schemas.microsoft.com/office/drawing/2014/main" id="{8CD2DEC8-2D90-DF43-9CC7-5BD433CED18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86" name="Freeform 585">
                            <a:extLst>
                              <a:ext uri="{FF2B5EF4-FFF2-40B4-BE49-F238E27FC236}">
                                <a16:creationId xmlns:a16="http://schemas.microsoft.com/office/drawing/2014/main" id="{5D0A8C39-37AB-9741-93FC-3CE6E8168D2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87" name="Freeform 586">
                            <a:extLst>
                              <a:ext uri="{FF2B5EF4-FFF2-40B4-BE49-F238E27FC236}">
                                <a16:creationId xmlns:a16="http://schemas.microsoft.com/office/drawing/2014/main" id="{E1293B82-C527-9043-BDDC-AB6DDD77C64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588" name="Straight Connector 587">
                            <a:extLst>
                              <a:ext uri="{FF2B5EF4-FFF2-40B4-BE49-F238E27FC236}">
                                <a16:creationId xmlns:a16="http://schemas.microsoft.com/office/drawing/2014/main" id="{C68D1DCC-647F-4C49-918A-7FA409A8169A}"/>
                              </a:ext>
                            </a:extLst>
                          </p:cNvPr>
                          <p:cNvCxnSpPr>
                            <a:endCxn id="583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589" name="Straight Connector 588">
                            <a:extLst>
                              <a:ext uri="{FF2B5EF4-FFF2-40B4-BE49-F238E27FC236}">
                                <a16:creationId xmlns:a16="http://schemas.microsoft.com/office/drawing/2014/main" id="{5E24273E-9336-4B40-9FB7-57ED34FDD641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578" name="Group 577">
                          <a:extLst>
                            <a:ext uri="{FF2B5EF4-FFF2-40B4-BE49-F238E27FC236}">
                              <a16:creationId xmlns:a16="http://schemas.microsoft.com/office/drawing/2014/main" id="{A34ECE23-E5FD-6F49-8FCB-55B513E39ED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579" name="Oval 578">
                            <a:extLst>
                              <a:ext uri="{FF2B5EF4-FFF2-40B4-BE49-F238E27FC236}">
                                <a16:creationId xmlns:a16="http://schemas.microsoft.com/office/drawing/2014/main" id="{70EF2E63-05C8-584A-A22B-BCCDCA81834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80" name="TextBox 579">
                            <a:extLst>
                              <a:ext uri="{FF2B5EF4-FFF2-40B4-BE49-F238E27FC236}">
                                <a16:creationId xmlns:a16="http://schemas.microsoft.com/office/drawing/2014/main" id="{C56ECDB8-12BE-664B-BE62-F61BE9CE901E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3b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530" name="Group 529">
                        <a:extLst>
                          <a:ext uri="{FF2B5EF4-FFF2-40B4-BE49-F238E27FC236}">
                            <a16:creationId xmlns:a16="http://schemas.microsoft.com/office/drawing/2014/main" id="{4C1BC9CD-9DB3-9047-BE14-3A6F26C1A5A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564" name="Group 327">
                          <a:extLst>
                            <a:ext uri="{FF2B5EF4-FFF2-40B4-BE49-F238E27FC236}">
                              <a16:creationId xmlns:a16="http://schemas.microsoft.com/office/drawing/2014/main" id="{5A0CE9BE-FC88-3E48-96C9-0860795988EA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568" name="Oval 567">
                            <a:extLst>
                              <a:ext uri="{FF2B5EF4-FFF2-40B4-BE49-F238E27FC236}">
                                <a16:creationId xmlns:a16="http://schemas.microsoft.com/office/drawing/2014/main" id="{D6E42DE9-9477-594F-A8C5-FB6DDD8071E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69" name="Rectangle 568">
                            <a:extLst>
                              <a:ext uri="{FF2B5EF4-FFF2-40B4-BE49-F238E27FC236}">
                                <a16:creationId xmlns:a16="http://schemas.microsoft.com/office/drawing/2014/main" id="{13065E77-F323-E545-A27B-295AFED8087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70" name="Oval 569">
                            <a:extLst>
                              <a:ext uri="{FF2B5EF4-FFF2-40B4-BE49-F238E27FC236}">
                                <a16:creationId xmlns:a16="http://schemas.microsoft.com/office/drawing/2014/main" id="{AB90A644-5BFE-854C-86F8-1152257B212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71" name="Freeform 570">
                            <a:extLst>
                              <a:ext uri="{FF2B5EF4-FFF2-40B4-BE49-F238E27FC236}">
                                <a16:creationId xmlns:a16="http://schemas.microsoft.com/office/drawing/2014/main" id="{E4FB4237-93C8-9442-8D7D-AD19A4AB55B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72" name="Freeform 571">
                            <a:extLst>
                              <a:ext uri="{FF2B5EF4-FFF2-40B4-BE49-F238E27FC236}">
                                <a16:creationId xmlns:a16="http://schemas.microsoft.com/office/drawing/2014/main" id="{AF99B5E1-5B17-E740-BB5B-4B47AD5707B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73" name="Freeform 572">
                            <a:extLst>
                              <a:ext uri="{FF2B5EF4-FFF2-40B4-BE49-F238E27FC236}">
                                <a16:creationId xmlns:a16="http://schemas.microsoft.com/office/drawing/2014/main" id="{8029664A-BE57-C447-A488-2AE7AD67CF2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74" name="Freeform 573">
                            <a:extLst>
                              <a:ext uri="{FF2B5EF4-FFF2-40B4-BE49-F238E27FC236}">
                                <a16:creationId xmlns:a16="http://schemas.microsoft.com/office/drawing/2014/main" id="{1562452F-7C00-B74F-9689-4C5AA8F3598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575" name="Straight Connector 574">
                            <a:extLst>
                              <a:ext uri="{FF2B5EF4-FFF2-40B4-BE49-F238E27FC236}">
                                <a16:creationId xmlns:a16="http://schemas.microsoft.com/office/drawing/2014/main" id="{5B80F9DA-4701-1542-A5C1-1F5DD20C8B99}"/>
                              </a:ext>
                            </a:extLst>
                          </p:cNvPr>
                          <p:cNvCxnSpPr>
                            <a:endCxn id="570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576" name="Straight Connector 575">
                            <a:extLst>
                              <a:ext uri="{FF2B5EF4-FFF2-40B4-BE49-F238E27FC236}">
                                <a16:creationId xmlns:a16="http://schemas.microsoft.com/office/drawing/2014/main" id="{4EACDBCD-CAC4-1747-90B7-DCB947759B80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565" name="Group 564">
                          <a:extLst>
                            <a:ext uri="{FF2B5EF4-FFF2-40B4-BE49-F238E27FC236}">
                              <a16:creationId xmlns:a16="http://schemas.microsoft.com/office/drawing/2014/main" id="{4D735D73-8BBE-A042-B417-69B391954B5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566" name="Oval 565">
                            <a:extLst>
                              <a:ext uri="{FF2B5EF4-FFF2-40B4-BE49-F238E27FC236}">
                                <a16:creationId xmlns:a16="http://schemas.microsoft.com/office/drawing/2014/main" id="{DC119F60-C5E9-3845-9643-535DF0A9FAA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67" name="TextBox 566">
                            <a:extLst>
                              <a:ext uri="{FF2B5EF4-FFF2-40B4-BE49-F238E27FC236}">
                                <a16:creationId xmlns:a16="http://schemas.microsoft.com/office/drawing/2014/main" id="{B290D367-06C5-5E43-BDBF-BBD33E2AB8CA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3d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531" name="Group 530">
                        <a:extLst>
                          <a:ext uri="{FF2B5EF4-FFF2-40B4-BE49-F238E27FC236}">
                            <a16:creationId xmlns:a16="http://schemas.microsoft.com/office/drawing/2014/main" id="{3F2C4964-5F1D-F04B-90A3-F7931F36F1D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551" name="Group 327">
                          <a:extLst>
                            <a:ext uri="{FF2B5EF4-FFF2-40B4-BE49-F238E27FC236}">
                              <a16:creationId xmlns:a16="http://schemas.microsoft.com/office/drawing/2014/main" id="{CBA021FB-BD0A-E343-A632-E248196ABA0D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555" name="Oval 554">
                            <a:extLst>
                              <a:ext uri="{FF2B5EF4-FFF2-40B4-BE49-F238E27FC236}">
                                <a16:creationId xmlns:a16="http://schemas.microsoft.com/office/drawing/2014/main" id="{CE0D0413-B2C9-8444-9FD9-87AEC801FFE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56" name="Rectangle 555">
                            <a:extLst>
                              <a:ext uri="{FF2B5EF4-FFF2-40B4-BE49-F238E27FC236}">
                                <a16:creationId xmlns:a16="http://schemas.microsoft.com/office/drawing/2014/main" id="{791EF2B0-19B3-EC4A-88D2-7A6E77380F5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57" name="Oval 556">
                            <a:extLst>
                              <a:ext uri="{FF2B5EF4-FFF2-40B4-BE49-F238E27FC236}">
                                <a16:creationId xmlns:a16="http://schemas.microsoft.com/office/drawing/2014/main" id="{4C2018B8-5720-C049-82D7-AFB4094B6E5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58" name="Freeform 557">
                            <a:extLst>
                              <a:ext uri="{FF2B5EF4-FFF2-40B4-BE49-F238E27FC236}">
                                <a16:creationId xmlns:a16="http://schemas.microsoft.com/office/drawing/2014/main" id="{90162171-5BA3-3F45-A1AB-BEC01535A43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59" name="Freeform 558">
                            <a:extLst>
                              <a:ext uri="{FF2B5EF4-FFF2-40B4-BE49-F238E27FC236}">
                                <a16:creationId xmlns:a16="http://schemas.microsoft.com/office/drawing/2014/main" id="{6BB1AE51-2D14-3D4B-A24D-8ACEF8F1E01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60" name="Freeform 559">
                            <a:extLst>
                              <a:ext uri="{FF2B5EF4-FFF2-40B4-BE49-F238E27FC236}">
                                <a16:creationId xmlns:a16="http://schemas.microsoft.com/office/drawing/2014/main" id="{F97BC771-45A7-394D-B367-CF55880295D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61" name="Freeform 560">
                            <a:extLst>
                              <a:ext uri="{FF2B5EF4-FFF2-40B4-BE49-F238E27FC236}">
                                <a16:creationId xmlns:a16="http://schemas.microsoft.com/office/drawing/2014/main" id="{59BCB5EC-7B6C-244D-855B-743CCFE5ACA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562" name="Straight Connector 561">
                            <a:extLst>
                              <a:ext uri="{FF2B5EF4-FFF2-40B4-BE49-F238E27FC236}">
                                <a16:creationId xmlns:a16="http://schemas.microsoft.com/office/drawing/2014/main" id="{71F9F1A5-5C6F-3B4C-8C03-7E0C4F37F60D}"/>
                              </a:ext>
                            </a:extLst>
                          </p:cNvPr>
                          <p:cNvCxnSpPr>
                            <a:endCxn id="557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563" name="Straight Connector 562">
                            <a:extLst>
                              <a:ext uri="{FF2B5EF4-FFF2-40B4-BE49-F238E27FC236}">
                                <a16:creationId xmlns:a16="http://schemas.microsoft.com/office/drawing/2014/main" id="{1DCE987B-5F72-5A4A-BFA4-54EAB8D39B07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552" name="Group 551">
                          <a:extLst>
                            <a:ext uri="{FF2B5EF4-FFF2-40B4-BE49-F238E27FC236}">
                              <a16:creationId xmlns:a16="http://schemas.microsoft.com/office/drawing/2014/main" id="{55354FEF-B5FF-D041-B952-BC410A34DB7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553" name="Oval 552">
                            <a:extLst>
                              <a:ext uri="{FF2B5EF4-FFF2-40B4-BE49-F238E27FC236}">
                                <a16:creationId xmlns:a16="http://schemas.microsoft.com/office/drawing/2014/main" id="{258CE428-D5B0-2143-8D6B-31AF00CE973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54" name="TextBox 553">
                            <a:extLst>
                              <a:ext uri="{FF2B5EF4-FFF2-40B4-BE49-F238E27FC236}">
                                <a16:creationId xmlns:a16="http://schemas.microsoft.com/office/drawing/2014/main" id="{3D003D96-E04A-5043-B964-7B05ED266AD8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3c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532" name="Group 531">
                        <a:extLst>
                          <a:ext uri="{FF2B5EF4-FFF2-40B4-BE49-F238E27FC236}">
                            <a16:creationId xmlns:a16="http://schemas.microsoft.com/office/drawing/2014/main" id="{86EACEB8-45DC-D341-BB11-896A5F2C422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538" name="Group 327">
                          <a:extLst>
                            <a:ext uri="{FF2B5EF4-FFF2-40B4-BE49-F238E27FC236}">
                              <a16:creationId xmlns:a16="http://schemas.microsoft.com/office/drawing/2014/main" id="{8E0CFDB5-BF1D-4344-929E-8169D0BCB542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542" name="Oval 541">
                            <a:extLst>
                              <a:ext uri="{FF2B5EF4-FFF2-40B4-BE49-F238E27FC236}">
                                <a16:creationId xmlns:a16="http://schemas.microsoft.com/office/drawing/2014/main" id="{AFFF79DD-157D-4F45-92C5-F93096E03E0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43" name="Rectangle 542">
                            <a:extLst>
                              <a:ext uri="{FF2B5EF4-FFF2-40B4-BE49-F238E27FC236}">
                                <a16:creationId xmlns:a16="http://schemas.microsoft.com/office/drawing/2014/main" id="{D3A64467-E91E-0F4E-A829-E1B314EEB58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44" name="Oval 543">
                            <a:extLst>
                              <a:ext uri="{FF2B5EF4-FFF2-40B4-BE49-F238E27FC236}">
                                <a16:creationId xmlns:a16="http://schemas.microsoft.com/office/drawing/2014/main" id="{675476A8-3A2F-E84E-9DA0-FD8E5C70E0F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45" name="Freeform 544">
                            <a:extLst>
                              <a:ext uri="{FF2B5EF4-FFF2-40B4-BE49-F238E27FC236}">
                                <a16:creationId xmlns:a16="http://schemas.microsoft.com/office/drawing/2014/main" id="{A7774258-9B1C-2B49-9E60-6CDAC8A7624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46" name="Freeform 545">
                            <a:extLst>
                              <a:ext uri="{FF2B5EF4-FFF2-40B4-BE49-F238E27FC236}">
                                <a16:creationId xmlns:a16="http://schemas.microsoft.com/office/drawing/2014/main" id="{A6B50924-0909-C442-AEA7-9532D237BFA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47" name="Freeform 546">
                            <a:extLst>
                              <a:ext uri="{FF2B5EF4-FFF2-40B4-BE49-F238E27FC236}">
                                <a16:creationId xmlns:a16="http://schemas.microsoft.com/office/drawing/2014/main" id="{AEFD234B-5A55-8048-945D-B580612080E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48" name="Freeform 547">
                            <a:extLst>
                              <a:ext uri="{FF2B5EF4-FFF2-40B4-BE49-F238E27FC236}">
                                <a16:creationId xmlns:a16="http://schemas.microsoft.com/office/drawing/2014/main" id="{05DF0001-ADEB-DA48-8E74-B111E994F2B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549" name="Straight Connector 548">
                            <a:extLst>
                              <a:ext uri="{FF2B5EF4-FFF2-40B4-BE49-F238E27FC236}">
                                <a16:creationId xmlns:a16="http://schemas.microsoft.com/office/drawing/2014/main" id="{E10C1034-E0D9-824C-9E37-2B02908D59EB}"/>
                              </a:ext>
                            </a:extLst>
                          </p:cNvPr>
                          <p:cNvCxnSpPr>
                            <a:endCxn id="544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550" name="Straight Connector 549">
                            <a:extLst>
                              <a:ext uri="{FF2B5EF4-FFF2-40B4-BE49-F238E27FC236}">
                                <a16:creationId xmlns:a16="http://schemas.microsoft.com/office/drawing/2014/main" id="{19170C2D-B2BE-4B46-BC01-C349B71F4ACB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539" name="Group 538">
                          <a:extLst>
                            <a:ext uri="{FF2B5EF4-FFF2-40B4-BE49-F238E27FC236}">
                              <a16:creationId xmlns:a16="http://schemas.microsoft.com/office/drawing/2014/main" id="{80C9C206-2CB8-FD48-A7E1-4F5CFB7B3F8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540" name="Oval 539">
                            <a:extLst>
                              <a:ext uri="{FF2B5EF4-FFF2-40B4-BE49-F238E27FC236}">
                                <a16:creationId xmlns:a16="http://schemas.microsoft.com/office/drawing/2014/main" id="{C4697F01-1A22-6D47-9505-974BCCC4A9A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41" name="TextBox 540">
                            <a:extLst>
                              <a:ext uri="{FF2B5EF4-FFF2-40B4-BE49-F238E27FC236}">
                                <a16:creationId xmlns:a16="http://schemas.microsoft.com/office/drawing/2014/main" id="{9CC1F1E4-EB35-9343-8EDD-99ACC748D4B2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3a</a:t>
                            </a:r>
                          </a:p>
                        </p:txBody>
                      </p:sp>
                    </p:grpSp>
                  </p:grpSp>
                  <p:cxnSp>
                    <p:nvCxnSpPr>
                      <p:cNvPr id="533" name="Straight Connector 532">
                        <a:extLst>
                          <a:ext uri="{FF2B5EF4-FFF2-40B4-BE49-F238E27FC236}">
                            <a16:creationId xmlns:a16="http://schemas.microsoft.com/office/drawing/2014/main" id="{C293A059-8A3C-024F-AA53-650554F8DC6F}"/>
                          </a:ext>
                        </a:extLst>
                      </p:cNvPr>
                      <p:cNvCxnSpPr>
                        <a:stCxn id="580" idx="2"/>
                        <a:endCxn id="567" idx="0"/>
                      </p:cNvCxnSpPr>
                      <p:nvPr/>
                    </p:nvCxnSpPr>
                    <p:spPr bwMode="auto">
                      <a:xfrm>
                        <a:off x="1991073" y="3242684"/>
                        <a:ext cx="4230" cy="851985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rgbClr val="000090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534" name="Straight Connector 533">
                        <a:extLst>
                          <a:ext uri="{FF2B5EF4-FFF2-40B4-BE49-F238E27FC236}">
                            <a16:creationId xmlns:a16="http://schemas.microsoft.com/office/drawing/2014/main" id="{9F4E8B6E-DAE5-6146-B51F-12485C6CA19D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407477" y="3648621"/>
                        <a:ext cx="1204913" cy="635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535" name="Straight Connector 534">
                        <a:extLst>
                          <a:ext uri="{FF2B5EF4-FFF2-40B4-BE49-F238E27FC236}">
                            <a16:creationId xmlns:a16="http://schemas.microsoft.com/office/drawing/2014/main" id="{41BC9BB6-8108-794C-907A-0331A2DF81DE}"/>
                          </a:ext>
                        </a:extLst>
                      </p:cNvPr>
                      <p:cNvCxnSpPr>
                        <a:stCxn id="581" idx="7"/>
                      </p:cNvCxnSpPr>
                      <p:nvPr/>
                    </p:nvCxnSpPr>
                    <p:spPr bwMode="auto">
                      <a:xfrm>
                        <a:off x="2218708" y="3154477"/>
                        <a:ext cx="480042" cy="36977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536" name="Straight Connector 535">
                        <a:extLst>
                          <a:ext uri="{FF2B5EF4-FFF2-40B4-BE49-F238E27FC236}">
                            <a16:creationId xmlns:a16="http://schemas.microsoft.com/office/drawing/2014/main" id="{5F947CE4-1DEB-6F46-8652-1C72F4A1BC7E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300073" y="3786304"/>
                        <a:ext cx="477927" cy="357071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537" name="Straight Connector 536">
                        <a:extLst>
                          <a:ext uri="{FF2B5EF4-FFF2-40B4-BE49-F238E27FC236}">
                            <a16:creationId xmlns:a16="http://schemas.microsoft.com/office/drawing/2014/main" id="{3224CC0D-C47A-A841-9B46-BE98B728F10B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1287553" y="3166946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  <p:sp>
                  <p:nvSpPr>
                    <p:cNvPr id="528" name="TextBox 527">
                      <a:extLst>
                        <a:ext uri="{FF2B5EF4-FFF2-40B4-BE49-F238E27FC236}">
                          <a16:creationId xmlns:a16="http://schemas.microsoft.com/office/drawing/2014/main" id="{5B2EC710-E1F0-FA41-ACAA-EC95039870C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136838" y="3735782"/>
                      <a:ext cx="75353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dirty="0">
                          <a:solidFill>
                            <a:srgbClr val="000090"/>
                          </a:solidFill>
                          <a:latin typeface="Arial" charset="0"/>
                          <a:ea typeface="ＭＳ Ｐゴシック" charset="0"/>
                        </a:rPr>
                        <a:t>AS 3</a:t>
                      </a:r>
                    </a:p>
                  </p:txBody>
                </p:sp>
              </p:grpSp>
            </p:grpSp>
            <p:grpSp>
              <p:nvGrpSpPr>
                <p:cNvPr id="458" name="Group 457">
                  <a:extLst>
                    <a:ext uri="{FF2B5EF4-FFF2-40B4-BE49-F238E27FC236}">
                      <a16:creationId xmlns:a16="http://schemas.microsoft.com/office/drawing/2014/main" id="{E110CFB8-C99B-4143-8A98-B36A64C63DA4}"/>
                    </a:ext>
                  </a:extLst>
                </p:cNvPr>
                <p:cNvGrpSpPr/>
                <p:nvPr/>
              </p:nvGrpSpPr>
              <p:grpSpPr>
                <a:xfrm>
                  <a:off x="1426553" y="4136253"/>
                  <a:ext cx="3452487" cy="1719017"/>
                  <a:chOff x="1426553" y="4136253"/>
                  <a:chExt cx="3452487" cy="1719017"/>
                </a:xfrm>
              </p:grpSpPr>
              <p:grpSp>
                <p:nvGrpSpPr>
                  <p:cNvPr id="460" name="Group 459">
                    <a:extLst>
                      <a:ext uri="{FF2B5EF4-FFF2-40B4-BE49-F238E27FC236}">
                        <a16:creationId xmlns:a16="http://schemas.microsoft.com/office/drawing/2014/main" id="{F279981F-31D7-184D-997B-7A532AF25061}"/>
                      </a:ext>
                    </a:extLst>
                  </p:cNvPr>
                  <p:cNvGrpSpPr/>
                  <p:nvPr/>
                </p:nvGrpSpPr>
                <p:grpSpPr>
                  <a:xfrm>
                    <a:off x="1426553" y="4136253"/>
                    <a:ext cx="2557336" cy="1719017"/>
                    <a:chOff x="-2170772" y="2784954"/>
                    <a:chExt cx="2712783" cy="1853712"/>
                  </a:xfrm>
                </p:grpSpPr>
                <p:sp>
                  <p:nvSpPr>
                    <p:cNvPr id="463" name="Freeform 2">
                      <a:extLst>
                        <a:ext uri="{FF2B5EF4-FFF2-40B4-BE49-F238E27FC236}">
                          <a16:creationId xmlns:a16="http://schemas.microsoft.com/office/drawing/2014/main" id="{B884EFD9-6E17-3A4D-A3C9-25A2B5961F5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-2170772" y="2784954"/>
                      <a:ext cx="2712783" cy="1853712"/>
                    </a:xfrm>
                    <a:custGeom>
                      <a:avLst/>
                      <a:gdLst>
                        <a:gd name="T0" fmla="*/ 648763 w 10001"/>
                        <a:gd name="T1" fmla="*/ 34777612 h 10125"/>
                        <a:gd name="T2" fmla="*/ 115976403 w 10001"/>
                        <a:gd name="T3" fmla="*/ 13733703 h 10125"/>
                        <a:gd name="T4" fmla="*/ 507700960 w 10001"/>
                        <a:gd name="T5" fmla="*/ 8662125 h 10125"/>
                        <a:gd name="T6" fmla="*/ 810212713 w 10001"/>
                        <a:gd name="T7" fmla="*/ 0 h 10125"/>
                        <a:gd name="T8" fmla="*/ 1090015738 w 10001"/>
                        <a:gd name="T9" fmla="*/ 8687929 h 10125"/>
                        <a:gd name="T10" fmla="*/ 1310938763 w 10001"/>
                        <a:gd name="T11" fmla="*/ 4279362 h 10125"/>
                        <a:gd name="T12" fmla="*/ 1620263134 w 10001"/>
                        <a:gd name="T13" fmla="*/ 25736690 h 10125"/>
                        <a:gd name="T14" fmla="*/ 1394798364 w 10001"/>
                        <a:gd name="T15" fmla="*/ 58525268 h 10125"/>
                        <a:gd name="T16" fmla="*/ 1134622140 w 10001"/>
                        <a:gd name="T17" fmla="*/ 80266624 h 10125"/>
                        <a:gd name="T18" fmla="*/ 860820276 w 10001"/>
                        <a:gd name="T19" fmla="*/ 76142271 h 10125"/>
                        <a:gd name="T20" fmla="*/ 708996782 w 10001"/>
                        <a:gd name="T21" fmla="*/ 85346835 h 10125"/>
                        <a:gd name="T22" fmla="*/ 509322667 w 10001"/>
                        <a:gd name="T23" fmla="*/ 86268164 h 10125"/>
                        <a:gd name="T24" fmla="*/ 353443899 w 10001"/>
                        <a:gd name="T25" fmla="*/ 67979516 h 10125"/>
                        <a:gd name="T26" fmla="*/ 192536914 w 10001"/>
                        <a:gd name="T27" fmla="*/ 64535347 h 10125"/>
                        <a:gd name="T28" fmla="*/ 648763 w 10001"/>
                        <a:gd name="T29" fmla="*/ 34777612 h 10125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connsiteX0" fmla="*/ 4 w 10040"/>
                        <a:gd name="connsiteY0" fmla="*/ 4039 h 10125"/>
                        <a:gd name="connsiteX1" fmla="*/ 715 w 10040"/>
                        <a:gd name="connsiteY1" fmla="*/ 1595 h 10125"/>
                        <a:gd name="connsiteX2" fmla="*/ 3130 w 10040"/>
                        <a:gd name="connsiteY2" fmla="*/ 1006 h 10125"/>
                        <a:gd name="connsiteX3" fmla="*/ 4995 w 10040"/>
                        <a:gd name="connsiteY3" fmla="*/ 0 h 10125"/>
                        <a:gd name="connsiteX4" fmla="*/ 6720 w 10040"/>
                        <a:gd name="connsiteY4" fmla="*/ 1009 h 10125"/>
                        <a:gd name="connsiteX5" fmla="*/ 9989 w 10040"/>
                        <a:gd name="connsiteY5" fmla="*/ 2989 h 10125"/>
                        <a:gd name="connsiteX6" fmla="*/ 8599 w 10040"/>
                        <a:gd name="connsiteY6" fmla="*/ 6797 h 10125"/>
                        <a:gd name="connsiteX7" fmla="*/ 6995 w 10040"/>
                        <a:gd name="connsiteY7" fmla="*/ 9322 h 10125"/>
                        <a:gd name="connsiteX8" fmla="*/ 5307 w 10040"/>
                        <a:gd name="connsiteY8" fmla="*/ 8843 h 10125"/>
                        <a:gd name="connsiteX9" fmla="*/ 4371 w 10040"/>
                        <a:gd name="connsiteY9" fmla="*/ 9912 h 10125"/>
                        <a:gd name="connsiteX10" fmla="*/ 3140 w 10040"/>
                        <a:gd name="connsiteY10" fmla="*/ 10019 h 10125"/>
                        <a:gd name="connsiteX11" fmla="*/ 2179 w 10040"/>
                        <a:gd name="connsiteY11" fmla="*/ 7895 h 10125"/>
                        <a:gd name="connsiteX12" fmla="*/ 1187 w 10040"/>
                        <a:gd name="connsiteY12" fmla="*/ 7495 h 10125"/>
                        <a:gd name="connsiteX13" fmla="*/ 4 w 10040"/>
                        <a:gd name="connsiteY13" fmla="*/ 4039 h 10125"/>
                        <a:gd name="connsiteX0" fmla="*/ 4 w 8600"/>
                        <a:gd name="connsiteY0" fmla="*/ 4042 h 10128"/>
                        <a:gd name="connsiteX1" fmla="*/ 715 w 8600"/>
                        <a:gd name="connsiteY1" fmla="*/ 1598 h 10128"/>
                        <a:gd name="connsiteX2" fmla="*/ 3130 w 8600"/>
                        <a:gd name="connsiteY2" fmla="*/ 1009 h 10128"/>
                        <a:gd name="connsiteX3" fmla="*/ 4995 w 8600"/>
                        <a:gd name="connsiteY3" fmla="*/ 3 h 10128"/>
                        <a:gd name="connsiteX4" fmla="*/ 6720 w 8600"/>
                        <a:gd name="connsiteY4" fmla="*/ 1012 h 10128"/>
                        <a:gd name="connsiteX5" fmla="*/ 8599 w 8600"/>
                        <a:gd name="connsiteY5" fmla="*/ 6800 h 10128"/>
                        <a:gd name="connsiteX6" fmla="*/ 6995 w 8600"/>
                        <a:gd name="connsiteY6" fmla="*/ 9325 h 10128"/>
                        <a:gd name="connsiteX7" fmla="*/ 5307 w 8600"/>
                        <a:gd name="connsiteY7" fmla="*/ 8846 h 10128"/>
                        <a:gd name="connsiteX8" fmla="*/ 4371 w 8600"/>
                        <a:gd name="connsiteY8" fmla="*/ 9915 h 10128"/>
                        <a:gd name="connsiteX9" fmla="*/ 3140 w 8600"/>
                        <a:gd name="connsiteY9" fmla="*/ 10022 h 10128"/>
                        <a:gd name="connsiteX10" fmla="*/ 2179 w 8600"/>
                        <a:gd name="connsiteY10" fmla="*/ 7898 h 10128"/>
                        <a:gd name="connsiteX11" fmla="*/ 1187 w 8600"/>
                        <a:gd name="connsiteY11" fmla="*/ 7498 h 10128"/>
                        <a:gd name="connsiteX12" fmla="*/ 4 w 8600"/>
                        <a:gd name="connsiteY12" fmla="*/ 4042 h 10128"/>
                        <a:gd name="connsiteX0" fmla="*/ 4 w 9326"/>
                        <a:gd name="connsiteY0" fmla="*/ 3988 h 9997"/>
                        <a:gd name="connsiteX1" fmla="*/ 830 w 9326"/>
                        <a:gd name="connsiteY1" fmla="*/ 1575 h 9997"/>
                        <a:gd name="connsiteX2" fmla="*/ 3639 w 9326"/>
                        <a:gd name="connsiteY2" fmla="*/ 993 h 9997"/>
                        <a:gd name="connsiteX3" fmla="*/ 5807 w 9326"/>
                        <a:gd name="connsiteY3" fmla="*/ 0 h 9997"/>
                        <a:gd name="connsiteX4" fmla="*/ 7813 w 9326"/>
                        <a:gd name="connsiteY4" fmla="*/ 996 h 9997"/>
                        <a:gd name="connsiteX5" fmla="*/ 9324 w 9326"/>
                        <a:gd name="connsiteY5" fmla="*/ 5746 h 9997"/>
                        <a:gd name="connsiteX6" fmla="*/ 8133 w 9326"/>
                        <a:gd name="connsiteY6" fmla="*/ 9204 h 9997"/>
                        <a:gd name="connsiteX7" fmla="*/ 6170 w 9326"/>
                        <a:gd name="connsiteY7" fmla="*/ 8731 h 9997"/>
                        <a:gd name="connsiteX8" fmla="*/ 5082 w 9326"/>
                        <a:gd name="connsiteY8" fmla="*/ 9787 h 9997"/>
                        <a:gd name="connsiteX9" fmla="*/ 3650 w 9326"/>
                        <a:gd name="connsiteY9" fmla="*/ 9892 h 9997"/>
                        <a:gd name="connsiteX10" fmla="*/ 2533 w 9326"/>
                        <a:gd name="connsiteY10" fmla="*/ 7795 h 9997"/>
                        <a:gd name="connsiteX11" fmla="*/ 1379 w 9326"/>
                        <a:gd name="connsiteY11" fmla="*/ 7400 h 9997"/>
                        <a:gd name="connsiteX12" fmla="*/ 4 w 9326"/>
                        <a:gd name="connsiteY12" fmla="*/ 3988 h 9997"/>
                        <a:gd name="connsiteX0" fmla="*/ 4 w 10001"/>
                        <a:gd name="connsiteY0" fmla="*/ 3989 h 10041"/>
                        <a:gd name="connsiteX1" fmla="*/ 890 w 10001"/>
                        <a:gd name="connsiteY1" fmla="*/ 1575 h 10041"/>
                        <a:gd name="connsiteX2" fmla="*/ 3902 w 10001"/>
                        <a:gd name="connsiteY2" fmla="*/ 993 h 10041"/>
                        <a:gd name="connsiteX3" fmla="*/ 6227 w 10001"/>
                        <a:gd name="connsiteY3" fmla="*/ 0 h 10041"/>
                        <a:gd name="connsiteX4" fmla="*/ 8378 w 10001"/>
                        <a:gd name="connsiteY4" fmla="*/ 996 h 10041"/>
                        <a:gd name="connsiteX5" fmla="*/ 9998 w 10001"/>
                        <a:gd name="connsiteY5" fmla="*/ 5748 h 10041"/>
                        <a:gd name="connsiteX6" fmla="*/ 8721 w 10001"/>
                        <a:gd name="connsiteY6" fmla="*/ 9207 h 10041"/>
                        <a:gd name="connsiteX7" fmla="*/ 5449 w 10001"/>
                        <a:gd name="connsiteY7" fmla="*/ 9790 h 10041"/>
                        <a:gd name="connsiteX8" fmla="*/ 3914 w 10001"/>
                        <a:gd name="connsiteY8" fmla="*/ 9895 h 10041"/>
                        <a:gd name="connsiteX9" fmla="*/ 2716 w 10001"/>
                        <a:gd name="connsiteY9" fmla="*/ 7797 h 10041"/>
                        <a:gd name="connsiteX10" fmla="*/ 1479 w 10001"/>
                        <a:gd name="connsiteY10" fmla="*/ 7402 h 10041"/>
                        <a:gd name="connsiteX11" fmla="*/ 4 w 10001"/>
                        <a:gd name="connsiteY11" fmla="*/ 3989 h 10041"/>
                        <a:gd name="connsiteX0" fmla="*/ 4 w 10001"/>
                        <a:gd name="connsiteY0" fmla="*/ 3989 h 14825"/>
                        <a:gd name="connsiteX1" fmla="*/ 890 w 10001"/>
                        <a:gd name="connsiteY1" fmla="*/ 1575 h 14825"/>
                        <a:gd name="connsiteX2" fmla="*/ 3902 w 10001"/>
                        <a:gd name="connsiteY2" fmla="*/ 993 h 14825"/>
                        <a:gd name="connsiteX3" fmla="*/ 6227 w 10001"/>
                        <a:gd name="connsiteY3" fmla="*/ 0 h 14825"/>
                        <a:gd name="connsiteX4" fmla="*/ 8378 w 10001"/>
                        <a:gd name="connsiteY4" fmla="*/ 996 h 14825"/>
                        <a:gd name="connsiteX5" fmla="*/ 9998 w 10001"/>
                        <a:gd name="connsiteY5" fmla="*/ 5748 h 14825"/>
                        <a:gd name="connsiteX6" fmla="*/ 8721 w 10001"/>
                        <a:gd name="connsiteY6" fmla="*/ 9207 h 14825"/>
                        <a:gd name="connsiteX7" fmla="*/ 6011 w 10001"/>
                        <a:gd name="connsiteY7" fmla="*/ 14823 h 14825"/>
                        <a:gd name="connsiteX8" fmla="*/ 3914 w 10001"/>
                        <a:gd name="connsiteY8" fmla="*/ 9895 h 14825"/>
                        <a:gd name="connsiteX9" fmla="*/ 2716 w 10001"/>
                        <a:gd name="connsiteY9" fmla="*/ 7797 h 14825"/>
                        <a:gd name="connsiteX10" fmla="*/ 1479 w 10001"/>
                        <a:gd name="connsiteY10" fmla="*/ 7402 h 14825"/>
                        <a:gd name="connsiteX11" fmla="*/ 4 w 10001"/>
                        <a:gd name="connsiteY11" fmla="*/ 3989 h 14825"/>
                        <a:gd name="connsiteX0" fmla="*/ 4 w 10001"/>
                        <a:gd name="connsiteY0" fmla="*/ 7436 h 18272"/>
                        <a:gd name="connsiteX1" fmla="*/ 890 w 10001"/>
                        <a:gd name="connsiteY1" fmla="*/ 5022 h 18272"/>
                        <a:gd name="connsiteX2" fmla="*/ 3902 w 10001"/>
                        <a:gd name="connsiteY2" fmla="*/ 4440 h 18272"/>
                        <a:gd name="connsiteX3" fmla="*/ 6026 w 10001"/>
                        <a:gd name="connsiteY3" fmla="*/ 0 h 18272"/>
                        <a:gd name="connsiteX4" fmla="*/ 8378 w 10001"/>
                        <a:gd name="connsiteY4" fmla="*/ 4443 h 18272"/>
                        <a:gd name="connsiteX5" fmla="*/ 9998 w 10001"/>
                        <a:gd name="connsiteY5" fmla="*/ 9195 h 18272"/>
                        <a:gd name="connsiteX6" fmla="*/ 8721 w 10001"/>
                        <a:gd name="connsiteY6" fmla="*/ 12654 h 18272"/>
                        <a:gd name="connsiteX7" fmla="*/ 6011 w 10001"/>
                        <a:gd name="connsiteY7" fmla="*/ 18270 h 18272"/>
                        <a:gd name="connsiteX8" fmla="*/ 3914 w 10001"/>
                        <a:gd name="connsiteY8" fmla="*/ 13342 h 18272"/>
                        <a:gd name="connsiteX9" fmla="*/ 2716 w 10001"/>
                        <a:gd name="connsiteY9" fmla="*/ 11244 h 18272"/>
                        <a:gd name="connsiteX10" fmla="*/ 1479 w 10001"/>
                        <a:gd name="connsiteY10" fmla="*/ 10849 h 18272"/>
                        <a:gd name="connsiteX11" fmla="*/ 4 w 10001"/>
                        <a:gd name="connsiteY11" fmla="*/ 7436 h 18272"/>
                        <a:gd name="connsiteX0" fmla="*/ 1 w 9998"/>
                        <a:gd name="connsiteY0" fmla="*/ 7436 h 18272"/>
                        <a:gd name="connsiteX1" fmla="*/ 3899 w 9998"/>
                        <a:gd name="connsiteY1" fmla="*/ 4440 h 18272"/>
                        <a:gd name="connsiteX2" fmla="*/ 6023 w 9998"/>
                        <a:gd name="connsiteY2" fmla="*/ 0 h 18272"/>
                        <a:gd name="connsiteX3" fmla="*/ 8375 w 9998"/>
                        <a:gd name="connsiteY3" fmla="*/ 4443 h 18272"/>
                        <a:gd name="connsiteX4" fmla="*/ 9995 w 9998"/>
                        <a:gd name="connsiteY4" fmla="*/ 9195 h 18272"/>
                        <a:gd name="connsiteX5" fmla="*/ 8718 w 9998"/>
                        <a:gd name="connsiteY5" fmla="*/ 12654 h 18272"/>
                        <a:gd name="connsiteX6" fmla="*/ 6008 w 9998"/>
                        <a:gd name="connsiteY6" fmla="*/ 18270 h 18272"/>
                        <a:gd name="connsiteX7" fmla="*/ 3911 w 9998"/>
                        <a:gd name="connsiteY7" fmla="*/ 13342 h 18272"/>
                        <a:gd name="connsiteX8" fmla="*/ 2713 w 9998"/>
                        <a:gd name="connsiteY8" fmla="*/ 11244 h 18272"/>
                        <a:gd name="connsiteX9" fmla="*/ 1476 w 9998"/>
                        <a:gd name="connsiteY9" fmla="*/ 10849 h 18272"/>
                        <a:gd name="connsiteX10" fmla="*/ 1 w 9998"/>
                        <a:gd name="connsiteY10" fmla="*/ 7436 h 18272"/>
                        <a:gd name="connsiteX0" fmla="*/ 35 w 8559"/>
                        <a:gd name="connsiteY0" fmla="*/ 5938 h 10000"/>
                        <a:gd name="connsiteX1" fmla="*/ 2459 w 8559"/>
                        <a:gd name="connsiteY1" fmla="*/ 2430 h 10000"/>
                        <a:gd name="connsiteX2" fmla="*/ 4583 w 8559"/>
                        <a:gd name="connsiteY2" fmla="*/ 0 h 10000"/>
                        <a:gd name="connsiteX3" fmla="*/ 6936 w 8559"/>
                        <a:gd name="connsiteY3" fmla="*/ 2432 h 10000"/>
                        <a:gd name="connsiteX4" fmla="*/ 8556 w 8559"/>
                        <a:gd name="connsiteY4" fmla="*/ 5032 h 10000"/>
                        <a:gd name="connsiteX5" fmla="*/ 7279 w 8559"/>
                        <a:gd name="connsiteY5" fmla="*/ 6925 h 10000"/>
                        <a:gd name="connsiteX6" fmla="*/ 4568 w 8559"/>
                        <a:gd name="connsiteY6" fmla="*/ 9999 h 10000"/>
                        <a:gd name="connsiteX7" fmla="*/ 2471 w 8559"/>
                        <a:gd name="connsiteY7" fmla="*/ 7302 h 10000"/>
                        <a:gd name="connsiteX8" fmla="*/ 1273 w 8559"/>
                        <a:gd name="connsiteY8" fmla="*/ 6154 h 10000"/>
                        <a:gd name="connsiteX9" fmla="*/ 35 w 8559"/>
                        <a:gd name="connsiteY9" fmla="*/ 5938 h 10000"/>
                        <a:gd name="connsiteX0" fmla="*/ 49 w 9820"/>
                        <a:gd name="connsiteY0" fmla="*/ 4655 h 10000"/>
                        <a:gd name="connsiteX1" fmla="*/ 2693 w 9820"/>
                        <a:gd name="connsiteY1" fmla="*/ 2430 h 10000"/>
                        <a:gd name="connsiteX2" fmla="*/ 5175 w 9820"/>
                        <a:gd name="connsiteY2" fmla="*/ 0 h 10000"/>
                        <a:gd name="connsiteX3" fmla="*/ 7924 w 9820"/>
                        <a:gd name="connsiteY3" fmla="*/ 2432 h 10000"/>
                        <a:gd name="connsiteX4" fmla="*/ 9816 w 9820"/>
                        <a:gd name="connsiteY4" fmla="*/ 5032 h 10000"/>
                        <a:gd name="connsiteX5" fmla="*/ 8324 w 9820"/>
                        <a:gd name="connsiteY5" fmla="*/ 6925 h 10000"/>
                        <a:gd name="connsiteX6" fmla="*/ 5157 w 9820"/>
                        <a:gd name="connsiteY6" fmla="*/ 9999 h 10000"/>
                        <a:gd name="connsiteX7" fmla="*/ 2707 w 9820"/>
                        <a:gd name="connsiteY7" fmla="*/ 7302 h 10000"/>
                        <a:gd name="connsiteX8" fmla="*/ 1307 w 9820"/>
                        <a:gd name="connsiteY8" fmla="*/ 6154 h 10000"/>
                        <a:gd name="connsiteX9" fmla="*/ 49 w 9820"/>
                        <a:gd name="connsiteY9" fmla="*/ 4655 h 10000"/>
                        <a:gd name="connsiteX0" fmla="*/ 45 w 9995"/>
                        <a:gd name="connsiteY0" fmla="*/ 4655 h 10000"/>
                        <a:gd name="connsiteX1" fmla="*/ 2737 w 9995"/>
                        <a:gd name="connsiteY1" fmla="*/ 2430 h 10000"/>
                        <a:gd name="connsiteX2" fmla="*/ 5265 w 9995"/>
                        <a:gd name="connsiteY2" fmla="*/ 0 h 10000"/>
                        <a:gd name="connsiteX3" fmla="*/ 8064 w 9995"/>
                        <a:gd name="connsiteY3" fmla="*/ 2432 h 10000"/>
                        <a:gd name="connsiteX4" fmla="*/ 9991 w 9995"/>
                        <a:gd name="connsiteY4" fmla="*/ 5032 h 10000"/>
                        <a:gd name="connsiteX5" fmla="*/ 8472 w 9995"/>
                        <a:gd name="connsiteY5" fmla="*/ 6925 h 10000"/>
                        <a:gd name="connsiteX6" fmla="*/ 5247 w 9995"/>
                        <a:gd name="connsiteY6" fmla="*/ 9999 h 10000"/>
                        <a:gd name="connsiteX7" fmla="*/ 2752 w 9995"/>
                        <a:gd name="connsiteY7" fmla="*/ 7302 h 10000"/>
                        <a:gd name="connsiteX8" fmla="*/ 1374 w 9995"/>
                        <a:gd name="connsiteY8" fmla="*/ 6984 h 10000"/>
                        <a:gd name="connsiteX9" fmla="*/ 45 w 9995"/>
                        <a:gd name="connsiteY9" fmla="*/ 4655 h 10000"/>
                        <a:gd name="connsiteX0" fmla="*/ 45 w 10000"/>
                        <a:gd name="connsiteY0" fmla="*/ 5032 h 10377"/>
                        <a:gd name="connsiteX1" fmla="*/ 2738 w 10000"/>
                        <a:gd name="connsiteY1" fmla="*/ 2807 h 10377"/>
                        <a:gd name="connsiteX2" fmla="*/ 4886 w 10000"/>
                        <a:gd name="connsiteY2" fmla="*/ 0 h 10377"/>
                        <a:gd name="connsiteX3" fmla="*/ 8068 w 10000"/>
                        <a:gd name="connsiteY3" fmla="*/ 2809 h 10377"/>
                        <a:gd name="connsiteX4" fmla="*/ 9996 w 10000"/>
                        <a:gd name="connsiteY4" fmla="*/ 5409 h 10377"/>
                        <a:gd name="connsiteX5" fmla="*/ 8476 w 10000"/>
                        <a:gd name="connsiteY5" fmla="*/ 7302 h 10377"/>
                        <a:gd name="connsiteX6" fmla="*/ 5250 w 10000"/>
                        <a:gd name="connsiteY6" fmla="*/ 10376 h 10377"/>
                        <a:gd name="connsiteX7" fmla="*/ 2753 w 10000"/>
                        <a:gd name="connsiteY7" fmla="*/ 7679 h 10377"/>
                        <a:gd name="connsiteX8" fmla="*/ 1375 w 10000"/>
                        <a:gd name="connsiteY8" fmla="*/ 7361 h 10377"/>
                        <a:gd name="connsiteX9" fmla="*/ 45 w 10000"/>
                        <a:gd name="connsiteY9" fmla="*/ 5032 h 10377"/>
                        <a:gd name="connsiteX0" fmla="*/ 45 w 10000"/>
                        <a:gd name="connsiteY0" fmla="*/ 5036 h 10381"/>
                        <a:gd name="connsiteX1" fmla="*/ 2738 w 10000"/>
                        <a:gd name="connsiteY1" fmla="*/ 2811 h 10381"/>
                        <a:gd name="connsiteX2" fmla="*/ 4886 w 10000"/>
                        <a:gd name="connsiteY2" fmla="*/ 4 h 10381"/>
                        <a:gd name="connsiteX3" fmla="*/ 8068 w 10000"/>
                        <a:gd name="connsiteY3" fmla="*/ 2813 h 10381"/>
                        <a:gd name="connsiteX4" fmla="*/ 9996 w 10000"/>
                        <a:gd name="connsiteY4" fmla="*/ 5413 h 10381"/>
                        <a:gd name="connsiteX5" fmla="*/ 8476 w 10000"/>
                        <a:gd name="connsiteY5" fmla="*/ 7306 h 10381"/>
                        <a:gd name="connsiteX6" fmla="*/ 5250 w 10000"/>
                        <a:gd name="connsiteY6" fmla="*/ 10380 h 10381"/>
                        <a:gd name="connsiteX7" fmla="*/ 2753 w 10000"/>
                        <a:gd name="connsiteY7" fmla="*/ 7683 h 10381"/>
                        <a:gd name="connsiteX8" fmla="*/ 1375 w 10000"/>
                        <a:gd name="connsiteY8" fmla="*/ 7365 h 10381"/>
                        <a:gd name="connsiteX9" fmla="*/ 45 w 10000"/>
                        <a:gd name="connsiteY9" fmla="*/ 5036 h 10381"/>
                        <a:gd name="connsiteX0" fmla="*/ 45 w 10000"/>
                        <a:gd name="connsiteY0" fmla="*/ 5036 h 10796"/>
                        <a:gd name="connsiteX1" fmla="*/ 2738 w 10000"/>
                        <a:gd name="connsiteY1" fmla="*/ 2811 h 10796"/>
                        <a:gd name="connsiteX2" fmla="*/ 4886 w 10000"/>
                        <a:gd name="connsiteY2" fmla="*/ 4 h 10796"/>
                        <a:gd name="connsiteX3" fmla="*/ 8068 w 10000"/>
                        <a:gd name="connsiteY3" fmla="*/ 2813 h 10796"/>
                        <a:gd name="connsiteX4" fmla="*/ 9996 w 10000"/>
                        <a:gd name="connsiteY4" fmla="*/ 5413 h 10796"/>
                        <a:gd name="connsiteX5" fmla="*/ 8476 w 10000"/>
                        <a:gd name="connsiteY5" fmla="*/ 7306 h 10796"/>
                        <a:gd name="connsiteX6" fmla="*/ 5202 w 10000"/>
                        <a:gd name="connsiteY6" fmla="*/ 10795 h 10796"/>
                        <a:gd name="connsiteX7" fmla="*/ 2753 w 10000"/>
                        <a:gd name="connsiteY7" fmla="*/ 7683 h 10796"/>
                        <a:gd name="connsiteX8" fmla="*/ 1375 w 10000"/>
                        <a:gd name="connsiteY8" fmla="*/ 7365 h 10796"/>
                        <a:gd name="connsiteX9" fmla="*/ 45 w 10000"/>
                        <a:gd name="connsiteY9" fmla="*/ 5036 h 10796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000" h="10795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grpSp>
                  <p:nvGrpSpPr>
                    <p:cNvPr id="464" name="Group 463">
                      <a:extLst>
                        <a:ext uri="{FF2B5EF4-FFF2-40B4-BE49-F238E27FC236}">
                          <a16:creationId xmlns:a16="http://schemas.microsoft.com/office/drawing/2014/main" id="{D298706C-B2F7-F841-A764-530B84A45BA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465" name="Group 464">
                        <a:extLst>
                          <a:ext uri="{FF2B5EF4-FFF2-40B4-BE49-F238E27FC236}">
                            <a16:creationId xmlns:a16="http://schemas.microsoft.com/office/drawing/2014/main" id="{EF87C3DF-25E9-3541-81DD-687B3BC5CFC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512" name="Group 327">
                          <a:extLst>
                            <a:ext uri="{FF2B5EF4-FFF2-40B4-BE49-F238E27FC236}">
                              <a16:creationId xmlns:a16="http://schemas.microsoft.com/office/drawing/2014/main" id="{D9D88DEB-2F6C-EE4E-8204-5373F2059160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516" name="Oval 515">
                            <a:extLst>
                              <a:ext uri="{FF2B5EF4-FFF2-40B4-BE49-F238E27FC236}">
                                <a16:creationId xmlns:a16="http://schemas.microsoft.com/office/drawing/2014/main" id="{E43738C6-48CA-5848-B446-486E3074B61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17" name="Rectangle 516">
                            <a:extLst>
                              <a:ext uri="{FF2B5EF4-FFF2-40B4-BE49-F238E27FC236}">
                                <a16:creationId xmlns:a16="http://schemas.microsoft.com/office/drawing/2014/main" id="{FF6997EC-4653-7249-AC8E-1C53512F553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18" name="Oval 517">
                            <a:extLst>
                              <a:ext uri="{FF2B5EF4-FFF2-40B4-BE49-F238E27FC236}">
                                <a16:creationId xmlns:a16="http://schemas.microsoft.com/office/drawing/2014/main" id="{33D17D99-B68F-E849-B145-C31DBCBD9B3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19" name="Freeform 518">
                            <a:extLst>
                              <a:ext uri="{FF2B5EF4-FFF2-40B4-BE49-F238E27FC236}">
                                <a16:creationId xmlns:a16="http://schemas.microsoft.com/office/drawing/2014/main" id="{28E88DB5-94BB-5F44-ACF2-64ABB2C8202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20" name="Freeform 519">
                            <a:extLst>
                              <a:ext uri="{FF2B5EF4-FFF2-40B4-BE49-F238E27FC236}">
                                <a16:creationId xmlns:a16="http://schemas.microsoft.com/office/drawing/2014/main" id="{4501DDE3-CDDF-944A-8911-33E367ABD56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21" name="Freeform 520">
                            <a:extLst>
                              <a:ext uri="{FF2B5EF4-FFF2-40B4-BE49-F238E27FC236}">
                                <a16:creationId xmlns:a16="http://schemas.microsoft.com/office/drawing/2014/main" id="{DDA93EA0-229B-604B-A7D5-5E58BF30501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22" name="Freeform 521">
                            <a:extLst>
                              <a:ext uri="{FF2B5EF4-FFF2-40B4-BE49-F238E27FC236}">
                                <a16:creationId xmlns:a16="http://schemas.microsoft.com/office/drawing/2014/main" id="{569D7415-C54E-A548-8791-7D6143E93A4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523" name="Straight Connector 522">
                            <a:extLst>
                              <a:ext uri="{FF2B5EF4-FFF2-40B4-BE49-F238E27FC236}">
                                <a16:creationId xmlns:a16="http://schemas.microsoft.com/office/drawing/2014/main" id="{24029CFB-2D28-6049-A390-1329E7E9F461}"/>
                              </a:ext>
                            </a:extLst>
                          </p:cNvPr>
                          <p:cNvCxnSpPr>
                            <a:endCxn id="518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524" name="Straight Connector 523">
                            <a:extLst>
                              <a:ext uri="{FF2B5EF4-FFF2-40B4-BE49-F238E27FC236}">
                                <a16:creationId xmlns:a16="http://schemas.microsoft.com/office/drawing/2014/main" id="{B70FB568-4766-D04B-A395-4A95B5CEAB34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513" name="Group 512">
                          <a:extLst>
                            <a:ext uri="{FF2B5EF4-FFF2-40B4-BE49-F238E27FC236}">
                              <a16:creationId xmlns:a16="http://schemas.microsoft.com/office/drawing/2014/main" id="{D17F5CC6-04D2-4E4A-BFA5-437A3435412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514" name="Oval 513">
                            <a:extLst>
                              <a:ext uri="{FF2B5EF4-FFF2-40B4-BE49-F238E27FC236}">
                                <a16:creationId xmlns:a16="http://schemas.microsoft.com/office/drawing/2014/main" id="{486E8057-40E8-E248-A0B9-649E50FBE46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15" name="TextBox 514">
                            <a:extLst>
                              <a:ext uri="{FF2B5EF4-FFF2-40B4-BE49-F238E27FC236}">
                                <a16:creationId xmlns:a16="http://schemas.microsoft.com/office/drawing/2014/main" id="{69D8711F-8683-FA43-A03C-8CDE2A04C09F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1b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466" name="Group 465">
                        <a:extLst>
                          <a:ext uri="{FF2B5EF4-FFF2-40B4-BE49-F238E27FC236}">
                            <a16:creationId xmlns:a16="http://schemas.microsoft.com/office/drawing/2014/main" id="{E689C27A-92C8-A842-97D7-650FB39FDC6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499" name="Group 327">
                          <a:extLst>
                            <a:ext uri="{FF2B5EF4-FFF2-40B4-BE49-F238E27FC236}">
                              <a16:creationId xmlns:a16="http://schemas.microsoft.com/office/drawing/2014/main" id="{2AB0919D-BBC9-604A-A982-1A690D52C50C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503" name="Oval 502">
                            <a:extLst>
                              <a:ext uri="{FF2B5EF4-FFF2-40B4-BE49-F238E27FC236}">
                                <a16:creationId xmlns:a16="http://schemas.microsoft.com/office/drawing/2014/main" id="{F7B460AC-BA55-3C4F-90BF-42BB06267F9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04" name="Rectangle 503">
                            <a:extLst>
                              <a:ext uri="{FF2B5EF4-FFF2-40B4-BE49-F238E27FC236}">
                                <a16:creationId xmlns:a16="http://schemas.microsoft.com/office/drawing/2014/main" id="{E76F29D8-09F3-284E-A34E-E199DA5DF64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05" name="Oval 504">
                            <a:extLst>
                              <a:ext uri="{FF2B5EF4-FFF2-40B4-BE49-F238E27FC236}">
                                <a16:creationId xmlns:a16="http://schemas.microsoft.com/office/drawing/2014/main" id="{411ADD42-EE73-954C-B5A5-DCD02E6AEAB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06" name="Freeform 505">
                            <a:extLst>
                              <a:ext uri="{FF2B5EF4-FFF2-40B4-BE49-F238E27FC236}">
                                <a16:creationId xmlns:a16="http://schemas.microsoft.com/office/drawing/2014/main" id="{7CC0D659-48BB-B74B-A977-FCAD9BD2A07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07" name="Freeform 506">
                            <a:extLst>
                              <a:ext uri="{FF2B5EF4-FFF2-40B4-BE49-F238E27FC236}">
                                <a16:creationId xmlns:a16="http://schemas.microsoft.com/office/drawing/2014/main" id="{5DA9457F-1851-A246-983E-0DEFDE13B64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08" name="Freeform 507">
                            <a:extLst>
                              <a:ext uri="{FF2B5EF4-FFF2-40B4-BE49-F238E27FC236}">
                                <a16:creationId xmlns:a16="http://schemas.microsoft.com/office/drawing/2014/main" id="{1BA7FCE9-F0B1-FE48-ADC0-00396F13493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09" name="Freeform 508">
                            <a:extLst>
                              <a:ext uri="{FF2B5EF4-FFF2-40B4-BE49-F238E27FC236}">
                                <a16:creationId xmlns:a16="http://schemas.microsoft.com/office/drawing/2014/main" id="{452AD62F-940E-2B45-A96E-6BC2B81FA3B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510" name="Straight Connector 509">
                            <a:extLst>
                              <a:ext uri="{FF2B5EF4-FFF2-40B4-BE49-F238E27FC236}">
                                <a16:creationId xmlns:a16="http://schemas.microsoft.com/office/drawing/2014/main" id="{47F8D05D-8E49-C446-B534-E847920D5D53}"/>
                              </a:ext>
                            </a:extLst>
                          </p:cNvPr>
                          <p:cNvCxnSpPr>
                            <a:endCxn id="505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511" name="Straight Connector 510">
                            <a:extLst>
                              <a:ext uri="{FF2B5EF4-FFF2-40B4-BE49-F238E27FC236}">
                                <a16:creationId xmlns:a16="http://schemas.microsoft.com/office/drawing/2014/main" id="{9A42E28D-0853-1C44-B41C-8BEAD828E11E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500" name="Group 499">
                          <a:extLst>
                            <a:ext uri="{FF2B5EF4-FFF2-40B4-BE49-F238E27FC236}">
                              <a16:creationId xmlns:a16="http://schemas.microsoft.com/office/drawing/2014/main" id="{31B8BA72-B2AE-FD4E-A27C-F3343833779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501" name="Oval 500">
                            <a:extLst>
                              <a:ext uri="{FF2B5EF4-FFF2-40B4-BE49-F238E27FC236}">
                                <a16:creationId xmlns:a16="http://schemas.microsoft.com/office/drawing/2014/main" id="{EF30D03D-6EA4-6345-9F63-F711C01F894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502" name="TextBox 501">
                            <a:extLst>
                              <a:ext uri="{FF2B5EF4-FFF2-40B4-BE49-F238E27FC236}">
                                <a16:creationId xmlns:a16="http://schemas.microsoft.com/office/drawing/2014/main" id="{863E235B-107C-B74D-B3D1-105D9A09D6B7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1d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467" name="Group 466">
                        <a:extLst>
                          <a:ext uri="{FF2B5EF4-FFF2-40B4-BE49-F238E27FC236}">
                            <a16:creationId xmlns:a16="http://schemas.microsoft.com/office/drawing/2014/main" id="{0C0DE8D3-30E3-844C-92F8-5F3CA6D81B3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486" name="Group 327">
                          <a:extLst>
                            <a:ext uri="{FF2B5EF4-FFF2-40B4-BE49-F238E27FC236}">
                              <a16:creationId xmlns:a16="http://schemas.microsoft.com/office/drawing/2014/main" id="{66FA26A0-31A0-B54A-8194-5F50C01132A2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490" name="Oval 489">
                            <a:extLst>
                              <a:ext uri="{FF2B5EF4-FFF2-40B4-BE49-F238E27FC236}">
                                <a16:creationId xmlns:a16="http://schemas.microsoft.com/office/drawing/2014/main" id="{2A63EF29-1D39-FD40-A478-2074470DBB7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91" name="Rectangle 490">
                            <a:extLst>
                              <a:ext uri="{FF2B5EF4-FFF2-40B4-BE49-F238E27FC236}">
                                <a16:creationId xmlns:a16="http://schemas.microsoft.com/office/drawing/2014/main" id="{7C17B272-7A30-2B43-8CFE-590E4D3CFD0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92" name="Oval 491">
                            <a:extLst>
                              <a:ext uri="{FF2B5EF4-FFF2-40B4-BE49-F238E27FC236}">
                                <a16:creationId xmlns:a16="http://schemas.microsoft.com/office/drawing/2014/main" id="{437A4583-A63F-5246-BEAB-9B6589523C8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93" name="Freeform 492">
                            <a:extLst>
                              <a:ext uri="{FF2B5EF4-FFF2-40B4-BE49-F238E27FC236}">
                                <a16:creationId xmlns:a16="http://schemas.microsoft.com/office/drawing/2014/main" id="{B0412DE0-58FC-2D49-8B3E-07D71A27CD5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94" name="Freeform 493">
                            <a:extLst>
                              <a:ext uri="{FF2B5EF4-FFF2-40B4-BE49-F238E27FC236}">
                                <a16:creationId xmlns:a16="http://schemas.microsoft.com/office/drawing/2014/main" id="{F3DFB717-0CF2-D34E-8B87-0A7D9C16EE4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95" name="Freeform 494">
                            <a:extLst>
                              <a:ext uri="{FF2B5EF4-FFF2-40B4-BE49-F238E27FC236}">
                                <a16:creationId xmlns:a16="http://schemas.microsoft.com/office/drawing/2014/main" id="{504E2D79-42EA-A343-A894-4AA22D756FA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96" name="Freeform 495">
                            <a:extLst>
                              <a:ext uri="{FF2B5EF4-FFF2-40B4-BE49-F238E27FC236}">
                                <a16:creationId xmlns:a16="http://schemas.microsoft.com/office/drawing/2014/main" id="{49DEE305-7A11-884C-96B0-9319FD988D5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497" name="Straight Connector 496">
                            <a:extLst>
                              <a:ext uri="{FF2B5EF4-FFF2-40B4-BE49-F238E27FC236}">
                                <a16:creationId xmlns:a16="http://schemas.microsoft.com/office/drawing/2014/main" id="{DEA98786-AC56-B344-897D-6DA5F04FFE07}"/>
                              </a:ext>
                            </a:extLst>
                          </p:cNvPr>
                          <p:cNvCxnSpPr>
                            <a:endCxn id="492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498" name="Straight Connector 497">
                            <a:extLst>
                              <a:ext uri="{FF2B5EF4-FFF2-40B4-BE49-F238E27FC236}">
                                <a16:creationId xmlns:a16="http://schemas.microsoft.com/office/drawing/2014/main" id="{41ACE58E-6844-3E40-A09E-5A6DDF0EB6E1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487" name="Group 486">
                          <a:extLst>
                            <a:ext uri="{FF2B5EF4-FFF2-40B4-BE49-F238E27FC236}">
                              <a16:creationId xmlns:a16="http://schemas.microsoft.com/office/drawing/2014/main" id="{63611D02-499D-094A-ADE0-1D41CB9CF51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488" name="Oval 487">
                            <a:extLst>
                              <a:ext uri="{FF2B5EF4-FFF2-40B4-BE49-F238E27FC236}">
                                <a16:creationId xmlns:a16="http://schemas.microsoft.com/office/drawing/2014/main" id="{9A2043F1-5AB7-FA40-9FF4-8DC9482D3AE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89" name="TextBox 488">
                            <a:extLst>
                              <a:ext uri="{FF2B5EF4-FFF2-40B4-BE49-F238E27FC236}">
                                <a16:creationId xmlns:a16="http://schemas.microsoft.com/office/drawing/2014/main" id="{CD73D8BA-83A3-D642-8484-0429C2D81A55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1c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468" name="Group 467">
                        <a:extLst>
                          <a:ext uri="{FF2B5EF4-FFF2-40B4-BE49-F238E27FC236}">
                            <a16:creationId xmlns:a16="http://schemas.microsoft.com/office/drawing/2014/main" id="{63DB2835-5F1C-7347-A376-73C9FEC84A8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473" name="Group 327">
                          <a:extLst>
                            <a:ext uri="{FF2B5EF4-FFF2-40B4-BE49-F238E27FC236}">
                              <a16:creationId xmlns:a16="http://schemas.microsoft.com/office/drawing/2014/main" id="{B320BBF0-3147-9D43-B536-A6F3A31152B1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477" name="Oval 476">
                            <a:extLst>
                              <a:ext uri="{FF2B5EF4-FFF2-40B4-BE49-F238E27FC236}">
                                <a16:creationId xmlns:a16="http://schemas.microsoft.com/office/drawing/2014/main" id="{0D39F6A3-B426-944F-95EA-C7142D92061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78" name="Rectangle 477">
                            <a:extLst>
                              <a:ext uri="{FF2B5EF4-FFF2-40B4-BE49-F238E27FC236}">
                                <a16:creationId xmlns:a16="http://schemas.microsoft.com/office/drawing/2014/main" id="{EEDBD6C3-57F4-6E41-823C-AA1C9B35818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79" name="Oval 478">
                            <a:extLst>
                              <a:ext uri="{FF2B5EF4-FFF2-40B4-BE49-F238E27FC236}">
                                <a16:creationId xmlns:a16="http://schemas.microsoft.com/office/drawing/2014/main" id="{76475411-BE17-AD41-8B12-8A8FC25935B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80" name="Freeform 479">
                            <a:extLst>
                              <a:ext uri="{FF2B5EF4-FFF2-40B4-BE49-F238E27FC236}">
                                <a16:creationId xmlns:a16="http://schemas.microsoft.com/office/drawing/2014/main" id="{6F6F7AEF-EE85-5D47-887C-5A7B355F76D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81" name="Freeform 480">
                            <a:extLst>
                              <a:ext uri="{FF2B5EF4-FFF2-40B4-BE49-F238E27FC236}">
                                <a16:creationId xmlns:a16="http://schemas.microsoft.com/office/drawing/2014/main" id="{9DCFFFD1-2A5C-FD49-9CA0-D0FBC8F92D6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82" name="Freeform 481">
                            <a:extLst>
                              <a:ext uri="{FF2B5EF4-FFF2-40B4-BE49-F238E27FC236}">
                                <a16:creationId xmlns:a16="http://schemas.microsoft.com/office/drawing/2014/main" id="{F9E1AEF9-E510-3844-A58F-BFFA13F7030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83" name="Freeform 482">
                            <a:extLst>
                              <a:ext uri="{FF2B5EF4-FFF2-40B4-BE49-F238E27FC236}">
                                <a16:creationId xmlns:a16="http://schemas.microsoft.com/office/drawing/2014/main" id="{768A55E9-55CD-414C-AB3D-C235C8B6F52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484" name="Straight Connector 483">
                            <a:extLst>
                              <a:ext uri="{FF2B5EF4-FFF2-40B4-BE49-F238E27FC236}">
                                <a16:creationId xmlns:a16="http://schemas.microsoft.com/office/drawing/2014/main" id="{E31B9245-02A1-7B44-8F9D-9C88F6451EF4}"/>
                              </a:ext>
                            </a:extLst>
                          </p:cNvPr>
                          <p:cNvCxnSpPr>
                            <a:endCxn id="479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485" name="Straight Connector 484">
                            <a:extLst>
                              <a:ext uri="{FF2B5EF4-FFF2-40B4-BE49-F238E27FC236}">
                                <a16:creationId xmlns:a16="http://schemas.microsoft.com/office/drawing/2014/main" id="{B5A7E77A-0BF3-BF4A-BC0D-3B5CB27A9964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474" name="Group 473">
                          <a:extLst>
                            <a:ext uri="{FF2B5EF4-FFF2-40B4-BE49-F238E27FC236}">
                              <a16:creationId xmlns:a16="http://schemas.microsoft.com/office/drawing/2014/main" id="{06FC63B7-6F6B-8F4A-A179-A41B8CBB0D2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475" name="Oval 474">
                            <a:extLst>
                              <a:ext uri="{FF2B5EF4-FFF2-40B4-BE49-F238E27FC236}">
                                <a16:creationId xmlns:a16="http://schemas.microsoft.com/office/drawing/2014/main" id="{CBB918C7-31B8-8544-9320-D105C039AAD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476" name="TextBox 475">
                            <a:extLst>
                              <a:ext uri="{FF2B5EF4-FFF2-40B4-BE49-F238E27FC236}">
                                <a16:creationId xmlns:a16="http://schemas.microsoft.com/office/drawing/2014/main" id="{F973F749-A47E-2544-A795-FB223DBC4FB5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1a</a:t>
                            </a:r>
                          </a:p>
                        </p:txBody>
                      </p:sp>
                    </p:grpSp>
                  </p:grpSp>
                  <p:cxnSp>
                    <p:nvCxnSpPr>
                      <p:cNvPr id="469" name="Straight Connector 468">
                        <a:extLst>
                          <a:ext uri="{FF2B5EF4-FFF2-40B4-BE49-F238E27FC236}">
                            <a16:creationId xmlns:a16="http://schemas.microsoft.com/office/drawing/2014/main" id="{2808BFDC-ADC0-D641-A7A1-A441C6EED68D}"/>
                          </a:ext>
                        </a:extLst>
                      </p:cNvPr>
                      <p:cNvCxnSpPr>
                        <a:stCxn id="516" idx="7"/>
                      </p:cNvCxnSpPr>
                      <p:nvPr/>
                    </p:nvCxnSpPr>
                    <p:spPr bwMode="auto">
                      <a:xfrm>
                        <a:off x="2218708" y="3154477"/>
                        <a:ext cx="480042" cy="36977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470" name="Straight Connector 469">
                        <a:extLst>
                          <a:ext uri="{FF2B5EF4-FFF2-40B4-BE49-F238E27FC236}">
                            <a16:creationId xmlns:a16="http://schemas.microsoft.com/office/drawing/2014/main" id="{9DD73B58-25D9-E846-8E1C-0A8D8F7E2EF4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300073" y="3786304"/>
                        <a:ext cx="477927" cy="357071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471" name="Straight Connector 470">
                        <a:extLst>
                          <a:ext uri="{FF2B5EF4-FFF2-40B4-BE49-F238E27FC236}">
                            <a16:creationId xmlns:a16="http://schemas.microsoft.com/office/drawing/2014/main" id="{1A8A1487-5C05-8F4E-84DE-1623D4C0BEA1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2196042" y="3783542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472" name="Straight Connector 471">
                        <a:extLst>
                          <a:ext uri="{FF2B5EF4-FFF2-40B4-BE49-F238E27FC236}">
                            <a16:creationId xmlns:a16="http://schemas.microsoft.com/office/drawing/2014/main" id="{8C4CE07A-C5DB-0D45-8EDF-7E2C78B5FF7C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1287553" y="3166946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</p:grpSp>
              <p:sp>
                <p:nvSpPr>
                  <p:cNvPr id="461" name="TextBox 460">
                    <a:extLst>
                      <a:ext uri="{FF2B5EF4-FFF2-40B4-BE49-F238E27FC236}">
                        <a16:creationId xmlns:a16="http://schemas.microsoft.com/office/drawing/2014/main" id="{6C119B01-EFFB-7643-8878-5C39A6C7C3A0}"/>
                      </a:ext>
                    </a:extLst>
                  </p:cNvPr>
                  <p:cNvSpPr txBox="1"/>
                  <p:nvPr/>
                </p:nvSpPr>
                <p:spPr>
                  <a:xfrm>
                    <a:off x="1430686" y="4247082"/>
                    <a:ext cx="75353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2000" dirty="0">
                        <a:solidFill>
                          <a:srgbClr val="000090"/>
                        </a:solidFill>
                        <a:latin typeface="Arial" charset="0"/>
                        <a:ea typeface="ＭＳ Ｐゴシック" charset="0"/>
                      </a:rPr>
                      <a:t>AS 1</a:t>
                    </a:r>
                  </a:p>
                </p:txBody>
              </p:sp>
              <p:cxnSp>
                <p:nvCxnSpPr>
                  <p:cNvPr id="462" name="Straight Connector 461">
                    <a:extLst>
                      <a:ext uri="{FF2B5EF4-FFF2-40B4-BE49-F238E27FC236}">
                        <a16:creationId xmlns:a16="http://schemas.microsoft.com/office/drawing/2014/main" id="{EF26B4D3-7D6B-F741-B4A8-9DBFF6E211DD}"/>
                      </a:ext>
                    </a:extLst>
                  </p:cNvPr>
                  <p:cNvCxnSpPr>
                    <a:cxnSpLocks/>
                    <a:stCxn id="604" idx="1"/>
                  </p:cNvCxnSpPr>
                  <p:nvPr/>
                </p:nvCxnSpPr>
                <p:spPr bwMode="auto">
                  <a:xfrm flipH="1" flipV="1">
                    <a:off x="3848374" y="5024787"/>
                    <a:ext cx="1030666" cy="698992"/>
                  </a:xfrm>
                  <a:prstGeom prst="line">
                    <a:avLst/>
                  </a:prstGeom>
                  <a:solidFill>
                    <a:srgbClr val="00CC99"/>
                  </a:solidFill>
                  <a:ln w="381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</p:grpSp>
            <p:cxnSp>
              <p:nvCxnSpPr>
                <p:cNvPr id="459" name="Straight Connector 458">
                  <a:extLst>
                    <a:ext uri="{FF2B5EF4-FFF2-40B4-BE49-F238E27FC236}">
                      <a16:creationId xmlns:a16="http://schemas.microsoft.com/office/drawing/2014/main" id="{FBE62631-9AF2-944F-8492-536EAA2FA731}"/>
                    </a:ext>
                  </a:extLst>
                </p:cNvPr>
                <p:cNvCxnSpPr>
                  <a:cxnSpLocks/>
                  <a:stCxn id="620" idx="5"/>
                  <a:endCxn id="541" idx="1"/>
                </p:cNvCxnSpPr>
                <p:nvPr/>
              </p:nvCxnSpPr>
              <p:spPr bwMode="auto">
                <a:xfrm flipV="1">
                  <a:off x="6957825" y="4543468"/>
                  <a:ext cx="1398778" cy="1062884"/>
                </a:xfrm>
                <a:prstGeom prst="line">
                  <a:avLst/>
                </a:prstGeom>
                <a:solidFill>
                  <a:srgbClr val="00CC99"/>
                </a:solidFill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439" name="Group 438">
                <a:extLst>
                  <a:ext uri="{FF2B5EF4-FFF2-40B4-BE49-F238E27FC236}">
                    <a16:creationId xmlns:a16="http://schemas.microsoft.com/office/drawing/2014/main" id="{B5796782-9600-D04D-B089-2589417579E5}"/>
                  </a:ext>
                </a:extLst>
              </p:cNvPr>
              <p:cNvGrpSpPr/>
              <p:nvPr/>
            </p:nvGrpSpPr>
            <p:grpSpPr>
              <a:xfrm>
                <a:off x="9525929" y="4809915"/>
                <a:ext cx="1701734" cy="616172"/>
                <a:chOff x="6935906" y="5482318"/>
                <a:chExt cx="1701734" cy="616172"/>
              </a:xfrm>
            </p:grpSpPr>
            <p:grpSp>
              <p:nvGrpSpPr>
                <p:cNvPr id="440" name="Group 439">
                  <a:extLst>
                    <a:ext uri="{FF2B5EF4-FFF2-40B4-BE49-F238E27FC236}">
                      <a16:creationId xmlns:a16="http://schemas.microsoft.com/office/drawing/2014/main" id="{F5808F52-99A6-8440-8669-9706B7665BCD}"/>
                    </a:ext>
                  </a:extLst>
                </p:cNvPr>
                <p:cNvGrpSpPr/>
                <p:nvPr/>
              </p:nvGrpSpPr>
              <p:grpSpPr>
                <a:xfrm>
                  <a:off x="6935906" y="5482318"/>
                  <a:ext cx="1701734" cy="616172"/>
                  <a:chOff x="6808463" y="5108795"/>
                  <a:chExt cx="1701734" cy="616172"/>
                </a:xfrm>
              </p:grpSpPr>
              <p:sp>
                <p:nvSpPr>
                  <p:cNvPr id="442" name="Freeform 2">
                    <a:extLst>
                      <a:ext uri="{FF2B5EF4-FFF2-40B4-BE49-F238E27FC236}">
                        <a16:creationId xmlns:a16="http://schemas.microsoft.com/office/drawing/2014/main" id="{CAEC4A1D-BC8E-6841-8F8E-939CC3A88A8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808463" y="5108795"/>
                    <a:ext cx="1701734" cy="616172"/>
                  </a:xfrm>
                  <a:custGeom>
                    <a:avLst/>
                    <a:gdLst>
                      <a:gd name="T0" fmla="*/ 648763 w 10001"/>
                      <a:gd name="T1" fmla="*/ 34777612 h 10125"/>
                      <a:gd name="T2" fmla="*/ 115976403 w 10001"/>
                      <a:gd name="T3" fmla="*/ 13733703 h 10125"/>
                      <a:gd name="T4" fmla="*/ 507700960 w 10001"/>
                      <a:gd name="T5" fmla="*/ 8662125 h 10125"/>
                      <a:gd name="T6" fmla="*/ 810212713 w 10001"/>
                      <a:gd name="T7" fmla="*/ 0 h 10125"/>
                      <a:gd name="T8" fmla="*/ 1090015738 w 10001"/>
                      <a:gd name="T9" fmla="*/ 8687929 h 10125"/>
                      <a:gd name="T10" fmla="*/ 1310938763 w 10001"/>
                      <a:gd name="T11" fmla="*/ 4279362 h 10125"/>
                      <a:gd name="T12" fmla="*/ 1620263134 w 10001"/>
                      <a:gd name="T13" fmla="*/ 25736690 h 10125"/>
                      <a:gd name="T14" fmla="*/ 1394798364 w 10001"/>
                      <a:gd name="T15" fmla="*/ 58525268 h 10125"/>
                      <a:gd name="T16" fmla="*/ 1134622140 w 10001"/>
                      <a:gd name="T17" fmla="*/ 80266624 h 10125"/>
                      <a:gd name="T18" fmla="*/ 860820276 w 10001"/>
                      <a:gd name="T19" fmla="*/ 76142271 h 10125"/>
                      <a:gd name="T20" fmla="*/ 708996782 w 10001"/>
                      <a:gd name="T21" fmla="*/ 85346835 h 10125"/>
                      <a:gd name="T22" fmla="*/ 509322667 w 10001"/>
                      <a:gd name="T23" fmla="*/ 86268164 h 10125"/>
                      <a:gd name="T24" fmla="*/ 353443899 w 10001"/>
                      <a:gd name="T25" fmla="*/ 67979516 h 10125"/>
                      <a:gd name="T26" fmla="*/ 192536914 w 10001"/>
                      <a:gd name="T27" fmla="*/ 64535347 h 10125"/>
                      <a:gd name="T28" fmla="*/ 648763 w 10001"/>
                      <a:gd name="T29" fmla="*/ 34777612 h 1012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connsiteX0" fmla="*/ 4 w 10040"/>
                      <a:gd name="connsiteY0" fmla="*/ 4039 h 10125"/>
                      <a:gd name="connsiteX1" fmla="*/ 715 w 10040"/>
                      <a:gd name="connsiteY1" fmla="*/ 1595 h 10125"/>
                      <a:gd name="connsiteX2" fmla="*/ 3130 w 10040"/>
                      <a:gd name="connsiteY2" fmla="*/ 1006 h 10125"/>
                      <a:gd name="connsiteX3" fmla="*/ 4995 w 10040"/>
                      <a:gd name="connsiteY3" fmla="*/ 0 h 10125"/>
                      <a:gd name="connsiteX4" fmla="*/ 6720 w 10040"/>
                      <a:gd name="connsiteY4" fmla="*/ 1009 h 10125"/>
                      <a:gd name="connsiteX5" fmla="*/ 9989 w 10040"/>
                      <a:gd name="connsiteY5" fmla="*/ 2989 h 10125"/>
                      <a:gd name="connsiteX6" fmla="*/ 8599 w 10040"/>
                      <a:gd name="connsiteY6" fmla="*/ 6797 h 10125"/>
                      <a:gd name="connsiteX7" fmla="*/ 6995 w 10040"/>
                      <a:gd name="connsiteY7" fmla="*/ 9322 h 10125"/>
                      <a:gd name="connsiteX8" fmla="*/ 5307 w 10040"/>
                      <a:gd name="connsiteY8" fmla="*/ 8843 h 10125"/>
                      <a:gd name="connsiteX9" fmla="*/ 4371 w 10040"/>
                      <a:gd name="connsiteY9" fmla="*/ 9912 h 10125"/>
                      <a:gd name="connsiteX10" fmla="*/ 3140 w 10040"/>
                      <a:gd name="connsiteY10" fmla="*/ 10019 h 10125"/>
                      <a:gd name="connsiteX11" fmla="*/ 2179 w 10040"/>
                      <a:gd name="connsiteY11" fmla="*/ 7895 h 10125"/>
                      <a:gd name="connsiteX12" fmla="*/ 1187 w 10040"/>
                      <a:gd name="connsiteY12" fmla="*/ 7495 h 10125"/>
                      <a:gd name="connsiteX13" fmla="*/ 4 w 10040"/>
                      <a:gd name="connsiteY13" fmla="*/ 4039 h 10125"/>
                      <a:gd name="connsiteX0" fmla="*/ 4 w 8600"/>
                      <a:gd name="connsiteY0" fmla="*/ 4042 h 10128"/>
                      <a:gd name="connsiteX1" fmla="*/ 715 w 8600"/>
                      <a:gd name="connsiteY1" fmla="*/ 1598 h 10128"/>
                      <a:gd name="connsiteX2" fmla="*/ 3130 w 8600"/>
                      <a:gd name="connsiteY2" fmla="*/ 1009 h 10128"/>
                      <a:gd name="connsiteX3" fmla="*/ 4995 w 8600"/>
                      <a:gd name="connsiteY3" fmla="*/ 3 h 10128"/>
                      <a:gd name="connsiteX4" fmla="*/ 6720 w 8600"/>
                      <a:gd name="connsiteY4" fmla="*/ 1012 h 10128"/>
                      <a:gd name="connsiteX5" fmla="*/ 8599 w 8600"/>
                      <a:gd name="connsiteY5" fmla="*/ 6800 h 10128"/>
                      <a:gd name="connsiteX6" fmla="*/ 6995 w 8600"/>
                      <a:gd name="connsiteY6" fmla="*/ 9325 h 10128"/>
                      <a:gd name="connsiteX7" fmla="*/ 5307 w 8600"/>
                      <a:gd name="connsiteY7" fmla="*/ 8846 h 10128"/>
                      <a:gd name="connsiteX8" fmla="*/ 4371 w 8600"/>
                      <a:gd name="connsiteY8" fmla="*/ 9915 h 10128"/>
                      <a:gd name="connsiteX9" fmla="*/ 3140 w 8600"/>
                      <a:gd name="connsiteY9" fmla="*/ 10022 h 10128"/>
                      <a:gd name="connsiteX10" fmla="*/ 2179 w 8600"/>
                      <a:gd name="connsiteY10" fmla="*/ 7898 h 10128"/>
                      <a:gd name="connsiteX11" fmla="*/ 1187 w 8600"/>
                      <a:gd name="connsiteY11" fmla="*/ 7498 h 10128"/>
                      <a:gd name="connsiteX12" fmla="*/ 4 w 8600"/>
                      <a:gd name="connsiteY12" fmla="*/ 4042 h 10128"/>
                      <a:gd name="connsiteX0" fmla="*/ 4 w 9326"/>
                      <a:gd name="connsiteY0" fmla="*/ 3988 h 9997"/>
                      <a:gd name="connsiteX1" fmla="*/ 830 w 9326"/>
                      <a:gd name="connsiteY1" fmla="*/ 1575 h 9997"/>
                      <a:gd name="connsiteX2" fmla="*/ 3639 w 9326"/>
                      <a:gd name="connsiteY2" fmla="*/ 993 h 9997"/>
                      <a:gd name="connsiteX3" fmla="*/ 5807 w 9326"/>
                      <a:gd name="connsiteY3" fmla="*/ 0 h 9997"/>
                      <a:gd name="connsiteX4" fmla="*/ 7813 w 9326"/>
                      <a:gd name="connsiteY4" fmla="*/ 996 h 9997"/>
                      <a:gd name="connsiteX5" fmla="*/ 9324 w 9326"/>
                      <a:gd name="connsiteY5" fmla="*/ 5746 h 9997"/>
                      <a:gd name="connsiteX6" fmla="*/ 8133 w 9326"/>
                      <a:gd name="connsiteY6" fmla="*/ 9204 h 9997"/>
                      <a:gd name="connsiteX7" fmla="*/ 6170 w 9326"/>
                      <a:gd name="connsiteY7" fmla="*/ 8731 h 9997"/>
                      <a:gd name="connsiteX8" fmla="*/ 5082 w 9326"/>
                      <a:gd name="connsiteY8" fmla="*/ 9787 h 9997"/>
                      <a:gd name="connsiteX9" fmla="*/ 3650 w 9326"/>
                      <a:gd name="connsiteY9" fmla="*/ 9892 h 9997"/>
                      <a:gd name="connsiteX10" fmla="*/ 2533 w 9326"/>
                      <a:gd name="connsiteY10" fmla="*/ 7795 h 9997"/>
                      <a:gd name="connsiteX11" fmla="*/ 1379 w 9326"/>
                      <a:gd name="connsiteY11" fmla="*/ 7400 h 9997"/>
                      <a:gd name="connsiteX12" fmla="*/ 4 w 9326"/>
                      <a:gd name="connsiteY12" fmla="*/ 3988 h 9997"/>
                      <a:gd name="connsiteX0" fmla="*/ 4 w 10001"/>
                      <a:gd name="connsiteY0" fmla="*/ 3989 h 10041"/>
                      <a:gd name="connsiteX1" fmla="*/ 890 w 10001"/>
                      <a:gd name="connsiteY1" fmla="*/ 1575 h 10041"/>
                      <a:gd name="connsiteX2" fmla="*/ 3902 w 10001"/>
                      <a:gd name="connsiteY2" fmla="*/ 993 h 10041"/>
                      <a:gd name="connsiteX3" fmla="*/ 6227 w 10001"/>
                      <a:gd name="connsiteY3" fmla="*/ 0 h 10041"/>
                      <a:gd name="connsiteX4" fmla="*/ 8378 w 10001"/>
                      <a:gd name="connsiteY4" fmla="*/ 996 h 10041"/>
                      <a:gd name="connsiteX5" fmla="*/ 9998 w 10001"/>
                      <a:gd name="connsiteY5" fmla="*/ 5748 h 10041"/>
                      <a:gd name="connsiteX6" fmla="*/ 8721 w 10001"/>
                      <a:gd name="connsiteY6" fmla="*/ 9207 h 10041"/>
                      <a:gd name="connsiteX7" fmla="*/ 5449 w 10001"/>
                      <a:gd name="connsiteY7" fmla="*/ 9790 h 10041"/>
                      <a:gd name="connsiteX8" fmla="*/ 3914 w 10001"/>
                      <a:gd name="connsiteY8" fmla="*/ 9895 h 10041"/>
                      <a:gd name="connsiteX9" fmla="*/ 2716 w 10001"/>
                      <a:gd name="connsiteY9" fmla="*/ 7797 h 10041"/>
                      <a:gd name="connsiteX10" fmla="*/ 1479 w 10001"/>
                      <a:gd name="connsiteY10" fmla="*/ 7402 h 10041"/>
                      <a:gd name="connsiteX11" fmla="*/ 4 w 10001"/>
                      <a:gd name="connsiteY11" fmla="*/ 3989 h 10041"/>
                      <a:gd name="connsiteX0" fmla="*/ 4 w 10001"/>
                      <a:gd name="connsiteY0" fmla="*/ 3989 h 14825"/>
                      <a:gd name="connsiteX1" fmla="*/ 890 w 10001"/>
                      <a:gd name="connsiteY1" fmla="*/ 1575 h 14825"/>
                      <a:gd name="connsiteX2" fmla="*/ 3902 w 10001"/>
                      <a:gd name="connsiteY2" fmla="*/ 993 h 14825"/>
                      <a:gd name="connsiteX3" fmla="*/ 6227 w 10001"/>
                      <a:gd name="connsiteY3" fmla="*/ 0 h 14825"/>
                      <a:gd name="connsiteX4" fmla="*/ 8378 w 10001"/>
                      <a:gd name="connsiteY4" fmla="*/ 996 h 14825"/>
                      <a:gd name="connsiteX5" fmla="*/ 9998 w 10001"/>
                      <a:gd name="connsiteY5" fmla="*/ 5748 h 14825"/>
                      <a:gd name="connsiteX6" fmla="*/ 8721 w 10001"/>
                      <a:gd name="connsiteY6" fmla="*/ 9207 h 14825"/>
                      <a:gd name="connsiteX7" fmla="*/ 6011 w 10001"/>
                      <a:gd name="connsiteY7" fmla="*/ 14823 h 14825"/>
                      <a:gd name="connsiteX8" fmla="*/ 3914 w 10001"/>
                      <a:gd name="connsiteY8" fmla="*/ 9895 h 14825"/>
                      <a:gd name="connsiteX9" fmla="*/ 2716 w 10001"/>
                      <a:gd name="connsiteY9" fmla="*/ 7797 h 14825"/>
                      <a:gd name="connsiteX10" fmla="*/ 1479 w 10001"/>
                      <a:gd name="connsiteY10" fmla="*/ 7402 h 14825"/>
                      <a:gd name="connsiteX11" fmla="*/ 4 w 10001"/>
                      <a:gd name="connsiteY11" fmla="*/ 3989 h 14825"/>
                      <a:gd name="connsiteX0" fmla="*/ 4 w 10001"/>
                      <a:gd name="connsiteY0" fmla="*/ 7436 h 18272"/>
                      <a:gd name="connsiteX1" fmla="*/ 890 w 10001"/>
                      <a:gd name="connsiteY1" fmla="*/ 5022 h 18272"/>
                      <a:gd name="connsiteX2" fmla="*/ 3902 w 10001"/>
                      <a:gd name="connsiteY2" fmla="*/ 4440 h 18272"/>
                      <a:gd name="connsiteX3" fmla="*/ 6026 w 10001"/>
                      <a:gd name="connsiteY3" fmla="*/ 0 h 18272"/>
                      <a:gd name="connsiteX4" fmla="*/ 8378 w 10001"/>
                      <a:gd name="connsiteY4" fmla="*/ 4443 h 18272"/>
                      <a:gd name="connsiteX5" fmla="*/ 9998 w 10001"/>
                      <a:gd name="connsiteY5" fmla="*/ 9195 h 18272"/>
                      <a:gd name="connsiteX6" fmla="*/ 8721 w 10001"/>
                      <a:gd name="connsiteY6" fmla="*/ 12654 h 18272"/>
                      <a:gd name="connsiteX7" fmla="*/ 6011 w 10001"/>
                      <a:gd name="connsiteY7" fmla="*/ 18270 h 18272"/>
                      <a:gd name="connsiteX8" fmla="*/ 3914 w 10001"/>
                      <a:gd name="connsiteY8" fmla="*/ 13342 h 18272"/>
                      <a:gd name="connsiteX9" fmla="*/ 2716 w 10001"/>
                      <a:gd name="connsiteY9" fmla="*/ 11244 h 18272"/>
                      <a:gd name="connsiteX10" fmla="*/ 1479 w 10001"/>
                      <a:gd name="connsiteY10" fmla="*/ 10849 h 18272"/>
                      <a:gd name="connsiteX11" fmla="*/ 4 w 10001"/>
                      <a:gd name="connsiteY11" fmla="*/ 7436 h 18272"/>
                      <a:gd name="connsiteX0" fmla="*/ 1 w 9998"/>
                      <a:gd name="connsiteY0" fmla="*/ 7436 h 18272"/>
                      <a:gd name="connsiteX1" fmla="*/ 3899 w 9998"/>
                      <a:gd name="connsiteY1" fmla="*/ 4440 h 18272"/>
                      <a:gd name="connsiteX2" fmla="*/ 6023 w 9998"/>
                      <a:gd name="connsiteY2" fmla="*/ 0 h 18272"/>
                      <a:gd name="connsiteX3" fmla="*/ 8375 w 9998"/>
                      <a:gd name="connsiteY3" fmla="*/ 4443 h 18272"/>
                      <a:gd name="connsiteX4" fmla="*/ 9995 w 9998"/>
                      <a:gd name="connsiteY4" fmla="*/ 9195 h 18272"/>
                      <a:gd name="connsiteX5" fmla="*/ 8718 w 9998"/>
                      <a:gd name="connsiteY5" fmla="*/ 12654 h 18272"/>
                      <a:gd name="connsiteX6" fmla="*/ 6008 w 9998"/>
                      <a:gd name="connsiteY6" fmla="*/ 18270 h 18272"/>
                      <a:gd name="connsiteX7" fmla="*/ 3911 w 9998"/>
                      <a:gd name="connsiteY7" fmla="*/ 13342 h 18272"/>
                      <a:gd name="connsiteX8" fmla="*/ 2713 w 9998"/>
                      <a:gd name="connsiteY8" fmla="*/ 11244 h 18272"/>
                      <a:gd name="connsiteX9" fmla="*/ 1476 w 9998"/>
                      <a:gd name="connsiteY9" fmla="*/ 10849 h 18272"/>
                      <a:gd name="connsiteX10" fmla="*/ 1 w 9998"/>
                      <a:gd name="connsiteY10" fmla="*/ 7436 h 18272"/>
                      <a:gd name="connsiteX0" fmla="*/ 35 w 8559"/>
                      <a:gd name="connsiteY0" fmla="*/ 5938 h 10000"/>
                      <a:gd name="connsiteX1" fmla="*/ 2459 w 8559"/>
                      <a:gd name="connsiteY1" fmla="*/ 2430 h 10000"/>
                      <a:gd name="connsiteX2" fmla="*/ 4583 w 8559"/>
                      <a:gd name="connsiteY2" fmla="*/ 0 h 10000"/>
                      <a:gd name="connsiteX3" fmla="*/ 6936 w 8559"/>
                      <a:gd name="connsiteY3" fmla="*/ 2432 h 10000"/>
                      <a:gd name="connsiteX4" fmla="*/ 8556 w 8559"/>
                      <a:gd name="connsiteY4" fmla="*/ 5032 h 10000"/>
                      <a:gd name="connsiteX5" fmla="*/ 7279 w 8559"/>
                      <a:gd name="connsiteY5" fmla="*/ 6925 h 10000"/>
                      <a:gd name="connsiteX6" fmla="*/ 4568 w 8559"/>
                      <a:gd name="connsiteY6" fmla="*/ 9999 h 10000"/>
                      <a:gd name="connsiteX7" fmla="*/ 2471 w 8559"/>
                      <a:gd name="connsiteY7" fmla="*/ 7302 h 10000"/>
                      <a:gd name="connsiteX8" fmla="*/ 1273 w 8559"/>
                      <a:gd name="connsiteY8" fmla="*/ 6154 h 10000"/>
                      <a:gd name="connsiteX9" fmla="*/ 35 w 8559"/>
                      <a:gd name="connsiteY9" fmla="*/ 5938 h 10000"/>
                      <a:gd name="connsiteX0" fmla="*/ 49 w 9820"/>
                      <a:gd name="connsiteY0" fmla="*/ 4655 h 10000"/>
                      <a:gd name="connsiteX1" fmla="*/ 2693 w 9820"/>
                      <a:gd name="connsiteY1" fmla="*/ 2430 h 10000"/>
                      <a:gd name="connsiteX2" fmla="*/ 5175 w 9820"/>
                      <a:gd name="connsiteY2" fmla="*/ 0 h 10000"/>
                      <a:gd name="connsiteX3" fmla="*/ 7924 w 9820"/>
                      <a:gd name="connsiteY3" fmla="*/ 2432 h 10000"/>
                      <a:gd name="connsiteX4" fmla="*/ 9816 w 9820"/>
                      <a:gd name="connsiteY4" fmla="*/ 5032 h 10000"/>
                      <a:gd name="connsiteX5" fmla="*/ 8324 w 9820"/>
                      <a:gd name="connsiteY5" fmla="*/ 6925 h 10000"/>
                      <a:gd name="connsiteX6" fmla="*/ 5157 w 9820"/>
                      <a:gd name="connsiteY6" fmla="*/ 9999 h 10000"/>
                      <a:gd name="connsiteX7" fmla="*/ 2707 w 9820"/>
                      <a:gd name="connsiteY7" fmla="*/ 7302 h 10000"/>
                      <a:gd name="connsiteX8" fmla="*/ 1307 w 9820"/>
                      <a:gd name="connsiteY8" fmla="*/ 6154 h 10000"/>
                      <a:gd name="connsiteX9" fmla="*/ 49 w 9820"/>
                      <a:gd name="connsiteY9" fmla="*/ 4655 h 10000"/>
                      <a:gd name="connsiteX0" fmla="*/ 45 w 9995"/>
                      <a:gd name="connsiteY0" fmla="*/ 4655 h 10000"/>
                      <a:gd name="connsiteX1" fmla="*/ 2737 w 9995"/>
                      <a:gd name="connsiteY1" fmla="*/ 2430 h 10000"/>
                      <a:gd name="connsiteX2" fmla="*/ 5265 w 9995"/>
                      <a:gd name="connsiteY2" fmla="*/ 0 h 10000"/>
                      <a:gd name="connsiteX3" fmla="*/ 8064 w 9995"/>
                      <a:gd name="connsiteY3" fmla="*/ 2432 h 10000"/>
                      <a:gd name="connsiteX4" fmla="*/ 9991 w 9995"/>
                      <a:gd name="connsiteY4" fmla="*/ 5032 h 10000"/>
                      <a:gd name="connsiteX5" fmla="*/ 8472 w 9995"/>
                      <a:gd name="connsiteY5" fmla="*/ 6925 h 10000"/>
                      <a:gd name="connsiteX6" fmla="*/ 5247 w 9995"/>
                      <a:gd name="connsiteY6" fmla="*/ 9999 h 10000"/>
                      <a:gd name="connsiteX7" fmla="*/ 2752 w 9995"/>
                      <a:gd name="connsiteY7" fmla="*/ 7302 h 10000"/>
                      <a:gd name="connsiteX8" fmla="*/ 1374 w 9995"/>
                      <a:gd name="connsiteY8" fmla="*/ 6984 h 10000"/>
                      <a:gd name="connsiteX9" fmla="*/ 45 w 9995"/>
                      <a:gd name="connsiteY9" fmla="*/ 4655 h 10000"/>
                      <a:gd name="connsiteX0" fmla="*/ 45 w 10000"/>
                      <a:gd name="connsiteY0" fmla="*/ 5032 h 10377"/>
                      <a:gd name="connsiteX1" fmla="*/ 2738 w 10000"/>
                      <a:gd name="connsiteY1" fmla="*/ 2807 h 10377"/>
                      <a:gd name="connsiteX2" fmla="*/ 4886 w 10000"/>
                      <a:gd name="connsiteY2" fmla="*/ 0 h 10377"/>
                      <a:gd name="connsiteX3" fmla="*/ 8068 w 10000"/>
                      <a:gd name="connsiteY3" fmla="*/ 2809 h 10377"/>
                      <a:gd name="connsiteX4" fmla="*/ 9996 w 10000"/>
                      <a:gd name="connsiteY4" fmla="*/ 5409 h 10377"/>
                      <a:gd name="connsiteX5" fmla="*/ 8476 w 10000"/>
                      <a:gd name="connsiteY5" fmla="*/ 7302 h 10377"/>
                      <a:gd name="connsiteX6" fmla="*/ 5250 w 10000"/>
                      <a:gd name="connsiteY6" fmla="*/ 10376 h 10377"/>
                      <a:gd name="connsiteX7" fmla="*/ 2753 w 10000"/>
                      <a:gd name="connsiteY7" fmla="*/ 7679 h 10377"/>
                      <a:gd name="connsiteX8" fmla="*/ 1375 w 10000"/>
                      <a:gd name="connsiteY8" fmla="*/ 7361 h 10377"/>
                      <a:gd name="connsiteX9" fmla="*/ 45 w 10000"/>
                      <a:gd name="connsiteY9" fmla="*/ 5032 h 10377"/>
                      <a:gd name="connsiteX0" fmla="*/ 45 w 10000"/>
                      <a:gd name="connsiteY0" fmla="*/ 5036 h 10381"/>
                      <a:gd name="connsiteX1" fmla="*/ 2738 w 10000"/>
                      <a:gd name="connsiteY1" fmla="*/ 2811 h 10381"/>
                      <a:gd name="connsiteX2" fmla="*/ 4886 w 10000"/>
                      <a:gd name="connsiteY2" fmla="*/ 4 h 10381"/>
                      <a:gd name="connsiteX3" fmla="*/ 8068 w 10000"/>
                      <a:gd name="connsiteY3" fmla="*/ 2813 h 10381"/>
                      <a:gd name="connsiteX4" fmla="*/ 9996 w 10000"/>
                      <a:gd name="connsiteY4" fmla="*/ 5413 h 10381"/>
                      <a:gd name="connsiteX5" fmla="*/ 8476 w 10000"/>
                      <a:gd name="connsiteY5" fmla="*/ 7306 h 10381"/>
                      <a:gd name="connsiteX6" fmla="*/ 5250 w 10000"/>
                      <a:gd name="connsiteY6" fmla="*/ 10380 h 10381"/>
                      <a:gd name="connsiteX7" fmla="*/ 2753 w 10000"/>
                      <a:gd name="connsiteY7" fmla="*/ 7683 h 10381"/>
                      <a:gd name="connsiteX8" fmla="*/ 1375 w 10000"/>
                      <a:gd name="connsiteY8" fmla="*/ 7365 h 10381"/>
                      <a:gd name="connsiteX9" fmla="*/ 45 w 10000"/>
                      <a:gd name="connsiteY9" fmla="*/ 5036 h 10381"/>
                      <a:gd name="connsiteX0" fmla="*/ 45 w 10000"/>
                      <a:gd name="connsiteY0" fmla="*/ 5036 h 10796"/>
                      <a:gd name="connsiteX1" fmla="*/ 2738 w 10000"/>
                      <a:gd name="connsiteY1" fmla="*/ 2811 h 10796"/>
                      <a:gd name="connsiteX2" fmla="*/ 4886 w 10000"/>
                      <a:gd name="connsiteY2" fmla="*/ 4 h 10796"/>
                      <a:gd name="connsiteX3" fmla="*/ 8068 w 10000"/>
                      <a:gd name="connsiteY3" fmla="*/ 2813 h 10796"/>
                      <a:gd name="connsiteX4" fmla="*/ 9996 w 10000"/>
                      <a:gd name="connsiteY4" fmla="*/ 5413 h 10796"/>
                      <a:gd name="connsiteX5" fmla="*/ 8476 w 10000"/>
                      <a:gd name="connsiteY5" fmla="*/ 7306 h 10796"/>
                      <a:gd name="connsiteX6" fmla="*/ 5202 w 10000"/>
                      <a:gd name="connsiteY6" fmla="*/ 10795 h 10796"/>
                      <a:gd name="connsiteX7" fmla="*/ 2753 w 10000"/>
                      <a:gd name="connsiteY7" fmla="*/ 7683 h 10796"/>
                      <a:gd name="connsiteX8" fmla="*/ 1375 w 10000"/>
                      <a:gd name="connsiteY8" fmla="*/ 7365 h 10796"/>
                      <a:gd name="connsiteX9" fmla="*/ 45 w 10000"/>
                      <a:gd name="connsiteY9" fmla="*/ 5036 h 10796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 w 9959"/>
                      <a:gd name="connsiteY0" fmla="*/ 5593 h 11352"/>
                      <a:gd name="connsiteX1" fmla="*/ 1089 w 9959"/>
                      <a:gd name="connsiteY1" fmla="*/ 469 h 11352"/>
                      <a:gd name="connsiteX2" fmla="*/ 4845 w 9959"/>
                      <a:gd name="connsiteY2" fmla="*/ 561 h 11352"/>
                      <a:gd name="connsiteX3" fmla="*/ 8027 w 9959"/>
                      <a:gd name="connsiteY3" fmla="*/ 3370 h 11352"/>
                      <a:gd name="connsiteX4" fmla="*/ 9955 w 9959"/>
                      <a:gd name="connsiteY4" fmla="*/ 5970 h 11352"/>
                      <a:gd name="connsiteX5" fmla="*/ 8435 w 9959"/>
                      <a:gd name="connsiteY5" fmla="*/ 7863 h 11352"/>
                      <a:gd name="connsiteX6" fmla="*/ 5161 w 9959"/>
                      <a:gd name="connsiteY6" fmla="*/ 11352 h 11352"/>
                      <a:gd name="connsiteX7" fmla="*/ 2712 w 9959"/>
                      <a:gd name="connsiteY7" fmla="*/ 8240 h 11352"/>
                      <a:gd name="connsiteX8" fmla="*/ 1334 w 9959"/>
                      <a:gd name="connsiteY8" fmla="*/ 7922 h 11352"/>
                      <a:gd name="connsiteX9" fmla="*/ 4 w 9959"/>
                      <a:gd name="connsiteY9" fmla="*/ 5593 h 11352"/>
                      <a:gd name="connsiteX0" fmla="*/ 0 w 11223"/>
                      <a:gd name="connsiteY0" fmla="*/ 3835 h 9929"/>
                      <a:gd name="connsiteX1" fmla="*/ 2316 w 11223"/>
                      <a:gd name="connsiteY1" fmla="*/ 342 h 9929"/>
                      <a:gd name="connsiteX2" fmla="*/ 6088 w 11223"/>
                      <a:gd name="connsiteY2" fmla="*/ 423 h 9929"/>
                      <a:gd name="connsiteX3" fmla="*/ 9283 w 11223"/>
                      <a:gd name="connsiteY3" fmla="*/ 2898 h 9929"/>
                      <a:gd name="connsiteX4" fmla="*/ 11219 w 11223"/>
                      <a:gd name="connsiteY4" fmla="*/ 5188 h 9929"/>
                      <a:gd name="connsiteX5" fmla="*/ 9693 w 11223"/>
                      <a:gd name="connsiteY5" fmla="*/ 6856 h 9929"/>
                      <a:gd name="connsiteX6" fmla="*/ 6405 w 11223"/>
                      <a:gd name="connsiteY6" fmla="*/ 9929 h 9929"/>
                      <a:gd name="connsiteX7" fmla="*/ 3946 w 11223"/>
                      <a:gd name="connsiteY7" fmla="*/ 7188 h 9929"/>
                      <a:gd name="connsiteX8" fmla="*/ 2562 w 11223"/>
                      <a:gd name="connsiteY8" fmla="*/ 6908 h 9929"/>
                      <a:gd name="connsiteX9" fmla="*/ 0 w 11223"/>
                      <a:gd name="connsiteY9" fmla="*/ 3835 h 9929"/>
                      <a:gd name="connsiteX0" fmla="*/ 0 w 9999"/>
                      <a:gd name="connsiteY0" fmla="*/ 3862 h 10000"/>
                      <a:gd name="connsiteX1" fmla="*/ 2064 w 9999"/>
                      <a:gd name="connsiteY1" fmla="*/ 344 h 10000"/>
                      <a:gd name="connsiteX2" fmla="*/ 5425 w 9999"/>
                      <a:gd name="connsiteY2" fmla="*/ 426 h 10000"/>
                      <a:gd name="connsiteX3" fmla="*/ 8271 w 9999"/>
                      <a:gd name="connsiteY3" fmla="*/ 2919 h 10000"/>
                      <a:gd name="connsiteX4" fmla="*/ 9996 w 9999"/>
                      <a:gd name="connsiteY4" fmla="*/ 5225 h 10000"/>
                      <a:gd name="connsiteX5" fmla="*/ 8637 w 9999"/>
                      <a:gd name="connsiteY5" fmla="*/ 6905 h 10000"/>
                      <a:gd name="connsiteX6" fmla="*/ 5707 w 9999"/>
                      <a:gd name="connsiteY6" fmla="*/ 10000 h 10000"/>
                      <a:gd name="connsiteX7" fmla="*/ 2283 w 9999"/>
                      <a:gd name="connsiteY7" fmla="*/ 6957 h 10000"/>
                      <a:gd name="connsiteX8" fmla="*/ 0 w 9999"/>
                      <a:gd name="connsiteY8" fmla="*/ 3862 h 10000"/>
                      <a:gd name="connsiteX0" fmla="*/ 124 w 10124"/>
                      <a:gd name="connsiteY0" fmla="*/ 3862 h 10000"/>
                      <a:gd name="connsiteX1" fmla="*/ 2188 w 10124"/>
                      <a:gd name="connsiteY1" fmla="*/ 344 h 10000"/>
                      <a:gd name="connsiteX2" fmla="*/ 5550 w 10124"/>
                      <a:gd name="connsiteY2" fmla="*/ 426 h 10000"/>
                      <a:gd name="connsiteX3" fmla="*/ 8396 w 10124"/>
                      <a:gd name="connsiteY3" fmla="*/ 2919 h 10000"/>
                      <a:gd name="connsiteX4" fmla="*/ 10121 w 10124"/>
                      <a:gd name="connsiteY4" fmla="*/ 5225 h 10000"/>
                      <a:gd name="connsiteX5" fmla="*/ 8762 w 10124"/>
                      <a:gd name="connsiteY5" fmla="*/ 6905 h 10000"/>
                      <a:gd name="connsiteX6" fmla="*/ 5832 w 10124"/>
                      <a:gd name="connsiteY6" fmla="*/ 10000 h 10000"/>
                      <a:gd name="connsiteX7" fmla="*/ 124 w 10124"/>
                      <a:gd name="connsiteY7" fmla="*/ 3862 h 10000"/>
                      <a:gd name="connsiteX0" fmla="*/ 43 w 10045"/>
                      <a:gd name="connsiteY0" fmla="*/ 3862 h 6912"/>
                      <a:gd name="connsiteX1" fmla="*/ 2107 w 10045"/>
                      <a:gd name="connsiteY1" fmla="*/ 344 h 6912"/>
                      <a:gd name="connsiteX2" fmla="*/ 5469 w 10045"/>
                      <a:gd name="connsiteY2" fmla="*/ 426 h 6912"/>
                      <a:gd name="connsiteX3" fmla="*/ 8315 w 10045"/>
                      <a:gd name="connsiteY3" fmla="*/ 2919 h 6912"/>
                      <a:gd name="connsiteX4" fmla="*/ 10040 w 10045"/>
                      <a:gd name="connsiteY4" fmla="*/ 5225 h 6912"/>
                      <a:gd name="connsiteX5" fmla="*/ 8681 w 10045"/>
                      <a:gd name="connsiteY5" fmla="*/ 6905 h 6912"/>
                      <a:gd name="connsiteX6" fmla="*/ 3967 w 10045"/>
                      <a:gd name="connsiteY6" fmla="*/ 5885 h 6912"/>
                      <a:gd name="connsiteX7" fmla="*/ 43 w 10045"/>
                      <a:gd name="connsiteY7" fmla="*/ 3862 h 6912"/>
                      <a:gd name="connsiteX0" fmla="*/ 47 w 10004"/>
                      <a:gd name="connsiteY0" fmla="*/ 5106 h 9519"/>
                      <a:gd name="connsiteX1" fmla="*/ 2102 w 10004"/>
                      <a:gd name="connsiteY1" fmla="*/ 17 h 9519"/>
                      <a:gd name="connsiteX2" fmla="*/ 6651 w 10004"/>
                      <a:gd name="connsiteY2" fmla="*/ 3484 h 9519"/>
                      <a:gd name="connsiteX3" fmla="*/ 8282 w 10004"/>
                      <a:gd name="connsiteY3" fmla="*/ 3742 h 9519"/>
                      <a:gd name="connsiteX4" fmla="*/ 9999 w 10004"/>
                      <a:gd name="connsiteY4" fmla="*/ 7078 h 9519"/>
                      <a:gd name="connsiteX5" fmla="*/ 8646 w 10004"/>
                      <a:gd name="connsiteY5" fmla="*/ 9509 h 9519"/>
                      <a:gd name="connsiteX6" fmla="*/ 3953 w 10004"/>
                      <a:gd name="connsiteY6" fmla="*/ 8033 h 9519"/>
                      <a:gd name="connsiteX7" fmla="*/ 47 w 10004"/>
                      <a:gd name="connsiteY7" fmla="*/ 5106 h 9519"/>
                      <a:gd name="connsiteX0" fmla="*/ 43 w 9996"/>
                      <a:gd name="connsiteY0" fmla="*/ 6232 h 10868"/>
                      <a:gd name="connsiteX1" fmla="*/ 2097 w 9996"/>
                      <a:gd name="connsiteY1" fmla="*/ 886 h 10868"/>
                      <a:gd name="connsiteX2" fmla="*/ 5642 w 9996"/>
                      <a:gd name="connsiteY2" fmla="*/ 385 h 10868"/>
                      <a:gd name="connsiteX3" fmla="*/ 8275 w 9996"/>
                      <a:gd name="connsiteY3" fmla="*/ 4799 h 10868"/>
                      <a:gd name="connsiteX4" fmla="*/ 9991 w 9996"/>
                      <a:gd name="connsiteY4" fmla="*/ 8304 h 10868"/>
                      <a:gd name="connsiteX5" fmla="*/ 8639 w 9996"/>
                      <a:gd name="connsiteY5" fmla="*/ 10857 h 10868"/>
                      <a:gd name="connsiteX6" fmla="*/ 3947 w 9996"/>
                      <a:gd name="connsiteY6" fmla="*/ 9307 h 10868"/>
                      <a:gd name="connsiteX7" fmla="*/ 43 w 9996"/>
                      <a:gd name="connsiteY7" fmla="*/ 6232 h 10868"/>
                      <a:gd name="connsiteX0" fmla="*/ 43 w 10004"/>
                      <a:gd name="connsiteY0" fmla="*/ 5543 h 9809"/>
                      <a:gd name="connsiteX1" fmla="*/ 2098 w 10004"/>
                      <a:gd name="connsiteY1" fmla="*/ 624 h 9809"/>
                      <a:gd name="connsiteX2" fmla="*/ 5644 w 10004"/>
                      <a:gd name="connsiteY2" fmla="*/ 163 h 9809"/>
                      <a:gd name="connsiteX3" fmla="*/ 8163 w 10004"/>
                      <a:gd name="connsiteY3" fmla="*/ 1492 h 9809"/>
                      <a:gd name="connsiteX4" fmla="*/ 9995 w 10004"/>
                      <a:gd name="connsiteY4" fmla="*/ 7450 h 9809"/>
                      <a:gd name="connsiteX5" fmla="*/ 8642 w 10004"/>
                      <a:gd name="connsiteY5" fmla="*/ 9799 h 9809"/>
                      <a:gd name="connsiteX6" fmla="*/ 3949 w 10004"/>
                      <a:gd name="connsiteY6" fmla="*/ 8373 h 9809"/>
                      <a:gd name="connsiteX7" fmla="*/ 43 w 10004"/>
                      <a:gd name="connsiteY7" fmla="*/ 5543 h 9809"/>
                      <a:gd name="connsiteX0" fmla="*/ 43 w 8950"/>
                      <a:gd name="connsiteY0" fmla="*/ 5651 h 10081"/>
                      <a:gd name="connsiteX1" fmla="*/ 2097 w 8950"/>
                      <a:gd name="connsiteY1" fmla="*/ 636 h 10081"/>
                      <a:gd name="connsiteX2" fmla="*/ 5642 w 8950"/>
                      <a:gd name="connsiteY2" fmla="*/ 166 h 10081"/>
                      <a:gd name="connsiteX3" fmla="*/ 8160 w 8950"/>
                      <a:gd name="connsiteY3" fmla="*/ 1521 h 10081"/>
                      <a:gd name="connsiteX4" fmla="*/ 8473 w 8950"/>
                      <a:gd name="connsiteY4" fmla="*/ 5322 h 10081"/>
                      <a:gd name="connsiteX5" fmla="*/ 8639 w 8950"/>
                      <a:gd name="connsiteY5" fmla="*/ 9990 h 10081"/>
                      <a:gd name="connsiteX6" fmla="*/ 3947 w 8950"/>
                      <a:gd name="connsiteY6" fmla="*/ 8536 h 10081"/>
                      <a:gd name="connsiteX7" fmla="*/ 43 w 8950"/>
                      <a:gd name="connsiteY7" fmla="*/ 5651 h 10081"/>
                      <a:gd name="connsiteX0" fmla="*/ 48 w 9651"/>
                      <a:gd name="connsiteY0" fmla="*/ 5606 h 8648"/>
                      <a:gd name="connsiteX1" fmla="*/ 2343 w 9651"/>
                      <a:gd name="connsiteY1" fmla="*/ 631 h 8648"/>
                      <a:gd name="connsiteX2" fmla="*/ 6304 w 9651"/>
                      <a:gd name="connsiteY2" fmla="*/ 165 h 8648"/>
                      <a:gd name="connsiteX3" fmla="*/ 9117 w 9651"/>
                      <a:gd name="connsiteY3" fmla="*/ 1509 h 8648"/>
                      <a:gd name="connsiteX4" fmla="*/ 9467 w 9651"/>
                      <a:gd name="connsiteY4" fmla="*/ 5279 h 8648"/>
                      <a:gd name="connsiteX5" fmla="*/ 6997 w 9651"/>
                      <a:gd name="connsiteY5" fmla="*/ 8019 h 8648"/>
                      <a:gd name="connsiteX6" fmla="*/ 4410 w 9651"/>
                      <a:gd name="connsiteY6" fmla="*/ 8467 h 8648"/>
                      <a:gd name="connsiteX7" fmla="*/ 48 w 9651"/>
                      <a:gd name="connsiteY7" fmla="*/ 5606 h 8648"/>
                      <a:gd name="connsiteX0" fmla="*/ 41 w 9991"/>
                      <a:gd name="connsiteY0" fmla="*/ 6482 h 9316"/>
                      <a:gd name="connsiteX1" fmla="*/ 2419 w 9991"/>
                      <a:gd name="connsiteY1" fmla="*/ 730 h 9316"/>
                      <a:gd name="connsiteX2" fmla="*/ 6523 w 9991"/>
                      <a:gd name="connsiteY2" fmla="*/ 191 h 9316"/>
                      <a:gd name="connsiteX3" fmla="*/ 9438 w 9991"/>
                      <a:gd name="connsiteY3" fmla="*/ 1745 h 9316"/>
                      <a:gd name="connsiteX4" fmla="*/ 9800 w 9991"/>
                      <a:gd name="connsiteY4" fmla="*/ 6104 h 9316"/>
                      <a:gd name="connsiteX5" fmla="*/ 7241 w 9991"/>
                      <a:gd name="connsiteY5" fmla="*/ 9273 h 9316"/>
                      <a:gd name="connsiteX6" fmla="*/ 1411 w 9991"/>
                      <a:gd name="connsiteY6" fmla="*/ 7856 h 9316"/>
                      <a:gd name="connsiteX7" fmla="*/ 41 w 9991"/>
                      <a:gd name="connsiteY7" fmla="*/ 6482 h 9316"/>
                      <a:gd name="connsiteX0" fmla="*/ 19 w 10708"/>
                      <a:gd name="connsiteY0" fmla="*/ 7721 h 10038"/>
                      <a:gd name="connsiteX1" fmla="*/ 3129 w 10708"/>
                      <a:gd name="connsiteY1" fmla="*/ 825 h 10038"/>
                      <a:gd name="connsiteX2" fmla="*/ 7237 w 10708"/>
                      <a:gd name="connsiteY2" fmla="*/ 246 h 10038"/>
                      <a:gd name="connsiteX3" fmla="*/ 10155 w 10708"/>
                      <a:gd name="connsiteY3" fmla="*/ 1914 h 10038"/>
                      <a:gd name="connsiteX4" fmla="*/ 10517 w 10708"/>
                      <a:gd name="connsiteY4" fmla="*/ 6593 h 10038"/>
                      <a:gd name="connsiteX5" fmla="*/ 7956 w 10708"/>
                      <a:gd name="connsiteY5" fmla="*/ 9995 h 10038"/>
                      <a:gd name="connsiteX6" fmla="*/ 2120 w 10708"/>
                      <a:gd name="connsiteY6" fmla="*/ 8474 h 10038"/>
                      <a:gd name="connsiteX7" fmla="*/ 19 w 10708"/>
                      <a:gd name="connsiteY7" fmla="*/ 7721 h 10038"/>
                      <a:gd name="connsiteX0" fmla="*/ 359 w 11048"/>
                      <a:gd name="connsiteY0" fmla="*/ 7721 h 10038"/>
                      <a:gd name="connsiteX1" fmla="*/ 3469 w 11048"/>
                      <a:gd name="connsiteY1" fmla="*/ 825 h 10038"/>
                      <a:gd name="connsiteX2" fmla="*/ 7577 w 11048"/>
                      <a:gd name="connsiteY2" fmla="*/ 246 h 10038"/>
                      <a:gd name="connsiteX3" fmla="*/ 10495 w 11048"/>
                      <a:gd name="connsiteY3" fmla="*/ 1914 h 10038"/>
                      <a:gd name="connsiteX4" fmla="*/ 10857 w 11048"/>
                      <a:gd name="connsiteY4" fmla="*/ 6593 h 10038"/>
                      <a:gd name="connsiteX5" fmla="*/ 8296 w 11048"/>
                      <a:gd name="connsiteY5" fmla="*/ 9995 h 10038"/>
                      <a:gd name="connsiteX6" fmla="*/ 2460 w 11048"/>
                      <a:gd name="connsiteY6" fmla="*/ 8474 h 10038"/>
                      <a:gd name="connsiteX7" fmla="*/ 359 w 11048"/>
                      <a:gd name="connsiteY7" fmla="*/ 7721 h 10038"/>
                      <a:gd name="connsiteX0" fmla="*/ 359 w 11048"/>
                      <a:gd name="connsiteY0" fmla="*/ 8392 h 10075"/>
                      <a:gd name="connsiteX1" fmla="*/ 3469 w 11048"/>
                      <a:gd name="connsiteY1" fmla="*/ 864 h 10075"/>
                      <a:gd name="connsiteX2" fmla="*/ 7577 w 11048"/>
                      <a:gd name="connsiteY2" fmla="*/ 285 h 10075"/>
                      <a:gd name="connsiteX3" fmla="*/ 10495 w 11048"/>
                      <a:gd name="connsiteY3" fmla="*/ 1953 h 10075"/>
                      <a:gd name="connsiteX4" fmla="*/ 10857 w 11048"/>
                      <a:gd name="connsiteY4" fmla="*/ 6632 h 10075"/>
                      <a:gd name="connsiteX5" fmla="*/ 8296 w 11048"/>
                      <a:gd name="connsiteY5" fmla="*/ 10034 h 10075"/>
                      <a:gd name="connsiteX6" fmla="*/ 2460 w 11048"/>
                      <a:gd name="connsiteY6" fmla="*/ 8513 h 10075"/>
                      <a:gd name="connsiteX7" fmla="*/ 359 w 11048"/>
                      <a:gd name="connsiteY7" fmla="*/ 8392 h 10075"/>
                      <a:gd name="connsiteX0" fmla="*/ 371 w 11060"/>
                      <a:gd name="connsiteY0" fmla="*/ 8392 h 10075"/>
                      <a:gd name="connsiteX1" fmla="*/ 3481 w 11060"/>
                      <a:gd name="connsiteY1" fmla="*/ 864 h 10075"/>
                      <a:gd name="connsiteX2" fmla="*/ 7589 w 11060"/>
                      <a:gd name="connsiteY2" fmla="*/ 285 h 10075"/>
                      <a:gd name="connsiteX3" fmla="*/ 10507 w 11060"/>
                      <a:gd name="connsiteY3" fmla="*/ 1953 h 10075"/>
                      <a:gd name="connsiteX4" fmla="*/ 10869 w 11060"/>
                      <a:gd name="connsiteY4" fmla="*/ 6632 h 10075"/>
                      <a:gd name="connsiteX5" fmla="*/ 8308 w 11060"/>
                      <a:gd name="connsiteY5" fmla="*/ 10034 h 10075"/>
                      <a:gd name="connsiteX6" fmla="*/ 2472 w 11060"/>
                      <a:gd name="connsiteY6" fmla="*/ 8513 h 10075"/>
                      <a:gd name="connsiteX7" fmla="*/ 371 w 11060"/>
                      <a:gd name="connsiteY7" fmla="*/ 8392 h 10075"/>
                      <a:gd name="connsiteX0" fmla="*/ 54 w 10743"/>
                      <a:gd name="connsiteY0" fmla="*/ 9468 h 11151"/>
                      <a:gd name="connsiteX1" fmla="*/ 4027 w 10743"/>
                      <a:gd name="connsiteY1" fmla="*/ 495 h 11151"/>
                      <a:gd name="connsiteX2" fmla="*/ 7272 w 10743"/>
                      <a:gd name="connsiteY2" fmla="*/ 1361 h 11151"/>
                      <a:gd name="connsiteX3" fmla="*/ 10190 w 10743"/>
                      <a:gd name="connsiteY3" fmla="*/ 3029 h 11151"/>
                      <a:gd name="connsiteX4" fmla="*/ 10552 w 10743"/>
                      <a:gd name="connsiteY4" fmla="*/ 7708 h 11151"/>
                      <a:gd name="connsiteX5" fmla="*/ 7991 w 10743"/>
                      <a:gd name="connsiteY5" fmla="*/ 11110 h 11151"/>
                      <a:gd name="connsiteX6" fmla="*/ 2155 w 10743"/>
                      <a:gd name="connsiteY6" fmla="*/ 9589 h 11151"/>
                      <a:gd name="connsiteX7" fmla="*/ 54 w 10743"/>
                      <a:gd name="connsiteY7" fmla="*/ 9468 h 11151"/>
                      <a:gd name="connsiteX0" fmla="*/ 54 w 10743"/>
                      <a:gd name="connsiteY0" fmla="*/ 9506 h 11189"/>
                      <a:gd name="connsiteX1" fmla="*/ 4027 w 10743"/>
                      <a:gd name="connsiteY1" fmla="*/ 533 h 11189"/>
                      <a:gd name="connsiteX2" fmla="*/ 7272 w 10743"/>
                      <a:gd name="connsiteY2" fmla="*/ 1399 h 11189"/>
                      <a:gd name="connsiteX3" fmla="*/ 10190 w 10743"/>
                      <a:gd name="connsiteY3" fmla="*/ 3067 h 11189"/>
                      <a:gd name="connsiteX4" fmla="*/ 10552 w 10743"/>
                      <a:gd name="connsiteY4" fmla="*/ 7746 h 11189"/>
                      <a:gd name="connsiteX5" fmla="*/ 7991 w 10743"/>
                      <a:gd name="connsiteY5" fmla="*/ 11148 h 11189"/>
                      <a:gd name="connsiteX6" fmla="*/ 2155 w 10743"/>
                      <a:gd name="connsiteY6" fmla="*/ 9627 h 11189"/>
                      <a:gd name="connsiteX7" fmla="*/ 54 w 10743"/>
                      <a:gd name="connsiteY7" fmla="*/ 9506 h 11189"/>
                      <a:gd name="connsiteX0" fmla="*/ 40 w 11293"/>
                      <a:gd name="connsiteY0" fmla="*/ 9082 h 11127"/>
                      <a:gd name="connsiteX1" fmla="*/ 4577 w 11293"/>
                      <a:gd name="connsiteY1" fmla="*/ 470 h 11127"/>
                      <a:gd name="connsiteX2" fmla="*/ 7822 w 11293"/>
                      <a:gd name="connsiteY2" fmla="*/ 1336 h 11127"/>
                      <a:gd name="connsiteX3" fmla="*/ 10740 w 11293"/>
                      <a:gd name="connsiteY3" fmla="*/ 3004 h 11127"/>
                      <a:gd name="connsiteX4" fmla="*/ 11102 w 11293"/>
                      <a:gd name="connsiteY4" fmla="*/ 7683 h 11127"/>
                      <a:gd name="connsiteX5" fmla="*/ 8541 w 11293"/>
                      <a:gd name="connsiteY5" fmla="*/ 11085 h 11127"/>
                      <a:gd name="connsiteX6" fmla="*/ 2705 w 11293"/>
                      <a:gd name="connsiteY6" fmla="*/ 9564 h 11127"/>
                      <a:gd name="connsiteX7" fmla="*/ 40 w 11293"/>
                      <a:gd name="connsiteY7" fmla="*/ 9082 h 111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1293" h="11127">
                        <a:moveTo>
                          <a:pt x="40" y="9082"/>
                        </a:moveTo>
                        <a:cubicBezTo>
                          <a:pt x="352" y="7566"/>
                          <a:pt x="3280" y="1761"/>
                          <a:pt x="4577" y="470"/>
                        </a:cubicBezTo>
                        <a:cubicBezTo>
                          <a:pt x="5874" y="-821"/>
                          <a:pt x="6795" y="914"/>
                          <a:pt x="7822" y="1336"/>
                        </a:cubicBezTo>
                        <a:cubicBezTo>
                          <a:pt x="8849" y="1758"/>
                          <a:pt x="10193" y="1947"/>
                          <a:pt x="10740" y="3004"/>
                        </a:cubicBezTo>
                        <a:cubicBezTo>
                          <a:pt x="11287" y="4061"/>
                          <a:pt x="11468" y="6337"/>
                          <a:pt x="11102" y="7683"/>
                        </a:cubicBezTo>
                        <a:cubicBezTo>
                          <a:pt x="10736" y="9030"/>
                          <a:pt x="9940" y="10771"/>
                          <a:pt x="8541" y="11085"/>
                        </a:cubicBezTo>
                        <a:cubicBezTo>
                          <a:pt x="7141" y="11398"/>
                          <a:pt x="4122" y="9898"/>
                          <a:pt x="2705" y="9564"/>
                        </a:cubicBezTo>
                        <a:cubicBezTo>
                          <a:pt x="1288" y="9230"/>
                          <a:pt x="-272" y="10598"/>
                          <a:pt x="40" y="9082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443" name="Group 327">
                    <a:extLst>
                      <a:ext uri="{FF2B5EF4-FFF2-40B4-BE49-F238E27FC236}">
                        <a16:creationId xmlns:a16="http://schemas.microsoft.com/office/drawing/2014/main" id="{B302F307-EE0E-E84A-ACDA-8027013912F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7908175" y="5241780"/>
                    <a:ext cx="536554" cy="263548"/>
                    <a:chOff x="1871277" y="1576300"/>
                    <a:chExt cx="1128371" cy="437861"/>
                  </a:xfrm>
                </p:grpSpPr>
                <p:sp>
                  <p:nvSpPr>
                    <p:cNvPr id="447" name="Oval 446">
                      <a:extLst>
                        <a:ext uri="{FF2B5EF4-FFF2-40B4-BE49-F238E27FC236}">
                          <a16:creationId xmlns:a16="http://schemas.microsoft.com/office/drawing/2014/main" id="{707CB259-DA5F-E240-83EA-2DD45DBCFDC2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48" name="Rectangle 447">
                      <a:extLst>
                        <a:ext uri="{FF2B5EF4-FFF2-40B4-BE49-F238E27FC236}">
                          <a16:creationId xmlns:a16="http://schemas.microsoft.com/office/drawing/2014/main" id="{AAC973CC-1523-9340-8FDD-2FA6E4A1B04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49" name="Oval 448">
                      <a:extLst>
                        <a:ext uri="{FF2B5EF4-FFF2-40B4-BE49-F238E27FC236}">
                          <a16:creationId xmlns:a16="http://schemas.microsoft.com/office/drawing/2014/main" id="{04E1B12A-1578-4B4E-A1FA-AA609DC0B780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50" name="Freeform 449">
                      <a:extLst>
                        <a:ext uri="{FF2B5EF4-FFF2-40B4-BE49-F238E27FC236}">
                          <a16:creationId xmlns:a16="http://schemas.microsoft.com/office/drawing/2014/main" id="{8DB20521-328A-BE45-8D15-D5A4DE635A6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51" name="Freeform 450">
                      <a:extLst>
                        <a:ext uri="{FF2B5EF4-FFF2-40B4-BE49-F238E27FC236}">
                          <a16:creationId xmlns:a16="http://schemas.microsoft.com/office/drawing/2014/main" id="{02D88EAC-AB6D-FC4A-AB92-4A3AF4C6E61B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52" name="Freeform 451">
                      <a:extLst>
                        <a:ext uri="{FF2B5EF4-FFF2-40B4-BE49-F238E27FC236}">
                          <a16:creationId xmlns:a16="http://schemas.microsoft.com/office/drawing/2014/main" id="{5FA24BC7-3F1A-1340-AD5B-26D87B0BF30B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53" name="Freeform 452">
                      <a:extLst>
                        <a:ext uri="{FF2B5EF4-FFF2-40B4-BE49-F238E27FC236}">
                          <a16:creationId xmlns:a16="http://schemas.microsoft.com/office/drawing/2014/main" id="{00442BDA-C71C-8444-A5E8-5C85D12C259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454" name="Straight Connector 453">
                      <a:extLst>
                        <a:ext uri="{FF2B5EF4-FFF2-40B4-BE49-F238E27FC236}">
                          <a16:creationId xmlns:a16="http://schemas.microsoft.com/office/drawing/2014/main" id="{AAB1AEFD-7F05-AA43-9999-88D28637B1E5}"/>
                        </a:ext>
                      </a:extLst>
                    </p:cNvPr>
                    <p:cNvCxnSpPr>
                      <a:endCxn id="449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455" name="Straight Connector 454">
                      <a:extLst>
                        <a:ext uri="{FF2B5EF4-FFF2-40B4-BE49-F238E27FC236}">
                          <a16:creationId xmlns:a16="http://schemas.microsoft.com/office/drawing/2014/main" id="{B67B6012-E782-3A4B-BBF2-12A7981B83F6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444" name="Group 443">
                    <a:extLst>
                      <a:ext uri="{FF2B5EF4-FFF2-40B4-BE49-F238E27FC236}">
                        <a16:creationId xmlns:a16="http://schemas.microsoft.com/office/drawing/2014/main" id="{F018FD91-8A28-C546-8820-7EF9598C9AF5}"/>
                      </a:ext>
                    </a:extLst>
                  </p:cNvPr>
                  <p:cNvGrpSpPr/>
                  <p:nvPr/>
                </p:nvGrpSpPr>
                <p:grpSpPr>
                  <a:xfrm>
                    <a:off x="7876581" y="5223365"/>
                    <a:ext cx="466894" cy="369332"/>
                    <a:chOff x="599495" y="1708643"/>
                    <a:chExt cx="491778" cy="409344"/>
                  </a:xfrm>
                </p:grpSpPr>
                <p:sp>
                  <p:nvSpPr>
                    <p:cNvPr id="445" name="Oval 444">
                      <a:extLst>
                        <a:ext uri="{FF2B5EF4-FFF2-40B4-BE49-F238E27FC236}">
                          <a16:creationId xmlns:a16="http://schemas.microsoft.com/office/drawing/2014/main" id="{E7BB7781-F378-EF4F-A664-FAA0EF81837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46" name="TextBox 445">
                      <a:extLst>
                        <a:ext uri="{FF2B5EF4-FFF2-40B4-BE49-F238E27FC236}">
                          <a16:creationId xmlns:a16="http://schemas.microsoft.com/office/drawing/2014/main" id="{ABD9D14B-FC69-E74C-831F-BDBB4F306AC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99495" y="1708643"/>
                      <a:ext cx="491778" cy="40934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  X</a:t>
                      </a:r>
                    </a:p>
                  </p:txBody>
                </p:sp>
              </p:grpSp>
            </p:grpSp>
            <p:cxnSp>
              <p:nvCxnSpPr>
                <p:cNvPr id="441" name="Straight Connector 440">
                  <a:extLst>
                    <a:ext uri="{FF2B5EF4-FFF2-40B4-BE49-F238E27FC236}">
                      <a16:creationId xmlns:a16="http://schemas.microsoft.com/office/drawing/2014/main" id="{43D36ED5-0E6A-3D49-A992-B924DAE2D0E0}"/>
                    </a:ext>
                  </a:extLst>
                </p:cNvPr>
                <p:cNvCxnSpPr/>
                <p:nvPr/>
              </p:nvCxnSpPr>
              <p:spPr bwMode="auto">
                <a:xfrm flipH="1">
                  <a:off x="7158742" y="5764030"/>
                  <a:ext cx="870024" cy="9999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A5C0BEBA-E8E4-FA43-9FA6-2154085EB46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540307" y="1929008"/>
              <a:ext cx="4451299" cy="422665"/>
            </a:xfrm>
            <a:prstGeom prst="line">
              <a:avLst/>
            </a:prstGeom>
            <a:solidFill>
              <a:srgbClr val="00CC99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515600" cy="894622"/>
          </a:xfrm>
        </p:spPr>
        <p:txBody>
          <a:bodyPr/>
          <a:lstStyle/>
          <a:p>
            <a:r>
              <a:rPr lang="en-US" dirty="0"/>
              <a:t>BGP path advertisement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6433D-1EBF-D447-9924-50E7F0E2E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F0AA8416-2A13-9841-830D-36339E62435B}"/>
              </a:ext>
            </a:extLst>
          </p:cNvPr>
          <p:cNvGrpSpPr/>
          <p:nvPr/>
        </p:nvGrpSpPr>
        <p:grpSpPr>
          <a:xfrm>
            <a:off x="2993331" y="2659614"/>
            <a:ext cx="1261444" cy="642543"/>
            <a:chOff x="2241770" y="2684666"/>
            <a:chExt cx="1261444" cy="642543"/>
          </a:xfrm>
        </p:grpSpPr>
        <p:sp>
          <p:nvSpPr>
            <p:cNvPr id="232" name="Text Box 119">
              <a:extLst>
                <a:ext uri="{FF2B5EF4-FFF2-40B4-BE49-F238E27FC236}">
                  <a16:creationId xmlns:a16="http://schemas.microsoft.com/office/drawing/2014/main" id="{923BE177-E2E4-8A48-9459-31E9473258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1770" y="3019432"/>
              <a:ext cx="126015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AS2,AS3,X </a:t>
              </a:r>
            </a:p>
          </p:txBody>
        </p:sp>
        <p:sp>
          <p:nvSpPr>
            <p:cNvPr id="233" name="AutoShape 118">
              <a:extLst>
                <a:ext uri="{FF2B5EF4-FFF2-40B4-BE49-F238E27FC236}">
                  <a16:creationId xmlns:a16="http://schemas.microsoft.com/office/drawing/2014/main" id="{92B03788-407A-084E-8682-283C69D5DF3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68210">
              <a:off x="2734864" y="2684666"/>
              <a:ext cx="768350" cy="276225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C0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CB6EBD89-7C58-E647-8259-C3CC0DA3FBFE}"/>
              </a:ext>
            </a:extLst>
          </p:cNvPr>
          <p:cNvGrpSpPr/>
          <p:nvPr/>
        </p:nvGrpSpPr>
        <p:grpSpPr>
          <a:xfrm>
            <a:off x="3743662" y="1671430"/>
            <a:ext cx="928664" cy="573008"/>
            <a:chOff x="4482698" y="1658905"/>
            <a:chExt cx="928664" cy="573008"/>
          </a:xfrm>
        </p:grpSpPr>
        <p:sp>
          <p:nvSpPr>
            <p:cNvPr id="247" name="AutoShape 118">
              <a:extLst>
                <a:ext uri="{FF2B5EF4-FFF2-40B4-BE49-F238E27FC236}">
                  <a16:creationId xmlns:a16="http://schemas.microsoft.com/office/drawing/2014/main" id="{C4DDF1A3-A046-ED42-ACAC-5927DA6AC10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210880">
              <a:off x="4643012" y="1955688"/>
              <a:ext cx="768350" cy="276225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C0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DC604320-3281-9C46-A4A2-C7947827CBE2}"/>
                </a:ext>
              </a:extLst>
            </p:cNvPr>
            <p:cNvSpPr txBox="1"/>
            <p:nvPr/>
          </p:nvSpPr>
          <p:spPr>
            <a:xfrm>
              <a:off x="4482698" y="1658905"/>
              <a:ext cx="7649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AS3,X</a:t>
              </a:r>
            </a:p>
          </p:txBody>
        </p:sp>
      </p:grpSp>
      <p:grpSp>
        <p:nvGrpSpPr>
          <p:cNvPr id="335" name="Group 117">
            <a:extLst>
              <a:ext uri="{FF2B5EF4-FFF2-40B4-BE49-F238E27FC236}">
                <a16:creationId xmlns:a16="http://schemas.microsoft.com/office/drawing/2014/main" id="{499578B2-9337-6441-BD75-B09C9CAC1963}"/>
              </a:ext>
            </a:extLst>
          </p:cNvPr>
          <p:cNvGrpSpPr>
            <a:grpSpLocks/>
          </p:cNvGrpSpPr>
          <p:nvPr/>
        </p:nvGrpSpPr>
        <p:grpSpPr bwMode="auto">
          <a:xfrm>
            <a:off x="7038891" y="2604083"/>
            <a:ext cx="1290638" cy="481013"/>
            <a:chOff x="2282" y="2446"/>
            <a:chExt cx="813" cy="303"/>
          </a:xfrm>
        </p:grpSpPr>
        <p:sp>
          <p:nvSpPr>
            <p:cNvPr id="336" name="AutoShape 118">
              <a:extLst>
                <a:ext uri="{FF2B5EF4-FFF2-40B4-BE49-F238E27FC236}">
                  <a16:creationId xmlns:a16="http://schemas.microsoft.com/office/drawing/2014/main" id="{87CF43BB-9638-1849-BCC0-3D8B346AB96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396893">
              <a:off x="2282" y="2446"/>
              <a:ext cx="484" cy="163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337" name="Text Box 119">
              <a:extLst>
                <a:ext uri="{FF2B5EF4-FFF2-40B4-BE49-F238E27FC236}">
                  <a16:creationId xmlns:a16="http://schemas.microsoft.com/office/drawing/2014/main" id="{F6316E17-9D4A-514F-B9C2-2CE5C2F0F2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2559"/>
              <a:ext cx="599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AS3, X</a:t>
              </a:r>
            </a:p>
          </p:txBody>
        </p:sp>
      </p:grpSp>
      <p:sp>
        <p:nvSpPr>
          <p:cNvPr id="382" name="Rectangle 4">
            <a:extLst>
              <a:ext uri="{FF2B5EF4-FFF2-40B4-BE49-F238E27FC236}">
                <a16:creationId xmlns:a16="http://schemas.microsoft.com/office/drawing/2014/main" id="{150C22F5-5F48-A74D-BE4D-A010E5056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1508" y="4506640"/>
            <a:ext cx="8943583" cy="551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2100" indent="-292100">
              <a:lnSpc>
                <a:spcPct val="90000"/>
              </a:lnSpc>
            </a:pPr>
            <a:r>
              <a:rPr lang="en-US" sz="2400" kern="0" dirty="0"/>
              <a:t>recall: </a:t>
            </a:r>
            <a:r>
              <a:rPr lang="en-US" sz="2400" kern="0" dirty="0">
                <a:cs typeface="Arial"/>
              </a:rPr>
              <a:t>1</a:t>
            </a:r>
            <a:r>
              <a:rPr lang="en-US" sz="2400" kern="0" dirty="0"/>
              <a:t>a, </a:t>
            </a:r>
            <a:r>
              <a:rPr lang="en-US" sz="2400" kern="0" dirty="0">
                <a:cs typeface="Arial"/>
              </a:rPr>
              <a:t>1</a:t>
            </a:r>
            <a:r>
              <a:rPr lang="en-US" sz="2400" kern="0" dirty="0"/>
              <a:t>b, </a:t>
            </a:r>
            <a:r>
              <a:rPr lang="en-US" sz="2400" kern="0" dirty="0">
                <a:cs typeface="Arial"/>
              </a:rPr>
              <a:t>1</a:t>
            </a:r>
            <a:r>
              <a:rPr lang="en-US" sz="2400" kern="0" dirty="0"/>
              <a:t>d learn via iBGP from </a:t>
            </a:r>
            <a:r>
              <a:rPr lang="en-US" sz="2400" kern="0" dirty="0">
                <a:cs typeface="Arial"/>
              </a:rPr>
              <a:t>1</a:t>
            </a:r>
            <a:r>
              <a:rPr lang="en-US" sz="2400" kern="0" dirty="0"/>
              <a:t>c: “path to X goes through </a:t>
            </a:r>
            <a:r>
              <a:rPr lang="en-US" sz="2400" kern="0" dirty="0">
                <a:cs typeface="Arial"/>
              </a:rPr>
              <a:t>1</a:t>
            </a:r>
            <a:r>
              <a:rPr lang="en-US" sz="2400" kern="0" dirty="0"/>
              <a:t>c”</a:t>
            </a:r>
          </a:p>
        </p:txBody>
      </p:sp>
      <p:sp>
        <p:nvSpPr>
          <p:cNvPr id="383" name="Rectangle 4">
            <a:extLst>
              <a:ext uri="{FF2B5EF4-FFF2-40B4-BE49-F238E27FC236}">
                <a16:creationId xmlns:a16="http://schemas.microsoft.com/office/drawing/2014/main" id="{A936D0A1-022F-4647-A4D0-30D9C829D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771" y="4950493"/>
            <a:ext cx="8270914" cy="510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indent="-293688"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  <a:cs typeface="Arial"/>
              </a:rPr>
              <a:t>at 1</a:t>
            </a:r>
            <a:r>
              <a:rPr lang="en-US" sz="2400" dirty="0">
                <a:solidFill>
                  <a:srgbClr val="000000"/>
                </a:solidFill>
              </a:rPr>
              <a:t>d: OSPF intra-domain routing: to get to </a:t>
            </a:r>
            <a:r>
              <a:rPr lang="en-US" sz="2400" dirty="0">
                <a:solidFill>
                  <a:srgbClr val="000000"/>
                </a:solidFill>
                <a:cs typeface="Arial"/>
              </a:rPr>
              <a:t>1</a:t>
            </a:r>
            <a:r>
              <a:rPr lang="en-US" sz="2400" dirty="0">
                <a:solidFill>
                  <a:srgbClr val="000000"/>
                </a:solidFill>
              </a:rPr>
              <a:t>c, use  interface </a:t>
            </a:r>
            <a:r>
              <a:rPr lang="en-US" sz="2400" dirty="0">
                <a:solidFill>
                  <a:srgbClr val="000000"/>
                </a:solidFill>
                <a:cs typeface="Arial"/>
              </a:rPr>
              <a:t>1</a:t>
            </a:r>
          </a:p>
        </p:txBody>
      </p:sp>
      <p:grpSp>
        <p:nvGrpSpPr>
          <p:cNvPr id="384" name="Group 383">
            <a:extLst>
              <a:ext uri="{FF2B5EF4-FFF2-40B4-BE49-F238E27FC236}">
                <a16:creationId xmlns:a16="http://schemas.microsoft.com/office/drawing/2014/main" id="{ADFAD506-B45C-4B4C-8FC1-4EDFC6AC0ACA}"/>
              </a:ext>
            </a:extLst>
          </p:cNvPr>
          <p:cNvGrpSpPr/>
          <p:nvPr/>
        </p:nvGrpSpPr>
        <p:grpSpPr>
          <a:xfrm>
            <a:off x="1643507" y="1934647"/>
            <a:ext cx="1360744" cy="1068501"/>
            <a:chOff x="1089218" y="2245331"/>
            <a:chExt cx="1360744" cy="1068501"/>
          </a:xfrm>
        </p:grpSpPr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0C7CB6AF-AE67-DA45-926C-00F012056ED6}"/>
                </a:ext>
              </a:extLst>
            </p:cNvPr>
            <p:cNvSpPr txBox="1"/>
            <p:nvPr/>
          </p:nvSpPr>
          <p:spPr>
            <a:xfrm>
              <a:off x="2165447" y="2998844"/>
              <a:ext cx="2845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</a:t>
              </a:r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A2533861-3F3D-FD42-B091-B8BC85B9C48A}"/>
                </a:ext>
              </a:extLst>
            </p:cNvPr>
            <p:cNvSpPr txBox="1"/>
            <p:nvPr/>
          </p:nvSpPr>
          <p:spPr>
            <a:xfrm>
              <a:off x="1458923" y="3006055"/>
              <a:ext cx="2845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2</a:t>
              </a:r>
            </a:p>
          </p:txBody>
        </p:sp>
        <p:sp>
          <p:nvSpPr>
            <p:cNvPr id="387" name="TextBox 386">
              <a:extLst>
                <a:ext uri="{FF2B5EF4-FFF2-40B4-BE49-F238E27FC236}">
                  <a16:creationId xmlns:a16="http://schemas.microsoft.com/office/drawing/2014/main" id="{F68B4CB0-326C-0D42-86AB-C27CF60EE3D4}"/>
                </a:ext>
              </a:extLst>
            </p:cNvPr>
            <p:cNvSpPr txBox="1"/>
            <p:nvPr/>
          </p:nvSpPr>
          <p:spPr>
            <a:xfrm>
              <a:off x="1149470" y="2245331"/>
              <a:ext cx="2845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</a:t>
              </a:r>
            </a:p>
          </p:txBody>
        </p:sp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8B800090-4615-2944-BDA6-CB45A842F05A}"/>
                </a:ext>
              </a:extLst>
            </p:cNvPr>
            <p:cNvSpPr txBox="1"/>
            <p:nvPr/>
          </p:nvSpPr>
          <p:spPr>
            <a:xfrm>
              <a:off x="1089218" y="2743635"/>
              <a:ext cx="2845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2</a:t>
              </a:r>
            </a:p>
          </p:txBody>
        </p:sp>
      </p:grpSp>
      <p:grpSp>
        <p:nvGrpSpPr>
          <p:cNvPr id="389" name="Group 388">
            <a:extLst>
              <a:ext uri="{FF2B5EF4-FFF2-40B4-BE49-F238E27FC236}">
                <a16:creationId xmlns:a16="http://schemas.microsoft.com/office/drawing/2014/main" id="{DD703AF9-72B5-3F48-80CB-0B4A55731A03}"/>
              </a:ext>
            </a:extLst>
          </p:cNvPr>
          <p:cNvGrpSpPr/>
          <p:nvPr/>
        </p:nvGrpSpPr>
        <p:grpSpPr>
          <a:xfrm>
            <a:off x="1126378" y="3091210"/>
            <a:ext cx="1694528" cy="3353900"/>
            <a:chOff x="537654" y="3379309"/>
            <a:chExt cx="1694528" cy="2911109"/>
          </a:xfrm>
        </p:grpSpPr>
        <p:sp>
          <p:nvSpPr>
            <p:cNvPr id="390" name="Freeform 389">
              <a:extLst>
                <a:ext uri="{FF2B5EF4-FFF2-40B4-BE49-F238E27FC236}">
                  <a16:creationId xmlns:a16="http://schemas.microsoft.com/office/drawing/2014/main" id="{549CDC2B-D2F5-684A-BC82-FF2E06D9644F}"/>
                </a:ext>
              </a:extLst>
            </p:cNvPr>
            <p:cNvSpPr/>
            <p:nvPr/>
          </p:nvSpPr>
          <p:spPr>
            <a:xfrm rot="10326036" flipH="1">
              <a:off x="771808" y="3379309"/>
              <a:ext cx="1333280" cy="959366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325315"/>
                <a:gd name="connsiteY0" fmla="*/ 1160935 h 1160935"/>
                <a:gd name="connsiteX1" fmla="*/ 0 w 1325315"/>
                <a:gd name="connsiteY1" fmla="*/ 0 h 1160935"/>
                <a:gd name="connsiteX2" fmla="*/ 1040633 w 1325315"/>
                <a:gd name="connsiteY2" fmla="*/ 16785 h 1160935"/>
                <a:gd name="connsiteX3" fmla="*/ 1214315 w 1325315"/>
                <a:gd name="connsiteY3" fmla="*/ 1064597 h 1160935"/>
                <a:gd name="connsiteX4" fmla="*/ 448507 w 1325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06934 w 1167285"/>
                <a:gd name="connsiteY0" fmla="*/ 967578 h 967578"/>
                <a:gd name="connsiteX1" fmla="*/ 0 w 1167285"/>
                <a:gd name="connsiteY1" fmla="*/ 0 h 967578"/>
                <a:gd name="connsiteX2" fmla="*/ 1005993 w 1167285"/>
                <a:gd name="connsiteY2" fmla="*/ 46284 h 967578"/>
                <a:gd name="connsiteX3" fmla="*/ 1167285 w 1167285"/>
                <a:gd name="connsiteY3" fmla="*/ 895852 h 967578"/>
                <a:gd name="connsiteX4" fmla="*/ 1006934 w 1167285"/>
                <a:gd name="connsiteY4" fmla="*/ 967578 h 967578"/>
                <a:gd name="connsiteX0" fmla="*/ 1006934 w 1167285"/>
                <a:gd name="connsiteY0" fmla="*/ 1132232 h 1132232"/>
                <a:gd name="connsiteX1" fmla="*/ 0 w 1167285"/>
                <a:gd name="connsiteY1" fmla="*/ 164654 h 1132232"/>
                <a:gd name="connsiteX2" fmla="*/ 991394 w 1167285"/>
                <a:gd name="connsiteY2" fmla="*/ 130 h 1132232"/>
                <a:gd name="connsiteX3" fmla="*/ 1167285 w 1167285"/>
                <a:gd name="connsiteY3" fmla="*/ 1060506 h 1132232"/>
                <a:gd name="connsiteX4" fmla="*/ 1006934 w 1167285"/>
                <a:gd name="connsiteY4" fmla="*/ 1132232 h 1132232"/>
                <a:gd name="connsiteX0" fmla="*/ 986900 w 1167285"/>
                <a:gd name="connsiteY0" fmla="*/ 1088164 h 1088164"/>
                <a:gd name="connsiteX1" fmla="*/ 0 w 1167285"/>
                <a:gd name="connsiteY1" fmla="*/ 164654 h 1088164"/>
                <a:gd name="connsiteX2" fmla="*/ 991394 w 1167285"/>
                <a:gd name="connsiteY2" fmla="*/ 130 h 1088164"/>
                <a:gd name="connsiteX3" fmla="*/ 1167285 w 1167285"/>
                <a:gd name="connsiteY3" fmla="*/ 1060506 h 1088164"/>
                <a:gd name="connsiteX4" fmla="*/ 986900 w 1167285"/>
                <a:gd name="connsiteY4" fmla="*/ 1088164 h 1088164"/>
                <a:gd name="connsiteX0" fmla="*/ 986900 w 1167285"/>
                <a:gd name="connsiteY0" fmla="*/ 1088164 h 1088164"/>
                <a:gd name="connsiteX1" fmla="*/ 0 w 1167285"/>
                <a:gd name="connsiteY1" fmla="*/ 164654 h 1088164"/>
                <a:gd name="connsiteX2" fmla="*/ 991394 w 1167285"/>
                <a:gd name="connsiteY2" fmla="*/ 130 h 1088164"/>
                <a:gd name="connsiteX3" fmla="*/ 1167285 w 1167285"/>
                <a:gd name="connsiteY3" fmla="*/ 1060506 h 1088164"/>
                <a:gd name="connsiteX4" fmla="*/ 986900 w 1167285"/>
                <a:gd name="connsiteY4" fmla="*/ 1088164 h 1088164"/>
                <a:gd name="connsiteX0" fmla="*/ 986900 w 1332977"/>
                <a:gd name="connsiteY0" fmla="*/ 1088164 h 1088164"/>
                <a:gd name="connsiteX1" fmla="*/ 0 w 1332977"/>
                <a:gd name="connsiteY1" fmla="*/ 164654 h 1088164"/>
                <a:gd name="connsiteX2" fmla="*/ 991394 w 1332977"/>
                <a:gd name="connsiteY2" fmla="*/ 130 h 1088164"/>
                <a:gd name="connsiteX3" fmla="*/ 1332977 w 1332977"/>
                <a:gd name="connsiteY3" fmla="*/ 1045574 h 1088164"/>
                <a:gd name="connsiteX4" fmla="*/ 986900 w 1332977"/>
                <a:gd name="connsiteY4" fmla="*/ 1088164 h 108816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2977" h="1143414">
                  <a:moveTo>
                    <a:pt x="1029955" y="1143414"/>
                  </a:moveTo>
                  <a:cubicBezTo>
                    <a:pt x="771645" y="868623"/>
                    <a:pt x="908943" y="903822"/>
                    <a:pt x="0" y="164654"/>
                  </a:cubicBezTo>
                  <a:cubicBezTo>
                    <a:pt x="346878" y="170249"/>
                    <a:pt x="644516" y="-5465"/>
                    <a:pt x="991394" y="130"/>
                  </a:cubicBezTo>
                  <a:cubicBezTo>
                    <a:pt x="1125143" y="751678"/>
                    <a:pt x="1116033" y="592331"/>
                    <a:pt x="1332977" y="1045574"/>
                  </a:cubicBezTo>
                  <a:cubicBezTo>
                    <a:pt x="1183663" y="1029001"/>
                    <a:pt x="1194267" y="1059672"/>
                    <a:pt x="1029955" y="1143414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grpSp>
          <p:nvGrpSpPr>
            <p:cNvPr id="391" name="Group 390">
              <a:extLst>
                <a:ext uri="{FF2B5EF4-FFF2-40B4-BE49-F238E27FC236}">
                  <a16:creationId xmlns:a16="http://schemas.microsoft.com/office/drawing/2014/main" id="{39E3A88F-68A5-584F-BEC8-425D5A8BD835}"/>
                </a:ext>
              </a:extLst>
            </p:cNvPr>
            <p:cNvGrpSpPr/>
            <p:nvPr/>
          </p:nvGrpSpPr>
          <p:grpSpPr>
            <a:xfrm>
              <a:off x="537654" y="4169528"/>
              <a:ext cx="1694528" cy="2120890"/>
              <a:chOff x="537654" y="4169528"/>
              <a:chExt cx="1694528" cy="2120890"/>
            </a:xfrm>
          </p:grpSpPr>
          <p:sp>
            <p:nvSpPr>
              <p:cNvPr id="392" name="Rectangle 391">
                <a:extLst>
                  <a:ext uri="{FF2B5EF4-FFF2-40B4-BE49-F238E27FC236}">
                    <a16:creationId xmlns:a16="http://schemas.microsoft.com/office/drawing/2014/main" id="{D152EA32-3362-314D-9058-7E92F68B0E18}"/>
                  </a:ext>
                </a:extLst>
              </p:cNvPr>
              <p:cNvSpPr/>
              <p:nvPr/>
            </p:nvSpPr>
            <p:spPr bwMode="auto">
              <a:xfrm rot="10800000">
                <a:off x="809301" y="4261100"/>
                <a:ext cx="1027112" cy="994484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  <a:alpha val="62000"/>
                    </a:srgbClr>
                  </a:gs>
                  <a:gs pos="5400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grpSp>
            <p:nvGrpSpPr>
              <p:cNvPr id="393" name="Group 104">
                <a:extLst>
                  <a:ext uri="{FF2B5EF4-FFF2-40B4-BE49-F238E27FC236}">
                    <a16:creationId xmlns:a16="http://schemas.microsoft.com/office/drawing/2014/main" id="{D95F1039-BDB2-B441-B3DB-26648CD47D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12771" y="5933069"/>
                <a:ext cx="1034710" cy="357349"/>
                <a:chOff x="4128636" y="3606589"/>
                <a:chExt cx="568145" cy="338667"/>
              </a:xfrm>
            </p:grpSpPr>
            <p:sp>
              <p:nvSpPr>
                <p:cNvPr id="416" name="Oval 415">
                  <a:extLst>
                    <a:ext uri="{FF2B5EF4-FFF2-40B4-BE49-F238E27FC236}">
                      <a16:creationId xmlns:a16="http://schemas.microsoft.com/office/drawing/2014/main" id="{B8EC9765-CC7A-1C4E-A0AB-1FF29E282B9B}"/>
                    </a:ext>
                  </a:extLst>
                </p:cNvPr>
                <p:cNvSpPr/>
                <p:nvPr/>
              </p:nvSpPr>
              <p:spPr>
                <a:xfrm>
                  <a:off x="4128649" y="3720080"/>
                  <a:ext cx="568332" cy="225176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17" name="Rectangle 416">
                  <a:extLst>
                    <a:ext uri="{FF2B5EF4-FFF2-40B4-BE49-F238E27FC236}">
                      <a16:creationId xmlns:a16="http://schemas.microsoft.com/office/drawing/2014/main" id="{539F60CB-2694-D941-B1DE-2BCD585F3F6D}"/>
                    </a:ext>
                  </a:extLst>
                </p:cNvPr>
                <p:cNvSpPr/>
                <p:nvPr/>
              </p:nvSpPr>
              <p:spPr>
                <a:xfrm>
                  <a:off x="4128649" y="3720080"/>
                  <a:ext cx="568332" cy="111898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18" name="Oval 417">
                  <a:extLst>
                    <a:ext uri="{FF2B5EF4-FFF2-40B4-BE49-F238E27FC236}">
                      <a16:creationId xmlns:a16="http://schemas.microsoft.com/office/drawing/2014/main" id="{86DB0C5A-8F91-D44D-8DFA-67928CD0AB52}"/>
                    </a:ext>
                  </a:extLst>
                </p:cNvPr>
                <p:cNvSpPr/>
                <p:nvPr/>
              </p:nvSpPr>
              <p:spPr>
                <a:xfrm>
                  <a:off x="4128649" y="3606801"/>
                  <a:ext cx="568332" cy="225176"/>
                </a:xfrm>
                <a:prstGeom prst="ellipse">
                  <a:avLst/>
                </a:prstGeom>
                <a:solidFill>
                  <a:srgbClr val="3333CC">
                    <a:lumMod val="60000"/>
                    <a:lumOff val="40000"/>
                    <a:alpha val="7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19" name="Straight Connector 418">
                  <a:extLst>
                    <a:ext uri="{FF2B5EF4-FFF2-40B4-BE49-F238E27FC236}">
                      <a16:creationId xmlns:a16="http://schemas.microsoft.com/office/drawing/2014/main" id="{CE6DE9B8-5C44-9845-98B5-676AAF440E62}"/>
                    </a:ext>
                  </a:extLst>
                </p:cNvPr>
                <p:cNvCxnSpPr/>
                <p:nvPr/>
              </p:nvCxnSpPr>
              <p:spPr>
                <a:xfrm>
                  <a:off x="4696981" y="3720080"/>
                  <a:ext cx="0" cy="111898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20" name="Straight Connector 419">
                  <a:extLst>
                    <a:ext uri="{FF2B5EF4-FFF2-40B4-BE49-F238E27FC236}">
                      <a16:creationId xmlns:a16="http://schemas.microsoft.com/office/drawing/2014/main" id="{99882D65-6F14-A943-B27E-816F5CA93CBA}"/>
                    </a:ext>
                  </a:extLst>
                </p:cNvPr>
                <p:cNvCxnSpPr/>
                <p:nvPr/>
              </p:nvCxnSpPr>
              <p:spPr>
                <a:xfrm>
                  <a:off x="4128649" y="3720080"/>
                  <a:ext cx="0" cy="111898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394" name="Rectangle 393">
                <a:extLst>
                  <a:ext uri="{FF2B5EF4-FFF2-40B4-BE49-F238E27FC236}">
                    <a16:creationId xmlns:a16="http://schemas.microsoft.com/office/drawing/2014/main" id="{6069C388-7EBD-A043-A5DA-70DACC434856}"/>
                  </a:ext>
                </a:extLst>
              </p:cNvPr>
              <p:cNvSpPr/>
              <p:nvPr/>
            </p:nvSpPr>
            <p:spPr bwMode="auto">
              <a:xfrm>
                <a:off x="817079" y="5203658"/>
                <a:ext cx="1027112" cy="860514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  <a:alpha val="62000"/>
                    </a:srgbClr>
                  </a:gs>
                  <a:gs pos="54000">
                    <a:srgbClr val="3333CC">
                      <a:lumMod val="40000"/>
                      <a:lumOff val="6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95" name="Straight Connector 394">
                <a:extLst>
                  <a:ext uri="{FF2B5EF4-FFF2-40B4-BE49-F238E27FC236}">
                    <a16:creationId xmlns:a16="http://schemas.microsoft.com/office/drawing/2014/main" id="{9EF19DE7-B63D-4944-9210-CC31003025FB}"/>
                  </a:ext>
                </a:extLst>
              </p:cNvPr>
              <p:cNvCxnSpPr>
                <a:endCxn id="417" idx="1"/>
              </p:cNvCxnSpPr>
              <p:nvPr/>
            </p:nvCxnSpPr>
            <p:spPr bwMode="auto">
              <a:xfrm>
                <a:off x="801363" y="4466995"/>
                <a:ext cx="11432" cy="1644862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cxnSp>
            <p:nvCxnSpPr>
              <p:cNvPr id="396" name="Straight Connector 395">
                <a:extLst>
                  <a:ext uri="{FF2B5EF4-FFF2-40B4-BE49-F238E27FC236}">
                    <a16:creationId xmlns:a16="http://schemas.microsoft.com/office/drawing/2014/main" id="{6D9BFA90-FCA6-4947-8157-4DD67BB4ED2E}"/>
                  </a:ext>
                </a:extLst>
              </p:cNvPr>
              <p:cNvCxnSpPr>
                <a:endCxn id="417" idx="3"/>
              </p:cNvCxnSpPr>
              <p:nvPr/>
            </p:nvCxnSpPr>
            <p:spPr bwMode="auto">
              <a:xfrm>
                <a:off x="1842763" y="4466995"/>
                <a:ext cx="5083" cy="1644862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97" name="Group 9">
                <a:extLst>
                  <a:ext uri="{FF2B5EF4-FFF2-40B4-BE49-F238E27FC236}">
                    <a16:creationId xmlns:a16="http://schemas.microsoft.com/office/drawing/2014/main" id="{13F6DEF6-9A01-B549-80A5-3FC2E1007C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7993" y="4169528"/>
                <a:ext cx="1079500" cy="395024"/>
                <a:chOff x="2183302" y="1574638"/>
                <a:chExt cx="1200154" cy="430181"/>
              </a:xfrm>
            </p:grpSpPr>
            <p:sp>
              <p:nvSpPr>
                <p:cNvPr id="407" name="Oval 406">
                  <a:extLst>
                    <a:ext uri="{FF2B5EF4-FFF2-40B4-BE49-F238E27FC236}">
                      <a16:creationId xmlns:a16="http://schemas.microsoft.com/office/drawing/2014/main" id="{E06F7110-8919-FE4C-AC87-8E0C5F91962D}"/>
                    </a:ext>
                  </a:extLst>
                </p:cNvPr>
                <p:cNvSpPr/>
                <p:nvPr/>
              </p:nvSpPr>
              <p:spPr bwMode="auto">
                <a:xfrm flipV="1">
                  <a:off x="2186832" y="1690517"/>
                  <a:ext cx="1194859" cy="31430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20000"/>
                        <a:lumOff val="80000"/>
                      </a:srgbClr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08" name="Rectangle 407">
                  <a:extLst>
                    <a:ext uri="{FF2B5EF4-FFF2-40B4-BE49-F238E27FC236}">
                      <a16:creationId xmlns:a16="http://schemas.microsoft.com/office/drawing/2014/main" id="{1263FC99-850B-354C-828E-2DFE33C94D05}"/>
                    </a:ext>
                  </a:extLst>
                </p:cNvPr>
                <p:cNvSpPr/>
                <p:nvPr/>
              </p:nvSpPr>
              <p:spPr bwMode="auto">
                <a:xfrm>
                  <a:off x="2183302" y="1734964"/>
                  <a:ext cx="1198389" cy="112704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09" name="Oval 408">
                  <a:extLst>
                    <a:ext uri="{FF2B5EF4-FFF2-40B4-BE49-F238E27FC236}">
                      <a16:creationId xmlns:a16="http://schemas.microsoft.com/office/drawing/2014/main" id="{37185517-F7A7-3C46-ACEA-5DFF7F55D04F}"/>
                    </a:ext>
                  </a:extLst>
                </p:cNvPr>
                <p:cNvSpPr/>
                <p:nvPr/>
              </p:nvSpPr>
              <p:spPr bwMode="auto">
                <a:xfrm flipV="1">
                  <a:off x="2183302" y="1574638"/>
                  <a:ext cx="1196624" cy="314302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10" name="Freeform 409">
                  <a:extLst>
                    <a:ext uri="{FF2B5EF4-FFF2-40B4-BE49-F238E27FC236}">
                      <a16:creationId xmlns:a16="http://schemas.microsoft.com/office/drawing/2014/main" id="{2A0D148B-1E69-F74C-9168-42E9D8669D5B}"/>
                    </a:ext>
                  </a:extLst>
                </p:cNvPr>
                <p:cNvSpPr/>
                <p:nvPr/>
              </p:nvSpPr>
              <p:spPr bwMode="auto">
                <a:xfrm>
                  <a:off x="2490400" y="1671469"/>
                  <a:ext cx="582428" cy="15715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11" name="Freeform 410">
                  <a:extLst>
                    <a:ext uri="{FF2B5EF4-FFF2-40B4-BE49-F238E27FC236}">
                      <a16:creationId xmlns:a16="http://schemas.microsoft.com/office/drawing/2014/main" id="{60153E75-3A78-5F4E-99F0-D0B2CCE3A093}"/>
                    </a:ext>
                  </a:extLst>
                </p:cNvPr>
                <p:cNvSpPr/>
                <p:nvPr/>
              </p:nvSpPr>
              <p:spPr bwMode="auto">
                <a:xfrm>
                  <a:off x="2430393" y="1630197"/>
                  <a:ext cx="702443" cy="109529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12" name="Freeform 411">
                  <a:extLst>
                    <a:ext uri="{FF2B5EF4-FFF2-40B4-BE49-F238E27FC236}">
                      <a16:creationId xmlns:a16="http://schemas.microsoft.com/office/drawing/2014/main" id="{601C0BE5-07B2-5A44-9AF5-1E88D8B70EA7}"/>
                    </a:ext>
                  </a:extLst>
                </p:cNvPr>
                <p:cNvSpPr/>
                <p:nvPr/>
              </p:nvSpPr>
              <p:spPr bwMode="auto">
                <a:xfrm>
                  <a:off x="2892805" y="1723852"/>
                  <a:ext cx="257680" cy="95243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13" name="Freeform 412">
                  <a:extLst>
                    <a:ext uri="{FF2B5EF4-FFF2-40B4-BE49-F238E27FC236}">
                      <a16:creationId xmlns:a16="http://schemas.microsoft.com/office/drawing/2014/main" id="{B6C2D27C-731D-CB40-8327-ED66BE8F028D}"/>
                    </a:ext>
                  </a:extLst>
                </p:cNvPr>
                <p:cNvSpPr/>
                <p:nvPr/>
              </p:nvSpPr>
              <p:spPr bwMode="auto">
                <a:xfrm>
                  <a:off x="2418037" y="1725440"/>
                  <a:ext cx="254150" cy="95243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14" name="Straight Connector 413">
                  <a:extLst>
                    <a:ext uri="{FF2B5EF4-FFF2-40B4-BE49-F238E27FC236}">
                      <a16:creationId xmlns:a16="http://schemas.microsoft.com/office/drawing/2014/main" id="{391576BE-56F1-FE40-8DB0-3ECE07E1E2D8}"/>
                    </a:ext>
                  </a:extLst>
                </p:cNvPr>
                <p:cNvCxnSpPr>
                  <a:endCxn id="409" idx="2"/>
                </p:cNvCxnSpPr>
                <p:nvPr/>
              </p:nvCxnSpPr>
              <p:spPr bwMode="auto">
                <a:xfrm flipH="1" flipV="1">
                  <a:off x="2183302" y="1731787"/>
                  <a:ext cx="3530" cy="122228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415" name="Straight Connector 414">
                  <a:extLst>
                    <a:ext uri="{FF2B5EF4-FFF2-40B4-BE49-F238E27FC236}">
                      <a16:creationId xmlns:a16="http://schemas.microsoft.com/office/drawing/2014/main" id="{82BCB90A-4258-924B-9085-32DAF2B971DC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3379926" y="1728615"/>
                  <a:ext cx="3530" cy="122228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sp>
            <p:nvSpPr>
              <p:cNvPr id="398" name="Rectangle 397">
                <a:extLst>
                  <a:ext uri="{FF2B5EF4-FFF2-40B4-BE49-F238E27FC236}">
                    <a16:creationId xmlns:a16="http://schemas.microsoft.com/office/drawing/2014/main" id="{5BF3A9A6-52A8-034D-ACD3-16781CAD5124}"/>
                  </a:ext>
                </a:extLst>
              </p:cNvPr>
              <p:cNvSpPr/>
              <p:nvPr/>
            </p:nvSpPr>
            <p:spPr bwMode="auto">
              <a:xfrm>
                <a:off x="546153" y="4588083"/>
                <a:ext cx="1670709" cy="1303807"/>
              </a:xfrm>
              <a:prstGeom prst="rect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99" name="TextBox 398">
                <a:extLst>
                  <a:ext uri="{FF2B5EF4-FFF2-40B4-BE49-F238E27FC236}">
                    <a16:creationId xmlns:a16="http://schemas.microsoft.com/office/drawing/2014/main" id="{2C75AB46-AB33-9740-81EC-74708279DD87}"/>
                  </a:ext>
                </a:extLst>
              </p:cNvPr>
              <p:cNvSpPr txBox="1"/>
              <p:nvPr/>
            </p:nvSpPr>
            <p:spPr>
              <a:xfrm>
                <a:off x="540390" y="4583226"/>
                <a:ext cx="620971" cy="3111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dest</a:t>
                </a:r>
              </a:p>
            </p:txBody>
          </p:sp>
          <p:sp>
            <p:nvSpPr>
              <p:cNvPr id="400" name="TextBox 399">
                <a:extLst>
                  <a:ext uri="{FF2B5EF4-FFF2-40B4-BE49-F238E27FC236}">
                    <a16:creationId xmlns:a16="http://schemas.microsoft.com/office/drawing/2014/main" id="{38686A09-0D03-A841-8404-D171F189F414}"/>
                  </a:ext>
                </a:extLst>
              </p:cNvPr>
              <p:cNvSpPr txBox="1"/>
              <p:nvPr/>
            </p:nvSpPr>
            <p:spPr>
              <a:xfrm>
                <a:off x="1162170" y="4587898"/>
                <a:ext cx="1070012" cy="3111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interface</a:t>
                </a:r>
              </a:p>
            </p:txBody>
          </p: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AC8CBB51-A053-514E-ACD9-6151F97FD682}"/>
                  </a:ext>
                </a:extLst>
              </p:cNvPr>
              <p:cNvCxnSpPr/>
              <p:nvPr/>
            </p:nvCxnSpPr>
            <p:spPr bwMode="auto">
              <a:xfrm>
                <a:off x="1154183" y="4593421"/>
                <a:ext cx="1345" cy="1293547"/>
              </a:xfrm>
              <a:prstGeom prst="line">
                <a:avLst/>
              </a:prstGeom>
              <a:solidFill>
                <a:srgbClr val="00CC99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FA2F333C-3FD2-9242-83D6-E9279BB9AEE7}"/>
                  </a:ext>
                </a:extLst>
              </p:cNvPr>
              <p:cNvCxnSpPr/>
              <p:nvPr/>
            </p:nvCxnSpPr>
            <p:spPr bwMode="auto">
              <a:xfrm flipH="1">
                <a:off x="537654" y="4911108"/>
                <a:ext cx="1679208" cy="0"/>
              </a:xfrm>
              <a:prstGeom prst="line">
                <a:avLst/>
              </a:prstGeom>
              <a:solidFill>
                <a:srgbClr val="00CC99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05" name="TextBox 404">
                <a:extLst>
                  <a:ext uri="{FF2B5EF4-FFF2-40B4-BE49-F238E27FC236}">
                    <a16:creationId xmlns:a16="http://schemas.microsoft.com/office/drawing/2014/main" id="{925E3165-C5C1-3A45-B26E-AE3DA3A443EB}"/>
                  </a:ext>
                </a:extLst>
              </p:cNvPr>
              <p:cNvSpPr txBox="1"/>
              <p:nvPr/>
            </p:nvSpPr>
            <p:spPr>
              <a:xfrm>
                <a:off x="1222724" y="4844159"/>
                <a:ext cx="415498" cy="3205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…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E4A6E61C-D8FE-C44E-8F63-CE8EC820D104}"/>
                  </a:ext>
                </a:extLst>
              </p:cNvPr>
              <p:cNvSpPr txBox="1"/>
              <p:nvPr/>
            </p:nvSpPr>
            <p:spPr>
              <a:xfrm>
                <a:off x="1218025" y="5574320"/>
                <a:ext cx="415498" cy="3205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…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5B871468-78AD-9241-9FD3-D72F178B0CE9}"/>
                  </a:ext>
                </a:extLst>
              </p:cNvPr>
              <p:cNvSpPr txBox="1"/>
              <p:nvPr/>
            </p:nvSpPr>
            <p:spPr>
              <a:xfrm>
                <a:off x="646020" y="4843576"/>
                <a:ext cx="415498" cy="3205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…</a:t>
                </a: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17B61233-E6CB-4344-B113-8735ED26C804}"/>
                  </a:ext>
                </a:extLst>
              </p:cNvPr>
              <p:cNvSpPr txBox="1"/>
              <p:nvPr/>
            </p:nvSpPr>
            <p:spPr>
              <a:xfrm>
                <a:off x="669517" y="5573736"/>
                <a:ext cx="415498" cy="3205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…</a:t>
                </a:r>
              </a:p>
            </p:txBody>
          </p:sp>
        </p:grp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1B442015-A8C1-5147-B3B9-FA235C7F9741}"/>
              </a:ext>
            </a:extLst>
          </p:cNvPr>
          <p:cNvSpPr txBox="1"/>
          <p:nvPr/>
        </p:nvSpPr>
        <p:spPr>
          <a:xfrm>
            <a:off x="491927" y="2538311"/>
            <a:ext cx="1117981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ea typeface="ＭＳ Ｐゴシック" charset="0"/>
              </a:rPr>
              <a:t>local link interfaces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ea typeface="ＭＳ Ｐゴシック" charset="0"/>
              </a:rPr>
              <a:t>at 1a, 1d</a:t>
            </a:r>
          </a:p>
        </p:txBody>
      </p:sp>
      <p:sp>
        <p:nvSpPr>
          <p:cNvPr id="428" name="Rectangle 4">
            <a:extLst>
              <a:ext uri="{FF2B5EF4-FFF2-40B4-BE49-F238E27FC236}">
                <a16:creationId xmlns:a16="http://schemas.microsoft.com/office/drawing/2014/main" id="{AACCBEA1-299A-5C44-A466-34FB8D299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9859" y="5365940"/>
            <a:ext cx="8270914" cy="510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indent="-293688"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  <a:cs typeface="Arial"/>
              </a:rPr>
              <a:t>at 1</a:t>
            </a:r>
            <a:r>
              <a:rPr lang="en-US" sz="2400" dirty="0">
                <a:solidFill>
                  <a:srgbClr val="000000"/>
                </a:solidFill>
              </a:rPr>
              <a:t>d: to get to </a:t>
            </a:r>
            <a:r>
              <a:rPr lang="en-US" sz="2400" dirty="0">
                <a:solidFill>
                  <a:srgbClr val="000000"/>
                </a:solidFill>
                <a:cs typeface="Arial"/>
              </a:rPr>
              <a:t>X</a:t>
            </a:r>
            <a:r>
              <a:rPr lang="en-US" sz="2400" dirty="0">
                <a:solidFill>
                  <a:srgbClr val="000000"/>
                </a:solidFill>
              </a:rPr>
              <a:t>, use  interface </a:t>
            </a:r>
            <a:r>
              <a:rPr lang="en-US" sz="2400" dirty="0">
                <a:solidFill>
                  <a:srgbClr val="000000"/>
                </a:solidFill>
                <a:cs typeface="Arial"/>
              </a:rPr>
              <a:t>1</a:t>
            </a: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74D48CBB-9624-F749-B349-65E926E47760}"/>
              </a:ext>
            </a:extLst>
          </p:cNvPr>
          <p:cNvGrpSpPr/>
          <p:nvPr/>
        </p:nvGrpSpPr>
        <p:grpSpPr>
          <a:xfrm>
            <a:off x="1260825" y="5090966"/>
            <a:ext cx="917328" cy="370003"/>
            <a:chOff x="1260825" y="5090966"/>
            <a:chExt cx="917328" cy="37000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149D47F-47C2-4640-90D5-811DF0983406}"/>
                </a:ext>
              </a:extLst>
            </p:cNvPr>
            <p:cNvSpPr txBox="1"/>
            <p:nvPr/>
          </p:nvSpPr>
          <p:spPr>
            <a:xfrm>
              <a:off x="1260825" y="5091637"/>
              <a:ext cx="399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1c</a:t>
              </a:r>
            </a:p>
          </p:txBody>
        </p:sp>
        <p:sp>
          <p:nvSpPr>
            <p:cNvPr id="432" name="TextBox 431">
              <a:extLst>
                <a:ext uri="{FF2B5EF4-FFF2-40B4-BE49-F238E27FC236}">
                  <a16:creationId xmlns:a16="http://schemas.microsoft.com/office/drawing/2014/main" id="{7F7426CB-FA4A-DA4E-B303-D5ABA601A29A}"/>
                </a:ext>
              </a:extLst>
            </p:cNvPr>
            <p:cNvSpPr txBox="1"/>
            <p:nvPr/>
          </p:nvSpPr>
          <p:spPr>
            <a:xfrm>
              <a:off x="1876467" y="509096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0B1F976-91BA-9E43-BECA-BFF703ACCF4A}"/>
              </a:ext>
            </a:extLst>
          </p:cNvPr>
          <p:cNvGrpSpPr/>
          <p:nvPr/>
        </p:nvGrpSpPr>
        <p:grpSpPr>
          <a:xfrm>
            <a:off x="1312521" y="5421278"/>
            <a:ext cx="864960" cy="372689"/>
            <a:chOff x="1312521" y="5421278"/>
            <a:chExt cx="864960" cy="372689"/>
          </a:xfrm>
        </p:grpSpPr>
        <p:sp>
          <p:nvSpPr>
            <p:cNvPr id="433" name="TextBox 432">
              <a:extLst>
                <a:ext uri="{FF2B5EF4-FFF2-40B4-BE49-F238E27FC236}">
                  <a16:creationId xmlns:a16="http://schemas.microsoft.com/office/drawing/2014/main" id="{9E836304-2537-8142-8A5E-31530A9D098A}"/>
                </a:ext>
              </a:extLst>
            </p:cNvPr>
            <p:cNvSpPr txBox="1"/>
            <p:nvPr/>
          </p:nvSpPr>
          <p:spPr>
            <a:xfrm>
              <a:off x="1312521" y="542127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X</a:t>
              </a:r>
            </a:p>
          </p:txBody>
        </p:sp>
        <p:sp>
          <p:nvSpPr>
            <p:cNvPr id="434" name="TextBox 433">
              <a:extLst>
                <a:ext uri="{FF2B5EF4-FFF2-40B4-BE49-F238E27FC236}">
                  <a16:creationId xmlns:a16="http://schemas.microsoft.com/office/drawing/2014/main" id="{FF0DA654-D2E8-5144-A880-F6F9C6266762}"/>
                </a:ext>
              </a:extLst>
            </p:cNvPr>
            <p:cNvSpPr txBox="1"/>
            <p:nvPr/>
          </p:nvSpPr>
          <p:spPr>
            <a:xfrm>
              <a:off x="1875795" y="542463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1</a:t>
              </a:r>
            </a:p>
          </p:txBody>
        </p: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C144D101-D0B1-6543-A8E0-566D6F1F50E8}"/>
              </a:ext>
            </a:extLst>
          </p:cNvPr>
          <p:cNvGrpSpPr/>
          <p:nvPr/>
        </p:nvGrpSpPr>
        <p:grpSpPr>
          <a:xfrm>
            <a:off x="2293495" y="1828802"/>
            <a:ext cx="1139242" cy="1021848"/>
            <a:chOff x="852623" y="3061858"/>
            <a:chExt cx="1139242" cy="1021848"/>
          </a:xfrm>
        </p:grpSpPr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38F2F274-4A64-AD4E-9927-2F49E94DA059}"/>
                </a:ext>
              </a:extLst>
            </p:cNvPr>
            <p:cNvGrpSpPr/>
            <p:nvPr/>
          </p:nvGrpSpPr>
          <p:grpSpPr>
            <a:xfrm>
              <a:off x="852623" y="3198229"/>
              <a:ext cx="760478" cy="811277"/>
              <a:chOff x="4511542" y="2820739"/>
              <a:chExt cx="760478" cy="811277"/>
            </a:xfrm>
          </p:grpSpPr>
          <p:cxnSp>
            <p:nvCxnSpPr>
              <p:cNvPr id="287" name="Straight Arrow Connector 286">
                <a:extLst>
                  <a:ext uri="{FF2B5EF4-FFF2-40B4-BE49-F238E27FC236}">
                    <a16:creationId xmlns:a16="http://schemas.microsoft.com/office/drawing/2014/main" id="{176BA2B2-6ED5-8640-9902-E764DA8D04A0}"/>
                  </a:ext>
                </a:extLst>
              </p:cNvPr>
              <p:cNvCxnSpPr/>
              <p:nvPr/>
            </p:nvCxnSpPr>
            <p:spPr bwMode="auto">
              <a:xfrm flipH="1" flipV="1">
                <a:off x="4870276" y="2820739"/>
                <a:ext cx="401744" cy="302376"/>
              </a:xfrm>
              <a:prstGeom prst="straightConnector1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2DA97166-1EA4-4344-8916-CE5D63389D3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4511542" y="3225138"/>
                <a:ext cx="641247" cy="1"/>
              </a:xfrm>
              <a:prstGeom prst="straightConnector1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89" name="Straight Arrow Connector 288">
                <a:extLst>
                  <a:ext uri="{FF2B5EF4-FFF2-40B4-BE49-F238E27FC236}">
                    <a16:creationId xmlns:a16="http://schemas.microsoft.com/office/drawing/2014/main" id="{575BC7B0-A666-5F4D-86ED-190B9C377AC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4834894" y="3343933"/>
                <a:ext cx="422409" cy="288083"/>
              </a:xfrm>
              <a:prstGeom prst="straightConnector1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B4015E0A-837A-4647-9341-12FC40A514D8}"/>
                </a:ext>
              </a:extLst>
            </p:cNvPr>
            <p:cNvSpPr txBox="1"/>
            <p:nvPr/>
          </p:nvSpPr>
          <p:spPr>
            <a:xfrm>
              <a:off x="915200" y="3355868"/>
              <a:ext cx="6006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>
                  <a:solidFill>
                    <a:srgbClr val="C00000"/>
                  </a:solidFill>
                </a:rPr>
                <a:t>AS3,X</a:t>
              </a:r>
            </a:p>
          </p:txBody>
        </p:sp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E2EDF494-5495-EE49-97EB-E62100D879AF}"/>
                </a:ext>
              </a:extLst>
            </p:cNvPr>
            <p:cNvSpPr txBox="1"/>
            <p:nvPr/>
          </p:nvSpPr>
          <p:spPr>
            <a:xfrm>
              <a:off x="1365356" y="3061858"/>
              <a:ext cx="6006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>
                  <a:solidFill>
                    <a:srgbClr val="C00000"/>
                  </a:solidFill>
                </a:rPr>
                <a:t>AS3,X</a:t>
              </a:r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7E410066-C6E9-B44F-AAFC-4640D9619FDB}"/>
                </a:ext>
              </a:extLst>
            </p:cNvPr>
            <p:cNvSpPr txBox="1"/>
            <p:nvPr/>
          </p:nvSpPr>
          <p:spPr>
            <a:xfrm>
              <a:off x="1391251" y="3775929"/>
              <a:ext cx="6006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>
                  <a:solidFill>
                    <a:srgbClr val="C00000"/>
                  </a:solidFill>
                </a:rPr>
                <a:t>AS3,X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9863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3" grpId="0"/>
      <p:bldP spid="422" grpId="0"/>
      <p:bldP spid="422" grpId="1"/>
      <p:bldP spid="42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9" name="Group 708">
            <a:extLst>
              <a:ext uri="{FF2B5EF4-FFF2-40B4-BE49-F238E27FC236}">
                <a16:creationId xmlns:a16="http://schemas.microsoft.com/office/drawing/2014/main" id="{1F41E039-69B1-C84B-A231-87568310385C}"/>
              </a:ext>
            </a:extLst>
          </p:cNvPr>
          <p:cNvGrpSpPr/>
          <p:nvPr/>
        </p:nvGrpSpPr>
        <p:grpSpPr>
          <a:xfrm>
            <a:off x="1163507" y="1064076"/>
            <a:ext cx="9801110" cy="2876474"/>
            <a:chOff x="1113403" y="1064076"/>
            <a:chExt cx="9801110" cy="2876474"/>
          </a:xfrm>
        </p:grpSpPr>
        <p:grpSp>
          <p:nvGrpSpPr>
            <p:cNvPr id="710" name="Group 709">
              <a:extLst>
                <a:ext uri="{FF2B5EF4-FFF2-40B4-BE49-F238E27FC236}">
                  <a16:creationId xmlns:a16="http://schemas.microsoft.com/office/drawing/2014/main" id="{358F421E-8ED0-8E45-B17C-02ACEF578637}"/>
                </a:ext>
              </a:extLst>
            </p:cNvPr>
            <p:cNvGrpSpPr/>
            <p:nvPr/>
          </p:nvGrpSpPr>
          <p:grpSpPr>
            <a:xfrm>
              <a:off x="1113403" y="1064076"/>
              <a:ext cx="9801110" cy="2876474"/>
              <a:chOff x="1426553" y="3694542"/>
              <a:chExt cx="9801110" cy="2876474"/>
            </a:xfrm>
          </p:grpSpPr>
          <p:grpSp>
            <p:nvGrpSpPr>
              <p:cNvPr id="712" name="Group 711">
                <a:extLst>
                  <a:ext uri="{FF2B5EF4-FFF2-40B4-BE49-F238E27FC236}">
                    <a16:creationId xmlns:a16="http://schemas.microsoft.com/office/drawing/2014/main" id="{1BC421A3-D5D4-D44E-B01C-625A8BEB17CB}"/>
                  </a:ext>
                </a:extLst>
              </p:cNvPr>
              <p:cNvGrpSpPr/>
              <p:nvPr/>
            </p:nvGrpSpPr>
            <p:grpSpPr>
              <a:xfrm>
                <a:off x="1426553" y="3694542"/>
                <a:ext cx="9249542" cy="2876474"/>
                <a:chOff x="1426553" y="3694542"/>
                <a:chExt cx="9249542" cy="2876474"/>
              </a:xfrm>
            </p:grpSpPr>
            <p:grpSp>
              <p:nvGrpSpPr>
                <p:cNvPr id="730" name="Group 729">
                  <a:extLst>
                    <a:ext uri="{FF2B5EF4-FFF2-40B4-BE49-F238E27FC236}">
                      <a16:creationId xmlns:a16="http://schemas.microsoft.com/office/drawing/2014/main" id="{ABD7D0B3-FF50-7F41-A3A6-44EAF38A4B70}"/>
                    </a:ext>
                  </a:extLst>
                </p:cNvPr>
                <p:cNvGrpSpPr/>
                <p:nvPr/>
              </p:nvGrpSpPr>
              <p:grpSpPr>
                <a:xfrm>
                  <a:off x="4625977" y="4850481"/>
                  <a:ext cx="2545688" cy="1720535"/>
                  <a:chOff x="4625977" y="4850481"/>
                  <a:chExt cx="2545688" cy="1720535"/>
                </a:xfrm>
              </p:grpSpPr>
              <p:grpSp>
                <p:nvGrpSpPr>
                  <p:cNvPr id="864" name="Group 863">
                    <a:extLst>
                      <a:ext uri="{FF2B5EF4-FFF2-40B4-BE49-F238E27FC236}">
                        <a16:creationId xmlns:a16="http://schemas.microsoft.com/office/drawing/2014/main" id="{DD424EE1-85A8-444D-A8D1-7D38FAD08860}"/>
                      </a:ext>
                    </a:extLst>
                  </p:cNvPr>
                  <p:cNvGrpSpPr/>
                  <p:nvPr/>
                </p:nvGrpSpPr>
                <p:grpSpPr>
                  <a:xfrm>
                    <a:off x="4625977" y="4850481"/>
                    <a:ext cx="2545688" cy="1720535"/>
                    <a:chOff x="-2170772" y="2784954"/>
                    <a:chExt cx="2712783" cy="1853712"/>
                  </a:xfrm>
                </p:grpSpPr>
                <p:sp>
                  <p:nvSpPr>
                    <p:cNvPr id="866" name="Freeform 2">
                      <a:extLst>
                        <a:ext uri="{FF2B5EF4-FFF2-40B4-BE49-F238E27FC236}">
                          <a16:creationId xmlns:a16="http://schemas.microsoft.com/office/drawing/2014/main" id="{A08F267F-4261-B94D-A420-8BAFE1C906D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-2170772" y="2784954"/>
                      <a:ext cx="2712783" cy="1853712"/>
                    </a:xfrm>
                    <a:custGeom>
                      <a:avLst/>
                      <a:gdLst>
                        <a:gd name="T0" fmla="*/ 648763 w 10001"/>
                        <a:gd name="T1" fmla="*/ 34777612 h 10125"/>
                        <a:gd name="T2" fmla="*/ 115976403 w 10001"/>
                        <a:gd name="T3" fmla="*/ 13733703 h 10125"/>
                        <a:gd name="T4" fmla="*/ 507700960 w 10001"/>
                        <a:gd name="T5" fmla="*/ 8662125 h 10125"/>
                        <a:gd name="T6" fmla="*/ 810212713 w 10001"/>
                        <a:gd name="T7" fmla="*/ 0 h 10125"/>
                        <a:gd name="T8" fmla="*/ 1090015738 w 10001"/>
                        <a:gd name="T9" fmla="*/ 8687929 h 10125"/>
                        <a:gd name="T10" fmla="*/ 1310938763 w 10001"/>
                        <a:gd name="T11" fmla="*/ 4279362 h 10125"/>
                        <a:gd name="T12" fmla="*/ 1620263134 w 10001"/>
                        <a:gd name="T13" fmla="*/ 25736690 h 10125"/>
                        <a:gd name="T14" fmla="*/ 1394798364 w 10001"/>
                        <a:gd name="T15" fmla="*/ 58525268 h 10125"/>
                        <a:gd name="T16" fmla="*/ 1134622140 w 10001"/>
                        <a:gd name="T17" fmla="*/ 80266624 h 10125"/>
                        <a:gd name="T18" fmla="*/ 860820276 w 10001"/>
                        <a:gd name="T19" fmla="*/ 76142271 h 10125"/>
                        <a:gd name="T20" fmla="*/ 708996782 w 10001"/>
                        <a:gd name="T21" fmla="*/ 85346835 h 10125"/>
                        <a:gd name="T22" fmla="*/ 509322667 w 10001"/>
                        <a:gd name="T23" fmla="*/ 86268164 h 10125"/>
                        <a:gd name="T24" fmla="*/ 353443899 w 10001"/>
                        <a:gd name="T25" fmla="*/ 67979516 h 10125"/>
                        <a:gd name="T26" fmla="*/ 192536914 w 10001"/>
                        <a:gd name="T27" fmla="*/ 64535347 h 10125"/>
                        <a:gd name="T28" fmla="*/ 648763 w 10001"/>
                        <a:gd name="T29" fmla="*/ 34777612 h 10125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connsiteX0" fmla="*/ 4 w 10040"/>
                        <a:gd name="connsiteY0" fmla="*/ 4039 h 10125"/>
                        <a:gd name="connsiteX1" fmla="*/ 715 w 10040"/>
                        <a:gd name="connsiteY1" fmla="*/ 1595 h 10125"/>
                        <a:gd name="connsiteX2" fmla="*/ 3130 w 10040"/>
                        <a:gd name="connsiteY2" fmla="*/ 1006 h 10125"/>
                        <a:gd name="connsiteX3" fmla="*/ 4995 w 10040"/>
                        <a:gd name="connsiteY3" fmla="*/ 0 h 10125"/>
                        <a:gd name="connsiteX4" fmla="*/ 6720 w 10040"/>
                        <a:gd name="connsiteY4" fmla="*/ 1009 h 10125"/>
                        <a:gd name="connsiteX5" fmla="*/ 9989 w 10040"/>
                        <a:gd name="connsiteY5" fmla="*/ 2989 h 10125"/>
                        <a:gd name="connsiteX6" fmla="*/ 8599 w 10040"/>
                        <a:gd name="connsiteY6" fmla="*/ 6797 h 10125"/>
                        <a:gd name="connsiteX7" fmla="*/ 6995 w 10040"/>
                        <a:gd name="connsiteY7" fmla="*/ 9322 h 10125"/>
                        <a:gd name="connsiteX8" fmla="*/ 5307 w 10040"/>
                        <a:gd name="connsiteY8" fmla="*/ 8843 h 10125"/>
                        <a:gd name="connsiteX9" fmla="*/ 4371 w 10040"/>
                        <a:gd name="connsiteY9" fmla="*/ 9912 h 10125"/>
                        <a:gd name="connsiteX10" fmla="*/ 3140 w 10040"/>
                        <a:gd name="connsiteY10" fmla="*/ 10019 h 10125"/>
                        <a:gd name="connsiteX11" fmla="*/ 2179 w 10040"/>
                        <a:gd name="connsiteY11" fmla="*/ 7895 h 10125"/>
                        <a:gd name="connsiteX12" fmla="*/ 1187 w 10040"/>
                        <a:gd name="connsiteY12" fmla="*/ 7495 h 10125"/>
                        <a:gd name="connsiteX13" fmla="*/ 4 w 10040"/>
                        <a:gd name="connsiteY13" fmla="*/ 4039 h 10125"/>
                        <a:gd name="connsiteX0" fmla="*/ 4 w 8600"/>
                        <a:gd name="connsiteY0" fmla="*/ 4042 h 10128"/>
                        <a:gd name="connsiteX1" fmla="*/ 715 w 8600"/>
                        <a:gd name="connsiteY1" fmla="*/ 1598 h 10128"/>
                        <a:gd name="connsiteX2" fmla="*/ 3130 w 8600"/>
                        <a:gd name="connsiteY2" fmla="*/ 1009 h 10128"/>
                        <a:gd name="connsiteX3" fmla="*/ 4995 w 8600"/>
                        <a:gd name="connsiteY3" fmla="*/ 3 h 10128"/>
                        <a:gd name="connsiteX4" fmla="*/ 6720 w 8600"/>
                        <a:gd name="connsiteY4" fmla="*/ 1012 h 10128"/>
                        <a:gd name="connsiteX5" fmla="*/ 8599 w 8600"/>
                        <a:gd name="connsiteY5" fmla="*/ 6800 h 10128"/>
                        <a:gd name="connsiteX6" fmla="*/ 6995 w 8600"/>
                        <a:gd name="connsiteY6" fmla="*/ 9325 h 10128"/>
                        <a:gd name="connsiteX7" fmla="*/ 5307 w 8600"/>
                        <a:gd name="connsiteY7" fmla="*/ 8846 h 10128"/>
                        <a:gd name="connsiteX8" fmla="*/ 4371 w 8600"/>
                        <a:gd name="connsiteY8" fmla="*/ 9915 h 10128"/>
                        <a:gd name="connsiteX9" fmla="*/ 3140 w 8600"/>
                        <a:gd name="connsiteY9" fmla="*/ 10022 h 10128"/>
                        <a:gd name="connsiteX10" fmla="*/ 2179 w 8600"/>
                        <a:gd name="connsiteY10" fmla="*/ 7898 h 10128"/>
                        <a:gd name="connsiteX11" fmla="*/ 1187 w 8600"/>
                        <a:gd name="connsiteY11" fmla="*/ 7498 h 10128"/>
                        <a:gd name="connsiteX12" fmla="*/ 4 w 8600"/>
                        <a:gd name="connsiteY12" fmla="*/ 4042 h 10128"/>
                        <a:gd name="connsiteX0" fmla="*/ 4 w 9326"/>
                        <a:gd name="connsiteY0" fmla="*/ 3988 h 9997"/>
                        <a:gd name="connsiteX1" fmla="*/ 830 w 9326"/>
                        <a:gd name="connsiteY1" fmla="*/ 1575 h 9997"/>
                        <a:gd name="connsiteX2" fmla="*/ 3639 w 9326"/>
                        <a:gd name="connsiteY2" fmla="*/ 993 h 9997"/>
                        <a:gd name="connsiteX3" fmla="*/ 5807 w 9326"/>
                        <a:gd name="connsiteY3" fmla="*/ 0 h 9997"/>
                        <a:gd name="connsiteX4" fmla="*/ 7813 w 9326"/>
                        <a:gd name="connsiteY4" fmla="*/ 996 h 9997"/>
                        <a:gd name="connsiteX5" fmla="*/ 9324 w 9326"/>
                        <a:gd name="connsiteY5" fmla="*/ 5746 h 9997"/>
                        <a:gd name="connsiteX6" fmla="*/ 8133 w 9326"/>
                        <a:gd name="connsiteY6" fmla="*/ 9204 h 9997"/>
                        <a:gd name="connsiteX7" fmla="*/ 6170 w 9326"/>
                        <a:gd name="connsiteY7" fmla="*/ 8731 h 9997"/>
                        <a:gd name="connsiteX8" fmla="*/ 5082 w 9326"/>
                        <a:gd name="connsiteY8" fmla="*/ 9787 h 9997"/>
                        <a:gd name="connsiteX9" fmla="*/ 3650 w 9326"/>
                        <a:gd name="connsiteY9" fmla="*/ 9892 h 9997"/>
                        <a:gd name="connsiteX10" fmla="*/ 2533 w 9326"/>
                        <a:gd name="connsiteY10" fmla="*/ 7795 h 9997"/>
                        <a:gd name="connsiteX11" fmla="*/ 1379 w 9326"/>
                        <a:gd name="connsiteY11" fmla="*/ 7400 h 9997"/>
                        <a:gd name="connsiteX12" fmla="*/ 4 w 9326"/>
                        <a:gd name="connsiteY12" fmla="*/ 3988 h 9997"/>
                        <a:gd name="connsiteX0" fmla="*/ 4 w 10001"/>
                        <a:gd name="connsiteY0" fmla="*/ 3989 h 10041"/>
                        <a:gd name="connsiteX1" fmla="*/ 890 w 10001"/>
                        <a:gd name="connsiteY1" fmla="*/ 1575 h 10041"/>
                        <a:gd name="connsiteX2" fmla="*/ 3902 w 10001"/>
                        <a:gd name="connsiteY2" fmla="*/ 993 h 10041"/>
                        <a:gd name="connsiteX3" fmla="*/ 6227 w 10001"/>
                        <a:gd name="connsiteY3" fmla="*/ 0 h 10041"/>
                        <a:gd name="connsiteX4" fmla="*/ 8378 w 10001"/>
                        <a:gd name="connsiteY4" fmla="*/ 996 h 10041"/>
                        <a:gd name="connsiteX5" fmla="*/ 9998 w 10001"/>
                        <a:gd name="connsiteY5" fmla="*/ 5748 h 10041"/>
                        <a:gd name="connsiteX6" fmla="*/ 8721 w 10001"/>
                        <a:gd name="connsiteY6" fmla="*/ 9207 h 10041"/>
                        <a:gd name="connsiteX7" fmla="*/ 5449 w 10001"/>
                        <a:gd name="connsiteY7" fmla="*/ 9790 h 10041"/>
                        <a:gd name="connsiteX8" fmla="*/ 3914 w 10001"/>
                        <a:gd name="connsiteY8" fmla="*/ 9895 h 10041"/>
                        <a:gd name="connsiteX9" fmla="*/ 2716 w 10001"/>
                        <a:gd name="connsiteY9" fmla="*/ 7797 h 10041"/>
                        <a:gd name="connsiteX10" fmla="*/ 1479 w 10001"/>
                        <a:gd name="connsiteY10" fmla="*/ 7402 h 10041"/>
                        <a:gd name="connsiteX11" fmla="*/ 4 w 10001"/>
                        <a:gd name="connsiteY11" fmla="*/ 3989 h 10041"/>
                        <a:gd name="connsiteX0" fmla="*/ 4 w 10001"/>
                        <a:gd name="connsiteY0" fmla="*/ 3989 h 14825"/>
                        <a:gd name="connsiteX1" fmla="*/ 890 w 10001"/>
                        <a:gd name="connsiteY1" fmla="*/ 1575 h 14825"/>
                        <a:gd name="connsiteX2" fmla="*/ 3902 w 10001"/>
                        <a:gd name="connsiteY2" fmla="*/ 993 h 14825"/>
                        <a:gd name="connsiteX3" fmla="*/ 6227 w 10001"/>
                        <a:gd name="connsiteY3" fmla="*/ 0 h 14825"/>
                        <a:gd name="connsiteX4" fmla="*/ 8378 w 10001"/>
                        <a:gd name="connsiteY4" fmla="*/ 996 h 14825"/>
                        <a:gd name="connsiteX5" fmla="*/ 9998 w 10001"/>
                        <a:gd name="connsiteY5" fmla="*/ 5748 h 14825"/>
                        <a:gd name="connsiteX6" fmla="*/ 8721 w 10001"/>
                        <a:gd name="connsiteY6" fmla="*/ 9207 h 14825"/>
                        <a:gd name="connsiteX7" fmla="*/ 6011 w 10001"/>
                        <a:gd name="connsiteY7" fmla="*/ 14823 h 14825"/>
                        <a:gd name="connsiteX8" fmla="*/ 3914 w 10001"/>
                        <a:gd name="connsiteY8" fmla="*/ 9895 h 14825"/>
                        <a:gd name="connsiteX9" fmla="*/ 2716 w 10001"/>
                        <a:gd name="connsiteY9" fmla="*/ 7797 h 14825"/>
                        <a:gd name="connsiteX10" fmla="*/ 1479 w 10001"/>
                        <a:gd name="connsiteY10" fmla="*/ 7402 h 14825"/>
                        <a:gd name="connsiteX11" fmla="*/ 4 w 10001"/>
                        <a:gd name="connsiteY11" fmla="*/ 3989 h 14825"/>
                        <a:gd name="connsiteX0" fmla="*/ 4 w 10001"/>
                        <a:gd name="connsiteY0" fmla="*/ 7436 h 18272"/>
                        <a:gd name="connsiteX1" fmla="*/ 890 w 10001"/>
                        <a:gd name="connsiteY1" fmla="*/ 5022 h 18272"/>
                        <a:gd name="connsiteX2" fmla="*/ 3902 w 10001"/>
                        <a:gd name="connsiteY2" fmla="*/ 4440 h 18272"/>
                        <a:gd name="connsiteX3" fmla="*/ 6026 w 10001"/>
                        <a:gd name="connsiteY3" fmla="*/ 0 h 18272"/>
                        <a:gd name="connsiteX4" fmla="*/ 8378 w 10001"/>
                        <a:gd name="connsiteY4" fmla="*/ 4443 h 18272"/>
                        <a:gd name="connsiteX5" fmla="*/ 9998 w 10001"/>
                        <a:gd name="connsiteY5" fmla="*/ 9195 h 18272"/>
                        <a:gd name="connsiteX6" fmla="*/ 8721 w 10001"/>
                        <a:gd name="connsiteY6" fmla="*/ 12654 h 18272"/>
                        <a:gd name="connsiteX7" fmla="*/ 6011 w 10001"/>
                        <a:gd name="connsiteY7" fmla="*/ 18270 h 18272"/>
                        <a:gd name="connsiteX8" fmla="*/ 3914 w 10001"/>
                        <a:gd name="connsiteY8" fmla="*/ 13342 h 18272"/>
                        <a:gd name="connsiteX9" fmla="*/ 2716 w 10001"/>
                        <a:gd name="connsiteY9" fmla="*/ 11244 h 18272"/>
                        <a:gd name="connsiteX10" fmla="*/ 1479 w 10001"/>
                        <a:gd name="connsiteY10" fmla="*/ 10849 h 18272"/>
                        <a:gd name="connsiteX11" fmla="*/ 4 w 10001"/>
                        <a:gd name="connsiteY11" fmla="*/ 7436 h 18272"/>
                        <a:gd name="connsiteX0" fmla="*/ 1 w 9998"/>
                        <a:gd name="connsiteY0" fmla="*/ 7436 h 18272"/>
                        <a:gd name="connsiteX1" fmla="*/ 3899 w 9998"/>
                        <a:gd name="connsiteY1" fmla="*/ 4440 h 18272"/>
                        <a:gd name="connsiteX2" fmla="*/ 6023 w 9998"/>
                        <a:gd name="connsiteY2" fmla="*/ 0 h 18272"/>
                        <a:gd name="connsiteX3" fmla="*/ 8375 w 9998"/>
                        <a:gd name="connsiteY3" fmla="*/ 4443 h 18272"/>
                        <a:gd name="connsiteX4" fmla="*/ 9995 w 9998"/>
                        <a:gd name="connsiteY4" fmla="*/ 9195 h 18272"/>
                        <a:gd name="connsiteX5" fmla="*/ 8718 w 9998"/>
                        <a:gd name="connsiteY5" fmla="*/ 12654 h 18272"/>
                        <a:gd name="connsiteX6" fmla="*/ 6008 w 9998"/>
                        <a:gd name="connsiteY6" fmla="*/ 18270 h 18272"/>
                        <a:gd name="connsiteX7" fmla="*/ 3911 w 9998"/>
                        <a:gd name="connsiteY7" fmla="*/ 13342 h 18272"/>
                        <a:gd name="connsiteX8" fmla="*/ 2713 w 9998"/>
                        <a:gd name="connsiteY8" fmla="*/ 11244 h 18272"/>
                        <a:gd name="connsiteX9" fmla="*/ 1476 w 9998"/>
                        <a:gd name="connsiteY9" fmla="*/ 10849 h 18272"/>
                        <a:gd name="connsiteX10" fmla="*/ 1 w 9998"/>
                        <a:gd name="connsiteY10" fmla="*/ 7436 h 18272"/>
                        <a:gd name="connsiteX0" fmla="*/ 35 w 8559"/>
                        <a:gd name="connsiteY0" fmla="*/ 5938 h 10000"/>
                        <a:gd name="connsiteX1" fmla="*/ 2459 w 8559"/>
                        <a:gd name="connsiteY1" fmla="*/ 2430 h 10000"/>
                        <a:gd name="connsiteX2" fmla="*/ 4583 w 8559"/>
                        <a:gd name="connsiteY2" fmla="*/ 0 h 10000"/>
                        <a:gd name="connsiteX3" fmla="*/ 6936 w 8559"/>
                        <a:gd name="connsiteY3" fmla="*/ 2432 h 10000"/>
                        <a:gd name="connsiteX4" fmla="*/ 8556 w 8559"/>
                        <a:gd name="connsiteY4" fmla="*/ 5032 h 10000"/>
                        <a:gd name="connsiteX5" fmla="*/ 7279 w 8559"/>
                        <a:gd name="connsiteY5" fmla="*/ 6925 h 10000"/>
                        <a:gd name="connsiteX6" fmla="*/ 4568 w 8559"/>
                        <a:gd name="connsiteY6" fmla="*/ 9999 h 10000"/>
                        <a:gd name="connsiteX7" fmla="*/ 2471 w 8559"/>
                        <a:gd name="connsiteY7" fmla="*/ 7302 h 10000"/>
                        <a:gd name="connsiteX8" fmla="*/ 1273 w 8559"/>
                        <a:gd name="connsiteY8" fmla="*/ 6154 h 10000"/>
                        <a:gd name="connsiteX9" fmla="*/ 35 w 8559"/>
                        <a:gd name="connsiteY9" fmla="*/ 5938 h 10000"/>
                        <a:gd name="connsiteX0" fmla="*/ 49 w 9820"/>
                        <a:gd name="connsiteY0" fmla="*/ 4655 h 10000"/>
                        <a:gd name="connsiteX1" fmla="*/ 2693 w 9820"/>
                        <a:gd name="connsiteY1" fmla="*/ 2430 h 10000"/>
                        <a:gd name="connsiteX2" fmla="*/ 5175 w 9820"/>
                        <a:gd name="connsiteY2" fmla="*/ 0 h 10000"/>
                        <a:gd name="connsiteX3" fmla="*/ 7924 w 9820"/>
                        <a:gd name="connsiteY3" fmla="*/ 2432 h 10000"/>
                        <a:gd name="connsiteX4" fmla="*/ 9816 w 9820"/>
                        <a:gd name="connsiteY4" fmla="*/ 5032 h 10000"/>
                        <a:gd name="connsiteX5" fmla="*/ 8324 w 9820"/>
                        <a:gd name="connsiteY5" fmla="*/ 6925 h 10000"/>
                        <a:gd name="connsiteX6" fmla="*/ 5157 w 9820"/>
                        <a:gd name="connsiteY6" fmla="*/ 9999 h 10000"/>
                        <a:gd name="connsiteX7" fmla="*/ 2707 w 9820"/>
                        <a:gd name="connsiteY7" fmla="*/ 7302 h 10000"/>
                        <a:gd name="connsiteX8" fmla="*/ 1307 w 9820"/>
                        <a:gd name="connsiteY8" fmla="*/ 6154 h 10000"/>
                        <a:gd name="connsiteX9" fmla="*/ 49 w 9820"/>
                        <a:gd name="connsiteY9" fmla="*/ 4655 h 10000"/>
                        <a:gd name="connsiteX0" fmla="*/ 45 w 9995"/>
                        <a:gd name="connsiteY0" fmla="*/ 4655 h 10000"/>
                        <a:gd name="connsiteX1" fmla="*/ 2737 w 9995"/>
                        <a:gd name="connsiteY1" fmla="*/ 2430 h 10000"/>
                        <a:gd name="connsiteX2" fmla="*/ 5265 w 9995"/>
                        <a:gd name="connsiteY2" fmla="*/ 0 h 10000"/>
                        <a:gd name="connsiteX3" fmla="*/ 8064 w 9995"/>
                        <a:gd name="connsiteY3" fmla="*/ 2432 h 10000"/>
                        <a:gd name="connsiteX4" fmla="*/ 9991 w 9995"/>
                        <a:gd name="connsiteY4" fmla="*/ 5032 h 10000"/>
                        <a:gd name="connsiteX5" fmla="*/ 8472 w 9995"/>
                        <a:gd name="connsiteY5" fmla="*/ 6925 h 10000"/>
                        <a:gd name="connsiteX6" fmla="*/ 5247 w 9995"/>
                        <a:gd name="connsiteY6" fmla="*/ 9999 h 10000"/>
                        <a:gd name="connsiteX7" fmla="*/ 2752 w 9995"/>
                        <a:gd name="connsiteY7" fmla="*/ 7302 h 10000"/>
                        <a:gd name="connsiteX8" fmla="*/ 1374 w 9995"/>
                        <a:gd name="connsiteY8" fmla="*/ 6984 h 10000"/>
                        <a:gd name="connsiteX9" fmla="*/ 45 w 9995"/>
                        <a:gd name="connsiteY9" fmla="*/ 4655 h 10000"/>
                        <a:gd name="connsiteX0" fmla="*/ 45 w 10000"/>
                        <a:gd name="connsiteY0" fmla="*/ 5032 h 10377"/>
                        <a:gd name="connsiteX1" fmla="*/ 2738 w 10000"/>
                        <a:gd name="connsiteY1" fmla="*/ 2807 h 10377"/>
                        <a:gd name="connsiteX2" fmla="*/ 4886 w 10000"/>
                        <a:gd name="connsiteY2" fmla="*/ 0 h 10377"/>
                        <a:gd name="connsiteX3" fmla="*/ 8068 w 10000"/>
                        <a:gd name="connsiteY3" fmla="*/ 2809 h 10377"/>
                        <a:gd name="connsiteX4" fmla="*/ 9996 w 10000"/>
                        <a:gd name="connsiteY4" fmla="*/ 5409 h 10377"/>
                        <a:gd name="connsiteX5" fmla="*/ 8476 w 10000"/>
                        <a:gd name="connsiteY5" fmla="*/ 7302 h 10377"/>
                        <a:gd name="connsiteX6" fmla="*/ 5250 w 10000"/>
                        <a:gd name="connsiteY6" fmla="*/ 10376 h 10377"/>
                        <a:gd name="connsiteX7" fmla="*/ 2753 w 10000"/>
                        <a:gd name="connsiteY7" fmla="*/ 7679 h 10377"/>
                        <a:gd name="connsiteX8" fmla="*/ 1375 w 10000"/>
                        <a:gd name="connsiteY8" fmla="*/ 7361 h 10377"/>
                        <a:gd name="connsiteX9" fmla="*/ 45 w 10000"/>
                        <a:gd name="connsiteY9" fmla="*/ 5032 h 10377"/>
                        <a:gd name="connsiteX0" fmla="*/ 45 w 10000"/>
                        <a:gd name="connsiteY0" fmla="*/ 5036 h 10381"/>
                        <a:gd name="connsiteX1" fmla="*/ 2738 w 10000"/>
                        <a:gd name="connsiteY1" fmla="*/ 2811 h 10381"/>
                        <a:gd name="connsiteX2" fmla="*/ 4886 w 10000"/>
                        <a:gd name="connsiteY2" fmla="*/ 4 h 10381"/>
                        <a:gd name="connsiteX3" fmla="*/ 8068 w 10000"/>
                        <a:gd name="connsiteY3" fmla="*/ 2813 h 10381"/>
                        <a:gd name="connsiteX4" fmla="*/ 9996 w 10000"/>
                        <a:gd name="connsiteY4" fmla="*/ 5413 h 10381"/>
                        <a:gd name="connsiteX5" fmla="*/ 8476 w 10000"/>
                        <a:gd name="connsiteY5" fmla="*/ 7306 h 10381"/>
                        <a:gd name="connsiteX6" fmla="*/ 5250 w 10000"/>
                        <a:gd name="connsiteY6" fmla="*/ 10380 h 10381"/>
                        <a:gd name="connsiteX7" fmla="*/ 2753 w 10000"/>
                        <a:gd name="connsiteY7" fmla="*/ 7683 h 10381"/>
                        <a:gd name="connsiteX8" fmla="*/ 1375 w 10000"/>
                        <a:gd name="connsiteY8" fmla="*/ 7365 h 10381"/>
                        <a:gd name="connsiteX9" fmla="*/ 45 w 10000"/>
                        <a:gd name="connsiteY9" fmla="*/ 5036 h 10381"/>
                        <a:gd name="connsiteX0" fmla="*/ 45 w 10000"/>
                        <a:gd name="connsiteY0" fmla="*/ 5036 h 10796"/>
                        <a:gd name="connsiteX1" fmla="*/ 2738 w 10000"/>
                        <a:gd name="connsiteY1" fmla="*/ 2811 h 10796"/>
                        <a:gd name="connsiteX2" fmla="*/ 4886 w 10000"/>
                        <a:gd name="connsiteY2" fmla="*/ 4 h 10796"/>
                        <a:gd name="connsiteX3" fmla="*/ 8068 w 10000"/>
                        <a:gd name="connsiteY3" fmla="*/ 2813 h 10796"/>
                        <a:gd name="connsiteX4" fmla="*/ 9996 w 10000"/>
                        <a:gd name="connsiteY4" fmla="*/ 5413 h 10796"/>
                        <a:gd name="connsiteX5" fmla="*/ 8476 w 10000"/>
                        <a:gd name="connsiteY5" fmla="*/ 7306 h 10796"/>
                        <a:gd name="connsiteX6" fmla="*/ 5202 w 10000"/>
                        <a:gd name="connsiteY6" fmla="*/ 10795 h 10796"/>
                        <a:gd name="connsiteX7" fmla="*/ 2753 w 10000"/>
                        <a:gd name="connsiteY7" fmla="*/ 7683 h 10796"/>
                        <a:gd name="connsiteX8" fmla="*/ 1375 w 10000"/>
                        <a:gd name="connsiteY8" fmla="*/ 7365 h 10796"/>
                        <a:gd name="connsiteX9" fmla="*/ 45 w 10000"/>
                        <a:gd name="connsiteY9" fmla="*/ 5036 h 10796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000" h="10795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grpSp>
                  <p:nvGrpSpPr>
                    <p:cNvPr id="867" name="Group 866">
                      <a:extLst>
                        <a:ext uri="{FF2B5EF4-FFF2-40B4-BE49-F238E27FC236}">
                          <a16:creationId xmlns:a16="http://schemas.microsoft.com/office/drawing/2014/main" id="{6C152276-B4D4-DD40-9914-32913FAF749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868" name="Group 867">
                        <a:extLst>
                          <a:ext uri="{FF2B5EF4-FFF2-40B4-BE49-F238E27FC236}">
                            <a16:creationId xmlns:a16="http://schemas.microsoft.com/office/drawing/2014/main" id="{984DD8A4-E214-7F4B-90A9-8295BFEB5C2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914" name="Group 327">
                          <a:extLst>
                            <a:ext uri="{FF2B5EF4-FFF2-40B4-BE49-F238E27FC236}">
                              <a16:creationId xmlns:a16="http://schemas.microsoft.com/office/drawing/2014/main" id="{16416F8E-73DA-7E44-A2E1-11F9A389B401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918" name="Oval 917">
                            <a:extLst>
                              <a:ext uri="{FF2B5EF4-FFF2-40B4-BE49-F238E27FC236}">
                                <a16:creationId xmlns:a16="http://schemas.microsoft.com/office/drawing/2014/main" id="{45F6DB6D-85EE-CF48-AC13-61C36E83062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19" name="Rectangle 918">
                            <a:extLst>
                              <a:ext uri="{FF2B5EF4-FFF2-40B4-BE49-F238E27FC236}">
                                <a16:creationId xmlns:a16="http://schemas.microsoft.com/office/drawing/2014/main" id="{3A14DF77-624B-E44E-87A5-E8B586AC488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20" name="Oval 919">
                            <a:extLst>
                              <a:ext uri="{FF2B5EF4-FFF2-40B4-BE49-F238E27FC236}">
                                <a16:creationId xmlns:a16="http://schemas.microsoft.com/office/drawing/2014/main" id="{C264CA65-7553-FD42-9C26-EB736D772FB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21" name="Freeform 920">
                            <a:extLst>
                              <a:ext uri="{FF2B5EF4-FFF2-40B4-BE49-F238E27FC236}">
                                <a16:creationId xmlns:a16="http://schemas.microsoft.com/office/drawing/2014/main" id="{9D17FB0D-D5F8-D24E-A415-30E6C2573D3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22" name="Freeform 921">
                            <a:extLst>
                              <a:ext uri="{FF2B5EF4-FFF2-40B4-BE49-F238E27FC236}">
                                <a16:creationId xmlns:a16="http://schemas.microsoft.com/office/drawing/2014/main" id="{F9A51000-975B-EB40-8B99-2B6B64AC243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23" name="Freeform 922">
                            <a:extLst>
                              <a:ext uri="{FF2B5EF4-FFF2-40B4-BE49-F238E27FC236}">
                                <a16:creationId xmlns:a16="http://schemas.microsoft.com/office/drawing/2014/main" id="{CBF9A2EE-5BAF-6347-8868-546C1DA662E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24" name="Freeform 923">
                            <a:extLst>
                              <a:ext uri="{FF2B5EF4-FFF2-40B4-BE49-F238E27FC236}">
                                <a16:creationId xmlns:a16="http://schemas.microsoft.com/office/drawing/2014/main" id="{66A8568D-930B-A144-96E9-3A6098D4666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925" name="Straight Connector 924">
                            <a:extLst>
                              <a:ext uri="{FF2B5EF4-FFF2-40B4-BE49-F238E27FC236}">
                                <a16:creationId xmlns:a16="http://schemas.microsoft.com/office/drawing/2014/main" id="{B45965DA-8119-F346-B78B-95D8507549C3}"/>
                              </a:ext>
                            </a:extLst>
                          </p:cNvPr>
                          <p:cNvCxnSpPr>
                            <a:endCxn id="920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926" name="Straight Connector 925">
                            <a:extLst>
                              <a:ext uri="{FF2B5EF4-FFF2-40B4-BE49-F238E27FC236}">
                                <a16:creationId xmlns:a16="http://schemas.microsoft.com/office/drawing/2014/main" id="{358648E1-B6D7-BB4E-B30C-0ABC3A20459F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915" name="Group 914">
                          <a:extLst>
                            <a:ext uri="{FF2B5EF4-FFF2-40B4-BE49-F238E27FC236}">
                              <a16:creationId xmlns:a16="http://schemas.microsoft.com/office/drawing/2014/main" id="{6E3FD144-ACD9-8B46-8DFA-31013DF1021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916" name="Oval 915">
                            <a:extLst>
                              <a:ext uri="{FF2B5EF4-FFF2-40B4-BE49-F238E27FC236}">
                                <a16:creationId xmlns:a16="http://schemas.microsoft.com/office/drawing/2014/main" id="{521E7560-3C19-5445-8F40-2B5FD84E923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17" name="TextBox 916">
                            <a:extLst>
                              <a:ext uri="{FF2B5EF4-FFF2-40B4-BE49-F238E27FC236}">
                                <a16:creationId xmlns:a16="http://schemas.microsoft.com/office/drawing/2014/main" id="{6CC18FED-8C8E-6746-82C1-76A1B1E31A06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2b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869" name="Group 868">
                        <a:extLst>
                          <a:ext uri="{FF2B5EF4-FFF2-40B4-BE49-F238E27FC236}">
                            <a16:creationId xmlns:a16="http://schemas.microsoft.com/office/drawing/2014/main" id="{24CDA961-8A3C-1A4A-87FF-9ED829FB0BB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901" name="Group 327">
                          <a:extLst>
                            <a:ext uri="{FF2B5EF4-FFF2-40B4-BE49-F238E27FC236}">
                              <a16:creationId xmlns:a16="http://schemas.microsoft.com/office/drawing/2014/main" id="{FBB55B34-4F76-4F45-A2E1-FE6143EE8638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905" name="Oval 904">
                            <a:extLst>
                              <a:ext uri="{FF2B5EF4-FFF2-40B4-BE49-F238E27FC236}">
                                <a16:creationId xmlns:a16="http://schemas.microsoft.com/office/drawing/2014/main" id="{9C6C507D-6C63-294A-B3E6-403FABD134B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06" name="Rectangle 905">
                            <a:extLst>
                              <a:ext uri="{FF2B5EF4-FFF2-40B4-BE49-F238E27FC236}">
                                <a16:creationId xmlns:a16="http://schemas.microsoft.com/office/drawing/2014/main" id="{9E22BB70-F61E-D04A-A519-1D0AF342067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07" name="Oval 906">
                            <a:extLst>
                              <a:ext uri="{FF2B5EF4-FFF2-40B4-BE49-F238E27FC236}">
                                <a16:creationId xmlns:a16="http://schemas.microsoft.com/office/drawing/2014/main" id="{D1104472-DC58-0E48-A05B-CA908F609B9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08" name="Freeform 907">
                            <a:extLst>
                              <a:ext uri="{FF2B5EF4-FFF2-40B4-BE49-F238E27FC236}">
                                <a16:creationId xmlns:a16="http://schemas.microsoft.com/office/drawing/2014/main" id="{DEA263ED-CEC5-DA4F-B4B0-51403C49CE0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09" name="Freeform 908">
                            <a:extLst>
                              <a:ext uri="{FF2B5EF4-FFF2-40B4-BE49-F238E27FC236}">
                                <a16:creationId xmlns:a16="http://schemas.microsoft.com/office/drawing/2014/main" id="{397C235E-CDFA-4049-BB15-744CA4F7611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10" name="Freeform 909">
                            <a:extLst>
                              <a:ext uri="{FF2B5EF4-FFF2-40B4-BE49-F238E27FC236}">
                                <a16:creationId xmlns:a16="http://schemas.microsoft.com/office/drawing/2014/main" id="{FCD39440-5B9B-7746-A7C3-024B9988D5C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11" name="Freeform 910">
                            <a:extLst>
                              <a:ext uri="{FF2B5EF4-FFF2-40B4-BE49-F238E27FC236}">
                                <a16:creationId xmlns:a16="http://schemas.microsoft.com/office/drawing/2014/main" id="{6BC1008D-C639-2946-B788-616DC1D442E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912" name="Straight Connector 911">
                            <a:extLst>
                              <a:ext uri="{FF2B5EF4-FFF2-40B4-BE49-F238E27FC236}">
                                <a16:creationId xmlns:a16="http://schemas.microsoft.com/office/drawing/2014/main" id="{52AF9C52-A2A0-DB45-B6D1-87BCCD857535}"/>
                              </a:ext>
                            </a:extLst>
                          </p:cNvPr>
                          <p:cNvCxnSpPr>
                            <a:endCxn id="907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913" name="Straight Connector 912">
                            <a:extLst>
                              <a:ext uri="{FF2B5EF4-FFF2-40B4-BE49-F238E27FC236}">
                                <a16:creationId xmlns:a16="http://schemas.microsoft.com/office/drawing/2014/main" id="{3045BEB5-088F-4041-BC9C-FC9418665394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902" name="Group 901">
                          <a:extLst>
                            <a:ext uri="{FF2B5EF4-FFF2-40B4-BE49-F238E27FC236}">
                              <a16:creationId xmlns:a16="http://schemas.microsoft.com/office/drawing/2014/main" id="{2A51E43C-BAA7-0042-8AAA-798AC744927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903" name="Oval 902">
                            <a:extLst>
                              <a:ext uri="{FF2B5EF4-FFF2-40B4-BE49-F238E27FC236}">
                                <a16:creationId xmlns:a16="http://schemas.microsoft.com/office/drawing/2014/main" id="{50FB2868-EF79-8146-9629-D6ED30AF39B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04" name="TextBox 903">
                            <a:extLst>
                              <a:ext uri="{FF2B5EF4-FFF2-40B4-BE49-F238E27FC236}">
                                <a16:creationId xmlns:a16="http://schemas.microsoft.com/office/drawing/2014/main" id="{BF56E4DD-3E9B-734D-A27A-A1D220E3D2EA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2d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870" name="Group 869">
                        <a:extLst>
                          <a:ext uri="{FF2B5EF4-FFF2-40B4-BE49-F238E27FC236}">
                            <a16:creationId xmlns:a16="http://schemas.microsoft.com/office/drawing/2014/main" id="{D438F4A2-E4FF-7F41-B86F-D77DCC378D3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888" name="Group 327">
                          <a:extLst>
                            <a:ext uri="{FF2B5EF4-FFF2-40B4-BE49-F238E27FC236}">
                              <a16:creationId xmlns:a16="http://schemas.microsoft.com/office/drawing/2014/main" id="{8C7E775C-1367-9049-B5AD-A39C7DC7FCC5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92" name="Oval 891">
                            <a:extLst>
                              <a:ext uri="{FF2B5EF4-FFF2-40B4-BE49-F238E27FC236}">
                                <a16:creationId xmlns:a16="http://schemas.microsoft.com/office/drawing/2014/main" id="{0599E5C5-DAA9-0242-9F3C-91363C5B82B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93" name="Rectangle 892">
                            <a:extLst>
                              <a:ext uri="{FF2B5EF4-FFF2-40B4-BE49-F238E27FC236}">
                                <a16:creationId xmlns:a16="http://schemas.microsoft.com/office/drawing/2014/main" id="{97711880-E256-7746-83DE-1059E47DA5F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94" name="Oval 893">
                            <a:extLst>
                              <a:ext uri="{FF2B5EF4-FFF2-40B4-BE49-F238E27FC236}">
                                <a16:creationId xmlns:a16="http://schemas.microsoft.com/office/drawing/2014/main" id="{0F65D2F0-AA32-2143-A1DA-1FB3459451D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95" name="Freeform 894">
                            <a:extLst>
                              <a:ext uri="{FF2B5EF4-FFF2-40B4-BE49-F238E27FC236}">
                                <a16:creationId xmlns:a16="http://schemas.microsoft.com/office/drawing/2014/main" id="{7F060615-5429-5F4F-8931-4F3531FAC56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96" name="Freeform 895">
                            <a:extLst>
                              <a:ext uri="{FF2B5EF4-FFF2-40B4-BE49-F238E27FC236}">
                                <a16:creationId xmlns:a16="http://schemas.microsoft.com/office/drawing/2014/main" id="{0227F0D2-46F1-DD48-99E9-CCE7B0B163B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97" name="Freeform 896">
                            <a:extLst>
                              <a:ext uri="{FF2B5EF4-FFF2-40B4-BE49-F238E27FC236}">
                                <a16:creationId xmlns:a16="http://schemas.microsoft.com/office/drawing/2014/main" id="{B2AE2C46-5E54-B949-B61D-DDDAF1F92C3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98" name="Freeform 897">
                            <a:extLst>
                              <a:ext uri="{FF2B5EF4-FFF2-40B4-BE49-F238E27FC236}">
                                <a16:creationId xmlns:a16="http://schemas.microsoft.com/office/drawing/2014/main" id="{E62940AD-612B-3640-8ED1-AFA8A7AEC6A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899" name="Straight Connector 898">
                            <a:extLst>
                              <a:ext uri="{FF2B5EF4-FFF2-40B4-BE49-F238E27FC236}">
                                <a16:creationId xmlns:a16="http://schemas.microsoft.com/office/drawing/2014/main" id="{C783DA74-AC98-084E-8C9B-9A40409A8290}"/>
                              </a:ext>
                            </a:extLst>
                          </p:cNvPr>
                          <p:cNvCxnSpPr>
                            <a:endCxn id="894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900" name="Straight Connector 899">
                            <a:extLst>
                              <a:ext uri="{FF2B5EF4-FFF2-40B4-BE49-F238E27FC236}">
                                <a16:creationId xmlns:a16="http://schemas.microsoft.com/office/drawing/2014/main" id="{FCA5460F-9A86-9E48-A6D1-6448FEB282CB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89" name="Group 888">
                          <a:extLst>
                            <a:ext uri="{FF2B5EF4-FFF2-40B4-BE49-F238E27FC236}">
                              <a16:creationId xmlns:a16="http://schemas.microsoft.com/office/drawing/2014/main" id="{418A8BBE-82F4-0447-8BAD-72DBA791E42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890" name="Oval 889">
                            <a:extLst>
                              <a:ext uri="{FF2B5EF4-FFF2-40B4-BE49-F238E27FC236}">
                                <a16:creationId xmlns:a16="http://schemas.microsoft.com/office/drawing/2014/main" id="{68C1CC24-1322-304B-AA91-1A45B88054C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91" name="TextBox 890">
                            <a:extLst>
                              <a:ext uri="{FF2B5EF4-FFF2-40B4-BE49-F238E27FC236}">
                                <a16:creationId xmlns:a16="http://schemas.microsoft.com/office/drawing/2014/main" id="{3736B38C-24F8-7F45-A7AB-38AF3A9B596A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2c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871" name="Group 870">
                        <a:extLst>
                          <a:ext uri="{FF2B5EF4-FFF2-40B4-BE49-F238E27FC236}">
                            <a16:creationId xmlns:a16="http://schemas.microsoft.com/office/drawing/2014/main" id="{2C74275F-BBFE-6447-843A-7EC70E8CD1D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875" name="Group 327">
                          <a:extLst>
                            <a:ext uri="{FF2B5EF4-FFF2-40B4-BE49-F238E27FC236}">
                              <a16:creationId xmlns:a16="http://schemas.microsoft.com/office/drawing/2014/main" id="{D0AE3EC0-5AED-5C42-A3E9-2B6A4F31A3D5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79" name="Oval 878">
                            <a:extLst>
                              <a:ext uri="{FF2B5EF4-FFF2-40B4-BE49-F238E27FC236}">
                                <a16:creationId xmlns:a16="http://schemas.microsoft.com/office/drawing/2014/main" id="{6A1C7C0B-D9BE-5B47-BAEA-4ECE7B46032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80" name="Rectangle 879">
                            <a:extLst>
                              <a:ext uri="{FF2B5EF4-FFF2-40B4-BE49-F238E27FC236}">
                                <a16:creationId xmlns:a16="http://schemas.microsoft.com/office/drawing/2014/main" id="{FC785F69-7AC5-DD41-9551-7E83D1AEAC3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81" name="Oval 880">
                            <a:extLst>
                              <a:ext uri="{FF2B5EF4-FFF2-40B4-BE49-F238E27FC236}">
                                <a16:creationId xmlns:a16="http://schemas.microsoft.com/office/drawing/2014/main" id="{B93AB64D-3B6F-C24C-83B6-D356C7CDB59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82" name="Freeform 881">
                            <a:extLst>
                              <a:ext uri="{FF2B5EF4-FFF2-40B4-BE49-F238E27FC236}">
                                <a16:creationId xmlns:a16="http://schemas.microsoft.com/office/drawing/2014/main" id="{41809955-8183-3142-B344-7571F9E26B2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83" name="Freeform 882">
                            <a:extLst>
                              <a:ext uri="{FF2B5EF4-FFF2-40B4-BE49-F238E27FC236}">
                                <a16:creationId xmlns:a16="http://schemas.microsoft.com/office/drawing/2014/main" id="{C8469625-6E06-9845-8260-D6163EBF6C6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84" name="Freeform 883">
                            <a:extLst>
                              <a:ext uri="{FF2B5EF4-FFF2-40B4-BE49-F238E27FC236}">
                                <a16:creationId xmlns:a16="http://schemas.microsoft.com/office/drawing/2014/main" id="{136A834D-35D4-0D44-942B-5144B62D80A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85" name="Freeform 884">
                            <a:extLst>
                              <a:ext uri="{FF2B5EF4-FFF2-40B4-BE49-F238E27FC236}">
                                <a16:creationId xmlns:a16="http://schemas.microsoft.com/office/drawing/2014/main" id="{B9D90F43-3AD5-FF4B-BA60-21F0FEAC369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886" name="Straight Connector 885">
                            <a:extLst>
                              <a:ext uri="{FF2B5EF4-FFF2-40B4-BE49-F238E27FC236}">
                                <a16:creationId xmlns:a16="http://schemas.microsoft.com/office/drawing/2014/main" id="{7F23707A-76AD-2347-B654-9F3BCB3429D2}"/>
                              </a:ext>
                            </a:extLst>
                          </p:cNvPr>
                          <p:cNvCxnSpPr>
                            <a:endCxn id="881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887" name="Straight Connector 886">
                            <a:extLst>
                              <a:ext uri="{FF2B5EF4-FFF2-40B4-BE49-F238E27FC236}">
                                <a16:creationId xmlns:a16="http://schemas.microsoft.com/office/drawing/2014/main" id="{9F19899B-1A48-7049-8FFC-A709621ECD1E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76" name="Group 875">
                          <a:extLst>
                            <a:ext uri="{FF2B5EF4-FFF2-40B4-BE49-F238E27FC236}">
                              <a16:creationId xmlns:a16="http://schemas.microsoft.com/office/drawing/2014/main" id="{7BBC5130-A420-2445-99B2-7B8D78F70D8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877" name="Oval 876">
                            <a:extLst>
                              <a:ext uri="{FF2B5EF4-FFF2-40B4-BE49-F238E27FC236}">
                                <a16:creationId xmlns:a16="http://schemas.microsoft.com/office/drawing/2014/main" id="{4A4979ED-9DB5-5B43-B1BD-990D4B3E3B8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78" name="TextBox 877">
                            <a:extLst>
                              <a:ext uri="{FF2B5EF4-FFF2-40B4-BE49-F238E27FC236}">
                                <a16:creationId xmlns:a16="http://schemas.microsoft.com/office/drawing/2014/main" id="{C37287CE-B17F-944D-9D74-B45F5DB31878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2a</a:t>
                            </a:r>
                          </a:p>
                        </p:txBody>
                      </p:sp>
                    </p:grpSp>
                  </p:grpSp>
                  <p:cxnSp>
                    <p:nvCxnSpPr>
                      <p:cNvPr id="872" name="Straight Connector 871">
                        <a:extLst>
                          <a:ext uri="{FF2B5EF4-FFF2-40B4-BE49-F238E27FC236}">
                            <a16:creationId xmlns:a16="http://schemas.microsoft.com/office/drawing/2014/main" id="{53A5BF8E-8026-7544-B095-2B0810EC45C7}"/>
                          </a:ext>
                        </a:extLst>
                      </p:cNvPr>
                      <p:cNvCxnSpPr>
                        <a:stCxn id="918" idx="7"/>
                      </p:cNvCxnSpPr>
                      <p:nvPr/>
                    </p:nvCxnSpPr>
                    <p:spPr bwMode="auto">
                      <a:xfrm>
                        <a:off x="2218708" y="3154477"/>
                        <a:ext cx="480042" cy="36977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873" name="Straight Connector 872">
                        <a:extLst>
                          <a:ext uri="{FF2B5EF4-FFF2-40B4-BE49-F238E27FC236}">
                            <a16:creationId xmlns:a16="http://schemas.microsoft.com/office/drawing/2014/main" id="{ACB55289-44C7-324C-BFC9-1ED03EFCF8F9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300073" y="3786304"/>
                        <a:ext cx="477927" cy="357071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874" name="Straight Connector 873">
                        <a:extLst>
                          <a:ext uri="{FF2B5EF4-FFF2-40B4-BE49-F238E27FC236}">
                            <a16:creationId xmlns:a16="http://schemas.microsoft.com/office/drawing/2014/main" id="{1EC0EB31-5ADC-0C48-AFEC-E9E36690E86E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2196042" y="3783542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</p:grpSp>
              <p:sp>
                <p:nvSpPr>
                  <p:cNvPr id="865" name="TextBox 864">
                    <a:extLst>
                      <a:ext uri="{FF2B5EF4-FFF2-40B4-BE49-F238E27FC236}">
                        <a16:creationId xmlns:a16="http://schemas.microsoft.com/office/drawing/2014/main" id="{7C5DA395-36E1-DD47-882C-C99275A9433C}"/>
                      </a:ext>
                    </a:extLst>
                  </p:cNvPr>
                  <p:cNvSpPr txBox="1"/>
                  <p:nvPr/>
                </p:nvSpPr>
                <p:spPr>
                  <a:xfrm>
                    <a:off x="4833576" y="4910165"/>
                    <a:ext cx="753532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2000" dirty="0">
                        <a:solidFill>
                          <a:srgbClr val="000090"/>
                        </a:solidFill>
                        <a:latin typeface="Arial" charset="0"/>
                        <a:ea typeface="ＭＳ Ｐゴシック" charset="0"/>
                      </a:rPr>
                      <a:t>AS 2</a:t>
                    </a:r>
                  </a:p>
                </p:txBody>
              </p:sp>
            </p:grpSp>
            <p:grpSp>
              <p:nvGrpSpPr>
                <p:cNvPr id="731" name="Group 730">
                  <a:extLst>
                    <a:ext uri="{FF2B5EF4-FFF2-40B4-BE49-F238E27FC236}">
                      <a16:creationId xmlns:a16="http://schemas.microsoft.com/office/drawing/2014/main" id="{0C916CC7-B4E3-6E47-B4D4-FF966179F5F8}"/>
                    </a:ext>
                  </a:extLst>
                </p:cNvPr>
                <p:cNvGrpSpPr/>
                <p:nvPr/>
              </p:nvGrpSpPr>
              <p:grpSpPr>
                <a:xfrm>
                  <a:off x="8100574" y="3694542"/>
                  <a:ext cx="2575521" cy="1672516"/>
                  <a:chOff x="8100574" y="3694542"/>
                  <a:chExt cx="2575521" cy="1672516"/>
                </a:xfrm>
              </p:grpSpPr>
              <p:sp>
                <p:nvSpPr>
                  <p:cNvPr id="799" name="Freeform 2">
                    <a:extLst>
                      <a:ext uri="{FF2B5EF4-FFF2-40B4-BE49-F238E27FC236}">
                        <a16:creationId xmlns:a16="http://schemas.microsoft.com/office/drawing/2014/main" id="{C9F1C8EF-9CA0-DF4E-BF7B-98289E3B0EA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100574" y="3694542"/>
                    <a:ext cx="2575521" cy="1672516"/>
                  </a:xfrm>
                  <a:custGeom>
                    <a:avLst/>
                    <a:gdLst>
                      <a:gd name="T0" fmla="*/ 648763 w 10001"/>
                      <a:gd name="T1" fmla="*/ 34777612 h 10125"/>
                      <a:gd name="T2" fmla="*/ 115976403 w 10001"/>
                      <a:gd name="T3" fmla="*/ 13733703 h 10125"/>
                      <a:gd name="T4" fmla="*/ 507700960 w 10001"/>
                      <a:gd name="T5" fmla="*/ 8662125 h 10125"/>
                      <a:gd name="T6" fmla="*/ 810212713 w 10001"/>
                      <a:gd name="T7" fmla="*/ 0 h 10125"/>
                      <a:gd name="T8" fmla="*/ 1090015738 w 10001"/>
                      <a:gd name="T9" fmla="*/ 8687929 h 10125"/>
                      <a:gd name="T10" fmla="*/ 1310938763 w 10001"/>
                      <a:gd name="T11" fmla="*/ 4279362 h 10125"/>
                      <a:gd name="T12" fmla="*/ 1620263134 w 10001"/>
                      <a:gd name="T13" fmla="*/ 25736690 h 10125"/>
                      <a:gd name="T14" fmla="*/ 1394798364 w 10001"/>
                      <a:gd name="T15" fmla="*/ 58525268 h 10125"/>
                      <a:gd name="T16" fmla="*/ 1134622140 w 10001"/>
                      <a:gd name="T17" fmla="*/ 80266624 h 10125"/>
                      <a:gd name="T18" fmla="*/ 860820276 w 10001"/>
                      <a:gd name="T19" fmla="*/ 76142271 h 10125"/>
                      <a:gd name="T20" fmla="*/ 708996782 w 10001"/>
                      <a:gd name="T21" fmla="*/ 85346835 h 10125"/>
                      <a:gd name="T22" fmla="*/ 509322667 w 10001"/>
                      <a:gd name="T23" fmla="*/ 86268164 h 10125"/>
                      <a:gd name="T24" fmla="*/ 353443899 w 10001"/>
                      <a:gd name="T25" fmla="*/ 67979516 h 10125"/>
                      <a:gd name="T26" fmla="*/ 192536914 w 10001"/>
                      <a:gd name="T27" fmla="*/ 64535347 h 10125"/>
                      <a:gd name="T28" fmla="*/ 648763 w 10001"/>
                      <a:gd name="T29" fmla="*/ 34777612 h 1012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connsiteX0" fmla="*/ 4 w 10040"/>
                      <a:gd name="connsiteY0" fmla="*/ 4039 h 10125"/>
                      <a:gd name="connsiteX1" fmla="*/ 715 w 10040"/>
                      <a:gd name="connsiteY1" fmla="*/ 1595 h 10125"/>
                      <a:gd name="connsiteX2" fmla="*/ 3130 w 10040"/>
                      <a:gd name="connsiteY2" fmla="*/ 1006 h 10125"/>
                      <a:gd name="connsiteX3" fmla="*/ 4995 w 10040"/>
                      <a:gd name="connsiteY3" fmla="*/ 0 h 10125"/>
                      <a:gd name="connsiteX4" fmla="*/ 6720 w 10040"/>
                      <a:gd name="connsiteY4" fmla="*/ 1009 h 10125"/>
                      <a:gd name="connsiteX5" fmla="*/ 9989 w 10040"/>
                      <a:gd name="connsiteY5" fmla="*/ 2989 h 10125"/>
                      <a:gd name="connsiteX6" fmla="*/ 8599 w 10040"/>
                      <a:gd name="connsiteY6" fmla="*/ 6797 h 10125"/>
                      <a:gd name="connsiteX7" fmla="*/ 6995 w 10040"/>
                      <a:gd name="connsiteY7" fmla="*/ 9322 h 10125"/>
                      <a:gd name="connsiteX8" fmla="*/ 5307 w 10040"/>
                      <a:gd name="connsiteY8" fmla="*/ 8843 h 10125"/>
                      <a:gd name="connsiteX9" fmla="*/ 4371 w 10040"/>
                      <a:gd name="connsiteY9" fmla="*/ 9912 h 10125"/>
                      <a:gd name="connsiteX10" fmla="*/ 3140 w 10040"/>
                      <a:gd name="connsiteY10" fmla="*/ 10019 h 10125"/>
                      <a:gd name="connsiteX11" fmla="*/ 2179 w 10040"/>
                      <a:gd name="connsiteY11" fmla="*/ 7895 h 10125"/>
                      <a:gd name="connsiteX12" fmla="*/ 1187 w 10040"/>
                      <a:gd name="connsiteY12" fmla="*/ 7495 h 10125"/>
                      <a:gd name="connsiteX13" fmla="*/ 4 w 10040"/>
                      <a:gd name="connsiteY13" fmla="*/ 4039 h 10125"/>
                      <a:gd name="connsiteX0" fmla="*/ 4 w 8600"/>
                      <a:gd name="connsiteY0" fmla="*/ 4042 h 10128"/>
                      <a:gd name="connsiteX1" fmla="*/ 715 w 8600"/>
                      <a:gd name="connsiteY1" fmla="*/ 1598 h 10128"/>
                      <a:gd name="connsiteX2" fmla="*/ 3130 w 8600"/>
                      <a:gd name="connsiteY2" fmla="*/ 1009 h 10128"/>
                      <a:gd name="connsiteX3" fmla="*/ 4995 w 8600"/>
                      <a:gd name="connsiteY3" fmla="*/ 3 h 10128"/>
                      <a:gd name="connsiteX4" fmla="*/ 6720 w 8600"/>
                      <a:gd name="connsiteY4" fmla="*/ 1012 h 10128"/>
                      <a:gd name="connsiteX5" fmla="*/ 8599 w 8600"/>
                      <a:gd name="connsiteY5" fmla="*/ 6800 h 10128"/>
                      <a:gd name="connsiteX6" fmla="*/ 6995 w 8600"/>
                      <a:gd name="connsiteY6" fmla="*/ 9325 h 10128"/>
                      <a:gd name="connsiteX7" fmla="*/ 5307 w 8600"/>
                      <a:gd name="connsiteY7" fmla="*/ 8846 h 10128"/>
                      <a:gd name="connsiteX8" fmla="*/ 4371 w 8600"/>
                      <a:gd name="connsiteY8" fmla="*/ 9915 h 10128"/>
                      <a:gd name="connsiteX9" fmla="*/ 3140 w 8600"/>
                      <a:gd name="connsiteY9" fmla="*/ 10022 h 10128"/>
                      <a:gd name="connsiteX10" fmla="*/ 2179 w 8600"/>
                      <a:gd name="connsiteY10" fmla="*/ 7898 h 10128"/>
                      <a:gd name="connsiteX11" fmla="*/ 1187 w 8600"/>
                      <a:gd name="connsiteY11" fmla="*/ 7498 h 10128"/>
                      <a:gd name="connsiteX12" fmla="*/ 4 w 8600"/>
                      <a:gd name="connsiteY12" fmla="*/ 4042 h 10128"/>
                      <a:gd name="connsiteX0" fmla="*/ 4 w 9326"/>
                      <a:gd name="connsiteY0" fmla="*/ 3988 h 9997"/>
                      <a:gd name="connsiteX1" fmla="*/ 830 w 9326"/>
                      <a:gd name="connsiteY1" fmla="*/ 1575 h 9997"/>
                      <a:gd name="connsiteX2" fmla="*/ 3639 w 9326"/>
                      <a:gd name="connsiteY2" fmla="*/ 993 h 9997"/>
                      <a:gd name="connsiteX3" fmla="*/ 5807 w 9326"/>
                      <a:gd name="connsiteY3" fmla="*/ 0 h 9997"/>
                      <a:gd name="connsiteX4" fmla="*/ 7813 w 9326"/>
                      <a:gd name="connsiteY4" fmla="*/ 996 h 9997"/>
                      <a:gd name="connsiteX5" fmla="*/ 9324 w 9326"/>
                      <a:gd name="connsiteY5" fmla="*/ 5746 h 9997"/>
                      <a:gd name="connsiteX6" fmla="*/ 8133 w 9326"/>
                      <a:gd name="connsiteY6" fmla="*/ 9204 h 9997"/>
                      <a:gd name="connsiteX7" fmla="*/ 6170 w 9326"/>
                      <a:gd name="connsiteY7" fmla="*/ 8731 h 9997"/>
                      <a:gd name="connsiteX8" fmla="*/ 5082 w 9326"/>
                      <a:gd name="connsiteY8" fmla="*/ 9787 h 9997"/>
                      <a:gd name="connsiteX9" fmla="*/ 3650 w 9326"/>
                      <a:gd name="connsiteY9" fmla="*/ 9892 h 9997"/>
                      <a:gd name="connsiteX10" fmla="*/ 2533 w 9326"/>
                      <a:gd name="connsiteY10" fmla="*/ 7795 h 9997"/>
                      <a:gd name="connsiteX11" fmla="*/ 1379 w 9326"/>
                      <a:gd name="connsiteY11" fmla="*/ 7400 h 9997"/>
                      <a:gd name="connsiteX12" fmla="*/ 4 w 9326"/>
                      <a:gd name="connsiteY12" fmla="*/ 3988 h 9997"/>
                      <a:gd name="connsiteX0" fmla="*/ 4 w 10001"/>
                      <a:gd name="connsiteY0" fmla="*/ 3989 h 10041"/>
                      <a:gd name="connsiteX1" fmla="*/ 890 w 10001"/>
                      <a:gd name="connsiteY1" fmla="*/ 1575 h 10041"/>
                      <a:gd name="connsiteX2" fmla="*/ 3902 w 10001"/>
                      <a:gd name="connsiteY2" fmla="*/ 993 h 10041"/>
                      <a:gd name="connsiteX3" fmla="*/ 6227 w 10001"/>
                      <a:gd name="connsiteY3" fmla="*/ 0 h 10041"/>
                      <a:gd name="connsiteX4" fmla="*/ 8378 w 10001"/>
                      <a:gd name="connsiteY4" fmla="*/ 996 h 10041"/>
                      <a:gd name="connsiteX5" fmla="*/ 9998 w 10001"/>
                      <a:gd name="connsiteY5" fmla="*/ 5748 h 10041"/>
                      <a:gd name="connsiteX6" fmla="*/ 8721 w 10001"/>
                      <a:gd name="connsiteY6" fmla="*/ 9207 h 10041"/>
                      <a:gd name="connsiteX7" fmla="*/ 5449 w 10001"/>
                      <a:gd name="connsiteY7" fmla="*/ 9790 h 10041"/>
                      <a:gd name="connsiteX8" fmla="*/ 3914 w 10001"/>
                      <a:gd name="connsiteY8" fmla="*/ 9895 h 10041"/>
                      <a:gd name="connsiteX9" fmla="*/ 2716 w 10001"/>
                      <a:gd name="connsiteY9" fmla="*/ 7797 h 10041"/>
                      <a:gd name="connsiteX10" fmla="*/ 1479 w 10001"/>
                      <a:gd name="connsiteY10" fmla="*/ 7402 h 10041"/>
                      <a:gd name="connsiteX11" fmla="*/ 4 w 10001"/>
                      <a:gd name="connsiteY11" fmla="*/ 3989 h 10041"/>
                      <a:gd name="connsiteX0" fmla="*/ 4 w 10001"/>
                      <a:gd name="connsiteY0" fmla="*/ 3989 h 14825"/>
                      <a:gd name="connsiteX1" fmla="*/ 890 w 10001"/>
                      <a:gd name="connsiteY1" fmla="*/ 1575 h 14825"/>
                      <a:gd name="connsiteX2" fmla="*/ 3902 w 10001"/>
                      <a:gd name="connsiteY2" fmla="*/ 993 h 14825"/>
                      <a:gd name="connsiteX3" fmla="*/ 6227 w 10001"/>
                      <a:gd name="connsiteY3" fmla="*/ 0 h 14825"/>
                      <a:gd name="connsiteX4" fmla="*/ 8378 w 10001"/>
                      <a:gd name="connsiteY4" fmla="*/ 996 h 14825"/>
                      <a:gd name="connsiteX5" fmla="*/ 9998 w 10001"/>
                      <a:gd name="connsiteY5" fmla="*/ 5748 h 14825"/>
                      <a:gd name="connsiteX6" fmla="*/ 8721 w 10001"/>
                      <a:gd name="connsiteY6" fmla="*/ 9207 h 14825"/>
                      <a:gd name="connsiteX7" fmla="*/ 6011 w 10001"/>
                      <a:gd name="connsiteY7" fmla="*/ 14823 h 14825"/>
                      <a:gd name="connsiteX8" fmla="*/ 3914 w 10001"/>
                      <a:gd name="connsiteY8" fmla="*/ 9895 h 14825"/>
                      <a:gd name="connsiteX9" fmla="*/ 2716 w 10001"/>
                      <a:gd name="connsiteY9" fmla="*/ 7797 h 14825"/>
                      <a:gd name="connsiteX10" fmla="*/ 1479 w 10001"/>
                      <a:gd name="connsiteY10" fmla="*/ 7402 h 14825"/>
                      <a:gd name="connsiteX11" fmla="*/ 4 w 10001"/>
                      <a:gd name="connsiteY11" fmla="*/ 3989 h 14825"/>
                      <a:gd name="connsiteX0" fmla="*/ 4 w 10001"/>
                      <a:gd name="connsiteY0" fmla="*/ 7436 h 18272"/>
                      <a:gd name="connsiteX1" fmla="*/ 890 w 10001"/>
                      <a:gd name="connsiteY1" fmla="*/ 5022 h 18272"/>
                      <a:gd name="connsiteX2" fmla="*/ 3902 w 10001"/>
                      <a:gd name="connsiteY2" fmla="*/ 4440 h 18272"/>
                      <a:gd name="connsiteX3" fmla="*/ 6026 w 10001"/>
                      <a:gd name="connsiteY3" fmla="*/ 0 h 18272"/>
                      <a:gd name="connsiteX4" fmla="*/ 8378 w 10001"/>
                      <a:gd name="connsiteY4" fmla="*/ 4443 h 18272"/>
                      <a:gd name="connsiteX5" fmla="*/ 9998 w 10001"/>
                      <a:gd name="connsiteY5" fmla="*/ 9195 h 18272"/>
                      <a:gd name="connsiteX6" fmla="*/ 8721 w 10001"/>
                      <a:gd name="connsiteY6" fmla="*/ 12654 h 18272"/>
                      <a:gd name="connsiteX7" fmla="*/ 6011 w 10001"/>
                      <a:gd name="connsiteY7" fmla="*/ 18270 h 18272"/>
                      <a:gd name="connsiteX8" fmla="*/ 3914 w 10001"/>
                      <a:gd name="connsiteY8" fmla="*/ 13342 h 18272"/>
                      <a:gd name="connsiteX9" fmla="*/ 2716 w 10001"/>
                      <a:gd name="connsiteY9" fmla="*/ 11244 h 18272"/>
                      <a:gd name="connsiteX10" fmla="*/ 1479 w 10001"/>
                      <a:gd name="connsiteY10" fmla="*/ 10849 h 18272"/>
                      <a:gd name="connsiteX11" fmla="*/ 4 w 10001"/>
                      <a:gd name="connsiteY11" fmla="*/ 7436 h 18272"/>
                      <a:gd name="connsiteX0" fmla="*/ 1 w 9998"/>
                      <a:gd name="connsiteY0" fmla="*/ 7436 h 18272"/>
                      <a:gd name="connsiteX1" fmla="*/ 3899 w 9998"/>
                      <a:gd name="connsiteY1" fmla="*/ 4440 h 18272"/>
                      <a:gd name="connsiteX2" fmla="*/ 6023 w 9998"/>
                      <a:gd name="connsiteY2" fmla="*/ 0 h 18272"/>
                      <a:gd name="connsiteX3" fmla="*/ 8375 w 9998"/>
                      <a:gd name="connsiteY3" fmla="*/ 4443 h 18272"/>
                      <a:gd name="connsiteX4" fmla="*/ 9995 w 9998"/>
                      <a:gd name="connsiteY4" fmla="*/ 9195 h 18272"/>
                      <a:gd name="connsiteX5" fmla="*/ 8718 w 9998"/>
                      <a:gd name="connsiteY5" fmla="*/ 12654 h 18272"/>
                      <a:gd name="connsiteX6" fmla="*/ 6008 w 9998"/>
                      <a:gd name="connsiteY6" fmla="*/ 18270 h 18272"/>
                      <a:gd name="connsiteX7" fmla="*/ 3911 w 9998"/>
                      <a:gd name="connsiteY7" fmla="*/ 13342 h 18272"/>
                      <a:gd name="connsiteX8" fmla="*/ 2713 w 9998"/>
                      <a:gd name="connsiteY8" fmla="*/ 11244 h 18272"/>
                      <a:gd name="connsiteX9" fmla="*/ 1476 w 9998"/>
                      <a:gd name="connsiteY9" fmla="*/ 10849 h 18272"/>
                      <a:gd name="connsiteX10" fmla="*/ 1 w 9998"/>
                      <a:gd name="connsiteY10" fmla="*/ 7436 h 18272"/>
                      <a:gd name="connsiteX0" fmla="*/ 35 w 8559"/>
                      <a:gd name="connsiteY0" fmla="*/ 5938 h 10000"/>
                      <a:gd name="connsiteX1" fmla="*/ 2459 w 8559"/>
                      <a:gd name="connsiteY1" fmla="*/ 2430 h 10000"/>
                      <a:gd name="connsiteX2" fmla="*/ 4583 w 8559"/>
                      <a:gd name="connsiteY2" fmla="*/ 0 h 10000"/>
                      <a:gd name="connsiteX3" fmla="*/ 6936 w 8559"/>
                      <a:gd name="connsiteY3" fmla="*/ 2432 h 10000"/>
                      <a:gd name="connsiteX4" fmla="*/ 8556 w 8559"/>
                      <a:gd name="connsiteY4" fmla="*/ 5032 h 10000"/>
                      <a:gd name="connsiteX5" fmla="*/ 7279 w 8559"/>
                      <a:gd name="connsiteY5" fmla="*/ 6925 h 10000"/>
                      <a:gd name="connsiteX6" fmla="*/ 4568 w 8559"/>
                      <a:gd name="connsiteY6" fmla="*/ 9999 h 10000"/>
                      <a:gd name="connsiteX7" fmla="*/ 2471 w 8559"/>
                      <a:gd name="connsiteY7" fmla="*/ 7302 h 10000"/>
                      <a:gd name="connsiteX8" fmla="*/ 1273 w 8559"/>
                      <a:gd name="connsiteY8" fmla="*/ 6154 h 10000"/>
                      <a:gd name="connsiteX9" fmla="*/ 35 w 8559"/>
                      <a:gd name="connsiteY9" fmla="*/ 5938 h 10000"/>
                      <a:gd name="connsiteX0" fmla="*/ 49 w 9820"/>
                      <a:gd name="connsiteY0" fmla="*/ 4655 h 10000"/>
                      <a:gd name="connsiteX1" fmla="*/ 2693 w 9820"/>
                      <a:gd name="connsiteY1" fmla="*/ 2430 h 10000"/>
                      <a:gd name="connsiteX2" fmla="*/ 5175 w 9820"/>
                      <a:gd name="connsiteY2" fmla="*/ 0 h 10000"/>
                      <a:gd name="connsiteX3" fmla="*/ 7924 w 9820"/>
                      <a:gd name="connsiteY3" fmla="*/ 2432 h 10000"/>
                      <a:gd name="connsiteX4" fmla="*/ 9816 w 9820"/>
                      <a:gd name="connsiteY4" fmla="*/ 5032 h 10000"/>
                      <a:gd name="connsiteX5" fmla="*/ 8324 w 9820"/>
                      <a:gd name="connsiteY5" fmla="*/ 6925 h 10000"/>
                      <a:gd name="connsiteX6" fmla="*/ 5157 w 9820"/>
                      <a:gd name="connsiteY6" fmla="*/ 9999 h 10000"/>
                      <a:gd name="connsiteX7" fmla="*/ 2707 w 9820"/>
                      <a:gd name="connsiteY7" fmla="*/ 7302 h 10000"/>
                      <a:gd name="connsiteX8" fmla="*/ 1307 w 9820"/>
                      <a:gd name="connsiteY8" fmla="*/ 6154 h 10000"/>
                      <a:gd name="connsiteX9" fmla="*/ 49 w 9820"/>
                      <a:gd name="connsiteY9" fmla="*/ 4655 h 10000"/>
                      <a:gd name="connsiteX0" fmla="*/ 45 w 9995"/>
                      <a:gd name="connsiteY0" fmla="*/ 4655 h 10000"/>
                      <a:gd name="connsiteX1" fmla="*/ 2737 w 9995"/>
                      <a:gd name="connsiteY1" fmla="*/ 2430 h 10000"/>
                      <a:gd name="connsiteX2" fmla="*/ 5265 w 9995"/>
                      <a:gd name="connsiteY2" fmla="*/ 0 h 10000"/>
                      <a:gd name="connsiteX3" fmla="*/ 8064 w 9995"/>
                      <a:gd name="connsiteY3" fmla="*/ 2432 h 10000"/>
                      <a:gd name="connsiteX4" fmla="*/ 9991 w 9995"/>
                      <a:gd name="connsiteY4" fmla="*/ 5032 h 10000"/>
                      <a:gd name="connsiteX5" fmla="*/ 8472 w 9995"/>
                      <a:gd name="connsiteY5" fmla="*/ 6925 h 10000"/>
                      <a:gd name="connsiteX6" fmla="*/ 5247 w 9995"/>
                      <a:gd name="connsiteY6" fmla="*/ 9999 h 10000"/>
                      <a:gd name="connsiteX7" fmla="*/ 2752 w 9995"/>
                      <a:gd name="connsiteY7" fmla="*/ 7302 h 10000"/>
                      <a:gd name="connsiteX8" fmla="*/ 1374 w 9995"/>
                      <a:gd name="connsiteY8" fmla="*/ 6984 h 10000"/>
                      <a:gd name="connsiteX9" fmla="*/ 45 w 9995"/>
                      <a:gd name="connsiteY9" fmla="*/ 4655 h 10000"/>
                      <a:gd name="connsiteX0" fmla="*/ 45 w 10000"/>
                      <a:gd name="connsiteY0" fmla="*/ 5032 h 10377"/>
                      <a:gd name="connsiteX1" fmla="*/ 2738 w 10000"/>
                      <a:gd name="connsiteY1" fmla="*/ 2807 h 10377"/>
                      <a:gd name="connsiteX2" fmla="*/ 4886 w 10000"/>
                      <a:gd name="connsiteY2" fmla="*/ 0 h 10377"/>
                      <a:gd name="connsiteX3" fmla="*/ 8068 w 10000"/>
                      <a:gd name="connsiteY3" fmla="*/ 2809 h 10377"/>
                      <a:gd name="connsiteX4" fmla="*/ 9996 w 10000"/>
                      <a:gd name="connsiteY4" fmla="*/ 5409 h 10377"/>
                      <a:gd name="connsiteX5" fmla="*/ 8476 w 10000"/>
                      <a:gd name="connsiteY5" fmla="*/ 7302 h 10377"/>
                      <a:gd name="connsiteX6" fmla="*/ 5250 w 10000"/>
                      <a:gd name="connsiteY6" fmla="*/ 10376 h 10377"/>
                      <a:gd name="connsiteX7" fmla="*/ 2753 w 10000"/>
                      <a:gd name="connsiteY7" fmla="*/ 7679 h 10377"/>
                      <a:gd name="connsiteX8" fmla="*/ 1375 w 10000"/>
                      <a:gd name="connsiteY8" fmla="*/ 7361 h 10377"/>
                      <a:gd name="connsiteX9" fmla="*/ 45 w 10000"/>
                      <a:gd name="connsiteY9" fmla="*/ 5032 h 10377"/>
                      <a:gd name="connsiteX0" fmla="*/ 45 w 10000"/>
                      <a:gd name="connsiteY0" fmla="*/ 5036 h 10381"/>
                      <a:gd name="connsiteX1" fmla="*/ 2738 w 10000"/>
                      <a:gd name="connsiteY1" fmla="*/ 2811 h 10381"/>
                      <a:gd name="connsiteX2" fmla="*/ 4886 w 10000"/>
                      <a:gd name="connsiteY2" fmla="*/ 4 h 10381"/>
                      <a:gd name="connsiteX3" fmla="*/ 8068 w 10000"/>
                      <a:gd name="connsiteY3" fmla="*/ 2813 h 10381"/>
                      <a:gd name="connsiteX4" fmla="*/ 9996 w 10000"/>
                      <a:gd name="connsiteY4" fmla="*/ 5413 h 10381"/>
                      <a:gd name="connsiteX5" fmla="*/ 8476 w 10000"/>
                      <a:gd name="connsiteY5" fmla="*/ 7306 h 10381"/>
                      <a:gd name="connsiteX6" fmla="*/ 5250 w 10000"/>
                      <a:gd name="connsiteY6" fmla="*/ 10380 h 10381"/>
                      <a:gd name="connsiteX7" fmla="*/ 2753 w 10000"/>
                      <a:gd name="connsiteY7" fmla="*/ 7683 h 10381"/>
                      <a:gd name="connsiteX8" fmla="*/ 1375 w 10000"/>
                      <a:gd name="connsiteY8" fmla="*/ 7365 h 10381"/>
                      <a:gd name="connsiteX9" fmla="*/ 45 w 10000"/>
                      <a:gd name="connsiteY9" fmla="*/ 5036 h 10381"/>
                      <a:gd name="connsiteX0" fmla="*/ 45 w 10000"/>
                      <a:gd name="connsiteY0" fmla="*/ 5036 h 10796"/>
                      <a:gd name="connsiteX1" fmla="*/ 2738 w 10000"/>
                      <a:gd name="connsiteY1" fmla="*/ 2811 h 10796"/>
                      <a:gd name="connsiteX2" fmla="*/ 4886 w 10000"/>
                      <a:gd name="connsiteY2" fmla="*/ 4 h 10796"/>
                      <a:gd name="connsiteX3" fmla="*/ 8068 w 10000"/>
                      <a:gd name="connsiteY3" fmla="*/ 2813 h 10796"/>
                      <a:gd name="connsiteX4" fmla="*/ 9996 w 10000"/>
                      <a:gd name="connsiteY4" fmla="*/ 5413 h 10796"/>
                      <a:gd name="connsiteX5" fmla="*/ 8476 w 10000"/>
                      <a:gd name="connsiteY5" fmla="*/ 7306 h 10796"/>
                      <a:gd name="connsiteX6" fmla="*/ 5202 w 10000"/>
                      <a:gd name="connsiteY6" fmla="*/ 10795 h 10796"/>
                      <a:gd name="connsiteX7" fmla="*/ 2753 w 10000"/>
                      <a:gd name="connsiteY7" fmla="*/ 7683 h 10796"/>
                      <a:gd name="connsiteX8" fmla="*/ 1375 w 10000"/>
                      <a:gd name="connsiteY8" fmla="*/ 7365 h 10796"/>
                      <a:gd name="connsiteX9" fmla="*/ 45 w 10000"/>
                      <a:gd name="connsiteY9" fmla="*/ 5036 h 10796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000" h="10795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800" name="Group 799">
                    <a:extLst>
                      <a:ext uri="{FF2B5EF4-FFF2-40B4-BE49-F238E27FC236}">
                        <a16:creationId xmlns:a16="http://schemas.microsoft.com/office/drawing/2014/main" id="{326D4158-E78D-4546-871D-E05C73E9AA2C}"/>
                      </a:ext>
                    </a:extLst>
                  </p:cNvPr>
                  <p:cNvGrpSpPr/>
                  <p:nvPr/>
                </p:nvGrpSpPr>
                <p:grpSpPr>
                  <a:xfrm>
                    <a:off x="8136838" y="3735782"/>
                    <a:ext cx="2402775" cy="1530043"/>
                    <a:chOff x="8136838" y="3735782"/>
                    <a:chExt cx="2402775" cy="1530043"/>
                  </a:xfrm>
                </p:grpSpPr>
                <p:grpSp>
                  <p:nvGrpSpPr>
                    <p:cNvPr id="801" name="Group 800">
                      <a:extLst>
                        <a:ext uri="{FF2B5EF4-FFF2-40B4-BE49-F238E27FC236}">
                          <a16:creationId xmlns:a16="http://schemas.microsoft.com/office/drawing/2014/main" id="{AC187CFF-80D8-C74D-B9E1-7BF4C1B951F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24065" y="3830658"/>
                      <a:ext cx="2215548" cy="1435167"/>
                      <a:chOff x="833331" y="2873352"/>
                      <a:chExt cx="2333625" cy="1590649"/>
                    </a:xfrm>
                  </p:grpSpPr>
                  <p:grpSp>
                    <p:nvGrpSpPr>
                      <p:cNvPr id="803" name="Group 802">
                        <a:extLst>
                          <a:ext uri="{FF2B5EF4-FFF2-40B4-BE49-F238E27FC236}">
                            <a16:creationId xmlns:a16="http://schemas.microsoft.com/office/drawing/2014/main" id="{CB08FB85-D943-144F-B125-69A1C14B73A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851" name="Group 327">
                          <a:extLst>
                            <a:ext uri="{FF2B5EF4-FFF2-40B4-BE49-F238E27FC236}">
                              <a16:creationId xmlns:a16="http://schemas.microsoft.com/office/drawing/2014/main" id="{2B8FE84F-C44F-EA4C-A549-35EA36422370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55" name="Oval 854">
                            <a:extLst>
                              <a:ext uri="{FF2B5EF4-FFF2-40B4-BE49-F238E27FC236}">
                                <a16:creationId xmlns:a16="http://schemas.microsoft.com/office/drawing/2014/main" id="{AE2BBEA1-8076-5645-86CE-C5805362D83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56" name="Rectangle 855">
                            <a:extLst>
                              <a:ext uri="{FF2B5EF4-FFF2-40B4-BE49-F238E27FC236}">
                                <a16:creationId xmlns:a16="http://schemas.microsoft.com/office/drawing/2014/main" id="{B8A5768D-3F4A-7C4D-878E-9B015CD110B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57" name="Oval 856">
                            <a:extLst>
                              <a:ext uri="{FF2B5EF4-FFF2-40B4-BE49-F238E27FC236}">
                                <a16:creationId xmlns:a16="http://schemas.microsoft.com/office/drawing/2014/main" id="{6BD7EA63-23AB-0241-9C6E-B4354EAF50F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58" name="Freeform 857">
                            <a:extLst>
                              <a:ext uri="{FF2B5EF4-FFF2-40B4-BE49-F238E27FC236}">
                                <a16:creationId xmlns:a16="http://schemas.microsoft.com/office/drawing/2014/main" id="{0AF22987-4194-544D-A544-71116358FA6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59" name="Freeform 858">
                            <a:extLst>
                              <a:ext uri="{FF2B5EF4-FFF2-40B4-BE49-F238E27FC236}">
                                <a16:creationId xmlns:a16="http://schemas.microsoft.com/office/drawing/2014/main" id="{4CED5FED-05FD-9D48-A262-AE91D9D25F1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60" name="Freeform 859">
                            <a:extLst>
                              <a:ext uri="{FF2B5EF4-FFF2-40B4-BE49-F238E27FC236}">
                                <a16:creationId xmlns:a16="http://schemas.microsoft.com/office/drawing/2014/main" id="{ED6BD9FD-C89E-0949-9804-02451005F43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61" name="Freeform 860">
                            <a:extLst>
                              <a:ext uri="{FF2B5EF4-FFF2-40B4-BE49-F238E27FC236}">
                                <a16:creationId xmlns:a16="http://schemas.microsoft.com/office/drawing/2014/main" id="{2DBBB645-187E-5747-84B2-B71897F6E88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862" name="Straight Connector 861">
                            <a:extLst>
                              <a:ext uri="{FF2B5EF4-FFF2-40B4-BE49-F238E27FC236}">
                                <a16:creationId xmlns:a16="http://schemas.microsoft.com/office/drawing/2014/main" id="{443D5C88-8856-7D41-93D0-8D377BB3ABAE}"/>
                              </a:ext>
                            </a:extLst>
                          </p:cNvPr>
                          <p:cNvCxnSpPr>
                            <a:endCxn id="857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863" name="Straight Connector 862">
                            <a:extLst>
                              <a:ext uri="{FF2B5EF4-FFF2-40B4-BE49-F238E27FC236}">
                                <a16:creationId xmlns:a16="http://schemas.microsoft.com/office/drawing/2014/main" id="{94FB2721-9B50-6F47-9890-E9309552F94A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52" name="Group 851">
                          <a:extLst>
                            <a:ext uri="{FF2B5EF4-FFF2-40B4-BE49-F238E27FC236}">
                              <a16:creationId xmlns:a16="http://schemas.microsoft.com/office/drawing/2014/main" id="{9C98ECD3-27C8-D14F-A2E7-A4C3DEE2363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853" name="Oval 852">
                            <a:extLst>
                              <a:ext uri="{FF2B5EF4-FFF2-40B4-BE49-F238E27FC236}">
                                <a16:creationId xmlns:a16="http://schemas.microsoft.com/office/drawing/2014/main" id="{936E1921-DF37-F041-A022-931108C1602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54" name="TextBox 853">
                            <a:extLst>
                              <a:ext uri="{FF2B5EF4-FFF2-40B4-BE49-F238E27FC236}">
                                <a16:creationId xmlns:a16="http://schemas.microsoft.com/office/drawing/2014/main" id="{35F627A8-A033-7649-A179-1DD10B438F94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3b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804" name="Group 803">
                        <a:extLst>
                          <a:ext uri="{FF2B5EF4-FFF2-40B4-BE49-F238E27FC236}">
                            <a16:creationId xmlns:a16="http://schemas.microsoft.com/office/drawing/2014/main" id="{721F473A-15B1-574E-9233-E08F643328F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838" name="Group 327">
                          <a:extLst>
                            <a:ext uri="{FF2B5EF4-FFF2-40B4-BE49-F238E27FC236}">
                              <a16:creationId xmlns:a16="http://schemas.microsoft.com/office/drawing/2014/main" id="{5D2FFA4B-7F26-084C-89F3-0B3F268F8032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42" name="Oval 841">
                            <a:extLst>
                              <a:ext uri="{FF2B5EF4-FFF2-40B4-BE49-F238E27FC236}">
                                <a16:creationId xmlns:a16="http://schemas.microsoft.com/office/drawing/2014/main" id="{2E44E194-EC26-FE4B-B328-D97C450E325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43" name="Rectangle 842">
                            <a:extLst>
                              <a:ext uri="{FF2B5EF4-FFF2-40B4-BE49-F238E27FC236}">
                                <a16:creationId xmlns:a16="http://schemas.microsoft.com/office/drawing/2014/main" id="{617D718E-FF6F-1145-A08E-49249BADA56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44" name="Oval 843">
                            <a:extLst>
                              <a:ext uri="{FF2B5EF4-FFF2-40B4-BE49-F238E27FC236}">
                                <a16:creationId xmlns:a16="http://schemas.microsoft.com/office/drawing/2014/main" id="{64E6AA91-8404-E040-8791-0DA5B730A10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45" name="Freeform 844">
                            <a:extLst>
                              <a:ext uri="{FF2B5EF4-FFF2-40B4-BE49-F238E27FC236}">
                                <a16:creationId xmlns:a16="http://schemas.microsoft.com/office/drawing/2014/main" id="{35AA234B-14C9-934A-A247-AB377702539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46" name="Freeform 845">
                            <a:extLst>
                              <a:ext uri="{FF2B5EF4-FFF2-40B4-BE49-F238E27FC236}">
                                <a16:creationId xmlns:a16="http://schemas.microsoft.com/office/drawing/2014/main" id="{0C22DB79-CD97-234D-847F-E68CC9693D2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47" name="Freeform 846">
                            <a:extLst>
                              <a:ext uri="{FF2B5EF4-FFF2-40B4-BE49-F238E27FC236}">
                                <a16:creationId xmlns:a16="http://schemas.microsoft.com/office/drawing/2014/main" id="{26401730-ACB4-104C-9FA1-7653AED3B8D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48" name="Freeform 847">
                            <a:extLst>
                              <a:ext uri="{FF2B5EF4-FFF2-40B4-BE49-F238E27FC236}">
                                <a16:creationId xmlns:a16="http://schemas.microsoft.com/office/drawing/2014/main" id="{E10FF36F-2EBF-2648-8C45-ADE3962380F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849" name="Straight Connector 848">
                            <a:extLst>
                              <a:ext uri="{FF2B5EF4-FFF2-40B4-BE49-F238E27FC236}">
                                <a16:creationId xmlns:a16="http://schemas.microsoft.com/office/drawing/2014/main" id="{0F24D3EE-9895-C640-A0C0-61A7B1299E3E}"/>
                              </a:ext>
                            </a:extLst>
                          </p:cNvPr>
                          <p:cNvCxnSpPr>
                            <a:endCxn id="844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850" name="Straight Connector 849">
                            <a:extLst>
                              <a:ext uri="{FF2B5EF4-FFF2-40B4-BE49-F238E27FC236}">
                                <a16:creationId xmlns:a16="http://schemas.microsoft.com/office/drawing/2014/main" id="{765EDC04-7E30-954A-B0F3-00CCC7404803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39" name="Group 838">
                          <a:extLst>
                            <a:ext uri="{FF2B5EF4-FFF2-40B4-BE49-F238E27FC236}">
                              <a16:creationId xmlns:a16="http://schemas.microsoft.com/office/drawing/2014/main" id="{57BB86FC-7295-EB45-932B-17FAD0875FB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840" name="Oval 839">
                            <a:extLst>
                              <a:ext uri="{FF2B5EF4-FFF2-40B4-BE49-F238E27FC236}">
                                <a16:creationId xmlns:a16="http://schemas.microsoft.com/office/drawing/2014/main" id="{C03DDE60-B168-F24E-BAB8-C9ED48A56DC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41" name="TextBox 840">
                            <a:extLst>
                              <a:ext uri="{FF2B5EF4-FFF2-40B4-BE49-F238E27FC236}">
                                <a16:creationId xmlns:a16="http://schemas.microsoft.com/office/drawing/2014/main" id="{532CEA14-D8F9-F44B-8A93-C1D4196FFA2D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3d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805" name="Group 804">
                        <a:extLst>
                          <a:ext uri="{FF2B5EF4-FFF2-40B4-BE49-F238E27FC236}">
                            <a16:creationId xmlns:a16="http://schemas.microsoft.com/office/drawing/2014/main" id="{71F2ABB3-1F37-1749-A71A-D55C4164C6D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825" name="Group 327">
                          <a:extLst>
                            <a:ext uri="{FF2B5EF4-FFF2-40B4-BE49-F238E27FC236}">
                              <a16:creationId xmlns:a16="http://schemas.microsoft.com/office/drawing/2014/main" id="{2651DCEF-09B4-C942-A0F3-FA87951DD865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29" name="Oval 828">
                            <a:extLst>
                              <a:ext uri="{FF2B5EF4-FFF2-40B4-BE49-F238E27FC236}">
                                <a16:creationId xmlns:a16="http://schemas.microsoft.com/office/drawing/2014/main" id="{CA0BA046-ADD1-DF43-9064-2BD897B3CAB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30" name="Rectangle 829">
                            <a:extLst>
                              <a:ext uri="{FF2B5EF4-FFF2-40B4-BE49-F238E27FC236}">
                                <a16:creationId xmlns:a16="http://schemas.microsoft.com/office/drawing/2014/main" id="{882472DD-BC97-CA41-B9FE-B478A85C5FC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31" name="Oval 830">
                            <a:extLst>
                              <a:ext uri="{FF2B5EF4-FFF2-40B4-BE49-F238E27FC236}">
                                <a16:creationId xmlns:a16="http://schemas.microsoft.com/office/drawing/2014/main" id="{0DF677DC-458B-4249-9F0B-4BEA8992A46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32" name="Freeform 831">
                            <a:extLst>
                              <a:ext uri="{FF2B5EF4-FFF2-40B4-BE49-F238E27FC236}">
                                <a16:creationId xmlns:a16="http://schemas.microsoft.com/office/drawing/2014/main" id="{0F164491-88B9-F549-89BF-3249CF0EC7A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33" name="Freeform 832">
                            <a:extLst>
                              <a:ext uri="{FF2B5EF4-FFF2-40B4-BE49-F238E27FC236}">
                                <a16:creationId xmlns:a16="http://schemas.microsoft.com/office/drawing/2014/main" id="{2758E550-A851-E74D-8E4C-C8A45774D08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34" name="Freeform 833">
                            <a:extLst>
                              <a:ext uri="{FF2B5EF4-FFF2-40B4-BE49-F238E27FC236}">
                                <a16:creationId xmlns:a16="http://schemas.microsoft.com/office/drawing/2014/main" id="{1350CAC8-6F9F-564A-823C-89EC27BAC74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35" name="Freeform 834">
                            <a:extLst>
                              <a:ext uri="{FF2B5EF4-FFF2-40B4-BE49-F238E27FC236}">
                                <a16:creationId xmlns:a16="http://schemas.microsoft.com/office/drawing/2014/main" id="{97B1F333-DA1A-0F4B-B54D-DB2B8B8F2B9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836" name="Straight Connector 835">
                            <a:extLst>
                              <a:ext uri="{FF2B5EF4-FFF2-40B4-BE49-F238E27FC236}">
                                <a16:creationId xmlns:a16="http://schemas.microsoft.com/office/drawing/2014/main" id="{0A3849EA-872C-6847-A5A3-116B6EC439E7}"/>
                              </a:ext>
                            </a:extLst>
                          </p:cNvPr>
                          <p:cNvCxnSpPr>
                            <a:endCxn id="831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837" name="Straight Connector 836">
                            <a:extLst>
                              <a:ext uri="{FF2B5EF4-FFF2-40B4-BE49-F238E27FC236}">
                                <a16:creationId xmlns:a16="http://schemas.microsoft.com/office/drawing/2014/main" id="{56B8C882-098F-AD46-B77F-9CC83FFDFA36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26" name="Group 825">
                          <a:extLst>
                            <a:ext uri="{FF2B5EF4-FFF2-40B4-BE49-F238E27FC236}">
                              <a16:creationId xmlns:a16="http://schemas.microsoft.com/office/drawing/2014/main" id="{250BE9B6-B57D-F94F-BCB6-B73C86BEC82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827" name="Oval 826">
                            <a:extLst>
                              <a:ext uri="{FF2B5EF4-FFF2-40B4-BE49-F238E27FC236}">
                                <a16:creationId xmlns:a16="http://schemas.microsoft.com/office/drawing/2014/main" id="{440673B1-5B90-3B47-B433-5B745BEF7ED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28" name="TextBox 827">
                            <a:extLst>
                              <a:ext uri="{FF2B5EF4-FFF2-40B4-BE49-F238E27FC236}">
                                <a16:creationId xmlns:a16="http://schemas.microsoft.com/office/drawing/2014/main" id="{CEFFE0E5-506B-494E-9F80-E0ED1385C913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3c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806" name="Group 805">
                        <a:extLst>
                          <a:ext uri="{FF2B5EF4-FFF2-40B4-BE49-F238E27FC236}">
                            <a16:creationId xmlns:a16="http://schemas.microsoft.com/office/drawing/2014/main" id="{934EAAF5-7899-6048-985B-55771C310E3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812" name="Group 327">
                          <a:extLst>
                            <a:ext uri="{FF2B5EF4-FFF2-40B4-BE49-F238E27FC236}">
                              <a16:creationId xmlns:a16="http://schemas.microsoft.com/office/drawing/2014/main" id="{EA2F9A36-B4FF-064C-8E95-B92BA1EFBC03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16" name="Oval 815">
                            <a:extLst>
                              <a:ext uri="{FF2B5EF4-FFF2-40B4-BE49-F238E27FC236}">
                                <a16:creationId xmlns:a16="http://schemas.microsoft.com/office/drawing/2014/main" id="{C9B42101-EA24-6842-96B2-075E8CDEE55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17" name="Rectangle 816">
                            <a:extLst>
                              <a:ext uri="{FF2B5EF4-FFF2-40B4-BE49-F238E27FC236}">
                                <a16:creationId xmlns:a16="http://schemas.microsoft.com/office/drawing/2014/main" id="{DD6446F3-EBED-4C4E-98E8-DFA3342992A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18" name="Oval 817">
                            <a:extLst>
                              <a:ext uri="{FF2B5EF4-FFF2-40B4-BE49-F238E27FC236}">
                                <a16:creationId xmlns:a16="http://schemas.microsoft.com/office/drawing/2014/main" id="{276754CC-BC24-D645-88C4-AD8ABBDAC20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19" name="Freeform 818">
                            <a:extLst>
                              <a:ext uri="{FF2B5EF4-FFF2-40B4-BE49-F238E27FC236}">
                                <a16:creationId xmlns:a16="http://schemas.microsoft.com/office/drawing/2014/main" id="{5A8BD987-737D-FA44-B273-88A8F35DF04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20" name="Freeform 819">
                            <a:extLst>
                              <a:ext uri="{FF2B5EF4-FFF2-40B4-BE49-F238E27FC236}">
                                <a16:creationId xmlns:a16="http://schemas.microsoft.com/office/drawing/2014/main" id="{F85E71B3-F6FD-5D41-8B69-1BEF4807052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21" name="Freeform 820">
                            <a:extLst>
                              <a:ext uri="{FF2B5EF4-FFF2-40B4-BE49-F238E27FC236}">
                                <a16:creationId xmlns:a16="http://schemas.microsoft.com/office/drawing/2014/main" id="{D1004E37-7132-B444-A2A9-00EFCF8A5B1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22" name="Freeform 821">
                            <a:extLst>
                              <a:ext uri="{FF2B5EF4-FFF2-40B4-BE49-F238E27FC236}">
                                <a16:creationId xmlns:a16="http://schemas.microsoft.com/office/drawing/2014/main" id="{D1933192-6FC3-1F4C-A774-BFD867FD86B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823" name="Straight Connector 822">
                            <a:extLst>
                              <a:ext uri="{FF2B5EF4-FFF2-40B4-BE49-F238E27FC236}">
                                <a16:creationId xmlns:a16="http://schemas.microsoft.com/office/drawing/2014/main" id="{90A448BE-7308-2149-A3B1-04243C3579A4}"/>
                              </a:ext>
                            </a:extLst>
                          </p:cNvPr>
                          <p:cNvCxnSpPr>
                            <a:endCxn id="818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824" name="Straight Connector 823">
                            <a:extLst>
                              <a:ext uri="{FF2B5EF4-FFF2-40B4-BE49-F238E27FC236}">
                                <a16:creationId xmlns:a16="http://schemas.microsoft.com/office/drawing/2014/main" id="{3D23F772-4772-4944-9814-58585E15D2CC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13" name="Group 812">
                          <a:extLst>
                            <a:ext uri="{FF2B5EF4-FFF2-40B4-BE49-F238E27FC236}">
                              <a16:creationId xmlns:a16="http://schemas.microsoft.com/office/drawing/2014/main" id="{3960218D-0B99-B847-9F2F-6D6844AA31C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814" name="Oval 813">
                            <a:extLst>
                              <a:ext uri="{FF2B5EF4-FFF2-40B4-BE49-F238E27FC236}">
                                <a16:creationId xmlns:a16="http://schemas.microsoft.com/office/drawing/2014/main" id="{5EA97AFC-9556-FA4F-A9FC-32D54BB6DE7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15" name="TextBox 814">
                            <a:extLst>
                              <a:ext uri="{FF2B5EF4-FFF2-40B4-BE49-F238E27FC236}">
                                <a16:creationId xmlns:a16="http://schemas.microsoft.com/office/drawing/2014/main" id="{ADC46399-42EC-C546-9364-6036E45185B9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3a</a:t>
                            </a:r>
                          </a:p>
                        </p:txBody>
                      </p:sp>
                    </p:grpSp>
                  </p:grpSp>
                  <p:cxnSp>
                    <p:nvCxnSpPr>
                      <p:cNvPr id="807" name="Straight Connector 806">
                        <a:extLst>
                          <a:ext uri="{FF2B5EF4-FFF2-40B4-BE49-F238E27FC236}">
                            <a16:creationId xmlns:a16="http://schemas.microsoft.com/office/drawing/2014/main" id="{D595D77F-9B17-014B-A773-8B7499AF21FE}"/>
                          </a:ext>
                        </a:extLst>
                      </p:cNvPr>
                      <p:cNvCxnSpPr>
                        <a:stCxn id="854" idx="2"/>
                        <a:endCxn id="841" idx="0"/>
                      </p:cNvCxnSpPr>
                      <p:nvPr/>
                    </p:nvCxnSpPr>
                    <p:spPr bwMode="auto">
                      <a:xfrm>
                        <a:off x="1991073" y="3242684"/>
                        <a:ext cx="4230" cy="851985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rgbClr val="000090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808" name="Straight Connector 807">
                        <a:extLst>
                          <a:ext uri="{FF2B5EF4-FFF2-40B4-BE49-F238E27FC236}">
                            <a16:creationId xmlns:a16="http://schemas.microsoft.com/office/drawing/2014/main" id="{B60EB8E1-3F2D-124E-9763-9324DE9A9749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407477" y="3648621"/>
                        <a:ext cx="1204913" cy="635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809" name="Straight Connector 808">
                        <a:extLst>
                          <a:ext uri="{FF2B5EF4-FFF2-40B4-BE49-F238E27FC236}">
                            <a16:creationId xmlns:a16="http://schemas.microsoft.com/office/drawing/2014/main" id="{C0B2D073-9741-6549-9449-917E9E16C403}"/>
                          </a:ext>
                        </a:extLst>
                      </p:cNvPr>
                      <p:cNvCxnSpPr>
                        <a:stCxn id="855" idx="7"/>
                      </p:cNvCxnSpPr>
                      <p:nvPr/>
                    </p:nvCxnSpPr>
                    <p:spPr bwMode="auto">
                      <a:xfrm>
                        <a:off x="2218708" y="3154477"/>
                        <a:ext cx="480042" cy="36977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810" name="Straight Connector 809">
                        <a:extLst>
                          <a:ext uri="{FF2B5EF4-FFF2-40B4-BE49-F238E27FC236}">
                            <a16:creationId xmlns:a16="http://schemas.microsoft.com/office/drawing/2014/main" id="{4D5C178E-157A-D64F-AE50-0F9655E535BF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300073" y="3786304"/>
                        <a:ext cx="477927" cy="357071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811" name="Straight Connector 810">
                        <a:extLst>
                          <a:ext uri="{FF2B5EF4-FFF2-40B4-BE49-F238E27FC236}">
                            <a16:creationId xmlns:a16="http://schemas.microsoft.com/office/drawing/2014/main" id="{A5E3182C-7425-E749-BFC7-44DF79905B35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1287553" y="3166946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  <p:sp>
                  <p:nvSpPr>
                    <p:cNvPr id="802" name="TextBox 801">
                      <a:extLst>
                        <a:ext uri="{FF2B5EF4-FFF2-40B4-BE49-F238E27FC236}">
                          <a16:creationId xmlns:a16="http://schemas.microsoft.com/office/drawing/2014/main" id="{19BEA4DD-02C9-1742-B68A-DDA636E6625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136838" y="3735782"/>
                      <a:ext cx="75353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dirty="0">
                          <a:solidFill>
                            <a:srgbClr val="000090"/>
                          </a:solidFill>
                          <a:latin typeface="Arial" charset="0"/>
                          <a:ea typeface="ＭＳ Ｐゴシック" charset="0"/>
                        </a:rPr>
                        <a:t>AS 3</a:t>
                      </a:r>
                    </a:p>
                  </p:txBody>
                </p:sp>
              </p:grpSp>
            </p:grpSp>
            <p:grpSp>
              <p:nvGrpSpPr>
                <p:cNvPr id="732" name="Group 731">
                  <a:extLst>
                    <a:ext uri="{FF2B5EF4-FFF2-40B4-BE49-F238E27FC236}">
                      <a16:creationId xmlns:a16="http://schemas.microsoft.com/office/drawing/2014/main" id="{25B703B0-45F9-AF4D-95BF-5DCFD65E5FBA}"/>
                    </a:ext>
                  </a:extLst>
                </p:cNvPr>
                <p:cNvGrpSpPr/>
                <p:nvPr/>
              </p:nvGrpSpPr>
              <p:grpSpPr>
                <a:xfrm>
                  <a:off x="1426553" y="4136253"/>
                  <a:ext cx="3452487" cy="1719017"/>
                  <a:chOff x="1426553" y="4136253"/>
                  <a:chExt cx="3452487" cy="1719017"/>
                </a:xfrm>
              </p:grpSpPr>
              <p:grpSp>
                <p:nvGrpSpPr>
                  <p:cNvPr id="734" name="Group 733">
                    <a:extLst>
                      <a:ext uri="{FF2B5EF4-FFF2-40B4-BE49-F238E27FC236}">
                        <a16:creationId xmlns:a16="http://schemas.microsoft.com/office/drawing/2014/main" id="{61CE85DF-9928-444A-87E7-24AA52EF627D}"/>
                      </a:ext>
                    </a:extLst>
                  </p:cNvPr>
                  <p:cNvGrpSpPr/>
                  <p:nvPr/>
                </p:nvGrpSpPr>
                <p:grpSpPr>
                  <a:xfrm>
                    <a:off x="1426553" y="4136253"/>
                    <a:ext cx="2557336" cy="1719017"/>
                    <a:chOff x="-2170772" y="2784954"/>
                    <a:chExt cx="2712783" cy="1853712"/>
                  </a:xfrm>
                </p:grpSpPr>
                <p:sp>
                  <p:nvSpPr>
                    <p:cNvPr id="737" name="Freeform 2">
                      <a:extLst>
                        <a:ext uri="{FF2B5EF4-FFF2-40B4-BE49-F238E27FC236}">
                          <a16:creationId xmlns:a16="http://schemas.microsoft.com/office/drawing/2014/main" id="{E74A625E-9A5E-C54E-9177-7F6CDAD9708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-2170772" y="2784954"/>
                      <a:ext cx="2712783" cy="1853712"/>
                    </a:xfrm>
                    <a:custGeom>
                      <a:avLst/>
                      <a:gdLst>
                        <a:gd name="T0" fmla="*/ 648763 w 10001"/>
                        <a:gd name="T1" fmla="*/ 34777612 h 10125"/>
                        <a:gd name="T2" fmla="*/ 115976403 w 10001"/>
                        <a:gd name="T3" fmla="*/ 13733703 h 10125"/>
                        <a:gd name="T4" fmla="*/ 507700960 w 10001"/>
                        <a:gd name="T5" fmla="*/ 8662125 h 10125"/>
                        <a:gd name="T6" fmla="*/ 810212713 w 10001"/>
                        <a:gd name="T7" fmla="*/ 0 h 10125"/>
                        <a:gd name="T8" fmla="*/ 1090015738 w 10001"/>
                        <a:gd name="T9" fmla="*/ 8687929 h 10125"/>
                        <a:gd name="T10" fmla="*/ 1310938763 w 10001"/>
                        <a:gd name="T11" fmla="*/ 4279362 h 10125"/>
                        <a:gd name="T12" fmla="*/ 1620263134 w 10001"/>
                        <a:gd name="T13" fmla="*/ 25736690 h 10125"/>
                        <a:gd name="T14" fmla="*/ 1394798364 w 10001"/>
                        <a:gd name="T15" fmla="*/ 58525268 h 10125"/>
                        <a:gd name="T16" fmla="*/ 1134622140 w 10001"/>
                        <a:gd name="T17" fmla="*/ 80266624 h 10125"/>
                        <a:gd name="T18" fmla="*/ 860820276 w 10001"/>
                        <a:gd name="T19" fmla="*/ 76142271 h 10125"/>
                        <a:gd name="T20" fmla="*/ 708996782 w 10001"/>
                        <a:gd name="T21" fmla="*/ 85346835 h 10125"/>
                        <a:gd name="T22" fmla="*/ 509322667 w 10001"/>
                        <a:gd name="T23" fmla="*/ 86268164 h 10125"/>
                        <a:gd name="T24" fmla="*/ 353443899 w 10001"/>
                        <a:gd name="T25" fmla="*/ 67979516 h 10125"/>
                        <a:gd name="T26" fmla="*/ 192536914 w 10001"/>
                        <a:gd name="T27" fmla="*/ 64535347 h 10125"/>
                        <a:gd name="T28" fmla="*/ 648763 w 10001"/>
                        <a:gd name="T29" fmla="*/ 34777612 h 10125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connsiteX0" fmla="*/ 4 w 10040"/>
                        <a:gd name="connsiteY0" fmla="*/ 4039 h 10125"/>
                        <a:gd name="connsiteX1" fmla="*/ 715 w 10040"/>
                        <a:gd name="connsiteY1" fmla="*/ 1595 h 10125"/>
                        <a:gd name="connsiteX2" fmla="*/ 3130 w 10040"/>
                        <a:gd name="connsiteY2" fmla="*/ 1006 h 10125"/>
                        <a:gd name="connsiteX3" fmla="*/ 4995 w 10040"/>
                        <a:gd name="connsiteY3" fmla="*/ 0 h 10125"/>
                        <a:gd name="connsiteX4" fmla="*/ 6720 w 10040"/>
                        <a:gd name="connsiteY4" fmla="*/ 1009 h 10125"/>
                        <a:gd name="connsiteX5" fmla="*/ 9989 w 10040"/>
                        <a:gd name="connsiteY5" fmla="*/ 2989 h 10125"/>
                        <a:gd name="connsiteX6" fmla="*/ 8599 w 10040"/>
                        <a:gd name="connsiteY6" fmla="*/ 6797 h 10125"/>
                        <a:gd name="connsiteX7" fmla="*/ 6995 w 10040"/>
                        <a:gd name="connsiteY7" fmla="*/ 9322 h 10125"/>
                        <a:gd name="connsiteX8" fmla="*/ 5307 w 10040"/>
                        <a:gd name="connsiteY8" fmla="*/ 8843 h 10125"/>
                        <a:gd name="connsiteX9" fmla="*/ 4371 w 10040"/>
                        <a:gd name="connsiteY9" fmla="*/ 9912 h 10125"/>
                        <a:gd name="connsiteX10" fmla="*/ 3140 w 10040"/>
                        <a:gd name="connsiteY10" fmla="*/ 10019 h 10125"/>
                        <a:gd name="connsiteX11" fmla="*/ 2179 w 10040"/>
                        <a:gd name="connsiteY11" fmla="*/ 7895 h 10125"/>
                        <a:gd name="connsiteX12" fmla="*/ 1187 w 10040"/>
                        <a:gd name="connsiteY12" fmla="*/ 7495 h 10125"/>
                        <a:gd name="connsiteX13" fmla="*/ 4 w 10040"/>
                        <a:gd name="connsiteY13" fmla="*/ 4039 h 10125"/>
                        <a:gd name="connsiteX0" fmla="*/ 4 w 8600"/>
                        <a:gd name="connsiteY0" fmla="*/ 4042 h 10128"/>
                        <a:gd name="connsiteX1" fmla="*/ 715 w 8600"/>
                        <a:gd name="connsiteY1" fmla="*/ 1598 h 10128"/>
                        <a:gd name="connsiteX2" fmla="*/ 3130 w 8600"/>
                        <a:gd name="connsiteY2" fmla="*/ 1009 h 10128"/>
                        <a:gd name="connsiteX3" fmla="*/ 4995 w 8600"/>
                        <a:gd name="connsiteY3" fmla="*/ 3 h 10128"/>
                        <a:gd name="connsiteX4" fmla="*/ 6720 w 8600"/>
                        <a:gd name="connsiteY4" fmla="*/ 1012 h 10128"/>
                        <a:gd name="connsiteX5" fmla="*/ 8599 w 8600"/>
                        <a:gd name="connsiteY5" fmla="*/ 6800 h 10128"/>
                        <a:gd name="connsiteX6" fmla="*/ 6995 w 8600"/>
                        <a:gd name="connsiteY6" fmla="*/ 9325 h 10128"/>
                        <a:gd name="connsiteX7" fmla="*/ 5307 w 8600"/>
                        <a:gd name="connsiteY7" fmla="*/ 8846 h 10128"/>
                        <a:gd name="connsiteX8" fmla="*/ 4371 w 8600"/>
                        <a:gd name="connsiteY8" fmla="*/ 9915 h 10128"/>
                        <a:gd name="connsiteX9" fmla="*/ 3140 w 8600"/>
                        <a:gd name="connsiteY9" fmla="*/ 10022 h 10128"/>
                        <a:gd name="connsiteX10" fmla="*/ 2179 w 8600"/>
                        <a:gd name="connsiteY10" fmla="*/ 7898 h 10128"/>
                        <a:gd name="connsiteX11" fmla="*/ 1187 w 8600"/>
                        <a:gd name="connsiteY11" fmla="*/ 7498 h 10128"/>
                        <a:gd name="connsiteX12" fmla="*/ 4 w 8600"/>
                        <a:gd name="connsiteY12" fmla="*/ 4042 h 10128"/>
                        <a:gd name="connsiteX0" fmla="*/ 4 w 9326"/>
                        <a:gd name="connsiteY0" fmla="*/ 3988 h 9997"/>
                        <a:gd name="connsiteX1" fmla="*/ 830 w 9326"/>
                        <a:gd name="connsiteY1" fmla="*/ 1575 h 9997"/>
                        <a:gd name="connsiteX2" fmla="*/ 3639 w 9326"/>
                        <a:gd name="connsiteY2" fmla="*/ 993 h 9997"/>
                        <a:gd name="connsiteX3" fmla="*/ 5807 w 9326"/>
                        <a:gd name="connsiteY3" fmla="*/ 0 h 9997"/>
                        <a:gd name="connsiteX4" fmla="*/ 7813 w 9326"/>
                        <a:gd name="connsiteY4" fmla="*/ 996 h 9997"/>
                        <a:gd name="connsiteX5" fmla="*/ 9324 w 9326"/>
                        <a:gd name="connsiteY5" fmla="*/ 5746 h 9997"/>
                        <a:gd name="connsiteX6" fmla="*/ 8133 w 9326"/>
                        <a:gd name="connsiteY6" fmla="*/ 9204 h 9997"/>
                        <a:gd name="connsiteX7" fmla="*/ 6170 w 9326"/>
                        <a:gd name="connsiteY7" fmla="*/ 8731 h 9997"/>
                        <a:gd name="connsiteX8" fmla="*/ 5082 w 9326"/>
                        <a:gd name="connsiteY8" fmla="*/ 9787 h 9997"/>
                        <a:gd name="connsiteX9" fmla="*/ 3650 w 9326"/>
                        <a:gd name="connsiteY9" fmla="*/ 9892 h 9997"/>
                        <a:gd name="connsiteX10" fmla="*/ 2533 w 9326"/>
                        <a:gd name="connsiteY10" fmla="*/ 7795 h 9997"/>
                        <a:gd name="connsiteX11" fmla="*/ 1379 w 9326"/>
                        <a:gd name="connsiteY11" fmla="*/ 7400 h 9997"/>
                        <a:gd name="connsiteX12" fmla="*/ 4 w 9326"/>
                        <a:gd name="connsiteY12" fmla="*/ 3988 h 9997"/>
                        <a:gd name="connsiteX0" fmla="*/ 4 w 10001"/>
                        <a:gd name="connsiteY0" fmla="*/ 3989 h 10041"/>
                        <a:gd name="connsiteX1" fmla="*/ 890 w 10001"/>
                        <a:gd name="connsiteY1" fmla="*/ 1575 h 10041"/>
                        <a:gd name="connsiteX2" fmla="*/ 3902 w 10001"/>
                        <a:gd name="connsiteY2" fmla="*/ 993 h 10041"/>
                        <a:gd name="connsiteX3" fmla="*/ 6227 w 10001"/>
                        <a:gd name="connsiteY3" fmla="*/ 0 h 10041"/>
                        <a:gd name="connsiteX4" fmla="*/ 8378 w 10001"/>
                        <a:gd name="connsiteY4" fmla="*/ 996 h 10041"/>
                        <a:gd name="connsiteX5" fmla="*/ 9998 w 10001"/>
                        <a:gd name="connsiteY5" fmla="*/ 5748 h 10041"/>
                        <a:gd name="connsiteX6" fmla="*/ 8721 w 10001"/>
                        <a:gd name="connsiteY6" fmla="*/ 9207 h 10041"/>
                        <a:gd name="connsiteX7" fmla="*/ 5449 w 10001"/>
                        <a:gd name="connsiteY7" fmla="*/ 9790 h 10041"/>
                        <a:gd name="connsiteX8" fmla="*/ 3914 w 10001"/>
                        <a:gd name="connsiteY8" fmla="*/ 9895 h 10041"/>
                        <a:gd name="connsiteX9" fmla="*/ 2716 w 10001"/>
                        <a:gd name="connsiteY9" fmla="*/ 7797 h 10041"/>
                        <a:gd name="connsiteX10" fmla="*/ 1479 w 10001"/>
                        <a:gd name="connsiteY10" fmla="*/ 7402 h 10041"/>
                        <a:gd name="connsiteX11" fmla="*/ 4 w 10001"/>
                        <a:gd name="connsiteY11" fmla="*/ 3989 h 10041"/>
                        <a:gd name="connsiteX0" fmla="*/ 4 w 10001"/>
                        <a:gd name="connsiteY0" fmla="*/ 3989 h 14825"/>
                        <a:gd name="connsiteX1" fmla="*/ 890 w 10001"/>
                        <a:gd name="connsiteY1" fmla="*/ 1575 h 14825"/>
                        <a:gd name="connsiteX2" fmla="*/ 3902 w 10001"/>
                        <a:gd name="connsiteY2" fmla="*/ 993 h 14825"/>
                        <a:gd name="connsiteX3" fmla="*/ 6227 w 10001"/>
                        <a:gd name="connsiteY3" fmla="*/ 0 h 14825"/>
                        <a:gd name="connsiteX4" fmla="*/ 8378 w 10001"/>
                        <a:gd name="connsiteY4" fmla="*/ 996 h 14825"/>
                        <a:gd name="connsiteX5" fmla="*/ 9998 w 10001"/>
                        <a:gd name="connsiteY5" fmla="*/ 5748 h 14825"/>
                        <a:gd name="connsiteX6" fmla="*/ 8721 w 10001"/>
                        <a:gd name="connsiteY6" fmla="*/ 9207 h 14825"/>
                        <a:gd name="connsiteX7" fmla="*/ 6011 w 10001"/>
                        <a:gd name="connsiteY7" fmla="*/ 14823 h 14825"/>
                        <a:gd name="connsiteX8" fmla="*/ 3914 w 10001"/>
                        <a:gd name="connsiteY8" fmla="*/ 9895 h 14825"/>
                        <a:gd name="connsiteX9" fmla="*/ 2716 w 10001"/>
                        <a:gd name="connsiteY9" fmla="*/ 7797 h 14825"/>
                        <a:gd name="connsiteX10" fmla="*/ 1479 w 10001"/>
                        <a:gd name="connsiteY10" fmla="*/ 7402 h 14825"/>
                        <a:gd name="connsiteX11" fmla="*/ 4 w 10001"/>
                        <a:gd name="connsiteY11" fmla="*/ 3989 h 14825"/>
                        <a:gd name="connsiteX0" fmla="*/ 4 w 10001"/>
                        <a:gd name="connsiteY0" fmla="*/ 7436 h 18272"/>
                        <a:gd name="connsiteX1" fmla="*/ 890 w 10001"/>
                        <a:gd name="connsiteY1" fmla="*/ 5022 h 18272"/>
                        <a:gd name="connsiteX2" fmla="*/ 3902 w 10001"/>
                        <a:gd name="connsiteY2" fmla="*/ 4440 h 18272"/>
                        <a:gd name="connsiteX3" fmla="*/ 6026 w 10001"/>
                        <a:gd name="connsiteY3" fmla="*/ 0 h 18272"/>
                        <a:gd name="connsiteX4" fmla="*/ 8378 w 10001"/>
                        <a:gd name="connsiteY4" fmla="*/ 4443 h 18272"/>
                        <a:gd name="connsiteX5" fmla="*/ 9998 w 10001"/>
                        <a:gd name="connsiteY5" fmla="*/ 9195 h 18272"/>
                        <a:gd name="connsiteX6" fmla="*/ 8721 w 10001"/>
                        <a:gd name="connsiteY6" fmla="*/ 12654 h 18272"/>
                        <a:gd name="connsiteX7" fmla="*/ 6011 w 10001"/>
                        <a:gd name="connsiteY7" fmla="*/ 18270 h 18272"/>
                        <a:gd name="connsiteX8" fmla="*/ 3914 w 10001"/>
                        <a:gd name="connsiteY8" fmla="*/ 13342 h 18272"/>
                        <a:gd name="connsiteX9" fmla="*/ 2716 w 10001"/>
                        <a:gd name="connsiteY9" fmla="*/ 11244 h 18272"/>
                        <a:gd name="connsiteX10" fmla="*/ 1479 w 10001"/>
                        <a:gd name="connsiteY10" fmla="*/ 10849 h 18272"/>
                        <a:gd name="connsiteX11" fmla="*/ 4 w 10001"/>
                        <a:gd name="connsiteY11" fmla="*/ 7436 h 18272"/>
                        <a:gd name="connsiteX0" fmla="*/ 1 w 9998"/>
                        <a:gd name="connsiteY0" fmla="*/ 7436 h 18272"/>
                        <a:gd name="connsiteX1" fmla="*/ 3899 w 9998"/>
                        <a:gd name="connsiteY1" fmla="*/ 4440 h 18272"/>
                        <a:gd name="connsiteX2" fmla="*/ 6023 w 9998"/>
                        <a:gd name="connsiteY2" fmla="*/ 0 h 18272"/>
                        <a:gd name="connsiteX3" fmla="*/ 8375 w 9998"/>
                        <a:gd name="connsiteY3" fmla="*/ 4443 h 18272"/>
                        <a:gd name="connsiteX4" fmla="*/ 9995 w 9998"/>
                        <a:gd name="connsiteY4" fmla="*/ 9195 h 18272"/>
                        <a:gd name="connsiteX5" fmla="*/ 8718 w 9998"/>
                        <a:gd name="connsiteY5" fmla="*/ 12654 h 18272"/>
                        <a:gd name="connsiteX6" fmla="*/ 6008 w 9998"/>
                        <a:gd name="connsiteY6" fmla="*/ 18270 h 18272"/>
                        <a:gd name="connsiteX7" fmla="*/ 3911 w 9998"/>
                        <a:gd name="connsiteY7" fmla="*/ 13342 h 18272"/>
                        <a:gd name="connsiteX8" fmla="*/ 2713 w 9998"/>
                        <a:gd name="connsiteY8" fmla="*/ 11244 h 18272"/>
                        <a:gd name="connsiteX9" fmla="*/ 1476 w 9998"/>
                        <a:gd name="connsiteY9" fmla="*/ 10849 h 18272"/>
                        <a:gd name="connsiteX10" fmla="*/ 1 w 9998"/>
                        <a:gd name="connsiteY10" fmla="*/ 7436 h 18272"/>
                        <a:gd name="connsiteX0" fmla="*/ 35 w 8559"/>
                        <a:gd name="connsiteY0" fmla="*/ 5938 h 10000"/>
                        <a:gd name="connsiteX1" fmla="*/ 2459 w 8559"/>
                        <a:gd name="connsiteY1" fmla="*/ 2430 h 10000"/>
                        <a:gd name="connsiteX2" fmla="*/ 4583 w 8559"/>
                        <a:gd name="connsiteY2" fmla="*/ 0 h 10000"/>
                        <a:gd name="connsiteX3" fmla="*/ 6936 w 8559"/>
                        <a:gd name="connsiteY3" fmla="*/ 2432 h 10000"/>
                        <a:gd name="connsiteX4" fmla="*/ 8556 w 8559"/>
                        <a:gd name="connsiteY4" fmla="*/ 5032 h 10000"/>
                        <a:gd name="connsiteX5" fmla="*/ 7279 w 8559"/>
                        <a:gd name="connsiteY5" fmla="*/ 6925 h 10000"/>
                        <a:gd name="connsiteX6" fmla="*/ 4568 w 8559"/>
                        <a:gd name="connsiteY6" fmla="*/ 9999 h 10000"/>
                        <a:gd name="connsiteX7" fmla="*/ 2471 w 8559"/>
                        <a:gd name="connsiteY7" fmla="*/ 7302 h 10000"/>
                        <a:gd name="connsiteX8" fmla="*/ 1273 w 8559"/>
                        <a:gd name="connsiteY8" fmla="*/ 6154 h 10000"/>
                        <a:gd name="connsiteX9" fmla="*/ 35 w 8559"/>
                        <a:gd name="connsiteY9" fmla="*/ 5938 h 10000"/>
                        <a:gd name="connsiteX0" fmla="*/ 49 w 9820"/>
                        <a:gd name="connsiteY0" fmla="*/ 4655 h 10000"/>
                        <a:gd name="connsiteX1" fmla="*/ 2693 w 9820"/>
                        <a:gd name="connsiteY1" fmla="*/ 2430 h 10000"/>
                        <a:gd name="connsiteX2" fmla="*/ 5175 w 9820"/>
                        <a:gd name="connsiteY2" fmla="*/ 0 h 10000"/>
                        <a:gd name="connsiteX3" fmla="*/ 7924 w 9820"/>
                        <a:gd name="connsiteY3" fmla="*/ 2432 h 10000"/>
                        <a:gd name="connsiteX4" fmla="*/ 9816 w 9820"/>
                        <a:gd name="connsiteY4" fmla="*/ 5032 h 10000"/>
                        <a:gd name="connsiteX5" fmla="*/ 8324 w 9820"/>
                        <a:gd name="connsiteY5" fmla="*/ 6925 h 10000"/>
                        <a:gd name="connsiteX6" fmla="*/ 5157 w 9820"/>
                        <a:gd name="connsiteY6" fmla="*/ 9999 h 10000"/>
                        <a:gd name="connsiteX7" fmla="*/ 2707 w 9820"/>
                        <a:gd name="connsiteY7" fmla="*/ 7302 h 10000"/>
                        <a:gd name="connsiteX8" fmla="*/ 1307 w 9820"/>
                        <a:gd name="connsiteY8" fmla="*/ 6154 h 10000"/>
                        <a:gd name="connsiteX9" fmla="*/ 49 w 9820"/>
                        <a:gd name="connsiteY9" fmla="*/ 4655 h 10000"/>
                        <a:gd name="connsiteX0" fmla="*/ 45 w 9995"/>
                        <a:gd name="connsiteY0" fmla="*/ 4655 h 10000"/>
                        <a:gd name="connsiteX1" fmla="*/ 2737 w 9995"/>
                        <a:gd name="connsiteY1" fmla="*/ 2430 h 10000"/>
                        <a:gd name="connsiteX2" fmla="*/ 5265 w 9995"/>
                        <a:gd name="connsiteY2" fmla="*/ 0 h 10000"/>
                        <a:gd name="connsiteX3" fmla="*/ 8064 w 9995"/>
                        <a:gd name="connsiteY3" fmla="*/ 2432 h 10000"/>
                        <a:gd name="connsiteX4" fmla="*/ 9991 w 9995"/>
                        <a:gd name="connsiteY4" fmla="*/ 5032 h 10000"/>
                        <a:gd name="connsiteX5" fmla="*/ 8472 w 9995"/>
                        <a:gd name="connsiteY5" fmla="*/ 6925 h 10000"/>
                        <a:gd name="connsiteX6" fmla="*/ 5247 w 9995"/>
                        <a:gd name="connsiteY6" fmla="*/ 9999 h 10000"/>
                        <a:gd name="connsiteX7" fmla="*/ 2752 w 9995"/>
                        <a:gd name="connsiteY7" fmla="*/ 7302 h 10000"/>
                        <a:gd name="connsiteX8" fmla="*/ 1374 w 9995"/>
                        <a:gd name="connsiteY8" fmla="*/ 6984 h 10000"/>
                        <a:gd name="connsiteX9" fmla="*/ 45 w 9995"/>
                        <a:gd name="connsiteY9" fmla="*/ 4655 h 10000"/>
                        <a:gd name="connsiteX0" fmla="*/ 45 w 10000"/>
                        <a:gd name="connsiteY0" fmla="*/ 5032 h 10377"/>
                        <a:gd name="connsiteX1" fmla="*/ 2738 w 10000"/>
                        <a:gd name="connsiteY1" fmla="*/ 2807 h 10377"/>
                        <a:gd name="connsiteX2" fmla="*/ 4886 w 10000"/>
                        <a:gd name="connsiteY2" fmla="*/ 0 h 10377"/>
                        <a:gd name="connsiteX3" fmla="*/ 8068 w 10000"/>
                        <a:gd name="connsiteY3" fmla="*/ 2809 h 10377"/>
                        <a:gd name="connsiteX4" fmla="*/ 9996 w 10000"/>
                        <a:gd name="connsiteY4" fmla="*/ 5409 h 10377"/>
                        <a:gd name="connsiteX5" fmla="*/ 8476 w 10000"/>
                        <a:gd name="connsiteY5" fmla="*/ 7302 h 10377"/>
                        <a:gd name="connsiteX6" fmla="*/ 5250 w 10000"/>
                        <a:gd name="connsiteY6" fmla="*/ 10376 h 10377"/>
                        <a:gd name="connsiteX7" fmla="*/ 2753 w 10000"/>
                        <a:gd name="connsiteY7" fmla="*/ 7679 h 10377"/>
                        <a:gd name="connsiteX8" fmla="*/ 1375 w 10000"/>
                        <a:gd name="connsiteY8" fmla="*/ 7361 h 10377"/>
                        <a:gd name="connsiteX9" fmla="*/ 45 w 10000"/>
                        <a:gd name="connsiteY9" fmla="*/ 5032 h 10377"/>
                        <a:gd name="connsiteX0" fmla="*/ 45 w 10000"/>
                        <a:gd name="connsiteY0" fmla="*/ 5036 h 10381"/>
                        <a:gd name="connsiteX1" fmla="*/ 2738 w 10000"/>
                        <a:gd name="connsiteY1" fmla="*/ 2811 h 10381"/>
                        <a:gd name="connsiteX2" fmla="*/ 4886 w 10000"/>
                        <a:gd name="connsiteY2" fmla="*/ 4 h 10381"/>
                        <a:gd name="connsiteX3" fmla="*/ 8068 w 10000"/>
                        <a:gd name="connsiteY3" fmla="*/ 2813 h 10381"/>
                        <a:gd name="connsiteX4" fmla="*/ 9996 w 10000"/>
                        <a:gd name="connsiteY4" fmla="*/ 5413 h 10381"/>
                        <a:gd name="connsiteX5" fmla="*/ 8476 w 10000"/>
                        <a:gd name="connsiteY5" fmla="*/ 7306 h 10381"/>
                        <a:gd name="connsiteX6" fmla="*/ 5250 w 10000"/>
                        <a:gd name="connsiteY6" fmla="*/ 10380 h 10381"/>
                        <a:gd name="connsiteX7" fmla="*/ 2753 w 10000"/>
                        <a:gd name="connsiteY7" fmla="*/ 7683 h 10381"/>
                        <a:gd name="connsiteX8" fmla="*/ 1375 w 10000"/>
                        <a:gd name="connsiteY8" fmla="*/ 7365 h 10381"/>
                        <a:gd name="connsiteX9" fmla="*/ 45 w 10000"/>
                        <a:gd name="connsiteY9" fmla="*/ 5036 h 10381"/>
                        <a:gd name="connsiteX0" fmla="*/ 45 w 10000"/>
                        <a:gd name="connsiteY0" fmla="*/ 5036 h 10796"/>
                        <a:gd name="connsiteX1" fmla="*/ 2738 w 10000"/>
                        <a:gd name="connsiteY1" fmla="*/ 2811 h 10796"/>
                        <a:gd name="connsiteX2" fmla="*/ 4886 w 10000"/>
                        <a:gd name="connsiteY2" fmla="*/ 4 h 10796"/>
                        <a:gd name="connsiteX3" fmla="*/ 8068 w 10000"/>
                        <a:gd name="connsiteY3" fmla="*/ 2813 h 10796"/>
                        <a:gd name="connsiteX4" fmla="*/ 9996 w 10000"/>
                        <a:gd name="connsiteY4" fmla="*/ 5413 h 10796"/>
                        <a:gd name="connsiteX5" fmla="*/ 8476 w 10000"/>
                        <a:gd name="connsiteY5" fmla="*/ 7306 h 10796"/>
                        <a:gd name="connsiteX6" fmla="*/ 5202 w 10000"/>
                        <a:gd name="connsiteY6" fmla="*/ 10795 h 10796"/>
                        <a:gd name="connsiteX7" fmla="*/ 2753 w 10000"/>
                        <a:gd name="connsiteY7" fmla="*/ 7683 h 10796"/>
                        <a:gd name="connsiteX8" fmla="*/ 1375 w 10000"/>
                        <a:gd name="connsiteY8" fmla="*/ 7365 h 10796"/>
                        <a:gd name="connsiteX9" fmla="*/ 45 w 10000"/>
                        <a:gd name="connsiteY9" fmla="*/ 5036 h 10796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000" h="10795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grpSp>
                  <p:nvGrpSpPr>
                    <p:cNvPr id="738" name="Group 737">
                      <a:extLst>
                        <a:ext uri="{FF2B5EF4-FFF2-40B4-BE49-F238E27FC236}">
                          <a16:creationId xmlns:a16="http://schemas.microsoft.com/office/drawing/2014/main" id="{005DCEEF-EFC7-514E-8C89-60C23B8D100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739" name="Group 738">
                        <a:extLst>
                          <a:ext uri="{FF2B5EF4-FFF2-40B4-BE49-F238E27FC236}">
                            <a16:creationId xmlns:a16="http://schemas.microsoft.com/office/drawing/2014/main" id="{AAB72804-6BE8-5748-9B24-6E0EE728AAD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86" name="Group 327">
                          <a:extLst>
                            <a:ext uri="{FF2B5EF4-FFF2-40B4-BE49-F238E27FC236}">
                              <a16:creationId xmlns:a16="http://schemas.microsoft.com/office/drawing/2014/main" id="{FA68E032-55E8-8B40-ABAE-F05183A62D56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90" name="Oval 789">
                            <a:extLst>
                              <a:ext uri="{FF2B5EF4-FFF2-40B4-BE49-F238E27FC236}">
                                <a16:creationId xmlns:a16="http://schemas.microsoft.com/office/drawing/2014/main" id="{BD10E64F-4CF2-F34E-AEB0-AD8997DFD8B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91" name="Rectangle 790">
                            <a:extLst>
                              <a:ext uri="{FF2B5EF4-FFF2-40B4-BE49-F238E27FC236}">
                                <a16:creationId xmlns:a16="http://schemas.microsoft.com/office/drawing/2014/main" id="{AE94B377-C034-D840-B45A-4702304B161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92" name="Oval 791">
                            <a:extLst>
                              <a:ext uri="{FF2B5EF4-FFF2-40B4-BE49-F238E27FC236}">
                                <a16:creationId xmlns:a16="http://schemas.microsoft.com/office/drawing/2014/main" id="{58728178-E5A9-DC40-B418-327E8A4F9D8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93" name="Freeform 792">
                            <a:extLst>
                              <a:ext uri="{FF2B5EF4-FFF2-40B4-BE49-F238E27FC236}">
                                <a16:creationId xmlns:a16="http://schemas.microsoft.com/office/drawing/2014/main" id="{5AEB7CD2-090F-794C-AA70-233ED633DA2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94" name="Freeform 793">
                            <a:extLst>
                              <a:ext uri="{FF2B5EF4-FFF2-40B4-BE49-F238E27FC236}">
                                <a16:creationId xmlns:a16="http://schemas.microsoft.com/office/drawing/2014/main" id="{83125BAA-FA09-E747-974E-E0F54A470A4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95" name="Freeform 794">
                            <a:extLst>
                              <a:ext uri="{FF2B5EF4-FFF2-40B4-BE49-F238E27FC236}">
                                <a16:creationId xmlns:a16="http://schemas.microsoft.com/office/drawing/2014/main" id="{87103A88-30C2-5345-982D-0F945134F71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96" name="Freeform 795">
                            <a:extLst>
                              <a:ext uri="{FF2B5EF4-FFF2-40B4-BE49-F238E27FC236}">
                                <a16:creationId xmlns:a16="http://schemas.microsoft.com/office/drawing/2014/main" id="{5047CBF9-975B-9C45-99F0-408800C1BB7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797" name="Straight Connector 796">
                            <a:extLst>
                              <a:ext uri="{FF2B5EF4-FFF2-40B4-BE49-F238E27FC236}">
                                <a16:creationId xmlns:a16="http://schemas.microsoft.com/office/drawing/2014/main" id="{AD2BA30B-6DEF-894C-907B-399D236BCF34}"/>
                              </a:ext>
                            </a:extLst>
                          </p:cNvPr>
                          <p:cNvCxnSpPr>
                            <a:endCxn id="792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98" name="Straight Connector 797">
                            <a:extLst>
                              <a:ext uri="{FF2B5EF4-FFF2-40B4-BE49-F238E27FC236}">
                                <a16:creationId xmlns:a16="http://schemas.microsoft.com/office/drawing/2014/main" id="{F207D725-2B15-474F-90B1-EFB0D8D008A9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87" name="Group 786">
                          <a:extLst>
                            <a:ext uri="{FF2B5EF4-FFF2-40B4-BE49-F238E27FC236}">
                              <a16:creationId xmlns:a16="http://schemas.microsoft.com/office/drawing/2014/main" id="{B2436551-7EC1-D94E-88A5-A751023040D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88" name="Oval 787">
                            <a:extLst>
                              <a:ext uri="{FF2B5EF4-FFF2-40B4-BE49-F238E27FC236}">
                                <a16:creationId xmlns:a16="http://schemas.microsoft.com/office/drawing/2014/main" id="{ACD4F590-5511-8C49-856C-D9F61EC3A6F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89" name="TextBox 788">
                            <a:extLst>
                              <a:ext uri="{FF2B5EF4-FFF2-40B4-BE49-F238E27FC236}">
                                <a16:creationId xmlns:a16="http://schemas.microsoft.com/office/drawing/2014/main" id="{C2CDE2C1-D78A-0441-8274-26D8DC0CF38C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1b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740" name="Group 739">
                        <a:extLst>
                          <a:ext uri="{FF2B5EF4-FFF2-40B4-BE49-F238E27FC236}">
                            <a16:creationId xmlns:a16="http://schemas.microsoft.com/office/drawing/2014/main" id="{30B06503-E49F-DC47-9B3A-3731490D11B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73" name="Group 327">
                          <a:extLst>
                            <a:ext uri="{FF2B5EF4-FFF2-40B4-BE49-F238E27FC236}">
                              <a16:creationId xmlns:a16="http://schemas.microsoft.com/office/drawing/2014/main" id="{2DF5F91E-84FA-834A-B744-DDF2B6BE2C6B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77" name="Oval 776">
                            <a:extLst>
                              <a:ext uri="{FF2B5EF4-FFF2-40B4-BE49-F238E27FC236}">
                                <a16:creationId xmlns:a16="http://schemas.microsoft.com/office/drawing/2014/main" id="{E9733A7F-2AA5-2E4A-A2DB-9A5E4827636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78" name="Rectangle 777">
                            <a:extLst>
                              <a:ext uri="{FF2B5EF4-FFF2-40B4-BE49-F238E27FC236}">
                                <a16:creationId xmlns:a16="http://schemas.microsoft.com/office/drawing/2014/main" id="{42A70AC3-35DD-6C4E-81FA-829BE6DA3CA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79" name="Oval 778">
                            <a:extLst>
                              <a:ext uri="{FF2B5EF4-FFF2-40B4-BE49-F238E27FC236}">
                                <a16:creationId xmlns:a16="http://schemas.microsoft.com/office/drawing/2014/main" id="{A2304BF1-3DDD-9340-8A84-AE9C369F51D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80" name="Freeform 779">
                            <a:extLst>
                              <a:ext uri="{FF2B5EF4-FFF2-40B4-BE49-F238E27FC236}">
                                <a16:creationId xmlns:a16="http://schemas.microsoft.com/office/drawing/2014/main" id="{C3970DA3-3E29-074C-AC04-97FF17D7508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81" name="Freeform 780">
                            <a:extLst>
                              <a:ext uri="{FF2B5EF4-FFF2-40B4-BE49-F238E27FC236}">
                                <a16:creationId xmlns:a16="http://schemas.microsoft.com/office/drawing/2014/main" id="{A39C2CAD-8AE3-D646-96F8-76FA1622C78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82" name="Freeform 781">
                            <a:extLst>
                              <a:ext uri="{FF2B5EF4-FFF2-40B4-BE49-F238E27FC236}">
                                <a16:creationId xmlns:a16="http://schemas.microsoft.com/office/drawing/2014/main" id="{8E58313C-9438-C241-BDDB-74043441908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83" name="Freeform 782">
                            <a:extLst>
                              <a:ext uri="{FF2B5EF4-FFF2-40B4-BE49-F238E27FC236}">
                                <a16:creationId xmlns:a16="http://schemas.microsoft.com/office/drawing/2014/main" id="{9CBF95A9-3F3A-1444-B368-813148C6B13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784" name="Straight Connector 783">
                            <a:extLst>
                              <a:ext uri="{FF2B5EF4-FFF2-40B4-BE49-F238E27FC236}">
                                <a16:creationId xmlns:a16="http://schemas.microsoft.com/office/drawing/2014/main" id="{A0367D39-3CC9-2441-B780-91D982F2F0E8}"/>
                              </a:ext>
                            </a:extLst>
                          </p:cNvPr>
                          <p:cNvCxnSpPr>
                            <a:endCxn id="779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85" name="Straight Connector 784">
                            <a:extLst>
                              <a:ext uri="{FF2B5EF4-FFF2-40B4-BE49-F238E27FC236}">
                                <a16:creationId xmlns:a16="http://schemas.microsoft.com/office/drawing/2014/main" id="{8F40F5A7-D40E-8B4C-AFDC-FC86F9537BCD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74" name="Group 773">
                          <a:extLst>
                            <a:ext uri="{FF2B5EF4-FFF2-40B4-BE49-F238E27FC236}">
                              <a16:creationId xmlns:a16="http://schemas.microsoft.com/office/drawing/2014/main" id="{192D6118-E0AD-F84C-A99E-31288D389E7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75" name="Oval 774">
                            <a:extLst>
                              <a:ext uri="{FF2B5EF4-FFF2-40B4-BE49-F238E27FC236}">
                                <a16:creationId xmlns:a16="http://schemas.microsoft.com/office/drawing/2014/main" id="{FD8BB520-2A90-7449-A407-C092110AE6D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76" name="TextBox 775">
                            <a:extLst>
                              <a:ext uri="{FF2B5EF4-FFF2-40B4-BE49-F238E27FC236}">
                                <a16:creationId xmlns:a16="http://schemas.microsoft.com/office/drawing/2014/main" id="{0F6981BB-37AF-5849-86B5-6BCEE26BBDC0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1d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741" name="Group 740">
                        <a:extLst>
                          <a:ext uri="{FF2B5EF4-FFF2-40B4-BE49-F238E27FC236}">
                            <a16:creationId xmlns:a16="http://schemas.microsoft.com/office/drawing/2014/main" id="{32F58F87-527B-1B40-ACA5-ACBABC3E393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60" name="Group 327">
                          <a:extLst>
                            <a:ext uri="{FF2B5EF4-FFF2-40B4-BE49-F238E27FC236}">
                              <a16:creationId xmlns:a16="http://schemas.microsoft.com/office/drawing/2014/main" id="{26A2847C-9B2E-3B4D-A0A8-23BF9E8573CE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64" name="Oval 763">
                            <a:extLst>
                              <a:ext uri="{FF2B5EF4-FFF2-40B4-BE49-F238E27FC236}">
                                <a16:creationId xmlns:a16="http://schemas.microsoft.com/office/drawing/2014/main" id="{30C26719-CE59-9542-89AE-113EE4378C1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65" name="Rectangle 764">
                            <a:extLst>
                              <a:ext uri="{FF2B5EF4-FFF2-40B4-BE49-F238E27FC236}">
                                <a16:creationId xmlns:a16="http://schemas.microsoft.com/office/drawing/2014/main" id="{A8E5EF72-8959-A141-A27F-DCBB3B6FC5F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66" name="Oval 765">
                            <a:extLst>
                              <a:ext uri="{FF2B5EF4-FFF2-40B4-BE49-F238E27FC236}">
                                <a16:creationId xmlns:a16="http://schemas.microsoft.com/office/drawing/2014/main" id="{DB0E1E96-6E05-444E-AFE1-7FED441A28D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67" name="Freeform 766">
                            <a:extLst>
                              <a:ext uri="{FF2B5EF4-FFF2-40B4-BE49-F238E27FC236}">
                                <a16:creationId xmlns:a16="http://schemas.microsoft.com/office/drawing/2014/main" id="{D804BAE9-01C9-F04F-864A-DC69CA8704C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68" name="Freeform 767">
                            <a:extLst>
                              <a:ext uri="{FF2B5EF4-FFF2-40B4-BE49-F238E27FC236}">
                                <a16:creationId xmlns:a16="http://schemas.microsoft.com/office/drawing/2014/main" id="{B80D1005-8D7E-794B-B66A-BBEE9BB83D4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69" name="Freeform 768">
                            <a:extLst>
                              <a:ext uri="{FF2B5EF4-FFF2-40B4-BE49-F238E27FC236}">
                                <a16:creationId xmlns:a16="http://schemas.microsoft.com/office/drawing/2014/main" id="{26061C07-030E-2943-8233-ED972C0F1DE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70" name="Freeform 769">
                            <a:extLst>
                              <a:ext uri="{FF2B5EF4-FFF2-40B4-BE49-F238E27FC236}">
                                <a16:creationId xmlns:a16="http://schemas.microsoft.com/office/drawing/2014/main" id="{3BC56B66-F93D-6E4E-9C3A-FA330ACFD48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771" name="Straight Connector 770">
                            <a:extLst>
                              <a:ext uri="{FF2B5EF4-FFF2-40B4-BE49-F238E27FC236}">
                                <a16:creationId xmlns:a16="http://schemas.microsoft.com/office/drawing/2014/main" id="{FA079037-40EF-364F-8071-B27874032277}"/>
                              </a:ext>
                            </a:extLst>
                          </p:cNvPr>
                          <p:cNvCxnSpPr>
                            <a:endCxn id="766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72" name="Straight Connector 771">
                            <a:extLst>
                              <a:ext uri="{FF2B5EF4-FFF2-40B4-BE49-F238E27FC236}">
                                <a16:creationId xmlns:a16="http://schemas.microsoft.com/office/drawing/2014/main" id="{D68AD61A-014B-2C44-AEA7-6534E8E342D2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61" name="Group 760">
                          <a:extLst>
                            <a:ext uri="{FF2B5EF4-FFF2-40B4-BE49-F238E27FC236}">
                              <a16:creationId xmlns:a16="http://schemas.microsoft.com/office/drawing/2014/main" id="{87F5F90C-BD59-C24C-B311-C965CD629E1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762" name="Oval 761">
                            <a:extLst>
                              <a:ext uri="{FF2B5EF4-FFF2-40B4-BE49-F238E27FC236}">
                                <a16:creationId xmlns:a16="http://schemas.microsoft.com/office/drawing/2014/main" id="{7C520CBA-321F-F843-9FC1-D6E80EC7AED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63" name="TextBox 762">
                            <a:extLst>
                              <a:ext uri="{FF2B5EF4-FFF2-40B4-BE49-F238E27FC236}">
                                <a16:creationId xmlns:a16="http://schemas.microsoft.com/office/drawing/2014/main" id="{ECCEE075-3442-A44F-BF70-46ED02410670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1c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742" name="Group 741">
                        <a:extLst>
                          <a:ext uri="{FF2B5EF4-FFF2-40B4-BE49-F238E27FC236}">
                            <a16:creationId xmlns:a16="http://schemas.microsoft.com/office/drawing/2014/main" id="{A020CA2E-AA9F-4E45-9B49-88BD8CF4D58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47" name="Group 327">
                          <a:extLst>
                            <a:ext uri="{FF2B5EF4-FFF2-40B4-BE49-F238E27FC236}">
                              <a16:creationId xmlns:a16="http://schemas.microsoft.com/office/drawing/2014/main" id="{1D1A1E72-3B17-A940-AC16-3BF9D55AC222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51" name="Oval 750">
                            <a:extLst>
                              <a:ext uri="{FF2B5EF4-FFF2-40B4-BE49-F238E27FC236}">
                                <a16:creationId xmlns:a16="http://schemas.microsoft.com/office/drawing/2014/main" id="{B433E55A-8E54-A948-BFFA-495C9897ED5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52" name="Rectangle 751">
                            <a:extLst>
                              <a:ext uri="{FF2B5EF4-FFF2-40B4-BE49-F238E27FC236}">
                                <a16:creationId xmlns:a16="http://schemas.microsoft.com/office/drawing/2014/main" id="{1FAC2971-718D-8749-B0A3-A391F5616E3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53" name="Oval 752">
                            <a:extLst>
                              <a:ext uri="{FF2B5EF4-FFF2-40B4-BE49-F238E27FC236}">
                                <a16:creationId xmlns:a16="http://schemas.microsoft.com/office/drawing/2014/main" id="{9CB00B62-F2EF-4245-907B-8857ED29453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54" name="Freeform 753">
                            <a:extLst>
                              <a:ext uri="{FF2B5EF4-FFF2-40B4-BE49-F238E27FC236}">
                                <a16:creationId xmlns:a16="http://schemas.microsoft.com/office/drawing/2014/main" id="{776591EF-CB11-1B4F-8B98-2BD58542544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55" name="Freeform 754">
                            <a:extLst>
                              <a:ext uri="{FF2B5EF4-FFF2-40B4-BE49-F238E27FC236}">
                                <a16:creationId xmlns:a16="http://schemas.microsoft.com/office/drawing/2014/main" id="{70168348-6BB3-A44B-B3DC-B315B168EF4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56" name="Freeform 755">
                            <a:extLst>
                              <a:ext uri="{FF2B5EF4-FFF2-40B4-BE49-F238E27FC236}">
                                <a16:creationId xmlns:a16="http://schemas.microsoft.com/office/drawing/2014/main" id="{5BBBC961-9879-9F47-83D3-63D60E7E761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57" name="Freeform 756">
                            <a:extLst>
                              <a:ext uri="{FF2B5EF4-FFF2-40B4-BE49-F238E27FC236}">
                                <a16:creationId xmlns:a16="http://schemas.microsoft.com/office/drawing/2014/main" id="{9F7AF4E8-DF0D-574C-AE6D-C228DDB0043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758" name="Straight Connector 757">
                            <a:extLst>
                              <a:ext uri="{FF2B5EF4-FFF2-40B4-BE49-F238E27FC236}">
                                <a16:creationId xmlns:a16="http://schemas.microsoft.com/office/drawing/2014/main" id="{AFD7AD8E-766C-EF47-B73B-8661F3511F9F}"/>
                              </a:ext>
                            </a:extLst>
                          </p:cNvPr>
                          <p:cNvCxnSpPr>
                            <a:endCxn id="753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59" name="Straight Connector 758">
                            <a:extLst>
                              <a:ext uri="{FF2B5EF4-FFF2-40B4-BE49-F238E27FC236}">
                                <a16:creationId xmlns:a16="http://schemas.microsoft.com/office/drawing/2014/main" id="{18A9AECB-70DF-CD4B-8109-6E3587A404DB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48" name="Group 747">
                          <a:extLst>
                            <a:ext uri="{FF2B5EF4-FFF2-40B4-BE49-F238E27FC236}">
                              <a16:creationId xmlns:a16="http://schemas.microsoft.com/office/drawing/2014/main" id="{6DBAAB73-EF58-DC45-99FD-A7CCF2A1344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49" name="Oval 748">
                            <a:extLst>
                              <a:ext uri="{FF2B5EF4-FFF2-40B4-BE49-F238E27FC236}">
                                <a16:creationId xmlns:a16="http://schemas.microsoft.com/office/drawing/2014/main" id="{81F5B65C-090F-864B-9D3D-6862C07634E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50" name="TextBox 749">
                            <a:extLst>
                              <a:ext uri="{FF2B5EF4-FFF2-40B4-BE49-F238E27FC236}">
                                <a16:creationId xmlns:a16="http://schemas.microsoft.com/office/drawing/2014/main" id="{C53E106B-77FA-C14C-9B6D-EE6DFB6EC332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1a</a:t>
                            </a:r>
                          </a:p>
                        </p:txBody>
                      </p:sp>
                    </p:grpSp>
                  </p:grpSp>
                  <p:cxnSp>
                    <p:nvCxnSpPr>
                      <p:cNvPr id="743" name="Straight Connector 742">
                        <a:extLst>
                          <a:ext uri="{FF2B5EF4-FFF2-40B4-BE49-F238E27FC236}">
                            <a16:creationId xmlns:a16="http://schemas.microsoft.com/office/drawing/2014/main" id="{E4797E7A-8ED8-6C41-8674-EAEC8D18D707}"/>
                          </a:ext>
                        </a:extLst>
                      </p:cNvPr>
                      <p:cNvCxnSpPr>
                        <a:stCxn id="790" idx="7"/>
                      </p:cNvCxnSpPr>
                      <p:nvPr/>
                    </p:nvCxnSpPr>
                    <p:spPr bwMode="auto">
                      <a:xfrm>
                        <a:off x="2218708" y="3154477"/>
                        <a:ext cx="480042" cy="36977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744" name="Straight Connector 743">
                        <a:extLst>
                          <a:ext uri="{FF2B5EF4-FFF2-40B4-BE49-F238E27FC236}">
                            <a16:creationId xmlns:a16="http://schemas.microsoft.com/office/drawing/2014/main" id="{54F17AFF-28C1-274F-9EF2-34DCACE28535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300073" y="3786304"/>
                        <a:ext cx="477927" cy="357071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745" name="Straight Connector 744">
                        <a:extLst>
                          <a:ext uri="{FF2B5EF4-FFF2-40B4-BE49-F238E27FC236}">
                            <a16:creationId xmlns:a16="http://schemas.microsoft.com/office/drawing/2014/main" id="{AFC3917C-96A3-2D47-9010-605714E6DC3A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2196042" y="3783542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746" name="Straight Connector 745">
                        <a:extLst>
                          <a:ext uri="{FF2B5EF4-FFF2-40B4-BE49-F238E27FC236}">
                            <a16:creationId xmlns:a16="http://schemas.microsoft.com/office/drawing/2014/main" id="{FDD35AF7-CBC3-BA4C-88CF-D5CCFA98DA28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1287553" y="3166946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</p:grpSp>
              <p:sp>
                <p:nvSpPr>
                  <p:cNvPr id="735" name="TextBox 734">
                    <a:extLst>
                      <a:ext uri="{FF2B5EF4-FFF2-40B4-BE49-F238E27FC236}">
                        <a16:creationId xmlns:a16="http://schemas.microsoft.com/office/drawing/2014/main" id="{3A6530A1-EBC7-8447-8BD9-642637A446B5}"/>
                      </a:ext>
                    </a:extLst>
                  </p:cNvPr>
                  <p:cNvSpPr txBox="1"/>
                  <p:nvPr/>
                </p:nvSpPr>
                <p:spPr>
                  <a:xfrm>
                    <a:off x="1430686" y="4247082"/>
                    <a:ext cx="75353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2000" dirty="0">
                        <a:solidFill>
                          <a:srgbClr val="000090"/>
                        </a:solidFill>
                        <a:latin typeface="Arial" charset="0"/>
                        <a:ea typeface="ＭＳ Ｐゴシック" charset="0"/>
                      </a:rPr>
                      <a:t>AS 1</a:t>
                    </a:r>
                  </a:p>
                </p:txBody>
              </p:sp>
              <p:cxnSp>
                <p:nvCxnSpPr>
                  <p:cNvPr id="736" name="Straight Connector 735">
                    <a:extLst>
                      <a:ext uri="{FF2B5EF4-FFF2-40B4-BE49-F238E27FC236}">
                        <a16:creationId xmlns:a16="http://schemas.microsoft.com/office/drawing/2014/main" id="{E0FCBE3F-E795-4C4B-B0C1-FC7BC0309C04}"/>
                      </a:ext>
                    </a:extLst>
                  </p:cNvPr>
                  <p:cNvCxnSpPr>
                    <a:cxnSpLocks/>
                    <a:stCxn id="878" idx="1"/>
                  </p:cNvCxnSpPr>
                  <p:nvPr/>
                </p:nvCxnSpPr>
                <p:spPr bwMode="auto">
                  <a:xfrm flipH="1" flipV="1">
                    <a:off x="3848374" y="5024787"/>
                    <a:ext cx="1030666" cy="698992"/>
                  </a:xfrm>
                  <a:prstGeom prst="line">
                    <a:avLst/>
                  </a:prstGeom>
                  <a:solidFill>
                    <a:srgbClr val="00CC99"/>
                  </a:solidFill>
                  <a:ln w="381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</p:grpSp>
            <p:cxnSp>
              <p:nvCxnSpPr>
                <p:cNvPr id="733" name="Straight Connector 732">
                  <a:extLst>
                    <a:ext uri="{FF2B5EF4-FFF2-40B4-BE49-F238E27FC236}">
                      <a16:creationId xmlns:a16="http://schemas.microsoft.com/office/drawing/2014/main" id="{CE901D66-734E-3F4B-9A7E-8C2A3FBAE777}"/>
                    </a:ext>
                  </a:extLst>
                </p:cNvPr>
                <p:cNvCxnSpPr>
                  <a:cxnSpLocks/>
                  <a:stCxn id="894" idx="5"/>
                  <a:endCxn id="815" idx="1"/>
                </p:cNvCxnSpPr>
                <p:nvPr/>
              </p:nvCxnSpPr>
              <p:spPr bwMode="auto">
                <a:xfrm flipV="1">
                  <a:off x="6957825" y="4543468"/>
                  <a:ext cx="1398778" cy="1062884"/>
                </a:xfrm>
                <a:prstGeom prst="line">
                  <a:avLst/>
                </a:prstGeom>
                <a:solidFill>
                  <a:srgbClr val="00CC99"/>
                </a:solidFill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713" name="Group 712">
                <a:extLst>
                  <a:ext uri="{FF2B5EF4-FFF2-40B4-BE49-F238E27FC236}">
                    <a16:creationId xmlns:a16="http://schemas.microsoft.com/office/drawing/2014/main" id="{1D597A85-C1F2-AB46-89D9-E4C6C845E8E2}"/>
                  </a:ext>
                </a:extLst>
              </p:cNvPr>
              <p:cNvGrpSpPr/>
              <p:nvPr/>
            </p:nvGrpSpPr>
            <p:grpSpPr>
              <a:xfrm>
                <a:off x="9525929" y="4809915"/>
                <a:ext cx="1701734" cy="616172"/>
                <a:chOff x="6935906" y="5482318"/>
                <a:chExt cx="1701734" cy="616172"/>
              </a:xfrm>
            </p:grpSpPr>
            <p:grpSp>
              <p:nvGrpSpPr>
                <p:cNvPr id="714" name="Group 713">
                  <a:extLst>
                    <a:ext uri="{FF2B5EF4-FFF2-40B4-BE49-F238E27FC236}">
                      <a16:creationId xmlns:a16="http://schemas.microsoft.com/office/drawing/2014/main" id="{006FF1F8-A5A0-924F-A5B5-1B52B2E05516}"/>
                    </a:ext>
                  </a:extLst>
                </p:cNvPr>
                <p:cNvGrpSpPr/>
                <p:nvPr/>
              </p:nvGrpSpPr>
              <p:grpSpPr>
                <a:xfrm>
                  <a:off x="6935906" y="5482318"/>
                  <a:ext cx="1701734" cy="616172"/>
                  <a:chOff x="6808463" y="5108795"/>
                  <a:chExt cx="1701734" cy="616172"/>
                </a:xfrm>
              </p:grpSpPr>
              <p:sp>
                <p:nvSpPr>
                  <p:cNvPr id="716" name="Freeform 2">
                    <a:extLst>
                      <a:ext uri="{FF2B5EF4-FFF2-40B4-BE49-F238E27FC236}">
                        <a16:creationId xmlns:a16="http://schemas.microsoft.com/office/drawing/2014/main" id="{FC1D2B11-E513-554D-8A7B-8D69AC28C80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808463" y="5108795"/>
                    <a:ext cx="1701734" cy="616172"/>
                  </a:xfrm>
                  <a:custGeom>
                    <a:avLst/>
                    <a:gdLst>
                      <a:gd name="T0" fmla="*/ 648763 w 10001"/>
                      <a:gd name="T1" fmla="*/ 34777612 h 10125"/>
                      <a:gd name="T2" fmla="*/ 115976403 w 10001"/>
                      <a:gd name="T3" fmla="*/ 13733703 h 10125"/>
                      <a:gd name="T4" fmla="*/ 507700960 w 10001"/>
                      <a:gd name="T5" fmla="*/ 8662125 h 10125"/>
                      <a:gd name="T6" fmla="*/ 810212713 w 10001"/>
                      <a:gd name="T7" fmla="*/ 0 h 10125"/>
                      <a:gd name="T8" fmla="*/ 1090015738 w 10001"/>
                      <a:gd name="T9" fmla="*/ 8687929 h 10125"/>
                      <a:gd name="T10" fmla="*/ 1310938763 w 10001"/>
                      <a:gd name="T11" fmla="*/ 4279362 h 10125"/>
                      <a:gd name="T12" fmla="*/ 1620263134 w 10001"/>
                      <a:gd name="T13" fmla="*/ 25736690 h 10125"/>
                      <a:gd name="T14" fmla="*/ 1394798364 w 10001"/>
                      <a:gd name="T15" fmla="*/ 58525268 h 10125"/>
                      <a:gd name="T16" fmla="*/ 1134622140 w 10001"/>
                      <a:gd name="T17" fmla="*/ 80266624 h 10125"/>
                      <a:gd name="T18" fmla="*/ 860820276 w 10001"/>
                      <a:gd name="T19" fmla="*/ 76142271 h 10125"/>
                      <a:gd name="T20" fmla="*/ 708996782 w 10001"/>
                      <a:gd name="T21" fmla="*/ 85346835 h 10125"/>
                      <a:gd name="T22" fmla="*/ 509322667 w 10001"/>
                      <a:gd name="T23" fmla="*/ 86268164 h 10125"/>
                      <a:gd name="T24" fmla="*/ 353443899 w 10001"/>
                      <a:gd name="T25" fmla="*/ 67979516 h 10125"/>
                      <a:gd name="T26" fmla="*/ 192536914 w 10001"/>
                      <a:gd name="T27" fmla="*/ 64535347 h 10125"/>
                      <a:gd name="T28" fmla="*/ 648763 w 10001"/>
                      <a:gd name="T29" fmla="*/ 34777612 h 1012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connsiteX0" fmla="*/ 4 w 10040"/>
                      <a:gd name="connsiteY0" fmla="*/ 4039 h 10125"/>
                      <a:gd name="connsiteX1" fmla="*/ 715 w 10040"/>
                      <a:gd name="connsiteY1" fmla="*/ 1595 h 10125"/>
                      <a:gd name="connsiteX2" fmla="*/ 3130 w 10040"/>
                      <a:gd name="connsiteY2" fmla="*/ 1006 h 10125"/>
                      <a:gd name="connsiteX3" fmla="*/ 4995 w 10040"/>
                      <a:gd name="connsiteY3" fmla="*/ 0 h 10125"/>
                      <a:gd name="connsiteX4" fmla="*/ 6720 w 10040"/>
                      <a:gd name="connsiteY4" fmla="*/ 1009 h 10125"/>
                      <a:gd name="connsiteX5" fmla="*/ 9989 w 10040"/>
                      <a:gd name="connsiteY5" fmla="*/ 2989 h 10125"/>
                      <a:gd name="connsiteX6" fmla="*/ 8599 w 10040"/>
                      <a:gd name="connsiteY6" fmla="*/ 6797 h 10125"/>
                      <a:gd name="connsiteX7" fmla="*/ 6995 w 10040"/>
                      <a:gd name="connsiteY7" fmla="*/ 9322 h 10125"/>
                      <a:gd name="connsiteX8" fmla="*/ 5307 w 10040"/>
                      <a:gd name="connsiteY8" fmla="*/ 8843 h 10125"/>
                      <a:gd name="connsiteX9" fmla="*/ 4371 w 10040"/>
                      <a:gd name="connsiteY9" fmla="*/ 9912 h 10125"/>
                      <a:gd name="connsiteX10" fmla="*/ 3140 w 10040"/>
                      <a:gd name="connsiteY10" fmla="*/ 10019 h 10125"/>
                      <a:gd name="connsiteX11" fmla="*/ 2179 w 10040"/>
                      <a:gd name="connsiteY11" fmla="*/ 7895 h 10125"/>
                      <a:gd name="connsiteX12" fmla="*/ 1187 w 10040"/>
                      <a:gd name="connsiteY12" fmla="*/ 7495 h 10125"/>
                      <a:gd name="connsiteX13" fmla="*/ 4 w 10040"/>
                      <a:gd name="connsiteY13" fmla="*/ 4039 h 10125"/>
                      <a:gd name="connsiteX0" fmla="*/ 4 w 8600"/>
                      <a:gd name="connsiteY0" fmla="*/ 4042 h 10128"/>
                      <a:gd name="connsiteX1" fmla="*/ 715 w 8600"/>
                      <a:gd name="connsiteY1" fmla="*/ 1598 h 10128"/>
                      <a:gd name="connsiteX2" fmla="*/ 3130 w 8600"/>
                      <a:gd name="connsiteY2" fmla="*/ 1009 h 10128"/>
                      <a:gd name="connsiteX3" fmla="*/ 4995 w 8600"/>
                      <a:gd name="connsiteY3" fmla="*/ 3 h 10128"/>
                      <a:gd name="connsiteX4" fmla="*/ 6720 w 8600"/>
                      <a:gd name="connsiteY4" fmla="*/ 1012 h 10128"/>
                      <a:gd name="connsiteX5" fmla="*/ 8599 w 8600"/>
                      <a:gd name="connsiteY5" fmla="*/ 6800 h 10128"/>
                      <a:gd name="connsiteX6" fmla="*/ 6995 w 8600"/>
                      <a:gd name="connsiteY6" fmla="*/ 9325 h 10128"/>
                      <a:gd name="connsiteX7" fmla="*/ 5307 w 8600"/>
                      <a:gd name="connsiteY7" fmla="*/ 8846 h 10128"/>
                      <a:gd name="connsiteX8" fmla="*/ 4371 w 8600"/>
                      <a:gd name="connsiteY8" fmla="*/ 9915 h 10128"/>
                      <a:gd name="connsiteX9" fmla="*/ 3140 w 8600"/>
                      <a:gd name="connsiteY9" fmla="*/ 10022 h 10128"/>
                      <a:gd name="connsiteX10" fmla="*/ 2179 w 8600"/>
                      <a:gd name="connsiteY10" fmla="*/ 7898 h 10128"/>
                      <a:gd name="connsiteX11" fmla="*/ 1187 w 8600"/>
                      <a:gd name="connsiteY11" fmla="*/ 7498 h 10128"/>
                      <a:gd name="connsiteX12" fmla="*/ 4 w 8600"/>
                      <a:gd name="connsiteY12" fmla="*/ 4042 h 10128"/>
                      <a:gd name="connsiteX0" fmla="*/ 4 w 9326"/>
                      <a:gd name="connsiteY0" fmla="*/ 3988 h 9997"/>
                      <a:gd name="connsiteX1" fmla="*/ 830 w 9326"/>
                      <a:gd name="connsiteY1" fmla="*/ 1575 h 9997"/>
                      <a:gd name="connsiteX2" fmla="*/ 3639 w 9326"/>
                      <a:gd name="connsiteY2" fmla="*/ 993 h 9997"/>
                      <a:gd name="connsiteX3" fmla="*/ 5807 w 9326"/>
                      <a:gd name="connsiteY3" fmla="*/ 0 h 9997"/>
                      <a:gd name="connsiteX4" fmla="*/ 7813 w 9326"/>
                      <a:gd name="connsiteY4" fmla="*/ 996 h 9997"/>
                      <a:gd name="connsiteX5" fmla="*/ 9324 w 9326"/>
                      <a:gd name="connsiteY5" fmla="*/ 5746 h 9997"/>
                      <a:gd name="connsiteX6" fmla="*/ 8133 w 9326"/>
                      <a:gd name="connsiteY6" fmla="*/ 9204 h 9997"/>
                      <a:gd name="connsiteX7" fmla="*/ 6170 w 9326"/>
                      <a:gd name="connsiteY7" fmla="*/ 8731 h 9997"/>
                      <a:gd name="connsiteX8" fmla="*/ 5082 w 9326"/>
                      <a:gd name="connsiteY8" fmla="*/ 9787 h 9997"/>
                      <a:gd name="connsiteX9" fmla="*/ 3650 w 9326"/>
                      <a:gd name="connsiteY9" fmla="*/ 9892 h 9997"/>
                      <a:gd name="connsiteX10" fmla="*/ 2533 w 9326"/>
                      <a:gd name="connsiteY10" fmla="*/ 7795 h 9997"/>
                      <a:gd name="connsiteX11" fmla="*/ 1379 w 9326"/>
                      <a:gd name="connsiteY11" fmla="*/ 7400 h 9997"/>
                      <a:gd name="connsiteX12" fmla="*/ 4 w 9326"/>
                      <a:gd name="connsiteY12" fmla="*/ 3988 h 9997"/>
                      <a:gd name="connsiteX0" fmla="*/ 4 w 10001"/>
                      <a:gd name="connsiteY0" fmla="*/ 3989 h 10041"/>
                      <a:gd name="connsiteX1" fmla="*/ 890 w 10001"/>
                      <a:gd name="connsiteY1" fmla="*/ 1575 h 10041"/>
                      <a:gd name="connsiteX2" fmla="*/ 3902 w 10001"/>
                      <a:gd name="connsiteY2" fmla="*/ 993 h 10041"/>
                      <a:gd name="connsiteX3" fmla="*/ 6227 w 10001"/>
                      <a:gd name="connsiteY3" fmla="*/ 0 h 10041"/>
                      <a:gd name="connsiteX4" fmla="*/ 8378 w 10001"/>
                      <a:gd name="connsiteY4" fmla="*/ 996 h 10041"/>
                      <a:gd name="connsiteX5" fmla="*/ 9998 w 10001"/>
                      <a:gd name="connsiteY5" fmla="*/ 5748 h 10041"/>
                      <a:gd name="connsiteX6" fmla="*/ 8721 w 10001"/>
                      <a:gd name="connsiteY6" fmla="*/ 9207 h 10041"/>
                      <a:gd name="connsiteX7" fmla="*/ 5449 w 10001"/>
                      <a:gd name="connsiteY7" fmla="*/ 9790 h 10041"/>
                      <a:gd name="connsiteX8" fmla="*/ 3914 w 10001"/>
                      <a:gd name="connsiteY8" fmla="*/ 9895 h 10041"/>
                      <a:gd name="connsiteX9" fmla="*/ 2716 w 10001"/>
                      <a:gd name="connsiteY9" fmla="*/ 7797 h 10041"/>
                      <a:gd name="connsiteX10" fmla="*/ 1479 w 10001"/>
                      <a:gd name="connsiteY10" fmla="*/ 7402 h 10041"/>
                      <a:gd name="connsiteX11" fmla="*/ 4 w 10001"/>
                      <a:gd name="connsiteY11" fmla="*/ 3989 h 10041"/>
                      <a:gd name="connsiteX0" fmla="*/ 4 w 10001"/>
                      <a:gd name="connsiteY0" fmla="*/ 3989 h 14825"/>
                      <a:gd name="connsiteX1" fmla="*/ 890 w 10001"/>
                      <a:gd name="connsiteY1" fmla="*/ 1575 h 14825"/>
                      <a:gd name="connsiteX2" fmla="*/ 3902 w 10001"/>
                      <a:gd name="connsiteY2" fmla="*/ 993 h 14825"/>
                      <a:gd name="connsiteX3" fmla="*/ 6227 w 10001"/>
                      <a:gd name="connsiteY3" fmla="*/ 0 h 14825"/>
                      <a:gd name="connsiteX4" fmla="*/ 8378 w 10001"/>
                      <a:gd name="connsiteY4" fmla="*/ 996 h 14825"/>
                      <a:gd name="connsiteX5" fmla="*/ 9998 w 10001"/>
                      <a:gd name="connsiteY5" fmla="*/ 5748 h 14825"/>
                      <a:gd name="connsiteX6" fmla="*/ 8721 w 10001"/>
                      <a:gd name="connsiteY6" fmla="*/ 9207 h 14825"/>
                      <a:gd name="connsiteX7" fmla="*/ 6011 w 10001"/>
                      <a:gd name="connsiteY7" fmla="*/ 14823 h 14825"/>
                      <a:gd name="connsiteX8" fmla="*/ 3914 w 10001"/>
                      <a:gd name="connsiteY8" fmla="*/ 9895 h 14825"/>
                      <a:gd name="connsiteX9" fmla="*/ 2716 w 10001"/>
                      <a:gd name="connsiteY9" fmla="*/ 7797 h 14825"/>
                      <a:gd name="connsiteX10" fmla="*/ 1479 w 10001"/>
                      <a:gd name="connsiteY10" fmla="*/ 7402 h 14825"/>
                      <a:gd name="connsiteX11" fmla="*/ 4 w 10001"/>
                      <a:gd name="connsiteY11" fmla="*/ 3989 h 14825"/>
                      <a:gd name="connsiteX0" fmla="*/ 4 w 10001"/>
                      <a:gd name="connsiteY0" fmla="*/ 7436 h 18272"/>
                      <a:gd name="connsiteX1" fmla="*/ 890 w 10001"/>
                      <a:gd name="connsiteY1" fmla="*/ 5022 h 18272"/>
                      <a:gd name="connsiteX2" fmla="*/ 3902 w 10001"/>
                      <a:gd name="connsiteY2" fmla="*/ 4440 h 18272"/>
                      <a:gd name="connsiteX3" fmla="*/ 6026 w 10001"/>
                      <a:gd name="connsiteY3" fmla="*/ 0 h 18272"/>
                      <a:gd name="connsiteX4" fmla="*/ 8378 w 10001"/>
                      <a:gd name="connsiteY4" fmla="*/ 4443 h 18272"/>
                      <a:gd name="connsiteX5" fmla="*/ 9998 w 10001"/>
                      <a:gd name="connsiteY5" fmla="*/ 9195 h 18272"/>
                      <a:gd name="connsiteX6" fmla="*/ 8721 w 10001"/>
                      <a:gd name="connsiteY6" fmla="*/ 12654 h 18272"/>
                      <a:gd name="connsiteX7" fmla="*/ 6011 w 10001"/>
                      <a:gd name="connsiteY7" fmla="*/ 18270 h 18272"/>
                      <a:gd name="connsiteX8" fmla="*/ 3914 w 10001"/>
                      <a:gd name="connsiteY8" fmla="*/ 13342 h 18272"/>
                      <a:gd name="connsiteX9" fmla="*/ 2716 w 10001"/>
                      <a:gd name="connsiteY9" fmla="*/ 11244 h 18272"/>
                      <a:gd name="connsiteX10" fmla="*/ 1479 w 10001"/>
                      <a:gd name="connsiteY10" fmla="*/ 10849 h 18272"/>
                      <a:gd name="connsiteX11" fmla="*/ 4 w 10001"/>
                      <a:gd name="connsiteY11" fmla="*/ 7436 h 18272"/>
                      <a:gd name="connsiteX0" fmla="*/ 1 w 9998"/>
                      <a:gd name="connsiteY0" fmla="*/ 7436 h 18272"/>
                      <a:gd name="connsiteX1" fmla="*/ 3899 w 9998"/>
                      <a:gd name="connsiteY1" fmla="*/ 4440 h 18272"/>
                      <a:gd name="connsiteX2" fmla="*/ 6023 w 9998"/>
                      <a:gd name="connsiteY2" fmla="*/ 0 h 18272"/>
                      <a:gd name="connsiteX3" fmla="*/ 8375 w 9998"/>
                      <a:gd name="connsiteY3" fmla="*/ 4443 h 18272"/>
                      <a:gd name="connsiteX4" fmla="*/ 9995 w 9998"/>
                      <a:gd name="connsiteY4" fmla="*/ 9195 h 18272"/>
                      <a:gd name="connsiteX5" fmla="*/ 8718 w 9998"/>
                      <a:gd name="connsiteY5" fmla="*/ 12654 h 18272"/>
                      <a:gd name="connsiteX6" fmla="*/ 6008 w 9998"/>
                      <a:gd name="connsiteY6" fmla="*/ 18270 h 18272"/>
                      <a:gd name="connsiteX7" fmla="*/ 3911 w 9998"/>
                      <a:gd name="connsiteY7" fmla="*/ 13342 h 18272"/>
                      <a:gd name="connsiteX8" fmla="*/ 2713 w 9998"/>
                      <a:gd name="connsiteY8" fmla="*/ 11244 h 18272"/>
                      <a:gd name="connsiteX9" fmla="*/ 1476 w 9998"/>
                      <a:gd name="connsiteY9" fmla="*/ 10849 h 18272"/>
                      <a:gd name="connsiteX10" fmla="*/ 1 w 9998"/>
                      <a:gd name="connsiteY10" fmla="*/ 7436 h 18272"/>
                      <a:gd name="connsiteX0" fmla="*/ 35 w 8559"/>
                      <a:gd name="connsiteY0" fmla="*/ 5938 h 10000"/>
                      <a:gd name="connsiteX1" fmla="*/ 2459 w 8559"/>
                      <a:gd name="connsiteY1" fmla="*/ 2430 h 10000"/>
                      <a:gd name="connsiteX2" fmla="*/ 4583 w 8559"/>
                      <a:gd name="connsiteY2" fmla="*/ 0 h 10000"/>
                      <a:gd name="connsiteX3" fmla="*/ 6936 w 8559"/>
                      <a:gd name="connsiteY3" fmla="*/ 2432 h 10000"/>
                      <a:gd name="connsiteX4" fmla="*/ 8556 w 8559"/>
                      <a:gd name="connsiteY4" fmla="*/ 5032 h 10000"/>
                      <a:gd name="connsiteX5" fmla="*/ 7279 w 8559"/>
                      <a:gd name="connsiteY5" fmla="*/ 6925 h 10000"/>
                      <a:gd name="connsiteX6" fmla="*/ 4568 w 8559"/>
                      <a:gd name="connsiteY6" fmla="*/ 9999 h 10000"/>
                      <a:gd name="connsiteX7" fmla="*/ 2471 w 8559"/>
                      <a:gd name="connsiteY7" fmla="*/ 7302 h 10000"/>
                      <a:gd name="connsiteX8" fmla="*/ 1273 w 8559"/>
                      <a:gd name="connsiteY8" fmla="*/ 6154 h 10000"/>
                      <a:gd name="connsiteX9" fmla="*/ 35 w 8559"/>
                      <a:gd name="connsiteY9" fmla="*/ 5938 h 10000"/>
                      <a:gd name="connsiteX0" fmla="*/ 49 w 9820"/>
                      <a:gd name="connsiteY0" fmla="*/ 4655 h 10000"/>
                      <a:gd name="connsiteX1" fmla="*/ 2693 w 9820"/>
                      <a:gd name="connsiteY1" fmla="*/ 2430 h 10000"/>
                      <a:gd name="connsiteX2" fmla="*/ 5175 w 9820"/>
                      <a:gd name="connsiteY2" fmla="*/ 0 h 10000"/>
                      <a:gd name="connsiteX3" fmla="*/ 7924 w 9820"/>
                      <a:gd name="connsiteY3" fmla="*/ 2432 h 10000"/>
                      <a:gd name="connsiteX4" fmla="*/ 9816 w 9820"/>
                      <a:gd name="connsiteY4" fmla="*/ 5032 h 10000"/>
                      <a:gd name="connsiteX5" fmla="*/ 8324 w 9820"/>
                      <a:gd name="connsiteY5" fmla="*/ 6925 h 10000"/>
                      <a:gd name="connsiteX6" fmla="*/ 5157 w 9820"/>
                      <a:gd name="connsiteY6" fmla="*/ 9999 h 10000"/>
                      <a:gd name="connsiteX7" fmla="*/ 2707 w 9820"/>
                      <a:gd name="connsiteY7" fmla="*/ 7302 h 10000"/>
                      <a:gd name="connsiteX8" fmla="*/ 1307 w 9820"/>
                      <a:gd name="connsiteY8" fmla="*/ 6154 h 10000"/>
                      <a:gd name="connsiteX9" fmla="*/ 49 w 9820"/>
                      <a:gd name="connsiteY9" fmla="*/ 4655 h 10000"/>
                      <a:gd name="connsiteX0" fmla="*/ 45 w 9995"/>
                      <a:gd name="connsiteY0" fmla="*/ 4655 h 10000"/>
                      <a:gd name="connsiteX1" fmla="*/ 2737 w 9995"/>
                      <a:gd name="connsiteY1" fmla="*/ 2430 h 10000"/>
                      <a:gd name="connsiteX2" fmla="*/ 5265 w 9995"/>
                      <a:gd name="connsiteY2" fmla="*/ 0 h 10000"/>
                      <a:gd name="connsiteX3" fmla="*/ 8064 w 9995"/>
                      <a:gd name="connsiteY3" fmla="*/ 2432 h 10000"/>
                      <a:gd name="connsiteX4" fmla="*/ 9991 w 9995"/>
                      <a:gd name="connsiteY4" fmla="*/ 5032 h 10000"/>
                      <a:gd name="connsiteX5" fmla="*/ 8472 w 9995"/>
                      <a:gd name="connsiteY5" fmla="*/ 6925 h 10000"/>
                      <a:gd name="connsiteX6" fmla="*/ 5247 w 9995"/>
                      <a:gd name="connsiteY6" fmla="*/ 9999 h 10000"/>
                      <a:gd name="connsiteX7" fmla="*/ 2752 w 9995"/>
                      <a:gd name="connsiteY7" fmla="*/ 7302 h 10000"/>
                      <a:gd name="connsiteX8" fmla="*/ 1374 w 9995"/>
                      <a:gd name="connsiteY8" fmla="*/ 6984 h 10000"/>
                      <a:gd name="connsiteX9" fmla="*/ 45 w 9995"/>
                      <a:gd name="connsiteY9" fmla="*/ 4655 h 10000"/>
                      <a:gd name="connsiteX0" fmla="*/ 45 w 10000"/>
                      <a:gd name="connsiteY0" fmla="*/ 5032 h 10377"/>
                      <a:gd name="connsiteX1" fmla="*/ 2738 w 10000"/>
                      <a:gd name="connsiteY1" fmla="*/ 2807 h 10377"/>
                      <a:gd name="connsiteX2" fmla="*/ 4886 w 10000"/>
                      <a:gd name="connsiteY2" fmla="*/ 0 h 10377"/>
                      <a:gd name="connsiteX3" fmla="*/ 8068 w 10000"/>
                      <a:gd name="connsiteY3" fmla="*/ 2809 h 10377"/>
                      <a:gd name="connsiteX4" fmla="*/ 9996 w 10000"/>
                      <a:gd name="connsiteY4" fmla="*/ 5409 h 10377"/>
                      <a:gd name="connsiteX5" fmla="*/ 8476 w 10000"/>
                      <a:gd name="connsiteY5" fmla="*/ 7302 h 10377"/>
                      <a:gd name="connsiteX6" fmla="*/ 5250 w 10000"/>
                      <a:gd name="connsiteY6" fmla="*/ 10376 h 10377"/>
                      <a:gd name="connsiteX7" fmla="*/ 2753 w 10000"/>
                      <a:gd name="connsiteY7" fmla="*/ 7679 h 10377"/>
                      <a:gd name="connsiteX8" fmla="*/ 1375 w 10000"/>
                      <a:gd name="connsiteY8" fmla="*/ 7361 h 10377"/>
                      <a:gd name="connsiteX9" fmla="*/ 45 w 10000"/>
                      <a:gd name="connsiteY9" fmla="*/ 5032 h 10377"/>
                      <a:gd name="connsiteX0" fmla="*/ 45 w 10000"/>
                      <a:gd name="connsiteY0" fmla="*/ 5036 h 10381"/>
                      <a:gd name="connsiteX1" fmla="*/ 2738 w 10000"/>
                      <a:gd name="connsiteY1" fmla="*/ 2811 h 10381"/>
                      <a:gd name="connsiteX2" fmla="*/ 4886 w 10000"/>
                      <a:gd name="connsiteY2" fmla="*/ 4 h 10381"/>
                      <a:gd name="connsiteX3" fmla="*/ 8068 w 10000"/>
                      <a:gd name="connsiteY3" fmla="*/ 2813 h 10381"/>
                      <a:gd name="connsiteX4" fmla="*/ 9996 w 10000"/>
                      <a:gd name="connsiteY4" fmla="*/ 5413 h 10381"/>
                      <a:gd name="connsiteX5" fmla="*/ 8476 w 10000"/>
                      <a:gd name="connsiteY5" fmla="*/ 7306 h 10381"/>
                      <a:gd name="connsiteX6" fmla="*/ 5250 w 10000"/>
                      <a:gd name="connsiteY6" fmla="*/ 10380 h 10381"/>
                      <a:gd name="connsiteX7" fmla="*/ 2753 w 10000"/>
                      <a:gd name="connsiteY7" fmla="*/ 7683 h 10381"/>
                      <a:gd name="connsiteX8" fmla="*/ 1375 w 10000"/>
                      <a:gd name="connsiteY8" fmla="*/ 7365 h 10381"/>
                      <a:gd name="connsiteX9" fmla="*/ 45 w 10000"/>
                      <a:gd name="connsiteY9" fmla="*/ 5036 h 10381"/>
                      <a:gd name="connsiteX0" fmla="*/ 45 w 10000"/>
                      <a:gd name="connsiteY0" fmla="*/ 5036 h 10796"/>
                      <a:gd name="connsiteX1" fmla="*/ 2738 w 10000"/>
                      <a:gd name="connsiteY1" fmla="*/ 2811 h 10796"/>
                      <a:gd name="connsiteX2" fmla="*/ 4886 w 10000"/>
                      <a:gd name="connsiteY2" fmla="*/ 4 h 10796"/>
                      <a:gd name="connsiteX3" fmla="*/ 8068 w 10000"/>
                      <a:gd name="connsiteY3" fmla="*/ 2813 h 10796"/>
                      <a:gd name="connsiteX4" fmla="*/ 9996 w 10000"/>
                      <a:gd name="connsiteY4" fmla="*/ 5413 h 10796"/>
                      <a:gd name="connsiteX5" fmla="*/ 8476 w 10000"/>
                      <a:gd name="connsiteY5" fmla="*/ 7306 h 10796"/>
                      <a:gd name="connsiteX6" fmla="*/ 5202 w 10000"/>
                      <a:gd name="connsiteY6" fmla="*/ 10795 h 10796"/>
                      <a:gd name="connsiteX7" fmla="*/ 2753 w 10000"/>
                      <a:gd name="connsiteY7" fmla="*/ 7683 h 10796"/>
                      <a:gd name="connsiteX8" fmla="*/ 1375 w 10000"/>
                      <a:gd name="connsiteY8" fmla="*/ 7365 h 10796"/>
                      <a:gd name="connsiteX9" fmla="*/ 45 w 10000"/>
                      <a:gd name="connsiteY9" fmla="*/ 5036 h 10796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 w 9959"/>
                      <a:gd name="connsiteY0" fmla="*/ 5593 h 11352"/>
                      <a:gd name="connsiteX1" fmla="*/ 1089 w 9959"/>
                      <a:gd name="connsiteY1" fmla="*/ 469 h 11352"/>
                      <a:gd name="connsiteX2" fmla="*/ 4845 w 9959"/>
                      <a:gd name="connsiteY2" fmla="*/ 561 h 11352"/>
                      <a:gd name="connsiteX3" fmla="*/ 8027 w 9959"/>
                      <a:gd name="connsiteY3" fmla="*/ 3370 h 11352"/>
                      <a:gd name="connsiteX4" fmla="*/ 9955 w 9959"/>
                      <a:gd name="connsiteY4" fmla="*/ 5970 h 11352"/>
                      <a:gd name="connsiteX5" fmla="*/ 8435 w 9959"/>
                      <a:gd name="connsiteY5" fmla="*/ 7863 h 11352"/>
                      <a:gd name="connsiteX6" fmla="*/ 5161 w 9959"/>
                      <a:gd name="connsiteY6" fmla="*/ 11352 h 11352"/>
                      <a:gd name="connsiteX7" fmla="*/ 2712 w 9959"/>
                      <a:gd name="connsiteY7" fmla="*/ 8240 h 11352"/>
                      <a:gd name="connsiteX8" fmla="*/ 1334 w 9959"/>
                      <a:gd name="connsiteY8" fmla="*/ 7922 h 11352"/>
                      <a:gd name="connsiteX9" fmla="*/ 4 w 9959"/>
                      <a:gd name="connsiteY9" fmla="*/ 5593 h 11352"/>
                      <a:gd name="connsiteX0" fmla="*/ 0 w 11223"/>
                      <a:gd name="connsiteY0" fmla="*/ 3835 h 9929"/>
                      <a:gd name="connsiteX1" fmla="*/ 2316 w 11223"/>
                      <a:gd name="connsiteY1" fmla="*/ 342 h 9929"/>
                      <a:gd name="connsiteX2" fmla="*/ 6088 w 11223"/>
                      <a:gd name="connsiteY2" fmla="*/ 423 h 9929"/>
                      <a:gd name="connsiteX3" fmla="*/ 9283 w 11223"/>
                      <a:gd name="connsiteY3" fmla="*/ 2898 h 9929"/>
                      <a:gd name="connsiteX4" fmla="*/ 11219 w 11223"/>
                      <a:gd name="connsiteY4" fmla="*/ 5188 h 9929"/>
                      <a:gd name="connsiteX5" fmla="*/ 9693 w 11223"/>
                      <a:gd name="connsiteY5" fmla="*/ 6856 h 9929"/>
                      <a:gd name="connsiteX6" fmla="*/ 6405 w 11223"/>
                      <a:gd name="connsiteY6" fmla="*/ 9929 h 9929"/>
                      <a:gd name="connsiteX7" fmla="*/ 3946 w 11223"/>
                      <a:gd name="connsiteY7" fmla="*/ 7188 h 9929"/>
                      <a:gd name="connsiteX8" fmla="*/ 2562 w 11223"/>
                      <a:gd name="connsiteY8" fmla="*/ 6908 h 9929"/>
                      <a:gd name="connsiteX9" fmla="*/ 0 w 11223"/>
                      <a:gd name="connsiteY9" fmla="*/ 3835 h 9929"/>
                      <a:gd name="connsiteX0" fmla="*/ 0 w 9999"/>
                      <a:gd name="connsiteY0" fmla="*/ 3862 h 10000"/>
                      <a:gd name="connsiteX1" fmla="*/ 2064 w 9999"/>
                      <a:gd name="connsiteY1" fmla="*/ 344 h 10000"/>
                      <a:gd name="connsiteX2" fmla="*/ 5425 w 9999"/>
                      <a:gd name="connsiteY2" fmla="*/ 426 h 10000"/>
                      <a:gd name="connsiteX3" fmla="*/ 8271 w 9999"/>
                      <a:gd name="connsiteY3" fmla="*/ 2919 h 10000"/>
                      <a:gd name="connsiteX4" fmla="*/ 9996 w 9999"/>
                      <a:gd name="connsiteY4" fmla="*/ 5225 h 10000"/>
                      <a:gd name="connsiteX5" fmla="*/ 8637 w 9999"/>
                      <a:gd name="connsiteY5" fmla="*/ 6905 h 10000"/>
                      <a:gd name="connsiteX6" fmla="*/ 5707 w 9999"/>
                      <a:gd name="connsiteY6" fmla="*/ 10000 h 10000"/>
                      <a:gd name="connsiteX7" fmla="*/ 2283 w 9999"/>
                      <a:gd name="connsiteY7" fmla="*/ 6957 h 10000"/>
                      <a:gd name="connsiteX8" fmla="*/ 0 w 9999"/>
                      <a:gd name="connsiteY8" fmla="*/ 3862 h 10000"/>
                      <a:gd name="connsiteX0" fmla="*/ 124 w 10124"/>
                      <a:gd name="connsiteY0" fmla="*/ 3862 h 10000"/>
                      <a:gd name="connsiteX1" fmla="*/ 2188 w 10124"/>
                      <a:gd name="connsiteY1" fmla="*/ 344 h 10000"/>
                      <a:gd name="connsiteX2" fmla="*/ 5550 w 10124"/>
                      <a:gd name="connsiteY2" fmla="*/ 426 h 10000"/>
                      <a:gd name="connsiteX3" fmla="*/ 8396 w 10124"/>
                      <a:gd name="connsiteY3" fmla="*/ 2919 h 10000"/>
                      <a:gd name="connsiteX4" fmla="*/ 10121 w 10124"/>
                      <a:gd name="connsiteY4" fmla="*/ 5225 h 10000"/>
                      <a:gd name="connsiteX5" fmla="*/ 8762 w 10124"/>
                      <a:gd name="connsiteY5" fmla="*/ 6905 h 10000"/>
                      <a:gd name="connsiteX6" fmla="*/ 5832 w 10124"/>
                      <a:gd name="connsiteY6" fmla="*/ 10000 h 10000"/>
                      <a:gd name="connsiteX7" fmla="*/ 124 w 10124"/>
                      <a:gd name="connsiteY7" fmla="*/ 3862 h 10000"/>
                      <a:gd name="connsiteX0" fmla="*/ 43 w 10045"/>
                      <a:gd name="connsiteY0" fmla="*/ 3862 h 6912"/>
                      <a:gd name="connsiteX1" fmla="*/ 2107 w 10045"/>
                      <a:gd name="connsiteY1" fmla="*/ 344 h 6912"/>
                      <a:gd name="connsiteX2" fmla="*/ 5469 w 10045"/>
                      <a:gd name="connsiteY2" fmla="*/ 426 h 6912"/>
                      <a:gd name="connsiteX3" fmla="*/ 8315 w 10045"/>
                      <a:gd name="connsiteY3" fmla="*/ 2919 h 6912"/>
                      <a:gd name="connsiteX4" fmla="*/ 10040 w 10045"/>
                      <a:gd name="connsiteY4" fmla="*/ 5225 h 6912"/>
                      <a:gd name="connsiteX5" fmla="*/ 8681 w 10045"/>
                      <a:gd name="connsiteY5" fmla="*/ 6905 h 6912"/>
                      <a:gd name="connsiteX6" fmla="*/ 3967 w 10045"/>
                      <a:gd name="connsiteY6" fmla="*/ 5885 h 6912"/>
                      <a:gd name="connsiteX7" fmla="*/ 43 w 10045"/>
                      <a:gd name="connsiteY7" fmla="*/ 3862 h 6912"/>
                      <a:gd name="connsiteX0" fmla="*/ 47 w 10004"/>
                      <a:gd name="connsiteY0" fmla="*/ 5106 h 9519"/>
                      <a:gd name="connsiteX1" fmla="*/ 2102 w 10004"/>
                      <a:gd name="connsiteY1" fmla="*/ 17 h 9519"/>
                      <a:gd name="connsiteX2" fmla="*/ 6651 w 10004"/>
                      <a:gd name="connsiteY2" fmla="*/ 3484 h 9519"/>
                      <a:gd name="connsiteX3" fmla="*/ 8282 w 10004"/>
                      <a:gd name="connsiteY3" fmla="*/ 3742 h 9519"/>
                      <a:gd name="connsiteX4" fmla="*/ 9999 w 10004"/>
                      <a:gd name="connsiteY4" fmla="*/ 7078 h 9519"/>
                      <a:gd name="connsiteX5" fmla="*/ 8646 w 10004"/>
                      <a:gd name="connsiteY5" fmla="*/ 9509 h 9519"/>
                      <a:gd name="connsiteX6" fmla="*/ 3953 w 10004"/>
                      <a:gd name="connsiteY6" fmla="*/ 8033 h 9519"/>
                      <a:gd name="connsiteX7" fmla="*/ 47 w 10004"/>
                      <a:gd name="connsiteY7" fmla="*/ 5106 h 9519"/>
                      <a:gd name="connsiteX0" fmla="*/ 43 w 9996"/>
                      <a:gd name="connsiteY0" fmla="*/ 6232 h 10868"/>
                      <a:gd name="connsiteX1" fmla="*/ 2097 w 9996"/>
                      <a:gd name="connsiteY1" fmla="*/ 886 h 10868"/>
                      <a:gd name="connsiteX2" fmla="*/ 5642 w 9996"/>
                      <a:gd name="connsiteY2" fmla="*/ 385 h 10868"/>
                      <a:gd name="connsiteX3" fmla="*/ 8275 w 9996"/>
                      <a:gd name="connsiteY3" fmla="*/ 4799 h 10868"/>
                      <a:gd name="connsiteX4" fmla="*/ 9991 w 9996"/>
                      <a:gd name="connsiteY4" fmla="*/ 8304 h 10868"/>
                      <a:gd name="connsiteX5" fmla="*/ 8639 w 9996"/>
                      <a:gd name="connsiteY5" fmla="*/ 10857 h 10868"/>
                      <a:gd name="connsiteX6" fmla="*/ 3947 w 9996"/>
                      <a:gd name="connsiteY6" fmla="*/ 9307 h 10868"/>
                      <a:gd name="connsiteX7" fmla="*/ 43 w 9996"/>
                      <a:gd name="connsiteY7" fmla="*/ 6232 h 10868"/>
                      <a:gd name="connsiteX0" fmla="*/ 43 w 10004"/>
                      <a:gd name="connsiteY0" fmla="*/ 5543 h 9809"/>
                      <a:gd name="connsiteX1" fmla="*/ 2098 w 10004"/>
                      <a:gd name="connsiteY1" fmla="*/ 624 h 9809"/>
                      <a:gd name="connsiteX2" fmla="*/ 5644 w 10004"/>
                      <a:gd name="connsiteY2" fmla="*/ 163 h 9809"/>
                      <a:gd name="connsiteX3" fmla="*/ 8163 w 10004"/>
                      <a:gd name="connsiteY3" fmla="*/ 1492 h 9809"/>
                      <a:gd name="connsiteX4" fmla="*/ 9995 w 10004"/>
                      <a:gd name="connsiteY4" fmla="*/ 7450 h 9809"/>
                      <a:gd name="connsiteX5" fmla="*/ 8642 w 10004"/>
                      <a:gd name="connsiteY5" fmla="*/ 9799 h 9809"/>
                      <a:gd name="connsiteX6" fmla="*/ 3949 w 10004"/>
                      <a:gd name="connsiteY6" fmla="*/ 8373 h 9809"/>
                      <a:gd name="connsiteX7" fmla="*/ 43 w 10004"/>
                      <a:gd name="connsiteY7" fmla="*/ 5543 h 9809"/>
                      <a:gd name="connsiteX0" fmla="*/ 43 w 8950"/>
                      <a:gd name="connsiteY0" fmla="*/ 5651 h 10081"/>
                      <a:gd name="connsiteX1" fmla="*/ 2097 w 8950"/>
                      <a:gd name="connsiteY1" fmla="*/ 636 h 10081"/>
                      <a:gd name="connsiteX2" fmla="*/ 5642 w 8950"/>
                      <a:gd name="connsiteY2" fmla="*/ 166 h 10081"/>
                      <a:gd name="connsiteX3" fmla="*/ 8160 w 8950"/>
                      <a:gd name="connsiteY3" fmla="*/ 1521 h 10081"/>
                      <a:gd name="connsiteX4" fmla="*/ 8473 w 8950"/>
                      <a:gd name="connsiteY4" fmla="*/ 5322 h 10081"/>
                      <a:gd name="connsiteX5" fmla="*/ 8639 w 8950"/>
                      <a:gd name="connsiteY5" fmla="*/ 9990 h 10081"/>
                      <a:gd name="connsiteX6" fmla="*/ 3947 w 8950"/>
                      <a:gd name="connsiteY6" fmla="*/ 8536 h 10081"/>
                      <a:gd name="connsiteX7" fmla="*/ 43 w 8950"/>
                      <a:gd name="connsiteY7" fmla="*/ 5651 h 10081"/>
                      <a:gd name="connsiteX0" fmla="*/ 48 w 9651"/>
                      <a:gd name="connsiteY0" fmla="*/ 5606 h 8648"/>
                      <a:gd name="connsiteX1" fmla="*/ 2343 w 9651"/>
                      <a:gd name="connsiteY1" fmla="*/ 631 h 8648"/>
                      <a:gd name="connsiteX2" fmla="*/ 6304 w 9651"/>
                      <a:gd name="connsiteY2" fmla="*/ 165 h 8648"/>
                      <a:gd name="connsiteX3" fmla="*/ 9117 w 9651"/>
                      <a:gd name="connsiteY3" fmla="*/ 1509 h 8648"/>
                      <a:gd name="connsiteX4" fmla="*/ 9467 w 9651"/>
                      <a:gd name="connsiteY4" fmla="*/ 5279 h 8648"/>
                      <a:gd name="connsiteX5" fmla="*/ 6997 w 9651"/>
                      <a:gd name="connsiteY5" fmla="*/ 8019 h 8648"/>
                      <a:gd name="connsiteX6" fmla="*/ 4410 w 9651"/>
                      <a:gd name="connsiteY6" fmla="*/ 8467 h 8648"/>
                      <a:gd name="connsiteX7" fmla="*/ 48 w 9651"/>
                      <a:gd name="connsiteY7" fmla="*/ 5606 h 8648"/>
                      <a:gd name="connsiteX0" fmla="*/ 41 w 9991"/>
                      <a:gd name="connsiteY0" fmla="*/ 6482 h 9316"/>
                      <a:gd name="connsiteX1" fmla="*/ 2419 w 9991"/>
                      <a:gd name="connsiteY1" fmla="*/ 730 h 9316"/>
                      <a:gd name="connsiteX2" fmla="*/ 6523 w 9991"/>
                      <a:gd name="connsiteY2" fmla="*/ 191 h 9316"/>
                      <a:gd name="connsiteX3" fmla="*/ 9438 w 9991"/>
                      <a:gd name="connsiteY3" fmla="*/ 1745 h 9316"/>
                      <a:gd name="connsiteX4" fmla="*/ 9800 w 9991"/>
                      <a:gd name="connsiteY4" fmla="*/ 6104 h 9316"/>
                      <a:gd name="connsiteX5" fmla="*/ 7241 w 9991"/>
                      <a:gd name="connsiteY5" fmla="*/ 9273 h 9316"/>
                      <a:gd name="connsiteX6" fmla="*/ 1411 w 9991"/>
                      <a:gd name="connsiteY6" fmla="*/ 7856 h 9316"/>
                      <a:gd name="connsiteX7" fmla="*/ 41 w 9991"/>
                      <a:gd name="connsiteY7" fmla="*/ 6482 h 9316"/>
                      <a:gd name="connsiteX0" fmla="*/ 19 w 10708"/>
                      <a:gd name="connsiteY0" fmla="*/ 7721 h 10038"/>
                      <a:gd name="connsiteX1" fmla="*/ 3129 w 10708"/>
                      <a:gd name="connsiteY1" fmla="*/ 825 h 10038"/>
                      <a:gd name="connsiteX2" fmla="*/ 7237 w 10708"/>
                      <a:gd name="connsiteY2" fmla="*/ 246 h 10038"/>
                      <a:gd name="connsiteX3" fmla="*/ 10155 w 10708"/>
                      <a:gd name="connsiteY3" fmla="*/ 1914 h 10038"/>
                      <a:gd name="connsiteX4" fmla="*/ 10517 w 10708"/>
                      <a:gd name="connsiteY4" fmla="*/ 6593 h 10038"/>
                      <a:gd name="connsiteX5" fmla="*/ 7956 w 10708"/>
                      <a:gd name="connsiteY5" fmla="*/ 9995 h 10038"/>
                      <a:gd name="connsiteX6" fmla="*/ 2120 w 10708"/>
                      <a:gd name="connsiteY6" fmla="*/ 8474 h 10038"/>
                      <a:gd name="connsiteX7" fmla="*/ 19 w 10708"/>
                      <a:gd name="connsiteY7" fmla="*/ 7721 h 10038"/>
                      <a:gd name="connsiteX0" fmla="*/ 359 w 11048"/>
                      <a:gd name="connsiteY0" fmla="*/ 7721 h 10038"/>
                      <a:gd name="connsiteX1" fmla="*/ 3469 w 11048"/>
                      <a:gd name="connsiteY1" fmla="*/ 825 h 10038"/>
                      <a:gd name="connsiteX2" fmla="*/ 7577 w 11048"/>
                      <a:gd name="connsiteY2" fmla="*/ 246 h 10038"/>
                      <a:gd name="connsiteX3" fmla="*/ 10495 w 11048"/>
                      <a:gd name="connsiteY3" fmla="*/ 1914 h 10038"/>
                      <a:gd name="connsiteX4" fmla="*/ 10857 w 11048"/>
                      <a:gd name="connsiteY4" fmla="*/ 6593 h 10038"/>
                      <a:gd name="connsiteX5" fmla="*/ 8296 w 11048"/>
                      <a:gd name="connsiteY5" fmla="*/ 9995 h 10038"/>
                      <a:gd name="connsiteX6" fmla="*/ 2460 w 11048"/>
                      <a:gd name="connsiteY6" fmla="*/ 8474 h 10038"/>
                      <a:gd name="connsiteX7" fmla="*/ 359 w 11048"/>
                      <a:gd name="connsiteY7" fmla="*/ 7721 h 10038"/>
                      <a:gd name="connsiteX0" fmla="*/ 359 w 11048"/>
                      <a:gd name="connsiteY0" fmla="*/ 8392 h 10075"/>
                      <a:gd name="connsiteX1" fmla="*/ 3469 w 11048"/>
                      <a:gd name="connsiteY1" fmla="*/ 864 h 10075"/>
                      <a:gd name="connsiteX2" fmla="*/ 7577 w 11048"/>
                      <a:gd name="connsiteY2" fmla="*/ 285 h 10075"/>
                      <a:gd name="connsiteX3" fmla="*/ 10495 w 11048"/>
                      <a:gd name="connsiteY3" fmla="*/ 1953 h 10075"/>
                      <a:gd name="connsiteX4" fmla="*/ 10857 w 11048"/>
                      <a:gd name="connsiteY4" fmla="*/ 6632 h 10075"/>
                      <a:gd name="connsiteX5" fmla="*/ 8296 w 11048"/>
                      <a:gd name="connsiteY5" fmla="*/ 10034 h 10075"/>
                      <a:gd name="connsiteX6" fmla="*/ 2460 w 11048"/>
                      <a:gd name="connsiteY6" fmla="*/ 8513 h 10075"/>
                      <a:gd name="connsiteX7" fmla="*/ 359 w 11048"/>
                      <a:gd name="connsiteY7" fmla="*/ 8392 h 10075"/>
                      <a:gd name="connsiteX0" fmla="*/ 371 w 11060"/>
                      <a:gd name="connsiteY0" fmla="*/ 8392 h 10075"/>
                      <a:gd name="connsiteX1" fmla="*/ 3481 w 11060"/>
                      <a:gd name="connsiteY1" fmla="*/ 864 h 10075"/>
                      <a:gd name="connsiteX2" fmla="*/ 7589 w 11060"/>
                      <a:gd name="connsiteY2" fmla="*/ 285 h 10075"/>
                      <a:gd name="connsiteX3" fmla="*/ 10507 w 11060"/>
                      <a:gd name="connsiteY3" fmla="*/ 1953 h 10075"/>
                      <a:gd name="connsiteX4" fmla="*/ 10869 w 11060"/>
                      <a:gd name="connsiteY4" fmla="*/ 6632 h 10075"/>
                      <a:gd name="connsiteX5" fmla="*/ 8308 w 11060"/>
                      <a:gd name="connsiteY5" fmla="*/ 10034 h 10075"/>
                      <a:gd name="connsiteX6" fmla="*/ 2472 w 11060"/>
                      <a:gd name="connsiteY6" fmla="*/ 8513 h 10075"/>
                      <a:gd name="connsiteX7" fmla="*/ 371 w 11060"/>
                      <a:gd name="connsiteY7" fmla="*/ 8392 h 10075"/>
                      <a:gd name="connsiteX0" fmla="*/ 54 w 10743"/>
                      <a:gd name="connsiteY0" fmla="*/ 9468 h 11151"/>
                      <a:gd name="connsiteX1" fmla="*/ 4027 w 10743"/>
                      <a:gd name="connsiteY1" fmla="*/ 495 h 11151"/>
                      <a:gd name="connsiteX2" fmla="*/ 7272 w 10743"/>
                      <a:gd name="connsiteY2" fmla="*/ 1361 h 11151"/>
                      <a:gd name="connsiteX3" fmla="*/ 10190 w 10743"/>
                      <a:gd name="connsiteY3" fmla="*/ 3029 h 11151"/>
                      <a:gd name="connsiteX4" fmla="*/ 10552 w 10743"/>
                      <a:gd name="connsiteY4" fmla="*/ 7708 h 11151"/>
                      <a:gd name="connsiteX5" fmla="*/ 7991 w 10743"/>
                      <a:gd name="connsiteY5" fmla="*/ 11110 h 11151"/>
                      <a:gd name="connsiteX6" fmla="*/ 2155 w 10743"/>
                      <a:gd name="connsiteY6" fmla="*/ 9589 h 11151"/>
                      <a:gd name="connsiteX7" fmla="*/ 54 w 10743"/>
                      <a:gd name="connsiteY7" fmla="*/ 9468 h 11151"/>
                      <a:gd name="connsiteX0" fmla="*/ 54 w 10743"/>
                      <a:gd name="connsiteY0" fmla="*/ 9506 h 11189"/>
                      <a:gd name="connsiteX1" fmla="*/ 4027 w 10743"/>
                      <a:gd name="connsiteY1" fmla="*/ 533 h 11189"/>
                      <a:gd name="connsiteX2" fmla="*/ 7272 w 10743"/>
                      <a:gd name="connsiteY2" fmla="*/ 1399 h 11189"/>
                      <a:gd name="connsiteX3" fmla="*/ 10190 w 10743"/>
                      <a:gd name="connsiteY3" fmla="*/ 3067 h 11189"/>
                      <a:gd name="connsiteX4" fmla="*/ 10552 w 10743"/>
                      <a:gd name="connsiteY4" fmla="*/ 7746 h 11189"/>
                      <a:gd name="connsiteX5" fmla="*/ 7991 w 10743"/>
                      <a:gd name="connsiteY5" fmla="*/ 11148 h 11189"/>
                      <a:gd name="connsiteX6" fmla="*/ 2155 w 10743"/>
                      <a:gd name="connsiteY6" fmla="*/ 9627 h 11189"/>
                      <a:gd name="connsiteX7" fmla="*/ 54 w 10743"/>
                      <a:gd name="connsiteY7" fmla="*/ 9506 h 11189"/>
                      <a:gd name="connsiteX0" fmla="*/ 40 w 11293"/>
                      <a:gd name="connsiteY0" fmla="*/ 9082 h 11127"/>
                      <a:gd name="connsiteX1" fmla="*/ 4577 w 11293"/>
                      <a:gd name="connsiteY1" fmla="*/ 470 h 11127"/>
                      <a:gd name="connsiteX2" fmla="*/ 7822 w 11293"/>
                      <a:gd name="connsiteY2" fmla="*/ 1336 h 11127"/>
                      <a:gd name="connsiteX3" fmla="*/ 10740 w 11293"/>
                      <a:gd name="connsiteY3" fmla="*/ 3004 h 11127"/>
                      <a:gd name="connsiteX4" fmla="*/ 11102 w 11293"/>
                      <a:gd name="connsiteY4" fmla="*/ 7683 h 11127"/>
                      <a:gd name="connsiteX5" fmla="*/ 8541 w 11293"/>
                      <a:gd name="connsiteY5" fmla="*/ 11085 h 11127"/>
                      <a:gd name="connsiteX6" fmla="*/ 2705 w 11293"/>
                      <a:gd name="connsiteY6" fmla="*/ 9564 h 11127"/>
                      <a:gd name="connsiteX7" fmla="*/ 40 w 11293"/>
                      <a:gd name="connsiteY7" fmla="*/ 9082 h 111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1293" h="11127">
                        <a:moveTo>
                          <a:pt x="40" y="9082"/>
                        </a:moveTo>
                        <a:cubicBezTo>
                          <a:pt x="352" y="7566"/>
                          <a:pt x="3280" y="1761"/>
                          <a:pt x="4577" y="470"/>
                        </a:cubicBezTo>
                        <a:cubicBezTo>
                          <a:pt x="5874" y="-821"/>
                          <a:pt x="6795" y="914"/>
                          <a:pt x="7822" y="1336"/>
                        </a:cubicBezTo>
                        <a:cubicBezTo>
                          <a:pt x="8849" y="1758"/>
                          <a:pt x="10193" y="1947"/>
                          <a:pt x="10740" y="3004"/>
                        </a:cubicBezTo>
                        <a:cubicBezTo>
                          <a:pt x="11287" y="4061"/>
                          <a:pt x="11468" y="6337"/>
                          <a:pt x="11102" y="7683"/>
                        </a:cubicBezTo>
                        <a:cubicBezTo>
                          <a:pt x="10736" y="9030"/>
                          <a:pt x="9940" y="10771"/>
                          <a:pt x="8541" y="11085"/>
                        </a:cubicBezTo>
                        <a:cubicBezTo>
                          <a:pt x="7141" y="11398"/>
                          <a:pt x="4122" y="9898"/>
                          <a:pt x="2705" y="9564"/>
                        </a:cubicBezTo>
                        <a:cubicBezTo>
                          <a:pt x="1288" y="9230"/>
                          <a:pt x="-272" y="10598"/>
                          <a:pt x="40" y="9082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717" name="Group 327">
                    <a:extLst>
                      <a:ext uri="{FF2B5EF4-FFF2-40B4-BE49-F238E27FC236}">
                        <a16:creationId xmlns:a16="http://schemas.microsoft.com/office/drawing/2014/main" id="{71072E0A-A047-B247-A8EE-DF18CE2E5CD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7908175" y="5241780"/>
                    <a:ext cx="536554" cy="263548"/>
                    <a:chOff x="1871277" y="1576300"/>
                    <a:chExt cx="1128371" cy="437861"/>
                  </a:xfrm>
                </p:grpSpPr>
                <p:sp>
                  <p:nvSpPr>
                    <p:cNvPr id="721" name="Oval 720">
                      <a:extLst>
                        <a:ext uri="{FF2B5EF4-FFF2-40B4-BE49-F238E27FC236}">
                          <a16:creationId xmlns:a16="http://schemas.microsoft.com/office/drawing/2014/main" id="{91D06C98-59E7-614E-8273-42A55EA47213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22" name="Rectangle 721">
                      <a:extLst>
                        <a:ext uri="{FF2B5EF4-FFF2-40B4-BE49-F238E27FC236}">
                          <a16:creationId xmlns:a16="http://schemas.microsoft.com/office/drawing/2014/main" id="{09278EB9-8AC0-1447-BAD1-DD9B5D739EF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23" name="Oval 722">
                      <a:extLst>
                        <a:ext uri="{FF2B5EF4-FFF2-40B4-BE49-F238E27FC236}">
                          <a16:creationId xmlns:a16="http://schemas.microsoft.com/office/drawing/2014/main" id="{2CBE7AD0-5785-9747-9E56-4BF8ABD881A5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24" name="Freeform 723">
                      <a:extLst>
                        <a:ext uri="{FF2B5EF4-FFF2-40B4-BE49-F238E27FC236}">
                          <a16:creationId xmlns:a16="http://schemas.microsoft.com/office/drawing/2014/main" id="{BFA7769B-9F89-0943-9A16-C637EBA41BDD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25" name="Freeform 724">
                      <a:extLst>
                        <a:ext uri="{FF2B5EF4-FFF2-40B4-BE49-F238E27FC236}">
                          <a16:creationId xmlns:a16="http://schemas.microsoft.com/office/drawing/2014/main" id="{2BA9B2FD-ED67-5C46-990C-DEBD4552CBE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26" name="Freeform 725">
                      <a:extLst>
                        <a:ext uri="{FF2B5EF4-FFF2-40B4-BE49-F238E27FC236}">
                          <a16:creationId xmlns:a16="http://schemas.microsoft.com/office/drawing/2014/main" id="{852C178C-5A80-FA47-96E6-19EA6DCEC68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27" name="Freeform 726">
                      <a:extLst>
                        <a:ext uri="{FF2B5EF4-FFF2-40B4-BE49-F238E27FC236}">
                          <a16:creationId xmlns:a16="http://schemas.microsoft.com/office/drawing/2014/main" id="{BCCDAE1A-37E6-A740-84AD-3651F301C81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728" name="Straight Connector 727">
                      <a:extLst>
                        <a:ext uri="{FF2B5EF4-FFF2-40B4-BE49-F238E27FC236}">
                          <a16:creationId xmlns:a16="http://schemas.microsoft.com/office/drawing/2014/main" id="{79278D10-2F66-4843-BE2D-75C1E444A3FF}"/>
                        </a:ext>
                      </a:extLst>
                    </p:cNvPr>
                    <p:cNvCxnSpPr>
                      <a:endCxn id="723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729" name="Straight Connector 728">
                      <a:extLst>
                        <a:ext uri="{FF2B5EF4-FFF2-40B4-BE49-F238E27FC236}">
                          <a16:creationId xmlns:a16="http://schemas.microsoft.com/office/drawing/2014/main" id="{64D394C8-4031-A04B-B39E-D20F14081771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718" name="Group 717">
                    <a:extLst>
                      <a:ext uri="{FF2B5EF4-FFF2-40B4-BE49-F238E27FC236}">
                        <a16:creationId xmlns:a16="http://schemas.microsoft.com/office/drawing/2014/main" id="{0BE34F3B-D7A6-C645-98A7-AC12A17D32D0}"/>
                      </a:ext>
                    </a:extLst>
                  </p:cNvPr>
                  <p:cNvGrpSpPr/>
                  <p:nvPr/>
                </p:nvGrpSpPr>
                <p:grpSpPr>
                  <a:xfrm>
                    <a:off x="7876581" y="5223365"/>
                    <a:ext cx="466894" cy="369332"/>
                    <a:chOff x="599495" y="1708643"/>
                    <a:chExt cx="491778" cy="409344"/>
                  </a:xfrm>
                </p:grpSpPr>
                <p:sp>
                  <p:nvSpPr>
                    <p:cNvPr id="719" name="Oval 718">
                      <a:extLst>
                        <a:ext uri="{FF2B5EF4-FFF2-40B4-BE49-F238E27FC236}">
                          <a16:creationId xmlns:a16="http://schemas.microsoft.com/office/drawing/2014/main" id="{D3AA4D2D-9268-D54B-A609-2916D44A722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20" name="TextBox 719">
                      <a:extLst>
                        <a:ext uri="{FF2B5EF4-FFF2-40B4-BE49-F238E27FC236}">
                          <a16:creationId xmlns:a16="http://schemas.microsoft.com/office/drawing/2014/main" id="{D7C545A8-1974-314F-8B84-D3FC912EB8D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99495" y="1708643"/>
                      <a:ext cx="491778" cy="40934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  X</a:t>
                      </a:r>
                    </a:p>
                  </p:txBody>
                </p:sp>
              </p:grpSp>
            </p:grpSp>
            <p:cxnSp>
              <p:nvCxnSpPr>
                <p:cNvPr id="715" name="Straight Connector 714">
                  <a:extLst>
                    <a:ext uri="{FF2B5EF4-FFF2-40B4-BE49-F238E27FC236}">
                      <a16:creationId xmlns:a16="http://schemas.microsoft.com/office/drawing/2014/main" id="{C7AD81D7-3B6A-D844-ABEA-CAF2858DD417}"/>
                    </a:ext>
                  </a:extLst>
                </p:cNvPr>
                <p:cNvCxnSpPr/>
                <p:nvPr/>
              </p:nvCxnSpPr>
              <p:spPr bwMode="auto">
                <a:xfrm flipH="1">
                  <a:off x="7158742" y="5764030"/>
                  <a:ext cx="870024" cy="9999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cxnSp>
          <p:nvCxnSpPr>
            <p:cNvPr id="711" name="Straight Connector 710">
              <a:extLst>
                <a:ext uri="{FF2B5EF4-FFF2-40B4-BE49-F238E27FC236}">
                  <a16:creationId xmlns:a16="http://schemas.microsoft.com/office/drawing/2014/main" id="{A7F0587B-29EA-584F-81E3-E24C967738B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540307" y="1929008"/>
              <a:ext cx="4451299" cy="422665"/>
            </a:xfrm>
            <a:prstGeom prst="line">
              <a:avLst/>
            </a:prstGeom>
            <a:solidFill>
              <a:srgbClr val="00CC99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515600" cy="894622"/>
          </a:xfrm>
        </p:spPr>
        <p:txBody>
          <a:bodyPr/>
          <a:lstStyle/>
          <a:p>
            <a:r>
              <a:rPr lang="en-US" dirty="0"/>
              <a:t>BGP path advertisement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6433D-1EBF-D447-9924-50E7F0E2E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2" name="Rectangle 4">
            <a:extLst>
              <a:ext uri="{FF2B5EF4-FFF2-40B4-BE49-F238E27FC236}">
                <a16:creationId xmlns:a16="http://schemas.microsoft.com/office/drawing/2014/main" id="{150C22F5-5F48-A74D-BE4D-A010E5056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1508" y="4506640"/>
            <a:ext cx="8943583" cy="551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2100" indent="-292100">
              <a:lnSpc>
                <a:spcPct val="90000"/>
              </a:lnSpc>
            </a:pPr>
            <a:r>
              <a:rPr lang="en-US" sz="2400" kern="0" dirty="0"/>
              <a:t>recall: </a:t>
            </a:r>
            <a:r>
              <a:rPr lang="en-US" sz="2400" kern="0" dirty="0">
                <a:cs typeface="Arial"/>
              </a:rPr>
              <a:t>1</a:t>
            </a:r>
            <a:r>
              <a:rPr lang="en-US" sz="2400" kern="0" dirty="0"/>
              <a:t>a, </a:t>
            </a:r>
            <a:r>
              <a:rPr lang="en-US" sz="2400" kern="0" dirty="0">
                <a:cs typeface="Arial"/>
              </a:rPr>
              <a:t>1</a:t>
            </a:r>
            <a:r>
              <a:rPr lang="en-US" sz="2400" kern="0" dirty="0"/>
              <a:t>b, </a:t>
            </a:r>
            <a:r>
              <a:rPr lang="en-US" sz="2400" kern="0" dirty="0">
                <a:cs typeface="Arial"/>
              </a:rPr>
              <a:t>1</a:t>
            </a:r>
            <a:r>
              <a:rPr lang="en-US" sz="2400" kern="0" dirty="0"/>
              <a:t>d learn via iBGP from </a:t>
            </a:r>
            <a:r>
              <a:rPr lang="en-US" sz="2400" kern="0" dirty="0">
                <a:cs typeface="Arial"/>
              </a:rPr>
              <a:t>1</a:t>
            </a:r>
            <a:r>
              <a:rPr lang="en-US" sz="2400" kern="0" dirty="0"/>
              <a:t>c: “path to X goes through </a:t>
            </a:r>
            <a:r>
              <a:rPr lang="en-US" sz="2400" kern="0" dirty="0">
                <a:cs typeface="Arial"/>
              </a:rPr>
              <a:t>1</a:t>
            </a:r>
            <a:r>
              <a:rPr lang="en-US" sz="2400" kern="0" dirty="0"/>
              <a:t>c”</a:t>
            </a:r>
          </a:p>
        </p:txBody>
      </p:sp>
      <p:sp>
        <p:nvSpPr>
          <p:cNvPr id="383" name="Rectangle 4">
            <a:extLst>
              <a:ext uri="{FF2B5EF4-FFF2-40B4-BE49-F238E27FC236}">
                <a16:creationId xmlns:a16="http://schemas.microsoft.com/office/drawing/2014/main" id="{A936D0A1-022F-4647-A4D0-30D9C829D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771" y="4950493"/>
            <a:ext cx="8270914" cy="510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indent="-293688"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  <a:cs typeface="Arial"/>
              </a:rPr>
              <a:t>at 1</a:t>
            </a:r>
            <a:r>
              <a:rPr lang="en-US" sz="2400" dirty="0">
                <a:solidFill>
                  <a:srgbClr val="000000"/>
                </a:solidFill>
              </a:rPr>
              <a:t>d: OSPF intra-domain routing: to get to </a:t>
            </a:r>
            <a:r>
              <a:rPr lang="en-US" sz="2400" dirty="0">
                <a:solidFill>
                  <a:srgbClr val="000000"/>
                </a:solidFill>
                <a:cs typeface="Arial"/>
              </a:rPr>
              <a:t>1</a:t>
            </a:r>
            <a:r>
              <a:rPr lang="en-US" sz="2400" dirty="0">
                <a:solidFill>
                  <a:srgbClr val="000000"/>
                </a:solidFill>
              </a:rPr>
              <a:t>c, use  interface </a:t>
            </a:r>
            <a:r>
              <a:rPr lang="en-US" sz="2400" dirty="0">
                <a:solidFill>
                  <a:srgbClr val="000000"/>
                </a:solidFill>
                <a:cs typeface="Arial"/>
              </a:rPr>
              <a:t>1</a:t>
            </a:r>
          </a:p>
        </p:txBody>
      </p:sp>
      <p:grpSp>
        <p:nvGrpSpPr>
          <p:cNvPr id="384" name="Group 383">
            <a:extLst>
              <a:ext uri="{FF2B5EF4-FFF2-40B4-BE49-F238E27FC236}">
                <a16:creationId xmlns:a16="http://schemas.microsoft.com/office/drawing/2014/main" id="{ADFAD506-B45C-4B4C-8FC1-4EDFC6AC0ACA}"/>
              </a:ext>
            </a:extLst>
          </p:cNvPr>
          <p:cNvGrpSpPr/>
          <p:nvPr/>
        </p:nvGrpSpPr>
        <p:grpSpPr>
          <a:xfrm>
            <a:off x="1643507" y="1934647"/>
            <a:ext cx="344767" cy="806081"/>
            <a:chOff x="1089218" y="2245331"/>
            <a:chExt cx="344767" cy="806081"/>
          </a:xfrm>
        </p:grpSpPr>
        <p:sp>
          <p:nvSpPr>
            <p:cNvPr id="387" name="TextBox 386">
              <a:extLst>
                <a:ext uri="{FF2B5EF4-FFF2-40B4-BE49-F238E27FC236}">
                  <a16:creationId xmlns:a16="http://schemas.microsoft.com/office/drawing/2014/main" id="{F68B4CB0-326C-0D42-86AB-C27CF60EE3D4}"/>
                </a:ext>
              </a:extLst>
            </p:cNvPr>
            <p:cNvSpPr txBox="1"/>
            <p:nvPr/>
          </p:nvSpPr>
          <p:spPr>
            <a:xfrm>
              <a:off x="1149470" y="2245331"/>
              <a:ext cx="2845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1</a:t>
              </a:r>
            </a:p>
          </p:txBody>
        </p:sp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8B800090-4615-2944-BDA6-CB45A842F05A}"/>
                </a:ext>
              </a:extLst>
            </p:cNvPr>
            <p:cNvSpPr txBox="1"/>
            <p:nvPr/>
          </p:nvSpPr>
          <p:spPr>
            <a:xfrm>
              <a:off x="1089218" y="2743635"/>
              <a:ext cx="2845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ea typeface="ＭＳ Ｐゴシック" charset="0"/>
                </a:rPr>
                <a:t>2</a:t>
              </a:r>
            </a:p>
          </p:txBody>
        </p:sp>
      </p:grpSp>
      <p:sp>
        <p:nvSpPr>
          <p:cNvPr id="428" name="Rectangle 4">
            <a:extLst>
              <a:ext uri="{FF2B5EF4-FFF2-40B4-BE49-F238E27FC236}">
                <a16:creationId xmlns:a16="http://schemas.microsoft.com/office/drawing/2014/main" id="{AACCBEA1-299A-5C44-A466-34FB8D299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9859" y="5365940"/>
            <a:ext cx="8270914" cy="510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indent="-293688"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  <a:cs typeface="Arial"/>
              </a:rPr>
              <a:t>at 1</a:t>
            </a:r>
            <a:r>
              <a:rPr lang="en-US" sz="2400" dirty="0">
                <a:solidFill>
                  <a:srgbClr val="000000"/>
                </a:solidFill>
              </a:rPr>
              <a:t>d: to get to </a:t>
            </a:r>
            <a:r>
              <a:rPr lang="en-US" sz="2400" dirty="0">
                <a:solidFill>
                  <a:srgbClr val="000000"/>
                </a:solidFill>
                <a:cs typeface="Arial"/>
              </a:rPr>
              <a:t>X</a:t>
            </a:r>
            <a:r>
              <a:rPr lang="en-US" sz="2400" dirty="0">
                <a:solidFill>
                  <a:srgbClr val="000000"/>
                </a:solidFill>
              </a:rPr>
              <a:t>, use  interface </a:t>
            </a:r>
            <a:r>
              <a:rPr lang="en-US" sz="2400" dirty="0">
                <a:solidFill>
                  <a:srgbClr val="000000"/>
                </a:solidFill>
                <a:cs typeface="Arial"/>
              </a:rPr>
              <a:t>1</a:t>
            </a:r>
          </a:p>
        </p:txBody>
      </p:sp>
      <p:grpSp>
        <p:nvGrpSpPr>
          <p:cNvPr id="487" name="Group 486">
            <a:extLst>
              <a:ext uri="{FF2B5EF4-FFF2-40B4-BE49-F238E27FC236}">
                <a16:creationId xmlns:a16="http://schemas.microsoft.com/office/drawing/2014/main" id="{F09C0BF2-9D8F-9F4E-BEAE-ADE0E89D3AD2}"/>
              </a:ext>
            </a:extLst>
          </p:cNvPr>
          <p:cNvGrpSpPr/>
          <p:nvPr/>
        </p:nvGrpSpPr>
        <p:grpSpPr>
          <a:xfrm>
            <a:off x="399867" y="2483278"/>
            <a:ext cx="1694528" cy="3623629"/>
            <a:chOff x="399867" y="2483278"/>
            <a:chExt cx="1694528" cy="3623629"/>
          </a:xfrm>
        </p:grpSpPr>
        <p:sp>
          <p:nvSpPr>
            <p:cNvPr id="373" name="Freeform 372">
              <a:extLst>
                <a:ext uri="{FF2B5EF4-FFF2-40B4-BE49-F238E27FC236}">
                  <a16:creationId xmlns:a16="http://schemas.microsoft.com/office/drawing/2014/main" id="{B02269C1-DF4A-1B42-BF2C-C32326D9EDE5}"/>
                </a:ext>
              </a:extLst>
            </p:cNvPr>
            <p:cNvSpPr/>
            <p:nvPr/>
          </p:nvSpPr>
          <p:spPr>
            <a:xfrm rot="10326036" flipH="1">
              <a:off x="668516" y="2483278"/>
              <a:ext cx="1196288" cy="1378282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325315"/>
                <a:gd name="connsiteY0" fmla="*/ 1160935 h 1160935"/>
                <a:gd name="connsiteX1" fmla="*/ 0 w 1325315"/>
                <a:gd name="connsiteY1" fmla="*/ 0 h 1160935"/>
                <a:gd name="connsiteX2" fmla="*/ 1040633 w 1325315"/>
                <a:gd name="connsiteY2" fmla="*/ 16785 h 1160935"/>
                <a:gd name="connsiteX3" fmla="*/ 1214315 w 1325315"/>
                <a:gd name="connsiteY3" fmla="*/ 1064597 h 1160935"/>
                <a:gd name="connsiteX4" fmla="*/ 448507 w 1325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06934 w 1167285"/>
                <a:gd name="connsiteY0" fmla="*/ 967578 h 967578"/>
                <a:gd name="connsiteX1" fmla="*/ 0 w 1167285"/>
                <a:gd name="connsiteY1" fmla="*/ 0 h 967578"/>
                <a:gd name="connsiteX2" fmla="*/ 1005993 w 1167285"/>
                <a:gd name="connsiteY2" fmla="*/ 46284 h 967578"/>
                <a:gd name="connsiteX3" fmla="*/ 1167285 w 1167285"/>
                <a:gd name="connsiteY3" fmla="*/ 895852 h 967578"/>
                <a:gd name="connsiteX4" fmla="*/ 1006934 w 1167285"/>
                <a:gd name="connsiteY4" fmla="*/ 967578 h 967578"/>
                <a:gd name="connsiteX0" fmla="*/ 1006934 w 1167285"/>
                <a:gd name="connsiteY0" fmla="*/ 1132232 h 1132232"/>
                <a:gd name="connsiteX1" fmla="*/ 0 w 1167285"/>
                <a:gd name="connsiteY1" fmla="*/ 164654 h 1132232"/>
                <a:gd name="connsiteX2" fmla="*/ 991394 w 1167285"/>
                <a:gd name="connsiteY2" fmla="*/ 130 h 1132232"/>
                <a:gd name="connsiteX3" fmla="*/ 1167285 w 1167285"/>
                <a:gd name="connsiteY3" fmla="*/ 1060506 h 1132232"/>
                <a:gd name="connsiteX4" fmla="*/ 1006934 w 1167285"/>
                <a:gd name="connsiteY4" fmla="*/ 1132232 h 1132232"/>
                <a:gd name="connsiteX0" fmla="*/ 986900 w 1167285"/>
                <a:gd name="connsiteY0" fmla="*/ 1088164 h 1088164"/>
                <a:gd name="connsiteX1" fmla="*/ 0 w 1167285"/>
                <a:gd name="connsiteY1" fmla="*/ 164654 h 1088164"/>
                <a:gd name="connsiteX2" fmla="*/ 991394 w 1167285"/>
                <a:gd name="connsiteY2" fmla="*/ 130 h 1088164"/>
                <a:gd name="connsiteX3" fmla="*/ 1167285 w 1167285"/>
                <a:gd name="connsiteY3" fmla="*/ 1060506 h 1088164"/>
                <a:gd name="connsiteX4" fmla="*/ 986900 w 1167285"/>
                <a:gd name="connsiteY4" fmla="*/ 1088164 h 1088164"/>
                <a:gd name="connsiteX0" fmla="*/ 986900 w 1167285"/>
                <a:gd name="connsiteY0" fmla="*/ 1088164 h 1088164"/>
                <a:gd name="connsiteX1" fmla="*/ 0 w 1167285"/>
                <a:gd name="connsiteY1" fmla="*/ 164654 h 1088164"/>
                <a:gd name="connsiteX2" fmla="*/ 991394 w 1167285"/>
                <a:gd name="connsiteY2" fmla="*/ 130 h 1088164"/>
                <a:gd name="connsiteX3" fmla="*/ 1167285 w 1167285"/>
                <a:gd name="connsiteY3" fmla="*/ 1060506 h 1088164"/>
                <a:gd name="connsiteX4" fmla="*/ 986900 w 1167285"/>
                <a:gd name="connsiteY4" fmla="*/ 1088164 h 1088164"/>
                <a:gd name="connsiteX0" fmla="*/ 986900 w 1332977"/>
                <a:gd name="connsiteY0" fmla="*/ 1088164 h 1088164"/>
                <a:gd name="connsiteX1" fmla="*/ 0 w 1332977"/>
                <a:gd name="connsiteY1" fmla="*/ 164654 h 1088164"/>
                <a:gd name="connsiteX2" fmla="*/ 991394 w 1332977"/>
                <a:gd name="connsiteY2" fmla="*/ 130 h 1088164"/>
                <a:gd name="connsiteX3" fmla="*/ 1332977 w 1332977"/>
                <a:gd name="connsiteY3" fmla="*/ 1045574 h 1088164"/>
                <a:gd name="connsiteX4" fmla="*/ 986900 w 1332977"/>
                <a:gd name="connsiteY4" fmla="*/ 1088164 h 108816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302061 w 1332977"/>
                <a:gd name="connsiteY0" fmla="*/ 1951097 h 1951096"/>
                <a:gd name="connsiteX1" fmla="*/ 0 w 1332977"/>
                <a:gd name="connsiteY1" fmla="*/ 164654 h 1951096"/>
                <a:gd name="connsiteX2" fmla="*/ 991394 w 1332977"/>
                <a:gd name="connsiteY2" fmla="*/ 130 h 1951096"/>
                <a:gd name="connsiteX3" fmla="*/ 1332977 w 1332977"/>
                <a:gd name="connsiteY3" fmla="*/ 1045574 h 1951096"/>
                <a:gd name="connsiteX4" fmla="*/ 302061 w 1332977"/>
                <a:gd name="connsiteY4" fmla="*/ 1951097 h 1951096"/>
                <a:gd name="connsiteX0" fmla="*/ 302061 w 1008228"/>
                <a:gd name="connsiteY0" fmla="*/ 1951097 h 1951097"/>
                <a:gd name="connsiteX1" fmla="*/ 0 w 1008228"/>
                <a:gd name="connsiteY1" fmla="*/ 164654 h 1951097"/>
                <a:gd name="connsiteX2" fmla="*/ 991394 w 1008228"/>
                <a:gd name="connsiteY2" fmla="*/ 130 h 1951097"/>
                <a:gd name="connsiteX3" fmla="*/ 628320 w 1008228"/>
                <a:gd name="connsiteY3" fmla="*/ 1842100 h 1951097"/>
                <a:gd name="connsiteX4" fmla="*/ 302061 w 1008228"/>
                <a:gd name="connsiteY4" fmla="*/ 1951097 h 1951097"/>
                <a:gd name="connsiteX0" fmla="*/ 302061 w 1020405"/>
                <a:gd name="connsiteY0" fmla="*/ 1951097 h 1951097"/>
                <a:gd name="connsiteX1" fmla="*/ 0 w 1020405"/>
                <a:gd name="connsiteY1" fmla="*/ 164654 h 1951097"/>
                <a:gd name="connsiteX2" fmla="*/ 991394 w 1020405"/>
                <a:gd name="connsiteY2" fmla="*/ 130 h 1951097"/>
                <a:gd name="connsiteX3" fmla="*/ 628320 w 1020405"/>
                <a:gd name="connsiteY3" fmla="*/ 1842100 h 1951097"/>
                <a:gd name="connsiteX4" fmla="*/ 302061 w 1020405"/>
                <a:gd name="connsiteY4" fmla="*/ 1951097 h 1951097"/>
                <a:gd name="connsiteX0" fmla="*/ 302061 w 991394"/>
                <a:gd name="connsiteY0" fmla="*/ 1951097 h 1951097"/>
                <a:gd name="connsiteX1" fmla="*/ 0 w 991394"/>
                <a:gd name="connsiteY1" fmla="*/ 164654 h 1951097"/>
                <a:gd name="connsiteX2" fmla="*/ 991394 w 991394"/>
                <a:gd name="connsiteY2" fmla="*/ 130 h 1951097"/>
                <a:gd name="connsiteX3" fmla="*/ 628320 w 991394"/>
                <a:gd name="connsiteY3" fmla="*/ 1842100 h 1951097"/>
                <a:gd name="connsiteX4" fmla="*/ 302061 w 991394"/>
                <a:gd name="connsiteY4" fmla="*/ 1951097 h 1951097"/>
                <a:gd name="connsiteX0" fmla="*/ 271973 w 991394"/>
                <a:gd name="connsiteY0" fmla="*/ 1956074 h 1956074"/>
                <a:gd name="connsiteX1" fmla="*/ 0 w 991394"/>
                <a:gd name="connsiteY1" fmla="*/ 164654 h 1956074"/>
                <a:gd name="connsiteX2" fmla="*/ 991394 w 991394"/>
                <a:gd name="connsiteY2" fmla="*/ 130 h 1956074"/>
                <a:gd name="connsiteX3" fmla="*/ 628320 w 991394"/>
                <a:gd name="connsiteY3" fmla="*/ 1842100 h 1956074"/>
                <a:gd name="connsiteX4" fmla="*/ 271973 w 991394"/>
                <a:gd name="connsiteY4" fmla="*/ 1956074 h 1956074"/>
                <a:gd name="connsiteX0" fmla="*/ 271973 w 991394"/>
                <a:gd name="connsiteY0" fmla="*/ 1956074 h 1956074"/>
                <a:gd name="connsiteX1" fmla="*/ 0 w 991394"/>
                <a:gd name="connsiteY1" fmla="*/ 164654 h 1956074"/>
                <a:gd name="connsiteX2" fmla="*/ 991394 w 991394"/>
                <a:gd name="connsiteY2" fmla="*/ 130 h 1956074"/>
                <a:gd name="connsiteX3" fmla="*/ 628320 w 991394"/>
                <a:gd name="connsiteY3" fmla="*/ 1842100 h 1956074"/>
                <a:gd name="connsiteX4" fmla="*/ 271973 w 991394"/>
                <a:gd name="connsiteY4" fmla="*/ 1956074 h 1956074"/>
                <a:gd name="connsiteX0" fmla="*/ 271973 w 991394"/>
                <a:gd name="connsiteY0" fmla="*/ 1956074 h 1956074"/>
                <a:gd name="connsiteX1" fmla="*/ 0 w 991394"/>
                <a:gd name="connsiteY1" fmla="*/ 164654 h 1956074"/>
                <a:gd name="connsiteX2" fmla="*/ 991394 w 991394"/>
                <a:gd name="connsiteY2" fmla="*/ 130 h 1956074"/>
                <a:gd name="connsiteX3" fmla="*/ 628320 w 991394"/>
                <a:gd name="connsiteY3" fmla="*/ 1842100 h 1956074"/>
                <a:gd name="connsiteX4" fmla="*/ 271973 w 991394"/>
                <a:gd name="connsiteY4" fmla="*/ 1956074 h 1956074"/>
                <a:gd name="connsiteX0" fmla="*/ 271973 w 1196137"/>
                <a:gd name="connsiteY0" fmla="*/ 1956074 h 1956074"/>
                <a:gd name="connsiteX1" fmla="*/ 0 w 1196137"/>
                <a:gd name="connsiteY1" fmla="*/ 164654 h 1956074"/>
                <a:gd name="connsiteX2" fmla="*/ 991394 w 1196137"/>
                <a:gd name="connsiteY2" fmla="*/ 130 h 1956074"/>
                <a:gd name="connsiteX3" fmla="*/ 1173102 w 1196137"/>
                <a:gd name="connsiteY3" fmla="*/ 1525907 h 1956074"/>
                <a:gd name="connsiteX4" fmla="*/ 271973 w 1196137"/>
                <a:gd name="connsiteY4" fmla="*/ 1956074 h 1956074"/>
                <a:gd name="connsiteX0" fmla="*/ 271973 w 1173102"/>
                <a:gd name="connsiteY0" fmla="*/ 1956074 h 1956074"/>
                <a:gd name="connsiteX1" fmla="*/ 0 w 1173102"/>
                <a:gd name="connsiteY1" fmla="*/ 164654 h 1956074"/>
                <a:gd name="connsiteX2" fmla="*/ 991394 w 1173102"/>
                <a:gd name="connsiteY2" fmla="*/ 130 h 1956074"/>
                <a:gd name="connsiteX3" fmla="*/ 1173102 w 1173102"/>
                <a:gd name="connsiteY3" fmla="*/ 1525907 h 1956074"/>
                <a:gd name="connsiteX4" fmla="*/ 271973 w 1173102"/>
                <a:gd name="connsiteY4" fmla="*/ 1956074 h 1956074"/>
                <a:gd name="connsiteX0" fmla="*/ 873615 w 1173102"/>
                <a:gd name="connsiteY0" fmla="*/ 1585260 h 1585259"/>
                <a:gd name="connsiteX1" fmla="*/ 0 w 1173102"/>
                <a:gd name="connsiteY1" fmla="*/ 164654 h 1585259"/>
                <a:gd name="connsiteX2" fmla="*/ 991394 w 1173102"/>
                <a:gd name="connsiteY2" fmla="*/ 130 h 1585259"/>
                <a:gd name="connsiteX3" fmla="*/ 1173102 w 1173102"/>
                <a:gd name="connsiteY3" fmla="*/ 1525907 h 1585259"/>
                <a:gd name="connsiteX4" fmla="*/ 873615 w 1173102"/>
                <a:gd name="connsiteY4" fmla="*/ 1585260 h 1585259"/>
                <a:gd name="connsiteX0" fmla="*/ 873615 w 1173102"/>
                <a:gd name="connsiteY0" fmla="*/ 1585260 h 1585260"/>
                <a:gd name="connsiteX1" fmla="*/ 0 w 1173102"/>
                <a:gd name="connsiteY1" fmla="*/ 164654 h 1585260"/>
                <a:gd name="connsiteX2" fmla="*/ 991394 w 1173102"/>
                <a:gd name="connsiteY2" fmla="*/ 130 h 1585260"/>
                <a:gd name="connsiteX3" fmla="*/ 1173102 w 1173102"/>
                <a:gd name="connsiteY3" fmla="*/ 1525907 h 1585260"/>
                <a:gd name="connsiteX4" fmla="*/ 873615 w 1173102"/>
                <a:gd name="connsiteY4" fmla="*/ 1585260 h 1585260"/>
                <a:gd name="connsiteX0" fmla="*/ 873615 w 1173102"/>
                <a:gd name="connsiteY0" fmla="*/ 1585260 h 1585260"/>
                <a:gd name="connsiteX1" fmla="*/ 0 w 1173102"/>
                <a:gd name="connsiteY1" fmla="*/ 164654 h 1585260"/>
                <a:gd name="connsiteX2" fmla="*/ 991394 w 1173102"/>
                <a:gd name="connsiteY2" fmla="*/ 130 h 1585260"/>
                <a:gd name="connsiteX3" fmla="*/ 1173102 w 1173102"/>
                <a:gd name="connsiteY3" fmla="*/ 1525907 h 1585260"/>
                <a:gd name="connsiteX4" fmla="*/ 873615 w 1173102"/>
                <a:gd name="connsiteY4" fmla="*/ 1585260 h 1585260"/>
                <a:gd name="connsiteX0" fmla="*/ 873615 w 1196017"/>
                <a:gd name="connsiteY0" fmla="*/ 1585260 h 1585260"/>
                <a:gd name="connsiteX1" fmla="*/ 0 w 1196017"/>
                <a:gd name="connsiteY1" fmla="*/ 164654 h 1585260"/>
                <a:gd name="connsiteX2" fmla="*/ 991394 w 1196017"/>
                <a:gd name="connsiteY2" fmla="*/ 130 h 1585260"/>
                <a:gd name="connsiteX3" fmla="*/ 1196017 w 1196017"/>
                <a:gd name="connsiteY3" fmla="*/ 1546568 h 1585260"/>
                <a:gd name="connsiteX4" fmla="*/ 873615 w 1196017"/>
                <a:gd name="connsiteY4" fmla="*/ 1585260 h 1585260"/>
                <a:gd name="connsiteX0" fmla="*/ 851586 w 1196017"/>
                <a:gd name="connsiteY0" fmla="*/ 1642695 h 1642695"/>
                <a:gd name="connsiteX1" fmla="*/ 0 w 1196017"/>
                <a:gd name="connsiteY1" fmla="*/ 164654 h 1642695"/>
                <a:gd name="connsiteX2" fmla="*/ 991394 w 1196017"/>
                <a:gd name="connsiteY2" fmla="*/ 130 h 1642695"/>
                <a:gd name="connsiteX3" fmla="*/ 1196017 w 1196017"/>
                <a:gd name="connsiteY3" fmla="*/ 1546568 h 1642695"/>
                <a:gd name="connsiteX4" fmla="*/ 851586 w 1196017"/>
                <a:gd name="connsiteY4" fmla="*/ 1642695 h 1642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6017" h="1642695">
                  <a:moveTo>
                    <a:pt x="851586" y="1642695"/>
                  </a:moveTo>
                  <a:cubicBezTo>
                    <a:pt x="351624" y="596424"/>
                    <a:pt x="519034" y="861914"/>
                    <a:pt x="0" y="164654"/>
                  </a:cubicBezTo>
                  <a:cubicBezTo>
                    <a:pt x="346878" y="170249"/>
                    <a:pt x="644516" y="-5465"/>
                    <a:pt x="991394" y="130"/>
                  </a:cubicBezTo>
                  <a:cubicBezTo>
                    <a:pt x="818067" y="853650"/>
                    <a:pt x="952595" y="541133"/>
                    <a:pt x="1196017" y="1546568"/>
                  </a:cubicBezTo>
                  <a:cubicBezTo>
                    <a:pt x="1046703" y="1529995"/>
                    <a:pt x="1015898" y="1558953"/>
                    <a:pt x="851586" y="1642695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52" name="Rectangle 451">
              <a:extLst>
                <a:ext uri="{FF2B5EF4-FFF2-40B4-BE49-F238E27FC236}">
                  <a16:creationId xmlns:a16="http://schemas.microsoft.com/office/drawing/2014/main" id="{6C28258C-7FFF-E940-A448-A9458A2FDF87}"/>
                </a:ext>
              </a:extLst>
            </p:cNvPr>
            <p:cNvSpPr/>
            <p:nvPr/>
          </p:nvSpPr>
          <p:spPr bwMode="auto">
            <a:xfrm rot="10800000">
              <a:off x="734144" y="3768921"/>
              <a:ext cx="1027112" cy="1145749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  <a:alpha val="62000"/>
                  </a:srgbClr>
                </a:gs>
                <a:gs pos="54000">
                  <a:srgbClr val="3333CC">
                    <a:lumMod val="60000"/>
                    <a:lumOff val="40000"/>
                  </a:srgbClr>
                </a:gs>
                <a:gs pos="100000">
                  <a:srgbClr val="FFFFFF"/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grpSp>
          <p:nvGrpSpPr>
            <p:cNvPr id="453" name="Group 104">
              <a:extLst>
                <a:ext uri="{FF2B5EF4-FFF2-40B4-BE49-F238E27FC236}">
                  <a16:creationId xmlns:a16="http://schemas.microsoft.com/office/drawing/2014/main" id="{B0E3BD6B-EB14-B445-B85F-6CDE3106F4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7614" y="5695204"/>
              <a:ext cx="1034710" cy="411703"/>
              <a:chOff x="4128636" y="3606589"/>
              <a:chExt cx="568145" cy="338667"/>
            </a:xfrm>
          </p:grpSpPr>
          <p:sp>
            <p:nvSpPr>
              <p:cNvPr id="476" name="Oval 475">
                <a:extLst>
                  <a:ext uri="{FF2B5EF4-FFF2-40B4-BE49-F238E27FC236}">
                    <a16:creationId xmlns:a16="http://schemas.microsoft.com/office/drawing/2014/main" id="{C0FF9617-38FC-C14A-8900-FEF8A3B09291}"/>
                  </a:ext>
                </a:extLst>
              </p:cNvPr>
              <p:cNvSpPr/>
              <p:nvPr/>
            </p:nvSpPr>
            <p:spPr>
              <a:xfrm>
                <a:off x="4128649" y="3720080"/>
                <a:ext cx="568332" cy="225176"/>
              </a:xfrm>
              <a:prstGeom prst="ellipse">
                <a:avLst/>
              </a:prstGeom>
              <a:solidFill>
                <a:srgbClr val="3333CC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77" name="Rectangle 476">
                <a:extLst>
                  <a:ext uri="{FF2B5EF4-FFF2-40B4-BE49-F238E27FC236}">
                    <a16:creationId xmlns:a16="http://schemas.microsoft.com/office/drawing/2014/main" id="{6AD27A8B-9371-D241-9BB7-8D09A714683B}"/>
                  </a:ext>
                </a:extLst>
              </p:cNvPr>
              <p:cNvSpPr/>
              <p:nvPr/>
            </p:nvSpPr>
            <p:spPr>
              <a:xfrm>
                <a:off x="4128649" y="3720080"/>
                <a:ext cx="568332" cy="111898"/>
              </a:xfrm>
              <a:prstGeom prst="rect">
                <a:avLst/>
              </a:pr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78" name="Oval 477">
                <a:extLst>
                  <a:ext uri="{FF2B5EF4-FFF2-40B4-BE49-F238E27FC236}">
                    <a16:creationId xmlns:a16="http://schemas.microsoft.com/office/drawing/2014/main" id="{A1DBF1C3-573B-F544-BCD4-C8F32647EC75}"/>
                  </a:ext>
                </a:extLst>
              </p:cNvPr>
              <p:cNvSpPr/>
              <p:nvPr/>
            </p:nvSpPr>
            <p:spPr>
              <a:xfrm>
                <a:off x="4128649" y="3606801"/>
                <a:ext cx="568332" cy="225176"/>
              </a:xfrm>
              <a:prstGeom prst="ellipse">
                <a:avLst/>
              </a:prstGeom>
              <a:solidFill>
                <a:srgbClr val="3333CC">
                  <a:lumMod val="60000"/>
                  <a:lumOff val="40000"/>
                  <a:alpha val="7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479" name="Straight Connector 478">
                <a:extLst>
                  <a:ext uri="{FF2B5EF4-FFF2-40B4-BE49-F238E27FC236}">
                    <a16:creationId xmlns:a16="http://schemas.microsoft.com/office/drawing/2014/main" id="{90686A12-F47C-174C-ABCC-A9D997119A73}"/>
                  </a:ext>
                </a:extLst>
              </p:cNvPr>
              <p:cNvCxnSpPr/>
              <p:nvPr/>
            </p:nvCxnSpPr>
            <p:spPr>
              <a:xfrm>
                <a:off x="4696981" y="3720080"/>
                <a:ext cx="0" cy="111898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480" name="Straight Connector 479">
                <a:extLst>
                  <a:ext uri="{FF2B5EF4-FFF2-40B4-BE49-F238E27FC236}">
                    <a16:creationId xmlns:a16="http://schemas.microsoft.com/office/drawing/2014/main" id="{E7107280-9DE2-5A47-8EF6-EE90CACB1D1B}"/>
                  </a:ext>
                </a:extLst>
              </p:cNvPr>
              <p:cNvCxnSpPr/>
              <p:nvPr/>
            </p:nvCxnSpPr>
            <p:spPr>
              <a:xfrm>
                <a:off x="4128649" y="3720080"/>
                <a:ext cx="0" cy="111898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</p:grpSp>
        <p:sp>
          <p:nvSpPr>
            <p:cNvPr id="454" name="Rectangle 453">
              <a:extLst>
                <a:ext uri="{FF2B5EF4-FFF2-40B4-BE49-F238E27FC236}">
                  <a16:creationId xmlns:a16="http://schemas.microsoft.com/office/drawing/2014/main" id="{29C729D8-AEB2-B848-8004-226B4B03BDC8}"/>
                </a:ext>
              </a:extLst>
            </p:cNvPr>
            <p:cNvSpPr/>
            <p:nvPr/>
          </p:nvSpPr>
          <p:spPr bwMode="auto">
            <a:xfrm>
              <a:off x="741922" y="4854846"/>
              <a:ext cx="1027112" cy="991402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60000"/>
                    <a:lumOff val="40000"/>
                    <a:alpha val="62000"/>
                  </a:srgbClr>
                </a:gs>
                <a:gs pos="54000">
                  <a:srgbClr val="3333CC">
                    <a:lumMod val="40000"/>
                    <a:lumOff val="60000"/>
                  </a:srgbClr>
                </a:gs>
                <a:gs pos="100000">
                  <a:srgbClr val="FFFFFF"/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cxnSp>
          <p:nvCxnSpPr>
            <p:cNvPr id="455" name="Straight Connector 454">
              <a:extLst>
                <a:ext uri="{FF2B5EF4-FFF2-40B4-BE49-F238E27FC236}">
                  <a16:creationId xmlns:a16="http://schemas.microsoft.com/office/drawing/2014/main" id="{6F94A64C-32AA-2448-B512-66A15C4BC32D}"/>
                </a:ext>
              </a:extLst>
            </p:cNvPr>
            <p:cNvCxnSpPr>
              <a:endCxn id="477" idx="1"/>
            </p:cNvCxnSpPr>
            <p:nvPr/>
          </p:nvCxnSpPr>
          <p:spPr bwMode="auto">
            <a:xfrm>
              <a:off x="726206" y="4006134"/>
              <a:ext cx="11432" cy="1895052"/>
            </a:xfrm>
            <a:prstGeom prst="line">
              <a:avLst/>
            </a:prstGeom>
            <a:noFill/>
            <a:ln w="3175" cap="flat" cmpd="sng" algn="ctr">
              <a:solidFill>
                <a:srgbClr val="000000"/>
              </a:solidFill>
              <a:prstDash val="sysDash"/>
            </a:ln>
            <a:effectLst/>
          </p:spPr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B47548DA-124D-B24A-B212-A7BD236C4EBA}"/>
                </a:ext>
              </a:extLst>
            </p:cNvPr>
            <p:cNvCxnSpPr>
              <a:endCxn id="477" idx="3"/>
            </p:cNvCxnSpPr>
            <p:nvPr/>
          </p:nvCxnSpPr>
          <p:spPr bwMode="auto">
            <a:xfrm>
              <a:off x="1767606" y="4006134"/>
              <a:ext cx="5083" cy="1895052"/>
            </a:xfrm>
            <a:prstGeom prst="line">
              <a:avLst/>
            </a:prstGeom>
            <a:noFill/>
            <a:ln w="3175" cap="flat" cmpd="sng" algn="ctr">
              <a:solidFill>
                <a:srgbClr val="000000"/>
              </a:solidFill>
              <a:prstDash val="sysDash"/>
            </a:ln>
            <a:effectLst/>
          </p:spPr>
        </p:cxnSp>
        <p:grpSp>
          <p:nvGrpSpPr>
            <p:cNvPr id="457" name="Group 9">
              <a:extLst>
                <a:ext uri="{FF2B5EF4-FFF2-40B4-BE49-F238E27FC236}">
                  <a16:creationId xmlns:a16="http://schemas.microsoft.com/office/drawing/2014/main" id="{1105B980-ACA1-294E-89E8-A27F7F80B4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2836" y="3663421"/>
              <a:ext cx="1079500" cy="455109"/>
              <a:chOff x="2183302" y="1574638"/>
              <a:chExt cx="1200154" cy="430181"/>
            </a:xfrm>
          </p:grpSpPr>
          <p:sp>
            <p:nvSpPr>
              <p:cNvPr id="467" name="Oval 466">
                <a:extLst>
                  <a:ext uri="{FF2B5EF4-FFF2-40B4-BE49-F238E27FC236}">
                    <a16:creationId xmlns:a16="http://schemas.microsoft.com/office/drawing/2014/main" id="{C0DE7A67-940C-CA42-A886-382097FF56DE}"/>
                  </a:ext>
                </a:extLst>
              </p:cNvPr>
              <p:cNvSpPr/>
              <p:nvPr/>
            </p:nvSpPr>
            <p:spPr bwMode="auto">
              <a:xfrm flipV="1">
                <a:off x="2186832" y="1690517"/>
                <a:ext cx="1194859" cy="314302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31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20000"/>
                      <a:lumOff val="80000"/>
                    </a:srgbClr>
                  </a:gs>
                </a:gsLst>
                <a:lin ang="16200000" scaled="0"/>
                <a:tileRect/>
              </a:gradFill>
              <a:ln w="635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68" name="Rectangle 467">
                <a:extLst>
                  <a:ext uri="{FF2B5EF4-FFF2-40B4-BE49-F238E27FC236}">
                    <a16:creationId xmlns:a16="http://schemas.microsoft.com/office/drawing/2014/main" id="{C80E7574-CE05-C54D-BB50-B8D018774DE8}"/>
                  </a:ext>
                </a:extLst>
              </p:cNvPr>
              <p:cNvSpPr/>
              <p:nvPr/>
            </p:nvSpPr>
            <p:spPr bwMode="auto">
              <a:xfrm>
                <a:off x="2183302" y="1734964"/>
                <a:ext cx="1198389" cy="112704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40000"/>
                      <a:lumOff val="60000"/>
                    </a:srgbClr>
                  </a:gs>
                  <a:gs pos="54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62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69" name="Oval 468">
                <a:extLst>
                  <a:ext uri="{FF2B5EF4-FFF2-40B4-BE49-F238E27FC236}">
                    <a16:creationId xmlns:a16="http://schemas.microsoft.com/office/drawing/2014/main" id="{868FD90D-4069-D946-B396-311A2C38C805}"/>
                  </a:ext>
                </a:extLst>
              </p:cNvPr>
              <p:cNvSpPr/>
              <p:nvPr/>
            </p:nvSpPr>
            <p:spPr bwMode="auto">
              <a:xfrm flipV="1">
                <a:off x="2183302" y="1574638"/>
                <a:ext cx="1196624" cy="314302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70" name="Freeform 469">
                <a:extLst>
                  <a:ext uri="{FF2B5EF4-FFF2-40B4-BE49-F238E27FC236}">
                    <a16:creationId xmlns:a16="http://schemas.microsoft.com/office/drawing/2014/main" id="{F675C568-A8B3-D14E-94C7-A3AA2F1384E6}"/>
                  </a:ext>
                </a:extLst>
              </p:cNvPr>
              <p:cNvSpPr/>
              <p:nvPr/>
            </p:nvSpPr>
            <p:spPr bwMode="auto">
              <a:xfrm>
                <a:off x="2490400" y="1671469"/>
                <a:ext cx="582428" cy="157150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71" name="Freeform 470">
                <a:extLst>
                  <a:ext uri="{FF2B5EF4-FFF2-40B4-BE49-F238E27FC236}">
                    <a16:creationId xmlns:a16="http://schemas.microsoft.com/office/drawing/2014/main" id="{9676BEE0-3233-0944-B2AF-9922D140FC93}"/>
                  </a:ext>
                </a:extLst>
              </p:cNvPr>
              <p:cNvSpPr/>
              <p:nvPr/>
            </p:nvSpPr>
            <p:spPr bwMode="auto">
              <a:xfrm>
                <a:off x="2430393" y="1630197"/>
                <a:ext cx="702443" cy="109529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72" name="Freeform 471">
                <a:extLst>
                  <a:ext uri="{FF2B5EF4-FFF2-40B4-BE49-F238E27FC236}">
                    <a16:creationId xmlns:a16="http://schemas.microsoft.com/office/drawing/2014/main" id="{FB1B5FE2-C91A-9348-AF73-C9EF2D707274}"/>
                  </a:ext>
                </a:extLst>
              </p:cNvPr>
              <p:cNvSpPr/>
              <p:nvPr/>
            </p:nvSpPr>
            <p:spPr bwMode="auto">
              <a:xfrm>
                <a:off x="2892805" y="1723852"/>
                <a:ext cx="257680" cy="95243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73" name="Freeform 472">
                <a:extLst>
                  <a:ext uri="{FF2B5EF4-FFF2-40B4-BE49-F238E27FC236}">
                    <a16:creationId xmlns:a16="http://schemas.microsoft.com/office/drawing/2014/main" id="{EECAE167-ECD6-A54B-A969-9847CF2A9ADC}"/>
                  </a:ext>
                </a:extLst>
              </p:cNvPr>
              <p:cNvSpPr/>
              <p:nvPr/>
            </p:nvSpPr>
            <p:spPr bwMode="auto">
              <a:xfrm>
                <a:off x="2418037" y="1725440"/>
                <a:ext cx="254150" cy="95243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474" name="Straight Connector 473">
                <a:extLst>
                  <a:ext uri="{FF2B5EF4-FFF2-40B4-BE49-F238E27FC236}">
                    <a16:creationId xmlns:a16="http://schemas.microsoft.com/office/drawing/2014/main" id="{B0EB1B7F-73B8-E84D-841A-D4FD52A3E62C}"/>
                  </a:ext>
                </a:extLst>
              </p:cNvPr>
              <p:cNvCxnSpPr>
                <a:endCxn id="469" idx="2"/>
              </p:cNvCxnSpPr>
              <p:nvPr/>
            </p:nvCxnSpPr>
            <p:spPr bwMode="auto">
              <a:xfrm flipH="1" flipV="1">
                <a:off x="2183302" y="1731787"/>
                <a:ext cx="3530" cy="122228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475" name="Straight Connector 474">
                <a:extLst>
                  <a:ext uri="{FF2B5EF4-FFF2-40B4-BE49-F238E27FC236}">
                    <a16:creationId xmlns:a16="http://schemas.microsoft.com/office/drawing/2014/main" id="{9709F18E-E167-7748-AF01-5771407BD91A}"/>
                  </a:ext>
                </a:extLst>
              </p:cNvPr>
              <p:cNvCxnSpPr/>
              <p:nvPr/>
            </p:nvCxnSpPr>
            <p:spPr bwMode="auto">
              <a:xfrm flipH="1" flipV="1">
                <a:off x="3379926" y="1728615"/>
                <a:ext cx="3530" cy="122228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sp>
          <p:nvSpPr>
            <p:cNvPr id="458" name="Rectangle 457">
              <a:extLst>
                <a:ext uri="{FF2B5EF4-FFF2-40B4-BE49-F238E27FC236}">
                  <a16:creationId xmlns:a16="http://schemas.microsoft.com/office/drawing/2014/main" id="{07BAD6FE-D90B-454B-8C5B-C357E984C007}"/>
                </a:ext>
              </a:extLst>
            </p:cNvPr>
            <p:cNvSpPr/>
            <p:nvPr/>
          </p:nvSpPr>
          <p:spPr bwMode="auto">
            <a:xfrm>
              <a:off x="408366" y="4245849"/>
              <a:ext cx="1670709" cy="1502121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59" name="TextBox 458">
              <a:extLst>
                <a:ext uri="{FF2B5EF4-FFF2-40B4-BE49-F238E27FC236}">
                  <a16:creationId xmlns:a16="http://schemas.microsoft.com/office/drawing/2014/main" id="{7F39AFDB-C4C8-9641-A964-BC01FB968DC2}"/>
                </a:ext>
              </a:extLst>
            </p:cNvPr>
            <p:cNvSpPr txBox="1"/>
            <p:nvPr/>
          </p:nvSpPr>
          <p:spPr>
            <a:xfrm>
              <a:off x="402603" y="4240253"/>
              <a:ext cx="620971" cy="3585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dest</a:t>
              </a:r>
            </a:p>
          </p:txBody>
        </p:sp>
        <p:sp>
          <p:nvSpPr>
            <p:cNvPr id="460" name="TextBox 459">
              <a:extLst>
                <a:ext uri="{FF2B5EF4-FFF2-40B4-BE49-F238E27FC236}">
                  <a16:creationId xmlns:a16="http://schemas.microsoft.com/office/drawing/2014/main" id="{190DF8B3-AE9D-CD45-BB05-27A485E9599D}"/>
                </a:ext>
              </a:extLst>
            </p:cNvPr>
            <p:cNvSpPr txBox="1"/>
            <p:nvPr/>
          </p:nvSpPr>
          <p:spPr>
            <a:xfrm>
              <a:off x="1024383" y="4245636"/>
              <a:ext cx="1070012" cy="3585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interface</a:t>
              </a:r>
            </a:p>
          </p:txBody>
        </p:sp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id="{1C8B7AE5-1B5D-F54C-945E-50F0EAB85535}"/>
                </a:ext>
              </a:extLst>
            </p:cNvPr>
            <p:cNvCxnSpPr/>
            <p:nvPr/>
          </p:nvCxnSpPr>
          <p:spPr bwMode="auto">
            <a:xfrm>
              <a:off x="1016396" y="4251999"/>
              <a:ext cx="1345" cy="1490301"/>
            </a:xfrm>
            <a:prstGeom prst="line">
              <a:avLst/>
            </a:prstGeom>
            <a:solidFill>
              <a:srgbClr val="00CC99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2" name="Straight Connector 461">
              <a:extLst>
                <a:ext uri="{FF2B5EF4-FFF2-40B4-BE49-F238E27FC236}">
                  <a16:creationId xmlns:a16="http://schemas.microsoft.com/office/drawing/2014/main" id="{6E69DA06-F077-1443-BD2C-1AF9CA4A7958}"/>
                </a:ext>
              </a:extLst>
            </p:cNvPr>
            <p:cNvCxnSpPr/>
            <p:nvPr/>
          </p:nvCxnSpPr>
          <p:spPr bwMode="auto">
            <a:xfrm flipH="1">
              <a:off x="399867" y="4618007"/>
              <a:ext cx="1679208" cy="0"/>
            </a:xfrm>
            <a:prstGeom prst="line">
              <a:avLst/>
            </a:prstGeom>
            <a:solidFill>
              <a:srgbClr val="00CC99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63" name="TextBox 462">
              <a:extLst>
                <a:ext uri="{FF2B5EF4-FFF2-40B4-BE49-F238E27FC236}">
                  <a16:creationId xmlns:a16="http://schemas.microsoft.com/office/drawing/2014/main" id="{5B2B7C6B-DC13-CC46-8E5B-33206D22590A}"/>
                </a:ext>
              </a:extLst>
            </p:cNvPr>
            <p:cNvSpPr txBox="1"/>
            <p:nvPr/>
          </p:nvSpPr>
          <p:spPr>
            <a:xfrm>
              <a:off x="1084937" y="454087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…</a:t>
              </a:r>
            </a:p>
          </p:txBody>
        </p:sp>
        <p:sp>
          <p:nvSpPr>
            <p:cNvPr id="464" name="TextBox 463">
              <a:extLst>
                <a:ext uri="{FF2B5EF4-FFF2-40B4-BE49-F238E27FC236}">
                  <a16:creationId xmlns:a16="http://schemas.microsoft.com/office/drawing/2014/main" id="{A7052B84-C702-554E-B650-88235F4035D0}"/>
                </a:ext>
              </a:extLst>
            </p:cNvPr>
            <p:cNvSpPr txBox="1"/>
            <p:nvPr/>
          </p:nvSpPr>
          <p:spPr>
            <a:xfrm>
              <a:off x="1080238" y="5382097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…</a:t>
              </a:r>
            </a:p>
          </p:txBody>
        </p:sp>
        <p:sp>
          <p:nvSpPr>
            <p:cNvPr id="465" name="TextBox 464">
              <a:extLst>
                <a:ext uri="{FF2B5EF4-FFF2-40B4-BE49-F238E27FC236}">
                  <a16:creationId xmlns:a16="http://schemas.microsoft.com/office/drawing/2014/main" id="{207ADBCB-2351-A34F-AE51-16ECC375A4A3}"/>
                </a:ext>
              </a:extLst>
            </p:cNvPr>
            <p:cNvSpPr txBox="1"/>
            <p:nvPr/>
          </p:nvSpPr>
          <p:spPr>
            <a:xfrm>
              <a:off x="508233" y="4540203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…</a:t>
              </a:r>
            </a:p>
          </p:txBody>
        </p:sp>
        <p:sp>
          <p:nvSpPr>
            <p:cNvPr id="466" name="TextBox 465">
              <a:extLst>
                <a:ext uri="{FF2B5EF4-FFF2-40B4-BE49-F238E27FC236}">
                  <a16:creationId xmlns:a16="http://schemas.microsoft.com/office/drawing/2014/main" id="{437549A8-AE81-7844-82CC-A0300C63D6AE}"/>
                </a:ext>
              </a:extLst>
            </p:cNvPr>
            <p:cNvSpPr txBox="1"/>
            <p:nvPr/>
          </p:nvSpPr>
          <p:spPr>
            <a:xfrm>
              <a:off x="531730" y="538142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…</a:t>
              </a:r>
            </a:p>
          </p:txBody>
        </p:sp>
        <p:grpSp>
          <p:nvGrpSpPr>
            <p:cNvPr id="481" name="Group 480">
              <a:extLst>
                <a:ext uri="{FF2B5EF4-FFF2-40B4-BE49-F238E27FC236}">
                  <a16:creationId xmlns:a16="http://schemas.microsoft.com/office/drawing/2014/main" id="{A2E0F91C-DD87-7E44-A44E-1D382B82CDED}"/>
                </a:ext>
              </a:extLst>
            </p:cNvPr>
            <p:cNvGrpSpPr/>
            <p:nvPr/>
          </p:nvGrpSpPr>
          <p:grpSpPr>
            <a:xfrm>
              <a:off x="521789" y="4827919"/>
              <a:ext cx="917328" cy="370003"/>
              <a:chOff x="1260825" y="5090966"/>
              <a:chExt cx="917328" cy="370003"/>
            </a:xfrm>
          </p:grpSpPr>
          <p:sp>
            <p:nvSpPr>
              <p:cNvPr id="482" name="TextBox 481">
                <a:extLst>
                  <a:ext uri="{FF2B5EF4-FFF2-40B4-BE49-F238E27FC236}">
                    <a16:creationId xmlns:a16="http://schemas.microsoft.com/office/drawing/2014/main" id="{D4433C89-15BE-1548-9D0D-37BAFF3ACC17}"/>
                  </a:ext>
                </a:extLst>
              </p:cNvPr>
              <p:cNvSpPr txBox="1"/>
              <p:nvPr/>
            </p:nvSpPr>
            <p:spPr>
              <a:xfrm>
                <a:off x="1260825" y="5091637"/>
                <a:ext cx="3994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1c</a:t>
                </a:r>
              </a:p>
            </p:txBody>
          </p:sp>
          <p:sp>
            <p:nvSpPr>
              <p:cNvPr id="483" name="TextBox 482">
                <a:extLst>
                  <a:ext uri="{FF2B5EF4-FFF2-40B4-BE49-F238E27FC236}">
                    <a16:creationId xmlns:a16="http://schemas.microsoft.com/office/drawing/2014/main" id="{AE6B2798-82EF-1F4D-B9F6-C4D7D3AB911C}"/>
                  </a:ext>
                </a:extLst>
              </p:cNvPr>
              <p:cNvSpPr txBox="1"/>
              <p:nvPr/>
            </p:nvSpPr>
            <p:spPr>
              <a:xfrm>
                <a:off x="1876467" y="509096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</p:grpSp>
      </p:grpSp>
      <p:grpSp>
        <p:nvGrpSpPr>
          <p:cNvPr id="488" name="Group 487">
            <a:extLst>
              <a:ext uri="{FF2B5EF4-FFF2-40B4-BE49-F238E27FC236}">
                <a16:creationId xmlns:a16="http://schemas.microsoft.com/office/drawing/2014/main" id="{E164C92E-9AE5-D64C-B353-AB676D88C6C4}"/>
              </a:ext>
            </a:extLst>
          </p:cNvPr>
          <p:cNvGrpSpPr/>
          <p:nvPr/>
        </p:nvGrpSpPr>
        <p:grpSpPr>
          <a:xfrm>
            <a:off x="582650" y="5157552"/>
            <a:ext cx="864960" cy="372689"/>
            <a:chOff x="2013978" y="7112291"/>
            <a:chExt cx="864960" cy="372689"/>
          </a:xfrm>
        </p:grpSpPr>
        <p:sp>
          <p:nvSpPr>
            <p:cNvPr id="485" name="TextBox 484">
              <a:extLst>
                <a:ext uri="{FF2B5EF4-FFF2-40B4-BE49-F238E27FC236}">
                  <a16:creationId xmlns:a16="http://schemas.microsoft.com/office/drawing/2014/main" id="{62E47D1C-F754-1646-AD81-DA6FD596538F}"/>
                </a:ext>
              </a:extLst>
            </p:cNvPr>
            <p:cNvSpPr txBox="1"/>
            <p:nvPr/>
          </p:nvSpPr>
          <p:spPr>
            <a:xfrm>
              <a:off x="2013978" y="7112291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X</a:t>
              </a:r>
            </a:p>
          </p:txBody>
        </p:sp>
        <p:sp>
          <p:nvSpPr>
            <p:cNvPr id="486" name="TextBox 485">
              <a:extLst>
                <a:ext uri="{FF2B5EF4-FFF2-40B4-BE49-F238E27FC236}">
                  <a16:creationId xmlns:a16="http://schemas.microsoft.com/office/drawing/2014/main" id="{5541C055-00DE-9D4E-8F97-88F13A911713}"/>
                </a:ext>
              </a:extLst>
            </p:cNvPr>
            <p:cNvSpPr txBox="1"/>
            <p:nvPr/>
          </p:nvSpPr>
          <p:spPr>
            <a:xfrm>
              <a:off x="2577252" y="71156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2</a:t>
              </a:r>
            </a:p>
          </p:txBody>
        </p:sp>
      </p:grpSp>
      <p:sp>
        <p:nvSpPr>
          <p:cNvPr id="489" name="Rectangle 4">
            <a:extLst>
              <a:ext uri="{FF2B5EF4-FFF2-40B4-BE49-F238E27FC236}">
                <a16:creationId xmlns:a16="http://schemas.microsoft.com/office/drawing/2014/main" id="{A437EBA7-A652-5744-AD24-6C67AA637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9859" y="5754247"/>
            <a:ext cx="8270914" cy="510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indent="-293688"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  <a:cs typeface="Arial"/>
              </a:rPr>
              <a:t>at 1</a:t>
            </a:r>
            <a:r>
              <a:rPr lang="en-US" sz="2400" dirty="0">
                <a:solidFill>
                  <a:srgbClr val="000000"/>
                </a:solidFill>
              </a:rPr>
              <a:t>a: OSPF intra-domain routing: to get to </a:t>
            </a:r>
            <a:r>
              <a:rPr lang="en-US" sz="2400" dirty="0">
                <a:solidFill>
                  <a:srgbClr val="000000"/>
                </a:solidFill>
                <a:cs typeface="Arial"/>
              </a:rPr>
              <a:t>1</a:t>
            </a:r>
            <a:r>
              <a:rPr lang="en-US" sz="2400" dirty="0">
                <a:solidFill>
                  <a:srgbClr val="000000"/>
                </a:solidFill>
              </a:rPr>
              <a:t>c, use  interface </a:t>
            </a:r>
            <a:r>
              <a:rPr lang="en-US" sz="2400" dirty="0">
                <a:solidFill>
                  <a:srgbClr val="000000"/>
                </a:solidFill>
                <a:cs typeface="Arial"/>
              </a:rPr>
              <a:t>2</a:t>
            </a:r>
          </a:p>
        </p:txBody>
      </p:sp>
      <p:sp>
        <p:nvSpPr>
          <p:cNvPr id="490" name="Rectangle 4">
            <a:extLst>
              <a:ext uri="{FF2B5EF4-FFF2-40B4-BE49-F238E27FC236}">
                <a16:creationId xmlns:a16="http://schemas.microsoft.com/office/drawing/2014/main" id="{99326B9A-AD4D-6649-A331-2F8E5EE90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1947" y="6157167"/>
            <a:ext cx="8270914" cy="510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indent="-293688"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  <a:cs typeface="Arial"/>
              </a:rPr>
              <a:t>at 1</a:t>
            </a:r>
            <a:r>
              <a:rPr lang="en-US" sz="2400" dirty="0">
                <a:solidFill>
                  <a:srgbClr val="000000"/>
                </a:solidFill>
              </a:rPr>
              <a:t>a: to get to </a:t>
            </a:r>
            <a:r>
              <a:rPr lang="en-US" sz="2400" dirty="0">
                <a:solidFill>
                  <a:srgbClr val="000000"/>
                </a:solidFill>
                <a:cs typeface="Arial"/>
              </a:rPr>
              <a:t>X</a:t>
            </a:r>
            <a:r>
              <a:rPr lang="en-US" sz="2400" dirty="0">
                <a:solidFill>
                  <a:srgbClr val="000000"/>
                </a:solidFill>
              </a:rPr>
              <a:t>, use  interface </a:t>
            </a:r>
            <a:r>
              <a:rPr lang="en-US" sz="2400" dirty="0">
                <a:solidFill>
                  <a:srgbClr val="000000"/>
                </a:solidFill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88189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" grpId="0"/>
      <p:bldP spid="49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1249416" cy="894622"/>
          </a:xfrm>
        </p:spPr>
        <p:txBody>
          <a:bodyPr>
            <a:normAutofit fontScale="90000"/>
          </a:bodyPr>
          <a:lstStyle/>
          <a:p>
            <a:r>
              <a:rPr lang="en-US" dirty="0"/>
              <a:t>Why different Intra-, Inter-AS routing ?</a:t>
            </a:r>
            <a:r>
              <a:rPr lang="en-US" sz="6000" dirty="0"/>
              <a:t>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6433D-1EBF-D447-9924-50E7F0E2E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9512" y="6449034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4AB976E8-5353-7C49-BF7F-4718E1D40008}"/>
              </a:ext>
            </a:extLst>
          </p:cNvPr>
          <p:cNvSpPr txBox="1">
            <a:spLocks noChangeArrowheads="1"/>
          </p:cNvSpPr>
          <p:nvPr/>
        </p:nvSpPr>
        <p:spPr>
          <a:xfrm>
            <a:off x="952500" y="1421534"/>
            <a:ext cx="10318605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policy:</a:t>
            </a:r>
            <a:r>
              <a:rPr lang="en-US" dirty="0">
                <a:solidFill>
                  <a:srgbClr val="C00000"/>
                </a:solidFill>
              </a:rPr>
              <a:t> </a:t>
            </a:r>
          </a:p>
          <a:p>
            <a:pPr marL="460375" indent="-223838"/>
            <a:r>
              <a:rPr lang="en-US" dirty="0"/>
              <a:t>inter-AS: admin wants control over how its traffic routed, who routes through its network </a:t>
            </a:r>
          </a:p>
          <a:p>
            <a:pPr marL="460375" indent="-223838"/>
            <a:r>
              <a:rPr lang="en-US" dirty="0"/>
              <a:t>intra-AS: single admin, so policy less of an issue</a:t>
            </a:r>
          </a:p>
          <a:p>
            <a:pPr>
              <a:buFont typeface="Wingdings" charset="0"/>
              <a:buNone/>
            </a:pPr>
            <a:r>
              <a:rPr lang="en-US" sz="3200" dirty="0">
                <a:solidFill>
                  <a:srgbClr val="C00000"/>
                </a:solidFill>
              </a:rPr>
              <a:t>scale:</a:t>
            </a:r>
            <a:endParaRPr lang="en-US" dirty="0">
              <a:solidFill>
                <a:srgbClr val="C00000"/>
              </a:solidFill>
            </a:endParaRPr>
          </a:p>
          <a:p>
            <a:pPr marL="460375" indent="-223838"/>
            <a:r>
              <a:rPr lang="en-US" dirty="0"/>
              <a:t>hierarchical routing saves table size, reduced update traffic</a:t>
            </a:r>
          </a:p>
          <a:p>
            <a:pPr>
              <a:buFont typeface="Wingdings" charset="0"/>
              <a:buNone/>
            </a:pPr>
            <a:r>
              <a:rPr lang="en-US" dirty="0">
                <a:solidFill>
                  <a:srgbClr val="C00000"/>
                </a:solidFill>
              </a:rPr>
              <a:t>performance: </a:t>
            </a:r>
          </a:p>
          <a:p>
            <a:pPr marL="460375" indent="-223838"/>
            <a:r>
              <a:rPr lang="en-US" dirty="0"/>
              <a:t>intra-AS: can focus on performance</a:t>
            </a:r>
          </a:p>
          <a:p>
            <a:pPr marL="460375" indent="-223838"/>
            <a:r>
              <a:rPr lang="en-US" dirty="0"/>
              <a:t>inter-AS: policy dominates over performance</a:t>
            </a:r>
          </a:p>
        </p:txBody>
      </p:sp>
    </p:spTree>
    <p:extLst>
      <p:ext uri="{BB962C8B-B14F-4D97-AF65-F5344CB8AC3E}">
        <p14:creationId xmlns:p14="http://schemas.microsoft.com/office/powerpoint/2010/main" val="4277662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9" name="Group 708">
            <a:extLst>
              <a:ext uri="{FF2B5EF4-FFF2-40B4-BE49-F238E27FC236}">
                <a16:creationId xmlns:a16="http://schemas.microsoft.com/office/drawing/2014/main" id="{1F41E039-69B1-C84B-A231-87568310385C}"/>
              </a:ext>
            </a:extLst>
          </p:cNvPr>
          <p:cNvGrpSpPr/>
          <p:nvPr/>
        </p:nvGrpSpPr>
        <p:grpSpPr>
          <a:xfrm>
            <a:off x="1163507" y="1064076"/>
            <a:ext cx="9801110" cy="2876474"/>
            <a:chOff x="1113403" y="1064076"/>
            <a:chExt cx="9801110" cy="2876474"/>
          </a:xfrm>
        </p:grpSpPr>
        <p:grpSp>
          <p:nvGrpSpPr>
            <p:cNvPr id="710" name="Group 709">
              <a:extLst>
                <a:ext uri="{FF2B5EF4-FFF2-40B4-BE49-F238E27FC236}">
                  <a16:creationId xmlns:a16="http://schemas.microsoft.com/office/drawing/2014/main" id="{358F421E-8ED0-8E45-B17C-02ACEF578637}"/>
                </a:ext>
              </a:extLst>
            </p:cNvPr>
            <p:cNvGrpSpPr/>
            <p:nvPr/>
          </p:nvGrpSpPr>
          <p:grpSpPr>
            <a:xfrm>
              <a:off x="1113403" y="1064076"/>
              <a:ext cx="9801110" cy="2876474"/>
              <a:chOff x="1426553" y="3694542"/>
              <a:chExt cx="9801110" cy="2876474"/>
            </a:xfrm>
          </p:grpSpPr>
          <p:grpSp>
            <p:nvGrpSpPr>
              <p:cNvPr id="712" name="Group 711">
                <a:extLst>
                  <a:ext uri="{FF2B5EF4-FFF2-40B4-BE49-F238E27FC236}">
                    <a16:creationId xmlns:a16="http://schemas.microsoft.com/office/drawing/2014/main" id="{1BC421A3-D5D4-D44E-B01C-625A8BEB17CB}"/>
                  </a:ext>
                </a:extLst>
              </p:cNvPr>
              <p:cNvGrpSpPr/>
              <p:nvPr/>
            </p:nvGrpSpPr>
            <p:grpSpPr>
              <a:xfrm>
                <a:off x="1426553" y="3694542"/>
                <a:ext cx="9249542" cy="2876474"/>
                <a:chOff x="1426553" y="3694542"/>
                <a:chExt cx="9249542" cy="2876474"/>
              </a:xfrm>
            </p:grpSpPr>
            <p:grpSp>
              <p:nvGrpSpPr>
                <p:cNvPr id="730" name="Group 729">
                  <a:extLst>
                    <a:ext uri="{FF2B5EF4-FFF2-40B4-BE49-F238E27FC236}">
                      <a16:creationId xmlns:a16="http://schemas.microsoft.com/office/drawing/2014/main" id="{ABD7D0B3-FF50-7F41-A3A6-44EAF38A4B70}"/>
                    </a:ext>
                  </a:extLst>
                </p:cNvPr>
                <p:cNvGrpSpPr/>
                <p:nvPr/>
              </p:nvGrpSpPr>
              <p:grpSpPr>
                <a:xfrm>
                  <a:off x="4625977" y="4850481"/>
                  <a:ext cx="2545688" cy="1720535"/>
                  <a:chOff x="4625977" y="4850481"/>
                  <a:chExt cx="2545688" cy="1720535"/>
                </a:xfrm>
              </p:grpSpPr>
              <p:grpSp>
                <p:nvGrpSpPr>
                  <p:cNvPr id="864" name="Group 863">
                    <a:extLst>
                      <a:ext uri="{FF2B5EF4-FFF2-40B4-BE49-F238E27FC236}">
                        <a16:creationId xmlns:a16="http://schemas.microsoft.com/office/drawing/2014/main" id="{DD424EE1-85A8-444D-A8D1-7D38FAD08860}"/>
                      </a:ext>
                    </a:extLst>
                  </p:cNvPr>
                  <p:cNvGrpSpPr/>
                  <p:nvPr/>
                </p:nvGrpSpPr>
                <p:grpSpPr>
                  <a:xfrm>
                    <a:off x="4625977" y="4850481"/>
                    <a:ext cx="2545688" cy="1720535"/>
                    <a:chOff x="-2170772" y="2784954"/>
                    <a:chExt cx="2712783" cy="1853712"/>
                  </a:xfrm>
                </p:grpSpPr>
                <p:sp>
                  <p:nvSpPr>
                    <p:cNvPr id="866" name="Freeform 2">
                      <a:extLst>
                        <a:ext uri="{FF2B5EF4-FFF2-40B4-BE49-F238E27FC236}">
                          <a16:creationId xmlns:a16="http://schemas.microsoft.com/office/drawing/2014/main" id="{A08F267F-4261-B94D-A420-8BAFE1C906D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-2170772" y="2784954"/>
                      <a:ext cx="2712783" cy="1853712"/>
                    </a:xfrm>
                    <a:custGeom>
                      <a:avLst/>
                      <a:gdLst>
                        <a:gd name="T0" fmla="*/ 648763 w 10001"/>
                        <a:gd name="T1" fmla="*/ 34777612 h 10125"/>
                        <a:gd name="T2" fmla="*/ 115976403 w 10001"/>
                        <a:gd name="T3" fmla="*/ 13733703 h 10125"/>
                        <a:gd name="T4" fmla="*/ 507700960 w 10001"/>
                        <a:gd name="T5" fmla="*/ 8662125 h 10125"/>
                        <a:gd name="T6" fmla="*/ 810212713 w 10001"/>
                        <a:gd name="T7" fmla="*/ 0 h 10125"/>
                        <a:gd name="T8" fmla="*/ 1090015738 w 10001"/>
                        <a:gd name="T9" fmla="*/ 8687929 h 10125"/>
                        <a:gd name="T10" fmla="*/ 1310938763 w 10001"/>
                        <a:gd name="T11" fmla="*/ 4279362 h 10125"/>
                        <a:gd name="T12" fmla="*/ 1620263134 w 10001"/>
                        <a:gd name="T13" fmla="*/ 25736690 h 10125"/>
                        <a:gd name="T14" fmla="*/ 1394798364 w 10001"/>
                        <a:gd name="T15" fmla="*/ 58525268 h 10125"/>
                        <a:gd name="T16" fmla="*/ 1134622140 w 10001"/>
                        <a:gd name="T17" fmla="*/ 80266624 h 10125"/>
                        <a:gd name="T18" fmla="*/ 860820276 w 10001"/>
                        <a:gd name="T19" fmla="*/ 76142271 h 10125"/>
                        <a:gd name="T20" fmla="*/ 708996782 w 10001"/>
                        <a:gd name="T21" fmla="*/ 85346835 h 10125"/>
                        <a:gd name="T22" fmla="*/ 509322667 w 10001"/>
                        <a:gd name="T23" fmla="*/ 86268164 h 10125"/>
                        <a:gd name="T24" fmla="*/ 353443899 w 10001"/>
                        <a:gd name="T25" fmla="*/ 67979516 h 10125"/>
                        <a:gd name="T26" fmla="*/ 192536914 w 10001"/>
                        <a:gd name="T27" fmla="*/ 64535347 h 10125"/>
                        <a:gd name="T28" fmla="*/ 648763 w 10001"/>
                        <a:gd name="T29" fmla="*/ 34777612 h 10125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connsiteX0" fmla="*/ 4 w 10040"/>
                        <a:gd name="connsiteY0" fmla="*/ 4039 h 10125"/>
                        <a:gd name="connsiteX1" fmla="*/ 715 w 10040"/>
                        <a:gd name="connsiteY1" fmla="*/ 1595 h 10125"/>
                        <a:gd name="connsiteX2" fmla="*/ 3130 w 10040"/>
                        <a:gd name="connsiteY2" fmla="*/ 1006 h 10125"/>
                        <a:gd name="connsiteX3" fmla="*/ 4995 w 10040"/>
                        <a:gd name="connsiteY3" fmla="*/ 0 h 10125"/>
                        <a:gd name="connsiteX4" fmla="*/ 6720 w 10040"/>
                        <a:gd name="connsiteY4" fmla="*/ 1009 h 10125"/>
                        <a:gd name="connsiteX5" fmla="*/ 9989 w 10040"/>
                        <a:gd name="connsiteY5" fmla="*/ 2989 h 10125"/>
                        <a:gd name="connsiteX6" fmla="*/ 8599 w 10040"/>
                        <a:gd name="connsiteY6" fmla="*/ 6797 h 10125"/>
                        <a:gd name="connsiteX7" fmla="*/ 6995 w 10040"/>
                        <a:gd name="connsiteY7" fmla="*/ 9322 h 10125"/>
                        <a:gd name="connsiteX8" fmla="*/ 5307 w 10040"/>
                        <a:gd name="connsiteY8" fmla="*/ 8843 h 10125"/>
                        <a:gd name="connsiteX9" fmla="*/ 4371 w 10040"/>
                        <a:gd name="connsiteY9" fmla="*/ 9912 h 10125"/>
                        <a:gd name="connsiteX10" fmla="*/ 3140 w 10040"/>
                        <a:gd name="connsiteY10" fmla="*/ 10019 h 10125"/>
                        <a:gd name="connsiteX11" fmla="*/ 2179 w 10040"/>
                        <a:gd name="connsiteY11" fmla="*/ 7895 h 10125"/>
                        <a:gd name="connsiteX12" fmla="*/ 1187 w 10040"/>
                        <a:gd name="connsiteY12" fmla="*/ 7495 h 10125"/>
                        <a:gd name="connsiteX13" fmla="*/ 4 w 10040"/>
                        <a:gd name="connsiteY13" fmla="*/ 4039 h 10125"/>
                        <a:gd name="connsiteX0" fmla="*/ 4 w 8600"/>
                        <a:gd name="connsiteY0" fmla="*/ 4042 h 10128"/>
                        <a:gd name="connsiteX1" fmla="*/ 715 w 8600"/>
                        <a:gd name="connsiteY1" fmla="*/ 1598 h 10128"/>
                        <a:gd name="connsiteX2" fmla="*/ 3130 w 8600"/>
                        <a:gd name="connsiteY2" fmla="*/ 1009 h 10128"/>
                        <a:gd name="connsiteX3" fmla="*/ 4995 w 8600"/>
                        <a:gd name="connsiteY3" fmla="*/ 3 h 10128"/>
                        <a:gd name="connsiteX4" fmla="*/ 6720 w 8600"/>
                        <a:gd name="connsiteY4" fmla="*/ 1012 h 10128"/>
                        <a:gd name="connsiteX5" fmla="*/ 8599 w 8600"/>
                        <a:gd name="connsiteY5" fmla="*/ 6800 h 10128"/>
                        <a:gd name="connsiteX6" fmla="*/ 6995 w 8600"/>
                        <a:gd name="connsiteY6" fmla="*/ 9325 h 10128"/>
                        <a:gd name="connsiteX7" fmla="*/ 5307 w 8600"/>
                        <a:gd name="connsiteY7" fmla="*/ 8846 h 10128"/>
                        <a:gd name="connsiteX8" fmla="*/ 4371 w 8600"/>
                        <a:gd name="connsiteY8" fmla="*/ 9915 h 10128"/>
                        <a:gd name="connsiteX9" fmla="*/ 3140 w 8600"/>
                        <a:gd name="connsiteY9" fmla="*/ 10022 h 10128"/>
                        <a:gd name="connsiteX10" fmla="*/ 2179 w 8600"/>
                        <a:gd name="connsiteY10" fmla="*/ 7898 h 10128"/>
                        <a:gd name="connsiteX11" fmla="*/ 1187 w 8600"/>
                        <a:gd name="connsiteY11" fmla="*/ 7498 h 10128"/>
                        <a:gd name="connsiteX12" fmla="*/ 4 w 8600"/>
                        <a:gd name="connsiteY12" fmla="*/ 4042 h 10128"/>
                        <a:gd name="connsiteX0" fmla="*/ 4 w 9326"/>
                        <a:gd name="connsiteY0" fmla="*/ 3988 h 9997"/>
                        <a:gd name="connsiteX1" fmla="*/ 830 w 9326"/>
                        <a:gd name="connsiteY1" fmla="*/ 1575 h 9997"/>
                        <a:gd name="connsiteX2" fmla="*/ 3639 w 9326"/>
                        <a:gd name="connsiteY2" fmla="*/ 993 h 9997"/>
                        <a:gd name="connsiteX3" fmla="*/ 5807 w 9326"/>
                        <a:gd name="connsiteY3" fmla="*/ 0 h 9997"/>
                        <a:gd name="connsiteX4" fmla="*/ 7813 w 9326"/>
                        <a:gd name="connsiteY4" fmla="*/ 996 h 9997"/>
                        <a:gd name="connsiteX5" fmla="*/ 9324 w 9326"/>
                        <a:gd name="connsiteY5" fmla="*/ 5746 h 9997"/>
                        <a:gd name="connsiteX6" fmla="*/ 8133 w 9326"/>
                        <a:gd name="connsiteY6" fmla="*/ 9204 h 9997"/>
                        <a:gd name="connsiteX7" fmla="*/ 6170 w 9326"/>
                        <a:gd name="connsiteY7" fmla="*/ 8731 h 9997"/>
                        <a:gd name="connsiteX8" fmla="*/ 5082 w 9326"/>
                        <a:gd name="connsiteY8" fmla="*/ 9787 h 9997"/>
                        <a:gd name="connsiteX9" fmla="*/ 3650 w 9326"/>
                        <a:gd name="connsiteY9" fmla="*/ 9892 h 9997"/>
                        <a:gd name="connsiteX10" fmla="*/ 2533 w 9326"/>
                        <a:gd name="connsiteY10" fmla="*/ 7795 h 9997"/>
                        <a:gd name="connsiteX11" fmla="*/ 1379 w 9326"/>
                        <a:gd name="connsiteY11" fmla="*/ 7400 h 9997"/>
                        <a:gd name="connsiteX12" fmla="*/ 4 w 9326"/>
                        <a:gd name="connsiteY12" fmla="*/ 3988 h 9997"/>
                        <a:gd name="connsiteX0" fmla="*/ 4 w 10001"/>
                        <a:gd name="connsiteY0" fmla="*/ 3989 h 10041"/>
                        <a:gd name="connsiteX1" fmla="*/ 890 w 10001"/>
                        <a:gd name="connsiteY1" fmla="*/ 1575 h 10041"/>
                        <a:gd name="connsiteX2" fmla="*/ 3902 w 10001"/>
                        <a:gd name="connsiteY2" fmla="*/ 993 h 10041"/>
                        <a:gd name="connsiteX3" fmla="*/ 6227 w 10001"/>
                        <a:gd name="connsiteY3" fmla="*/ 0 h 10041"/>
                        <a:gd name="connsiteX4" fmla="*/ 8378 w 10001"/>
                        <a:gd name="connsiteY4" fmla="*/ 996 h 10041"/>
                        <a:gd name="connsiteX5" fmla="*/ 9998 w 10001"/>
                        <a:gd name="connsiteY5" fmla="*/ 5748 h 10041"/>
                        <a:gd name="connsiteX6" fmla="*/ 8721 w 10001"/>
                        <a:gd name="connsiteY6" fmla="*/ 9207 h 10041"/>
                        <a:gd name="connsiteX7" fmla="*/ 5449 w 10001"/>
                        <a:gd name="connsiteY7" fmla="*/ 9790 h 10041"/>
                        <a:gd name="connsiteX8" fmla="*/ 3914 w 10001"/>
                        <a:gd name="connsiteY8" fmla="*/ 9895 h 10041"/>
                        <a:gd name="connsiteX9" fmla="*/ 2716 w 10001"/>
                        <a:gd name="connsiteY9" fmla="*/ 7797 h 10041"/>
                        <a:gd name="connsiteX10" fmla="*/ 1479 w 10001"/>
                        <a:gd name="connsiteY10" fmla="*/ 7402 h 10041"/>
                        <a:gd name="connsiteX11" fmla="*/ 4 w 10001"/>
                        <a:gd name="connsiteY11" fmla="*/ 3989 h 10041"/>
                        <a:gd name="connsiteX0" fmla="*/ 4 w 10001"/>
                        <a:gd name="connsiteY0" fmla="*/ 3989 h 14825"/>
                        <a:gd name="connsiteX1" fmla="*/ 890 w 10001"/>
                        <a:gd name="connsiteY1" fmla="*/ 1575 h 14825"/>
                        <a:gd name="connsiteX2" fmla="*/ 3902 w 10001"/>
                        <a:gd name="connsiteY2" fmla="*/ 993 h 14825"/>
                        <a:gd name="connsiteX3" fmla="*/ 6227 w 10001"/>
                        <a:gd name="connsiteY3" fmla="*/ 0 h 14825"/>
                        <a:gd name="connsiteX4" fmla="*/ 8378 w 10001"/>
                        <a:gd name="connsiteY4" fmla="*/ 996 h 14825"/>
                        <a:gd name="connsiteX5" fmla="*/ 9998 w 10001"/>
                        <a:gd name="connsiteY5" fmla="*/ 5748 h 14825"/>
                        <a:gd name="connsiteX6" fmla="*/ 8721 w 10001"/>
                        <a:gd name="connsiteY6" fmla="*/ 9207 h 14825"/>
                        <a:gd name="connsiteX7" fmla="*/ 6011 w 10001"/>
                        <a:gd name="connsiteY7" fmla="*/ 14823 h 14825"/>
                        <a:gd name="connsiteX8" fmla="*/ 3914 w 10001"/>
                        <a:gd name="connsiteY8" fmla="*/ 9895 h 14825"/>
                        <a:gd name="connsiteX9" fmla="*/ 2716 w 10001"/>
                        <a:gd name="connsiteY9" fmla="*/ 7797 h 14825"/>
                        <a:gd name="connsiteX10" fmla="*/ 1479 w 10001"/>
                        <a:gd name="connsiteY10" fmla="*/ 7402 h 14825"/>
                        <a:gd name="connsiteX11" fmla="*/ 4 w 10001"/>
                        <a:gd name="connsiteY11" fmla="*/ 3989 h 14825"/>
                        <a:gd name="connsiteX0" fmla="*/ 4 w 10001"/>
                        <a:gd name="connsiteY0" fmla="*/ 7436 h 18272"/>
                        <a:gd name="connsiteX1" fmla="*/ 890 w 10001"/>
                        <a:gd name="connsiteY1" fmla="*/ 5022 h 18272"/>
                        <a:gd name="connsiteX2" fmla="*/ 3902 w 10001"/>
                        <a:gd name="connsiteY2" fmla="*/ 4440 h 18272"/>
                        <a:gd name="connsiteX3" fmla="*/ 6026 w 10001"/>
                        <a:gd name="connsiteY3" fmla="*/ 0 h 18272"/>
                        <a:gd name="connsiteX4" fmla="*/ 8378 w 10001"/>
                        <a:gd name="connsiteY4" fmla="*/ 4443 h 18272"/>
                        <a:gd name="connsiteX5" fmla="*/ 9998 w 10001"/>
                        <a:gd name="connsiteY5" fmla="*/ 9195 h 18272"/>
                        <a:gd name="connsiteX6" fmla="*/ 8721 w 10001"/>
                        <a:gd name="connsiteY6" fmla="*/ 12654 h 18272"/>
                        <a:gd name="connsiteX7" fmla="*/ 6011 w 10001"/>
                        <a:gd name="connsiteY7" fmla="*/ 18270 h 18272"/>
                        <a:gd name="connsiteX8" fmla="*/ 3914 w 10001"/>
                        <a:gd name="connsiteY8" fmla="*/ 13342 h 18272"/>
                        <a:gd name="connsiteX9" fmla="*/ 2716 w 10001"/>
                        <a:gd name="connsiteY9" fmla="*/ 11244 h 18272"/>
                        <a:gd name="connsiteX10" fmla="*/ 1479 w 10001"/>
                        <a:gd name="connsiteY10" fmla="*/ 10849 h 18272"/>
                        <a:gd name="connsiteX11" fmla="*/ 4 w 10001"/>
                        <a:gd name="connsiteY11" fmla="*/ 7436 h 18272"/>
                        <a:gd name="connsiteX0" fmla="*/ 1 w 9998"/>
                        <a:gd name="connsiteY0" fmla="*/ 7436 h 18272"/>
                        <a:gd name="connsiteX1" fmla="*/ 3899 w 9998"/>
                        <a:gd name="connsiteY1" fmla="*/ 4440 h 18272"/>
                        <a:gd name="connsiteX2" fmla="*/ 6023 w 9998"/>
                        <a:gd name="connsiteY2" fmla="*/ 0 h 18272"/>
                        <a:gd name="connsiteX3" fmla="*/ 8375 w 9998"/>
                        <a:gd name="connsiteY3" fmla="*/ 4443 h 18272"/>
                        <a:gd name="connsiteX4" fmla="*/ 9995 w 9998"/>
                        <a:gd name="connsiteY4" fmla="*/ 9195 h 18272"/>
                        <a:gd name="connsiteX5" fmla="*/ 8718 w 9998"/>
                        <a:gd name="connsiteY5" fmla="*/ 12654 h 18272"/>
                        <a:gd name="connsiteX6" fmla="*/ 6008 w 9998"/>
                        <a:gd name="connsiteY6" fmla="*/ 18270 h 18272"/>
                        <a:gd name="connsiteX7" fmla="*/ 3911 w 9998"/>
                        <a:gd name="connsiteY7" fmla="*/ 13342 h 18272"/>
                        <a:gd name="connsiteX8" fmla="*/ 2713 w 9998"/>
                        <a:gd name="connsiteY8" fmla="*/ 11244 h 18272"/>
                        <a:gd name="connsiteX9" fmla="*/ 1476 w 9998"/>
                        <a:gd name="connsiteY9" fmla="*/ 10849 h 18272"/>
                        <a:gd name="connsiteX10" fmla="*/ 1 w 9998"/>
                        <a:gd name="connsiteY10" fmla="*/ 7436 h 18272"/>
                        <a:gd name="connsiteX0" fmla="*/ 35 w 8559"/>
                        <a:gd name="connsiteY0" fmla="*/ 5938 h 10000"/>
                        <a:gd name="connsiteX1" fmla="*/ 2459 w 8559"/>
                        <a:gd name="connsiteY1" fmla="*/ 2430 h 10000"/>
                        <a:gd name="connsiteX2" fmla="*/ 4583 w 8559"/>
                        <a:gd name="connsiteY2" fmla="*/ 0 h 10000"/>
                        <a:gd name="connsiteX3" fmla="*/ 6936 w 8559"/>
                        <a:gd name="connsiteY3" fmla="*/ 2432 h 10000"/>
                        <a:gd name="connsiteX4" fmla="*/ 8556 w 8559"/>
                        <a:gd name="connsiteY4" fmla="*/ 5032 h 10000"/>
                        <a:gd name="connsiteX5" fmla="*/ 7279 w 8559"/>
                        <a:gd name="connsiteY5" fmla="*/ 6925 h 10000"/>
                        <a:gd name="connsiteX6" fmla="*/ 4568 w 8559"/>
                        <a:gd name="connsiteY6" fmla="*/ 9999 h 10000"/>
                        <a:gd name="connsiteX7" fmla="*/ 2471 w 8559"/>
                        <a:gd name="connsiteY7" fmla="*/ 7302 h 10000"/>
                        <a:gd name="connsiteX8" fmla="*/ 1273 w 8559"/>
                        <a:gd name="connsiteY8" fmla="*/ 6154 h 10000"/>
                        <a:gd name="connsiteX9" fmla="*/ 35 w 8559"/>
                        <a:gd name="connsiteY9" fmla="*/ 5938 h 10000"/>
                        <a:gd name="connsiteX0" fmla="*/ 49 w 9820"/>
                        <a:gd name="connsiteY0" fmla="*/ 4655 h 10000"/>
                        <a:gd name="connsiteX1" fmla="*/ 2693 w 9820"/>
                        <a:gd name="connsiteY1" fmla="*/ 2430 h 10000"/>
                        <a:gd name="connsiteX2" fmla="*/ 5175 w 9820"/>
                        <a:gd name="connsiteY2" fmla="*/ 0 h 10000"/>
                        <a:gd name="connsiteX3" fmla="*/ 7924 w 9820"/>
                        <a:gd name="connsiteY3" fmla="*/ 2432 h 10000"/>
                        <a:gd name="connsiteX4" fmla="*/ 9816 w 9820"/>
                        <a:gd name="connsiteY4" fmla="*/ 5032 h 10000"/>
                        <a:gd name="connsiteX5" fmla="*/ 8324 w 9820"/>
                        <a:gd name="connsiteY5" fmla="*/ 6925 h 10000"/>
                        <a:gd name="connsiteX6" fmla="*/ 5157 w 9820"/>
                        <a:gd name="connsiteY6" fmla="*/ 9999 h 10000"/>
                        <a:gd name="connsiteX7" fmla="*/ 2707 w 9820"/>
                        <a:gd name="connsiteY7" fmla="*/ 7302 h 10000"/>
                        <a:gd name="connsiteX8" fmla="*/ 1307 w 9820"/>
                        <a:gd name="connsiteY8" fmla="*/ 6154 h 10000"/>
                        <a:gd name="connsiteX9" fmla="*/ 49 w 9820"/>
                        <a:gd name="connsiteY9" fmla="*/ 4655 h 10000"/>
                        <a:gd name="connsiteX0" fmla="*/ 45 w 9995"/>
                        <a:gd name="connsiteY0" fmla="*/ 4655 h 10000"/>
                        <a:gd name="connsiteX1" fmla="*/ 2737 w 9995"/>
                        <a:gd name="connsiteY1" fmla="*/ 2430 h 10000"/>
                        <a:gd name="connsiteX2" fmla="*/ 5265 w 9995"/>
                        <a:gd name="connsiteY2" fmla="*/ 0 h 10000"/>
                        <a:gd name="connsiteX3" fmla="*/ 8064 w 9995"/>
                        <a:gd name="connsiteY3" fmla="*/ 2432 h 10000"/>
                        <a:gd name="connsiteX4" fmla="*/ 9991 w 9995"/>
                        <a:gd name="connsiteY4" fmla="*/ 5032 h 10000"/>
                        <a:gd name="connsiteX5" fmla="*/ 8472 w 9995"/>
                        <a:gd name="connsiteY5" fmla="*/ 6925 h 10000"/>
                        <a:gd name="connsiteX6" fmla="*/ 5247 w 9995"/>
                        <a:gd name="connsiteY6" fmla="*/ 9999 h 10000"/>
                        <a:gd name="connsiteX7" fmla="*/ 2752 w 9995"/>
                        <a:gd name="connsiteY7" fmla="*/ 7302 h 10000"/>
                        <a:gd name="connsiteX8" fmla="*/ 1374 w 9995"/>
                        <a:gd name="connsiteY8" fmla="*/ 6984 h 10000"/>
                        <a:gd name="connsiteX9" fmla="*/ 45 w 9995"/>
                        <a:gd name="connsiteY9" fmla="*/ 4655 h 10000"/>
                        <a:gd name="connsiteX0" fmla="*/ 45 w 10000"/>
                        <a:gd name="connsiteY0" fmla="*/ 5032 h 10377"/>
                        <a:gd name="connsiteX1" fmla="*/ 2738 w 10000"/>
                        <a:gd name="connsiteY1" fmla="*/ 2807 h 10377"/>
                        <a:gd name="connsiteX2" fmla="*/ 4886 w 10000"/>
                        <a:gd name="connsiteY2" fmla="*/ 0 h 10377"/>
                        <a:gd name="connsiteX3" fmla="*/ 8068 w 10000"/>
                        <a:gd name="connsiteY3" fmla="*/ 2809 h 10377"/>
                        <a:gd name="connsiteX4" fmla="*/ 9996 w 10000"/>
                        <a:gd name="connsiteY4" fmla="*/ 5409 h 10377"/>
                        <a:gd name="connsiteX5" fmla="*/ 8476 w 10000"/>
                        <a:gd name="connsiteY5" fmla="*/ 7302 h 10377"/>
                        <a:gd name="connsiteX6" fmla="*/ 5250 w 10000"/>
                        <a:gd name="connsiteY6" fmla="*/ 10376 h 10377"/>
                        <a:gd name="connsiteX7" fmla="*/ 2753 w 10000"/>
                        <a:gd name="connsiteY7" fmla="*/ 7679 h 10377"/>
                        <a:gd name="connsiteX8" fmla="*/ 1375 w 10000"/>
                        <a:gd name="connsiteY8" fmla="*/ 7361 h 10377"/>
                        <a:gd name="connsiteX9" fmla="*/ 45 w 10000"/>
                        <a:gd name="connsiteY9" fmla="*/ 5032 h 10377"/>
                        <a:gd name="connsiteX0" fmla="*/ 45 w 10000"/>
                        <a:gd name="connsiteY0" fmla="*/ 5036 h 10381"/>
                        <a:gd name="connsiteX1" fmla="*/ 2738 w 10000"/>
                        <a:gd name="connsiteY1" fmla="*/ 2811 h 10381"/>
                        <a:gd name="connsiteX2" fmla="*/ 4886 w 10000"/>
                        <a:gd name="connsiteY2" fmla="*/ 4 h 10381"/>
                        <a:gd name="connsiteX3" fmla="*/ 8068 w 10000"/>
                        <a:gd name="connsiteY3" fmla="*/ 2813 h 10381"/>
                        <a:gd name="connsiteX4" fmla="*/ 9996 w 10000"/>
                        <a:gd name="connsiteY4" fmla="*/ 5413 h 10381"/>
                        <a:gd name="connsiteX5" fmla="*/ 8476 w 10000"/>
                        <a:gd name="connsiteY5" fmla="*/ 7306 h 10381"/>
                        <a:gd name="connsiteX6" fmla="*/ 5250 w 10000"/>
                        <a:gd name="connsiteY6" fmla="*/ 10380 h 10381"/>
                        <a:gd name="connsiteX7" fmla="*/ 2753 w 10000"/>
                        <a:gd name="connsiteY7" fmla="*/ 7683 h 10381"/>
                        <a:gd name="connsiteX8" fmla="*/ 1375 w 10000"/>
                        <a:gd name="connsiteY8" fmla="*/ 7365 h 10381"/>
                        <a:gd name="connsiteX9" fmla="*/ 45 w 10000"/>
                        <a:gd name="connsiteY9" fmla="*/ 5036 h 10381"/>
                        <a:gd name="connsiteX0" fmla="*/ 45 w 10000"/>
                        <a:gd name="connsiteY0" fmla="*/ 5036 h 10796"/>
                        <a:gd name="connsiteX1" fmla="*/ 2738 w 10000"/>
                        <a:gd name="connsiteY1" fmla="*/ 2811 h 10796"/>
                        <a:gd name="connsiteX2" fmla="*/ 4886 w 10000"/>
                        <a:gd name="connsiteY2" fmla="*/ 4 h 10796"/>
                        <a:gd name="connsiteX3" fmla="*/ 8068 w 10000"/>
                        <a:gd name="connsiteY3" fmla="*/ 2813 h 10796"/>
                        <a:gd name="connsiteX4" fmla="*/ 9996 w 10000"/>
                        <a:gd name="connsiteY4" fmla="*/ 5413 h 10796"/>
                        <a:gd name="connsiteX5" fmla="*/ 8476 w 10000"/>
                        <a:gd name="connsiteY5" fmla="*/ 7306 h 10796"/>
                        <a:gd name="connsiteX6" fmla="*/ 5202 w 10000"/>
                        <a:gd name="connsiteY6" fmla="*/ 10795 h 10796"/>
                        <a:gd name="connsiteX7" fmla="*/ 2753 w 10000"/>
                        <a:gd name="connsiteY7" fmla="*/ 7683 h 10796"/>
                        <a:gd name="connsiteX8" fmla="*/ 1375 w 10000"/>
                        <a:gd name="connsiteY8" fmla="*/ 7365 h 10796"/>
                        <a:gd name="connsiteX9" fmla="*/ 45 w 10000"/>
                        <a:gd name="connsiteY9" fmla="*/ 5036 h 10796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000" h="10795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grpSp>
                  <p:nvGrpSpPr>
                    <p:cNvPr id="867" name="Group 866">
                      <a:extLst>
                        <a:ext uri="{FF2B5EF4-FFF2-40B4-BE49-F238E27FC236}">
                          <a16:creationId xmlns:a16="http://schemas.microsoft.com/office/drawing/2014/main" id="{6C152276-B4D4-DD40-9914-32913FAF749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868" name="Group 867">
                        <a:extLst>
                          <a:ext uri="{FF2B5EF4-FFF2-40B4-BE49-F238E27FC236}">
                            <a16:creationId xmlns:a16="http://schemas.microsoft.com/office/drawing/2014/main" id="{984DD8A4-E214-7F4B-90A9-8295BFEB5C2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914" name="Group 327">
                          <a:extLst>
                            <a:ext uri="{FF2B5EF4-FFF2-40B4-BE49-F238E27FC236}">
                              <a16:creationId xmlns:a16="http://schemas.microsoft.com/office/drawing/2014/main" id="{16416F8E-73DA-7E44-A2E1-11F9A389B401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918" name="Oval 917">
                            <a:extLst>
                              <a:ext uri="{FF2B5EF4-FFF2-40B4-BE49-F238E27FC236}">
                                <a16:creationId xmlns:a16="http://schemas.microsoft.com/office/drawing/2014/main" id="{45F6DB6D-85EE-CF48-AC13-61C36E83062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19" name="Rectangle 918">
                            <a:extLst>
                              <a:ext uri="{FF2B5EF4-FFF2-40B4-BE49-F238E27FC236}">
                                <a16:creationId xmlns:a16="http://schemas.microsoft.com/office/drawing/2014/main" id="{3A14DF77-624B-E44E-87A5-E8B586AC488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20" name="Oval 919">
                            <a:extLst>
                              <a:ext uri="{FF2B5EF4-FFF2-40B4-BE49-F238E27FC236}">
                                <a16:creationId xmlns:a16="http://schemas.microsoft.com/office/drawing/2014/main" id="{C264CA65-7553-FD42-9C26-EB736D772FB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21" name="Freeform 920">
                            <a:extLst>
                              <a:ext uri="{FF2B5EF4-FFF2-40B4-BE49-F238E27FC236}">
                                <a16:creationId xmlns:a16="http://schemas.microsoft.com/office/drawing/2014/main" id="{9D17FB0D-D5F8-D24E-A415-30E6C2573D3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22" name="Freeform 921">
                            <a:extLst>
                              <a:ext uri="{FF2B5EF4-FFF2-40B4-BE49-F238E27FC236}">
                                <a16:creationId xmlns:a16="http://schemas.microsoft.com/office/drawing/2014/main" id="{F9A51000-975B-EB40-8B99-2B6B64AC243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23" name="Freeform 922">
                            <a:extLst>
                              <a:ext uri="{FF2B5EF4-FFF2-40B4-BE49-F238E27FC236}">
                                <a16:creationId xmlns:a16="http://schemas.microsoft.com/office/drawing/2014/main" id="{CBF9A2EE-5BAF-6347-8868-546C1DA662E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24" name="Freeform 923">
                            <a:extLst>
                              <a:ext uri="{FF2B5EF4-FFF2-40B4-BE49-F238E27FC236}">
                                <a16:creationId xmlns:a16="http://schemas.microsoft.com/office/drawing/2014/main" id="{66A8568D-930B-A144-96E9-3A6098D4666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925" name="Straight Connector 924">
                            <a:extLst>
                              <a:ext uri="{FF2B5EF4-FFF2-40B4-BE49-F238E27FC236}">
                                <a16:creationId xmlns:a16="http://schemas.microsoft.com/office/drawing/2014/main" id="{B45965DA-8119-F346-B78B-95D8507549C3}"/>
                              </a:ext>
                            </a:extLst>
                          </p:cNvPr>
                          <p:cNvCxnSpPr>
                            <a:endCxn id="920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926" name="Straight Connector 925">
                            <a:extLst>
                              <a:ext uri="{FF2B5EF4-FFF2-40B4-BE49-F238E27FC236}">
                                <a16:creationId xmlns:a16="http://schemas.microsoft.com/office/drawing/2014/main" id="{358648E1-B6D7-BB4E-B30C-0ABC3A20459F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915" name="Group 914">
                          <a:extLst>
                            <a:ext uri="{FF2B5EF4-FFF2-40B4-BE49-F238E27FC236}">
                              <a16:creationId xmlns:a16="http://schemas.microsoft.com/office/drawing/2014/main" id="{6E3FD144-ACD9-8B46-8DFA-31013DF1021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916" name="Oval 915">
                            <a:extLst>
                              <a:ext uri="{FF2B5EF4-FFF2-40B4-BE49-F238E27FC236}">
                                <a16:creationId xmlns:a16="http://schemas.microsoft.com/office/drawing/2014/main" id="{521E7560-3C19-5445-8F40-2B5FD84E923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17" name="TextBox 916">
                            <a:extLst>
                              <a:ext uri="{FF2B5EF4-FFF2-40B4-BE49-F238E27FC236}">
                                <a16:creationId xmlns:a16="http://schemas.microsoft.com/office/drawing/2014/main" id="{6CC18FED-8C8E-6746-82C1-76A1B1E31A06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2b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869" name="Group 868">
                        <a:extLst>
                          <a:ext uri="{FF2B5EF4-FFF2-40B4-BE49-F238E27FC236}">
                            <a16:creationId xmlns:a16="http://schemas.microsoft.com/office/drawing/2014/main" id="{24CDA961-8A3C-1A4A-87FF-9ED829FB0BB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901" name="Group 327">
                          <a:extLst>
                            <a:ext uri="{FF2B5EF4-FFF2-40B4-BE49-F238E27FC236}">
                              <a16:creationId xmlns:a16="http://schemas.microsoft.com/office/drawing/2014/main" id="{FBB55B34-4F76-4F45-A2E1-FE6143EE8638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905" name="Oval 904">
                            <a:extLst>
                              <a:ext uri="{FF2B5EF4-FFF2-40B4-BE49-F238E27FC236}">
                                <a16:creationId xmlns:a16="http://schemas.microsoft.com/office/drawing/2014/main" id="{9C6C507D-6C63-294A-B3E6-403FABD134B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06" name="Rectangle 905">
                            <a:extLst>
                              <a:ext uri="{FF2B5EF4-FFF2-40B4-BE49-F238E27FC236}">
                                <a16:creationId xmlns:a16="http://schemas.microsoft.com/office/drawing/2014/main" id="{9E22BB70-F61E-D04A-A519-1D0AF342067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07" name="Oval 906">
                            <a:extLst>
                              <a:ext uri="{FF2B5EF4-FFF2-40B4-BE49-F238E27FC236}">
                                <a16:creationId xmlns:a16="http://schemas.microsoft.com/office/drawing/2014/main" id="{D1104472-DC58-0E48-A05B-CA908F609B9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08" name="Freeform 907">
                            <a:extLst>
                              <a:ext uri="{FF2B5EF4-FFF2-40B4-BE49-F238E27FC236}">
                                <a16:creationId xmlns:a16="http://schemas.microsoft.com/office/drawing/2014/main" id="{DEA263ED-CEC5-DA4F-B4B0-51403C49CE0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09" name="Freeform 908">
                            <a:extLst>
                              <a:ext uri="{FF2B5EF4-FFF2-40B4-BE49-F238E27FC236}">
                                <a16:creationId xmlns:a16="http://schemas.microsoft.com/office/drawing/2014/main" id="{397C235E-CDFA-4049-BB15-744CA4F7611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10" name="Freeform 909">
                            <a:extLst>
                              <a:ext uri="{FF2B5EF4-FFF2-40B4-BE49-F238E27FC236}">
                                <a16:creationId xmlns:a16="http://schemas.microsoft.com/office/drawing/2014/main" id="{FCD39440-5B9B-7746-A7C3-024B9988D5C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11" name="Freeform 910">
                            <a:extLst>
                              <a:ext uri="{FF2B5EF4-FFF2-40B4-BE49-F238E27FC236}">
                                <a16:creationId xmlns:a16="http://schemas.microsoft.com/office/drawing/2014/main" id="{6BC1008D-C639-2946-B788-616DC1D442E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912" name="Straight Connector 911">
                            <a:extLst>
                              <a:ext uri="{FF2B5EF4-FFF2-40B4-BE49-F238E27FC236}">
                                <a16:creationId xmlns:a16="http://schemas.microsoft.com/office/drawing/2014/main" id="{52AF9C52-A2A0-DB45-B6D1-87BCCD857535}"/>
                              </a:ext>
                            </a:extLst>
                          </p:cNvPr>
                          <p:cNvCxnSpPr>
                            <a:endCxn id="907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913" name="Straight Connector 912">
                            <a:extLst>
                              <a:ext uri="{FF2B5EF4-FFF2-40B4-BE49-F238E27FC236}">
                                <a16:creationId xmlns:a16="http://schemas.microsoft.com/office/drawing/2014/main" id="{3045BEB5-088F-4041-BC9C-FC9418665394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902" name="Group 901">
                          <a:extLst>
                            <a:ext uri="{FF2B5EF4-FFF2-40B4-BE49-F238E27FC236}">
                              <a16:creationId xmlns:a16="http://schemas.microsoft.com/office/drawing/2014/main" id="{2A51E43C-BAA7-0042-8AAA-798AC744927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903" name="Oval 902">
                            <a:extLst>
                              <a:ext uri="{FF2B5EF4-FFF2-40B4-BE49-F238E27FC236}">
                                <a16:creationId xmlns:a16="http://schemas.microsoft.com/office/drawing/2014/main" id="{50FB2868-EF79-8146-9629-D6ED30AF39B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904" name="TextBox 903">
                            <a:extLst>
                              <a:ext uri="{FF2B5EF4-FFF2-40B4-BE49-F238E27FC236}">
                                <a16:creationId xmlns:a16="http://schemas.microsoft.com/office/drawing/2014/main" id="{BF56E4DD-3E9B-734D-A27A-A1D220E3D2EA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2d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870" name="Group 869">
                        <a:extLst>
                          <a:ext uri="{FF2B5EF4-FFF2-40B4-BE49-F238E27FC236}">
                            <a16:creationId xmlns:a16="http://schemas.microsoft.com/office/drawing/2014/main" id="{D438F4A2-E4FF-7F41-B86F-D77DCC378D3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888" name="Group 327">
                          <a:extLst>
                            <a:ext uri="{FF2B5EF4-FFF2-40B4-BE49-F238E27FC236}">
                              <a16:creationId xmlns:a16="http://schemas.microsoft.com/office/drawing/2014/main" id="{8C7E775C-1367-9049-B5AD-A39C7DC7FCC5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92" name="Oval 891">
                            <a:extLst>
                              <a:ext uri="{FF2B5EF4-FFF2-40B4-BE49-F238E27FC236}">
                                <a16:creationId xmlns:a16="http://schemas.microsoft.com/office/drawing/2014/main" id="{0599E5C5-DAA9-0242-9F3C-91363C5B82B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93" name="Rectangle 892">
                            <a:extLst>
                              <a:ext uri="{FF2B5EF4-FFF2-40B4-BE49-F238E27FC236}">
                                <a16:creationId xmlns:a16="http://schemas.microsoft.com/office/drawing/2014/main" id="{97711880-E256-7746-83DE-1059E47DA5F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94" name="Oval 893">
                            <a:extLst>
                              <a:ext uri="{FF2B5EF4-FFF2-40B4-BE49-F238E27FC236}">
                                <a16:creationId xmlns:a16="http://schemas.microsoft.com/office/drawing/2014/main" id="{0F65D2F0-AA32-2143-A1DA-1FB3459451D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95" name="Freeform 894">
                            <a:extLst>
                              <a:ext uri="{FF2B5EF4-FFF2-40B4-BE49-F238E27FC236}">
                                <a16:creationId xmlns:a16="http://schemas.microsoft.com/office/drawing/2014/main" id="{7F060615-5429-5F4F-8931-4F3531FAC56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96" name="Freeform 895">
                            <a:extLst>
                              <a:ext uri="{FF2B5EF4-FFF2-40B4-BE49-F238E27FC236}">
                                <a16:creationId xmlns:a16="http://schemas.microsoft.com/office/drawing/2014/main" id="{0227F0D2-46F1-DD48-99E9-CCE7B0B163B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97" name="Freeform 896">
                            <a:extLst>
                              <a:ext uri="{FF2B5EF4-FFF2-40B4-BE49-F238E27FC236}">
                                <a16:creationId xmlns:a16="http://schemas.microsoft.com/office/drawing/2014/main" id="{B2AE2C46-5E54-B949-B61D-DDDAF1F92C3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98" name="Freeform 897">
                            <a:extLst>
                              <a:ext uri="{FF2B5EF4-FFF2-40B4-BE49-F238E27FC236}">
                                <a16:creationId xmlns:a16="http://schemas.microsoft.com/office/drawing/2014/main" id="{E62940AD-612B-3640-8ED1-AFA8A7AEC6A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899" name="Straight Connector 898">
                            <a:extLst>
                              <a:ext uri="{FF2B5EF4-FFF2-40B4-BE49-F238E27FC236}">
                                <a16:creationId xmlns:a16="http://schemas.microsoft.com/office/drawing/2014/main" id="{C783DA74-AC98-084E-8C9B-9A40409A8290}"/>
                              </a:ext>
                            </a:extLst>
                          </p:cNvPr>
                          <p:cNvCxnSpPr>
                            <a:endCxn id="894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900" name="Straight Connector 899">
                            <a:extLst>
                              <a:ext uri="{FF2B5EF4-FFF2-40B4-BE49-F238E27FC236}">
                                <a16:creationId xmlns:a16="http://schemas.microsoft.com/office/drawing/2014/main" id="{FCA5460F-9A86-9E48-A6D1-6448FEB282CB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89" name="Group 888">
                          <a:extLst>
                            <a:ext uri="{FF2B5EF4-FFF2-40B4-BE49-F238E27FC236}">
                              <a16:creationId xmlns:a16="http://schemas.microsoft.com/office/drawing/2014/main" id="{418A8BBE-82F4-0447-8BAD-72DBA791E42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890" name="Oval 889">
                            <a:extLst>
                              <a:ext uri="{FF2B5EF4-FFF2-40B4-BE49-F238E27FC236}">
                                <a16:creationId xmlns:a16="http://schemas.microsoft.com/office/drawing/2014/main" id="{68C1CC24-1322-304B-AA91-1A45B88054C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91" name="TextBox 890">
                            <a:extLst>
                              <a:ext uri="{FF2B5EF4-FFF2-40B4-BE49-F238E27FC236}">
                                <a16:creationId xmlns:a16="http://schemas.microsoft.com/office/drawing/2014/main" id="{3736B38C-24F8-7F45-A7AB-38AF3A9B596A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2c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871" name="Group 870">
                        <a:extLst>
                          <a:ext uri="{FF2B5EF4-FFF2-40B4-BE49-F238E27FC236}">
                            <a16:creationId xmlns:a16="http://schemas.microsoft.com/office/drawing/2014/main" id="{2C74275F-BBFE-6447-843A-7EC70E8CD1D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875" name="Group 327">
                          <a:extLst>
                            <a:ext uri="{FF2B5EF4-FFF2-40B4-BE49-F238E27FC236}">
                              <a16:creationId xmlns:a16="http://schemas.microsoft.com/office/drawing/2014/main" id="{D0AE3EC0-5AED-5C42-A3E9-2B6A4F31A3D5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79" name="Oval 878">
                            <a:extLst>
                              <a:ext uri="{FF2B5EF4-FFF2-40B4-BE49-F238E27FC236}">
                                <a16:creationId xmlns:a16="http://schemas.microsoft.com/office/drawing/2014/main" id="{6A1C7C0B-D9BE-5B47-BAEA-4ECE7B46032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80" name="Rectangle 879">
                            <a:extLst>
                              <a:ext uri="{FF2B5EF4-FFF2-40B4-BE49-F238E27FC236}">
                                <a16:creationId xmlns:a16="http://schemas.microsoft.com/office/drawing/2014/main" id="{FC785F69-7AC5-DD41-9551-7E83D1AEAC3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81" name="Oval 880">
                            <a:extLst>
                              <a:ext uri="{FF2B5EF4-FFF2-40B4-BE49-F238E27FC236}">
                                <a16:creationId xmlns:a16="http://schemas.microsoft.com/office/drawing/2014/main" id="{B93AB64D-3B6F-C24C-83B6-D356C7CDB59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82" name="Freeform 881">
                            <a:extLst>
                              <a:ext uri="{FF2B5EF4-FFF2-40B4-BE49-F238E27FC236}">
                                <a16:creationId xmlns:a16="http://schemas.microsoft.com/office/drawing/2014/main" id="{41809955-8183-3142-B344-7571F9E26B2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83" name="Freeform 882">
                            <a:extLst>
                              <a:ext uri="{FF2B5EF4-FFF2-40B4-BE49-F238E27FC236}">
                                <a16:creationId xmlns:a16="http://schemas.microsoft.com/office/drawing/2014/main" id="{C8469625-6E06-9845-8260-D6163EBF6C6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84" name="Freeform 883">
                            <a:extLst>
                              <a:ext uri="{FF2B5EF4-FFF2-40B4-BE49-F238E27FC236}">
                                <a16:creationId xmlns:a16="http://schemas.microsoft.com/office/drawing/2014/main" id="{136A834D-35D4-0D44-942B-5144B62D80A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85" name="Freeform 884">
                            <a:extLst>
                              <a:ext uri="{FF2B5EF4-FFF2-40B4-BE49-F238E27FC236}">
                                <a16:creationId xmlns:a16="http://schemas.microsoft.com/office/drawing/2014/main" id="{B9D90F43-3AD5-FF4B-BA60-21F0FEAC369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886" name="Straight Connector 885">
                            <a:extLst>
                              <a:ext uri="{FF2B5EF4-FFF2-40B4-BE49-F238E27FC236}">
                                <a16:creationId xmlns:a16="http://schemas.microsoft.com/office/drawing/2014/main" id="{7F23707A-76AD-2347-B654-9F3BCB3429D2}"/>
                              </a:ext>
                            </a:extLst>
                          </p:cNvPr>
                          <p:cNvCxnSpPr>
                            <a:endCxn id="881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887" name="Straight Connector 886">
                            <a:extLst>
                              <a:ext uri="{FF2B5EF4-FFF2-40B4-BE49-F238E27FC236}">
                                <a16:creationId xmlns:a16="http://schemas.microsoft.com/office/drawing/2014/main" id="{9F19899B-1A48-7049-8FFC-A709621ECD1E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76" name="Group 875">
                          <a:extLst>
                            <a:ext uri="{FF2B5EF4-FFF2-40B4-BE49-F238E27FC236}">
                              <a16:creationId xmlns:a16="http://schemas.microsoft.com/office/drawing/2014/main" id="{7BBC5130-A420-2445-99B2-7B8D78F70D8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877" name="Oval 876">
                            <a:extLst>
                              <a:ext uri="{FF2B5EF4-FFF2-40B4-BE49-F238E27FC236}">
                                <a16:creationId xmlns:a16="http://schemas.microsoft.com/office/drawing/2014/main" id="{4A4979ED-9DB5-5B43-B1BD-990D4B3E3B8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78" name="TextBox 877">
                            <a:extLst>
                              <a:ext uri="{FF2B5EF4-FFF2-40B4-BE49-F238E27FC236}">
                                <a16:creationId xmlns:a16="http://schemas.microsoft.com/office/drawing/2014/main" id="{C37287CE-B17F-944D-9D74-B45F5DB31878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2a</a:t>
                            </a:r>
                          </a:p>
                        </p:txBody>
                      </p:sp>
                    </p:grpSp>
                  </p:grpSp>
                  <p:cxnSp>
                    <p:nvCxnSpPr>
                      <p:cNvPr id="872" name="Straight Connector 871">
                        <a:extLst>
                          <a:ext uri="{FF2B5EF4-FFF2-40B4-BE49-F238E27FC236}">
                            <a16:creationId xmlns:a16="http://schemas.microsoft.com/office/drawing/2014/main" id="{53A5BF8E-8026-7544-B095-2B0810EC45C7}"/>
                          </a:ext>
                        </a:extLst>
                      </p:cNvPr>
                      <p:cNvCxnSpPr>
                        <a:stCxn id="918" idx="7"/>
                      </p:cNvCxnSpPr>
                      <p:nvPr/>
                    </p:nvCxnSpPr>
                    <p:spPr bwMode="auto">
                      <a:xfrm>
                        <a:off x="2218708" y="3154477"/>
                        <a:ext cx="480042" cy="36977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873" name="Straight Connector 872">
                        <a:extLst>
                          <a:ext uri="{FF2B5EF4-FFF2-40B4-BE49-F238E27FC236}">
                            <a16:creationId xmlns:a16="http://schemas.microsoft.com/office/drawing/2014/main" id="{ACB55289-44C7-324C-BFC9-1ED03EFCF8F9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300073" y="3786304"/>
                        <a:ext cx="477927" cy="357071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874" name="Straight Connector 873">
                        <a:extLst>
                          <a:ext uri="{FF2B5EF4-FFF2-40B4-BE49-F238E27FC236}">
                            <a16:creationId xmlns:a16="http://schemas.microsoft.com/office/drawing/2014/main" id="{1EC0EB31-5ADC-0C48-AFEC-E9E36690E86E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2196042" y="3783542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</p:grpSp>
              <p:sp>
                <p:nvSpPr>
                  <p:cNvPr id="865" name="TextBox 864">
                    <a:extLst>
                      <a:ext uri="{FF2B5EF4-FFF2-40B4-BE49-F238E27FC236}">
                        <a16:creationId xmlns:a16="http://schemas.microsoft.com/office/drawing/2014/main" id="{7C5DA395-36E1-DD47-882C-C99275A9433C}"/>
                      </a:ext>
                    </a:extLst>
                  </p:cNvPr>
                  <p:cNvSpPr txBox="1"/>
                  <p:nvPr/>
                </p:nvSpPr>
                <p:spPr>
                  <a:xfrm>
                    <a:off x="4833576" y="4910165"/>
                    <a:ext cx="753532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2000" dirty="0">
                        <a:solidFill>
                          <a:srgbClr val="000090"/>
                        </a:solidFill>
                        <a:latin typeface="Arial" charset="0"/>
                        <a:ea typeface="ＭＳ Ｐゴシック" charset="0"/>
                      </a:rPr>
                      <a:t>AS 2</a:t>
                    </a:r>
                  </a:p>
                </p:txBody>
              </p:sp>
            </p:grpSp>
            <p:grpSp>
              <p:nvGrpSpPr>
                <p:cNvPr id="731" name="Group 730">
                  <a:extLst>
                    <a:ext uri="{FF2B5EF4-FFF2-40B4-BE49-F238E27FC236}">
                      <a16:creationId xmlns:a16="http://schemas.microsoft.com/office/drawing/2014/main" id="{0C916CC7-B4E3-6E47-B4D4-FF966179F5F8}"/>
                    </a:ext>
                  </a:extLst>
                </p:cNvPr>
                <p:cNvGrpSpPr/>
                <p:nvPr/>
              </p:nvGrpSpPr>
              <p:grpSpPr>
                <a:xfrm>
                  <a:off x="8100574" y="3694542"/>
                  <a:ext cx="2575521" cy="1672516"/>
                  <a:chOff x="8100574" y="3694542"/>
                  <a:chExt cx="2575521" cy="1672516"/>
                </a:xfrm>
              </p:grpSpPr>
              <p:sp>
                <p:nvSpPr>
                  <p:cNvPr id="799" name="Freeform 2">
                    <a:extLst>
                      <a:ext uri="{FF2B5EF4-FFF2-40B4-BE49-F238E27FC236}">
                        <a16:creationId xmlns:a16="http://schemas.microsoft.com/office/drawing/2014/main" id="{C9F1C8EF-9CA0-DF4E-BF7B-98289E3B0EA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100574" y="3694542"/>
                    <a:ext cx="2575521" cy="1672516"/>
                  </a:xfrm>
                  <a:custGeom>
                    <a:avLst/>
                    <a:gdLst>
                      <a:gd name="T0" fmla="*/ 648763 w 10001"/>
                      <a:gd name="T1" fmla="*/ 34777612 h 10125"/>
                      <a:gd name="T2" fmla="*/ 115976403 w 10001"/>
                      <a:gd name="T3" fmla="*/ 13733703 h 10125"/>
                      <a:gd name="T4" fmla="*/ 507700960 w 10001"/>
                      <a:gd name="T5" fmla="*/ 8662125 h 10125"/>
                      <a:gd name="T6" fmla="*/ 810212713 w 10001"/>
                      <a:gd name="T7" fmla="*/ 0 h 10125"/>
                      <a:gd name="T8" fmla="*/ 1090015738 w 10001"/>
                      <a:gd name="T9" fmla="*/ 8687929 h 10125"/>
                      <a:gd name="T10" fmla="*/ 1310938763 w 10001"/>
                      <a:gd name="T11" fmla="*/ 4279362 h 10125"/>
                      <a:gd name="T12" fmla="*/ 1620263134 w 10001"/>
                      <a:gd name="T13" fmla="*/ 25736690 h 10125"/>
                      <a:gd name="T14" fmla="*/ 1394798364 w 10001"/>
                      <a:gd name="T15" fmla="*/ 58525268 h 10125"/>
                      <a:gd name="T16" fmla="*/ 1134622140 w 10001"/>
                      <a:gd name="T17" fmla="*/ 80266624 h 10125"/>
                      <a:gd name="T18" fmla="*/ 860820276 w 10001"/>
                      <a:gd name="T19" fmla="*/ 76142271 h 10125"/>
                      <a:gd name="T20" fmla="*/ 708996782 w 10001"/>
                      <a:gd name="T21" fmla="*/ 85346835 h 10125"/>
                      <a:gd name="T22" fmla="*/ 509322667 w 10001"/>
                      <a:gd name="T23" fmla="*/ 86268164 h 10125"/>
                      <a:gd name="T24" fmla="*/ 353443899 w 10001"/>
                      <a:gd name="T25" fmla="*/ 67979516 h 10125"/>
                      <a:gd name="T26" fmla="*/ 192536914 w 10001"/>
                      <a:gd name="T27" fmla="*/ 64535347 h 10125"/>
                      <a:gd name="T28" fmla="*/ 648763 w 10001"/>
                      <a:gd name="T29" fmla="*/ 34777612 h 1012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connsiteX0" fmla="*/ 4 w 10040"/>
                      <a:gd name="connsiteY0" fmla="*/ 4039 h 10125"/>
                      <a:gd name="connsiteX1" fmla="*/ 715 w 10040"/>
                      <a:gd name="connsiteY1" fmla="*/ 1595 h 10125"/>
                      <a:gd name="connsiteX2" fmla="*/ 3130 w 10040"/>
                      <a:gd name="connsiteY2" fmla="*/ 1006 h 10125"/>
                      <a:gd name="connsiteX3" fmla="*/ 4995 w 10040"/>
                      <a:gd name="connsiteY3" fmla="*/ 0 h 10125"/>
                      <a:gd name="connsiteX4" fmla="*/ 6720 w 10040"/>
                      <a:gd name="connsiteY4" fmla="*/ 1009 h 10125"/>
                      <a:gd name="connsiteX5" fmla="*/ 9989 w 10040"/>
                      <a:gd name="connsiteY5" fmla="*/ 2989 h 10125"/>
                      <a:gd name="connsiteX6" fmla="*/ 8599 w 10040"/>
                      <a:gd name="connsiteY6" fmla="*/ 6797 h 10125"/>
                      <a:gd name="connsiteX7" fmla="*/ 6995 w 10040"/>
                      <a:gd name="connsiteY7" fmla="*/ 9322 h 10125"/>
                      <a:gd name="connsiteX8" fmla="*/ 5307 w 10040"/>
                      <a:gd name="connsiteY8" fmla="*/ 8843 h 10125"/>
                      <a:gd name="connsiteX9" fmla="*/ 4371 w 10040"/>
                      <a:gd name="connsiteY9" fmla="*/ 9912 h 10125"/>
                      <a:gd name="connsiteX10" fmla="*/ 3140 w 10040"/>
                      <a:gd name="connsiteY10" fmla="*/ 10019 h 10125"/>
                      <a:gd name="connsiteX11" fmla="*/ 2179 w 10040"/>
                      <a:gd name="connsiteY11" fmla="*/ 7895 h 10125"/>
                      <a:gd name="connsiteX12" fmla="*/ 1187 w 10040"/>
                      <a:gd name="connsiteY12" fmla="*/ 7495 h 10125"/>
                      <a:gd name="connsiteX13" fmla="*/ 4 w 10040"/>
                      <a:gd name="connsiteY13" fmla="*/ 4039 h 10125"/>
                      <a:gd name="connsiteX0" fmla="*/ 4 w 8600"/>
                      <a:gd name="connsiteY0" fmla="*/ 4042 h 10128"/>
                      <a:gd name="connsiteX1" fmla="*/ 715 w 8600"/>
                      <a:gd name="connsiteY1" fmla="*/ 1598 h 10128"/>
                      <a:gd name="connsiteX2" fmla="*/ 3130 w 8600"/>
                      <a:gd name="connsiteY2" fmla="*/ 1009 h 10128"/>
                      <a:gd name="connsiteX3" fmla="*/ 4995 w 8600"/>
                      <a:gd name="connsiteY3" fmla="*/ 3 h 10128"/>
                      <a:gd name="connsiteX4" fmla="*/ 6720 w 8600"/>
                      <a:gd name="connsiteY4" fmla="*/ 1012 h 10128"/>
                      <a:gd name="connsiteX5" fmla="*/ 8599 w 8600"/>
                      <a:gd name="connsiteY5" fmla="*/ 6800 h 10128"/>
                      <a:gd name="connsiteX6" fmla="*/ 6995 w 8600"/>
                      <a:gd name="connsiteY6" fmla="*/ 9325 h 10128"/>
                      <a:gd name="connsiteX7" fmla="*/ 5307 w 8600"/>
                      <a:gd name="connsiteY7" fmla="*/ 8846 h 10128"/>
                      <a:gd name="connsiteX8" fmla="*/ 4371 w 8600"/>
                      <a:gd name="connsiteY8" fmla="*/ 9915 h 10128"/>
                      <a:gd name="connsiteX9" fmla="*/ 3140 w 8600"/>
                      <a:gd name="connsiteY9" fmla="*/ 10022 h 10128"/>
                      <a:gd name="connsiteX10" fmla="*/ 2179 w 8600"/>
                      <a:gd name="connsiteY10" fmla="*/ 7898 h 10128"/>
                      <a:gd name="connsiteX11" fmla="*/ 1187 w 8600"/>
                      <a:gd name="connsiteY11" fmla="*/ 7498 h 10128"/>
                      <a:gd name="connsiteX12" fmla="*/ 4 w 8600"/>
                      <a:gd name="connsiteY12" fmla="*/ 4042 h 10128"/>
                      <a:gd name="connsiteX0" fmla="*/ 4 w 9326"/>
                      <a:gd name="connsiteY0" fmla="*/ 3988 h 9997"/>
                      <a:gd name="connsiteX1" fmla="*/ 830 w 9326"/>
                      <a:gd name="connsiteY1" fmla="*/ 1575 h 9997"/>
                      <a:gd name="connsiteX2" fmla="*/ 3639 w 9326"/>
                      <a:gd name="connsiteY2" fmla="*/ 993 h 9997"/>
                      <a:gd name="connsiteX3" fmla="*/ 5807 w 9326"/>
                      <a:gd name="connsiteY3" fmla="*/ 0 h 9997"/>
                      <a:gd name="connsiteX4" fmla="*/ 7813 w 9326"/>
                      <a:gd name="connsiteY4" fmla="*/ 996 h 9997"/>
                      <a:gd name="connsiteX5" fmla="*/ 9324 w 9326"/>
                      <a:gd name="connsiteY5" fmla="*/ 5746 h 9997"/>
                      <a:gd name="connsiteX6" fmla="*/ 8133 w 9326"/>
                      <a:gd name="connsiteY6" fmla="*/ 9204 h 9997"/>
                      <a:gd name="connsiteX7" fmla="*/ 6170 w 9326"/>
                      <a:gd name="connsiteY7" fmla="*/ 8731 h 9997"/>
                      <a:gd name="connsiteX8" fmla="*/ 5082 w 9326"/>
                      <a:gd name="connsiteY8" fmla="*/ 9787 h 9997"/>
                      <a:gd name="connsiteX9" fmla="*/ 3650 w 9326"/>
                      <a:gd name="connsiteY9" fmla="*/ 9892 h 9997"/>
                      <a:gd name="connsiteX10" fmla="*/ 2533 w 9326"/>
                      <a:gd name="connsiteY10" fmla="*/ 7795 h 9997"/>
                      <a:gd name="connsiteX11" fmla="*/ 1379 w 9326"/>
                      <a:gd name="connsiteY11" fmla="*/ 7400 h 9997"/>
                      <a:gd name="connsiteX12" fmla="*/ 4 w 9326"/>
                      <a:gd name="connsiteY12" fmla="*/ 3988 h 9997"/>
                      <a:gd name="connsiteX0" fmla="*/ 4 w 10001"/>
                      <a:gd name="connsiteY0" fmla="*/ 3989 h 10041"/>
                      <a:gd name="connsiteX1" fmla="*/ 890 w 10001"/>
                      <a:gd name="connsiteY1" fmla="*/ 1575 h 10041"/>
                      <a:gd name="connsiteX2" fmla="*/ 3902 w 10001"/>
                      <a:gd name="connsiteY2" fmla="*/ 993 h 10041"/>
                      <a:gd name="connsiteX3" fmla="*/ 6227 w 10001"/>
                      <a:gd name="connsiteY3" fmla="*/ 0 h 10041"/>
                      <a:gd name="connsiteX4" fmla="*/ 8378 w 10001"/>
                      <a:gd name="connsiteY4" fmla="*/ 996 h 10041"/>
                      <a:gd name="connsiteX5" fmla="*/ 9998 w 10001"/>
                      <a:gd name="connsiteY5" fmla="*/ 5748 h 10041"/>
                      <a:gd name="connsiteX6" fmla="*/ 8721 w 10001"/>
                      <a:gd name="connsiteY6" fmla="*/ 9207 h 10041"/>
                      <a:gd name="connsiteX7" fmla="*/ 5449 w 10001"/>
                      <a:gd name="connsiteY7" fmla="*/ 9790 h 10041"/>
                      <a:gd name="connsiteX8" fmla="*/ 3914 w 10001"/>
                      <a:gd name="connsiteY8" fmla="*/ 9895 h 10041"/>
                      <a:gd name="connsiteX9" fmla="*/ 2716 w 10001"/>
                      <a:gd name="connsiteY9" fmla="*/ 7797 h 10041"/>
                      <a:gd name="connsiteX10" fmla="*/ 1479 w 10001"/>
                      <a:gd name="connsiteY10" fmla="*/ 7402 h 10041"/>
                      <a:gd name="connsiteX11" fmla="*/ 4 w 10001"/>
                      <a:gd name="connsiteY11" fmla="*/ 3989 h 10041"/>
                      <a:gd name="connsiteX0" fmla="*/ 4 w 10001"/>
                      <a:gd name="connsiteY0" fmla="*/ 3989 h 14825"/>
                      <a:gd name="connsiteX1" fmla="*/ 890 w 10001"/>
                      <a:gd name="connsiteY1" fmla="*/ 1575 h 14825"/>
                      <a:gd name="connsiteX2" fmla="*/ 3902 w 10001"/>
                      <a:gd name="connsiteY2" fmla="*/ 993 h 14825"/>
                      <a:gd name="connsiteX3" fmla="*/ 6227 w 10001"/>
                      <a:gd name="connsiteY3" fmla="*/ 0 h 14825"/>
                      <a:gd name="connsiteX4" fmla="*/ 8378 w 10001"/>
                      <a:gd name="connsiteY4" fmla="*/ 996 h 14825"/>
                      <a:gd name="connsiteX5" fmla="*/ 9998 w 10001"/>
                      <a:gd name="connsiteY5" fmla="*/ 5748 h 14825"/>
                      <a:gd name="connsiteX6" fmla="*/ 8721 w 10001"/>
                      <a:gd name="connsiteY6" fmla="*/ 9207 h 14825"/>
                      <a:gd name="connsiteX7" fmla="*/ 6011 w 10001"/>
                      <a:gd name="connsiteY7" fmla="*/ 14823 h 14825"/>
                      <a:gd name="connsiteX8" fmla="*/ 3914 w 10001"/>
                      <a:gd name="connsiteY8" fmla="*/ 9895 h 14825"/>
                      <a:gd name="connsiteX9" fmla="*/ 2716 w 10001"/>
                      <a:gd name="connsiteY9" fmla="*/ 7797 h 14825"/>
                      <a:gd name="connsiteX10" fmla="*/ 1479 w 10001"/>
                      <a:gd name="connsiteY10" fmla="*/ 7402 h 14825"/>
                      <a:gd name="connsiteX11" fmla="*/ 4 w 10001"/>
                      <a:gd name="connsiteY11" fmla="*/ 3989 h 14825"/>
                      <a:gd name="connsiteX0" fmla="*/ 4 w 10001"/>
                      <a:gd name="connsiteY0" fmla="*/ 7436 h 18272"/>
                      <a:gd name="connsiteX1" fmla="*/ 890 w 10001"/>
                      <a:gd name="connsiteY1" fmla="*/ 5022 h 18272"/>
                      <a:gd name="connsiteX2" fmla="*/ 3902 w 10001"/>
                      <a:gd name="connsiteY2" fmla="*/ 4440 h 18272"/>
                      <a:gd name="connsiteX3" fmla="*/ 6026 w 10001"/>
                      <a:gd name="connsiteY3" fmla="*/ 0 h 18272"/>
                      <a:gd name="connsiteX4" fmla="*/ 8378 w 10001"/>
                      <a:gd name="connsiteY4" fmla="*/ 4443 h 18272"/>
                      <a:gd name="connsiteX5" fmla="*/ 9998 w 10001"/>
                      <a:gd name="connsiteY5" fmla="*/ 9195 h 18272"/>
                      <a:gd name="connsiteX6" fmla="*/ 8721 w 10001"/>
                      <a:gd name="connsiteY6" fmla="*/ 12654 h 18272"/>
                      <a:gd name="connsiteX7" fmla="*/ 6011 w 10001"/>
                      <a:gd name="connsiteY7" fmla="*/ 18270 h 18272"/>
                      <a:gd name="connsiteX8" fmla="*/ 3914 w 10001"/>
                      <a:gd name="connsiteY8" fmla="*/ 13342 h 18272"/>
                      <a:gd name="connsiteX9" fmla="*/ 2716 w 10001"/>
                      <a:gd name="connsiteY9" fmla="*/ 11244 h 18272"/>
                      <a:gd name="connsiteX10" fmla="*/ 1479 w 10001"/>
                      <a:gd name="connsiteY10" fmla="*/ 10849 h 18272"/>
                      <a:gd name="connsiteX11" fmla="*/ 4 w 10001"/>
                      <a:gd name="connsiteY11" fmla="*/ 7436 h 18272"/>
                      <a:gd name="connsiteX0" fmla="*/ 1 w 9998"/>
                      <a:gd name="connsiteY0" fmla="*/ 7436 h 18272"/>
                      <a:gd name="connsiteX1" fmla="*/ 3899 w 9998"/>
                      <a:gd name="connsiteY1" fmla="*/ 4440 h 18272"/>
                      <a:gd name="connsiteX2" fmla="*/ 6023 w 9998"/>
                      <a:gd name="connsiteY2" fmla="*/ 0 h 18272"/>
                      <a:gd name="connsiteX3" fmla="*/ 8375 w 9998"/>
                      <a:gd name="connsiteY3" fmla="*/ 4443 h 18272"/>
                      <a:gd name="connsiteX4" fmla="*/ 9995 w 9998"/>
                      <a:gd name="connsiteY4" fmla="*/ 9195 h 18272"/>
                      <a:gd name="connsiteX5" fmla="*/ 8718 w 9998"/>
                      <a:gd name="connsiteY5" fmla="*/ 12654 h 18272"/>
                      <a:gd name="connsiteX6" fmla="*/ 6008 w 9998"/>
                      <a:gd name="connsiteY6" fmla="*/ 18270 h 18272"/>
                      <a:gd name="connsiteX7" fmla="*/ 3911 w 9998"/>
                      <a:gd name="connsiteY7" fmla="*/ 13342 h 18272"/>
                      <a:gd name="connsiteX8" fmla="*/ 2713 w 9998"/>
                      <a:gd name="connsiteY8" fmla="*/ 11244 h 18272"/>
                      <a:gd name="connsiteX9" fmla="*/ 1476 w 9998"/>
                      <a:gd name="connsiteY9" fmla="*/ 10849 h 18272"/>
                      <a:gd name="connsiteX10" fmla="*/ 1 w 9998"/>
                      <a:gd name="connsiteY10" fmla="*/ 7436 h 18272"/>
                      <a:gd name="connsiteX0" fmla="*/ 35 w 8559"/>
                      <a:gd name="connsiteY0" fmla="*/ 5938 h 10000"/>
                      <a:gd name="connsiteX1" fmla="*/ 2459 w 8559"/>
                      <a:gd name="connsiteY1" fmla="*/ 2430 h 10000"/>
                      <a:gd name="connsiteX2" fmla="*/ 4583 w 8559"/>
                      <a:gd name="connsiteY2" fmla="*/ 0 h 10000"/>
                      <a:gd name="connsiteX3" fmla="*/ 6936 w 8559"/>
                      <a:gd name="connsiteY3" fmla="*/ 2432 h 10000"/>
                      <a:gd name="connsiteX4" fmla="*/ 8556 w 8559"/>
                      <a:gd name="connsiteY4" fmla="*/ 5032 h 10000"/>
                      <a:gd name="connsiteX5" fmla="*/ 7279 w 8559"/>
                      <a:gd name="connsiteY5" fmla="*/ 6925 h 10000"/>
                      <a:gd name="connsiteX6" fmla="*/ 4568 w 8559"/>
                      <a:gd name="connsiteY6" fmla="*/ 9999 h 10000"/>
                      <a:gd name="connsiteX7" fmla="*/ 2471 w 8559"/>
                      <a:gd name="connsiteY7" fmla="*/ 7302 h 10000"/>
                      <a:gd name="connsiteX8" fmla="*/ 1273 w 8559"/>
                      <a:gd name="connsiteY8" fmla="*/ 6154 h 10000"/>
                      <a:gd name="connsiteX9" fmla="*/ 35 w 8559"/>
                      <a:gd name="connsiteY9" fmla="*/ 5938 h 10000"/>
                      <a:gd name="connsiteX0" fmla="*/ 49 w 9820"/>
                      <a:gd name="connsiteY0" fmla="*/ 4655 h 10000"/>
                      <a:gd name="connsiteX1" fmla="*/ 2693 w 9820"/>
                      <a:gd name="connsiteY1" fmla="*/ 2430 h 10000"/>
                      <a:gd name="connsiteX2" fmla="*/ 5175 w 9820"/>
                      <a:gd name="connsiteY2" fmla="*/ 0 h 10000"/>
                      <a:gd name="connsiteX3" fmla="*/ 7924 w 9820"/>
                      <a:gd name="connsiteY3" fmla="*/ 2432 h 10000"/>
                      <a:gd name="connsiteX4" fmla="*/ 9816 w 9820"/>
                      <a:gd name="connsiteY4" fmla="*/ 5032 h 10000"/>
                      <a:gd name="connsiteX5" fmla="*/ 8324 w 9820"/>
                      <a:gd name="connsiteY5" fmla="*/ 6925 h 10000"/>
                      <a:gd name="connsiteX6" fmla="*/ 5157 w 9820"/>
                      <a:gd name="connsiteY6" fmla="*/ 9999 h 10000"/>
                      <a:gd name="connsiteX7" fmla="*/ 2707 w 9820"/>
                      <a:gd name="connsiteY7" fmla="*/ 7302 h 10000"/>
                      <a:gd name="connsiteX8" fmla="*/ 1307 w 9820"/>
                      <a:gd name="connsiteY8" fmla="*/ 6154 h 10000"/>
                      <a:gd name="connsiteX9" fmla="*/ 49 w 9820"/>
                      <a:gd name="connsiteY9" fmla="*/ 4655 h 10000"/>
                      <a:gd name="connsiteX0" fmla="*/ 45 w 9995"/>
                      <a:gd name="connsiteY0" fmla="*/ 4655 h 10000"/>
                      <a:gd name="connsiteX1" fmla="*/ 2737 w 9995"/>
                      <a:gd name="connsiteY1" fmla="*/ 2430 h 10000"/>
                      <a:gd name="connsiteX2" fmla="*/ 5265 w 9995"/>
                      <a:gd name="connsiteY2" fmla="*/ 0 h 10000"/>
                      <a:gd name="connsiteX3" fmla="*/ 8064 w 9995"/>
                      <a:gd name="connsiteY3" fmla="*/ 2432 h 10000"/>
                      <a:gd name="connsiteX4" fmla="*/ 9991 w 9995"/>
                      <a:gd name="connsiteY4" fmla="*/ 5032 h 10000"/>
                      <a:gd name="connsiteX5" fmla="*/ 8472 w 9995"/>
                      <a:gd name="connsiteY5" fmla="*/ 6925 h 10000"/>
                      <a:gd name="connsiteX6" fmla="*/ 5247 w 9995"/>
                      <a:gd name="connsiteY6" fmla="*/ 9999 h 10000"/>
                      <a:gd name="connsiteX7" fmla="*/ 2752 w 9995"/>
                      <a:gd name="connsiteY7" fmla="*/ 7302 h 10000"/>
                      <a:gd name="connsiteX8" fmla="*/ 1374 w 9995"/>
                      <a:gd name="connsiteY8" fmla="*/ 6984 h 10000"/>
                      <a:gd name="connsiteX9" fmla="*/ 45 w 9995"/>
                      <a:gd name="connsiteY9" fmla="*/ 4655 h 10000"/>
                      <a:gd name="connsiteX0" fmla="*/ 45 w 10000"/>
                      <a:gd name="connsiteY0" fmla="*/ 5032 h 10377"/>
                      <a:gd name="connsiteX1" fmla="*/ 2738 w 10000"/>
                      <a:gd name="connsiteY1" fmla="*/ 2807 h 10377"/>
                      <a:gd name="connsiteX2" fmla="*/ 4886 w 10000"/>
                      <a:gd name="connsiteY2" fmla="*/ 0 h 10377"/>
                      <a:gd name="connsiteX3" fmla="*/ 8068 w 10000"/>
                      <a:gd name="connsiteY3" fmla="*/ 2809 h 10377"/>
                      <a:gd name="connsiteX4" fmla="*/ 9996 w 10000"/>
                      <a:gd name="connsiteY4" fmla="*/ 5409 h 10377"/>
                      <a:gd name="connsiteX5" fmla="*/ 8476 w 10000"/>
                      <a:gd name="connsiteY5" fmla="*/ 7302 h 10377"/>
                      <a:gd name="connsiteX6" fmla="*/ 5250 w 10000"/>
                      <a:gd name="connsiteY6" fmla="*/ 10376 h 10377"/>
                      <a:gd name="connsiteX7" fmla="*/ 2753 w 10000"/>
                      <a:gd name="connsiteY7" fmla="*/ 7679 h 10377"/>
                      <a:gd name="connsiteX8" fmla="*/ 1375 w 10000"/>
                      <a:gd name="connsiteY8" fmla="*/ 7361 h 10377"/>
                      <a:gd name="connsiteX9" fmla="*/ 45 w 10000"/>
                      <a:gd name="connsiteY9" fmla="*/ 5032 h 10377"/>
                      <a:gd name="connsiteX0" fmla="*/ 45 w 10000"/>
                      <a:gd name="connsiteY0" fmla="*/ 5036 h 10381"/>
                      <a:gd name="connsiteX1" fmla="*/ 2738 w 10000"/>
                      <a:gd name="connsiteY1" fmla="*/ 2811 h 10381"/>
                      <a:gd name="connsiteX2" fmla="*/ 4886 w 10000"/>
                      <a:gd name="connsiteY2" fmla="*/ 4 h 10381"/>
                      <a:gd name="connsiteX3" fmla="*/ 8068 w 10000"/>
                      <a:gd name="connsiteY3" fmla="*/ 2813 h 10381"/>
                      <a:gd name="connsiteX4" fmla="*/ 9996 w 10000"/>
                      <a:gd name="connsiteY4" fmla="*/ 5413 h 10381"/>
                      <a:gd name="connsiteX5" fmla="*/ 8476 w 10000"/>
                      <a:gd name="connsiteY5" fmla="*/ 7306 h 10381"/>
                      <a:gd name="connsiteX6" fmla="*/ 5250 w 10000"/>
                      <a:gd name="connsiteY6" fmla="*/ 10380 h 10381"/>
                      <a:gd name="connsiteX7" fmla="*/ 2753 w 10000"/>
                      <a:gd name="connsiteY7" fmla="*/ 7683 h 10381"/>
                      <a:gd name="connsiteX8" fmla="*/ 1375 w 10000"/>
                      <a:gd name="connsiteY8" fmla="*/ 7365 h 10381"/>
                      <a:gd name="connsiteX9" fmla="*/ 45 w 10000"/>
                      <a:gd name="connsiteY9" fmla="*/ 5036 h 10381"/>
                      <a:gd name="connsiteX0" fmla="*/ 45 w 10000"/>
                      <a:gd name="connsiteY0" fmla="*/ 5036 h 10796"/>
                      <a:gd name="connsiteX1" fmla="*/ 2738 w 10000"/>
                      <a:gd name="connsiteY1" fmla="*/ 2811 h 10796"/>
                      <a:gd name="connsiteX2" fmla="*/ 4886 w 10000"/>
                      <a:gd name="connsiteY2" fmla="*/ 4 h 10796"/>
                      <a:gd name="connsiteX3" fmla="*/ 8068 w 10000"/>
                      <a:gd name="connsiteY3" fmla="*/ 2813 h 10796"/>
                      <a:gd name="connsiteX4" fmla="*/ 9996 w 10000"/>
                      <a:gd name="connsiteY4" fmla="*/ 5413 h 10796"/>
                      <a:gd name="connsiteX5" fmla="*/ 8476 w 10000"/>
                      <a:gd name="connsiteY5" fmla="*/ 7306 h 10796"/>
                      <a:gd name="connsiteX6" fmla="*/ 5202 w 10000"/>
                      <a:gd name="connsiteY6" fmla="*/ 10795 h 10796"/>
                      <a:gd name="connsiteX7" fmla="*/ 2753 w 10000"/>
                      <a:gd name="connsiteY7" fmla="*/ 7683 h 10796"/>
                      <a:gd name="connsiteX8" fmla="*/ 1375 w 10000"/>
                      <a:gd name="connsiteY8" fmla="*/ 7365 h 10796"/>
                      <a:gd name="connsiteX9" fmla="*/ 45 w 10000"/>
                      <a:gd name="connsiteY9" fmla="*/ 5036 h 10796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000" h="10795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800" name="Group 799">
                    <a:extLst>
                      <a:ext uri="{FF2B5EF4-FFF2-40B4-BE49-F238E27FC236}">
                        <a16:creationId xmlns:a16="http://schemas.microsoft.com/office/drawing/2014/main" id="{326D4158-E78D-4546-871D-E05C73E9AA2C}"/>
                      </a:ext>
                    </a:extLst>
                  </p:cNvPr>
                  <p:cNvGrpSpPr/>
                  <p:nvPr/>
                </p:nvGrpSpPr>
                <p:grpSpPr>
                  <a:xfrm>
                    <a:off x="8136838" y="3735782"/>
                    <a:ext cx="2402775" cy="1530043"/>
                    <a:chOff x="8136838" y="3735782"/>
                    <a:chExt cx="2402775" cy="1530043"/>
                  </a:xfrm>
                </p:grpSpPr>
                <p:grpSp>
                  <p:nvGrpSpPr>
                    <p:cNvPr id="801" name="Group 800">
                      <a:extLst>
                        <a:ext uri="{FF2B5EF4-FFF2-40B4-BE49-F238E27FC236}">
                          <a16:creationId xmlns:a16="http://schemas.microsoft.com/office/drawing/2014/main" id="{AC187CFF-80D8-C74D-B9E1-7BF4C1B951F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24065" y="3830658"/>
                      <a:ext cx="2215548" cy="1435167"/>
                      <a:chOff x="833331" y="2873352"/>
                      <a:chExt cx="2333625" cy="1590649"/>
                    </a:xfrm>
                  </p:grpSpPr>
                  <p:grpSp>
                    <p:nvGrpSpPr>
                      <p:cNvPr id="803" name="Group 802">
                        <a:extLst>
                          <a:ext uri="{FF2B5EF4-FFF2-40B4-BE49-F238E27FC236}">
                            <a16:creationId xmlns:a16="http://schemas.microsoft.com/office/drawing/2014/main" id="{CB08FB85-D943-144F-B125-69A1C14B73A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851" name="Group 327">
                          <a:extLst>
                            <a:ext uri="{FF2B5EF4-FFF2-40B4-BE49-F238E27FC236}">
                              <a16:creationId xmlns:a16="http://schemas.microsoft.com/office/drawing/2014/main" id="{2B8FE84F-C44F-EA4C-A549-35EA36422370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55" name="Oval 854">
                            <a:extLst>
                              <a:ext uri="{FF2B5EF4-FFF2-40B4-BE49-F238E27FC236}">
                                <a16:creationId xmlns:a16="http://schemas.microsoft.com/office/drawing/2014/main" id="{AE2BBEA1-8076-5645-86CE-C5805362D83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56" name="Rectangle 855">
                            <a:extLst>
                              <a:ext uri="{FF2B5EF4-FFF2-40B4-BE49-F238E27FC236}">
                                <a16:creationId xmlns:a16="http://schemas.microsoft.com/office/drawing/2014/main" id="{B8A5768D-3F4A-7C4D-878E-9B015CD110B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57" name="Oval 856">
                            <a:extLst>
                              <a:ext uri="{FF2B5EF4-FFF2-40B4-BE49-F238E27FC236}">
                                <a16:creationId xmlns:a16="http://schemas.microsoft.com/office/drawing/2014/main" id="{6BD7EA63-23AB-0241-9C6E-B4354EAF50F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58" name="Freeform 857">
                            <a:extLst>
                              <a:ext uri="{FF2B5EF4-FFF2-40B4-BE49-F238E27FC236}">
                                <a16:creationId xmlns:a16="http://schemas.microsoft.com/office/drawing/2014/main" id="{0AF22987-4194-544D-A544-71116358FA6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59" name="Freeform 858">
                            <a:extLst>
                              <a:ext uri="{FF2B5EF4-FFF2-40B4-BE49-F238E27FC236}">
                                <a16:creationId xmlns:a16="http://schemas.microsoft.com/office/drawing/2014/main" id="{4CED5FED-05FD-9D48-A262-AE91D9D25F1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60" name="Freeform 859">
                            <a:extLst>
                              <a:ext uri="{FF2B5EF4-FFF2-40B4-BE49-F238E27FC236}">
                                <a16:creationId xmlns:a16="http://schemas.microsoft.com/office/drawing/2014/main" id="{ED6BD9FD-C89E-0949-9804-02451005F43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61" name="Freeform 860">
                            <a:extLst>
                              <a:ext uri="{FF2B5EF4-FFF2-40B4-BE49-F238E27FC236}">
                                <a16:creationId xmlns:a16="http://schemas.microsoft.com/office/drawing/2014/main" id="{2DBBB645-187E-5747-84B2-B71897F6E88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862" name="Straight Connector 861">
                            <a:extLst>
                              <a:ext uri="{FF2B5EF4-FFF2-40B4-BE49-F238E27FC236}">
                                <a16:creationId xmlns:a16="http://schemas.microsoft.com/office/drawing/2014/main" id="{443D5C88-8856-7D41-93D0-8D377BB3ABAE}"/>
                              </a:ext>
                            </a:extLst>
                          </p:cNvPr>
                          <p:cNvCxnSpPr>
                            <a:endCxn id="857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863" name="Straight Connector 862">
                            <a:extLst>
                              <a:ext uri="{FF2B5EF4-FFF2-40B4-BE49-F238E27FC236}">
                                <a16:creationId xmlns:a16="http://schemas.microsoft.com/office/drawing/2014/main" id="{94FB2721-9B50-6F47-9890-E9309552F94A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52" name="Group 851">
                          <a:extLst>
                            <a:ext uri="{FF2B5EF4-FFF2-40B4-BE49-F238E27FC236}">
                              <a16:creationId xmlns:a16="http://schemas.microsoft.com/office/drawing/2014/main" id="{9C98ECD3-27C8-D14F-A2E7-A4C3DEE2363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853" name="Oval 852">
                            <a:extLst>
                              <a:ext uri="{FF2B5EF4-FFF2-40B4-BE49-F238E27FC236}">
                                <a16:creationId xmlns:a16="http://schemas.microsoft.com/office/drawing/2014/main" id="{936E1921-DF37-F041-A022-931108C1602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54" name="TextBox 853">
                            <a:extLst>
                              <a:ext uri="{FF2B5EF4-FFF2-40B4-BE49-F238E27FC236}">
                                <a16:creationId xmlns:a16="http://schemas.microsoft.com/office/drawing/2014/main" id="{35F627A8-A033-7649-A179-1DD10B438F94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3b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804" name="Group 803">
                        <a:extLst>
                          <a:ext uri="{FF2B5EF4-FFF2-40B4-BE49-F238E27FC236}">
                            <a16:creationId xmlns:a16="http://schemas.microsoft.com/office/drawing/2014/main" id="{721F473A-15B1-574E-9233-E08F643328F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838" name="Group 327">
                          <a:extLst>
                            <a:ext uri="{FF2B5EF4-FFF2-40B4-BE49-F238E27FC236}">
                              <a16:creationId xmlns:a16="http://schemas.microsoft.com/office/drawing/2014/main" id="{5D2FFA4B-7F26-084C-89F3-0B3F268F8032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42" name="Oval 841">
                            <a:extLst>
                              <a:ext uri="{FF2B5EF4-FFF2-40B4-BE49-F238E27FC236}">
                                <a16:creationId xmlns:a16="http://schemas.microsoft.com/office/drawing/2014/main" id="{2E44E194-EC26-FE4B-B328-D97C450E325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43" name="Rectangle 842">
                            <a:extLst>
                              <a:ext uri="{FF2B5EF4-FFF2-40B4-BE49-F238E27FC236}">
                                <a16:creationId xmlns:a16="http://schemas.microsoft.com/office/drawing/2014/main" id="{617D718E-FF6F-1145-A08E-49249BADA56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44" name="Oval 843">
                            <a:extLst>
                              <a:ext uri="{FF2B5EF4-FFF2-40B4-BE49-F238E27FC236}">
                                <a16:creationId xmlns:a16="http://schemas.microsoft.com/office/drawing/2014/main" id="{64E6AA91-8404-E040-8791-0DA5B730A10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45" name="Freeform 844">
                            <a:extLst>
                              <a:ext uri="{FF2B5EF4-FFF2-40B4-BE49-F238E27FC236}">
                                <a16:creationId xmlns:a16="http://schemas.microsoft.com/office/drawing/2014/main" id="{35AA234B-14C9-934A-A247-AB377702539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46" name="Freeform 845">
                            <a:extLst>
                              <a:ext uri="{FF2B5EF4-FFF2-40B4-BE49-F238E27FC236}">
                                <a16:creationId xmlns:a16="http://schemas.microsoft.com/office/drawing/2014/main" id="{0C22DB79-CD97-234D-847F-E68CC9693D2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47" name="Freeform 846">
                            <a:extLst>
                              <a:ext uri="{FF2B5EF4-FFF2-40B4-BE49-F238E27FC236}">
                                <a16:creationId xmlns:a16="http://schemas.microsoft.com/office/drawing/2014/main" id="{26401730-ACB4-104C-9FA1-7653AED3B8D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48" name="Freeform 847">
                            <a:extLst>
                              <a:ext uri="{FF2B5EF4-FFF2-40B4-BE49-F238E27FC236}">
                                <a16:creationId xmlns:a16="http://schemas.microsoft.com/office/drawing/2014/main" id="{E10FF36F-2EBF-2648-8C45-ADE3962380F7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849" name="Straight Connector 848">
                            <a:extLst>
                              <a:ext uri="{FF2B5EF4-FFF2-40B4-BE49-F238E27FC236}">
                                <a16:creationId xmlns:a16="http://schemas.microsoft.com/office/drawing/2014/main" id="{0F24D3EE-9895-C640-A0C0-61A7B1299E3E}"/>
                              </a:ext>
                            </a:extLst>
                          </p:cNvPr>
                          <p:cNvCxnSpPr>
                            <a:endCxn id="844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850" name="Straight Connector 849">
                            <a:extLst>
                              <a:ext uri="{FF2B5EF4-FFF2-40B4-BE49-F238E27FC236}">
                                <a16:creationId xmlns:a16="http://schemas.microsoft.com/office/drawing/2014/main" id="{765EDC04-7E30-954A-B0F3-00CCC7404803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39" name="Group 838">
                          <a:extLst>
                            <a:ext uri="{FF2B5EF4-FFF2-40B4-BE49-F238E27FC236}">
                              <a16:creationId xmlns:a16="http://schemas.microsoft.com/office/drawing/2014/main" id="{57BB86FC-7295-EB45-932B-17FAD0875FB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840" name="Oval 839">
                            <a:extLst>
                              <a:ext uri="{FF2B5EF4-FFF2-40B4-BE49-F238E27FC236}">
                                <a16:creationId xmlns:a16="http://schemas.microsoft.com/office/drawing/2014/main" id="{C03DDE60-B168-F24E-BAB8-C9ED48A56DC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41" name="TextBox 840">
                            <a:extLst>
                              <a:ext uri="{FF2B5EF4-FFF2-40B4-BE49-F238E27FC236}">
                                <a16:creationId xmlns:a16="http://schemas.microsoft.com/office/drawing/2014/main" id="{532CEA14-D8F9-F44B-8A93-C1D4196FFA2D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3d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805" name="Group 804">
                        <a:extLst>
                          <a:ext uri="{FF2B5EF4-FFF2-40B4-BE49-F238E27FC236}">
                            <a16:creationId xmlns:a16="http://schemas.microsoft.com/office/drawing/2014/main" id="{71F2ABB3-1F37-1749-A71A-D55C4164C6D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825" name="Group 327">
                          <a:extLst>
                            <a:ext uri="{FF2B5EF4-FFF2-40B4-BE49-F238E27FC236}">
                              <a16:creationId xmlns:a16="http://schemas.microsoft.com/office/drawing/2014/main" id="{2651DCEF-09B4-C942-A0F3-FA87951DD865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29" name="Oval 828">
                            <a:extLst>
                              <a:ext uri="{FF2B5EF4-FFF2-40B4-BE49-F238E27FC236}">
                                <a16:creationId xmlns:a16="http://schemas.microsoft.com/office/drawing/2014/main" id="{CA0BA046-ADD1-DF43-9064-2BD897B3CAB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30" name="Rectangle 829">
                            <a:extLst>
                              <a:ext uri="{FF2B5EF4-FFF2-40B4-BE49-F238E27FC236}">
                                <a16:creationId xmlns:a16="http://schemas.microsoft.com/office/drawing/2014/main" id="{882472DD-BC97-CA41-B9FE-B478A85C5FC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31" name="Oval 830">
                            <a:extLst>
                              <a:ext uri="{FF2B5EF4-FFF2-40B4-BE49-F238E27FC236}">
                                <a16:creationId xmlns:a16="http://schemas.microsoft.com/office/drawing/2014/main" id="{0DF677DC-458B-4249-9F0B-4BEA8992A46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32" name="Freeform 831">
                            <a:extLst>
                              <a:ext uri="{FF2B5EF4-FFF2-40B4-BE49-F238E27FC236}">
                                <a16:creationId xmlns:a16="http://schemas.microsoft.com/office/drawing/2014/main" id="{0F164491-88B9-F549-89BF-3249CF0EC7A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33" name="Freeform 832">
                            <a:extLst>
                              <a:ext uri="{FF2B5EF4-FFF2-40B4-BE49-F238E27FC236}">
                                <a16:creationId xmlns:a16="http://schemas.microsoft.com/office/drawing/2014/main" id="{2758E550-A851-E74D-8E4C-C8A45774D08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34" name="Freeform 833">
                            <a:extLst>
                              <a:ext uri="{FF2B5EF4-FFF2-40B4-BE49-F238E27FC236}">
                                <a16:creationId xmlns:a16="http://schemas.microsoft.com/office/drawing/2014/main" id="{1350CAC8-6F9F-564A-823C-89EC27BAC74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35" name="Freeform 834">
                            <a:extLst>
                              <a:ext uri="{FF2B5EF4-FFF2-40B4-BE49-F238E27FC236}">
                                <a16:creationId xmlns:a16="http://schemas.microsoft.com/office/drawing/2014/main" id="{97B1F333-DA1A-0F4B-B54D-DB2B8B8F2B9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836" name="Straight Connector 835">
                            <a:extLst>
                              <a:ext uri="{FF2B5EF4-FFF2-40B4-BE49-F238E27FC236}">
                                <a16:creationId xmlns:a16="http://schemas.microsoft.com/office/drawing/2014/main" id="{0A3849EA-872C-6847-A5A3-116B6EC439E7}"/>
                              </a:ext>
                            </a:extLst>
                          </p:cNvPr>
                          <p:cNvCxnSpPr>
                            <a:endCxn id="831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837" name="Straight Connector 836">
                            <a:extLst>
                              <a:ext uri="{FF2B5EF4-FFF2-40B4-BE49-F238E27FC236}">
                                <a16:creationId xmlns:a16="http://schemas.microsoft.com/office/drawing/2014/main" id="{56B8C882-098F-AD46-B77F-9CC83FFDFA36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26" name="Group 825">
                          <a:extLst>
                            <a:ext uri="{FF2B5EF4-FFF2-40B4-BE49-F238E27FC236}">
                              <a16:creationId xmlns:a16="http://schemas.microsoft.com/office/drawing/2014/main" id="{250BE9B6-B57D-F94F-BCB6-B73C86BEC82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827" name="Oval 826">
                            <a:extLst>
                              <a:ext uri="{FF2B5EF4-FFF2-40B4-BE49-F238E27FC236}">
                                <a16:creationId xmlns:a16="http://schemas.microsoft.com/office/drawing/2014/main" id="{440673B1-5B90-3B47-B433-5B745BEF7ED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28" name="TextBox 827">
                            <a:extLst>
                              <a:ext uri="{FF2B5EF4-FFF2-40B4-BE49-F238E27FC236}">
                                <a16:creationId xmlns:a16="http://schemas.microsoft.com/office/drawing/2014/main" id="{CEFFE0E5-506B-494E-9F80-E0ED1385C913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3c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806" name="Group 805">
                        <a:extLst>
                          <a:ext uri="{FF2B5EF4-FFF2-40B4-BE49-F238E27FC236}">
                            <a16:creationId xmlns:a16="http://schemas.microsoft.com/office/drawing/2014/main" id="{934EAAF5-7899-6048-985B-55771C310E3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812" name="Group 327">
                          <a:extLst>
                            <a:ext uri="{FF2B5EF4-FFF2-40B4-BE49-F238E27FC236}">
                              <a16:creationId xmlns:a16="http://schemas.microsoft.com/office/drawing/2014/main" id="{EA2F9A36-B4FF-064C-8E95-B92BA1EFBC03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816" name="Oval 815">
                            <a:extLst>
                              <a:ext uri="{FF2B5EF4-FFF2-40B4-BE49-F238E27FC236}">
                                <a16:creationId xmlns:a16="http://schemas.microsoft.com/office/drawing/2014/main" id="{C9B42101-EA24-6842-96B2-075E8CDEE55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17" name="Rectangle 816">
                            <a:extLst>
                              <a:ext uri="{FF2B5EF4-FFF2-40B4-BE49-F238E27FC236}">
                                <a16:creationId xmlns:a16="http://schemas.microsoft.com/office/drawing/2014/main" id="{DD6446F3-EBED-4C4E-98E8-DFA3342992A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18" name="Oval 817">
                            <a:extLst>
                              <a:ext uri="{FF2B5EF4-FFF2-40B4-BE49-F238E27FC236}">
                                <a16:creationId xmlns:a16="http://schemas.microsoft.com/office/drawing/2014/main" id="{276754CC-BC24-D645-88C4-AD8ABBDAC20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19" name="Freeform 818">
                            <a:extLst>
                              <a:ext uri="{FF2B5EF4-FFF2-40B4-BE49-F238E27FC236}">
                                <a16:creationId xmlns:a16="http://schemas.microsoft.com/office/drawing/2014/main" id="{5A8BD987-737D-FA44-B273-88A8F35DF04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20" name="Freeform 819">
                            <a:extLst>
                              <a:ext uri="{FF2B5EF4-FFF2-40B4-BE49-F238E27FC236}">
                                <a16:creationId xmlns:a16="http://schemas.microsoft.com/office/drawing/2014/main" id="{F85E71B3-F6FD-5D41-8B69-1BEF4807052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21" name="Freeform 820">
                            <a:extLst>
                              <a:ext uri="{FF2B5EF4-FFF2-40B4-BE49-F238E27FC236}">
                                <a16:creationId xmlns:a16="http://schemas.microsoft.com/office/drawing/2014/main" id="{D1004E37-7132-B444-A2A9-00EFCF8A5B1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22" name="Freeform 821">
                            <a:extLst>
                              <a:ext uri="{FF2B5EF4-FFF2-40B4-BE49-F238E27FC236}">
                                <a16:creationId xmlns:a16="http://schemas.microsoft.com/office/drawing/2014/main" id="{D1933192-6FC3-1F4C-A774-BFD867FD86B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823" name="Straight Connector 822">
                            <a:extLst>
                              <a:ext uri="{FF2B5EF4-FFF2-40B4-BE49-F238E27FC236}">
                                <a16:creationId xmlns:a16="http://schemas.microsoft.com/office/drawing/2014/main" id="{90A448BE-7308-2149-A3B1-04243C3579A4}"/>
                              </a:ext>
                            </a:extLst>
                          </p:cNvPr>
                          <p:cNvCxnSpPr>
                            <a:endCxn id="818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824" name="Straight Connector 823">
                            <a:extLst>
                              <a:ext uri="{FF2B5EF4-FFF2-40B4-BE49-F238E27FC236}">
                                <a16:creationId xmlns:a16="http://schemas.microsoft.com/office/drawing/2014/main" id="{3D23F772-4772-4944-9814-58585E15D2CC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813" name="Group 812">
                          <a:extLst>
                            <a:ext uri="{FF2B5EF4-FFF2-40B4-BE49-F238E27FC236}">
                              <a16:creationId xmlns:a16="http://schemas.microsoft.com/office/drawing/2014/main" id="{3960218D-0B99-B847-9F2F-6D6844AA31C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814" name="Oval 813">
                            <a:extLst>
                              <a:ext uri="{FF2B5EF4-FFF2-40B4-BE49-F238E27FC236}">
                                <a16:creationId xmlns:a16="http://schemas.microsoft.com/office/drawing/2014/main" id="{5EA97AFC-9556-FA4F-A9FC-32D54BB6DE7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815" name="TextBox 814">
                            <a:extLst>
                              <a:ext uri="{FF2B5EF4-FFF2-40B4-BE49-F238E27FC236}">
                                <a16:creationId xmlns:a16="http://schemas.microsoft.com/office/drawing/2014/main" id="{ADC46399-42EC-C546-9364-6036E45185B9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3a</a:t>
                            </a:r>
                          </a:p>
                        </p:txBody>
                      </p:sp>
                    </p:grpSp>
                  </p:grpSp>
                  <p:cxnSp>
                    <p:nvCxnSpPr>
                      <p:cNvPr id="807" name="Straight Connector 806">
                        <a:extLst>
                          <a:ext uri="{FF2B5EF4-FFF2-40B4-BE49-F238E27FC236}">
                            <a16:creationId xmlns:a16="http://schemas.microsoft.com/office/drawing/2014/main" id="{D595D77F-9B17-014B-A773-8B7499AF21FE}"/>
                          </a:ext>
                        </a:extLst>
                      </p:cNvPr>
                      <p:cNvCxnSpPr>
                        <a:stCxn id="854" idx="2"/>
                        <a:endCxn id="841" idx="0"/>
                      </p:cNvCxnSpPr>
                      <p:nvPr/>
                    </p:nvCxnSpPr>
                    <p:spPr bwMode="auto">
                      <a:xfrm>
                        <a:off x="1991073" y="3242684"/>
                        <a:ext cx="4230" cy="851985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rgbClr val="000090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808" name="Straight Connector 807">
                        <a:extLst>
                          <a:ext uri="{FF2B5EF4-FFF2-40B4-BE49-F238E27FC236}">
                            <a16:creationId xmlns:a16="http://schemas.microsoft.com/office/drawing/2014/main" id="{B60EB8E1-3F2D-124E-9763-9324DE9A9749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407477" y="3648621"/>
                        <a:ext cx="1204913" cy="635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809" name="Straight Connector 808">
                        <a:extLst>
                          <a:ext uri="{FF2B5EF4-FFF2-40B4-BE49-F238E27FC236}">
                            <a16:creationId xmlns:a16="http://schemas.microsoft.com/office/drawing/2014/main" id="{C0B2D073-9741-6549-9449-917E9E16C403}"/>
                          </a:ext>
                        </a:extLst>
                      </p:cNvPr>
                      <p:cNvCxnSpPr>
                        <a:stCxn id="855" idx="7"/>
                      </p:cNvCxnSpPr>
                      <p:nvPr/>
                    </p:nvCxnSpPr>
                    <p:spPr bwMode="auto">
                      <a:xfrm>
                        <a:off x="2218708" y="3154477"/>
                        <a:ext cx="480042" cy="36977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810" name="Straight Connector 809">
                        <a:extLst>
                          <a:ext uri="{FF2B5EF4-FFF2-40B4-BE49-F238E27FC236}">
                            <a16:creationId xmlns:a16="http://schemas.microsoft.com/office/drawing/2014/main" id="{4D5C178E-157A-D64F-AE50-0F9655E535BF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300073" y="3786304"/>
                        <a:ext cx="477927" cy="357071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811" name="Straight Connector 810">
                        <a:extLst>
                          <a:ext uri="{FF2B5EF4-FFF2-40B4-BE49-F238E27FC236}">
                            <a16:creationId xmlns:a16="http://schemas.microsoft.com/office/drawing/2014/main" id="{A5E3182C-7425-E749-BFC7-44DF79905B35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1287553" y="3166946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  <p:sp>
                  <p:nvSpPr>
                    <p:cNvPr id="802" name="TextBox 801">
                      <a:extLst>
                        <a:ext uri="{FF2B5EF4-FFF2-40B4-BE49-F238E27FC236}">
                          <a16:creationId xmlns:a16="http://schemas.microsoft.com/office/drawing/2014/main" id="{19BEA4DD-02C9-1742-B68A-DDA636E6625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136838" y="3735782"/>
                      <a:ext cx="75353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000" dirty="0">
                          <a:solidFill>
                            <a:srgbClr val="000090"/>
                          </a:solidFill>
                          <a:latin typeface="Arial" charset="0"/>
                          <a:ea typeface="ＭＳ Ｐゴシック" charset="0"/>
                        </a:rPr>
                        <a:t>AS 3</a:t>
                      </a:r>
                    </a:p>
                  </p:txBody>
                </p:sp>
              </p:grpSp>
            </p:grpSp>
            <p:grpSp>
              <p:nvGrpSpPr>
                <p:cNvPr id="732" name="Group 731">
                  <a:extLst>
                    <a:ext uri="{FF2B5EF4-FFF2-40B4-BE49-F238E27FC236}">
                      <a16:creationId xmlns:a16="http://schemas.microsoft.com/office/drawing/2014/main" id="{25B703B0-45F9-AF4D-95BF-5DCFD65E5FBA}"/>
                    </a:ext>
                  </a:extLst>
                </p:cNvPr>
                <p:cNvGrpSpPr/>
                <p:nvPr/>
              </p:nvGrpSpPr>
              <p:grpSpPr>
                <a:xfrm>
                  <a:off x="1426553" y="4136253"/>
                  <a:ext cx="3452487" cy="1719017"/>
                  <a:chOff x="1426553" y="4136253"/>
                  <a:chExt cx="3452487" cy="1719017"/>
                </a:xfrm>
              </p:grpSpPr>
              <p:grpSp>
                <p:nvGrpSpPr>
                  <p:cNvPr id="734" name="Group 733">
                    <a:extLst>
                      <a:ext uri="{FF2B5EF4-FFF2-40B4-BE49-F238E27FC236}">
                        <a16:creationId xmlns:a16="http://schemas.microsoft.com/office/drawing/2014/main" id="{61CE85DF-9928-444A-87E7-24AA52EF627D}"/>
                      </a:ext>
                    </a:extLst>
                  </p:cNvPr>
                  <p:cNvGrpSpPr/>
                  <p:nvPr/>
                </p:nvGrpSpPr>
                <p:grpSpPr>
                  <a:xfrm>
                    <a:off x="1426553" y="4136253"/>
                    <a:ext cx="2557336" cy="1719017"/>
                    <a:chOff x="-2170772" y="2784954"/>
                    <a:chExt cx="2712783" cy="1853712"/>
                  </a:xfrm>
                </p:grpSpPr>
                <p:sp>
                  <p:nvSpPr>
                    <p:cNvPr id="737" name="Freeform 2">
                      <a:extLst>
                        <a:ext uri="{FF2B5EF4-FFF2-40B4-BE49-F238E27FC236}">
                          <a16:creationId xmlns:a16="http://schemas.microsoft.com/office/drawing/2014/main" id="{E74A625E-9A5E-C54E-9177-7F6CDAD9708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-2170772" y="2784954"/>
                      <a:ext cx="2712783" cy="1853712"/>
                    </a:xfrm>
                    <a:custGeom>
                      <a:avLst/>
                      <a:gdLst>
                        <a:gd name="T0" fmla="*/ 648763 w 10001"/>
                        <a:gd name="T1" fmla="*/ 34777612 h 10125"/>
                        <a:gd name="T2" fmla="*/ 115976403 w 10001"/>
                        <a:gd name="T3" fmla="*/ 13733703 h 10125"/>
                        <a:gd name="T4" fmla="*/ 507700960 w 10001"/>
                        <a:gd name="T5" fmla="*/ 8662125 h 10125"/>
                        <a:gd name="T6" fmla="*/ 810212713 w 10001"/>
                        <a:gd name="T7" fmla="*/ 0 h 10125"/>
                        <a:gd name="T8" fmla="*/ 1090015738 w 10001"/>
                        <a:gd name="T9" fmla="*/ 8687929 h 10125"/>
                        <a:gd name="T10" fmla="*/ 1310938763 w 10001"/>
                        <a:gd name="T11" fmla="*/ 4279362 h 10125"/>
                        <a:gd name="T12" fmla="*/ 1620263134 w 10001"/>
                        <a:gd name="T13" fmla="*/ 25736690 h 10125"/>
                        <a:gd name="T14" fmla="*/ 1394798364 w 10001"/>
                        <a:gd name="T15" fmla="*/ 58525268 h 10125"/>
                        <a:gd name="T16" fmla="*/ 1134622140 w 10001"/>
                        <a:gd name="T17" fmla="*/ 80266624 h 10125"/>
                        <a:gd name="T18" fmla="*/ 860820276 w 10001"/>
                        <a:gd name="T19" fmla="*/ 76142271 h 10125"/>
                        <a:gd name="T20" fmla="*/ 708996782 w 10001"/>
                        <a:gd name="T21" fmla="*/ 85346835 h 10125"/>
                        <a:gd name="T22" fmla="*/ 509322667 w 10001"/>
                        <a:gd name="T23" fmla="*/ 86268164 h 10125"/>
                        <a:gd name="T24" fmla="*/ 353443899 w 10001"/>
                        <a:gd name="T25" fmla="*/ 67979516 h 10125"/>
                        <a:gd name="T26" fmla="*/ 192536914 w 10001"/>
                        <a:gd name="T27" fmla="*/ 64535347 h 10125"/>
                        <a:gd name="T28" fmla="*/ 648763 w 10001"/>
                        <a:gd name="T29" fmla="*/ 34777612 h 10125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connsiteX0" fmla="*/ 4 w 10040"/>
                        <a:gd name="connsiteY0" fmla="*/ 4039 h 10125"/>
                        <a:gd name="connsiteX1" fmla="*/ 715 w 10040"/>
                        <a:gd name="connsiteY1" fmla="*/ 1595 h 10125"/>
                        <a:gd name="connsiteX2" fmla="*/ 3130 w 10040"/>
                        <a:gd name="connsiteY2" fmla="*/ 1006 h 10125"/>
                        <a:gd name="connsiteX3" fmla="*/ 4995 w 10040"/>
                        <a:gd name="connsiteY3" fmla="*/ 0 h 10125"/>
                        <a:gd name="connsiteX4" fmla="*/ 6720 w 10040"/>
                        <a:gd name="connsiteY4" fmla="*/ 1009 h 10125"/>
                        <a:gd name="connsiteX5" fmla="*/ 9989 w 10040"/>
                        <a:gd name="connsiteY5" fmla="*/ 2989 h 10125"/>
                        <a:gd name="connsiteX6" fmla="*/ 8599 w 10040"/>
                        <a:gd name="connsiteY6" fmla="*/ 6797 h 10125"/>
                        <a:gd name="connsiteX7" fmla="*/ 6995 w 10040"/>
                        <a:gd name="connsiteY7" fmla="*/ 9322 h 10125"/>
                        <a:gd name="connsiteX8" fmla="*/ 5307 w 10040"/>
                        <a:gd name="connsiteY8" fmla="*/ 8843 h 10125"/>
                        <a:gd name="connsiteX9" fmla="*/ 4371 w 10040"/>
                        <a:gd name="connsiteY9" fmla="*/ 9912 h 10125"/>
                        <a:gd name="connsiteX10" fmla="*/ 3140 w 10040"/>
                        <a:gd name="connsiteY10" fmla="*/ 10019 h 10125"/>
                        <a:gd name="connsiteX11" fmla="*/ 2179 w 10040"/>
                        <a:gd name="connsiteY11" fmla="*/ 7895 h 10125"/>
                        <a:gd name="connsiteX12" fmla="*/ 1187 w 10040"/>
                        <a:gd name="connsiteY12" fmla="*/ 7495 h 10125"/>
                        <a:gd name="connsiteX13" fmla="*/ 4 w 10040"/>
                        <a:gd name="connsiteY13" fmla="*/ 4039 h 10125"/>
                        <a:gd name="connsiteX0" fmla="*/ 4 w 8600"/>
                        <a:gd name="connsiteY0" fmla="*/ 4042 h 10128"/>
                        <a:gd name="connsiteX1" fmla="*/ 715 w 8600"/>
                        <a:gd name="connsiteY1" fmla="*/ 1598 h 10128"/>
                        <a:gd name="connsiteX2" fmla="*/ 3130 w 8600"/>
                        <a:gd name="connsiteY2" fmla="*/ 1009 h 10128"/>
                        <a:gd name="connsiteX3" fmla="*/ 4995 w 8600"/>
                        <a:gd name="connsiteY3" fmla="*/ 3 h 10128"/>
                        <a:gd name="connsiteX4" fmla="*/ 6720 w 8600"/>
                        <a:gd name="connsiteY4" fmla="*/ 1012 h 10128"/>
                        <a:gd name="connsiteX5" fmla="*/ 8599 w 8600"/>
                        <a:gd name="connsiteY5" fmla="*/ 6800 h 10128"/>
                        <a:gd name="connsiteX6" fmla="*/ 6995 w 8600"/>
                        <a:gd name="connsiteY6" fmla="*/ 9325 h 10128"/>
                        <a:gd name="connsiteX7" fmla="*/ 5307 w 8600"/>
                        <a:gd name="connsiteY7" fmla="*/ 8846 h 10128"/>
                        <a:gd name="connsiteX8" fmla="*/ 4371 w 8600"/>
                        <a:gd name="connsiteY8" fmla="*/ 9915 h 10128"/>
                        <a:gd name="connsiteX9" fmla="*/ 3140 w 8600"/>
                        <a:gd name="connsiteY9" fmla="*/ 10022 h 10128"/>
                        <a:gd name="connsiteX10" fmla="*/ 2179 w 8600"/>
                        <a:gd name="connsiteY10" fmla="*/ 7898 h 10128"/>
                        <a:gd name="connsiteX11" fmla="*/ 1187 w 8600"/>
                        <a:gd name="connsiteY11" fmla="*/ 7498 h 10128"/>
                        <a:gd name="connsiteX12" fmla="*/ 4 w 8600"/>
                        <a:gd name="connsiteY12" fmla="*/ 4042 h 10128"/>
                        <a:gd name="connsiteX0" fmla="*/ 4 w 9326"/>
                        <a:gd name="connsiteY0" fmla="*/ 3988 h 9997"/>
                        <a:gd name="connsiteX1" fmla="*/ 830 w 9326"/>
                        <a:gd name="connsiteY1" fmla="*/ 1575 h 9997"/>
                        <a:gd name="connsiteX2" fmla="*/ 3639 w 9326"/>
                        <a:gd name="connsiteY2" fmla="*/ 993 h 9997"/>
                        <a:gd name="connsiteX3" fmla="*/ 5807 w 9326"/>
                        <a:gd name="connsiteY3" fmla="*/ 0 h 9997"/>
                        <a:gd name="connsiteX4" fmla="*/ 7813 w 9326"/>
                        <a:gd name="connsiteY4" fmla="*/ 996 h 9997"/>
                        <a:gd name="connsiteX5" fmla="*/ 9324 w 9326"/>
                        <a:gd name="connsiteY5" fmla="*/ 5746 h 9997"/>
                        <a:gd name="connsiteX6" fmla="*/ 8133 w 9326"/>
                        <a:gd name="connsiteY6" fmla="*/ 9204 h 9997"/>
                        <a:gd name="connsiteX7" fmla="*/ 6170 w 9326"/>
                        <a:gd name="connsiteY7" fmla="*/ 8731 h 9997"/>
                        <a:gd name="connsiteX8" fmla="*/ 5082 w 9326"/>
                        <a:gd name="connsiteY8" fmla="*/ 9787 h 9997"/>
                        <a:gd name="connsiteX9" fmla="*/ 3650 w 9326"/>
                        <a:gd name="connsiteY9" fmla="*/ 9892 h 9997"/>
                        <a:gd name="connsiteX10" fmla="*/ 2533 w 9326"/>
                        <a:gd name="connsiteY10" fmla="*/ 7795 h 9997"/>
                        <a:gd name="connsiteX11" fmla="*/ 1379 w 9326"/>
                        <a:gd name="connsiteY11" fmla="*/ 7400 h 9997"/>
                        <a:gd name="connsiteX12" fmla="*/ 4 w 9326"/>
                        <a:gd name="connsiteY12" fmla="*/ 3988 h 9997"/>
                        <a:gd name="connsiteX0" fmla="*/ 4 w 10001"/>
                        <a:gd name="connsiteY0" fmla="*/ 3989 h 10041"/>
                        <a:gd name="connsiteX1" fmla="*/ 890 w 10001"/>
                        <a:gd name="connsiteY1" fmla="*/ 1575 h 10041"/>
                        <a:gd name="connsiteX2" fmla="*/ 3902 w 10001"/>
                        <a:gd name="connsiteY2" fmla="*/ 993 h 10041"/>
                        <a:gd name="connsiteX3" fmla="*/ 6227 w 10001"/>
                        <a:gd name="connsiteY3" fmla="*/ 0 h 10041"/>
                        <a:gd name="connsiteX4" fmla="*/ 8378 w 10001"/>
                        <a:gd name="connsiteY4" fmla="*/ 996 h 10041"/>
                        <a:gd name="connsiteX5" fmla="*/ 9998 w 10001"/>
                        <a:gd name="connsiteY5" fmla="*/ 5748 h 10041"/>
                        <a:gd name="connsiteX6" fmla="*/ 8721 w 10001"/>
                        <a:gd name="connsiteY6" fmla="*/ 9207 h 10041"/>
                        <a:gd name="connsiteX7" fmla="*/ 5449 w 10001"/>
                        <a:gd name="connsiteY7" fmla="*/ 9790 h 10041"/>
                        <a:gd name="connsiteX8" fmla="*/ 3914 w 10001"/>
                        <a:gd name="connsiteY8" fmla="*/ 9895 h 10041"/>
                        <a:gd name="connsiteX9" fmla="*/ 2716 w 10001"/>
                        <a:gd name="connsiteY9" fmla="*/ 7797 h 10041"/>
                        <a:gd name="connsiteX10" fmla="*/ 1479 w 10001"/>
                        <a:gd name="connsiteY10" fmla="*/ 7402 h 10041"/>
                        <a:gd name="connsiteX11" fmla="*/ 4 w 10001"/>
                        <a:gd name="connsiteY11" fmla="*/ 3989 h 10041"/>
                        <a:gd name="connsiteX0" fmla="*/ 4 w 10001"/>
                        <a:gd name="connsiteY0" fmla="*/ 3989 h 14825"/>
                        <a:gd name="connsiteX1" fmla="*/ 890 w 10001"/>
                        <a:gd name="connsiteY1" fmla="*/ 1575 h 14825"/>
                        <a:gd name="connsiteX2" fmla="*/ 3902 w 10001"/>
                        <a:gd name="connsiteY2" fmla="*/ 993 h 14825"/>
                        <a:gd name="connsiteX3" fmla="*/ 6227 w 10001"/>
                        <a:gd name="connsiteY3" fmla="*/ 0 h 14825"/>
                        <a:gd name="connsiteX4" fmla="*/ 8378 w 10001"/>
                        <a:gd name="connsiteY4" fmla="*/ 996 h 14825"/>
                        <a:gd name="connsiteX5" fmla="*/ 9998 w 10001"/>
                        <a:gd name="connsiteY5" fmla="*/ 5748 h 14825"/>
                        <a:gd name="connsiteX6" fmla="*/ 8721 w 10001"/>
                        <a:gd name="connsiteY6" fmla="*/ 9207 h 14825"/>
                        <a:gd name="connsiteX7" fmla="*/ 6011 w 10001"/>
                        <a:gd name="connsiteY7" fmla="*/ 14823 h 14825"/>
                        <a:gd name="connsiteX8" fmla="*/ 3914 w 10001"/>
                        <a:gd name="connsiteY8" fmla="*/ 9895 h 14825"/>
                        <a:gd name="connsiteX9" fmla="*/ 2716 w 10001"/>
                        <a:gd name="connsiteY9" fmla="*/ 7797 h 14825"/>
                        <a:gd name="connsiteX10" fmla="*/ 1479 w 10001"/>
                        <a:gd name="connsiteY10" fmla="*/ 7402 h 14825"/>
                        <a:gd name="connsiteX11" fmla="*/ 4 w 10001"/>
                        <a:gd name="connsiteY11" fmla="*/ 3989 h 14825"/>
                        <a:gd name="connsiteX0" fmla="*/ 4 w 10001"/>
                        <a:gd name="connsiteY0" fmla="*/ 7436 h 18272"/>
                        <a:gd name="connsiteX1" fmla="*/ 890 w 10001"/>
                        <a:gd name="connsiteY1" fmla="*/ 5022 h 18272"/>
                        <a:gd name="connsiteX2" fmla="*/ 3902 w 10001"/>
                        <a:gd name="connsiteY2" fmla="*/ 4440 h 18272"/>
                        <a:gd name="connsiteX3" fmla="*/ 6026 w 10001"/>
                        <a:gd name="connsiteY3" fmla="*/ 0 h 18272"/>
                        <a:gd name="connsiteX4" fmla="*/ 8378 w 10001"/>
                        <a:gd name="connsiteY4" fmla="*/ 4443 h 18272"/>
                        <a:gd name="connsiteX5" fmla="*/ 9998 w 10001"/>
                        <a:gd name="connsiteY5" fmla="*/ 9195 h 18272"/>
                        <a:gd name="connsiteX6" fmla="*/ 8721 w 10001"/>
                        <a:gd name="connsiteY6" fmla="*/ 12654 h 18272"/>
                        <a:gd name="connsiteX7" fmla="*/ 6011 w 10001"/>
                        <a:gd name="connsiteY7" fmla="*/ 18270 h 18272"/>
                        <a:gd name="connsiteX8" fmla="*/ 3914 w 10001"/>
                        <a:gd name="connsiteY8" fmla="*/ 13342 h 18272"/>
                        <a:gd name="connsiteX9" fmla="*/ 2716 w 10001"/>
                        <a:gd name="connsiteY9" fmla="*/ 11244 h 18272"/>
                        <a:gd name="connsiteX10" fmla="*/ 1479 w 10001"/>
                        <a:gd name="connsiteY10" fmla="*/ 10849 h 18272"/>
                        <a:gd name="connsiteX11" fmla="*/ 4 w 10001"/>
                        <a:gd name="connsiteY11" fmla="*/ 7436 h 18272"/>
                        <a:gd name="connsiteX0" fmla="*/ 1 w 9998"/>
                        <a:gd name="connsiteY0" fmla="*/ 7436 h 18272"/>
                        <a:gd name="connsiteX1" fmla="*/ 3899 w 9998"/>
                        <a:gd name="connsiteY1" fmla="*/ 4440 h 18272"/>
                        <a:gd name="connsiteX2" fmla="*/ 6023 w 9998"/>
                        <a:gd name="connsiteY2" fmla="*/ 0 h 18272"/>
                        <a:gd name="connsiteX3" fmla="*/ 8375 w 9998"/>
                        <a:gd name="connsiteY3" fmla="*/ 4443 h 18272"/>
                        <a:gd name="connsiteX4" fmla="*/ 9995 w 9998"/>
                        <a:gd name="connsiteY4" fmla="*/ 9195 h 18272"/>
                        <a:gd name="connsiteX5" fmla="*/ 8718 w 9998"/>
                        <a:gd name="connsiteY5" fmla="*/ 12654 h 18272"/>
                        <a:gd name="connsiteX6" fmla="*/ 6008 w 9998"/>
                        <a:gd name="connsiteY6" fmla="*/ 18270 h 18272"/>
                        <a:gd name="connsiteX7" fmla="*/ 3911 w 9998"/>
                        <a:gd name="connsiteY7" fmla="*/ 13342 h 18272"/>
                        <a:gd name="connsiteX8" fmla="*/ 2713 w 9998"/>
                        <a:gd name="connsiteY8" fmla="*/ 11244 h 18272"/>
                        <a:gd name="connsiteX9" fmla="*/ 1476 w 9998"/>
                        <a:gd name="connsiteY9" fmla="*/ 10849 h 18272"/>
                        <a:gd name="connsiteX10" fmla="*/ 1 w 9998"/>
                        <a:gd name="connsiteY10" fmla="*/ 7436 h 18272"/>
                        <a:gd name="connsiteX0" fmla="*/ 35 w 8559"/>
                        <a:gd name="connsiteY0" fmla="*/ 5938 h 10000"/>
                        <a:gd name="connsiteX1" fmla="*/ 2459 w 8559"/>
                        <a:gd name="connsiteY1" fmla="*/ 2430 h 10000"/>
                        <a:gd name="connsiteX2" fmla="*/ 4583 w 8559"/>
                        <a:gd name="connsiteY2" fmla="*/ 0 h 10000"/>
                        <a:gd name="connsiteX3" fmla="*/ 6936 w 8559"/>
                        <a:gd name="connsiteY3" fmla="*/ 2432 h 10000"/>
                        <a:gd name="connsiteX4" fmla="*/ 8556 w 8559"/>
                        <a:gd name="connsiteY4" fmla="*/ 5032 h 10000"/>
                        <a:gd name="connsiteX5" fmla="*/ 7279 w 8559"/>
                        <a:gd name="connsiteY5" fmla="*/ 6925 h 10000"/>
                        <a:gd name="connsiteX6" fmla="*/ 4568 w 8559"/>
                        <a:gd name="connsiteY6" fmla="*/ 9999 h 10000"/>
                        <a:gd name="connsiteX7" fmla="*/ 2471 w 8559"/>
                        <a:gd name="connsiteY7" fmla="*/ 7302 h 10000"/>
                        <a:gd name="connsiteX8" fmla="*/ 1273 w 8559"/>
                        <a:gd name="connsiteY8" fmla="*/ 6154 h 10000"/>
                        <a:gd name="connsiteX9" fmla="*/ 35 w 8559"/>
                        <a:gd name="connsiteY9" fmla="*/ 5938 h 10000"/>
                        <a:gd name="connsiteX0" fmla="*/ 49 w 9820"/>
                        <a:gd name="connsiteY0" fmla="*/ 4655 h 10000"/>
                        <a:gd name="connsiteX1" fmla="*/ 2693 w 9820"/>
                        <a:gd name="connsiteY1" fmla="*/ 2430 h 10000"/>
                        <a:gd name="connsiteX2" fmla="*/ 5175 w 9820"/>
                        <a:gd name="connsiteY2" fmla="*/ 0 h 10000"/>
                        <a:gd name="connsiteX3" fmla="*/ 7924 w 9820"/>
                        <a:gd name="connsiteY3" fmla="*/ 2432 h 10000"/>
                        <a:gd name="connsiteX4" fmla="*/ 9816 w 9820"/>
                        <a:gd name="connsiteY4" fmla="*/ 5032 h 10000"/>
                        <a:gd name="connsiteX5" fmla="*/ 8324 w 9820"/>
                        <a:gd name="connsiteY5" fmla="*/ 6925 h 10000"/>
                        <a:gd name="connsiteX6" fmla="*/ 5157 w 9820"/>
                        <a:gd name="connsiteY6" fmla="*/ 9999 h 10000"/>
                        <a:gd name="connsiteX7" fmla="*/ 2707 w 9820"/>
                        <a:gd name="connsiteY7" fmla="*/ 7302 h 10000"/>
                        <a:gd name="connsiteX8" fmla="*/ 1307 w 9820"/>
                        <a:gd name="connsiteY8" fmla="*/ 6154 h 10000"/>
                        <a:gd name="connsiteX9" fmla="*/ 49 w 9820"/>
                        <a:gd name="connsiteY9" fmla="*/ 4655 h 10000"/>
                        <a:gd name="connsiteX0" fmla="*/ 45 w 9995"/>
                        <a:gd name="connsiteY0" fmla="*/ 4655 h 10000"/>
                        <a:gd name="connsiteX1" fmla="*/ 2737 w 9995"/>
                        <a:gd name="connsiteY1" fmla="*/ 2430 h 10000"/>
                        <a:gd name="connsiteX2" fmla="*/ 5265 w 9995"/>
                        <a:gd name="connsiteY2" fmla="*/ 0 h 10000"/>
                        <a:gd name="connsiteX3" fmla="*/ 8064 w 9995"/>
                        <a:gd name="connsiteY3" fmla="*/ 2432 h 10000"/>
                        <a:gd name="connsiteX4" fmla="*/ 9991 w 9995"/>
                        <a:gd name="connsiteY4" fmla="*/ 5032 h 10000"/>
                        <a:gd name="connsiteX5" fmla="*/ 8472 w 9995"/>
                        <a:gd name="connsiteY5" fmla="*/ 6925 h 10000"/>
                        <a:gd name="connsiteX6" fmla="*/ 5247 w 9995"/>
                        <a:gd name="connsiteY6" fmla="*/ 9999 h 10000"/>
                        <a:gd name="connsiteX7" fmla="*/ 2752 w 9995"/>
                        <a:gd name="connsiteY7" fmla="*/ 7302 h 10000"/>
                        <a:gd name="connsiteX8" fmla="*/ 1374 w 9995"/>
                        <a:gd name="connsiteY8" fmla="*/ 6984 h 10000"/>
                        <a:gd name="connsiteX9" fmla="*/ 45 w 9995"/>
                        <a:gd name="connsiteY9" fmla="*/ 4655 h 10000"/>
                        <a:gd name="connsiteX0" fmla="*/ 45 w 10000"/>
                        <a:gd name="connsiteY0" fmla="*/ 5032 h 10377"/>
                        <a:gd name="connsiteX1" fmla="*/ 2738 w 10000"/>
                        <a:gd name="connsiteY1" fmla="*/ 2807 h 10377"/>
                        <a:gd name="connsiteX2" fmla="*/ 4886 w 10000"/>
                        <a:gd name="connsiteY2" fmla="*/ 0 h 10377"/>
                        <a:gd name="connsiteX3" fmla="*/ 8068 w 10000"/>
                        <a:gd name="connsiteY3" fmla="*/ 2809 h 10377"/>
                        <a:gd name="connsiteX4" fmla="*/ 9996 w 10000"/>
                        <a:gd name="connsiteY4" fmla="*/ 5409 h 10377"/>
                        <a:gd name="connsiteX5" fmla="*/ 8476 w 10000"/>
                        <a:gd name="connsiteY5" fmla="*/ 7302 h 10377"/>
                        <a:gd name="connsiteX6" fmla="*/ 5250 w 10000"/>
                        <a:gd name="connsiteY6" fmla="*/ 10376 h 10377"/>
                        <a:gd name="connsiteX7" fmla="*/ 2753 w 10000"/>
                        <a:gd name="connsiteY7" fmla="*/ 7679 h 10377"/>
                        <a:gd name="connsiteX8" fmla="*/ 1375 w 10000"/>
                        <a:gd name="connsiteY8" fmla="*/ 7361 h 10377"/>
                        <a:gd name="connsiteX9" fmla="*/ 45 w 10000"/>
                        <a:gd name="connsiteY9" fmla="*/ 5032 h 10377"/>
                        <a:gd name="connsiteX0" fmla="*/ 45 w 10000"/>
                        <a:gd name="connsiteY0" fmla="*/ 5036 h 10381"/>
                        <a:gd name="connsiteX1" fmla="*/ 2738 w 10000"/>
                        <a:gd name="connsiteY1" fmla="*/ 2811 h 10381"/>
                        <a:gd name="connsiteX2" fmla="*/ 4886 w 10000"/>
                        <a:gd name="connsiteY2" fmla="*/ 4 h 10381"/>
                        <a:gd name="connsiteX3" fmla="*/ 8068 w 10000"/>
                        <a:gd name="connsiteY3" fmla="*/ 2813 h 10381"/>
                        <a:gd name="connsiteX4" fmla="*/ 9996 w 10000"/>
                        <a:gd name="connsiteY4" fmla="*/ 5413 h 10381"/>
                        <a:gd name="connsiteX5" fmla="*/ 8476 w 10000"/>
                        <a:gd name="connsiteY5" fmla="*/ 7306 h 10381"/>
                        <a:gd name="connsiteX6" fmla="*/ 5250 w 10000"/>
                        <a:gd name="connsiteY6" fmla="*/ 10380 h 10381"/>
                        <a:gd name="connsiteX7" fmla="*/ 2753 w 10000"/>
                        <a:gd name="connsiteY7" fmla="*/ 7683 h 10381"/>
                        <a:gd name="connsiteX8" fmla="*/ 1375 w 10000"/>
                        <a:gd name="connsiteY8" fmla="*/ 7365 h 10381"/>
                        <a:gd name="connsiteX9" fmla="*/ 45 w 10000"/>
                        <a:gd name="connsiteY9" fmla="*/ 5036 h 10381"/>
                        <a:gd name="connsiteX0" fmla="*/ 45 w 10000"/>
                        <a:gd name="connsiteY0" fmla="*/ 5036 h 10796"/>
                        <a:gd name="connsiteX1" fmla="*/ 2738 w 10000"/>
                        <a:gd name="connsiteY1" fmla="*/ 2811 h 10796"/>
                        <a:gd name="connsiteX2" fmla="*/ 4886 w 10000"/>
                        <a:gd name="connsiteY2" fmla="*/ 4 h 10796"/>
                        <a:gd name="connsiteX3" fmla="*/ 8068 w 10000"/>
                        <a:gd name="connsiteY3" fmla="*/ 2813 h 10796"/>
                        <a:gd name="connsiteX4" fmla="*/ 9996 w 10000"/>
                        <a:gd name="connsiteY4" fmla="*/ 5413 h 10796"/>
                        <a:gd name="connsiteX5" fmla="*/ 8476 w 10000"/>
                        <a:gd name="connsiteY5" fmla="*/ 7306 h 10796"/>
                        <a:gd name="connsiteX6" fmla="*/ 5202 w 10000"/>
                        <a:gd name="connsiteY6" fmla="*/ 10795 h 10796"/>
                        <a:gd name="connsiteX7" fmla="*/ 2753 w 10000"/>
                        <a:gd name="connsiteY7" fmla="*/ 7683 h 10796"/>
                        <a:gd name="connsiteX8" fmla="*/ 1375 w 10000"/>
                        <a:gd name="connsiteY8" fmla="*/ 7365 h 10796"/>
                        <a:gd name="connsiteX9" fmla="*/ 45 w 10000"/>
                        <a:gd name="connsiteY9" fmla="*/ 5036 h 10796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  <a:gd name="connsiteX0" fmla="*/ 45 w 10000"/>
                        <a:gd name="connsiteY0" fmla="*/ 5036 h 10795"/>
                        <a:gd name="connsiteX1" fmla="*/ 2738 w 10000"/>
                        <a:gd name="connsiteY1" fmla="*/ 2811 h 10795"/>
                        <a:gd name="connsiteX2" fmla="*/ 4886 w 10000"/>
                        <a:gd name="connsiteY2" fmla="*/ 4 h 10795"/>
                        <a:gd name="connsiteX3" fmla="*/ 8068 w 10000"/>
                        <a:gd name="connsiteY3" fmla="*/ 2813 h 10795"/>
                        <a:gd name="connsiteX4" fmla="*/ 9996 w 10000"/>
                        <a:gd name="connsiteY4" fmla="*/ 5413 h 10795"/>
                        <a:gd name="connsiteX5" fmla="*/ 8476 w 10000"/>
                        <a:gd name="connsiteY5" fmla="*/ 7306 h 10795"/>
                        <a:gd name="connsiteX6" fmla="*/ 5202 w 10000"/>
                        <a:gd name="connsiteY6" fmla="*/ 10795 h 10795"/>
                        <a:gd name="connsiteX7" fmla="*/ 2753 w 10000"/>
                        <a:gd name="connsiteY7" fmla="*/ 7683 h 10795"/>
                        <a:gd name="connsiteX8" fmla="*/ 1375 w 10000"/>
                        <a:gd name="connsiteY8" fmla="*/ 7365 h 10795"/>
                        <a:gd name="connsiteX9" fmla="*/ 45 w 10000"/>
                        <a:gd name="connsiteY9" fmla="*/ 5036 h 107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000" h="10795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grpSp>
                  <p:nvGrpSpPr>
                    <p:cNvPr id="738" name="Group 737">
                      <a:extLst>
                        <a:ext uri="{FF2B5EF4-FFF2-40B4-BE49-F238E27FC236}">
                          <a16:creationId xmlns:a16="http://schemas.microsoft.com/office/drawing/2014/main" id="{005DCEEF-EFC7-514E-8C89-60C23B8D100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739" name="Group 738">
                        <a:extLst>
                          <a:ext uri="{FF2B5EF4-FFF2-40B4-BE49-F238E27FC236}">
                            <a16:creationId xmlns:a16="http://schemas.microsoft.com/office/drawing/2014/main" id="{AAB72804-6BE8-5748-9B24-6E0EE728AAD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86" name="Group 327">
                          <a:extLst>
                            <a:ext uri="{FF2B5EF4-FFF2-40B4-BE49-F238E27FC236}">
                              <a16:creationId xmlns:a16="http://schemas.microsoft.com/office/drawing/2014/main" id="{FA68E032-55E8-8B40-ABAE-F05183A62D56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90" name="Oval 789">
                            <a:extLst>
                              <a:ext uri="{FF2B5EF4-FFF2-40B4-BE49-F238E27FC236}">
                                <a16:creationId xmlns:a16="http://schemas.microsoft.com/office/drawing/2014/main" id="{BD10E64F-4CF2-F34E-AEB0-AD8997DFD8B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91" name="Rectangle 790">
                            <a:extLst>
                              <a:ext uri="{FF2B5EF4-FFF2-40B4-BE49-F238E27FC236}">
                                <a16:creationId xmlns:a16="http://schemas.microsoft.com/office/drawing/2014/main" id="{AE94B377-C034-D840-B45A-4702304B161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92" name="Oval 791">
                            <a:extLst>
                              <a:ext uri="{FF2B5EF4-FFF2-40B4-BE49-F238E27FC236}">
                                <a16:creationId xmlns:a16="http://schemas.microsoft.com/office/drawing/2014/main" id="{58728178-E5A9-DC40-B418-327E8A4F9D8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93" name="Freeform 792">
                            <a:extLst>
                              <a:ext uri="{FF2B5EF4-FFF2-40B4-BE49-F238E27FC236}">
                                <a16:creationId xmlns:a16="http://schemas.microsoft.com/office/drawing/2014/main" id="{5AEB7CD2-090F-794C-AA70-233ED633DA2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94" name="Freeform 793">
                            <a:extLst>
                              <a:ext uri="{FF2B5EF4-FFF2-40B4-BE49-F238E27FC236}">
                                <a16:creationId xmlns:a16="http://schemas.microsoft.com/office/drawing/2014/main" id="{83125BAA-FA09-E747-974E-E0F54A470A4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95" name="Freeform 794">
                            <a:extLst>
                              <a:ext uri="{FF2B5EF4-FFF2-40B4-BE49-F238E27FC236}">
                                <a16:creationId xmlns:a16="http://schemas.microsoft.com/office/drawing/2014/main" id="{87103A88-30C2-5345-982D-0F945134F71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96" name="Freeform 795">
                            <a:extLst>
                              <a:ext uri="{FF2B5EF4-FFF2-40B4-BE49-F238E27FC236}">
                                <a16:creationId xmlns:a16="http://schemas.microsoft.com/office/drawing/2014/main" id="{5047CBF9-975B-9C45-99F0-408800C1BB7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797" name="Straight Connector 796">
                            <a:extLst>
                              <a:ext uri="{FF2B5EF4-FFF2-40B4-BE49-F238E27FC236}">
                                <a16:creationId xmlns:a16="http://schemas.microsoft.com/office/drawing/2014/main" id="{AD2BA30B-6DEF-894C-907B-399D236BCF34}"/>
                              </a:ext>
                            </a:extLst>
                          </p:cNvPr>
                          <p:cNvCxnSpPr>
                            <a:endCxn id="792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98" name="Straight Connector 797">
                            <a:extLst>
                              <a:ext uri="{FF2B5EF4-FFF2-40B4-BE49-F238E27FC236}">
                                <a16:creationId xmlns:a16="http://schemas.microsoft.com/office/drawing/2014/main" id="{F207D725-2B15-474F-90B1-EFB0D8D008A9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87" name="Group 786">
                          <a:extLst>
                            <a:ext uri="{FF2B5EF4-FFF2-40B4-BE49-F238E27FC236}">
                              <a16:creationId xmlns:a16="http://schemas.microsoft.com/office/drawing/2014/main" id="{B2436551-7EC1-D94E-88A5-A751023040D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88" name="Oval 787">
                            <a:extLst>
                              <a:ext uri="{FF2B5EF4-FFF2-40B4-BE49-F238E27FC236}">
                                <a16:creationId xmlns:a16="http://schemas.microsoft.com/office/drawing/2014/main" id="{ACD4F590-5511-8C49-856C-D9F61EC3A6F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89" name="TextBox 788">
                            <a:extLst>
                              <a:ext uri="{FF2B5EF4-FFF2-40B4-BE49-F238E27FC236}">
                                <a16:creationId xmlns:a16="http://schemas.microsoft.com/office/drawing/2014/main" id="{C2CDE2C1-D78A-0441-8274-26D8DC0CF38C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1b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740" name="Group 739">
                        <a:extLst>
                          <a:ext uri="{FF2B5EF4-FFF2-40B4-BE49-F238E27FC236}">
                            <a16:creationId xmlns:a16="http://schemas.microsoft.com/office/drawing/2014/main" id="{30B06503-E49F-DC47-9B3A-3731490D11B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73" name="Group 327">
                          <a:extLst>
                            <a:ext uri="{FF2B5EF4-FFF2-40B4-BE49-F238E27FC236}">
                              <a16:creationId xmlns:a16="http://schemas.microsoft.com/office/drawing/2014/main" id="{2DF5F91E-84FA-834A-B744-DDF2B6BE2C6B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77" name="Oval 776">
                            <a:extLst>
                              <a:ext uri="{FF2B5EF4-FFF2-40B4-BE49-F238E27FC236}">
                                <a16:creationId xmlns:a16="http://schemas.microsoft.com/office/drawing/2014/main" id="{E9733A7F-2AA5-2E4A-A2DB-9A5E48276362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78" name="Rectangle 777">
                            <a:extLst>
                              <a:ext uri="{FF2B5EF4-FFF2-40B4-BE49-F238E27FC236}">
                                <a16:creationId xmlns:a16="http://schemas.microsoft.com/office/drawing/2014/main" id="{42A70AC3-35DD-6C4E-81FA-829BE6DA3CA0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79" name="Oval 778">
                            <a:extLst>
                              <a:ext uri="{FF2B5EF4-FFF2-40B4-BE49-F238E27FC236}">
                                <a16:creationId xmlns:a16="http://schemas.microsoft.com/office/drawing/2014/main" id="{A2304BF1-3DDD-9340-8A84-AE9C369F51D4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80" name="Freeform 779">
                            <a:extLst>
                              <a:ext uri="{FF2B5EF4-FFF2-40B4-BE49-F238E27FC236}">
                                <a16:creationId xmlns:a16="http://schemas.microsoft.com/office/drawing/2014/main" id="{C3970DA3-3E29-074C-AC04-97FF17D7508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81" name="Freeform 780">
                            <a:extLst>
                              <a:ext uri="{FF2B5EF4-FFF2-40B4-BE49-F238E27FC236}">
                                <a16:creationId xmlns:a16="http://schemas.microsoft.com/office/drawing/2014/main" id="{A39C2CAD-8AE3-D646-96F8-76FA1622C78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82" name="Freeform 781">
                            <a:extLst>
                              <a:ext uri="{FF2B5EF4-FFF2-40B4-BE49-F238E27FC236}">
                                <a16:creationId xmlns:a16="http://schemas.microsoft.com/office/drawing/2014/main" id="{8E58313C-9438-C241-BDDB-74043441908A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83" name="Freeform 782">
                            <a:extLst>
                              <a:ext uri="{FF2B5EF4-FFF2-40B4-BE49-F238E27FC236}">
                                <a16:creationId xmlns:a16="http://schemas.microsoft.com/office/drawing/2014/main" id="{9CBF95A9-3F3A-1444-B368-813148C6B13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784" name="Straight Connector 783">
                            <a:extLst>
                              <a:ext uri="{FF2B5EF4-FFF2-40B4-BE49-F238E27FC236}">
                                <a16:creationId xmlns:a16="http://schemas.microsoft.com/office/drawing/2014/main" id="{A0367D39-3CC9-2441-B780-91D982F2F0E8}"/>
                              </a:ext>
                            </a:extLst>
                          </p:cNvPr>
                          <p:cNvCxnSpPr>
                            <a:endCxn id="779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85" name="Straight Connector 784">
                            <a:extLst>
                              <a:ext uri="{FF2B5EF4-FFF2-40B4-BE49-F238E27FC236}">
                                <a16:creationId xmlns:a16="http://schemas.microsoft.com/office/drawing/2014/main" id="{8F40F5A7-D40E-8B4C-AFDC-FC86F9537BCD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74" name="Group 773">
                          <a:extLst>
                            <a:ext uri="{FF2B5EF4-FFF2-40B4-BE49-F238E27FC236}">
                              <a16:creationId xmlns:a16="http://schemas.microsoft.com/office/drawing/2014/main" id="{192D6118-E0AD-F84C-A99E-31288D389E7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75" name="Oval 774">
                            <a:extLst>
                              <a:ext uri="{FF2B5EF4-FFF2-40B4-BE49-F238E27FC236}">
                                <a16:creationId xmlns:a16="http://schemas.microsoft.com/office/drawing/2014/main" id="{FD8BB520-2A90-7449-A407-C092110AE6D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76" name="TextBox 775">
                            <a:extLst>
                              <a:ext uri="{FF2B5EF4-FFF2-40B4-BE49-F238E27FC236}">
                                <a16:creationId xmlns:a16="http://schemas.microsoft.com/office/drawing/2014/main" id="{0F6981BB-37AF-5849-86B5-6BCEE26BBDC0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1d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741" name="Group 740">
                        <a:extLst>
                          <a:ext uri="{FF2B5EF4-FFF2-40B4-BE49-F238E27FC236}">
                            <a16:creationId xmlns:a16="http://schemas.microsoft.com/office/drawing/2014/main" id="{32F58F87-527B-1B40-ACA5-ACBABC3E393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60" name="Group 327">
                          <a:extLst>
                            <a:ext uri="{FF2B5EF4-FFF2-40B4-BE49-F238E27FC236}">
                              <a16:creationId xmlns:a16="http://schemas.microsoft.com/office/drawing/2014/main" id="{26A2847C-9B2E-3B4D-A0A8-23BF9E8573CE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64" name="Oval 763">
                            <a:extLst>
                              <a:ext uri="{FF2B5EF4-FFF2-40B4-BE49-F238E27FC236}">
                                <a16:creationId xmlns:a16="http://schemas.microsoft.com/office/drawing/2014/main" id="{30C26719-CE59-9542-89AE-113EE4378C1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65" name="Rectangle 764">
                            <a:extLst>
                              <a:ext uri="{FF2B5EF4-FFF2-40B4-BE49-F238E27FC236}">
                                <a16:creationId xmlns:a16="http://schemas.microsoft.com/office/drawing/2014/main" id="{A8E5EF72-8959-A141-A27F-DCBB3B6FC5F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66" name="Oval 765">
                            <a:extLst>
                              <a:ext uri="{FF2B5EF4-FFF2-40B4-BE49-F238E27FC236}">
                                <a16:creationId xmlns:a16="http://schemas.microsoft.com/office/drawing/2014/main" id="{DB0E1E96-6E05-444E-AFE1-7FED441A28DB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67" name="Freeform 766">
                            <a:extLst>
                              <a:ext uri="{FF2B5EF4-FFF2-40B4-BE49-F238E27FC236}">
                                <a16:creationId xmlns:a16="http://schemas.microsoft.com/office/drawing/2014/main" id="{D804BAE9-01C9-F04F-864A-DC69CA8704C8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68" name="Freeform 767">
                            <a:extLst>
                              <a:ext uri="{FF2B5EF4-FFF2-40B4-BE49-F238E27FC236}">
                                <a16:creationId xmlns:a16="http://schemas.microsoft.com/office/drawing/2014/main" id="{B80D1005-8D7E-794B-B66A-BBEE9BB83D43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69" name="Freeform 768">
                            <a:extLst>
                              <a:ext uri="{FF2B5EF4-FFF2-40B4-BE49-F238E27FC236}">
                                <a16:creationId xmlns:a16="http://schemas.microsoft.com/office/drawing/2014/main" id="{26061C07-030E-2943-8233-ED972C0F1DED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70" name="Freeform 769">
                            <a:extLst>
                              <a:ext uri="{FF2B5EF4-FFF2-40B4-BE49-F238E27FC236}">
                                <a16:creationId xmlns:a16="http://schemas.microsoft.com/office/drawing/2014/main" id="{3BC56B66-F93D-6E4E-9C3A-FA330ACFD48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771" name="Straight Connector 770">
                            <a:extLst>
                              <a:ext uri="{FF2B5EF4-FFF2-40B4-BE49-F238E27FC236}">
                                <a16:creationId xmlns:a16="http://schemas.microsoft.com/office/drawing/2014/main" id="{FA079037-40EF-364F-8071-B27874032277}"/>
                              </a:ext>
                            </a:extLst>
                          </p:cNvPr>
                          <p:cNvCxnSpPr>
                            <a:endCxn id="766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72" name="Straight Connector 771">
                            <a:extLst>
                              <a:ext uri="{FF2B5EF4-FFF2-40B4-BE49-F238E27FC236}">
                                <a16:creationId xmlns:a16="http://schemas.microsoft.com/office/drawing/2014/main" id="{D68AD61A-014B-2C44-AEA7-6534E8E342D2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61" name="Group 760">
                          <a:extLst>
                            <a:ext uri="{FF2B5EF4-FFF2-40B4-BE49-F238E27FC236}">
                              <a16:creationId xmlns:a16="http://schemas.microsoft.com/office/drawing/2014/main" id="{87F5F90C-BD59-C24C-B311-C965CD629E1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762" name="Oval 761">
                            <a:extLst>
                              <a:ext uri="{FF2B5EF4-FFF2-40B4-BE49-F238E27FC236}">
                                <a16:creationId xmlns:a16="http://schemas.microsoft.com/office/drawing/2014/main" id="{7C520CBA-321F-F843-9FC1-D6E80EC7AEDF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63" name="TextBox 762">
                            <a:extLst>
                              <a:ext uri="{FF2B5EF4-FFF2-40B4-BE49-F238E27FC236}">
                                <a16:creationId xmlns:a16="http://schemas.microsoft.com/office/drawing/2014/main" id="{ECCEE075-3442-A44F-BF70-46ED02410670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1c</a:t>
                            </a:r>
                          </a:p>
                        </p:txBody>
                      </p:sp>
                    </p:grpSp>
                  </p:grpSp>
                  <p:grpSp>
                    <p:nvGrpSpPr>
                      <p:cNvPr id="742" name="Group 741">
                        <a:extLst>
                          <a:ext uri="{FF2B5EF4-FFF2-40B4-BE49-F238E27FC236}">
                            <a16:creationId xmlns:a16="http://schemas.microsoft.com/office/drawing/2014/main" id="{A020CA2E-AA9F-4E45-9B49-88BD8CF4D58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47" name="Group 327">
                          <a:extLst>
                            <a:ext uri="{FF2B5EF4-FFF2-40B4-BE49-F238E27FC236}">
                              <a16:creationId xmlns:a16="http://schemas.microsoft.com/office/drawing/2014/main" id="{1D1A1E72-3B17-A940-AC16-3BF9D55AC222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51" name="Oval 750">
                            <a:extLst>
                              <a:ext uri="{FF2B5EF4-FFF2-40B4-BE49-F238E27FC236}">
                                <a16:creationId xmlns:a16="http://schemas.microsoft.com/office/drawing/2014/main" id="{B433E55A-8E54-A948-BFFA-495C9897ED5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 flip="none"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0" scaled="1"/>
                            <a:tileRect/>
                          </a:gra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52" name="Rectangle 751">
                            <a:extLst>
                              <a:ext uri="{FF2B5EF4-FFF2-40B4-BE49-F238E27FC236}">
                                <a16:creationId xmlns:a16="http://schemas.microsoft.com/office/drawing/2014/main" id="{1FAC2971-718D-8749-B0A3-A391F5616E3E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 rotWithShape="1">
                            <a:gsLst>
                              <a:gs pos="0">
                                <a:srgbClr val="3333CC">
                                  <a:lumMod val="75000"/>
                                </a:srgbClr>
                              </a:gs>
                              <a:gs pos="53000">
                                <a:srgbClr val="3333CC">
                                  <a:lumMod val="60000"/>
                                  <a:lumOff val="40000"/>
                                </a:srgbClr>
                              </a:gs>
                              <a:gs pos="100000">
                                <a:srgbClr val="3333CC">
                                  <a:lumMod val="75000"/>
                                </a:srgbClr>
                              </a:gs>
                            </a:gsLst>
                            <a:lin ang="10800000" scaled="0"/>
                          </a:gradFill>
                          <a:ln w="25400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53" name="Oval 752">
                            <a:extLst>
                              <a:ext uri="{FF2B5EF4-FFF2-40B4-BE49-F238E27FC236}">
                                <a16:creationId xmlns:a16="http://schemas.microsoft.com/office/drawing/2014/main" id="{9CB00B62-F2EF-4245-907B-8857ED29453C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 flipV="1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lumMod val="75000"/>
                            </a:srgbClr>
                          </a:solidFill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solidFill>
                                  <a:srgbClr val="000000"/>
                                </a:solidFill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54" name="Freeform 753">
                            <a:extLst>
                              <a:ext uri="{FF2B5EF4-FFF2-40B4-BE49-F238E27FC236}">
                                <a16:creationId xmlns:a16="http://schemas.microsoft.com/office/drawing/2014/main" id="{776591EF-CB11-1B4F-8B98-2BD58542544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59708" y="1673868"/>
                            <a:ext cx="548339" cy="159438"/>
                          </a:xfrm>
                          <a:custGeom>
                            <a:avLst/>
                            <a:gdLst>
                              <a:gd name="connsiteX0" fmla="*/ 1486231 w 2944854"/>
                              <a:gd name="connsiteY0" fmla="*/ 727041 h 1302232"/>
                              <a:gd name="connsiteX1" fmla="*/ 257675 w 2944854"/>
                              <a:gd name="connsiteY1" fmla="*/ 1302232 h 1302232"/>
                              <a:gd name="connsiteX2" fmla="*/ 0 w 2944854"/>
                              <a:gd name="connsiteY2" fmla="*/ 1228607 h 1302232"/>
                              <a:gd name="connsiteX3" fmla="*/ 911064 w 2944854"/>
                              <a:gd name="connsiteY3" fmla="*/ 837478 h 1302232"/>
                              <a:gd name="connsiteX4" fmla="*/ 883456 w 2944854"/>
                              <a:gd name="connsiteY4" fmla="*/ 450949 h 1302232"/>
                              <a:gd name="connsiteX5" fmla="*/ 161047 w 2944854"/>
                              <a:gd name="connsiteY5" fmla="*/ 119640 h 1302232"/>
                              <a:gd name="connsiteX6" fmla="*/ 404917 w 2944854"/>
                              <a:gd name="connsiteY6" fmla="*/ 50617 h 1302232"/>
                              <a:gd name="connsiteX7" fmla="*/ 1477028 w 2944854"/>
                              <a:gd name="connsiteY7" fmla="*/ 501566 h 1302232"/>
                              <a:gd name="connsiteX8" fmla="*/ 2572146 w 2944854"/>
                              <a:gd name="connsiteY8" fmla="*/ 0 h 1302232"/>
                              <a:gd name="connsiteX9" fmla="*/ 2875834 w 2944854"/>
                              <a:gd name="connsiteY9" fmla="*/ 96632 h 1302232"/>
                              <a:gd name="connsiteX10" fmla="*/ 2079803 w 2944854"/>
                              <a:gd name="connsiteY10" fmla="*/ 432543 h 1302232"/>
                              <a:gd name="connsiteX11" fmla="*/ 2240850 w 2944854"/>
                              <a:gd name="connsiteY11" fmla="*/ 920305 h 1302232"/>
                              <a:gd name="connsiteX12" fmla="*/ 2944854 w 2944854"/>
                              <a:gd name="connsiteY12" fmla="*/ 1228607 h 1302232"/>
                              <a:gd name="connsiteX13" fmla="*/ 2733192 w 2944854"/>
                              <a:gd name="connsiteY13" fmla="*/ 1297630 h 1302232"/>
                              <a:gd name="connsiteX14" fmla="*/ 1486231 w 2944854"/>
                              <a:gd name="connsiteY14" fmla="*/ 727041 h 1302232"/>
                              <a:gd name="connsiteX0" fmla="*/ 1486231 w 2944854"/>
                              <a:gd name="connsiteY0" fmla="*/ 727041 h 1316375"/>
                              <a:gd name="connsiteX1" fmla="*/ 257675 w 2944854"/>
                              <a:gd name="connsiteY1" fmla="*/ 1302232 h 1316375"/>
                              <a:gd name="connsiteX2" fmla="*/ 0 w 2944854"/>
                              <a:gd name="connsiteY2" fmla="*/ 1228607 h 1316375"/>
                              <a:gd name="connsiteX3" fmla="*/ 911064 w 2944854"/>
                              <a:gd name="connsiteY3" fmla="*/ 837478 h 1316375"/>
                              <a:gd name="connsiteX4" fmla="*/ 883456 w 2944854"/>
                              <a:gd name="connsiteY4" fmla="*/ 450949 h 1316375"/>
                              <a:gd name="connsiteX5" fmla="*/ 161047 w 2944854"/>
                              <a:gd name="connsiteY5" fmla="*/ 119640 h 1316375"/>
                              <a:gd name="connsiteX6" fmla="*/ 404917 w 2944854"/>
                              <a:gd name="connsiteY6" fmla="*/ 50617 h 1316375"/>
                              <a:gd name="connsiteX7" fmla="*/ 1477028 w 2944854"/>
                              <a:gd name="connsiteY7" fmla="*/ 501566 h 1316375"/>
                              <a:gd name="connsiteX8" fmla="*/ 2572146 w 2944854"/>
                              <a:gd name="connsiteY8" fmla="*/ 0 h 1316375"/>
                              <a:gd name="connsiteX9" fmla="*/ 2875834 w 2944854"/>
                              <a:gd name="connsiteY9" fmla="*/ 96632 h 1316375"/>
                              <a:gd name="connsiteX10" fmla="*/ 2079803 w 2944854"/>
                              <a:gd name="connsiteY10" fmla="*/ 432543 h 1316375"/>
                              <a:gd name="connsiteX11" fmla="*/ 2240850 w 2944854"/>
                              <a:gd name="connsiteY11" fmla="*/ 920305 h 1316375"/>
                              <a:gd name="connsiteX12" fmla="*/ 2944854 w 2944854"/>
                              <a:gd name="connsiteY12" fmla="*/ 1228607 h 1316375"/>
                              <a:gd name="connsiteX13" fmla="*/ 2756623 w 2944854"/>
                              <a:gd name="connsiteY13" fmla="*/ 1316375 h 1316375"/>
                              <a:gd name="connsiteX14" fmla="*/ 1486231 w 2944854"/>
                              <a:gd name="connsiteY14" fmla="*/ 727041 h 1316375"/>
                              <a:gd name="connsiteX0" fmla="*/ 1486231 w 3024520"/>
                              <a:gd name="connsiteY0" fmla="*/ 727041 h 1316375"/>
                              <a:gd name="connsiteX1" fmla="*/ 257675 w 3024520"/>
                              <a:gd name="connsiteY1" fmla="*/ 1302232 h 1316375"/>
                              <a:gd name="connsiteX2" fmla="*/ 0 w 3024520"/>
                              <a:gd name="connsiteY2" fmla="*/ 1228607 h 1316375"/>
                              <a:gd name="connsiteX3" fmla="*/ 911064 w 3024520"/>
                              <a:gd name="connsiteY3" fmla="*/ 837478 h 1316375"/>
                              <a:gd name="connsiteX4" fmla="*/ 883456 w 3024520"/>
                              <a:gd name="connsiteY4" fmla="*/ 450949 h 1316375"/>
                              <a:gd name="connsiteX5" fmla="*/ 161047 w 3024520"/>
                              <a:gd name="connsiteY5" fmla="*/ 119640 h 1316375"/>
                              <a:gd name="connsiteX6" fmla="*/ 404917 w 3024520"/>
                              <a:gd name="connsiteY6" fmla="*/ 50617 h 1316375"/>
                              <a:gd name="connsiteX7" fmla="*/ 1477028 w 3024520"/>
                              <a:gd name="connsiteY7" fmla="*/ 501566 h 1316375"/>
                              <a:gd name="connsiteX8" fmla="*/ 2572146 w 3024520"/>
                              <a:gd name="connsiteY8" fmla="*/ 0 h 1316375"/>
                              <a:gd name="connsiteX9" fmla="*/ 2875834 w 3024520"/>
                              <a:gd name="connsiteY9" fmla="*/ 96632 h 1316375"/>
                              <a:gd name="connsiteX10" fmla="*/ 2079803 w 3024520"/>
                              <a:gd name="connsiteY10" fmla="*/ 432543 h 1316375"/>
                              <a:gd name="connsiteX11" fmla="*/ 2240850 w 3024520"/>
                              <a:gd name="connsiteY11" fmla="*/ 920305 h 1316375"/>
                              <a:gd name="connsiteX12" fmla="*/ 3024520 w 3024520"/>
                              <a:gd name="connsiteY12" fmla="*/ 1228607 h 1316375"/>
                              <a:gd name="connsiteX13" fmla="*/ 2756623 w 3024520"/>
                              <a:gd name="connsiteY13" fmla="*/ 1316375 h 1316375"/>
                              <a:gd name="connsiteX14" fmla="*/ 1486231 w 3024520"/>
                              <a:gd name="connsiteY14" fmla="*/ 727041 h 1316375"/>
                              <a:gd name="connsiteX0" fmla="*/ 1537780 w 3076069"/>
                              <a:gd name="connsiteY0" fmla="*/ 727041 h 1316375"/>
                              <a:gd name="connsiteX1" fmla="*/ 309224 w 3076069"/>
                              <a:gd name="connsiteY1" fmla="*/ 1302232 h 1316375"/>
                              <a:gd name="connsiteX2" fmla="*/ 0 w 3076069"/>
                              <a:gd name="connsiteY2" fmla="*/ 1228607 h 1316375"/>
                              <a:gd name="connsiteX3" fmla="*/ 962613 w 3076069"/>
                              <a:gd name="connsiteY3" fmla="*/ 837478 h 1316375"/>
                              <a:gd name="connsiteX4" fmla="*/ 935005 w 3076069"/>
                              <a:gd name="connsiteY4" fmla="*/ 450949 h 1316375"/>
                              <a:gd name="connsiteX5" fmla="*/ 212596 w 3076069"/>
                              <a:gd name="connsiteY5" fmla="*/ 119640 h 1316375"/>
                              <a:gd name="connsiteX6" fmla="*/ 456466 w 3076069"/>
                              <a:gd name="connsiteY6" fmla="*/ 50617 h 1316375"/>
                              <a:gd name="connsiteX7" fmla="*/ 1528577 w 3076069"/>
                              <a:gd name="connsiteY7" fmla="*/ 501566 h 1316375"/>
                              <a:gd name="connsiteX8" fmla="*/ 2623695 w 3076069"/>
                              <a:gd name="connsiteY8" fmla="*/ 0 h 1316375"/>
                              <a:gd name="connsiteX9" fmla="*/ 2927383 w 3076069"/>
                              <a:gd name="connsiteY9" fmla="*/ 96632 h 1316375"/>
                              <a:gd name="connsiteX10" fmla="*/ 2131352 w 3076069"/>
                              <a:gd name="connsiteY10" fmla="*/ 432543 h 1316375"/>
                              <a:gd name="connsiteX11" fmla="*/ 2292399 w 3076069"/>
                              <a:gd name="connsiteY11" fmla="*/ 920305 h 1316375"/>
                              <a:gd name="connsiteX12" fmla="*/ 3076069 w 3076069"/>
                              <a:gd name="connsiteY12" fmla="*/ 1228607 h 1316375"/>
                              <a:gd name="connsiteX13" fmla="*/ 2808172 w 3076069"/>
                              <a:gd name="connsiteY13" fmla="*/ 1316375 h 1316375"/>
                              <a:gd name="connsiteX14" fmla="*/ 1537780 w 3076069"/>
                              <a:gd name="connsiteY14" fmla="*/ 727041 h 1316375"/>
                              <a:gd name="connsiteX0" fmla="*/ 1537780 w 3076069"/>
                              <a:gd name="connsiteY0" fmla="*/ 727041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27041 h 1321259"/>
                              <a:gd name="connsiteX0" fmla="*/ 1537780 w 3076069"/>
                              <a:gd name="connsiteY0" fmla="*/ 750825 h 1321259"/>
                              <a:gd name="connsiteX1" fmla="*/ 313981 w 3076069"/>
                              <a:gd name="connsiteY1" fmla="*/ 1321259 h 1321259"/>
                              <a:gd name="connsiteX2" fmla="*/ 0 w 3076069"/>
                              <a:gd name="connsiteY2" fmla="*/ 1228607 h 1321259"/>
                              <a:gd name="connsiteX3" fmla="*/ 962613 w 3076069"/>
                              <a:gd name="connsiteY3" fmla="*/ 837478 h 1321259"/>
                              <a:gd name="connsiteX4" fmla="*/ 935005 w 3076069"/>
                              <a:gd name="connsiteY4" fmla="*/ 450949 h 1321259"/>
                              <a:gd name="connsiteX5" fmla="*/ 212596 w 3076069"/>
                              <a:gd name="connsiteY5" fmla="*/ 119640 h 1321259"/>
                              <a:gd name="connsiteX6" fmla="*/ 456466 w 3076069"/>
                              <a:gd name="connsiteY6" fmla="*/ 50617 h 1321259"/>
                              <a:gd name="connsiteX7" fmla="*/ 1528577 w 3076069"/>
                              <a:gd name="connsiteY7" fmla="*/ 501566 h 1321259"/>
                              <a:gd name="connsiteX8" fmla="*/ 2623695 w 3076069"/>
                              <a:gd name="connsiteY8" fmla="*/ 0 h 1321259"/>
                              <a:gd name="connsiteX9" fmla="*/ 2927383 w 3076069"/>
                              <a:gd name="connsiteY9" fmla="*/ 96632 h 1321259"/>
                              <a:gd name="connsiteX10" fmla="*/ 2131352 w 3076069"/>
                              <a:gd name="connsiteY10" fmla="*/ 432543 h 1321259"/>
                              <a:gd name="connsiteX11" fmla="*/ 2292399 w 3076069"/>
                              <a:gd name="connsiteY11" fmla="*/ 920305 h 1321259"/>
                              <a:gd name="connsiteX12" fmla="*/ 3076069 w 3076069"/>
                              <a:gd name="connsiteY12" fmla="*/ 1228607 h 1321259"/>
                              <a:gd name="connsiteX13" fmla="*/ 2808172 w 3076069"/>
                              <a:gd name="connsiteY13" fmla="*/ 1316375 h 1321259"/>
                              <a:gd name="connsiteX14" fmla="*/ 1537780 w 3076069"/>
                              <a:gd name="connsiteY14" fmla="*/ 750825 h 1321259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  <a:cxn ang="0">
                                <a:pos x="connsiteX11" y="connsiteY11"/>
                              </a:cxn>
                              <a:cxn ang="0">
                                <a:pos x="connsiteX12" y="connsiteY12"/>
                              </a:cxn>
                              <a:cxn ang="0">
                                <a:pos x="connsiteX13" y="connsiteY13"/>
                              </a:cxn>
                              <a:cxn ang="0">
                                <a:pos x="connsiteX14" y="connsiteY14"/>
                              </a:cxn>
                            </a:cxnLst>
                            <a:rect l="l" t="t" r="r" b="b"/>
                            <a:pathLst>
                              <a:path w="3076069" h="132125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60000"/>
                              <a:lumOff val="40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55" name="Freeform 754">
                            <a:extLst>
                              <a:ext uri="{FF2B5EF4-FFF2-40B4-BE49-F238E27FC236}">
                                <a16:creationId xmlns:a16="http://schemas.microsoft.com/office/drawing/2014/main" id="{70168348-6BB3-A44B-B3DC-B315B168EF41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102655" y="1633412"/>
                            <a:ext cx="662444" cy="111846"/>
                          </a:xfrm>
                          <a:custGeom>
                            <a:avLst/>
                            <a:gdLst>
                              <a:gd name="connsiteX0" fmla="*/ 0 w 3645229"/>
                              <a:gd name="connsiteY0" fmla="*/ 214441 h 923747"/>
                              <a:gd name="connsiteX1" fmla="*/ 659770 w 3645229"/>
                              <a:gd name="connsiteY1" fmla="*/ 16495 h 923747"/>
                              <a:gd name="connsiteX2" fmla="*/ 1814367 w 3645229"/>
                              <a:gd name="connsiteY2" fmla="*/ 511360 h 923747"/>
                              <a:gd name="connsiteX3" fmla="*/ 2968965 w 3645229"/>
                              <a:gd name="connsiteY3" fmla="*/ 0 h 923747"/>
                              <a:gd name="connsiteX4" fmla="*/ 3645229 w 3645229"/>
                              <a:gd name="connsiteY4" fmla="*/ 197946 h 923747"/>
                              <a:gd name="connsiteX5" fmla="*/ 3199884 w 3645229"/>
                              <a:gd name="connsiteY5" fmla="*/ 461874 h 923747"/>
                              <a:gd name="connsiteX6" fmla="*/ 2985459 w 3645229"/>
                              <a:gd name="connsiteY6" fmla="*/ 379396 h 923747"/>
                              <a:gd name="connsiteX7" fmla="*/ 1830861 w 3645229"/>
                              <a:gd name="connsiteY7" fmla="*/ 923747 h 923747"/>
                              <a:gd name="connsiteX8" fmla="*/ 676264 w 3645229"/>
                              <a:gd name="connsiteY8" fmla="*/ 412387 h 923747"/>
                              <a:gd name="connsiteX9" fmla="*/ 527816 w 3645229"/>
                              <a:gd name="connsiteY9" fmla="*/ 478369 h 923747"/>
                              <a:gd name="connsiteX10" fmla="*/ 0 w 3645229"/>
                              <a:gd name="connsiteY10" fmla="*/ 21444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78369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71662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23747"/>
                              <a:gd name="connsiteX1" fmla="*/ 655168 w 3640627"/>
                              <a:gd name="connsiteY1" fmla="*/ 16495 h 923747"/>
                              <a:gd name="connsiteX2" fmla="*/ 1809765 w 3640627"/>
                              <a:gd name="connsiteY2" fmla="*/ 511360 h 923747"/>
                              <a:gd name="connsiteX3" fmla="*/ 2964363 w 3640627"/>
                              <a:gd name="connsiteY3" fmla="*/ 0 h 923747"/>
                              <a:gd name="connsiteX4" fmla="*/ 3640627 w 3640627"/>
                              <a:gd name="connsiteY4" fmla="*/ 197946 h 923747"/>
                              <a:gd name="connsiteX5" fmla="*/ 3195282 w 3640627"/>
                              <a:gd name="connsiteY5" fmla="*/ 461874 h 923747"/>
                              <a:gd name="connsiteX6" fmla="*/ 2980857 w 3640627"/>
                              <a:gd name="connsiteY6" fmla="*/ 379396 h 923747"/>
                              <a:gd name="connsiteX7" fmla="*/ 1826259 w 3640627"/>
                              <a:gd name="connsiteY7" fmla="*/ 923747 h 923747"/>
                              <a:gd name="connsiteX8" fmla="*/ 690067 w 3640627"/>
                              <a:gd name="connsiteY8" fmla="*/ 412387 h 923747"/>
                              <a:gd name="connsiteX9" fmla="*/ 523214 w 3640627"/>
                              <a:gd name="connsiteY9" fmla="*/ 482971 h 923747"/>
                              <a:gd name="connsiteX10" fmla="*/ 0 w 3640627"/>
                              <a:gd name="connsiteY10" fmla="*/ 242051 h 923747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09765 w 3640627"/>
                              <a:gd name="connsiteY2" fmla="*/ 511360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2980857 w 3640627"/>
                              <a:gd name="connsiteY6" fmla="*/ 379396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640627"/>
                              <a:gd name="connsiteY0" fmla="*/ 242051 h 946755"/>
                              <a:gd name="connsiteX1" fmla="*/ 655168 w 3640627"/>
                              <a:gd name="connsiteY1" fmla="*/ 16495 h 946755"/>
                              <a:gd name="connsiteX2" fmla="*/ 1855778 w 3640627"/>
                              <a:gd name="connsiteY2" fmla="*/ 534367 h 946755"/>
                              <a:gd name="connsiteX3" fmla="*/ 2964363 w 3640627"/>
                              <a:gd name="connsiteY3" fmla="*/ 0 h 946755"/>
                              <a:gd name="connsiteX4" fmla="*/ 3640627 w 3640627"/>
                              <a:gd name="connsiteY4" fmla="*/ 197946 h 946755"/>
                              <a:gd name="connsiteX5" fmla="*/ 3195282 w 3640627"/>
                              <a:gd name="connsiteY5" fmla="*/ 461874 h 946755"/>
                              <a:gd name="connsiteX6" fmla="*/ 3008465 w 3640627"/>
                              <a:gd name="connsiteY6" fmla="*/ 402404 h 946755"/>
                              <a:gd name="connsiteX7" fmla="*/ 1876873 w 3640627"/>
                              <a:gd name="connsiteY7" fmla="*/ 946755 h 946755"/>
                              <a:gd name="connsiteX8" fmla="*/ 690067 w 3640627"/>
                              <a:gd name="connsiteY8" fmla="*/ 412387 h 946755"/>
                              <a:gd name="connsiteX9" fmla="*/ 523214 w 3640627"/>
                              <a:gd name="connsiteY9" fmla="*/ 482971 h 946755"/>
                              <a:gd name="connsiteX10" fmla="*/ 0 w 3640627"/>
                              <a:gd name="connsiteY10" fmla="*/ 242051 h 946755"/>
                              <a:gd name="connsiteX0" fmla="*/ 0 w 3723451"/>
                              <a:gd name="connsiteY0" fmla="*/ 242051 h 946755"/>
                              <a:gd name="connsiteX1" fmla="*/ 655168 w 3723451"/>
                              <a:gd name="connsiteY1" fmla="*/ 16495 h 946755"/>
                              <a:gd name="connsiteX2" fmla="*/ 1855778 w 3723451"/>
                              <a:gd name="connsiteY2" fmla="*/ 534367 h 946755"/>
                              <a:gd name="connsiteX3" fmla="*/ 2964363 w 3723451"/>
                              <a:gd name="connsiteY3" fmla="*/ 0 h 946755"/>
                              <a:gd name="connsiteX4" fmla="*/ 3723451 w 3723451"/>
                              <a:gd name="connsiteY4" fmla="*/ 220954 h 946755"/>
                              <a:gd name="connsiteX5" fmla="*/ 3195282 w 3723451"/>
                              <a:gd name="connsiteY5" fmla="*/ 461874 h 946755"/>
                              <a:gd name="connsiteX6" fmla="*/ 3008465 w 3723451"/>
                              <a:gd name="connsiteY6" fmla="*/ 402404 h 946755"/>
                              <a:gd name="connsiteX7" fmla="*/ 1876873 w 3723451"/>
                              <a:gd name="connsiteY7" fmla="*/ 946755 h 946755"/>
                              <a:gd name="connsiteX8" fmla="*/ 690067 w 3723451"/>
                              <a:gd name="connsiteY8" fmla="*/ 412387 h 946755"/>
                              <a:gd name="connsiteX9" fmla="*/ 523214 w 3723451"/>
                              <a:gd name="connsiteY9" fmla="*/ 482971 h 946755"/>
                              <a:gd name="connsiteX10" fmla="*/ 0 w 3723451"/>
                              <a:gd name="connsiteY10" fmla="*/ 242051 h 946755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08465 w 3723451"/>
                              <a:gd name="connsiteY6" fmla="*/ 388599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95282 w 3723451"/>
                              <a:gd name="connsiteY5" fmla="*/ 448069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690067 w 3723451"/>
                              <a:gd name="connsiteY8" fmla="*/ 398582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  <a:gd name="connsiteX0" fmla="*/ 0 w 3723451"/>
                              <a:gd name="connsiteY0" fmla="*/ 228246 h 932950"/>
                              <a:gd name="connsiteX1" fmla="*/ 655168 w 3723451"/>
                              <a:gd name="connsiteY1" fmla="*/ 2690 h 932950"/>
                              <a:gd name="connsiteX2" fmla="*/ 1855778 w 3723451"/>
                              <a:gd name="connsiteY2" fmla="*/ 520562 h 932950"/>
                              <a:gd name="connsiteX3" fmla="*/ 3001174 w 3723451"/>
                              <a:gd name="connsiteY3" fmla="*/ 0 h 932950"/>
                              <a:gd name="connsiteX4" fmla="*/ 3723451 w 3723451"/>
                              <a:gd name="connsiteY4" fmla="*/ 207149 h 932950"/>
                              <a:gd name="connsiteX5" fmla="*/ 3186079 w 3723451"/>
                              <a:gd name="connsiteY5" fmla="*/ 461874 h 932950"/>
                              <a:gd name="connsiteX6" fmla="*/ 3013067 w 3723451"/>
                              <a:gd name="connsiteY6" fmla="*/ 393200 h 932950"/>
                              <a:gd name="connsiteX7" fmla="*/ 1876873 w 3723451"/>
                              <a:gd name="connsiteY7" fmla="*/ 932950 h 932950"/>
                              <a:gd name="connsiteX8" fmla="*/ 711613 w 3723451"/>
                              <a:gd name="connsiteY8" fmla="*/ 413055 h 932950"/>
                              <a:gd name="connsiteX9" fmla="*/ 523214 w 3723451"/>
                              <a:gd name="connsiteY9" fmla="*/ 469166 h 932950"/>
                              <a:gd name="connsiteX10" fmla="*/ 0 w 3723451"/>
                              <a:gd name="connsiteY10" fmla="*/ 228246 h 9329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  <a:cxn ang="0">
                                <a:pos x="connsiteX10" y="connsiteY10"/>
                              </a:cxn>
                            </a:cxnLst>
                            <a:rect l="l" t="t" r="r" b="b"/>
                            <a:pathLst>
                              <a:path w="3723451" h="932950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56" name="Freeform 755">
                            <a:extLst>
                              <a:ext uri="{FF2B5EF4-FFF2-40B4-BE49-F238E27FC236}">
                                <a16:creationId xmlns:a16="http://schemas.microsoft.com/office/drawing/2014/main" id="{5BBBC961-9879-9F47-83D3-63D60E7E7616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536889" y="1728599"/>
                            <a:ext cx="244057" cy="97568"/>
                          </a:xfrm>
                          <a:custGeom>
                            <a:avLst/>
                            <a:gdLst>
                              <a:gd name="connsiteX0" fmla="*/ 55216 w 1421812"/>
                              <a:gd name="connsiteY0" fmla="*/ 0 h 800665"/>
                              <a:gd name="connsiteX1" fmla="*/ 1421812 w 1421812"/>
                              <a:gd name="connsiteY1" fmla="*/ 625807 h 800665"/>
                              <a:gd name="connsiteX2" fmla="*/ 947874 w 1421812"/>
                              <a:gd name="connsiteY2" fmla="*/ 800665 h 800665"/>
                              <a:gd name="connsiteX3" fmla="*/ 50614 w 1421812"/>
                              <a:gd name="connsiteY3" fmla="*/ 404934 h 800665"/>
                              <a:gd name="connsiteX4" fmla="*/ 0 w 1421812"/>
                              <a:gd name="connsiteY4" fmla="*/ 404934 h 800665"/>
                              <a:gd name="connsiteX5" fmla="*/ 55216 w 1421812"/>
                              <a:gd name="connsiteY5" fmla="*/ 0 h 800665"/>
                              <a:gd name="connsiteX0" fmla="*/ 4602 w 1371198"/>
                              <a:gd name="connsiteY0" fmla="*/ 0 h 800665"/>
                              <a:gd name="connsiteX1" fmla="*/ 1371198 w 1371198"/>
                              <a:gd name="connsiteY1" fmla="*/ 625807 h 800665"/>
                              <a:gd name="connsiteX2" fmla="*/ 897260 w 1371198"/>
                              <a:gd name="connsiteY2" fmla="*/ 800665 h 800665"/>
                              <a:gd name="connsiteX3" fmla="*/ 0 w 1371198"/>
                              <a:gd name="connsiteY3" fmla="*/ 404934 h 800665"/>
                              <a:gd name="connsiteX4" fmla="*/ 4602 w 1371198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0665"/>
                              <a:gd name="connsiteX1" fmla="*/ 1366596 w 1366596"/>
                              <a:gd name="connsiteY1" fmla="*/ 625807 h 800665"/>
                              <a:gd name="connsiteX2" fmla="*/ 892658 w 1366596"/>
                              <a:gd name="connsiteY2" fmla="*/ 800665 h 800665"/>
                              <a:gd name="connsiteX3" fmla="*/ 4601 w 1366596"/>
                              <a:gd name="connsiteY3" fmla="*/ 427942 h 800665"/>
                              <a:gd name="connsiteX4" fmla="*/ 0 w 1366596"/>
                              <a:gd name="connsiteY4" fmla="*/ 0 h 800665"/>
                              <a:gd name="connsiteX0" fmla="*/ 0 w 1366596"/>
                              <a:gd name="connsiteY0" fmla="*/ 0 h 809868"/>
                              <a:gd name="connsiteX1" fmla="*/ 1366596 w 1366596"/>
                              <a:gd name="connsiteY1" fmla="*/ 625807 h 809868"/>
                              <a:gd name="connsiteX2" fmla="*/ 865050 w 1366596"/>
                              <a:gd name="connsiteY2" fmla="*/ 809868 h 809868"/>
                              <a:gd name="connsiteX3" fmla="*/ 4601 w 1366596"/>
                              <a:gd name="connsiteY3" fmla="*/ 427942 h 809868"/>
                              <a:gd name="connsiteX4" fmla="*/ 0 w 1366596"/>
                              <a:gd name="connsiteY4" fmla="*/ 0 h 809868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66596" h="809868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57" name="Freeform 756">
                            <a:extLst>
                              <a:ext uri="{FF2B5EF4-FFF2-40B4-BE49-F238E27FC236}">
                                <a16:creationId xmlns:a16="http://schemas.microsoft.com/office/drawing/2014/main" id="{9F7AF4E8-DF0D-574C-AE6D-C228DDB00439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2089977" y="1730980"/>
                            <a:ext cx="240888" cy="95187"/>
                          </a:xfrm>
                          <a:custGeom>
                            <a:avLst/>
                            <a:gdLst>
                              <a:gd name="connsiteX0" fmla="*/ 1329786 w 1348191"/>
                              <a:gd name="connsiteY0" fmla="*/ 0 h 809869"/>
                              <a:gd name="connsiteX1" fmla="*/ 1348191 w 1348191"/>
                              <a:gd name="connsiteY1" fmla="*/ 400333 h 809869"/>
                              <a:gd name="connsiteX2" fmla="*/ 487742 w 1348191"/>
                              <a:gd name="connsiteY2" fmla="*/ 809869 h 809869"/>
                              <a:gd name="connsiteX3" fmla="*/ 0 w 1348191"/>
                              <a:gd name="connsiteY3" fmla="*/ 630409 h 809869"/>
                              <a:gd name="connsiteX4" fmla="*/ 1329786 w 1348191"/>
                              <a:gd name="connsiteY4" fmla="*/ 0 h 809869"/>
                              <a:gd name="connsiteX0" fmla="*/ 1329786 w 1348191"/>
                              <a:gd name="connsiteY0" fmla="*/ 0 h 791462"/>
                              <a:gd name="connsiteX1" fmla="*/ 1348191 w 1348191"/>
                              <a:gd name="connsiteY1" fmla="*/ 381926 h 791462"/>
                              <a:gd name="connsiteX2" fmla="*/ 487742 w 1348191"/>
                              <a:gd name="connsiteY2" fmla="*/ 791462 h 791462"/>
                              <a:gd name="connsiteX3" fmla="*/ 0 w 1348191"/>
                              <a:gd name="connsiteY3" fmla="*/ 612002 h 791462"/>
                              <a:gd name="connsiteX4" fmla="*/ 1329786 w 1348191"/>
                              <a:gd name="connsiteY4" fmla="*/ 0 h 791462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348191" h="791462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333CC">
                              <a:lumMod val="75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>
                            <a:outerShdw blurRad="40000" dist="23000" dir="5400000" rotWithShape="0">
                              <a:srgbClr val="000000">
                                <a:alpha val="35000"/>
                              </a:srgbClr>
                            </a:outerShdw>
                          </a:effectLst>
                        </p:spPr>
                        <p:txBody>
                          <a:bodyPr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cxnSp>
                        <p:nvCxnSpPr>
                          <p:cNvPr id="758" name="Straight Connector 757">
                            <a:extLst>
                              <a:ext uri="{FF2B5EF4-FFF2-40B4-BE49-F238E27FC236}">
                                <a16:creationId xmlns:a16="http://schemas.microsoft.com/office/drawing/2014/main" id="{AFD7AD8E-766C-EF47-B73B-8661F3511F9F}"/>
                              </a:ext>
                            </a:extLst>
                          </p:cNvPr>
                          <p:cNvCxnSpPr>
                            <a:endCxn id="753" idx="2"/>
                          </p:cNvCxnSpPr>
                          <p:nvPr/>
                        </p:nvCxnSpPr>
                        <p:spPr bwMode="auto">
                          <a:xfrm flipH="1" flipV="1">
                            <a:off x="1871277" y="1735739"/>
                            <a:ext cx="3169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59" name="Straight Connector 758">
                            <a:extLst>
                              <a:ext uri="{FF2B5EF4-FFF2-40B4-BE49-F238E27FC236}">
                                <a16:creationId xmlns:a16="http://schemas.microsoft.com/office/drawing/2014/main" id="{18A9AECB-70DF-CD4B-8109-6E3587A404DB}"/>
                              </a:ext>
                            </a:extLst>
                          </p:cNvPr>
                          <p:cNvCxnSpPr/>
                          <p:nvPr/>
                        </p:nvCxnSpPr>
                        <p:spPr bwMode="auto">
                          <a:xfrm flipH="1" flipV="1">
                            <a:off x="2996477" y="1733359"/>
                            <a:ext cx="3171" cy="123743"/>
                          </a:xfrm>
                          <a:prstGeom prst="line">
                            <a:avLst/>
                          </a:prstGeom>
                          <a:noFill/>
                          <a:ln w="6350" cap="flat" cmpd="sng" algn="ctr">
                            <a:solidFill>
                              <a:srgbClr val="000000"/>
                            </a:solidFill>
                            <a:prstDash val="solid"/>
                          </a:ln>
                          <a:effectLst>
                            <a:outerShdw blurRad="40005" dist="19939" dir="5400000" algn="tl" rotWithShape="0">
                              <a:srgbClr val="000000">
                                <a:alpha val="38000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48" name="Group 747">
                          <a:extLst>
                            <a:ext uri="{FF2B5EF4-FFF2-40B4-BE49-F238E27FC236}">
                              <a16:creationId xmlns:a16="http://schemas.microsoft.com/office/drawing/2014/main" id="{6DBAAB73-EF58-DC45-99FD-A7CCF2A1344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49" name="Oval 748">
                            <a:extLst>
                              <a:ext uri="{FF2B5EF4-FFF2-40B4-BE49-F238E27FC236}">
                                <a16:creationId xmlns:a16="http://schemas.microsoft.com/office/drawing/2014/main" id="{81F5B65C-090F-864B-9D3D-6862C07634E5}"/>
                              </a:ext>
                            </a:extLst>
                          </p:cNvPr>
                          <p:cNvSpPr/>
                          <p:nvPr/>
                        </p:nvSpPr>
                        <p:spPr bwMode="auto"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6000"/>
                            </a:srgbClr>
                          </a:solidFill>
                          <a:ln w="9525" cap="flat" cmpd="sng" algn="ctr">
                            <a:noFill/>
                            <a:prstDash val="solid"/>
                          </a:ln>
                          <a:effectLst/>
                        </p:spPr>
                        <p:txBody>
                          <a:bodyPr rtlCol="0" anchor="ctr"/>
                          <a:lstStyle/>
                          <a:p>
                            <a:pPr marL="0" marR="0" lvl="0" indent="0" algn="ctr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Gill Sans MT"/>
                              <a:ea typeface="+mn-ea"/>
                              <a:cs typeface="+mn-cs"/>
                            </a:endParaRPr>
                          </a:p>
                        </p:txBody>
                      </p:sp>
                      <p:sp>
                        <p:nvSpPr>
                          <p:cNvPr id="750" name="TextBox 749">
                            <a:extLst>
                              <a:ext uri="{FF2B5EF4-FFF2-40B4-BE49-F238E27FC236}">
                                <a16:creationId xmlns:a16="http://schemas.microsoft.com/office/drawing/2014/main" id="{C53E106B-77FA-C14C-9B6D-EE6DFB6EC332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pPr marL="0" marR="0" lvl="0" indent="0" defTabSz="914400" eaLnBrk="0" fontAlgn="base" latinLnBrk="0" hangingPunct="0">
                              <a:lnSpc>
                                <a:spcPct val="100000"/>
                              </a:lnSpc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en-US" sz="1800" b="0" i="0" u="none" strike="noStrike" kern="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Arial" charset="0"/>
                                <a:ea typeface="ＭＳ Ｐゴシック" charset="0"/>
                              </a:rPr>
                              <a:t>1a</a:t>
                            </a:r>
                          </a:p>
                        </p:txBody>
                      </p:sp>
                    </p:grpSp>
                  </p:grpSp>
                  <p:cxnSp>
                    <p:nvCxnSpPr>
                      <p:cNvPr id="743" name="Straight Connector 742">
                        <a:extLst>
                          <a:ext uri="{FF2B5EF4-FFF2-40B4-BE49-F238E27FC236}">
                            <a16:creationId xmlns:a16="http://schemas.microsoft.com/office/drawing/2014/main" id="{E4797E7A-8ED8-6C41-8674-EAEC8D18D707}"/>
                          </a:ext>
                        </a:extLst>
                      </p:cNvPr>
                      <p:cNvCxnSpPr>
                        <a:stCxn id="790" idx="7"/>
                      </p:cNvCxnSpPr>
                      <p:nvPr/>
                    </p:nvCxnSpPr>
                    <p:spPr bwMode="auto">
                      <a:xfrm>
                        <a:off x="2218708" y="3154477"/>
                        <a:ext cx="480042" cy="369773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744" name="Straight Connector 743">
                        <a:extLst>
                          <a:ext uri="{FF2B5EF4-FFF2-40B4-BE49-F238E27FC236}">
                            <a16:creationId xmlns:a16="http://schemas.microsoft.com/office/drawing/2014/main" id="{54F17AFF-28C1-274F-9EF2-34DCACE28535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1300073" y="3786304"/>
                        <a:ext cx="477927" cy="357071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745" name="Straight Connector 744">
                        <a:extLst>
                          <a:ext uri="{FF2B5EF4-FFF2-40B4-BE49-F238E27FC236}">
                            <a16:creationId xmlns:a16="http://schemas.microsoft.com/office/drawing/2014/main" id="{AFC3917C-96A3-2D47-9010-605714E6DC3A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2196042" y="3783542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  <p:cxnSp>
                    <p:nvCxnSpPr>
                      <p:cNvPr id="746" name="Straight Connector 745">
                        <a:extLst>
                          <a:ext uri="{FF2B5EF4-FFF2-40B4-BE49-F238E27FC236}">
                            <a16:creationId xmlns:a16="http://schemas.microsoft.com/office/drawing/2014/main" id="{FDD35AF7-CBC3-BA4C-88CF-D5CCFA98DA28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1287553" y="3166946"/>
                        <a:ext cx="508002" cy="349250"/>
                      </a:xfrm>
                      <a:prstGeom prst="line">
                        <a:avLst/>
                      </a:prstGeom>
                      <a:solidFill>
                        <a:srgbClr val="00CC99"/>
                      </a:solidFill>
                      <a:ln w="1905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cxnSp>
                </p:grpSp>
              </p:grpSp>
              <p:sp>
                <p:nvSpPr>
                  <p:cNvPr id="735" name="TextBox 734">
                    <a:extLst>
                      <a:ext uri="{FF2B5EF4-FFF2-40B4-BE49-F238E27FC236}">
                        <a16:creationId xmlns:a16="http://schemas.microsoft.com/office/drawing/2014/main" id="{3A6530A1-EBC7-8447-8BD9-642637A446B5}"/>
                      </a:ext>
                    </a:extLst>
                  </p:cNvPr>
                  <p:cNvSpPr txBox="1"/>
                  <p:nvPr/>
                </p:nvSpPr>
                <p:spPr>
                  <a:xfrm>
                    <a:off x="1430686" y="4247082"/>
                    <a:ext cx="75353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2000" dirty="0">
                        <a:solidFill>
                          <a:srgbClr val="000090"/>
                        </a:solidFill>
                        <a:latin typeface="Arial" charset="0"/>
                        <a:ea typeface="ＭＳ Ｐゴシック" charset="0"/>
                      </a:rPr>
                      <a:t>AS 1</a:t>
                    </a:r>
                  </a:p>
                </p:txBody>
              </p:sp>
              <p:cxnSp>
                <p:nvCxnSpPr>
                  <p:cNvPr id="736" name="Straight Connector 735">
                    <a:extLst>
                      <a:ext uri="{FF2B5EF4-FFF2-40B4-BE49-F238E27FC236}">
                        <a16:creationId xmlns:a16="http://schemas.microsoft.com/office/drawing/2014/main" id="{E0FCBE3F-E795-4C4B-B0C1-FC7BC0309C04}"/>
                      </a:ext>
                    </a:extLst>
                  </p:cNvPr>
                  <p:cNvCxnSpPr>
                    <a:cxnSpLocks/>
                    <a:stCxn id="878" idx="1"/>
                  </p:cNvCxnSpPr>
                  <p:nvPr/>
                </p:nvCxnSpPr>
                <p:spPr bwMode="auto">
                  <a:xfrm flipH="1" flipV="1">
                    <a:off x="3848374" y="5024787"/>
                    <a:ext cx="1030666" cy="698992"/>
                  </a:xfrm>
                  <a:prstGeom prst="line">
                    <a:avLst/>
                  </a:prstGeom>
                  <a:solidFill>
                    <a:srgbClr val="00CC99"/>
                  </a:solidFill>
                  <a:ln w="381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</p:grpSp>
            <p:cxnSp>
              <p:nvCxnSpPr>
                <p:cNvPr id="733" name="Straight Connector 732">
                  <a:extLst>
                    <a:ext uri="{FF2B5EF4-FFF2-40B4-BE49-F238E27FC236}">
                      <a16:creationId xmlns:a16="http://schemas.microsoft.com/office/drawing/2014/main" id="{CE901D66-734E-3F4B-9A7E-8C2A3FBAE777}"/>
                    </a:ext>
                  </a:extLst>
                </p:cNvPr>
                <p:cNvCxnSpPr>
                  <a:cxnSpLocks/>
                  <a:stCxn id="894" idx="5"/>
                  <a:endCxn id="815" idx="1"/>
                </p:cNvCxnSpPr>
                <p:nvPr/>
              </p:nvCxnSpPr>
              <p:spPr bwMode="auto">
                <a:xfrm flipV="1">
                  <a:off x="6957825" y="4543468"/>
                  <a:ext cx="1398778" cy="1062884"/>
                </a:xfrm>
                <a:prstGeom prst="line">
                  <a:avLst/>
                </a:prstGeom>
                <a:solidFill>
                  <a:srgbClr val="00CC99"/>
                </a:solidFill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713" name="Group 712">
                <a:extLst>
                  <a:ext uri="{FF2B5EF4-FFF2-40B4-BE49-F238E27FC236}">
                    <a16:creationId xmlns:a16="http://schemas.microsoft.com/office/drawing/2014/main" id="{1D597A85-C1F2-AB46-89D9-E4C6C845E8E2}"/>
                  </a:ext>
                </a:extLst>
              </p:cNvPr>
              <p:cNvGrpSpPr/>
              <p:nvPr/>
            </p:nvGrpSpPr>
            <p:grpSpPr>
              <a:xfrm>
                <a:off x="9525929" y="4809915"/>
                <a:ext cx="1701734" cy="616172"/>
                <a:chOff x="6935906" y="5482318"/>
                <a:chExt cx="1701734" cy="616172"/>
              </a:xfrm>
            </p:grpSpPr>
            <p:grpSp>
              <p:nvGrpSpPr>
                <p:cNvPr id="714" name="Group 713">
                  <a:extLst>
                    <a:ext uri="{FF2B5EF4-FFF2-40B4-BE49-F238E27FC236}">
                      <a16:creationId xmlns:a16="http://schemas.microsoft.com/office/drawing/2014/main" id="{006FF1F8-A5A0-924F-A5B5-1B52B2E05516}"/>
                    </a:ext>
                  </a:extLst>
                </p:cNvPr>
                <p:cNvGrpSpPr/>
                <p:nvPr/>
              </p:nvGrpSpPr>
              <p:grpSpPr>
                <a:xfrm>
                  <a:off x="6935906" y="5482318"/>
                  <a:ext cx="1701734" cy="616172"/>
                  <a:chOff x="6808463" y="5108795"/>
                  <a:chExt cx="1701734" cy="616172"/>
                </a:xfrm>
              </p:grpSpPr>
              <p:sp>
                <p:nvSpPr>
                  <p:cNvPr id="716" name="Freeform 2">
                    <a:extLst>
                      <a:ext uri="{FF2B5EF4-FFF2-40B4-BE49-F238E27FC236}">
                        <a16:creationId xmlns:a16="http://schemas.microsoft.com/office/drawing/2014/main" id="{FC1D2B11-E513-554D-8A7B-8D69AC28C80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808463" y="5108795"/>
                    <a:ext cx="1701734" cy="616172"/>
                  </a:xfrm>
                  <a:custGeom>
                    <a:avLst/>
                    <a:gdLst>
                      <a:gd name="T0" fmla="*/ 648763 w 10001"/>
                      <a:gd name="T1" fmla="*/ 34777612 h 10125"/>
                      <a:gd name="T2" fmla="*/ 115976403 w 10001"/>
                      <a:gd name="T3" fmla="*/ 13733703 h 10125"/>
                      <a:gd name="T4" fmla="*/ 507700960 w 10001"/>
                      <a:gd name="T5" fmla="*/ 8662125 h 10125"/>
                      <a:gd name="T6" fmla="*/ 810212713 w 10001"/>
                      <a:gd name="T7" fmla="*/ 0 h 10125"/>
                      <a:gd name="T8" fmla="*/ 1090015738 w 10001"/>
                      <a:gd name="T9" fmla="*/ 8687929 h 10125"/>
                      <a:gd name="T10" fmla="*/ 1310938763 w 10001"/>
                      <a:gd name="T11" fmla="*/ 4279362 h 10125"/>
                      <a:gd name="T12" fmla="*/ 1620263134 w 10001"/>
                      <a:gd name="T13" fmla="*/ 25736690 h 10125"/>
                      <a:gd name="T14" fmla="*/ 1394798364 w 10001"/>
                      <a:gd name="T15" fmla="*/ 58525268 h 10125"/>
                      <a:gd name="T16" fmla="*/ 1134622140 w 10001"/>
                      <a:gd name="T17" fmla="*/ 80266624 h 10125"/>
                      <a:gd name="T18" fmla="*/ 860820276 w 10001"/>
                      <a:gd name="T19" fmla="*/ 76142271 h 10125"/>
                      <a:gd name="T20" fmla="*/ 708996782 w 10001"/>
                      <a:gd name="T21" fmla="*/ 85346835 h 10125"/>
                      <a:gd name="T22" fmla="*/ 509322667 w 10001"/>
                      <a:gd name="T23" fmla="*/ 86268164 h 10125"/>
                      <a:gd name="T24" fmla="*/ 353443899 w 10001"/>
                      <a:gd name="T25" fmla="*/ 67979516 h 10125"/>
                      <a:gd name="T26" fmla="*/ 192536914 w 10001"/>
                      <a:gd name="T27" fmla="*/ 64535347 h 10125"/>
                      <a:gd name="T28" fmla="*/ 648763 w 10001"/>
                      <a:gd name="T29" fmla="*/ 34777612 h 1012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connsiteX0" fmla="*/ 4 w 10040"/>
                      <a:gd name="connsiteY0" fmla="*/ 4039 h 10125"/>
                      <a:gd name="connsiteX1" fmla="*/ 715 w 10040"/>
                      <a:gd name="connsiteY1" fmla="*/ 1595 h 10125"/>
                      <a:gd name="connsiteX2" fmla="*/ 3130 w 10040"/>
                      <a:gd name="connsiteY2" fmla="*/ 1006 h 10125"/>
                      <a:gd name="connsiteX3" fmla="*/ 4995 w 10040"/>
                      <a:gd name="connsiteY3" fmla="*/ 0 h 10125"/>
                      <a:gd name="connsiteX4" fmla="*/ 6720 w 10040"/>
                      <a:gd name="connsiteY4" fmla="*/ 1009 h 10125"/>
                      <a:gd name="connsiteX5" fmla="*/ 9989 w 10040"/>
                      <a:gd name="connsiteY5" fmla="*/ 2989 h 10125"/>
                      <a:gd name="connsiteX6" fmla="*/ 8599 w 10040"/>
                      <a:gd name="connsiteY6" fmla="*/ 6797 h 10125"/>
                      <a:gd name="connsiteX7" fmla="*/ 6995 w 10040"/>
                      <a:gd name="connsiteY7" fmla="*/ 9322 h 10125"/>
                      <a:gd name="connsiteX8" fmla="*/ 5307 w 10040"/>
                      <a:gd name="connsiteY8" fmla="*/ 8843 h 10125"/>
                      <a:gd name="connsiteX9" fmla="*/ 4371 w 10040"/>
                      <a:gd name="connsiteY9" fmla="*/ 9912 h 10125"/>
                      <a:gd name="connsiteX10" fmla="*/ 3140 w 10040"/>
                      <a:gd name="connsiteY10" fmla="*/ 10019 h 10125"/>
                      <a:gd name="connsiteX11" fmla="*/ 2179 w 10040"/>
                      <a:gd name="connsiteY11" fmla="*/ 7895 h 10125"/>
                      <a:gd name="connsiteX12" fmla="*/ 1187 w 10040"/>
                      <a:gd name="connsiteY12" fmla="*/ 7495 h 10125"/>
                      <a:gd name="connsiteX13" fmla="*/ 4 w 10040"/>
                      <a:gd name="connsiteY13" fmla="*/ 4039 h 10125"/>
                      <a:gd name="connsiteX0" fmla="*/ 4 w 8600"/>
                      <a:gd name="connsiteY0" fmla="*/ 4042 h 10128"/>
                      <a:gd name="connsiteX1" fmla="*/ 715 w 8600"/>
                      <a:gd name="connsiteY1" fmla="*/ 1598 h 10128"/>
                      <a:gd name="connsiteX2" fmla="*/ 3130 w 8600"/>
                      <a:gd name="connsiteY2" fmla="*/ 1009 h 10128"/>
                      <a:gd name="connsiteX3" fmla="*/ 4995 w 8600"/>
                      <a:gd name="connsiteY3" fmla="*/ 3 h 10128"/>
                      <a:gd name="connsiteX4" fmla="*/ 6720 w 8600"/>
                      <a:gd name="connsiteY4" fmla="*/ 1012 h 10128"/>
                      <a:gd name="connsiteX5" fmla="*/ 8599 w 8600"/>
                      <a:gd name="connsiteY5" fmla="*/ 6800 h 10128"/>
                      <a:gd name="connsiteX6" fmla="*/ 6995 w 8600"/>
                      <a:gd name="connsiteY6" fmla="*/ 9325 h 10128"/>
                      <a:gd name="connsiteX7" fmla="*/ 5307 w 8600"/>
                      <a:gd name="connsiteY7" fmla="*/ 8846 h 10128"/>
                      <a:gd name="connsiteX8" fmla="*/ 4371 w 8600"/>
                      <a:gd name="connsiteY8" fmla="*/ 9915 h 10128"/>
                      <a:gd name="connsiteX9" fmla="*/ 3140 w 8600"/>
                      <a:gd name="connsiteY9" fmla="*/ 10022 h 10128"/>
                      <a:gd name="connsiteX10" fmla="*/ 2179 w 8600"/>
                      <a:gd name="connsiteY10" fmla="*/ 7898 h 10128"/>
                      <a:gd name="connsiteX11" fmla="*/ 1187 w 8600"/>
                      <a:gd name="connsiteY11" fmla="*/ 7498 h 10128"/>
                      <a:gd name="connsiteX12" fmla="*/ 4 w 8600"/>
                      <a:gd name="connsiteY12" fmla="*/ 4042 h 10128"/>
                      <a:gd name="connsiteX0" fmla="*/ 4 w 9326"/>
                      <a:gd name="connsiteY0" fmla="*/ 3988 h 9997"/>
                      <a:gd name="connsiteX1" fmla="*/ 830 w 9326"/>
                      <a:gd name="connsiteY1" fmla="*/ 1575 h 9997"/>
                      <a:gd name="connsiteX2" fmla="*/ 3639 w 9326"/>
                      <a:gd name="connsiteY2" fmla="*/ 993 h 9997"/>
                      <a:gd name="connsiteX3" fmla="*/ 5807 w 9326"/>
                      <a:gd name="connsiteY3" fmla="*/ 0 h 9997"/>
                      <a:gd name="connsiteX4" fmla="*/ 7813 w 9326"/>
                      <a:gd name="connsiteY4" fmla="*/ 996 h 9997"/>
                      <a:gd name="connsiteX5" fmla="*/ 9324 w 9326"/>
                      <a:gd name="connsiteY5" fmla="*/ 5746 h 9997"/>
                      <a:gd name="connsiteX6" fmla="*/ 8133 w 9326"/>
                      <a:gd name="connsiteY6" fmla="*/ 9204 h 9997"/>
                      <a:gd name="connsiteX7" fmla="*/ 6170 w 9326"/>
                      <a:gd name="connsiteY7" fmla="*/ 8731 h 9997"/>
                      <a:gd name="connsiteX8" fmla="*/ 5082 w 9326"/>
                      <a:gd name="connsiteY8" fmla="*/ 9787 h 9997"/>
                      <a:gd name="connsiteX9" fmla="*/ 3650 w 9326"/>
                      <a:gd name="connsiteY9" fmla="*/ 9892 h 9997"/>
                      <a:gd name="connsiteX10" fmla="*/ 2533 w 9326"/>
                      <a:gd name="connsiteY10" fmla="*/ 7795 h 9997"/>
                      <a:gd name="connsiteX11" fmla="*/ 1379 w 9326"/>
                      <a:gd name="connsiteY11" fmla="*/ 7400 h 9997"/>
                      <a:gd name="connsiteX12" fmla="*/ 4 w 9326"/>
                      <a:gd name="connsiteY12" fmla="*/ 3988 h 9997"/>
                      <a:gd name="connsiteX0" fmla="*/ 4 w 10001"/>
                      <a:gd name="connsiteY0" fmla="*/ 3989 h 10041"/>
                      <a:gd name="connsiteX1" fmla="*/ 890 w 10001"/>
                      <a:gd name="connsiteY1" fmla="*/ 1575 h 10041"/>
                      <a:gd name="connsiteX2" fmla="*/ 3902 w 10001"/>
                      <a:gd name="connsiteY2" fmla="*/ 993 h 10041"/>
                      <a:gd name="connsiteX3" fmla="*/ 6227 w 10001"/>
                      <a:gd name="connsiteY3" fmla="*/ 0 h 10041"/>
                      <a:gd name="connsiteX4" fmla="*/ 8378 w 10001"/>
                      <a:gd name="connsiteY4" fmla="*/ 996 h 10041"/>
                      <a:gd name="connsiteX5" fmla="*/ 9998 w 10001"/>
                      <a:gd name="connsiteY5" fmla="*/ 5748 h 10041"/>
                      <a:gd name="connsiteX6" fmla="*/ 8721 w 10001"/>
                      <a:gd name="connsiteY6" fmla="*/ 9207 h 10041"/>
                      <a:gd name="connsiteX7" fmla="*/ 5449 w 10001"/>
                      <a:gd name="connsiteY7" fmla="*/ 9790 h 10041"/>
                      <a:gd name="connsiteX8" fmla="*/ 3914 w 10001"/>
                      <a:gd name="connsiteY8" fmla="*/ 9895 h 10041"/>
                      <a:gd name="connsiteX9" fmla="*/ 2716 w 10001"/>
                      <a:gd name="connsiteY9" fmla="*/ 7797 h 10041"/>
                      <a:gd name="connsiteX10" fmla="*/ 1479 w 10001"/>
                      <a:gd name="connsiteY10" fmla="*/ 7402 h 10041"/>
                      <a:gd name="connsiteX11" fmla="*/ 4 w 10001"/>
                      <a:gd name="connsiteY11" fmla="*/ 3989 h 10041"/>
                      <a:gd name="connsiteX0" fmla="*/ 4 w 10001"/>
                      <a:gd name="connsiteY0" fmla="*/ 3989 h 14825"/>
                      <a:gd name="connsiteX1" fmla="*/ 890 w 10001"/>
                      <a:gd name="connsiteY1" fmla="*/ 1575 h 14825"/>
                      <a:gd name="connsiteX2" fmla="*/ 3902 w 10001"/>
                      <a:gd name="connsiteY2" fmla="*/ 993 h 14825"/>
                      <a:gd name="connsiteX3" fmla="*/ 6227 w 10001"/>
                      <a:gd name="connsiteY3" fmla="*/ 0 h 14825"/>
                      <a:gd name="connsiteX4" fmla="*/ 8378 w 10001"/>
                      <a:gd name="connsiteY4" fmla="*/ 996 h 14825"/>
                      <a:gd name="connsiteX5" fmla="*/ 9998 w 10001"/>
                      <a:gd name="connsiteY5" fmla="*/ 5748 h 14825"/>
                      <a:gd name="connsiteX6" fmla="*/ 8721 w 10001"/>
                      <a:gd name="connsiteY6" fmla="*/ 9207 h 14825"/>
                      <a:gd name="connsiteX7" fmla="*/ 6011 w 10001"/>
                      <a:gd name="connsiteY7" fmla="*/ 14823 h 14825"/>
                      <a:gd name="connsiteX8" fmla="*/ 3914 w 10001"/>
                      <a:gd name="connsiteY8" fmla="*/ 9895 h 14825"/>
                      <a:gd name="connsiteX9" fmla="*/ 2716 w 10001"/>
                      <a:gd name="connsiteY9" fmla="*/ 7797 h 14825"/>
                      <a:gd name="connsiteX10" fmla="*/ 1479 w 10001"/>
                      <a:gd name="connsiteY10" fmla="*/ 7402 h 14825"/>
                      <a:gd name="connsiteX11" fmla="*/ 4 w 10001"/>
                      <a:gd name="connsiteY11" fmla="*/ 3989 h 14825"/>
                      <a:gd name="connsiteX0" fmla="*/ 4 w 10001"/>
                      <a:gd name="connsiteY0" fmla="*/ 7436 h 18272"/>
                      <a:gd name="connsiteX1" fmla="*/ 890 w 10001"/>
                      <a:gd name="connsiteY1" fmla="*/ 5022 h 18272"/>
                      <a:gd name="connsiteX2" fmla="*/ 3902 w 10001"/>
                      <a:gd name="connsiteY2" fmla="*/ 4440 h 18272"/>
                      <a:gd name="connsiteX3" fmla="*/ 6026 w 10001"/>
                      <a:gd name="connsiteY3" fmla="*/ 0 h 18272"/>
                      <a:gd name="connsiteX4" fmla="*/ 8378 w 10001"/>
                      <a:gd name="connsiteY4" fmla="*/ 4443 h 18272"/>
                      <a:gd name="connsiteX5" fmla="*/ 9998 w 10001"/>
                      <a:gd name="connsiteY5" fmla="*/ 9195 h 18272"/>
                      <a:gd name="connsiteX6" fmla="*/ 8721 w 10001"/>
                      <a:gd name="connsiteY6" fmla="*/ 12654 h 18272"/>
                      <a:gd name="connsiteX7" fmla="*/ 6011 w 10001"/>
                      <a:gd name="connsiteY7" fmla="*/ 18270 h 18272"/>
                      <a:gd name="connsiteX8" fmla="*/ 3914 w 10001"/>
                      <a:gd name="connsiteY8" fmla="*/ 13342 h 18272"/>
                      <a:gd name="connsiteX9" fmla="*/ 2716 w 10001"/>
                      <a:gd name="connsiteY9" fmla="*/ 11244 h 18272"/>
                      <a:gd name="connsiteX10" fmla="*/ 1479 w 10001"/>
                      <a:gd name="connsiteY10" fmla="*/ 10849 h 18272"/>
                      <a:gd name="connsiteX11" fmla="*/ 4 w 10001"/>
                      <a:gd name="connsiteY11" fmla="*/ 7436 h 18272"/>
                      <a:gd name="connsiteX0" fmla="*/ 1 w 9998"/>
                      <a:gd name="connsiteY0" fmla="*/ 7436 h 18272"/>
                      <a:gd name="connsiteX1" fmla="*/ 3899 w 9998"/>
                      <a:gd name="connsiteY1" fmla="*/ 4440 h 18272"/>
                      <a:gd name="connsiteX2" fmla="*/ 6023 w 9998"/>
                      <a:gd name="connsiteY2" fmla="*/ 0 h 18272"/>
                      <a:gd name="connsiteX3" fmla="*/ 8375 w 9998"/>
                      <a:gd name="connsiteY3" fmla="*/ 4443 h 18272"/>
                      <a:gd name="connsiteX4" fmla="*/ 9995 w 9998"/>
                      <a:gd name="connsiteY4" fmla="*/ 9195 h 18272"/>
                      <a:gd name="connsiteX5" fmla="*/ 8718 w 9998"/>
                      <a:gd name="connsiteY5" fmla="*/ 12654 h 18272"/>
                      <a:gd name="connsiteX6" fmla="*/ 6008 w 9998"/>
                      <a:gd name="connsiteY6" fmla="*/ 18270 h 18272"/>
                      <a:gd name="connsiteX7" fmla="*/ 3911 w 9998"/>
                      <a:gd name="connsiteY7" fmla="*/ 13342 h 18272"/>
                      <a:gd name="connsiteX8" fmla="*/ 2713 w 9998"/>
                      <a:gd name="connsiteY8" fmla="*/ 11244 h 18272"/>
                      <a:gd name="connsiteX9" fmla="*/ 1476 w 9998"/>
                      <a:gd name="connsiteY9" fmla="*/ 10849 h 18272"/>
                      <a:gd name="connsiteX10" fmla="*/ 1 w 9998"/>
                      <a:gd name="connsiteY10" fmla="*/ 7436 h 18272"/>
                      <a:gd name="connsiteX0" fmla="*/ 35 w 8559"/>
                      <a:gd name="connsiteY0" fmla="*/ 5938 h 10000"/>
                      <a:gd name="connsiteX1" fmla="*/ 2459 w 8559"/>
                      <a:gd name="connsiteY1" fmla="*/ 2430 h 10000"/>
                      <a:gd name="connsiteX2" fmla="*/ 4583 w 8559"/>
                      <a:gd name="connsiteY2" fmla="*/ 0 h 10000"/>
                      <a:gd name="connsiteX3" fmla="*/ 6936 w 8559"/>
                      <a:gd name="connsiteY3" fmla="*/ 2432 h 10000"/>
                      <a:gd name="connsiteX4" fmla="*/ 8556 w 8559"/>
                      <a:gd name="connsiteY4" fmla="*/ 5032 h 10000"/>
                      <a:gd name="connsiteX5" fmla="*/ 7279 w 8559"/>
                      <a:gd name="connsiteY5" fmla="*/ 6925 h 10000"/>
                      <a:gd name="connsiteX6" fmla="*/ 4568 w 8559"/>
                      <a:gd name="connsiteY6" fmla="*/ 9999 h 10000"/>
                      <a:gd name="connsiteX7" fmla="*/ 2471 w 8559"/>
                      <a:gd name="connsiteY7" fmla="*/ 7302 h 10000"/>
                      <a:gd name="connsiteX8" fmla="*/ 1273 w 8559"/>
                      <a:gd name="connsiteY8" fmla="*/ 6154 h 10000"/>
                      <a:gd name="connsiteX9" fmla="*/ 35 w 8559"/>
                      <a:gd name="connsiteY9" fmla="*/ 5938 h 10000"/>
                      <a:gd name="connsiteX0" fmla="*/ 49 w 9820"/>
                      <a:gd name="connsiteY0" fmla="*/ 4655 h 10000"/>
                      <a:gd name="connsiteX1" fmla="*/ 2693 w 9820"/>
                      <a:gd name="connsiteY1" fmla="*/ 2430 h 10000"/>
                      <a:gd name="connsiteX2" fmla="*/ 5175 w 9820"/>
                      <a:gd name="connsiteY2" fmla="*/ 0 h 10000"/>
                      <a:gd name="connsiteX3" fmla="*/ 7924 w 9820"/>
                      <a:gd name="connsiteY3" fmla="*/ 2432 h 10000"/>
                      <a:gd name="connsiteX4" fmla="*/ 9816 w 9820"/>
                      <a:gd name="connsiteY4" fmla="*/ 5032 h 10000"/>
                      <a:gd name="connsiteX5" fmla="*/ 8324 w 9820"/>
                      <a:gd name="connsiteY5" fmla="*/ 6925 h 10000"/>
                      <a:gd name="connsiteX6" fmla="*/ 5157 w 9820"/>
                      <a:gd name="connsiteY6" fmla="*/ 9999 h 10000"/>
                      <a:gd name="connsiteX7" fmla="*/ 2707 w 9820"/>
                      <a:gd name="connsiteY7" fmla="*/ 7302 h 10000"/>
                      <a:gd name="connsiteX8" fmla="*/ 1307 w 9820"/>
                      <a:gd name="connsiteY8" fmla="*/ 6154 h 10000"/>
                      <a:gd name="connsiteX9" fmla="*/ 49 w 9820"/>
                      <a:gd name="connsiteY9" fmla="*/ 4655 h 10000"/>
                      <a:gd name="connsiteX0" fmla="*/ 45 w 9995"/>
                      <a:gd name="connsiteY0" fmla="*/ 4655 h 10000"/>
                      <a:gd name="connsiteX1" fmla="*/ 2737 w 9995"/>
                      <a:gd name="connsiteY1" fmla="*/ 2430 h 10000"/>
                      <a:gd name="connsiteX2" fmla="*/ 5265 w 9995"/>
                      <a:gd name="connsiteY2" fmla="*/ 0 h 10000"/>
                      <a:gd name="connsiteX3" fmla="*/ 8064 w 9995"/>
                      <a:gd name="connsiteY3" fmla="*/ 2432 h 10000"/>
                      <a:gd name="connsiteX4" fmla="*/ 9991 w 9995"/>
                      <a:gd name="connsiteY4" fmla="*/ 5032 h 10000"/>
                      <a:gd name="connsiteX5" fmla="*/ 8472 w 9995"/>
                      <a:gd name="connsiteY5" fmla="*/ 6925 h 10000"/>
                      <a:gd name="connsiteX6" fmla="*/ 5247 w 9995"/>
                      <a:gd name="connsiteY6" fmla="*/ 9999 h 10000"/>
                      <a:gd name="connsiteX7" fmla="*/ 2752 w 9995"/>
                      <a:gd name="connsiteY7" fmla="*/ 7302 h 10000"/>
                      <a:gd name="connsiteX8" fmla="*/ 1374 w 9995"/>
                      <a:gd name="connsiteY8" fmla="*/ 6984 h 10000"/>
                      <a:gd name="connsiteX9" fmla="*/ 45 w 9995"/>
                      <a:gd name="connsiteY9" fmla="*/ 4655 h 10000"/>
                      <a:gd name="connsiteX0" fmla="*/ 45 w 10000"/>
                      <a:gd name="connsiteY0" fmla="*/ 5032 h 10377"/>
                      <a:gd name="connsiteX1" fmla="*/ 2738 w 10000"/>
                      <a:gd name="connsiteY1" fmla="*/ 2807 h 10377"/>
                      <a:gd name="connsiteX2" fmla="*/ 4886 w 10000"/>
                      <a:gd name="connsiteY2" fmla="*/ 0 h 10377"/>
                      <a:gd name="connsiteX3" fmla="*/ 8068 w 10000"/>
                      <a:gd name="connsiteY3" fmla="*/ 2809 h 10377"/>
                      <a:gd name="connsiteX4" fmla="*/ 9996 w 10000"/>
                      <a:gd name="connsiteY4" fmla="*/ 5409 h 10377"/>
                      <a:gd name="connsiteX5" fmla="*/ 8476 w 10000"/>
                      <a:gd name="connsiteY5" fmla="*/ 7302 h 10377"/>
                      <a:gd name="connsiteX6" fmla="*/ 5250 w 10000"/>
                      <a:gd name="connsiteY6" fmla="*/ 10376 h 10377"/>
                      <a:gd name="connsiteX7" fmla="*/ 2753 w 10000"/>
                      <a:gd name="connsiteY7" fmla="*/ 7679 h 10377"/>
                      <a:gd name="connsiteX8" fmla="*/ 1375 w 10000"/>
                      <a:gd name="connsiteY8" fmla="*/ 7361 h 10377"/>
                      <a:gd name="connsiteX9" fmla="*/ 45 w 10000"/>
                      <a:gd name="connsiteY9" fmla="*/ 5032 h 10377"/>
                      <a:gd name="connsiteX0" fmla="*/ 45 w 10000"/>
                      <a:gd name="connsiteY0" fmla="*/ 5036 h 10381"/>
                      <a:gd name="connsiteX1" fmla="*/ 2738 w 10000"/>
                      <a:gd name="connsiteY1" fmla="*/ 2811 h 10381"/>
                      <a:gd name="connsiteX2" fmla="*/ 4886 w 10000"/>
                      <a:gd name="connsiteY2" fmla="*/ 4 h 10381"/>
                      <a:gd name="connsiteX3" fmla="*/ 8068 w 10000"/>
                      <a:gd name="connsiteY3" fmla="*/ 2813 h 10381"/>
                      <a:gd name="connsiteX4" fmla="*/ 9996 w 10000"/>
                      <a:gd name="connsiteY4" fmla="*/ 5413 h 10381"/>
                      <a:gd name="connsiteX5" fmla="*/ 8476 w 10000"/>
                      <a:gd name="connsiteY5" fmla="*/ 7306 h 10381"/>
                      <a:gd name="connsiteX6" fmla="*/ 5250 w 10000"/>
                      <a:gd name="connsiteY6" fmla="*/ 10380 h 10381"/>
                      <a:gd name="connsiteX7" fmla="*/ 2753 w 10000"/>
                      <a:gd name="connsiteY7" fmla="*/ 7683 h 10381"/>
                      <a:gd name="connsiteX8" fmla="*/ 1375 w 10000"/>
                      <a:gd name="connsiteY8" fmla="*/ 7365 h 10381"/>
                      <a:gd name="connsiteX9" fmla="*/ 45 w 10000"/>
                      <a:gd name="connsiteY9" fmla="*/ 5036 h 10381"/>
                      <a:gd name="connsiteX0" fmla="*/ 45 w 10000"/>
                      <a:gd name="connsiteY0" fmla="*/ 5036 h 10796"/>
                      <a:gd name="connsiteX1" fmla="*/ 2738 w 10000"/>
                      <a:gd name="connsiteY1" fmla="*/ 2811 h 10796"/>
                      <a:gd name="connsiteX2" fmla="*/ 4886 w 10000"/>
                      <a:gd name="connsiteY2" fmla="*/ 4 h 10796"/>
                      <a:gd name="connsiteX3" fmla="*/ 8068 w 10000"/>
                      <a:gd name="connsiteY3" fmla="*/ 2813 h 10796"/>
                      <a:gd name="connsiteX4" fmla="*/ 9996 w 10000"/>
                      <a:gd name="connsiteY4" fmla="*/ 5413 h 10796"/>
                      <a:gd name="connsiteX5" fmla="*/ 8476 w 10000"/>
                      <a:gd name="connsiteY5" fmla="*/ 7306 h 10796"/>
                      <a:gd name="connsiteX6" fmla="*/ 5202 w 10000"/>
                      <a:gd name="connsiteY6" fmla="*/ 10795 h 10796"/>
                      <a:gd name="connsiteX7" fmla="*/ 2753 w 10000"/>
                      <a:gd name="connsiteY7" fmla="*/ 7683 h 10796"/>
                      <a:gd name="connsiteX8" fmla="*/ 1375 w 10000"/>
                      <a:gd name="connsiteY8" fmla="*/ 7365 h 10796"/>
                      <a:gd name="connsiteX9" fmla="*/ 45 w 10000"/>
                      <a:gd name="connsiteY9" fmla="*/ 5036 h 10796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5 w 10000"/>
                      <a:gd name="connsiteY0" fmla="*/ 5036 h 10795"/>
                      <a:gd name="connsiteX1" fmla="*/ 2738 w 10000"/>
                      <a:gd name="connsiteY1" fmla="*/ 2811 h 10795"/>
                      <a:gd name="connsiteX2" fmla="*/ 4886 w 10000"/>
                      <a:gd name="connsiteY2" fmla="*/ 4 h 10795"/>
                      <a:gd name="connsiteX3" fmla="*/ 8068 w 10000"/>
                      <a:gd name="connsiteY3" fmla="*/ 2813 h 10795"/>
                      <a:gd name="connsiteX4" fmla="*/ 9996 w 10000"/>
                      <a:gd name="connsiteY4" fmla="*/ 5413 h 10795"/>
                      <a:gd name="connsiteX5" fmla="*/ 8476 w 10000"/>
                      <a:gd name="connsiteY5" fmla="*/ 7306 h 10795"/>
                      <a:gd name="connsiteX6" fmla="*/ 5202 w 10000"/>
                      <a:gd name="connsiteY6" fmla="*/ 10795 h 10795"/>
                      <a:gd name="connsiteX7" fmla="*/ 2753 w 10000"/>
                      <a:gd name="connsiteY7" fmla="*/ 7683 h 10795"/>
                      <a:gd name="connsiteX8" fmla="*/ 1375 w 10000"/>
                      <a:gd name="connsiteY8" fmla="*/ 7365 h 10795"/>
                      <a:gd name="connsiteX9" fmla="*/ 45 w 10000"/>
                      <a:gd name="connsiteY9" fmla="*/ 5036 h 10795"/>
                      <a:gd name="connsiteX0" fmla="*/ 4 w 9959"/>
                      <a:gd name="connsiteY0" fmla="*/ 5593 h 11352"/>
                      <a:gd name="connsiteX1" fmla="*/ 1089 w 9959"/>
                      <a:gd name="connsiteY1" fmla="*/ 469 h 11352"/>
                      <a:gd name="connsiteX2" fmla="*/ 4845 w 9959"/>
                      <a:gd name="connsiteY2" fmla="*/ 561 h 11352"/>
                      <a:gd name="connsiteX3" fmla="*/ 8027 w 9959"/>
                      <a:gd name="connsiteY3" fmla="*/ 3370 h 11352"/>
                      <a:gd name="connsiteX4" fmla="*/ 9955 w 9959"/>
                      <a:gd name="connsiteY4" fmla="*/ 5970 h 11352"/>
                      <a:gd name="connsiteX5" fmla="*/ 8435 w 9959"/>
                      <a:gd name="connsiteY5" fmla="*/ 7863 h 11352"/>
                      <a:gd name="connsiteX6" fmla="*/ 5161 w 9959"/>
                      <a:gd name="connsiteY6" fmla="*/ 11352 h 11352"/>
                      <a:gd name="connsiteX7" fmla="*/ 2712 w 9959"/>
                      <a:gd name="connsiteY7" fmla="*/ 8240 h 11352"/>
                      <a:gd name="connsiteX8" fmla="*/ 1334 w 9959"/>
                      <a:gd name="connsiteY8" fmla="*/ 7922 h 11352"/>
                      <a:gd name="connsiteX9" fmla="*/ 4 w 9959"/>
                      <a:gd name="connsiteY9" fmla="*/ 5593 h 11352"/>
                      <a:gd name="connsiteX0" fmla="*/ 0 w 11223"/>
                      <a:gd name="connsiteY0" fmla="*/ 3835 h 9929"/>
                      <a:gd name="connsiteX1" fmla="*/ 2316 w 11223"/>
                      <a:gd name="connsiteY1" fmla="*/ 342 h 9929"/>
                      <a:gd name="connsiteX2" fmla="*/ 6088 w 11223"/>
                      <a:gd name="connsiteY2" fmla="*/ 423 h 9929"/>
                      <a:gd name="connsiteX3" fmla="*/ 9283 w 11223"/>
                      <a:gd name="connsiteY3" fmla="*/ 2898 h 9929"/>
                      <a:gd name="connsiteX4" fmla="*/ 11219 w 11223"/>
                      <a:gd name="connsiteY4" fmla="*/ 5188 h 9929"/>
                      <a:gd name="connsiteX5" fmla="*/ 9693 w 11223"/>
                      <a:gd name="connsiteY5" fmla="*/ 6856 h 9929"/>
                      <a:gd name="connsiteX6" fmla="*/ 6405 w 11223"/>
                      <a:gd name="connsiteY6" fmla="*/ 9929 h 9929"/>
                      <a:gd name="connsiteX7" fmla="*/ 3946 w 11223"/>
                      <a:gd name="connsiteY7" fmla="*/ 7188 h 9929"/>
                      <a:gd name="connsiteX8" fmla="*/ 2562 w 11223"/>
                      <a:gd name="connsiteY8" fmla="*/ 6908 h 9929"/>
                      <a:gd name="connsiteX9" fmla="*/ 0 w 11223"/>
                      <a:gd name="connsiteY9" fmla="*/ 3835 h 9929"/>
                      <a:gd name="connsiteX0" fmla="*/ 0 w 9999"/>
                      <a:gd name="connsiteY0" fmla="*/ 3862 h 10000"/>
                      <a:gd name="connsiteX1" fmla="*/ 2064 w 9999"/>
                      <a:gd name="connsiteY1" fmla="*/ 344 h 10000"/>
                      <a:gd name="connsiteX2" fmla="*/ 5425 w 9999"/>
                      <a:gd name="connsiteY2" fmla="*/ 426 h 10000"/>
                      <a:gd name="connsiteX3" fmla="*/ 8271 w 9999"/>
                      <a:gd name="connsiteY3" fmla="*/ 2919 h 10000"/>
                      <a:gd name="connsiteX4" fmla="*/ 9996 w 9999"/>
                      <a:gd name="connsiteY4" fmla="*/ 5225 h 10000"/>
                      <a:gd name="connsiteX5" fmla="*/ 8637 w 9999"/>
                      <a:gd name="connsiteY5" fmla="*/ 6905 h 10000"/>
                      <a:gd name="connsiteX6" fmla="*/ 5707 w 9999"/>
                      <a:gd name="connsiteY6" fmla="*/ 10000 h 10000"/>
                      <a:gd name="connsiteX7" fmla="*/ 2283 w 9999"/>
                      <a:gd name="connsiteY7" fmla="*/ 6957 h 10000"/>
                      <a:gd name="connsiteX8" fmla="*/ 0 w 9999"/>
                      <a:gd name="connsiteY8" fmla="*/ 3862 h 10000"/>
                      <a:gd name="connsiteX0" fmla="*/ 124 w 10124"/>
                      <a:gd name="connsiteY0" fmla="*/ 3862 h 10000"/>
                      <a:gd name="connsiteX1" fmla="*/ 2188 w 10124"/>
                      <a:gd name="connsiteY1" fmla="*/ 344 h 10000"/>
                      <a:gd name="connsiteX2" fmla="*/ 5550 w 10124"/>
                      <a:gd name="connsiteY2" fmla="*/ 426 h 10000"/>
                      <a:gd name="connsiteX3" fmla="*/ 8396 w 10124"/>
                      <a:gd name="connsiteY3" fmla="*/ 2919 h 10000"/>
                      <a:gd name="connsiteX4" fmla="*/ 10121 w 10124"/>
                      <a:gd name="connsiteY4" fmla="*/ 5225 h 10000"/>
                      <a:gd name="connsiteX5" fmla="*/ 8762 w 10124"/>
                      <a:gd name="connsiteY5" fmla="*/ 6905 h 10000"/>
                      <a:gd name="connsiteX6" fmla="*/ 5832 w 10124"/>
                      <a:gd name="connsiteY6" fmla="*/ 10000 h 10000"/>
                      <a:gd name="connsiteX7" fmla="*/ 124 w 10124"/>
                      <a:gd name="connsiteY7" fmla="*/ 3862 h 10000"/>
                      <a:gd name="connsiteX0" fmla="*/ 43 w 10045"/>
                      <a:gd name="connsiteY0" fmla="*/ 3862 h 6912"/>
                      <a:gd name="connsiteX1" fmla="*/ 2107 w 10045"/>
                      <a:gd name="connsiteY1" fmla="*/ 344 h 6912"/>
                      <a:gd name="connsiteX2" fmla="*/ 5469 w 10045"/>
                      <a:gd name="connsiteY2" fmla="*/ 426 h 6912"/>
                      <a:gd name="connsiteX3" fmla="*/ 8315 w 10045"/>
                      <a:gd name="connsiteY3" fmla="*/ 2919 h 6912"/>
                      <a:gd name="connsiteX4" fmla="*/ 10040 w 10045"/>
                      <a:gd name="connsiteY4" fmla="*/ 5225 h 6912"/>
                      <a:gd name="connsiteX5" fmla="*/ 8681 w 10045"/>
                      <a:gd name="connsiteY5" fmla="*/ 6905 h 6912"/>
                      <a:gd name="connsiteX6" fmla="*/ 3967 w 10045"/>
                      <a:gd name="connsiteY6" fmla="*/ 5885 h 6912"/>
                      <a:gd name="connsiteX7" fmla="*/ 43 w 10045"/>
                      <a:gd name="connsiteY7" fmla="*/ 3862 h 6912"/>
                      <a:gd name="connsiteX0" fmla="*/ 47 w 10004"/>
                      <a:gd name="connsiteY0" fmla="*/ 5106 h 9519"/>
                      <a:gd name="connsiteX1" fmla="*/ 2102 w 10004"/>
                      <a:gd name="connsiteY1" fmla="*/ 17 h 9519"/>
                      <a:gd name="connsiteX2" fmla="*/ 6651 w 10004"/>
                      <a:gd name="connsiteY2" fmla="*/ 3484 h 9519"/>
                      <a:gd name="connsiteX3" fmla="*/ 8282 w 10004"/>
                      <a:gd name="connsiteY3" fmla="*/ 3742 h 9519"/>
                      <a:gd name="connsiteX4" fmla="*/ 9999 w 10004"/>
                      <a:gd name="connsiteY4" fmla="*/ 7078 h 9519"/>
                      <a:gd name="connsiteX5" fmla="*/ 8646 w 10004"/>
                      <a:gd name="connsiteY5" fmla="*/ 9509 h 9519"/>
                      <a:gd name="connsiteX6" fmla="*/ 3953 w 10004"/>
                      <a:gd name="connsiteY6" fmla="*/ 8033 h 9519"/>
                      <a:gd name="connsiteX7" fmla="*/ 47 w 10004"/>
                      <a:gd name="connsiteY7" fmla="*/ 5106 h 9519"/>
                      <a:gd name="connsiteX0" fmla="*/ 43 w 9996"/>
                      <a:gd name="connsiteY0" fmla="*/ 6232 h 10868"/>
                      <a:gd name="connsiteX1" fmla="*/ 2097 w 9996"/>
                      <a:gd name="connsiteY1" fmla="*/ 886 h 10868"/>
                      <a:gd name="connsiteX2" fmla="*/ 5642 w 9996"/>
                      <a:gd name="connsiteY2" fmla="*/ 385 h 10868"/>
                      <a:gd name="connsiteX3" fmla="*/ 8275 w 9996"/>
                      <a:gd name="connsiteY3" fmla="*/ 4799 h 10868"/>
                      <a:gd name="connsiteX4" fmla="*/ 9991 w 9996"/>
                      <a:gd name="connsiteY4" fmla="*/ 8304 h 10868"/>
                      <a:gd name="connsiteX5" fmla="*/ 8639 w 9996"/>
                      <a:gd name="connsiteY5" fmla="*/ 10857 h 10868"/>
                      <a:gd name="connsiteX6" fmla="*/ 3947 w 9996"/>
                      <a:gd name="connsiteY6" fmla="*/ 9307 h 10868"/>
                      <a:gd name="connsiteX7" fmla="*/ 43 w 9996"/>
                      <a:gd name="connsiteY7" fmla="*/ 6232 h 10868"/>
                      <a:gd name="connsiteX0" fmla="*/ 43 w 10004"/>
                      <a:gd name="connsiteY0" fmla="*/ 5543 h 9809"/>
                      <a:gd name="connsiteX1" fmla="*/ 2098 w 10004"/>
                      <a:gd name="connsiteY1" fmla="*/ 624 h 9809"/>
                      <a:gd name="connsiteX2" fmla="*/ 5644 w 10004"/>
                      <a:gd name="connsiteY2" fmla="*/ 163 h 9809"/>
                      <a:gd name="connsiteX3" fmla="*/ 8163 w 10004"/>
                      <a:gd name="connsiteY3" fmla="*/ 1492 h 9809"/>
                      <a:gd name="connsiteX4" fmla="*/ 9995 w 10004"/>
                      <a:gd name="connsiteY4" fmla="*/ 7450 h 9809"/>
                      <a:gd name="connsiteX5" fmla="*/ 8642 w 10004"/>
                      <a:gd name="connsiteY5" fmla="*/ 9799 h 9809"/>
                      <a:gd name="connsiteX6" fmla="*/ 3949 w 10004"/>
                      <a:gd name="connsiteY6" fmla="*/ 8373 h 9809"/>
                      <a:gd name="connsiteX7" fmla="*/ 43 w 10004"/>
                      <a:gd name="connsiteY7" fmla="*/ 5543 h 9809"/>
                      <a:gd name="connsiteX0" fmla="*/ 43 w 8950"/>
                      <a:gd name="connsiteY0" fmla="*/ 5651 h 10081"/>
                      <a:gd name="connsiteX1" fmla="*/ 2097 w 8950"/>
                      <a:gd name="connsiteY1" fmla="*/ 636 h 10081"/>
                      <a:gd name="connsiteX2" fmla="*/ 5642 w 8950"/>
                      <a:gd name="connsiteY2" fmla="*/ 166 h 10081"/>
                      <a:gd name="connsiteX3" fmla="*/ 8160 w 8950"/>
                      <a:gd name="connsiteY3" fmla="*/ 1521 h 10081"/>
                      <a:gd name="connsiteX4" fmla="*/ 8473 w 8950"/>
                      <a:gd name="connsiteY4" fmla="*/ 5322 h 10081"/>
                      <a:gd name="connsiteX5" fmla="*/ 8639 w 8950"/>
                      <a:gd name="connsiteY5" fmla="*/ 9990 h 10081"/>
                      <a:gd name="connsiteX6" fmla="*/ 3947 w 8950"/>
                      <a:gd name="connsiteY6" fmla="*/ 8536 h 10081"/>
                      <a:gd name="connsiteX7" fmla="*/ 43 w 8950"/>
                      <a:gd name="connsiteY7" fmla="*/ 5651 h 10081"/>
                      <a:gd name="connsiteX0" fmla="*/ 48 w 9651"/>
                      <a:gd name="connsiteY0" fmla="*/ 5606 h 8648"/>
                      <a:gd name="connsiteX1" fmla="*/ 2343 w 9651"/>
                      <a:gd name="connsiteY1" fmla="*/ 631 h 8648"/>
                      <a:gd name="connsiteX2" fmla="*/ 6304 w 9651"/>
                      <a:gd name="connsiteY2" fmla="*/ 165 h 8648"/>
                      <a:gd name="connsiteX3" fmla="*/ 9117 w 9651"/>
                      <a:gd name="connsiteY3" fmla="*/ 1509 h 8648"/>
                      <a:gd name="connsiteX4" fmla="*/ 9467 w 9651"/>
                      <a:gd name="connsiteY4" fmla="*/ 5279 h 8648"/>
                      <a:gd name="connsiteX5" fmla="*/ 6997 w 9651"/>
                      <a:gd name="connsiteY5" fmla="*/ 8019 h 8648"/>
                      <a:gd name="connsiteX6" fmla="*/ 4410 w 9651"/>
                      <a:gd name="connsiteY6" fmla="*/ 8467 h 8648"/>
                      <a:gd name="connsiteX7" fmla="*/ 48 w 9651"/>
                      <a:gd name="connsiteY7" fmla="*/ 5606 h 8648"/>
                      <a:gd name="connsiteX0" fmla="*/ 41 w 9991"/>
                      <a:gd name="connsiteY0" fmla="*/ 6482 h 9316"/>
                      <a:gd name="connsiteX1" fmla="*/ 2419 w 9991"/>
                      <a:gd name="connsiteY1" fmla="*/ 730 h 9316"/>
                      <a:gd name="connsiteX2" fmla="*/ 6523 w 9991"/>
                      <a:gd name="connsiteY2" fmla="*/ 191 h 9316"/>
                      <a:gd name="connsiteX3" fmla="*/ 9438 w 9991"/>
                      <a:gd name="connsiteY3" fmla="*/ 1745 h 9316"/>
                      <a:gd name="connsiteX4" fmla="*/ 9800 w 9991"/>
                      <a:gd name="connsiteY4" fmla="*/ 6104 h 9316"/>
                      <a:gd name="connsiteX5" fmla="*/ 7241 w 9991"/>
                      <a:gd name="connsiteY5" fmla="*/ 9273 h 9316"/>
                      <a:gd name="connsiteX6" fmla="*/ 1411 w 9991"/>
                      <a:gd name="connsiteY6" fmla="*/ 7856 h 9316"/>
                      <a:gd name="connsiteX7" fmla="*/ 41 w 9991"/>
                      <a:gd name="connsiteY7" fmla="*/ 6482 h 9316"/>
                      <a:gd name="connsiteX0" fmla="*/ 19 w 10708"/>
                      <a:gd name="connsiteY0" fmla="*/ 7721 h 10038"/>
                      <a:gd name="connsiteX1" fmla="*/ 3129 w 10708"/>
                      <a:gd name="connsiteY1" fmla="*/ 825 h 10038"/>
                      <a:gd name="connsiteX2" fmla="*/ 7237 w 10708"/>
                      <a:gd name="connsiteY2" fmla="*/ 246 h 10038"/>
                      <a:gd name="connsiteX3" fmla="*/ 10155 w 10708"/>
                      <a:gd name="connsiteY3" fmla="*/ 1914 h 10038"/>
                      <a:gd name="connsiteX4" fmla="*/ 10517 w 10708"/>
                      <a:gd name="connsiteY4" fmla="*/ 6593 h 10038"/>
                      <a:gd name="connsiteX5" fmla="*/ 7956 w 10708"/>
                      <a:gd name="connsiteY5" fmla="*/ 9995 h 10038"/>
                      <a:gd name="connsiteX6" fmla="*/ 2120 w 10708"/>
                      <a:gd name="connsiteY6" fmla="*/ 8474 h 10038"/>
                      <a:gd name="connsiteX7" fmla="*/ 19 w 10708"/>
                      <a:gd name="connsiteY7" fmla="*/ 7721 h 10038"/>
                      <a:gd name="connsiteX0" fmla="*/ 359 w 11048"/>
                      <a:gd name="connsiteY0" fmla="*/ 7721 h 10038"/>
                      <a:gd name="connsiteX1" fmla="*/ 3469 w 11048"/>
                      <a:gd name="connsiteY1" fmla="*/ 825 h 10038"/>
                      <a:gd name="connsiteX2" fmla="*/ 7577 w 11048"/>
                      <a:gd name="connsiteY2" fmla="*/ 246 h 10038"/>
                      <a:gd name="connsiteX3" fmla="*/ 10495 w 11048"/>
                      <a:gd name="connsiteY3" fmla="*/ 1914 h 10038"/>
                      <a:gd name="connsiteX4" fmla="*/ 10857 w 11048"/>
                      <a:gd name="connsiteY4" fmla="*/ 6593 h 10038"/>
                      <a:gd name="connsiteX5" fmla="*/ 8296 w 11048"/>
                      <a:gd name="connsiteY5" fmla="*/ 9995 h 10038"/>
                      <a:gd name="connsiteX6" fmla="*/ 2460 w 11048"/>
                      <a:gd name="connsiteY6" fmla="*/ 8474 h 10038"/>
                      <a:gd name="connsiteX7" fmla="*/ 359 w 11048"/>
                      <a:gd name="connsiteY7" fmla="*/ 7721 h 10038"/>
                      <a:gd name="connsiteX0" fmla="*/ 359 w 11048"/>
                      <a:gd name="connsiteY0" fmla="*/ 8392 h 10075"/>
                      <a:gd name="connsiteX1" fmla="*/ 3469 w 11048"/>
                      <a:gd name="connsiteY1" fmla="*/ 864 h 10075"/>
                      <a:gd name="connsiteX2" fmla="*/ 7577 w 11048"/>
                      <a:gd name="connsiteY2" fmla="*/ 285 h 10075"/>
                      <a:gd name="connsiteX3" fmla="*/ 10495 w 11048"/>
                      <a:gd name="connsiteY3" fmla="*/ 1953 h 10075"/>
                      <a:gd name="connsiteX4" fmla="*/ 10857 w 11048"/>
                      <a:gd name="connsiteY4" fmla="*/ 6632 h 10075"/>
                      <a:gd name="connsiteX5" fmla="*/ 8296 w 11048"/>
                      <a:gd name="connsiteY5" fmla="*/ 10034 h 10075"/>
                      <a:gd name="connsiteX6" fmla="*/ 2460 w 11048"/>
                      <a:gd name="connsiteY6" fmla="*/ 8513 h 10075"/>
                      <a:gd name="connsiteX7" fmla="*/ 359 w 11048"/>
                      <a:gd name="connsiteY7" fmla="*/ 8392 h 10075"/>
                      <a:gd name="connsiteX0" fmla="*/ 371 w 11060"/>
                      <a:gd name="connsiteY0" fmla="*/ 8392 h 10075"/>
                      <a:gd name="connsiteX1" fmla="*/ 3481 w 11060"/>
                      <a:gd name="connsiteY1" fmla="*/ 864 h 10075"/>
                      <a:gd name="connsiteX2" fmla="*/ 7589 w 11060"/>
                      <a:gd name="connsiteY2" fmla="*/ 285 h 10075"/>
                      <a:gd name="connsiteX3" fmla="*/ 10507 w 11060"/>
                      <a:gd name="connsiteY3" fmla="*/ 1953 h 10075"/>
                      <a:gd name="connsiteX4" fmla="*/ 10869 w 11060"/>
                      <a:gd name="connsiteY4" fmla="*/ 6632 h 10075"/>
                      <a:gd name="connsiteX5" fmla="*/ 8308 w 11060"/>
                      <a:gd name="connsiteY5" fmla="*/ 10034 h 10075"/>
                      <a:gd name="connsiteX6" fmla="*/ 2472 w 11060"/>
                      <a:gd name="connsiteY6" fmla="*/ 8513 h 10075"/>
                      <a:gd name="connsiteX7" fmla="*/ 371 w 11060"/>
                      <a:gd name="connsiteY7" fmla="*/ 8392 h 10075"/>
                      <a:gd name="connsiteX0" fmla="*/ 54 w 10743"/>
                      <a:gd name="connsiteY0" fmla="*/ 9468 h 11151"/>
                      <a:gd name="connsiteX1" fmla="*/ 4027 w 10743"/>
                      <a:gd name="connsiteY1" fmla="*/ 495 h 11151"/>
                      <a:gd name="connsiteX2" fmla="*/ 7272 w 10743"/>
                      <a:gd name="connsiteY2" fmla="*/ 1361 h 11151"/>
                      <a:gd name="connsiteX3" fmla="*/ 10190 w 10743"/>
                      <a:gd name="connsiteY3" fmla="*/ 3029 h 11151"/>
                      <a:gd name="connsiteX4" fmla="*/ 10552 w 10743"/>
                      <a:gd name="connsiteY4" fmla="*/ 7708 h 11151"/>
                      <a:gd name="connsiteX5" fmla="*/ 7991 w 10743"/>
                      <a:gd name="connsiteY5" fmla="*/ 11110 h 11151"/>
                      <a:gd name="connsiteX6" fmla="*/ 2155 w 10743"/>
                      <a:gd name="connsiteY6" fmla="*/ 9589 h 11151"/>
                      <a:gd name="connsiteX7" fmla="*/ 54 w 10743"/>
                      <a:gd name="connsiteY7" fmla="*/ 9468 h 11151"/>
                      <a:gd name="connsiteX0" fmla="*/ 54 w 10743"/>
                      <a:gd name="connsiteY0" fmla="*/ 9506 h 11189"/>
                      <a:gd name="connsiteX1" fmla="*/ 4027 w 10743"/>
                      <a:gd name="connsiteY1" fmla="*/ 533 h 11189"/>
                      <a:gd name="connsiteX2" fmla="*/ 7272 w 10743"/>
                      <a:gd name="connsiteY2" fmla="*/ 1399 h 11189"/>
                      <a:gd name="connsiteX3" fmla="*/ 10190 w 10743"/>
                      <a:gd name="connsiteY3" fmla="*/ 3067 h 11189"/>
                      <a:gd name="connsiteX4" fmla="*/ 10552 w 10743"/>
                      <a:gd name="connsiteY4" fmla="*/ 7746 h 11189"/>
                      <a:gd name="connsiteX5" fmla="*/ 7991 w 10743"/>
                      <a:gd name="connsiteY5" fmla="*/ 11148 h 11189"/>
                      <a:gd name="connsiteX6" fmla="*/ 2155 w 10743"/>
                      <a:gd name="connsiteY6" fmla="*/ 9627 h 11189"/>
                      <a:gd name="connsiteX7" fmla="*/ 54 w 10743"/>
                      <a:gd name="connsiteY7" fmla="*/ 9506 h 11189"/>
                      <a:gd name="connsiteX0" fmla="*/ 40 w 11293"/>
                      <a:gd name="connsiteY0" fmla="*/ 9082 h 11127"/>
                      <a:gd name="connsiteX1" fmla="*/ 4577 w 11293"/>
                      <a:gd name="connsiteY1" fmla="*/ 470 h 11127"/>
                      <a:gd name="connsiteX2" fmla="*/ 7822 w 11293"/>
                      <a:gd name="connsiteY2" fmla="*/ 1336 h 11127"/>
                      <a:gd name="connsiteX3" fmla="*/ 10740 w 11293"/>
                      <a:gd name="connsiteY3" fmla="*/ 3004 h 11127"/>
                      <a:gd name="connsiteX4" fmla="*/ 11102 w 11293"/>
                      <a:gd name="connsiteY4" fmla="*/ 7683 h 11127"/>
                      <a:gd name="connsiteX5" fmla="*/ 8541 w 11293"/>
                      <a:gd name="connsiteY5" fmla="*/ 11085 h 11127"/>
                      <a:gd name="connsiteX6" fmla="*/ 2705 w 11293"/>
                      <a:gd name="connsiteY6" fmla="*/ 9564 h 11127"/>
                      <a:gd name="connsiteX7" fmla="*/ 40 w 11293"/>
                      <a:gd name="connsiteY7" fmla="*/ 9082 h 111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1293" h="11127">
                        <a:moveTo>
                          <a:pt x="40" y="9082"/>
                        </a:moveTo>
                        <a:cubicBezTo>
                          <a:pt x="352" y="7566"/>
                          <a:pt x="3280" y="1761"/>
                          <a:pt x="4577" y="470"/>
                        </a:cubicBezTo>
                        <a:cubicBezTo>
                          <a:pt x="5874" y="-821"/>
                          <a:pt x="6795" y="914"/>
                          <a:pt x="7822" y="1336"/>
                        </a:cubicBezTo>
                        <a:cubicBezTo>
                          <a:pt x="8849" y="1758"/>
                          <a:pt x="10193" y="1947"/>
                          <a:pt x="10740" y="3004"/>
                        </a:cubicBezTo>
                        <a:cubicBezTo>
                          <a:pt x="11287" y="4061"/>
                          <a:pt x="11468" y="6337"/>
                          <a:pt x="11102" y="7683"/>
                        </a:cubicBezTo>
                        <a:cubicBezTo>
                          <a:pt x="10736" y="9030"/>
                          <a:pt x="9940" y="10771"/>
                          <a:pt x="8541" y="11085"/>
                        </a:cubicBezTo>
                        <a:cubicBezTo>
                          <a:pt x="7141" y="11398"/>
                          <a:pt x="4122" y="9898"/>
                          <a:pt x="2705" y="9564"/>
                        </a:cubicBezTo>
                        <a:cubicBezTo>
                          <a:pt x="1288" y="9230"/>
                          <a:pt x="-272" y="10598"/>
                          <a:pt x="40" y="9082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717" name="Group 327">
                    <a:extLst>
                      <a:ext uri="{FF2B5EF4-FFF2-40B4-BE49-F238E27FC236}">
                        <a16:creationId xmlns:a16="http://schemas.microsoft.com/office/drawing/2014/main" id="{71072E0A-A047-B247-A8EE-DF18CE2E5CD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7908175" y="5241780"/>
                    <a:ext cx="536554" cy="263548"/>
                    <a:chOff x="1871277" y="1576300"/>
                    <a:chExt cx="1128371" cy="437861"/>
                  </a:xfrm>
                </p:grpSpPr>
                <p:sp>
                  <p:nvSpPr>
                    <p:cNvPr id="721" name="Oval 720">
                      <a:extLst>
                        <a:ext uri="{FF2B5EF4-FFF2-40B4-BE49-F238E27FC236}">
                          <a16:creationId xmlns:a16="http://schemas.microsoft.com/office/drawing/2014/main" id="{91D06C98-59E7-614E-8273-42A55EA47213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0" scaled="1"/>
                      <a:tileRect/>
                    </a:gra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22" name="Rectangle 721">
                      <a:extLst>
                        <a:ext uri="{FF2B5EF4-FFF2-40B4-BE49-F238E27FC236}">
                          <a16:creationId xmlns:a16="http://schemas.microsoft.com/office/drawing/2014/main" id="{09278EB9-8AC0-1447-BAD1-DD9B5D739EF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rgbClr val="3333CC">
                            <a:lumMod val="75000"/>
                          </a:srgbClr>
                        </a:gs>
                        <a:gs pos="53000">
                          <a:srgbClr val="3333CC">
                            <a:lumMod val="60000"/>
                            <a:lumOff val="40000"/>
                          </a:srgbClr>
                        </a:gs>
                        <a:gs pos="100000">
                          <a:srgbClr val="3333CC">
                            <a:lumMod val="75000"/>
                          </a:srgbClr>
                        </a:gs>
                      </a:gsLst>
                      <a:lin ang="10800000" scaled="0"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23" name="Oval 722">
                      <a:extLst>
                        <a:ext uri="{FF2B5EF4-FFF2-40B4-BE49-F238E27FC236}">
                          <a16:creationId xmlns:a16="http://schemas.microsoft.com/office/drawing/2014/main" id="{2CBE7AD0-5785-9747-9E56-4BF8ABD881A5}"/>
                        </a:ext>
                      </a:extLst>
                    </p:cNvPr>
                    <p:cNvSpPr/>
                    <p:nvPr/>
                  </p:nvSpPr>
                  <p:spPr bwMode="auto">
                    <a:xfrm flipV="1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FFFFFF">
                        <a:lumMod val="75000"/>
                      </a:srgbClr>
                    </a:solidFill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solidFill>
                            <a:srgbClr val="000000"/>
                          </a:solidFill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24" name="Freeform 723">
                      <a:extLst>
                        <a:ext uri="{FF2B5EF4-FFF2-40B4-BE49-F238E27FC236}">
                          <a16:creationId xmlns:a16="http://schemas.microsoft.com/office/drawing/2014/main" id="{BFA7769B-9F89-0943-9A16-C637EBA41BDD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59708" y="1673868"/>
                      <a:ext cx="548339" cy="159438"/>
                    </a:xfrm>
                    <a:custGeom>
                      <a:avLst/>
                      <a:gdLst>
                        <a:gd name="connsiteX0" fmla="*/ 1486231 w 2944854"/>
                        <a:gd name="connsiteY0" fmla="*/ 727041 h 1302232"/>
                        <a:gd name="connsiteX1" fmla="*/ 257675 w 2944854"/>
                        <a:gd name="connsiteY1" fmla="*/ 1302232 h 1302232"/>
                        <a:gd name="connsiteX2" fmla="*/ 0 w 2944854"/>
                        <a:gd name="connsiteY2" fmla="*/ 1228607 h 1302232"/>
                        <a:gd name="connsiteX3" fmla="*/ 911064 w 2944854"/>
                        <a:gd name="connsiteY3" fmla="*/ 837478 h 1302232"/>
                        <a:gd name="connsiteX4" fmla="*/ 883456 w 2944854"/>
                        <a:gd name="connsiteY4" fmla="*/ 450949 h 1302232"/>
                        <a:gd name="connsiteX5" fmla="*/ 161047 w 2944854"/>
                        <a:gd name="connsiteY5" fmla="*/ 119640 h 1302232"/>
                        <a:gd name="connsiteX6" fmla="*/ 404917 w 2944854"/>
                        <a:gd name="connsiteY6" fmla="*/ 50617 h 1302232"/>
                        <a:gd name="connsiteX7" fmla="*/ 1477028 w 2944854"/>
                        <a:gd name="connsiteY7" fmla="*/ 501566 h 1302232"/>
                        <a:gd name="connsiteX8" fmla="*/ 2572146 w 2944854"/>
                        <a:gd name="connsiteY8" fmla="*/ 0 h 1302232"/>
                        <a:gd name="connsiteX9" fmla="*/ 2875834 w 2944854"/>
                        <a:gd name="connsiteY9" fmla="*/ 96632 h 1302232"/>
                        <a:gd name="connsiteX10" fmla="*/ 2079803 w 2944854"/>
                        <a:gd name="connsiteY10" fmla="*/ 432543 h 1302232"/>
                        <a:gd name="connsiteX11" fmla="*/ 2240850 w 2944854"/>
                        <a:gd name="connsiteY11" fmla="*/ 920305 h 1302232"/>
                        <a:gd name="connsiteX12" fmla="*/ 2944854 w 2944854"/>
                        <a:gd name="connsiteY12" fmla="*/ 1228607 h 1302232"/>
                        <a:gd name="connsiteX13" fmla="*/ 2733192 w 2944854"/>
                        <a:gd name="connsiteY13" fmla="*/ 1297630 h 1302232"/>
                        <a:gd name="connsiteX14" fmla="*/ 1486231 w 2944854"/>
                        <a:gd name="connsiteY14" fmla="*/ 727041 h 1302232"/>
                        <a:gd name="connsiteX0" fmla="*/ 1486231 w 2944854"/>
                        <a:gd name="connsiteY0" fmla="*/ 727041 h 1316375"/>
                        <a:gd name="connsiteX1" fmla="*/ 257675 w 2944854"/>
                        <a:gd name="connsiteY1" fmla="*/ 1302232 h 1316375"/>
                        <a:gd name="connsiteX2" fmla="*/ 0 w 2944854"/>
                        <a:gd name="connsiteY2" fmla="*/ 1228607 h 1316375"/>
                        <a:gd name="connsiteX3" fmla="*/ 911064 w 2944854"/>
                        <a:gd name="connsiteY3" fmla="*/ 837478 h 1316375"/>
                        <a:gd name="connsiteX4" fmla="*/ 883456 w 2944854"/>
                        <a:gd name="connsiteY4" fmla="*/ 450949 h 1316375"/>
                        <a:gd name="connsiteX5" fmla="*/ 161047 w 2944854"/>
                        <a:gd name="connsiteY5" fmla="*/ 119640 h 1316375"/>
                        <a:gd name="connsiteX6" fmla="*/ 404917 w 2944854"/>
                        <a:gd name="connsiteY6" fmla="*/ 50617 h 1316375"/>
                        <a:gd name="connsiteX7" fmla="*/ 1477028 w 2944854"/>
                        <a:gd name="connsiteY7" fmla="*/ 501566 h 1316375"/>
                        <a:gd name="connsiteX8" fmla="*/ 2572146 w 2944854"/>
                        <a:gd name="connsiteY8" fmla="*/ 0 h 1316375"/>
                        <a:gd name="connsiteX9" fmla="*/ 2875834 w 2944854"/>
                        <a:gd name="connsiteY9" fmla="*/ 96632 h 1316375"/>
                        <a:gd name="connsiteX10" fmla="*/ 2079803 w 2944854"/>
                        <a:gd name="connsiteY10" fmla="*/ 432543 h 1316375"/>
                        <a:gd name="connsiteX11" fmla="*/ 2240850 w 2944854"/>
                        <a:gd name="connsiteY11" fmla="*/ 920305 h 1316375"/>
                        <a:gd name="connsiteX12" fmla="*/ 2944854 w 2944854"/>
                        <a:gd name="connsiteY12" fmla="*/ 1228607 h 1316375"/>
                        <a:gd name="connsiteX13" fmla="*/ 2756623 w 2944854"/>
                        <a:gd name="connsiteY13" fmla="*/ 1316375 h 1316375"/>
                        <a:gd name="connsiteX14" fmla="*/ 1486231 w 2944854"/>
                        <a:gd name="connsiteY14" fmla="*/ 727041 h 1316375"/>
                        <a:gd name="connsiteX0" fmla="*/ 1486231 w 3024520"/>
                        <a:gd name="connsiteY0" fmla="*/ 727041 h 1316375"/>
                        <a:gd name="connsiteX1" fmla="*/ 257675 w 3024520"/>
                        <a:gd name="connsiteY1" fmla="*/ 1302232 h 1316375"/>
                        <a:gd name="connsiteX2" fmla="*/ 0 w 3024520"/>
                        <a:gd name="connsiteY2" fmla="*/ 1228607 h 1316375"/>
                        <a:gd name="connsiteX3" fmla="*/ 911064 w 3024520"/>
                        <a:gd name="connsiteY3" fmla="*/ 837478 h 1316375"/>
                        <a:gd name="connsiteX4" fmla="*/ 883456 w 3024520"/>
                        <a:gd name="connsiteY4" fmla="*/ 450949 h 1316375"/>
                        <a:gd name="connsiteX5" fmla="*/ 161047 w 3024520"/>
                        <a:gd name="connsiteY5" fmla="*/ 119640 h 1316375"/>
                        <a:gd name="connsiteX6" fmla="*/ 404917 w 3024520"/>
                        <a:gd name="connsiteY6" fmla="*/ 50617 h 1316375"/>
                        <a:gd name="connsiteX7" fmla="*/ 1477028 w 3024520"/>
                        <a:gd name="connsiteY7" fmla="*/ 501566 h 1316375"/>
                        <a:gd name="connsiteX8" fmla="*/ 2572146 w 3024520"/>
                        <a:gd name="connsiteY8" fmla="*/ 0 h 1316375"/>
                        <a:gd name="connsiteX9" fmla="*/ 2875834 w 3024520"/>
                        <a:gd name="connsiteY9" fmla="*/ 96632 h 1316375"/>
                        <a:gd name="connsiteX10" fmla="*/ 2079803 w 3024520"/>
                        <a:gd name="connsiteY10" fmla="*/ 432543 h 1316375"/>
                        <a:gd name="connsiteX11" fmla="*/ 2240850 w 3024520"/>
                        <a:gd name="connsiteY11" fmla="*/ 920305 h 1316375"/>
                        <a:gd name="connsiteX12" fmla="*/ 3024520 w 3024520"/>
                        <a:gd name="connsiteY12" fmla="*/ 1228607 h 1316375"/>
                        <a:gd name="connsiteX13" fmla="*/ 2756623 w 3024520"/>
                        <a:gd name="connsiteY13" fmla="*/ 1316375 h 1316375"/>
                        <a:gd name="connsiteX14" fmla="*/ 1486231 w 3024520"/>
                        <a:gd name="connsiteY14" fmla="*/ 727041 h 1316375"/>
                        <a:gd name="connsiteX0" fmla="*/ 1537780 w 3076069"/>
                        <a:gd name="connsiteY0" fmla="*/ 727041 h 1316375"/>
                        <a:gd name="connsiteX1" fmla="*/ 309224 w 3076069"/>
                        <a:gd name="connsiteY1" fmla="*/ 1302232 h 1316375"/>
                        <a:gd name="connsiteX2" fmla="*/ 0 w 3076069"/>
                        <a:gd name="connsiteY2" fmla="*/ 1228607 h 1316375"/>
                        <a:gd name="connsiteX3" fmla="*/ 962613 w 3076069"/>
                        <a:gd name="connsiteY3" fmla="*/ 837478 h 1316375"/>
                        <a:gd name="connsiteX4" fmla="*/ 935005 w 3076069"/>
                        <a:gd name="connsiteY4" fmla="*/ 450949 h 1316375"/>
                        <a:gd name="connsiteX5" fmla="*/ 212596 w 3076069"/>
                        <a:gd name="connsiteY5" fmla="*/ 119640 h 1316375"/>
                        <a:gd name="connsiteX6" fmla="*/ 456466 w 3076069"/>
                        <a:gd name="connsiteY6" fmla="*/ 50617 h 1316375"/>
                        <a:gd name="connsiteX7" fmla="*/ 1528577 w 3076069"/>
                        <a:gd name="connsiteY7" fmla="*/ 501566 h 1316375"/>
                        <a:gd name="connsiteX8" fmla="*/ 2623695 w 3076069"/>
                        <a:gd name="connsiteY8" fmla="*/ 0 h 1316375"/>
                        <a:gd name="connsiteX9" fmla="*/ 2927383 w 3076069"/>
                        <a:gd name="connsiteY9" fmla="*/ 96632 h 1316375"/>
                        <a:gd name="connsiteX10" fmla="*/ 2131352 w 3076069"/>
                        <a:gd name="connsiteY10" fmla="*/ 432543 h 1316375"/>
                        <a:gd name="connsiteX11" fmla="*/ 2292399 w 3076069"/>
                        <a:gd name="connsiteY11" fmla="*/ 920305 h 1316375"/>
                        <a:gd name="connsiteX12" fmla="*/ 3076069 w 3076069"/>
                        <a:gd name="connsiteY12" fmla="*/ 1228607 h 1316375"/>
                        <a:gd name="connsiteX13" fmla="*/ 2808172 w 3076069"/>
                        <a:gd name="connsiteY13" fmla="*/ 1316375 h 1316375"/>
                        <a:gd name="connsiteX14" fmla="*/ 1537780 w 3076069"/>
                        <a:gd name="connsiteY14" fmla="*/ 727041 h 1316375"/>
                        <a:gd name="connsiteX0" fmla="*/ 1537780 w 3076069"/>
                        <a:gd name="connsiteY0" fmla="*/ 727041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27041 h 1321259"/>
                        <a:gd name="connsiteX0" fmla="*/ 1537780 w 3076069"/>
                        <a:gd name="connsiteY0" fmla="*/ 750825 h 1321259"/>
                        <a:gd name="connsiteX1" fmla="*/ 313981 w 3076069"/>
                        <a:gd name="connsiteY1" fmla="*/ 1321259 h 1321259"/>
                        <a:gd name="connsiteX2" fmla="*/ 0 w 3076069"/>
                        <a:gd name="connsiteY2" fmla="*/ 1228607 h 1321259"/>
                        <a:gd name="connsiteX3" fmla="*/ 962613 w 3076069"/>
                        <a:gd name="connsiteY3" fmla="*/ 837478 h 1321259"/>
                        <a:gd name="connsiteX4" fmla="*/ 935005 w 3076069"/>
                        <a:gd name="connsiteY4" fmla="*/ 450949 h 1321259"/>
                        <a:gd name="connsiteX5" fmla="*/ 212596 w 3076069"/>
                        <a:gd name="connsiteY5" fmla="*/ 119640 h 1321259"/>
                        <a:gd name="connsiteX6" fmla="*/ 456466 w 3076069"/>
                        <a:gd name="connsiteY6" fmla="*/ 50617 h 1321259"/>
                        <a:gd name="connsiteX7" fmla="*/ 1528577 w 3076069"/>
                        <a:gd name="connsiteY7" fmla="*/ 501566 h 1321259"/>
                        <a:gd name="connsiteX8" fmla="*/ 2623695 w 3076069"/>
                        <a:gd name="connsiteY8" fmla="*/ 0 h 1321259"/>
                        <a:gd name="connsiteX9" fmla="*/ 2927383 w 3076069"/>
                        <a:gd name="connsiteY9" fmla="*/ 96632 h 1321259"/>
                        <a:gd name="connsiteX10" fmla="*/ 2131352 w 3076069"/>
                        <a:gd name="connsiteY10" fmla="*/ 432543 h 1321259"/>
                        <a:gd name="connsiteX11" fmla="*/ 2292399 w 3076069"/>
                        <a:gd name="connsiteY11" fmla="*/ 920305 h 1321259"/>
                        <a:gd name="connsiteX12" fmla="*/ 3076069 w 3076069"/>
                        <a:gd name="connsiteY12" fmla="*/ 1228607 h 1321259"/>
                        <a:gd name="connsiteX13" fmla="*/ 2808172 w 3076069"/>
                        <a:gd name="connsiteY13" fmla="*/ 1316375 h 1321259"/>
                        <a:gd name="connsiteX14" fmla="*/ 1537780 w 3076069"/>
                        <a:gd name="connsiteY14" fmla="*/ 750825 h 13212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3076069" h="132125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60000"/>
                        <a:lumOff val="4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25" name="Freeform 724">
                      <a:extLst>
                        <a:ext uri="{FF2B5EF4-FFF2-40B4-BE49-F238E27FC236}">
                          <a16:creationId xmlns:a16="http://schemas.microsoft.com/office/drawing/2014/main" id="{2BA9B2FD-ED67-5C46-990C-DEBD4552CBE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102655" y="1633412"/>
                      <a:ext cx="662444" cy="111846"/>
                    </a:xfrm>
                    <a:custGeom>
                      <a:avLst/>
                      <a:gdLst>
                        <a:gd name="connsiteX0" fmla="*/ 0 w 3645229"/>
                        <a:gd name="connsiteY0" fmla="*/ 214441 h 923747"/>
                        <a:gd name="connsiteX1" fmla="*/ 659770 w 3645229"/>
                        <a:gd name="connsiteY1" fmla="*/ 16495 h 923747"/>
                        <a:gd name="connsiteX2" fmla="*/ 1814367 w 3645229"/>
                        <a:gd name="connsiteY2" fmla="*/ 511360 h 923747"/>
                        <a:gd name="connsiteX3" fmla="*/ 2968965 w 3645229"/>
                        <a:gd name="connsiteY3" fmla="*/ 0 h 923747"/>
                        <a:gd name="connsiteX4" fmla="*/ 3645229 w 3645229"/>
                        <a:gd name="connsiteY4" fmla="*/ 197946 h 923747"/>
                        <a:gd name="connsiteX5" fmla="*/ 3199884 w 3645229"/>
                        <a:gd name="connsiteY5" fmla="*/ 461874 h 923747"/>
                        <a:gd name="connsiteX6" fmla="*/ 2985459 w 3645229"/>
                        <a:gd name="connsiteY6" fmla="*/ 379396 h 923747"/>
                        <a:gd name="connsiteX7" fmla="*/ 1830861 w 3645229"/>
                        <a:gd name="connsiteY7" fmla="*/ 923747 h 923747"/>
                        <a:gd name="connsiteX8" fmla="*/ 676264 w 3645229"/>
                        <a:gd name="connsiteY8" fmla="*/ 412387 h 923747"/>
                        <a:gd name="connsiteX9" fmla="*/ 527816 w 3645229"/>
                        <a:gd name="connsiteY9" fmla="*/ 478369 h 923747"/>
                        <a:gd name="connsiteX10" fmla="*/ 0 w 3645229"/>
                        <a:gd name="connsiteY10" fmla="*/ 21444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78369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71662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23747"/>
                        <a:gd name="connsiteX1" fmla="*/ 655168 w 3640627"/>
                        <a:gd name="connsiteY1" fmla="*/ 16495 h 923747"/>
                        <a:gd name="connsiteX2" fmla="*/ 1809765 w 3640627"/>
                        <a:gd name="connsiteY2" fmla="*/ 511360 h 923747"/>
                        <a:gd name="connsiteX3" fmla="*/ 2964363 w 3640627"/>
                        <a:gd name="connsiteY3" fmla="*/ 0 h 923747"/>
                        <a:gd name="connsiteX4" fmla="*/ 3640627 w 3640627"/>
                        <a:gd name="connsiteY4" fmla="*/ 197946 h 923747"/>
                        <a:gd name="connsiteX5" fmla="*/ 3195282 w 3640627"/>
                        <a:gd name="connsiteY5" fmla="*/ 461874 h 923747"/>
                        <a:gd name="connsiteX6" fmla="*/ 2980857 w 3640627"/>
                        <a:gd name="connsiteY6" fmla="*/ 379396 h 923747"/>
                        <a:gd name="connsiteX7" fmla="*/ 1826259 w 3640627"/>
                        <a:gd name="connsiteY7" fmla="*/ 923747 h 923747"/>
                        <a:gd name="connsiteX8" fmla="*/ 690067 w 3640627"/>
                        <a:gd name="connsiteY8" fmla="*/ 412387 h 923747"/>
                        <a:gd name="connsiteX9" fmla="*/ 523214 w 3640627"/>
                        <a:gd name="connsiteY9" fmla="*/ 482971 h 923747"/>
                        <a:gd name="connsiteX10" fmla="*/ 0 w 3640627"/>
                        <a:gd name="connsiteY10" fmla="*/ 242051 h 923747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09765 w 3640627"/>
                        <a:gd name="connsiteY2" fmla="*/ 511360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2980857 w 3640627"/>
                        <a:gd name="connsiteY6" fmla="*/ 379396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640627"/>
                        <a:gd name="connsiteY0" fmla="*/ 242051 h 946755"/>
                        <a:gd name="connsiteX1" fmla="*/ 655168 w 3640627"/>
                        <a:gd name="connsiteY1" fmla="*/ 16495 h 946755"/>
                        <a:gd name="connsiteX2" fmla="*/ 1855778 w 3640627"/>
                        <a:gd name="connsiteY2" fmla="*/ 534367 h 946755"/>
                        <a:gd name="connsiteX3" fmla="*/ 2964363 w 3640627"/>
                        <a:gd name="connsiteY3" fmla="*/ 0 h 946755"/>
                        <a:gd name="connsiteX4" fmla="*/ 3640627 w 3640627"/>
                        <a:gd name="connsiteY4" fmla="*/ 197946 h 946755"/>
                        <a:gd name="connsiteX5" fmla="*/ 3195282 w 3640627"/>
                        <a:gd name="connsiteY5" fmla="*/ 461874 h 946755"/>
                        <a:gd name="connsiteX6" fmla="*/ 3008465 w 3640627"/>
                        <a:gd name="connsiteY6" fmla="*/ 402404 h 946755"/>
                        <a:gd name="connsiteX7" fmla="*/ 1876873 w 3640627"/>
                        <a:gd name="connsiteY7" fmla="*/ 946755 h 946755"/>
                        <a:gd name="connsiteX8" fmla="*/ 690067 w 3640627"/>
                        <a:gd name="connsiteY8" fmla="*/ 412387 h 946755"/>
                        <a:gd name="connsiteX9" fmla="*/ 523214 w 3640627"/>
                        <a:gd name="connsiteY9" fmla="*/ 482971 h 946755"/>
                        <a:gd name="connsiteX10" fmla="*/ 0 w 3640627"/>
                        <a:gd name="connsiteY10" fmla="*/ 242051 h 946755"/>
                        <a:gd name="connsiteX0" fmla="*/ 0 w 3723451"/>
                        <a:gd name="connsiteY0" fmla="*/ 242051 h 946755"/>
                        <a:gd name="connsiteX1" fmla="*/ 655168 w 3723451"/>
                        <a:gd name="connsiteY1" fmla="*/ 16495 h 946755"/>
                        <a:gd name="connsiteX2" fmla="*/ 1855778 w 3723451"/>
                        <a:gd name="connsiteY2" fmla="*/ 534367 h 946755"/>
                        <a:gd name="connsiteX3" fmla="*/ 2964363 w 3723451"/>
                        <a:gd name="connsiteY3" fmla="*/ 0 h 946755"/>
                        <a:gd name="connsiteX4" fmla="*/ 3723451 w 3723451"/>
                        <a:gd name="connsiteY4" fmla="*/ 220954 h 946755"/>
                        <a:gd name="connsiteX5" fmla="*/ 3195282 w 3723451"/>
                        <a:gd name="connsiteY5" fmla="*/ 461874 h 946755"/>
                        <a:gd name="connsiteX6" fmla="*/ 3008465 w 3723451"/>
                        <a:gd name="connsiteY6" fmla="*/ 402404 h 946755"/>
                        <a:gd name="connsiteX7" fmla="*/ 1876873 w 3723451"/>
                        <a:gd name="connsiteY7" fmla="*/ 946755 h 946755"/>
                        <a:gd name="connsiteX8" fmla="*/ 690067 w 3723451"/>
                        <a:gd name="connsiteY8" fmla="*/ 412387 h 946755"/>
                        <a:gd name="connsiteX9" fmla="*/ 523214 w 3723451"/>
                        <a:gd name="connsiteY9" fmla="*/ 482971 h 946755"/>
                        <a:gd name="connsiteX10" fmla="*/ 0 w 3723451"/>
                        <a:gd name="connsiteY10" fmla="*/ 242051 h 946755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08465 w 3723451"/>
                        <a:gd name="connsiteY6" fmla="*/ 388599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95282 w 3723451"/>
                        <a:gd name="connsiteY5" fmla="*/ 448069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690067 w 3723451"/>
                        <a:gd name="connsiteY8" fmla="*/ 398582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  <a:gd name="connsiteX0" fmla="*/ 0 w 3723451"/>
                        <a:gd name="connsiteY0" fmla="*/ 228246 h 932950"/>
                        <a:gd name="connsiteX1" fmla="*/ 655168 w 3723451"/>
                        <a:gd name="connsiteY1" fmla="*/ 2690 h 932950"/>
                        <a:gd name="connsiteX2" fmla="*/ 1855778 w 3723451"/>
                        <a:gd name="connsiteY2" fmla="*/ 520562 h 932950"/>
                        <a:gd name="connsiteX3" fmla="*/ 3001174 w 3723451"/>
                        <a:gd name="connsiteY3" fmla="*/ 0 h 932950"/>
                        <a:gd name="connsiteX4" fmla="*/ 3723451 w 3723451"/>
                        <a:gd name="connsiteY4" fmla="*/ 207149 h 932950"/>
                        <a:gd name="connsiteX5" fmla="*/ 3186079 w 3723451"/>
                        <a:gd name="connsiteY5" fmla="*/ 461874 h 932950"/>
                        <a:gd name="connsiteX6" fmla="*/ 3013067 w 3723451"/>
                        <a:gd name="connsiteY6" fmla="*/ 393200 h 932950"/>
                        <a:gd name="connsiteX7" fmla="*/ 1876873 w 3723451"/>
                        <a:gd name="connsiteY7" fmla="*/ 932950 h 932950"/>
                        <a:gd name="connsiteX8" fmla="*/ 711613 w 3723451"/>
                        <a:gd name="connsiteY8" fmla="*/ 413055 h 932950"/>
                        <a:gd name="connsiteX9" fmla="*/ 523214 w 3723451"/>
                        <a:gd name="connsiteY9" fmla="*/ 469166 h 932950"/>
                        <a:gd name="connsiteX10" fmla="*/ 0 w 3723451"/>
                        <a:gd name="connsiteY10" fmla="*/ 228246 h 9329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3723451" h="932950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26" name="Freeform 725">
                      <a:extLst>
                        <a:ext uri="{FF2B5EF4-FFF2-40B4-BE49-F238E27FC236}">
                          <a16:creationId xmlns:a16="http://schemas.microsoft.com/office/drawing/2014/main" id="{852C178C-5A80-FA47-96E6-19EA6DCEC68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36889" y="1728599"/>
                      <a:ext cx="244057" cy="97568"/>
                    </a:xfrm>
                    <a:custGeom>
                      <a:avLst/>
                      <a:gdLst>
                        <a:gd name="connsiteX0" fmla="*/ 55216 w 1421812"/>
                        <a:gd name="connsiteY0" fmla="*/ 0 h 800665"/>
                        <a:gd name="connsiteX1" fmla="*/ 1421812 w 1421812"/>
                        <a:gd name="connsiteY1" fmla="*/ 625807 h 800665"/>
                        <a:gd name="connsiteX2" fmla="*/ 947874 w 1421812"/>
                        <a:gd name="connsiteY2" fmla="*/ 800665 h 800665"/>
                        <a:gd name="connsiteX3" fmla="*/ 50614 w 1421812"/>
                        <a:gd name="connsiteY3" fmla="*/ 404934 h 800665"/>
                        <a:gd name="connsiteX4" fmla="*/ 0 w 1421812"/>
                        <a:gd name="connsiteY4" fmla="*/ 404934 h 800665"/>
                        <a:gd name="connsiteX5" fmla="*/ 55216 w 1421812"/>
                        <a:gd name="connsiteY5" fmla="*/ 0 h 800665"/>
                        <a:gd name="connsiteX0" fmla="*/ 4602 w 1371198"/>
                        <a:gd name="connsiteY0" fmla="*/ 0 h 800665"/>
                        <a:gd name="connsiteX1" fmla="*/ 1371198 w 1371198"/>
                        <a:gd name="connsiteY1" fmla="*/ 625807 h 800665"/>
                        <a:gd name="connsiteX2" fmla="*/ 897260 w 1371198"/>
                        <a:gd name="connsiteY2" fmla="*/ 800665 h 800665"/>
                        <a:gd name="connsiteX3" fmla="*/ 0 w 1371198"/>
                        <a:gd name="connsiteY3" fmla="*/ 404934 h 800665"/>
                        <a:gd name="connsiteX4" fmla="*/ 4602 w 1371198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0665"/>
                        <a:gd name="connsiteX1" fmla="*/ 1366596 w 1366596"/>
                        <a:gd name="connsiteY1" fmla="*/ 625807 h 800665"/>
                        <a:gd name="connsiteX2" fmla="*/ 892658 w 1366596"/>
                        <a:gd name="connsiteY2" fmla="*/ 800665 h 800665"/>
                        <a:gd name="connsiteX3" fmla="*/ 4601 w 1366596"/>
                        <a:gd name="connsiteY3" fmla="*/ 427942 h 800665"/>
                        <a:gd name="connsiteX4" fmla="*/ 0 w 1366596"/>
                        <a:gd name="connsiteY4" fmla="*/ 0 h 800665"/>
                        <a:gd name="connsiteX0" fmla="*/ 0 w 1366596"/>
                        <a:gd name="connsiteY0" fmla="*/ 0 h 809868"/>
                        <a:gd name="connsiteX1" fmla="*/ 1366596 w 1366596"/>
                        <a:gd name="connsiteY1" fmla="*/ 625807 h 809868"/>
                        <a:gd name="connsiteX2" fmla="*/ 865050 w 1366596"/>
                        <a:gd name="connsiteY2" fmla="*/ 809868 h 809868"/>
                        <a:gd name="connsiteX3" fmla="*/ 4601 w 1366596"/>
                        <a:gd name="connsiteY3" fmla="*/ 427942 h 809868"/>
                        <a:gd name="connsiteX4" fmla="*/ 0 w 1366596"/>
                        <a:gd name="connsiteY4" fmla="*/ 0 h 8098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66596" h="809868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27" name="Freeform 726">
                      <a:extLst>
                        <a:ext uri="{FF2B5EF4-FFF2-40B4-BE49-F238E27FC236}">
                          <a16:creationId xmlns:a16="http://schemas.microsoft.com/office/drawing/2014/main" id="{BCCDAE1A-37E6-A740-84AD-3651F301C81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089977" y="1730980"/>
                      <a:ext cx="240888" cy="95187"/>
                    </a:xfrm>
                    <a:custGeom>
                      <a:avLst/>
                      <a:gdLst>
                        <a:gd name="connsiteX0" fmla="*/ 1329786 w 1348191"/>
                        <a:gd name="connsiteY0" fmla="*/ 0 h 809869"/>
                        <a:gd name="connsiteX1" fmla="*/ 1348191 w 1348191"/>
                        <a:gd name="connsiteY1" fmla="*/ 400333 h 809869"/>
                        <a:gd name="connsiteX2" fmla="*/ 487742 w 1348191"/>
                        <a:gd name="connsiteY2" fmla="*/ 809869 h 809869"/>
                        <a:gd name="connsiteX3" fmla="*/ 0 w 1348191"/>
                        <a:gd name="connsiteY3" fmla="*/ 630409 h 809869"/>
                        <a:gd name="connsiteX4" fmla="*/ 1329786 w 1348191"/>
                        <a:gd name="connsiteY4" fmla="*/ 0 h 809869"/>
                        <a:gd name="connsiteX0" fmla="*/ 1329786 w 1348191"/>
                        <a:gd name="connsiteY0" fmla="*/ 0 h 791462"/>
                        <a:gd name="connsiteX1" fmla="*/ 1348191 w 1348191"/>
                        <a:gd name="connsiteY1" fmla="*/ 381926 h 791462"/>
                        <a:gd name="connsiteX2" fmla="*/ 487742 w 1348191"/>
                        <a:gd name="connsiteY2" fmla="*/ 791462 h 791462"/>
                        <a:gd name="connsiteX3" fmla="*/ 0 w 1348191"/>
                        <a:gd name="connsiteY3" fmla="*/ 612002 h 791462"/>
                        <a:gd name="connsiteX4" fmla="*/ 1329786 w 1348191"/>
                        <a:gd name="connsiteY4" fmla="*/ 0 h 791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348191" h="791462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3333CC">
                        <a:lumMod val="75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728" name="Straight Connector 727">
                      <a:extLst>
                        <a:ext uri="{FF2B5EF4-FFF2-40B4-BE49-F238E27FC236}">
                          <a16:creationId xmlns:a16="http://schemas.microsoft.com/office/drawing/2014/main" id="{79278D10-2F66-4843-BE2D-75C1E444A3FF}"/>
                        </a:ext>
                      </a:extLst>
                    </p:cNvPr>
                    <p:cNvCxnSpPr>
                      <a:endCxn id="723" idx="2"/>
                    </p:cNvCxnSpPr>
                    <p:nvPr/>
                  </p:nvCxnSpPr>
                  <p:spPr bwMode="auto">
                    <a:xfrm flipH="1" flipV="1">
                      <a:off x="1871277" y="1735739"/>
                      <a:ext cx="3169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  <p:cxnSp>
                  <p:nvCxnSpPr>
                    <p:cNvPr id="729" name="Straight Connector 728">
                      <a:extLst>
                        <a:ext uri="{FF2B5EF4-FFF2-40B4-BE49-F238E27FC236}">
                          <a16:creationId xmlns:a16="http://schemas.microsoft.com/office/drawing/2014/main" id="{64D394C8-4031-A04B-B39E-D20F14081771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 flipV="1">
                      <a:off x="2996477" y="1733359"/>
                      <a:ext cx="3171" cy="123743"/>
                    </a:xfrm>
                    <a:prstGeom prst="line">
                      <a:avLst/>
                    </a:prstGeom>
                    <a:noFill/>
                    <a:ln w="6350" cap="flat" cmpd="sng" algn="ctr">
                      <a:solidFill>
                        <a:srgbClr val="000000"/>
                      </a:solidFill>
                      <a:prstDash val="solid"/>
                    </a:ln>
                    <a:effectLst>
                      <a:outerShdw blurRad="40005" dist="19939" dir="5400000" algn="tl" rotWithShape="0">
                        <a:srgbClr val="000000">
                          <a:alpha val="38000"/>
                        </a:srgbClr>
                      </a:outerShdw>
                    </a:effectLst>
                  </p:spPr>
                </p:cxnSp>
              </p:grpSp>
              <p:grpSp>
                <p:nvGrpSpPr>
                  <p:cNvPr id="718" name="Group 717">
                    <a:extLst>
                      <a:ext uri="{FF2B5EF4-FFF2-40B4-BE49-F238E27FC236}">
                        <a16:creationId xmlns:a16="http://schemas.microsoft.com/office/drawing/2014/main" id="{0BE34F3B-D7A6-C645-98A7-AC12A17D32D0}"/>
                      </a:ext>
                    </a:extLst>
                  </p:cNvPr>
                  <p:cNvGrpSpPr/>
                  <p:nvPr/>
                </p:nvGrpSpPr>
                <p:grpSpPr>
                  <a:xfrm>
                    <a:off x="7876581" y="5223365"/>
                    <a:ext cx="466894" cy="369332"/>
                    <a:chOff x="599495" y="1708643"/>
                    <a:chExt cx="491778" cy="409344"/>
                  </a:xfrm>
                </p:grpSpPr>
                <p:sp>
                  <p:nvSpPr>
                    <p:cNvPr id="719" name="Oval 718">
                      <a:extLst>
                        <a:ext uri="{FF2B5EF4-FFF2-40B4-BE49-F238E27FC236}">
                          <a16:creationId xmlns:a16="http://schemas.microsoft.com/office/drawing/2014/main" id="{D3AA4D2D-9268-D54B-A609-2916D44A722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6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Gill Sans M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20" name="TextBox 719">
                      <a:extLst>
                        <a:ext uri="{FF2B5EF4-FFF2-40B4-BE49-F238E27FC236}">
                          <a16:creationId xmlns:a16="http://schemas.microsoft.com/office/drawing/2014/main" id="{D7C545A8-1974-314F-8B84-D3FC912EB8D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99495" y="1708643"/>
                      <a:ext cx="491778" cy="40934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0" marR="0" lvl="0" indent="0" algn="ctr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</a:rPr>
                        <a:t>  X</a:t>
                      </a:r>
                    </a:p>
                  </p:txBody>
                </p:sp>
              </p:grpSp>
            </p:grpSp>
            <p:cxnSp>
              <p:nvCxnSpPr>
                <p:cNvPr id="715" name="Straight Connector 714">
                  <a:extLst>
                    <a:ext uri="{FF2B5EF4-FFF2-40B4-BE49-F238E27FC236}">
                      <a16:creationId xmlns:a16="http://schemas.microsoft.com/office/drawing/2014/main" id="{C7AD81D7-3B6A-D844-ABEA-CAF2858DD417}"/>
                    </a:ext>
                  </a:extLst>
                </p:cNvPr>
                <p:cNvCxnSpPr/>
                <p:nvPr/>
              </p:nvCxnSpPr>
              <p:spPr bwMode="auto">
                <a:xfrm flipH="1">
                  <a:off x="7158742" y="5764030"/>
                  <a:ext cx="870024" cy="9999"/>
                </a:xfrm>
                <a:prstGeom prst="line">
                  <a:avLst/>
                </a:prstGeom>
                <a:solidFill>
                  <a:srgbClr val="00CC99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cxnSp>
          <p:nvCxnSpPr>
            <p:cNvPr id="711" name="Straight Connector 710">
              <a:extLst>
                <a:ext uri="{FF2B5EF4-FFF2-40B4-BE49-F238E27FC236}">
                  <a16:creationId xmlns:a16="http://schemas.microsoft.com/office/drawing/2014/main" id="{A7F0587B-29EA-584F-81E3-E24C967738B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540307" y="1929008"/>
              <a:ext cx="4451299" cy="422665"/>
            </a:xfrm>
            <a:prstGeom prst="line">
              <a:avLst/>
            </a:prstGeom>
            <a:solidFill>
              <a:srgbClr val="00CC99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515600" cy="894622"/>
          </a:xfrm>
        </p:spPr>
        <p:txBody>
          <a:bodyPr/>
          <a:lstStyle/>
          <a:p>
            <a:r>
              <a:rPr lang="en-US" dirty="0"/>
              <a:t>Hot potato routing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6433D-1EBF-D447-9924-50E7F0E2E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0" name="Content Placeholder 39">
            <a:extLst>
              <a:ext uri="{FF2B5EF4-FFF2-40B4-BE49-F238E27FC236}">
                <a16:creationId xmlns:a16="http://schemas.microsoft.com/office/drawing/2014/main" id="{B4272163-18FE-8D42-9D74-AD852AF94689}"/>
              </a:ext>
            </a:extLst>
          </p:cNvPr>
          <p:cNvSpPr txBox="1">
            <a:spLocks/>
          </p:cNvSpPr>
          <p:nvPr/>
        </p:nvSpPr>
        <p:spPr bwMode="auto">
          <a:xfrm>
            <a:off x="1102290" y="4634378"/>
            <a:ext cx="10809962" cy="1866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2d learns (via iBGP) it can route to X via 2a or 2c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b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ＭＳ Ｐゴシック" charset="0"/>
              </a:rPr>
              <a:t>hot potato routing: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choose local gateway that has least </a:t>
            </a:r>
            <a:r>
              <a:rPr kumimoji="0" lang="en-US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intra-domain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 cost (e.g., 2d chooses 2a, even though more AS hops to </a:t>
            </a:r>
            <a:r>
              <a:rPr kumimoji="0" lang="en-US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X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): don’t worry about inter-domain cost!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2D2DB9">
                  <a:lumMod val="75000"/>
                </a:srgbClr>
              </a:solidFill>
              <a:effectLst/>
              <a:uLnTx/>
              <a:uFillTx/>
              <a:ea typeface="ＭＳ Ｐゴシック" charset="0"/>
            </a:endParaRPr>
          </a:p>
        </p:txBody>
      </p: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31BA1DB9-2969-4441-97FB-835EAFDCA3ED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000873" y="3328637"/>
            <a:ext cx="424979" cy="441697"/>
          </a:xfrm>
          <a:prstGeom prst="line">
            <a:avLst/>
          </a:prstGeom>
          <a:solidFill>
            <a:srgbClr val="00CC99"/>
          </a:solidFill>
          <a:ln w="6350" cap="flat" cmpd="sng" algn="ctr">
            <a:solidFill>
              <a:srgbClr val="0000A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9B38A050-67CE-5644-A229-647B38C7B4DC}"/>
              </a:ext>
            </a:extLst>
          </p:cNvPr>
          <p:cNvGrpSpPr/>
          <p:nvPr/>
        </p:nvGrpSpPr>
        <p:grpSpPr>
          <a:xfrm>
            <a:off x="7095765" y="2483791"/>
            <a:ext cx="880227" cy="680442"/>
            <a:chOff x="5705376" y="2487543"/>
            <a:chExt cx="880227" cy="680442"/>
          </a:xfrm>
        </p:grpSpPr>
        <p:sp>
          <p:nvSpPr>
            <p:cNvPr id="283" name="AutoShape 118">
              <a:extLst>
                <a:ext uri="{FF2B5EF4-FFF2-40B4-BE49-F238E27FC236}">
                  <a16:creationId xmlns:a16="http://schemas.microsoft.com/office/drawing/2014/main" id="{D2EA5418-D2F2-9942-BF52-2F0B35DDEBF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229657">
              <a:off x="5705376" y="2487543"/>
              <a:ext cx="768350" cy="276226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4" name="Text Box 119">
              <a:extLst>
                <a:ext uri="{FF2B5EF4-FFF2-40B4-BE49-F238E27FC236}">
                  <a16:creationId xmlns:a16="http://schemas.microsoft.com/office/drawing/2014/main" id="{127D65CD-9295-E948-976F-8A832CE287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8435" y="2887139"/>
              <a:ext cx="737168" cy="280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AS3,X </a:t>
              </a:r>
            </a:p>
          </p:txBody>
        </p:sp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0084D847-A5E4-7448-8369-247D24C1C4FF}"/>
              </a:ext>
            </a:extLst>
          </p:cNvPr>
          <p:cNvGrpSpPr/>
          <p:nvPr/>
        </p:nvGrpSpPr>
        <p:grpSpPr>
          <a:xfrm>
            <a:off x="2970239" y="2693439"/>
            <a:ext cx="1359693" cy="525314"/>
            <a:chOff x="2143521" y="2684666"/>
            <a:chExt cx="1359693" cy="525314"/>
          </a:xfrm>
        </p:grpSpPr>
        <p:sp>
          <p:nvSpPr>
            <p:cNvPr id="286" name="Text Box 119">
              <a:extLst>
                <a:ext uri="{FF2B5EF4-FFF2-40B4-BE49-F238E27FC236}">
                  <a16:creationId xmlns:a16="http://schemas.microsoft.com/office/drawing/2014/main" id="{30A1DC45-762F-1E47-8308-E4920AA2B1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3521" y="2929134"/>
              <a:ext cx="1126397" cy="280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AS1,AS3,X </a:t>
              </a:r>
            </a:p>
          </p:txBody>
        </p:sp>
        <p:sp>
          <p:nvSpPr>
            <p:cNvPr id="287" name="AutoShape 118">
              <a:extLst>
                <a:ext uri="{FF2B5EF4-FFF2-40B4-BE49-F238E27FC236}">
                  <a16:creationId xmlns:a16="http://schemas.microsoft.com/office/drawing/2014/main" id="{24E303A9-1C25-904F-85A7-12C9D1683C4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2975073">
              <a:off x="2734864" y="2684666"/>
              <a:ext cx="768350" cy="276225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288" name="TextBox 287">
            <a:extLst>
              <a:ext uri="{FF2B5EF4-FFF2-40B4-BE49-F238E27FC236}">
                <a16:creationId xmlns:a16="http://schemas.microsoft.com/office/drawing/2014/main" id="{6B1E1F16-BB2B-0F4C-9B24-BC894FF5CF79}"/>
              </a:ext>
            </a:extLst>
          </p:cNvPr>
          <p:cNvSpPr txBox="1"/>
          <p:nvPr/>
        </p:nvSpPr>
        <p:spPr>
          <a:xfrm>
            <a:off x="6375649" y="3642958"/>
            <a:ext cx="1860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Arial" charset="0"/>
                <a:ea typeface="ＭＳ Ｐゴシック" charset="0"/>
              </a:rPr>
              <a:t>OSPF link weights</a:t>
            </a: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9F04B398-1488-B84F-9A96-5791902C5242}"/>
              </a:ext>
            </a:extLst>
          </p:cNvPr>
          <p:cNvSpPr txBox="1"/>
          <p:nvPr/>
        </p:nvSpPr>
        <p:spPr>
          <a:xfrm>
            <a:off x="5162685" y="3108488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i="1" dirty="0">
                <a:latin typeface="Arial" charset="0"/>
                <a:ea typeface="ＭＳ Ｐゴシック" charset="0"/>
              </a:rPr>
              <a:t>201</a:t>
            </a:r>
            <a:endParaRPr lang="en-US" i="1" dirty="0">
              <a:latin typeface="Arial" charset="0"/>
              <a:ea typeface="ＭＳ Ｐゴシック" charset="0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7CAA43C0-74F2-9947-B546-F8906DDD43BC}"/>
              </a:ext>
            </a:extLst>
          </p:cNvPr>
          <p:cNvSpPr txBox="1"/>
          <p:nvPr/>
        </p:nvSpPr>
        <p:spPr>
          <a:xfrm>
            <a:off x="5952201" y="2502930"/>
            <a:ext cx="4694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i="1" dirty="0">
                <a:latin typeface="Arial" charset="0"/>
                <a:ea typeface="ＭＳ Ｐゴシック" charset="0"/>
              </a:rPr>
              <a:t>112</a:t>
            </a:r>
            <a:endParaRPr lang="en-US" i="1" dirty="0">
              <a:latin typeface="Arial" charset="0"/>
              <a:ea typeface="ＭＳ Ｐゴシック" charset="0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BFFFC794-EB31-D845-8AFC-0FADD753D327}"/>
              </a:ext>
            </a:extLst>
          </p:cNvPr>
          <p:cNvSpPr txBox="1"/>
          <p:nvPr/>
        </p:nvSpPr>
        <p:spPr>
          <a:xfrm>
            <a:off x="5702048" y="3095306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i="1" dirty="0">
                <a:latin typeface="Arial" charset="0"/>
                <a:ea typeface="ＭＳ Ｐゴシック" charset="0"/>
              </a:rPr>
              <a:t>263</a:t>
            </a:r>
            <a:endParaRPr lang="en-US" i="1" dirty="0">
              <a:latin typeface="Arial" charset="0"/>
              <a:ea typeface="ＭＳ Ｐゴシック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F43C6FC-329A-BD41-8BB6-95A12D72D350}"/>
              </a:ext>
            </a:extLst>
          </p:cNvPr>
          <p:cNvSpPr/>
          <p:nvPr/>
        </p:nvSpPr>
        <p:spPr>
          <a:xfrm>
            <a:off x="5334000" y="3352800"/>
            <a:ext cx="720436" cy="67887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542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" grpId="0" uiExpand="1" build="p"/>
      <p:bldP spid="2" grpId="0" animBg="1"/>
      <p:bldP spid="2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0898688" cy="894622"/>
          </a:xfrm>
        </p:spPr>
        <p:txBody>
          <a:bodyPr>
            <a:normAutofit/>
          </a:bodyPr>
          <a:lstStyle/>
          <a:p>
            <a:r>
              <a:rPr lang="en-US" dirty="0"/>
              <a:t>BGP: achieving policy via advertisements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6433D-1EBF-D447-9924-50E7F0E2E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9512" y="6449034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" name="AutoShape 6">
            <a:extLst>
              <a:ext uri="{FF2B5EF4-FFF2-40B4-BE49-F238E27FC236}">
                <a16:creationId xmlns:a16="http://schemas.microsoft.com/office/drawing/2014/main" id="{A6E685A0-E830-5248-8CAD-7A0887943BA1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916743" y="1048794"/>
            <a:ext cx="7539038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446BEA-A2E3-EC46-9788-E956885E072B}"/>
              </a:ext>
            </a:extLst>
          </p:cNvPr>
          <p:cNvGrpSpPr/>
          <p:nvPr/>
        </p:nvGrpSpPr>
        <p:grpSpPr>
          <a:xfrm>
            <a:off x="3983668" y="1440907"/>
            <a:ext cx="893763" cy="577850"/>
            <a:chOff x="3983668" y="1440907"/>
            <a:chExt cx="893763" cy="577850"/>
          </a:xfrm>
        </p:grpSpPr>
        <p:sp>
          <p:nvSpPr>
            <p:cNvPr id="236" name="Freeform 7">
              <a:extLst>
                <a:ext uri="{FF2B5EF4-FFF2-40B4-BE49-F238E27FC236}">
                  <a16:creationId xmlns:a16="http://schemas.microsoft.com/office/drawing/2014/main" id="{1EE69C16-4ABC-414D-8A5B-6DABA7A843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3668" y="1440907"/>
              <a:ext cx="893763" cy="577850"/>
            </a:xfrm>
            <a:custGeom>
              <a:avLst/>
              <a:gdLst>
                <a:gd name="T0" fmla="*/ 148 w 563"/>
                <a:gd name="T1" fmla="*/ 5 h 364"/>
                <a:gd name="T2" fmla="*/ 119 w 563"/>
                <a:gd name="T3" fmla="*/ 10 h 364"/>
                <a:gd name="T4" fmla="*/ 94 w 563"/>
                <a:gd name="T5" fmla="*/ 21 h 364"/>
                <a:gd name="T6" fmla="*/ 70 w 563"/>
                <a:gd name="T7" fmla="*/ 37 h 364"/>
                <a:gd name="T8" fmla="*/ 46 w 563"/>
                <a:gd name="T9" fmla="*/ 61 h 364"/>
                <a:gd name="T10" fmla="*/ 24 w 563"/>
                <a:gd name="T11" fmla="*/ 91 h 364"/>
                <a:gd name="T12" fmla="*/ 8 w 563"/>
                <a:gd name="T13" fmla="*/ 120 h 364"/>
                <a:gd name="T14" fmla="*/ 3 w 563"/>
                <a:gd name="T15" fmla="*/ 136 h 364"/>
                <a:gd name="T16" fmla="*/ 0 w 563"/>
                <a:gd name="T17" fmla="*/ 150 h 364"/>
                <a:gd name="T18" fmla="*/ 0 w 563"/>
                <a:gd name="T19" fmla="*/ 166 h 364"/>
                <a:gd name="T20" fmla="*/ 8 w 563"/>
                <a:gd name="T21" fmla="*/ 195 h 364"/>
                <a:gd name="T22" fmla="*/ 27 w 563"/>
                <a:gd name="T23" fmla="*/ 228 h 364"/>
                <a:gd name="T24" fmla="*/ 49 w 563"/>
                <a:gd name="T25" fmla="*/ 257 h 364"/>
                <a:gd name="T26" fmla="*/ 70 w 563"/>
                <a:gd name="T27" fmla="*/ 284 h 364"/>
                <a:gd name="T28" fmla="*/ 92 w 563"/>
                <a:gd name="T29" fmla="*/ 305 h 364"/>
                <a:gd name="T30" fmla="*/ 111 w 563"/>
                <a:gd name="T31" fmla="*/ 321 h 364"/>
                <a:gd name="T32" fmla="*/ 127 w 563"/>
                <a:gd name="T33" fmla="*/ 332 h 364"/>
                <a:gd name="T34" fmla="*/ 146 w 563"/>
                <a:gd name="T35" fmla="*/ 340 h 364"/>
                <a:gd name="T36" fmla="*/ 170 w 563"/>
                <a:gd name="T37" fmla="*/ 346 h 364"/>
                <a:gd name="T38" fmla="*/ 191 w 563"/>
                <a:gd name="T39" fmla="*/ 348 h 364"/>
                <a:gd name="T40" fmla="*/ 218 w 563"/>
                <a:gd name="T41" fmla="*/ 354 h 364"/>
                <a:gd name="T42" fmla="*/ 261 w 563"/>
                <a:gd name="T43" fmla="*/ 356 h 364"/>
                <a:gd name="T44" fmla="*/ 310 w 563"/>
                <a:gd name="T45" fmla="*/ 362 h 364"/>
                <a:gd name="T46" fmla="*/ 361 w 563"/>
                <a:gd name="T47" fmla="*/ 364 h 364"/>
                <a:gd name="T48" fmla="*/ 409 w 563"/>
                <a:gd name="T49" fmla="*/ 362 h 364"/>
                <a:gd name="T50" fmla="*/ 458 w 563"/>
                <a:gd name="T51" fmla="*/ 359 h 364"/>
                <a:gd name="T52" fmla="*/ 495 w 563"/>
                <a:gd name="T53" fmla="*/ 348 h 364"/>
                <a:gd name="T54" fmla="*/ 511 w 563"/>
                <a:gd name="T55" fmla="*/ 340 h 364"/>
                <a:gd name="T56" fmla="*/ 525 w 563"/>
                <a:gd name="T57" fmla="*/ 332 h 364"/>
                <a:gd name="T58" fmla="*/ 536 w 563"/>
                <a:gd name="T59" fmla="*/ 321 h 364"/>
                <a:gd name="T60" fmla="*/ 549 w 563"/>
                <a:gd name="T61" fmla="*/ 295 h 364"/>
                <a:gd name="T62" fmla="*/ 557 w 563"/>
                <a:gd name="T63" fmla="*/ 257 h 364"/>
                <a:gd name="T64" fmla="*/ 563 w 563"/>
                <a:gd name="T65" fmla="*/ 217 h 364"/>
                <a:gd name="T66" fmla="*/ 563 w 563"/>
                <a:gd name="T67" fmla="*/ 174 h 364"/>
                <a:gd name="T68" fmla="*/ 557 w 563"/>
                <a:gd name="T69" fmla="*/ 134 h 364"/>
                <a:gd name="T70" fmla="*/ 555 w 563"/>
                <a:gd name="T71" fmla="*/ 96 h 364"/>
                <a:gd name="T72" fmla="*/ 549 w 563"/>
                <a:gd name="T73" fmla="*/ 67 h 364"/>
                <a:gd name="T74" fmla="*/ 546 w 563"/>
                <a:gd name="T75" fmla="*/ 56 h 364"/>
                <a:gd name="T76" fmla="*/ 541 w 563"/>
                <a:gd name="T77" fmla="*/ 40 h 364"/>
                <a:gd name="T78" fmla="*/ 536 w 563"/>
                <a:gd name="T79" fmla="*/ 29 h 364"/>
                <a:gd name="T80" fmla="*/ 528 w 563"/>
                <a:gd name="T81" fmla="*/ 21 h 364"/>
                <a:gd name="T82" fmla="*/ 520 w 563"/>
                <a:gd name="T83" fmla="*/ 18 h 364"/>
                <a:gd name="T84" fmla="*/ 495 w 563"/>
                <a:gd name="T85" fmla="*/ 16 h 364"/>
                <a:gd name="T86" fmla="*/ 466 w 563"/>
                <a:gd name="T87" fmla="*/ 16 h 364"/>
                <a:gd name="T88" fmla="*/ 450 w 563"/>
                <a:gd name="T89" fmla="*/ 13 h 364"/>
                <a:gd name="T90" fmla="*/ 409 w 563"/>
                <a:gd name="T91" fmla="*/ 13 h 364"/>
                <a:gd name="T92" fmla="*/ 364 w 563"/>
                <a:gd name="T93" fmla="*/ 16 h 364"/>
                <a:gd name="T94" fmla="*/ 320 w 563"/>
                <a:gd name="T95" fmla="*/ 16 h 364"/>
                <a:gd name="T96" fmla="*/ 283 w 563"/>
                <a:gd name="T97" fmla="*/ 13 h 364"/>
                <a:gd name="T98" fmla="*/ 248 w 563"/>
                <a:gd name="T99" fmla="*/ 8 h 364"/>
                <a:gd name="T100" fmla="*/ 213 w 563"/>
                <a:gd name="T101" fmla="*/ 2 h 364"/>
                <a:gd name="T102" fmla="*/ 186 w 563"/>
                <a:gd name="T103" fmla="*/ 0 h 364"/>
                <a:gd name="T104" fmla="*/ 175 w 563"/>
                <a:gd name="T105" fmla="*/ 0 h 364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563"/>
                <a:gd name="T160" fmla="*/ 0 h 364"/>
                <a:gd name="T161" fmla="*/ 563 w 563"/>
                <a:gd name="T162" fmla="*/ 364 h 364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563" h="364">
                  <a:moveTo>
                    <a:pt x="175" y="0"/>
                  </a:moveTo>
                  <a:lnTo>
                    <a:pt x="148" y="5"/>
                  </a:lnTo>
                  <a:lnTo>
                    <a:pt x="132" y="8"/>
                  </a:lnTo>
                  <a:lnTo>
                    <a:pt x="119" y="10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1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4" y="104"/>
                  </a:lnTo>
                  <a:lnTo>
                    <a:pt x="8" y="120"/>
                  </a:lnTo>
                  <a:lnTo>
                    <a:pt x="3" y="128"/>
                  </a:lnTo>
                  <a:lnTo>
                    <a:pt x="3" y="136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82"/>
                  </a:lnTo>
                  <a:lnTo>
                    <a:pt x="8" y="195"/>
                  </a:lnTo>
                  <a:lnTo>
                    <a:pt x="16" y="212"/>
                  </a:lnTo>
                  <a:lnTo>
                    <a:pt x="27" y="228"/>
                  </a:lnTo>
                  <a:lnTo>
                    <a:pt x="35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5"/>
                  </a:lnTo>
                  <a:lnTo>
                    <a:pt x="103" y="319"/>
                  </a:lnTo>
                  <a:lnTo>
                    <a:pt x="111" y="321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5" y="335"/>
                  </a:lnTo>
                  <a:lnTo>
                    <a:pt x="146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8"/>
                  </a:lnTo>
                  <a:lnTo>
                    <a:pt x="191" y="348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6"/>
                  </a:lnTo>
                  <a:lnTo>
                    <a:pt x="261" y="356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4"/>
                  </a:lnTo>
                  <a:lnTo>
                    <a:pt x="385" y="364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7" y="354"/>
                  </a:lnTo>
                  <a:lnTo>
                    <a:pt x="495" y="348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20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1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5" y="276"/>
                  </a:lnTo>
                  <a:lnTo>
                    <a:pt x="557" y="257"/>
                  </a:lnTo>
                  <a:lnTo>
                    <a:pt x="560" y="238"/>
                  </a:lnTo>
                  <a:lnTo>
                    <a:pt x="563" y="217"/>
                  </a:lnTo>
                  <a:lnTo>
                    <a:pt x="563" y="195"/>
                  </a:lnTo>
                  <a:lnTo>
                    <a:pt x="563" y="174"/>
                  </a:lnTo>
                  <a:lnTo>
                    <a:pt x="560" y="155"/>
                  </a:lnTo>
                  <a:lnTo>
                    <a:pt x="557" y="134"/>
                  </a:lnTo>
                  <a:lnTo>
                    <a:pt x="557" y="115"/>
                  </a:lnTo>
                  <a:lnTo>
                    <a:pt x="555" y="96"/>
                  </a:lnTo>
                  <a:lnTo>
                    <a:pt x="552" y="80"/>
                  </a:lnTo>
                  <a:lnTo>
                    <a:pt x="549" y="67"/>
                  </a:lnTo>
                  <a:lnTo>
                    <a:pt x="546" y="61"/>
                  </a:lnTo>
                  <a:lnTo>
                    <a:pt x="546" y="56"/>
                  </a:lnTo>
                  <a:lnTo>
                    <a:pt x="544" y="48"/>
                  </a:lnTo>
                  <a:lnTo>
                    <a:pt x="541" y="40"/>
                  </a:lnTo>
                  <a:lnTo>
                    <a:pt x="538" y="32"/>
                  </a:lnTo>
                  <a:lnTo>
                    <a:pt x="536" y="29"/>
                  </a:lnTo>
                  <a:lnTo>
                    <a:pt x="533" y="24"/>
                  </a:lnTo>
                  <a:lnTo>
                    <a:pt x="528" y="21"/>
                  </a:lnTo>
                  <a:lnTo>
                    <a:pt x="522" y="18"/>
                  </a:lnTo>
                  <a:lnTo>
                    <a:pt x="520" y="18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50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4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2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2"/>
                  </a:lnTo>
                  <a:lnTo>
                    <a:pt x="199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9" name="Rectangle 10">
              <a:extLst>
                <a:ext uri="{FF2B5EF4-FFF2-40B4-BE49-F238E27FC236}">
                  <a16:creationId xmlns:a16="http://schemas.microsoft.com/office/drawing/2014/main" id="{12E42E00-0E52-4F48-9E47-69FF57625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6086" y="1490773"/>
              <a:ext cx="222818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B</a:t>
              </a:r>
            </a:p>
          </p:txBody>
        </p:sp>
      </p:grpSp>
      <p:sp>
        <p:nvSpPr>
          <p:cNvPr id="251" name="Line 22">
            <a:extLst>
              <a:ext uri="{FF2B5EF4-FFF2-40B4-BE49-F238E27FC236}">
                <a16:creationId xmlns:a16="http://schemas.microsoft.com/office/drawing/2014/main" id="{AA591A70-D865-DF48-A927-67C81D69015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7431" y="1734594"/>
            <a:ext cx="665163" cy="276225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52" name="Line 23">
            <a:extLst>
              <a:ext uri="{FF2B5EF4-FFF2-40B4-BE49-F238E27FC236}">
                <a16:creationId xmlns:a16="http://schemas.microsoft.com/office/drawing/2014/main" id="{F6A31CA1-6D75-4F45-8F9E-E7EE6105F5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20293" y="2117182"/>
            <a:ext cx="669925" cy="566738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54" name="Line 25">
            <a:extLst>
              <a:ext uri="{FF2B5EF4-FFF2-40B4-BE49-F238E27FC236}">
                <a16:creationId xmlns:a16="http://schemas.microsoft.com/office/drawing/2014/main" id="{804A668C-99C3-C34B-A510-DEAA2A5837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91581" y="1874294"/>
            <a:ext cx="290513" cy="234950"/>
          </a:xfrm>
          <a:prstGeom prst="line">
            <a:avLst/>
          </a:prstGeom>
          <a:noFill/>
          <a:ln w="555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55" name="Line 26">
            <a:extLst>
              <a:ext uri="{FF2B5EF4-FFF2-40B4-BE49-F238E27FC236}">
                <a16:creationId xmlns:a16="http://schemas.microsoft.com/office/drawing/2014/main" id="{E1D1A110-7690-7041-9B8F-73E3BA5CD6B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64705" y="2002882"/>
            <a:ext cx="1423" cy="538612"/>
          </a:xfrm>
          <a:prstGeom prst="line">
            <a:avLst/>
          </a:prstGeom>
          <a:noFill/>
          <a:ln w="555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56" name="Line 27">
            <a:extLst>
              <a:ext uri="{FF2B5EF4-FFF2-40B4-BE49-F238E27FC236}">
                <a16:creationId xmlns:a16="http://schemas.microsoft.com/office/drawing/2014/main" id="{A9456C19-2E00-BC4E-AEB5-F981440BD8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6981" y="2428332"/>
            <a:ext cx="265113" cy="165100"/>
          </a:xfrm>
          <a:prstGeom prst="line">
            <a:avLst/>
          </a:prstGeom>
          <a:noFill/>
          <a:ln w="555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D28DBA4-809E-E445-96B6-C8231D3525DE}"/>
              </a:ext>
            </a:extLst>
          </p:cNvPr>
          <p:cNvGrpSpPr/>
          <p:nvPr/>
        </p:nvGrpSpPr>
        <p:grpSpPr>
          <a:xfrm>
            <a:off x="6282368" y="1597639"/>
            <a:ext cx="3162301" cy="1711325"/>
            <a:chOff x="6282368" y="1597639"/>
            <a:chExt cx="3162301" cy="1711325"/>
          </a:xfrm>
        </p:grpSpPr>
        <p:sp>
          <p:nvSpPr>
            <p:cNvPr id="257" name="Rectangle 28">
              <a:extLst>
                <a:ext uri="{FF2B5EF4-FFF2-40B4-BE49-F238E27FC236}">
                  <a16:creationId xmlns:a16="http://schemas.microsoft.com/office/drawing/2014/main" id="{EA3BB9F5-969D-254D-AAFB-97DB8E65CC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2368" y="1597639"/>
              <a:ext cx="965200" cy="450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8" name="Rectangle 29">
              <a:extLst>
                <a:ext uri="{FF2B5EF4-FFF2-40B4-BE49-F238E27FC236}">
                  <a16:creationId xmlns:a16="http://schemas.microsoft.com/office/drawing/2014/main" id="{0F2B0DF9-A08C-E449-8820-FB8860336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7320" y="2261646"/>
              <a:ext cx="8350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</a:rPr>
                <a:t>legend</a:t>
              </a:r>
              <a:r>
                <a:rPr lang="en-US" sz="1700" b="1" dirty="0">
                  <a:solidFill>
                    <a:srgbClr val="000000"/>
                  </a:solidFill>
                </a:rPr>
                <a:t>:</a:t>
              </a:r>
              <a:endParaRPr lang="en-US" dirty="0"/>
            </a:p>
          </p:txBody>
        </p:sp>
        <p:sp>
          <p:nvSpPr>
            <p:cNvPr id="259" name="Rectangle 30">
              <a:extLst>
                <a:ext uri="{FF2B5EF4-FFF2-40B4-BE49-F238E27FC236}">
                  <a16:creationId xmlns:a16="http://schemas.microsoft.com/office/drawing/2014/main" id="{38525EEC-220F-6442-A6FD-576D6BDF75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2943" y="1669076"/>
              <a:ext cx="60325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 dirty="0">
                  <a:solidFill>
                    <a:srgbClr val="000000"/>
                  </a:solidFill>
                </a:rPr>
                <a:t> </a:t>
              </a:r>
              <a:endParaRPr lang="en-US" dirty="0"/>
            </a:p>
          </p:txBody>
        </p:sp>
        <p:sp>
          <p:nvSpPr>
            <p:cNvPr id="260" name="Rectangle 31">
              <a:extLst>
                <a:ext uri="{FF2B5EF4-FFF2-40B4-BE49-F238E27FC236}">
                  <a16:creationId xmlns:a16="http://schemas.microsoft.com/office/drawing/2014/main" id="{BBF94024-B3CB-F54E-A997-091AAB21C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4831" y="2516801"/>
              <a:ext cx="1160463" cy="7921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1" name="Rectangle 32">
              <a:extLst>
                <a:ext uri="{FF2B5EF4-FFF2-40B4-BE49-F238E27FC236}">
                  <a16:creationId xmlns:a16="http://schemas.microsoft.com/office/drawing/2014/main" id="{86876C5B-4C7E-6045-A2E6-2D64AA586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1831" y="2580301"/>
              <a:ext cx="111283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</a:rPr>
                <a:t>customer </a:t>
              </a:r>
              <a:endParaRPr lang="en-US" sz="2000" dirty="0"/>
            </a:p>
          </p:txBody>
        </p:sp>
        <p:sp>
          <p:nvSpPr>
            <p:cNvPr id="262" name="Rectangle 33">
              <a:extLst>
                <a:ext uri="{FF2B5EF4-FFF2-40B4-BE49-F238E27FC236}">
                  <a16:creationId xmlns:a16="http://schemas.microsoft.com/office/drawing/2014/main" id="{91309A28-5587-B847-921C-1169530D0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1831" y="2831126"/>
              <a:ext cx="9588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</a:rPr>
                <a:t>network:</a:t>
              </a:r>
              <a:endParaRPr lang="en-US" sz="2000" dirty="0"/>
            </a:p>
          </p:txBody>
        </p:sp>
        <p:sp>
          <p:nvSpPr>
            <p:cNvPr id="263" name="Rectangle 34">
              <a:extLst>
                <a:ext uri="{FF2B5EF4-FFF2-40B4-BE49-F238E27FC236}">
                  <a16:creationId xmlns:a16="http://schemas.microsoft.com/office/drawing/2014/main" id="{D88C1427-E785-594C-A147-9BF9C7A01E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7006" y="2831126"/>
              <a:ext cx="698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</a:rPr>
                <a:t> </a:t>
              </a:r>
              <a:endParaRPr lang="en-US" sz="2000" dirty="0"/>
            </a:p>
          </p:txBody>
        </p:sp>
        <p:sp>
          <p:nvSpPr>
            <p:cNvPr id="264" name="Rectangle 35">
              <a:extLst>
                <a:ext uri="{FF2B5EF4-FFF2-40B4-BE49-F238E27FC236}">
                  <a16:creationId xmlns:a16="http://schemas.microsoft.com/office/drawing/2014/main" id="{09BE3C5F-6857-0641-A39C-3D26CF65D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4831" y="1623039"/>
              <a:ext cx="1106488" cy="673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5" name="Rectangle 36">
              <a:extLst>
                <a:ext uri="{FF2B5EF4-FFF2-40B4-BE49-F238E27FC236}">
                  <a16:creationId xmlns:a16="http://schemas.microsoft.com/office/drawing/2014/main" id="{79A54306-01E1-864E-89D7-889A01740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1831" y="1686539"/>
              <a:ext cx="9175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</a:rPr>
                <a:t>provider</a:t>
              </a:r>
              <a:endParaRPr lang="en-US" sz="2000" dirty="0"/>
            </a:p>
          </p:txBody>
        </p:sp>
        <p:sp>
          <p:nvSpPr>
            <p:cNvPr id="266" name="Rectangle 37">
              <a:extLst>
                <a:ext uri="{FF2B5EF4-FFF2-40B4-BE49-F238E27FC236}">
                  <a16:creationId xmlns:a16="http://schemas.microsoft.com/office/drawing/2014/main" id="{ACDD58AC-25A2-0E46-8F1B-98BD26431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4143" y="1686539"/>
              <a:ext cx="698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</a:rPr>
                <a:t> </a:t>
              </a:r>
              <a:endParaRPr lang="en-US" sz="2000" dirty="0"/>
            </a:p>
          </p:txBody>
        </p:sp>
        <p:sp>
          <p:nvSpPr>
            <p:cNvPr id="267" name="Rectangle 38">
              <a:extLst>
                <a:ext uri="{FF2B5EF4-FFF2-40B4-BE49-F238E27FC236}">
                  <a16:creationId xmlns:a16="http://schemas.microsoft.com/office/drawing/2014/main" id="{CAF41458-347C-CE42-B2A1-363CAF8D88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1831" y="1932601"/>
              <a:ext cx="8890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</a:rPr>
                <a:t>network</a:t>
              </a:r>
              <a:endParaRPr lang="en-US" sz="2000" dirty="0"/>
            </a:p>
          </p:txBody>
        </p:sp>
        <p:sp>
          <p:nvSpPr>
            <p:cNvPr id="268" name="Rectangle 39">
              <a:extLst>
                <a:ext uri="{FF2B5EF4-FFF2-40B4-BE49-F238E27FC236}">
                  <a16:creationId xmlns:a16="http://schemas.microsoft.com/office/drawing/2014/main" id="{91ACC31C-BC1D-C64F-809C-7953465C7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6681" y="1932601"/>
              <a:ext cx="698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</a:rPr>
                <a:t> </a:t>
              </a:r>
              <a:endParaRPr lang="en-US" sz="2000" dirty="0"/>
            </a:p>
          </p:txBody>
        </p:sp>
        <p:sp>
          <p:nvSpPr>
            <p:cNvPr id="269" name="Freeform 40">
              <a:extLst>
                <a:ext uri="{FF2B5EF4-FFF2-40B4-BE49-F238E27FC236}">
                  <a16:creationId xmlns:a16="http://schemas.microsoft.com/office/drawing/2014/main" id="{20CA1EB8-B9A7-6F47-A51D-2BBBDD4C72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92031" y="1673839"/>
              <a:ext cx="893763" cy="574675"/>
            </a:xfrm>
            <a:custGeom>
              <a:avLst/>
              <a:gdLst>
                <a:gd name="T0" fmla="*/ 162 w 563"/>
                <a:gd name="T1" fmla="*/ 0 h 362"/>
                <a:gd name="T2" fmla="*/ 132 w 563"/>
                <a:gd name="T3" fmla="*/ 5 h 362"/>
                <a:gd name="T4" fmla="*/ 108 w 563"/>
                <a:gd name="T5" fmla="*/ 13 h 362"/>
                <a:gd name="T6" fmla="*/ 81 w 563"/>
                <a:gd name="T7" fmla="*/ 30 h 362"/>
                <a:gd name="T8" fmla="*/ 60 w 563"/>
                <a:gd name="T9" fmla="*/ 48 h 362"/>
                <a:gd name="T10" fmla="*/ 35 w 563"/>
                <a:gd name="T11" fmla="*/ 72 h 362"/>
                <a:gd name="T12" fmla="*/ 14 w 563"/>
                <a:gd name="T13" fmla="*/ 102 h 362"/>
                <a:gd name="T14" fmla="*/ 3 w 563"/>
                <a:gd name="T15" fmla="*/ 126 h 362"/>
                <a:gd name="T16" fmla="*/ 0 w 563"/>
                <a:gd name="T17" fmla="*/ 140 h 362"/>
                <a:gd name="T18" fmla="*/ 0 w 563"/>
                <a:gd name="T19" fmla="*/ 156 h 362"/>
                <a:gd name="T20" fmla="*/ 3 w 563"/>
                <a:gd name="T21" fmla="*/ 180 h 362"/>
                <a:gd name="T22" fmla="*/ 17 w 563"/>
                <a:gd name="T23" fmla="*/ 212 h 362"/>
                <a:gd name="T24" fmla="*/ 35 w 563"/>
                <a:gd name="T25" fmla="*/ 241 h 362"/>
                <a:gd name="T26" fmla="*/ 60 w 563"/>
                <a:gd name="T27" fmla="*/ 268 h 362"/>
                <a:gd name="T28" fmla="*/ 81 w 563"/>
                <a:gd name="T29" fmla="*/ 292 h 362"/>
                <a:gd name="T30" fmla="*/ 103 w 563"/>
                <a:gd name="T31" fmla="*/ 316 h 362"/>
                <a:gd name="T32" fmla="*/ 119 w 563"/>
                <a:gd name="T33" fmla="*/ 327 h 362"/>
                <a:gd name="T34" fmla="*/ 135 w 563"/>
                <a:gd name="T35" fmla="*/ 335 h 362"/>
                <a:gd name="T36" fmla="*/ 156 w 563"/>
                <a:gd name="T37" fmla="*/ 341 h 362"/>
                <a:gd name="T38" fmla="*/ 183 w 563"/>
                <a:gd name="T39" fmla="*/ 346 h 362"/>
                <a:gd name="T40" fmla="*/ 200 w 563"/>
                <a:gd name="T41" fmla="*/ 349 h 362"/>
                <a:gd name="T42" fmla="*/ 240 w 563"/>
                <a:gd name="T43" fmla="*/ 354 h 362"/>
                <a:gd name="T44" fmla="*/ 286 w 563"/>
                <a:gd name="T45" fmla="*/ 357 h 362"/>
                <a:gd name="T46" fmla="*/ 334 w 563"/>
                <a:gd name="T47" fmla="*/ 359 h 362"/>
                <a:gd name="T48" fmla="*/ 385 w 563"/>
                <a:gd name="T49" fmla="*/ 362 h 362"/>
                <a:gd name="T50" fmla="*/ 434 w 563"/>
                <a:gd name="T51" fmla="*/ 359 h 362"/>
                <a:gd name="T52" fmla="*/ 477 w 563"/>
                <a:gd name="T53" fmla="*/ 351 h 362"/>
                <a:gd name="T54" fmla="*/ 504 w 563"/>
                <a:gd name="T55" fmla="*/ 343 h 362"/>
                <a:gd name="T56" fmla="*/ 517 w 563"/>
                <a:gd name="T57" fmla="*/ 335 h 362"/>
                <a:gd name="T58" fmla="*/ 528 w 563"/>
                <a:gd name="T59" fmla="*/ 325 h 362"/>
                <a:gd name="T60" fmla="*/ 541 w 563"/>
                <a:gd name="T61" fmla="*/ 306 h 362"/>
                <a:gd name="T62" fmla="*/ 555 w 563"/>
                <a:gd name="T63" fmla="*/ 274 h 362"/>
                <a:gd name="T64" fmla="*/ 560 w 563"/>
                <a:gd name="T65" fmla="*/ 236 h 362"/>
                <a:gd name="T66" fmla="*/ 563 w 563"/>
                <a:gd name="T67" fmla="*/ 193 h 362"/>
                <a:gd name="T68" fmla="*/ 560 w 563"/>
                <a:gd name="T69" fmla="*/ 153 h 362"/>
                <a:gd name="T70" fmla="*/ 557 w 563"/>
                <a:gd name="T71" fmla="*/ 113 h 362"/>
                <a:gd name="T72" fmla="*/ 552 w 563"/>
                <a:gd name="T73" fmla="*/ 78 h 362"/>
                <a:gd name="T74" fmla="*/ 547 w 563"/>
                <a:gd name="T75" fmla="*/ 59 h 362"/>
                <a:gd name="T76" fmla="*/ 544 w 563"/>
                <a:gd name="T77" fmla="*/ 46 h 362"/>
                <a:gd name="T78" fmla="*/ 539 w 563"/>
                <a:gd name="T79" fmla="*/ 30 h 362"/>
                <a:gd name="T80" fmla="*/ 533 w 563"/>
                <a:gd name="T81" fmla="*/ 22 h 362"/>
                <a:gd name="T82" fmla="*/ 522 w 563"/>
                <a:gd name="T83" fmla="*/ 19 h 362"/>
                <a:gd name="T84" fmla="*/ 506 w 563"/>
                <a:gd name="T85" fmla="*/ 16 h 362"/>
                <a:gd name="T86" fmla="*/ 479 w 563"/>
                <a:gd name="T87" fmla="*/ 16 h 362"/>
                <a:gd name="T88" fmla="*/ 466 w 563"/>
                <a:gd name="T89" fmla="*/ 13 h 362"/>
                <a:gd name="T90" fmla="*/ 450 w 563"/>
                <a:gd name="T91" fmla="*/ 11 h 362"/>
                <a:gd name="T92" fmla="*/ 409 w 563"/>
                <a:gd name="T93" fmla="*/ 11 h 362"/>
                <a:gd name="T94" fmla="*/ 364 w 563"/>
                <a:gd name="T95" fmla="*/ 13 h 362"/>
                <a:gd name="T96" fmla="*/ 321 w 563"/>
                <a:gd name="T97" fmla="*/ 13 h 362"/>
                <a:gd name="T98" fmla="*/ 283 w 563"/>
                <a:gd name="T99" fmla="*/ 11 h 362"/>
                <a:gd name="T100" fmla="*/ 248 w 563"/>
                <a:gd name="T101" fmla="*/ 5 h 362"/>
                <a:gd name="T102" fmla="*/ 213 w 563"/>
                <a:gd name="T103" fmla="*/ 0 h 362"/>
                <a:gd name="T104" fmla="*/ 186 w 563"/>
                <a:gd name="T105" fmla="*/ 0 h 362"/>
                <a:gd name="T106" fmla="*/ 175 w 563"/>
                <a:gd name="T107" fmla="*/ 0 h 3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563"/>
                <a:gd name="T163" fmla="*/ 0 h 362"/>
                <a:gd name="T164" fmla="*/ 563 w 563"/>
                <a:gd name="T165" fmla="*/ 362 h 362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563" h="362">
                  <a:moveTo>
                    <a:pt x="175" y="0"/>
                  </a:moveTo>
                  <a:lnTo>
                    <a:pt x="162" y="0"/>
                  </a:lnTo>
                  <a:lnTo>
                    <a:pt x="148" y="3"/>
                  </a:lnTo>
                  <a:lnTo>
                    <a:pt x="132" y="5"/>
                  </a:lnTo>
                  <a:lnTo>
                    <a:pt x="119" y="11"/>
                  </a:lnTo>
                  <a:lnTo>
                    <a:pt x="108" y="13"/>
                  </a:lnTo>
                  <a:lnTo>
                    <a:pt x="95" y="22"/>
                  </a:lnTo>
                  <a:lnTo>
                    <a:pt x="81" y="30"/>
                  </a:lnTo>
                  <a:lnTo>
                    <a:pt x="70" y="38"/>
                  </a:lnTo>
                  <a:lnTo>
                    <a:pt x="60" y="48"/>
                  </a:lnTo>
                  <a:lnTo>
                    <a:pt x="46" y="59"/>
                  </a:lnTo>
                  <a:lnTo>
                    <a:pt x="35" y="72"/>
                  </a:lnTo>
                  <a:lnTo>
                    <a:pt x="25" y="89"/>
                  </a:lnTo>
                  <a:lnTo>
                    <a:pt x="14" y="102"/>
                  </a:lnTo>
                  <a:lnTo>
                    <a:pt x="8" y="118"/>
                  </a:lnTo>
                  <a:lnTo>
                    <a:pt x="3" y="126"/>
                  </a:lnTo>
                  <a:lnTo>
                    <a:pt x="3" y="134"/>
                  </a:lnTo>
                  <a:lnTo>
                    <a:pt x="0" y="140"/>
                  </a:lnTo>
                  <a:lnTo>
                    <a:pt x="0" y="148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3" y="180"/>
                  </a:lnTo>
                  <a:lnTo>
                    <a:pt x="8" y="196"/>
                  </a:lnTo>
                  <a:lnTo>
                    <a:pt x="17" y="212"/>
                  </a:lnTo>
                  <a:lnTo>
                    <a:pt x="27" y="225"/>
                  </a:lnTo>
                  <a:lnTo>
                    <a:pt x="35" y="241"/>
                  </a:lnTo>
                  <a:lnTo>
                    <a:pt x="49" y="255"/>
                  </a:lnTo>
                  <a:lnTo>
                    <a:pt x="60" y="268"/>
                  </a:lnTo>
                  <a:lnTo>
                    <a:pt x="70" y="282"/>
                  </a:lnTo>
                  <a:lnTo>
                    <a:pt x="81" y="292"/>
                  </a:lnTo>
                  <a:lnTo>
                    <a:pt x="92" y="306"/>
                  </a:lnTo>
                  <a:lnTo>
                    <a:pt x="103" y="316"/>
                  </a:lnTo>
                  <a:lnTo>
                    <a:pt x="111" y="322"/>
                  </a:lnTo>
                  <a:lnTo>
                    <a:pt x="119" y="327"/>
                  </a:lnTo>
                  <a:lnTo>
                    <a:pt x="127" y="330"/>
                  </a:lnTo>
                  <a:lnTo>
                    <a:pt x="135" y="335"/>
                  </a:lnTo>
                  <a:lnTo>
                    <a:pt x="146" y="338"/>
                  </a:lnTo>
                  <a:lnTo>
                    <a:pt x="156" y="341"/>
                  </a:lnTo>
                  <a:lnTo>
                    <a:pt x="170" y="343"/>
                  </a:lnTo>
                  <a:lnTo>
                    <a:pt x="183" y="346"/>
                  </a:lnTo>
                  <a:lnTo>
                    <a:pt x="191" y="346"/>
                  </a:lnTo>
                  <a:lnTo>
                    <a:pt x="200" y="349"/>
                  </a:lnTo>
                  <a:lnTo>
                    <a:pt x="218" y="351"/>
                  </a:lnTo>
                  <a:lnTo>
                    <a:pt x="240" y="354"/>
                  </a:lnTo>
                  <a:lnTo>
                    <a:pt x="261" y="354"/>
                  </a:lnTo>
                  <a:lnTo>
                    <a:pt x="286" y="357"/>
                  </a:lnTo>
                  <a:lnTo>
                    <a:pt x="310" y="359"/>
                  </a:lnTo>
                  <a:lnTo>
                    <a:pt x="334" y="359"/>
                  </a:lnTo>
                  <a:lnTo>
                    <a:pt x="361" y="362"/>
                  </a:lnTo>
                  <a:lnTo>
                    <a:pt x="385" y="362"/>
                  </a:lnTo>
                  <a:lnTo>
                    <a:pt x="409" y="359"/>
                  </a:lnTo>
                  <a:lnTo>
                    <a:pt x="434" y="359"/>
                  </a:lnTo>
                  <a:lnTo>
                    <a:pt x="455" y="357"/>
                  </a:lnTo>
                  <a:lnTo>
                    <a:pt x="477" y="351"/>
                  </a:lnTo>
                  <a:lnTo>
                    <a:pt x="493" y="346"/>
                  </a:lnTo>
                  <a:lnTo>
                    <a:pt x="504" y="343"/>
                  </a:lnTo>
                  <a:lnTo>
                    <a:pt x="509" y="338"/>
                  </a:lnTo>
                  <a:lnTo>
                    <a:pt x="517" y="335"/>
                  </a:lnTo>
                  <a:lnTo>
                    <a:pt x="522" y="330"/>
                  </a:lnTo>
                  <a:lnTo>
                    <a:pt x="528" y="325"/>
                  </a:lnTo>
                  <a:lnTo>
                    <a:pt x="533" y="319"/>
                  </a:lnTo>
                  <a:lnTo>
                    <a:pt x="541" y="306"/>
                  </a:lnTo>
                  <a:lnTo>
                    <a:pt x="549" y="292"/>
                  </a:lnTo>
                  <a:lnTo>
                    <a:pt x="555" y="274"/>
                  </a:lnTo>
                  <a:lnTo>
                    <a:pt x="557" y="255"/>
                  </a:lnTo>
                  <a:lnTo>
                    <a:pt x="560" y="236"/>
                  </a:lnTo>
                  <a:lnTo>
                    <a:pt x="563" y="215"/>
                  </a:lnTo>
                  <a:lnTo>
                    <a:pt x="563" y="193"/>
                  </a:lnTo>
                  <a:lnTo>
                    <a:pt x="560" y="172"/>
                  </a:lnTo>
                  <a:lnTo>
                    <a:pt x="560" y="153"/>
                  </a:lnTo>
                  <a:lnTo>
                    <a:pt x="557" y="131"/>
                  </a:lnTo>
                  <a:lnTo>
                    <a:pt x="557" y="113"/>
                  </a:lnTo>
                  <a:lnTo>
                    <a:pt x="555" y="94"/>
                  </a:lnTo>
                  <a:lnTo>
                    <a:pt x="552" y="78"/>
                  </a:lnTo>
                  <a:lnTo>
                    <a:pt x="549" y="64"/>
                  </a:lnTo>
                  <a:lnTo>
                    <a:pt x="547" y="59"/>
                  </a:lnTo>
                  <a:lnTo>
                    <a:pt x="547" y="54"/>
                  </a:lnTo>
                  <a:lnTo>
                    <a:pt x="544" y="46"/>
                  </a:lnTo>
                  <a:lnTo>
                    <a:pt x="541" y="38"/>
                  </a:lnTo>
                  <a:lnTo>
                    <a:pt x="539" y="30"/>
                  </a:lnTo>
                  <a:lnTo>
                    <a:pt x="536" y="27"/>
                  </a:lnTo>
                  <a:lnTo>
                    <a:pt x="533" y="22"/>
                  </a:lnTo>
                  <a:lnTo>
                    <a:pt x="528" y="19"/>
                  </a:lnTo>
                  <a:lnTo>
                    <a:pt x="522" y="19"/>
                  </a:lnTo>
                  <a:lnTo>
                    <a:pt x="520" y="16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74" y="13"/>
                  </a:lnTo>
                  <a:lnTo>
                    <a:pt x="466" y="13"/>
                  </a:lnTo>
                  <a:lnTo>
                    <a:pt x="458" y="13"/>
                  </a:lnTo>
                  <a:lnTo>
                    <a:pt x="450" y="11"/>
                  </a:lnTo>
                  <a:lnTo>
                    <a:pt x="431" y="11"/>
                  </a:lnTo>
                  <a:lnTo>
                    <a:pt x="409" y="11"/>
                  </a:lnTo>
                  <a:lnTo>
                    <a:pt x="388" y="13"/>
                  </a:lnTo>
                  <a:lnTo>
                    <a:pt x="364" y="13"/>
                  </a:lnTo>
                  <a:lnTo>
                    <a:pt x="342" y="13"/>
                  </a:lnTo>
                  <a:lnTo>
                    <a:pt x="321" y="13"/>
                  </a:lnTo>
                  <a:lnTo>
                    <a:pt x="302" y="13"/>
                  </a:lnTo>
                  <a:lnTo>
                    <a:pt x="283" y="11"/>
                  </a:lnTo>
                  <a:lnTo>
                    <a:pt x="264" y="11"/>
                  </a:lnTo>
                  <a:lnTo>
                    <a:pt x="248" y="5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200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0" name="Freeform 41">
              <a:extLst>
                <a:ext uri="{FF2B5EF4-FFF2-40B4-BE49-F238E27FC236}">
                  <a16:creationId xmlns:a16="http://schemas.microsoft.com/office/drawing/2014/main" id="{52E41D46-1C3B-1E47-8CD3-9673A5CE4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2093" y="2631101"/>
              <a:ext cx="346075" cy="336550"/>
            </a:xfrm>
            <a:custGeom>
              <a:avLst/>
              <a:gdLst>
                <a:gd name="T0" fmla="*/ 100 w 218"/>
                <a:gd name="T1" fmla="*/ 0 h 212"/>
                <a:gd name="T2" fmla="*/ 78 w 218"/>
                <a:gd name="T3" fmla="*/ 6 h 212"/>
                <a:gd name="T4" fmla="*/ 57 w 218"/>
                <a:gd name="T5" fmla="*/ 14 h 212"/>
                <a:gd name="T6" fmla="*/ 41 w 218"/>
                <a:gd name="T7" fmla="*/ 25 h 212"/>
                <a:gd name="T8" fmla="*/ 24 w 218"/>
                <a:gd name="T9" fmla="*/ 38 h 212"/>
                <a:gd name="T10" fmla="*/ 14 w 218"/>
                <a:gd name="T11" fmla="*/ 57 h 212"/>
                <a:gd name="T12" fmla="*/ 6 w 218"/>
                <a:gd name="T13" fmla="*/ 76 h 212"/>
                <a:gd name="T14" fmla="*/ 0 w 218"/>
                <a:gd name="T15" fmla="*/ 94 h 212"/>
                <a:gd name="T16" fmla="*/ 0 w 218"/>
                <a:gd name="T17" fmla="*/ 116 h 212"/>
                <a:gd name="T18" fmla="*/ 6 w 218"/>
                <a:gd name="T19" fmla="*/ 137 h 212"/>
                <a:gd name="T20" fmla="*/ 14 w 218"/>
                <a:gd name="T21" fmla="*/ 156 h 212"/>
                <a:gd name="T22" fmla="*/ 24 w 218"/>
                <a:gd name="T23" fmla="*/ 172 h 212"/>
                <a:gd name="T24" fmla="*/ 41 w 218"/>
                <a:gd name="T25" fmla="*/ 188 h 212"/>
                <a:gd name="T26" fmla="*/ 57 w 218"/>
                <a:gd name="T27" fmla="*/ 199 h 212"/>
                <a:gd name="T28" fmla="*/ 78 w 218"/>
                <a:gd name="T29" fmla="*/ 207 h 212"/>
                <a:gd name="T30" fmla="*/ 100 w 218"/>
                <a:gd name="T31" fmla="*/ 212 h 212"/>
                <a:gd name="T32" fmla="*/ 121 w 218"/>
                <a:gd name="T33" fmla="*/ 212 h 212"/>
                <a:gd name="T34" fmla="*/ 143 w 218"/>
                <a:gd name="T35" fmla="*/ 207 h 212"/>
                <a:gd name="T36" fmla="*/ 162 w 218"/>
                <a:gd name="T37" fmla="*/ 199 h 212"/>
                <a:gd name="T38" fmla="*/ 178 w 218"/>
                <a:gd name="T39" fmla="*/ 188 h 212"/>
                <a:gd name="T40" fmla="*/ 194 w 218"/>
                <a:gd name="T41" fmla="*/ 172 h 212"/>
                <a:gd name="T42" fmla="*/ 205 w 218"/>
                <a:gd name="T43" fmla="*/ 156 h 212"/>
                <a:gd name="T44" fmla="*/ 213 w 218"/>
                <a:gd name="T45" fmla="*/ 137 h 212"/>
                <a:gd name="T46" fmla="*/ 218 w 218"/>
                <a:gd name="T47" fmla="*/ 116 h 212"/>
                <a:gd name="T48" fmla="*/ 218 w 218"/>
                <a:gd name="T49" fmla="*/ 94 h 212"/>
                <a:gd name="T50" fmla="*/ 213 w 218"/>
                <a:gd name="T51" fmla="*/ 76 h 212"/>
                <a:gd name="T52" fmla="*/ 205 w 218"/>
                <a:gd name="T53" fmla="*/ 57 h 212"/>
                <a:gd name="T54" fmla="*/ 194 w 218"/>
                <a:gd name="T55" fmla="*/ 38 h 212"/>
                <a:gd name="T56" fmla="*/ 178 w 218"/>
                <a:gd name="T57" fmla="*/ 25 h 212"/>
                <a:gd name="T58" fmla="*/ 162 w 218"/>
                <a:gd name="T59" fmla="*/ 14 h 212"/>
                <a:gd name="T60" fmla="*/ 143 w 218"/>
                <a:gd name="T61" fmla="*/ 6 h 212"/>
                <a:gd name="T62" fmla="*/ 121 w 218"/>
                <a:gd name="T63" fmla="*/ 0 h 21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18"/>
                <a:gd name="T97" fmla="*/ 0 h 212"/>
                <a:gd name="T98" fmla="*/ 218 w 218"/>
                <a:gd name="T99" fmla="*/ 212 h 21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18" h="212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7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5"/>
                  </a:lnTo>
                  <a:lnTo>
                    <a:pt x="33" y="33"/>
                  </a:lnTo>
                  <a:lnTo>
                    <a:pt x="24" y="38"/>
                  </a:lnTo>
                  <a:lnTo>
                    <a:pt x="19" y="46"/>
                  </a:lnTo>
                  <a:lnTo>
                    <a:pt x="14" y="57"/>
                  </a:lnTo>
                  <a:lnTo>
                    <a:pt x="8" y="65"/>
                  </a:lnTo>
                  <a:lnTo>
                    <a:pt x="6" y="76"/>
                  </a:lnTo>
                  <a:lnTo>
                    <a:pt x="3" y="84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6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4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7" y="204"/>
                  </a:lnTo>
                  <a:lnTo>
                    <a:pt x="78" y="207"/>
                  </a:lnTo>
                  <a:lnTo>
                    <a:pt x="89" y="210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10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5" y="126"/>
                  </a:lnTo>
                  <a:lnTo>
                    <a:pt x="218" y="116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5" y="84"/>
                  </a:lnTo>
                  <a:lnTo>
                    <a:pt x="213" y="76"/>
                  </a:lnTo>
                  <a:lnTo>
                    <a:pt x="210" y="65"/>
                  </a:lnTo>
                  <a:lnTo>
                    <a:pt x="205" y="57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3"/>
                  </a:lnTo>
                  <a:lnTo>
                    <a:pt x="178" y="25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71" name="Rectangle 3">
            <a:extLst>
              <a:ext uri="{FF2B5EF4-FFF2-40B4-BE49-F238E27FC236}">
                <a16:creationId xmlns:a16="http://schemas.microsoft.com/office/drawing/2014/main" id="{E54A3C0C-0F71-9345-9DF3-C62A1590C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3581400"/>
            <a:ext cx="6401562" cy="381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72" name="Rectangle 4">
            <a:extLst>
              <a:ext uri="{FF2B5EF4-FFF2-40B4-BE49-F238E27FC236}">
                <a16:creationId xmlns:a16="http://schemas.microsoft.com/office/drawing/2014/main" id="{75942C0D-9686-7045-8336-48F964013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7929" y="4358794"/>
            <a:ext cx="10802636" cy="205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A advertises path Aw to B and to C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B </a:t>
            </a:r>
            <a:r>
              <a:rPr lang="en-US" sz="2400" i="1" dirty="0">
                <a:solidFill>
                  <a:srgbClr val="0000A8"/>
                </a:solidFill>
                <a:latin typeface="+mn-lt"/>
              </a:rPr>
              <a:t>chooses not to advertise </a:t>
            </a:r>
            <a:r>
              <a:rPr lang="en-US" sz="2400" dirty="0">
                <a:latin typeface="+mn-lt"/>
              </a:rPr>
              <a:t>BAw to C!  </a:t>
            </a:r>
          </a:p>
          <a:p>
            <a:pPr marL="800100" lvl="1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B gets no </a:t>
            </a:r>
            <a:r>
              <a:rPr lang="en-US" sz="2400" dirty="0"/>
              <a:t>“</a:t>
            </a:r>
            <a:r>
              <a:rPr lang="en-US" altLang="ja-JP" sz="2400" dirty="0">
                <a:latin typeface="+mn-lt"/>
              </a:rPr>
              <a:t>revenue</a:t>
            </a:r>
            <a:r>
              <a:rPr lang="en-US" altLang="ja-JP" sz="2400" dirty="0"/>
              <a:t>”</a:t>
            </a:r>
            <a:r>
              <a:rPr lang="en-US" altLang="ja-JP" sz="2400" dirty="0">
                <a:latin typeface="+mn-lt"/>
              </a:rPr>
              <a:t> for routing CBAw, since none of  C, A, w are B</a:t>
            </a:r>
            <a:r>
              <a:rPr lang="en-US" altLang="ja-JP" sz="2400" dirty="0"/>
              <a:t>’</a:t>
            </a:r>
            <a:r>
              <a:rPr lang="en-US" altLang="ja-JP" sz="2400" dirty="0">
                <a:latin typeface="+mn-lt"/>
              </a:rPr>
              <a:t>s customers</a:t>
            </a:r>
          </a:p>
          <a:p>
            <a:pPr marL="800100" lvl="1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altLang="ja-JP" sz="2400" dirty="0">
                <a:latin typeface="+mn-lt"/>
              </a:rPr>
              <a:t>C does </a:t>
            </a:r>
            <a:r>
              <a:rPr lang="en-US" altLang="ja-JP" sz="2400" i="1" dirty="0">
                <a:latin typeface="+mn-lt"/>
              </a:rPr>
              <a:t>not</a:t>
            </a:r>
            <a:r>
              <a:rPr lang="en-US" altLang="ja-JP" sz="2400" dirty="0">
                <a:latin typeface="+mn-lt"/>
              </a:rPr>
              <a:t> learn about CBAw path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C will route CAw (not using B) to get to w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33DA0E0B-DE29-3147-B564-0EB3AC2AD342}"/>
              </a:ext>
            </a:extLst>
          </p:cNvPr>
          <p:cNvSpPr txBox="1"/>
          <p:nvPr/>
        </p:nvSpPr>
        <p:spPr>
          <a:xfrm>
            <a:off x="655786" y="3397142"/>
            <a:ext cx="1107361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ISP only wants to route traffic to/from its customer networks </a:t>
            </a:r>
            <a:r>
              <a:rPr lang="en-US" sz="2400" dirty="0"/>
              <a:t>(does not want to carry transit traffic between other ISPs – a typical “real world” policy)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6AEABC-D528-EA42-9F12-618E7DACB610}"/>
              </a:ext>
            </a:extLst>
          </p:cNvPr>
          <p:cNvCxnSpPr/>
          <p:nvPr/>
        </p:nvCxnSpPr>
        <p:spPr>
          <a:xfrm flipH="1">
            <a:off x="2407023" y="2232212"/>
            <a:ext cx="618565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Freeform 14">
            <a:extLst>
              <a:ext uri="{FF2B5EF4-FFF2-40B4-BE49-F238E27FC236}">
                <a16:creationId xmlns:a16="http://schemas.microsoft.com/office/drawing/2014/main" id="{DFD5F628-1E9B-9047-B076-769DD7A8AB30}"/>
              </a:ext>
            </a:extLst>
          </p:cNvPr>
          <p:cNvSpPr>
            <a:spLocks/>
          </p:cNvSpPr>
          <p:nvPr/>
        </p:nvSpPr>
        <p:spPr bwMode="auto">
          <a:xfrm>
            <a:off x="2143756" y="2044157"/>
            <a:ext cx="346075" cy="341313"/>
          </a:xfrm>
          <a:custGeom>
            <a:avLst/>
            <a:gdLst>
              <a:gd name="T0" fmla="*/ 99 w 218"/>
              <a:gd name="T1" fmla="*/ 0 h 215"/>
              <a:gd name="T2" fmla="*/ 78 w 218"/>
              <a:gd name="T3" fmla="*/ 6 h 215"/>
              <a:gd name="T4" fmla="*/ 56 w 218"/>
              <a:gd name="T5" fmla="*/ 14 h 215"/>
              <a:gd name="T6" fmla="*/ 40 w 218"/>
              <a:gd name="T7" fmla="*/ 25 h 215"/>
              <a:gd name="T8" fmla="*/ 24 w 218"/>
              <a:gd name="T9" fmla="*/ 41 h 215"/>
              <a:gd name="T10" fmla="*/ 13 w 218"/>
              <a:gd name="T11" fmla="*/ 57 h 215"/>
              <a:gd name="T12" fmla="*/ 5 w 218"/>
              <a:gd name="T13" fmla="*/ 76 h 215"/>
              <a:gd name="T14" fmla="*/ 0 w 218"/>
              <a:gd name="T15" fmla="*/ 97 h 215"/>
              <a:gd name="T16" fmla="*/ 0 w 218"/>
              <a:gd name="T17" fmla="*/ 118 h 215"/>
              <a:gd name="T18" fmla="*/ 5 w 218"/>
              <a:gd name="T19" fmla="*/ 140 h 215"/>
              <a:gd name="T20" fmla="*/ 13 w 218"/>
              <a:gd name="T21" fmla="*/ 159 h 215"/>
              <a:gd name="T22" fmla="*/ 24 w 218"/>
              <a:gd name="T23" fmla="*/ 175 h 215"/>
              <a:gd name="T24" fmla="*/ 40 w 218"/>
              <a:gd name="T25" fmla="*/ 191 h 215"/>
              <a:gd name="T26" fmla="*/ 56 w 218"/>
              <a:gd name="T27" fmla="*/ 202 h 215"/>
              <a:gd name="T28" fmla="*/ 78 w 218"/>
              <a:gd name="T29" fmla="*/ 210 h 215"/>
              <a:gd name="T30" fmla="*/ 99 w 218"/>
              <a:gd name="T31" fmla="*/ 215 h 215"/>
              <a:gd name="T32" fmla="*/ 121 w 218"/>
              <a:gd name="T33" fmla="*/ 215 h 215"/>
              <a:gd name="T34" fmla="*/ 142 w 218"/>
              <a:gd name="T35" fmla="*/ 210 h 215"/>
              <a:gd name="T36" fmla="*/ 161 w 218"/>
              <a:gd name="T37" fmla="*/ 202 h 215"/>
              <a:gd name="T38" fmla="*/ 177 w 218"/>
              <a:gd name="T39" fmla="*/ 191 h 215"/>
              <a:gd name="T40" fmla="*/ 193 w 218"/>
              <a:gd name="T41" fmla="*/ 175 h 215"/>
              <a:gd name="T42" fmla="*/ 204 w 218"/>
              <a:gd name="T43" fmla="*/ 159 h 215"/>
              <a:gd name="T44" fmla="*/ 212 w 218"/>
              <a:gd name="T45" fmla="*/ 140 h 215"/>
              <a:gd name="T46" fmla="*/ 218 w 218"/>
              <a:gd name="T47" fmla="*/ 118 h 215"/>
              <a:gd name="T48" fmla="*/ 218 w 218"/>
              <a:gd name="T49" fmla="*/ 97 h 215"/>
              <a:gd name="T50" fmla="*/ 212 w 218"/>
              <a:gd name="T51" fmla="*/ 76 h 215"/>
              <a:gd name="T52" fmla="*/ 204 w 218"/>
              <a:gd name="T53" fmla="*/ 57 h 215"/>
              <a:gd name="T54" fmla="*/ 193 w 218"/>
              <a:gd name="T55" fmla="*/ 41 h 215"/>
              <a:gd name="T56" fmla="*/ 177 w 218"/>
              <a:gd name="T57" fmla="*/ 25 h 215"/>
              <a:gd name="T58" fmla="*/ 161 w 218"/>
              <a:gd name="T59" fmla="*/ 14 h 215"/>
              <a:gd name="T60" fmla="*/ 142 w 218"/>
              <a:gd name="T61" fmla="*/ 6 h 215"/>
              <a:gd name="T62" fmla="*/ 121 w 218"/>
              <a:gd name="T63" fmla="*/ 0 h 215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218"/>
              <a:gd name="T97" fmla="*/ 0 h 215"/>
              <a:gd name="T98" fmla="*/ 218 w 218"/>
              <a:gd name="T99" fmla="*/ 215 h 215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218" h="215">
                <a:moveTo>
                  <a:pt x="110" y="0"/>
                </a:moveTo>
                <a:lnTo>
                  <a:pt x="99" y="0"/>
                </a:lnTo>
                <a:lnTo>
                  <a:pt x="88" y="3"/>
                </a:lnTo>
                <a:lnTo>
                  <a:pt x="78" y="6"/>
                </a:lnTo>
                <a:lnTo>
                  <a:pt x="67" y="9"/>
                </a:lnTo>
                <a:lnTo>
                  <a:pt x="56" y="14"/>
                </a:lnTo>
                <a:lnTo>
                  <a:pt x="48" y="19"/>
                </a:lnTo>
                <a:lnTo>
                  <a:pt x="40" y="25"/>
                </a:lnTo>
                <a:lnTo>
                  <a:pt x="32" y="33"/>
                </a:lnTo>
                <a:lnTo>
                  <a:pt x="24" y="41"/>
                </a:lnTo>
                <a:lnTo>
                  <a:pt x="18" y="49"/>
                </a:lnTo>
                <a:lnTo>
                  <a:pt x="13" y="57"/>
                </a:lnTo>
                <a:lnTo>
                  <a:pt x="8" y="65"/>
                </a:lnTo>
                <a:lnTo>
                  <a:pt x="5" y="76"/>
                </a:lnTo>
                <a:lnTo>
                  <a:pt x="2" y="86"/>
                </a:lnTo>
                <a:lnTo>
                  <a:pt x="0" y="97"/>
                </a:lnTo>
                <a:lnTo>
                  <a:pt x="0" y="108"/>
                </a:lnTo>
                <a:lnTo>
                  <a:pt x="0" y="118"/>
                </a:lnTo>
                <a:lnTo>
                  <a:pt x="2" y="129"/>
                </a:lnTo>
                <a:lnTo>
                  <a:pt x="5" y="140"/>
                </a:lnTo>
                <a:lnTo>
                  <a:pt x="8" y="151"/>
                </a:lnTo>
                <a:lnTo>
                  <a:pt x="13" y="159"/>
                </a:lnTo>
                <a:lnTo>
                  <a:pt x="18" y="167"/>
                </a:lnTo>
                <a:lnTo>
                  <a:pt x="24" y="175"/>
                </a:lnTo>
                <a:lnTo>
                  <a:pt x="32" y="183"/>
                </a:lnTo>
                <a:lnTo>
                  <a:pt x="40" y="191"/>
                </a:lnTo>
                <a:lnTo>
                  <a:pt x="48" y="196"/>
                </a:lnTo>
                <a:lnTo>
                  <a:pt x="56" y="202"/>
                </a:lnTo>
                <a:lnTo>
                  <a:pt x="67" y="207"/>
                </a:lnTo>
                <a:lnTo>
                  <a:pt x="78" y="210"/>
                </a:lnTo>
                <a:lnTo>
                  <a:pt x="88" y="212"/>
                </a:lnTo>
                <a:lnTo>
                  <a:pt x="99" y="215"/>
                </a:lnTo>
                <a:lnTo>
                  <a:pt x="110" y="215"/>
                </a:lnTo>
                <a:lnTo>
                  <a:pt x="121" y="215"/>
                </a:lnTo>
                <a:lnTo>
                  <a:pt x="131" y="212"/>
                </a:lnTo>
                <a:lnTo>
                  <a:pt x="142" y="210"/>
                </a:lnTo>
                <a:lnTo>
                  <a:pt x="153" y="207"/>
                </a:lnTo>
                <a:lnTo>
                  <a:pt x="161" y="202"/>
                </a:lnTo>
                <a:lnTo>
                  <a:pt x="169" y="196"/>
                </a:lnTo>
                <a:lnTo>
                  <a:pt x="177" y="191"/>
                </a:lnTo>
                <a:lnTo>
                  <a:pt x="185" y="183"/>
                </a:lnTo>
                <a:lnTo>
                  <a:pt x="193" y="175"/>
                </a:lnTo>
                <a:lnTo>
                  <a:pt x="199" y="167"/>
                </a:lnTo>
                <a:lnTo>
                  <a:pt x="204" y="159"/>
                </a:lnTo>
                <a:lnTo>
                  <a:pt x="209" y="151"/>
                </a:lnTo>
                <a:lnTo>
                  <a:pt x="212" y="140"/>
                </a:lnTo>
                <a:lnTo>
                  <a:pt x="215" y="129"/>
                </a:lnTo>
                <a:lnTo>
                  <a:pt x="218" y="118"/>
                </a:lnTo>
                <a:lnTo>
                  <a:pt x="218" y="108"/>
                </a:lnTo>
                <a:lnTo>
                  <a:pt x="218" y="97"/>
                </a:lnTo>
                <a:lnTo>
                  <a:pt x="215" y="86"/>
                </a:lnTo>
                <a:lnTo>
                  <a:pt x="212" y="76"/>
                </a:lnTo>
                <a:lnTo>
                  <a:pt x="209" y="65"/>
                </a:lnTo>
                <a:lnTo>
                  <a:pt x="204" y="57"/>
                </a:lnTo>
                <a:lnTo>
                  <a:pt x="199" y="49"/>
                </a:lnTo>
                <a:lnTo>
                  <a:pt x="193" y="41"/>
                </a:lnTo>
                <a:lnTo>
                  <a:pt x="185" y="33"/>
                </a:lnTo>
                <a:lnTo>
                  <a:pt x="177" y="25"/>
                </a:lnTo>
                <a:lnTo>
                  <a:pt x="169" y="19"/>
                </a:lnTo>
                <a:lnTo>
                  <a:pt x="161" y="14"/>
                </a:lnTo>
                <a:lnTo>
                  <a:pt x="153" y="9"/>
                </a:lnTo>
                <a:lnTo>
                  <a:pt x="142" y="6"/>
                </a:lnTo>
                <a:lnTo>
                  <a:pt x="131" y="3"/>
                </a:lnTo>
                <a:lnTo>
                  <a:pt x="121" y="0"/>
                </a:lnTo>
                <a:lnTo>
                  <a:pt x="11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44" name="Rectangle 15">
            <a:extLst>
              <a:ext uri="{FF2B5EF4-FFF2-40B4-BE49-F238E27FC236}">
                <a16:creationId xmlns:a16="http://schemas.microsoft.com/office/drawing/2014/main" id="{C1F5C79B-2FE7-554C-A52F-9036F9664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6237" y="2009324"/>
            <a:ext cx="22923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w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45" name="Rectangle 16">
            <a:extLst>
              <a:ext uri="{FF2B5EF4-FFF2-40B4-BE49-F238E27FC236}">
                <a16:creationId xmlns:a16="http://schemas.microsoft.com/office/drawing/2014/main" id="{99072FE5-38EC-F64C-B60E-F3D505CCE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9981" y="2083844"/>
            <a:ext cx="4921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44E66DA-DCC6-7F44-AC06-FAE5FC3E60BF}"/>
              </a:ext>
            </a:extLst>
          </p:cNvPr>
          <p:cNvGrpSpPr/>
          <p:nvPr/>
        </p:nvGrpSpPr>
        <p:grpSpPr>
          <a:xfrm>
            <a:off x="2950206" y="1990648"/>
            <a:ext cx="892175" cy="579438"/>
            <a:chOff x="2950206" y="1990648"/>
            <a:chExt cx="892175" cy="579438"/>
          </a:xfrm>
        </p:grpSpPr>
        <p:sp>
          <p:nvSpPr>
            <p:cNvPr id="237" name="Freeform 8">
              <a:extLst>
                <a:ext uri="{FF2B5EF4-FFF2-40B4-BE49-F238E27FC236}">
                  <a16:creationId xmlns:a16="http://schemas.microsoft.com/office/drawing/2014/main" id="{FDB92971-5732-AB45-AC0C-7FEBEABF4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0206" y="1990648"/>
              <a:ext cx="892175" cy="579438"/>
            </a:xfrm>
            <a:custGeom>
              <a:avLst/>
              <a:gdLst>
                <a:gd name="T0" fmla="*/ 148 w 562"/>
                <a:gd name="T1" fmla="*/ 5 h 365"/>
                <a:gd name="T2" fmla="*/ 121 w 562"/>
                <a:gd name="T3" fmla="*/ 11 h 365"/>
                <a:gd name="T4" fmla="*/ 94 w 562"/>
                <a:gd name="T5" fmla="*/ 21 h 365"/>
                <a:gd name="T6" fmla="*/ 70 w 562"/>
                <a:gd name="T7" fmla="*/ 37 h 365"/>
                <a:gd name="T8" fmla="*/ 46 w 562"/>
                <a:gd name="T9" fmla="*/ 62 h 365"/>
                <a:gd name="T10" fmla="*/ 24 w 562"/>
                <a:gd name="T11" fmla="*/ 91 h 365"/>
                <a:gd name="T12" fmla="*/ 8 w 562"/>
                <a:gd name="T13" fmla="*/ 121 h 365"/>
                <a:gd name="T14" fmla="*/ 3 w 562"/>
                <a:gd name="T15" fmla="*/ 137 h 365"/>
                <a:gd name="T16" fmla="*/ 0 w 562"/>
                <a:gd name="T17" fmla="*/ 150 h 365"/>
                <a:gd name="T18" fmla="*/ 0 w 562"/>
                <a:gd name="T19" fmla="*/ 166 h 365"/>
                <a:gd name="T20" fmla="*/ 3 w 562"/>
                <a:gd name="T21" fmla="*/ 182 h 365"/>
                <a:gd name="T22" fmla="*/ 19 w 562"/>
                <a:gd name="T23" fmla="*/ 212 h 365"/>
                <a:gd name="T24" fmla="*/ 38 w 562"/>
                <a:gd name="T25" fmla="*/ 244 h 365"/>
                <a:gd name="T26" fmla="*/ 59 w 562"/>
                <a:gd name="T27" fmla="*/ 271 h 365"/>
                <a:gd name="T28" fmla="*/ 81 w 562"/>
                <a:gd name="T29" fmla="*/ 295 h 365"/>
                <a:gd name="T30" fmla="*/ 105 w 562"/>
                <a:gd name="T31" fmla="*/ 319 h 365"/>
                <a:gd name="T32" fmla="*/ 119 w 562"/>
                <a:gd name="T33" fmla="*/ 327 h 365"/>
                <a:gd name="T34" fmla="*/ 137 w 562"/>
                <a:gd name="T35" fmla="*/ 335 h 365"/>
                <a:gd name="T36" fmla="*/ 156 w 562"/>
                <a:gd name="T37" fmla="*/ 343 h 365"/>
                <a:gd name="T38" fmla="*/ 183 w 562"/>
                <a:gd name="T39" fmla="*/ 349 h 365"/>
                <a:gd name="T40" fmla="*/ 199 w 562"/>
                <a:gd name="T41" fmla="*/ 351 h 365"/>
                <a:gd name="T42" fmla="*/ 240 w 562"/>
                <a:gd name="T43" fmla="*/ 357 h 365"/>
                <a:gd name="T44" fmla="*/ 285 w 562"/>
                <a:gd name="T45" fmla="*/ 359 h 365"/>
                <a:gd name="T46" fmla="*/ 334 w 562"/>
                <a:gd name="T47" fmla="*/ 362 h 365"/>
                <a:gd name="T48" fmla="*/ 385 w 562"/>
                <a:gd name="T49" fmla="*/ 365 h 365"/>
                <a:gd name="T50" fmla="*/ 433 w 562"/>
                <a:gd name="T51" fmla="*/ 362 h 365"/>
                <a:gd name="T52" fmla="*/ 476 w 562"/>
                <a:gd name="T53" fmla="*/ 354 h 365"/>
                <a:gd name="T54" fmla="*/ 503 w 562"/>
                <a:gd name="T55" fmla="*/ 346 h 365"/>
                <a:gd name="T56" fmla="*/ 519 w 562"/>
                <a:gd name="T57" fmla="*/ 338 h 365"/>
                <a:gd name="T58" fmla="*/ 530 w 562"/>
                <a:gd name="T59" fmla="*/ 327 h 365"/>
                <a:gd name="T60" fmla="*/ 544 w 562"/>
                <a:gd name="T61" fmla="*/ 308 h 365"/>
                <a:gd name="T62" fmla="*/ 554 w 562"/>
                <a:gd name="T63" fmla="*/ 276 h 365"/>
                <a:gd name="T64" fmla="*/ 560 w 562"/>
                <a:gd name="T65" fmla="*/ 239 h 365"/>
                <a:gd name="T66" fmla="*/ 562 w 562"/>
                <a:gd name="T67" fmla="*/ 196 h 365"/>
                <a:gd name="T68" fmla="*/ 560 w 562"/>
                <a:gd name="T69" fmla="*/ 155 h 365"/>
                <a:gd name="T70" fmla="*/ 557 w 562"/>
                <a:gd name="T71" fmla="*/ 115 h 365"/>
                <a:gd name="T72" fmla="*/ 552 w 562"/>
                <a:gd name="T73" fmla="*/ 80 h 365"/>
                <a:gd name="T74" fmla="*/ 549 w 562"/>
                <a:gd name="T75" fmla="*/ 62 h 365"/>
                <a:gd name="T76" fmla="*/ 546 w 562"/>
                <a:gd name="T77" fmla="*/ 48 h 365"/>
                <a:gd name="T78" fmla="*/ 541 w 562"/>
                <a:gd name="T79" fmla="*/ 32 h 365"/>
                <a:gd name="T80" fmla="*/ 533 w 562"/>
                <a:gd name="T81" fmla="*/ 24 h 365"/>
                <a:gd name="T82" fmla="*/ 525 w 562"/>
                <a:gd name="T83" fmla="*/ 19 h 365"/>
                <a:gd name="T84" fmla="*/ 509 w 562"/>
                <a:gd name="T85" fmla="*/ 16 h 365"/>
                <a:gd name="T86" fmla="*/ 482 w 562"/>
                <a:gd name="T87" fmla="*/ 16 h 365"/>
                <a:gd name="T88" fmla="*/ 458 w 562"/>
                <a:gd name="T89" fmla="*/ 16 h 365"/>
                <a:gd name="T90" fmla="*/ 431 w 562"/>
                <a:gd name="T91" fmla="*/ 13 h 365"/>
                <a:gd name="T92" fmla="*/ 388 w 562"/>
                <a:gd name="T93" fmla="*/ 13 h 365"/>
                <a:gd name="T94" fmla="*/ 342 w 562"/>
                <a:gd name="T95" fmla="*/ 16 h 365"/>
                <a:gd name="T96" fmla="*/ 301 w 562"/>
                <a:gd name="T97" fmla="*/ 16 h 365"/>
                <a:gd name="T98" fmla="*/ 264 w 562"/>
                <a:gd name="T99" fmla="*/ 13 h 365"/>
                <a:gd name="T100" fmla="*/ 229 w 562"/>
                <a:gd name="T101" fmla="*/ 5 h 365"/>
                <a:gd name="T102" fmla="*/ 199 w 562"/>
                <a:gd name="T103" fmla="*/ 0 h 365"/>
                <a:gd name="T104" fmla="*/ 183 w 562"/>
                <a:gd name="T105" fmla="*/ 0 h 365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562"/>
                <a:gd name="T160" fmla="*/ 0 h 365"/>
                <a:gd name="T161" fmla="*/ 562 w 562"/>
                <a:gd name="T162" fmla="*/ 365 h 365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562" h="365">
                  <a:moveTo>
                    <a:pt x="178" y="0"/>
                  </a:moveTo>
                  <a:lnTo>
                    <a:pt x="148" y="5"/>
                  </a:lnTo>
                  <a:lnTo>
                    <a:pt x="135" y="8"/>
                  </a:lnTo>
                  <a:lnTo>
                    <a:pt x="121" y="11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2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6" y="104"/>
                  </a:lnTo>
                  <a:lnTo>
                    <a:pt x="8" y="121"/>
                  </a:lnTo>
                  <a:lnTo>
                    <a:pt x="6" y="129"/>
                  </a:lnTo>
                  <a:lnTo>
                    <a:pt x="3" y="137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74"/>
                  </a:lnTo>
                  <a:lnTo>
                    <a:pt x="3" y="182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6"/>
                  </a:lnTo>
                  <a:lnTo>
                    <a:pt x="105" y="319"/>
                  </a:lnTo>
                  <a:lnTo>
                    <a:pt x="110" y="322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7" y="335"/>
                  </a:lnTo>
                  <a:lnTo>
                    <a:pt x="145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9"/>
                  </a:lnTo>
                  <a:lnTo>
                    <a:pt x="191" y="349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7"/>
                  </a:lnTo>
                  <a:lnTo>
                    <a:pt x="261" y="357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5"/>
                  </a:lnTo>
                  <a:lnTo>
                    <a:pt x="385" y="365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19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2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4" y="276"/>
                  </a:lnTo>
                  <a:lnTo>
                    <a:pt x="557" y="257"/>
                  </a:lnTo>
                  <a:lnTo>
                    <a:pt x="560" y="239"/>
                  </a:lnTo>
                  <a:lnTo>
                    <a:pt x="562" y="217"/>
                  </a:lnTo>
                  <a:lnTo>
                    <a:pt x="562" y="196"/>
                  </a:lnTo>
                  <a:lnTo>
                    <a:pt x="562" y="174"/>
                  </a:lnTo>
                  <a:lnTo>
                    <a:pt x="560" y="155"/>
                  </a:lnTo>
                  <a:lnTo>
                    <a:pt x="560" y="134"/>
                  </a:lnTo>
                  <a:lnTo>
                    <a:pt x="557" y="115"/>
                  </a:lnTo>
                  <a:lnTo>
                    <a:pt x="554" y="96"/>
                  </a:lnTo>
                  <a:lnTo>
                    <a:pt x="552" y="80"/>
                  </a:lnTo>
                  <a:lnTo>
                    <a:pt x="552" y="67"/>
                  </a:lnTo>
                  <a:lnTo>
                    <a:pt x="549" y="62"/>
                  </a:lnTo>
                  <a:lnTo>
                    <a:pt x="549" y="56"/>
                  </a:lnTo>
                  <a:lnTo>
                    <a:pt x="546" y="48"/>
                  </a:lnTo>
                  <a:lnTo>
                    <a:pt x="544" y="40"/>
                  </a:lnTo>
                  <a:lnTo>
                    <a:pt x="541" y="32"/>
                  </a:lnTo>
                  <a:lnTo>
                    <a:pt x="538" y="29"/>
                  </a:lnTo>
                  <a:lnTo>
                    <a:pt x="533" y="24"/>
                  </a:lnTo>
                  <a:lnTo>
                    <a:pt x="530" y="21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9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49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3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1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3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8" name="Rectangle 9">
              <a:extLst>
                <a:ext uri="{FF2B5EF4-FFF2-40B4-BE49-F238E27FC236}">
                  <a16:creationId xmlns:a16="http://schemas.microsoft.com/office/drawing/2014/main" id="{1EB1CCD9-1976-AB44-A2DC-E6F2E6A85DB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314700" y="2056297"/>
              <a:ext cx="333025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</a:rPr>
                <a:t>A</a:t>
              </a:r>
            </a:p>
          </p:txBody>
        </p:sp>
      </p:grp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E2BBCBDF-DF9E-124A-9B86-A7AD76416AA3}"/>
              </a:ext>
            </a:extLst>
          </p:cNvPr>
          <p:cNvCxnSpPr/>
          <p:nvPr/>
        </p:nvCxnSpPr>
        <p:spPr>
          <a:xfrm flipH="1">
            <a:off x="4921623" y="2841812"/>
            <a:ext cx="618565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Freeform 19">
            <a:extLst>
              <a:ext uri="{FF2B5EF4-FFF2-40B4-BE49-F238E27FC236}">
                <a16:creationId xmlns:a16="http://schemas.microsoft.com/office/drawing/2014/main" id="{723A073B-FC90-9C4B-AFAC-D8CF166CBB28}"/>
              </a:ext>
            </a:extLst>
          </p:cNvPr>
          <p:cNvSpPr>
            <a:spLocks/>
          </p:cNvSpPr>
          <p:nvPr/>
        </p:nvSpPr>
        <p:spPr bwMode="auto">
          <a:xfrm>
            <a:off x="5503279" y="2665056"/>
            <a:ext cx="346075" cy="336550"/>
          </a:xfrm>
          <a:custGeom>
            <a:avLst/>
            <a:gdLst>
              <a:gd name="T0" fmla="*/ 97 w 218"/>
              <a:gd name="T1" fmla="*/ 0 h 212"/>
              <a:gd name="T2" fmla="*/ 75 w 218"/>
              <a:gd name="T3" fmla="*/ 6 h 212"/>
              <a:gd name="T4" fmla="*/ 56 w 218"/>
              <a:gd name="T5" fmla="*/ 14 h 212"/>
              <a:gd name="T6" fmla="*/ 40 w 218"/>
              <a:gd name="T7" fmla="*/ 24 h 212"/>
              <a:gd name="T8" fmla="*/ 24 w 218"/>
              <a:gd name="T9" fmla="*/ 38 h 212"/>
              <a:gd name="T10" fmla="*/ 13 w 218"/>
              <a:gd name="T11" fmla="*/ 54 h 212"/>
              <a:gd name="T12" fmla="*/ 5 w 218"/>
              <a:gd name="T13" fmla="*/ 73 h 212"/>
              <a:gd name="T14" fmla="*/ 0 w 218"/>
              <a:gd name="T15" fmla="*/ 94 h 212"/>
              <a:gd name="T16" fmla="*/ 0 w 218"/>
              <a:gd name="T17" fmla="*/ 116 h 212"/>
              <a:gd name="T18" fmla="*/ 5 w 218"/>
              <a:gd name="T19" fmla="*/ 137 h 212"/>
              <a:gd name="T20" fmla="*/ 13 w 218"/>
              <a:gd name="T21" fmla="*/ 156 h 212"/>
              <a:gd name="T22" fmla="*/ 24 w 218"/>
              <a:gd name="T23" fmla="*/ 172 h 212"/>
              <a:gd name="T24" fmla="*/ 40 w 218"/>
              <a:gd name="T25" fmla="*/ 188 h 212"/>
              <a:gd name="T26" fmla="*/ 56 w 218"/>
              <a:gd name="T27" fmla="*/ 199 h 212"/>
              <a:gd name="T28" fmla="*/ 75 w 218"/>
              <a:gd name="T29" fmla="*/ 207 h 212"/>
              <a:gd name="T30" fmla="*/ 97 w 218"/>
              <a:gd name="T31" fmla="*/ 212 h 212"/>
              <a:gd name="T32" fmla="*/ 118 w 218"/>
              <a:gd name="T33" fmla="*/ 212 h 212"/>
              <a:gd name="T34" fmla="*/ 140 w 218"/>
              <a:gd name="T35" fmla="*/ 207 h 212"/>
              <a:gd name="T36" fmla="*/ 161 w 218"/>
              <a:gd name="T37" fmla="*/ 199 h 212"/>
              <a:gd name="T38" fmla="*/ 178 w 218"/>
              <a:gd name="T39" fmla="*/ 188 h 212"/>
              <a:gd name="T40" fmla="*/ 194 w 218"/>
              <a:gd name="T41" fmla="*/ 172 h 212"/>
              <a:gd name="T42" fmla="*/ 204 w 218"/>
              <a:gd name="T43" fmla="*/ 156 h 212"/>
              <a:gd name="T44" fmla="*/ 213 w 218"/>
              <a:gd name="T45" fmla="*/ 137 h 212"/>
              <a:gd name="T46" fmla="*/ 218 w 218"/>
              <a:gd name="T47" fmla="*/ 116 h 212"/>
              <a:gd name="T48" fmla="*/ 218 w 218"/>
              <a:gd name="T49" fmla="*/ 94 h 212"/>
              <a:gd name="T50" fmla="*/ 213 w 218"/>
              <a:gd name="T51" fmla="*/ 73 h 212"/>
              <a:gd name="T52" fmla="*/ 204 w 218"/>
              <a:gd name="T53" fmla="*/ 54 h 212"/>
              <a:gd name="T54" fmla="*/ 194 w 218"/>
              <a:gd name="T55" fmla="*/ 38 h 212"/>
              <a:gd name="T56" fmla="*/ 178 w 218"/>
              <a:gd name="T57" fmla="*/ 24 h 212"/>
              <a:gd name="T58" fmla="*/ 161 w 218"/>
              <a:gd name="T59" fmla="*/ 14 h 212"/>
              <a:gd name="T60" fmla="*/ 140 w 218"/>
              <a:gd name="T61" fmla="*/ 6 h 212"/>
              <a:gd name="T62" fmla="*/ 118 w 218"/>
              <a:gd name="T63" fmla="*/ 0 h 212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218"/>
              <a:gd name="T97" fmla="*/ 0 h 212"/>
              <a:gd name="T98" fmla="*/ 218 w 218"/>
              <a:gd name="T99" fmla="*/ 212 h 212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218" h="212">
                <a:moveTo>
                  <a:pt x="108" y="0"/>
                </a:moveTo>
                <a:lnTo>
                  <a:pt x="97" y="0"/>
                </a:lnTo>
                <a:lnTo>
                  <a:pt x="86" y="3"/>
                </a:lnTo>
                <a:lnTo>
                  <a:pt x="75" y="6"/>
                </a:lnTo>
                <a:lnTo>
                  <a:pt x="65" y="8"/>
                </a:lnTo>
                <a:lnTo>
                  <a:pt x="56" y="14"/>
                </a:lnTo>
                <a:lnTo>
                  <a:pt x="48" y="19"/>
                </a:lnTo>
                <a:lnTo>
                  <a:pt x="40" y="24"/>
                </a:lnTo>
                <a:lnTo>
                  <a:pt x="32" y="30"/>
                </a:lnTo>
                <a:lnTo>
                  <a:pt x="24" y="38"/>
                </a:lnTo>
                <a:lnTo>
                  <a:pt x="19" y="46"/>
                </a:lnTo>
                <a:lnTo>
                  <a:pt x="13" y="54"/>
                </a:lnTo>
                <a:lnTo>
                  <a:pt x="8" y="65"/>
                </a:lnTo>
                <a:lnTo>
                  <a:pt x="5" y="73"/>
                </a:lnTo>
                <a:lnTo>
                  <a:pt x="3" y="83"/>
                </a:lnTo>
                <a:lnTo>
                  <a:pt x="0" y="94"/>
                </a:lnTo>
                <a:lnTo>
                  <a:pt x="0" y="105"/>
                </a:lnTo>
                <a:lnTo>
                  <a:pt x="0" y="116"/>
                </a:lnTo>
                <a:lnTo>
                  <a:pt x="3" y="126"/>
                </a:lnTo>
                <a:lnTo>
                  <a:pt x="5" y="137"/>
                </a:lnTo>
                <a:lnTo>
                  <a:pt x="8" y="148"/>
                </a:lnTo>
                <a:lnTo>
                  <a:pt x="13" y="156"/>
                </a:lnTo>
                <a:lnTo>
                  <a:pt x="19" y="164"/>
                </a:lnTo>
                <a:lnTo>
                  <a:pt x="24" y="172"/>
                </a:lnTo>
                <a:lnTo>
                  <a:pt x="32" y="180"/>
                </a:lnTo>
                <a:lnTo>
                  <a:pt x="40" y="188"/>
                </a:lnTo>
                <a:lnTo>
                  <a:pt x="48" y="193"/>
                </a:lnTo>
                <a:lnTo>
                  <a:pt x="56" y="199"/>
                </a:lnTo>
                <a:lnTo>
                  <a:pt x="65" y="204"/>
                </a:lnTo>
                <a:lnTo>
                  <a:pt x="75" y="207"/>
                </a:lnTo>
                <a:lnTo>
                  <a:pt x="86" y="209"/>
                </a:lnTo>
                <a:lnTo>
                  <a:pt x="97" y="212"/>
                </a:lnTo>
                <a:lnTo>
                  <a:pt x="108" y="212"/>
                </a:lnTo>
                <a:lnTo>
                  <a:pt x="118" y="212"/>
                </a:lnTo>
                <a:lnTo>
                  <a:pt x="129" y="209"/>
                </a:lnTo>
                <a:lnTo>
                  <a:pt x="140" y="207"/>
                </a:lnTo>
                <a:lnTo>
                  <a:pt x="151" y="204"/>
                </a:lnTo>
                <a:lnTo>
                  <a:pt x="161" y="199"/>
                </a:lnTo>
                <a:lnTo>
                  <a:pt x="169" y="193"/>
                </a:lnTo>
                <a:lnTo>
                  <a:pt x="178" y="188"/>
                </a:lnTo>
                <a:lnTo>
                  <a:pt x="186" y="180"/>
                </a:lnTo>
                <a:lnTo>
                  <a:pt x="194" y="172"/>
                </a:lnTo>
                <a:lnTo>
                  <a:pt x="199" y="164"/>
                </a:lnTo>
                <a:lnTo>
                  <a:pt x="204" y="156"/>
                </a:lnTo>
                <a:lnTo>
                  <a:pt x="210" y="148"/>
                </a:lnTo>
                <a:lnTo>
                  <a:pt x="213" y="137"/>
                </a:lnTo>
                <a:lnTo>
                  <a:pt x="215" y="126"/>
                </a:lnTo>
                <a:lnTo>
                  <a:pt x="218" y="116"/>
                </a:lnTo>
                <a:lnTo>
                  <a:pt x="218" y="105"/>
                </a:lnTo>
                <a:lnTo>
                  <a:pt x="218" y="94"/>
                </a:lnTo>
                <a:lnTo>
                  <a:pt x="215" y="83"/>
                </a:lnTo>
                <a:lnTo>
                  <a:pt x="213" y="73"/>
                </a:lnTo>
                <a:lnTo>
                  <a:pt x="210" y="65"/>
                </a:lnTo>
                <a:lnTo>
                  <a:pt x="204" y="54"/>
                </a:lnTo>
                <a:lnTo>
                  <a:pt x="199" y="46"/>
                </a:lnTo>
                <a:lnTo>
                  <a:pt x="194" y="38"/>
                </a:lnTo>
                <a:lnTo>
                  <a:pt x="186" y="30"/>
                </a:lnTo>
                <a:lnTo>
                  <a:pt x="178" y="24"/>
                </a:lnTo>
                <a:lnTo>
                  <a:pt x="169" y="19"/>
                </a:lnTo>
                <a:lnTo>
                  <a:pt x="161" y="14"/>
                </a:lnTo>
                <a:lnTo>
                  <a:pt x="151" y="8"/>
                </a:lnTo>
                <a:lnTo>
                  <a:pt x="140" y="6"/>
                </a:lnTo>
                <a:lnTo>
                  <a:pt x="129" y="3"/>
                </a:lnTo>
                <a:lnTo>
                  <a:pt x="118" y="0"/>
                </a:lnTo>
                <a:lnTo>
                  <a:pt x="108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49" name="Rectangle 20">
            <a:extLst>
              <a:ext uri="{FF2B5EF4-FFF2-40B4-BE49-F238E27FC236}">
                <a16:creationId xmlns:a16="http://schemas.microsoft.com/office/drawing/2014/main" id="{76D8181D-6A90-A54A-9EA1-BABDC131D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1789" y="2615657"/>
            <a:ext cx="1458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y</a:t>
            </a:r>
            <a:endParaRPr lang="en-US" sz="1600" b="1" dirty="0">
              <a:solidFill>
                <a:schemeClr val="bg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3B1E474-6B53-FB4E-8205-93DBD968BAEF}"/>
              </a:ext>
            </a:extLst>
          </p:cNvPr>
          <p:cNvGrpSpPr/>
          <p:nvPr/>
        </p:nvGrpSpPr>
        <p:grpSpPr>
          <a:xfrm>
            <a:off x="4043993" y="2436269"/>
            <a:ext cx="896938" cy="574675"/>
            <a:chOff x="4043993" y="2436269"/>
            <a:chExt cx="896938" cy="574675"/>
          </a:xfrm>
        </p:grpSpPr>
        <p:sp>
          <p:nvSpPr>
            <p:cNvPr id="240" name="Freeform 11">
              <a:extLst>
                <a:ext uri="{FF2B5EF4-FFF2-40B4-BE49-F238E27FC236}">
                  <a16:creationId xmlns:a16="http://schemas.microsoft.com/office/drawing/2014/main" id="{934069AD-3D2B-E54C-A5BD-474795678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993" y="2436269"/>
              <a:ext cx="896938" cy="574675"/>
            </a:xfrm>
            <a:custGeom>
              <a:avLst/>
              <a:gdLst>
                <a:gd name="T0" fmla="*/ 164 w 565"/>
                <a:gd name="T1" fmla="*/ 0 h 362"/>
                <a:gd name="T2" fmla="*/ 134 w 565"/>
                <a:gd name="T3" fmla="*/ 6 h 362"/>
                <a:gd name="T4" fmla="*/ 108 w 565"/>
                <a:gd name="T5" fmla="*/ 14 h 362"/>
                <a:gd name="T6" fmla="*/ 83 w 565"/>
                <a:gd name="T7" fmla="*/ 30 h 362"/>
                <a:gd name="T8" fmla="*/ 62 w 565"/>
                <a:gd name="T9" fmla="*/ 48 h 362"/>
                <a:gd name="T10" fmla="*/ 38 w 565"/>
                <a:gd name="T11" fmla="*/ 73 h 362"/>
                <a:gd name="T12" fmla="*/ 16 w 565"/>
                <a:gd name="T13" fmla="*/ 105 h 362"/>
                <a:gd name="T14" fmla="*/ 5 w 565"/>
                <a:gd name="T15" fmla="*/ 126 h 362"/>
                <a:gd name="T16" fmla="*/ 0 w 565"/>
                <a:gd name="T17" fmla="*/ 142 h 362"/>
                <a:gd name="T18" fmla="*/ 0 w 565"/>
                <a:gd name="T19" fmla="*/ 158 h 362"/>
                <a:gd name="T20" fmla="*/ 5 w 565"/>
                <a:gd name="T21" fmla="*/ 180 h 362"/>
                <a:gd name="T22" fmla="*/ 19 w 565"/>
                <a:gd name="T23" fmla="*/ 212 h 362"/>
                <a:gd name="T24" fmla="*/ 38 w 565"/>
                <a:gd name="T25" fmla="*/ 242 h 362"/>
                <a:gd name="T26" fmla="*/ 59 w 565"/>
                <a:gd name="T27" fmla="*/ 268 h 362"/>
                <a:gd name="T28" fmla="*/ 81 w 565"/>
                <a:gd name="T29" fmla="*/ 295 h 362"/>
                <a:gd name="T30" fmla="*/ 105 w 565"/>
                <a:gd name="T31" fmla="*/ 317 h 362"/>
                <a:gd name="T32" fmla="*/ 121 w 565"/>
                <a:gd name="T33" fmla="*/ 327 h 362"/>
                <a:gd name="T34" fmla="*/ 137 w 565"/>
                <a:gd name="T35" fmla="*/ 335 h 362"/>
                <a:gd name="T36" fmla="*/ 159 w 565"/>
                <a:gd name="T37" fmla="*/ 343 h 362"/>
                <a:gd name="T38" fmla="*/ 186 w 565"/>
                <a:gd name="T39" fmla="*/ 349 h 362"/>
                <a:gd name="T40" fmla="*/ 202 w 565"/>
                <a:gd name="T41" fmla="*/ 351 h 362"/>
                <a:gd name="T42" fmla="*/ 239 w 565"/>
                <a:gd name="T43" fmla="*/ 354 h 362"/>
                <a:gd name="T44" fmla="*/ 285 w 565"/>
                <a:gd name="T45" fmla="*/ 360 h 362"/>
                <a:gd name="T46" fmla="*/ 334 w 565"/>
                <a:gd name="T47" fmla="*/ 362 h 362"/>
                <a:gd name="T48" fmla="*/ 385 w 565"/>
                <a:gd name="T49" fmla="*/ 362 h 362"/>
                <a:gd name="T50" fmla="*/ 433 w 565"/>
                <a:gd name="T51" fmla="*/ 360 h 362"/>
                <a:gd name="T52" fmla="*/ 476 w 565"/>
                <a:gd name="T53" fmla="*/ 354 h 362"/>
                <a:gd name="T54" fmla="*/ 503 w 565"/>
                <a:gd name="T55" fmla="*/ 343 h 362"/>
                <a:gd name="T56" fmla="*/ 519 w 565"/>
                <a:gd name="T57" fmla="*/ 338 h 362"/>
                <a:gd name="T58" fmla="*/ 530 w 565"/>
                <a:gd name="T59" fmla="*/ 327 h 362"/>
                <a:gd name="T60" fmla="*/ 543 w 565"/>
                <a:gd name="T61" fmla="*/ 309 h 362"/>
                <a:gd name="T62" fmla="*/ 557 w 565"/>
                <a:gd name="T63" fmla="*/ 276 h 362"/>
                <a:gd name="T64" fmla="*/ 562 w 565"/>
                <a:gd name="T65" fmla="*/ 236 h 362"/>
                <a:gd name="T66" fmla="*/ 565 w 565"/>
                <a:gd name="T67" fmla="*/ 196 h 362"/>
                <a:gd name="T68" fmla="*/ 562 w 565"/>
                <a:gd name="T69" fmla="*/ 153 h 362"/>
                <a:gd name="T70" fmla="*/ 560 w 565"/>
                <a:gd name="T71" fmla="*/ 113 h 362"/>
                <a:gd name="T72" fmla="*/ 554 w 565"/>
                <a:gd name="T73" fmla="*/ 78 h 362"/>
                <a:gd name="T74" fmla="*/ 549 w 565"/>
                <a:gd name="T75" fmla="*/ 59 h 362"/>
                <a:gd name="T76" fmla="*/ 546 w 565"/>
                <a:gd name="T77" fmla="*/ 46 h 362"/>
                <a:gd name="T78" fmla="*/ 541 w 565"/>
                <a:gd name="T79" fmla="*/ 32 h 362"/>
                <a:gd name="T80" fmla="*/ 533 w 565"/>
                <a:gd name="T81" fmla="*/ 24 h 362"/>
                <a:gd name="T82" fmla="*/ 525 w 565"/>
                <a:gd name="T83" fmla="*/ 19 h 362"/>
                <a:gd name="T84" fmla="*/ 508 w 565"/>
                <a:gd name="T85" fmla="*/ 16 h 362"/>
                <a:gd name="T86" fmla="*/ 482 w 565"/>
                <a:gd name="T87" fmla="*/ 16 h 362"/>
                <a:gd name="T88" fmla="*/ 460 w 565"/>
                <a:gd name="T89" fmla="*/ 14 h 362"/>
                <a:gd name="T90" fmla="*/ 430 w 565"/>
                <a:gd name="T91" fmla="*/ 11 h 362"/>
                <a:gd name="T92" fmla="*/ 387 w 565"/>
                <a:gd name="T93" fmla="*/ 14 h 362"/>
                <a:gd name="T94" fmla="*/ 342 w 565"/>
                <a:gd name="T95" fmla="*/ 14 h 362"/>
                <a:gd name="T96" fmla="*/ 301 w 565"/>
                <a:gd name="T97" fmla="*/ 14 h 362"/>
                <a:gd name="T98" fmla="*/ 264 w 565"/>
                <a:gd name="T99" fmla="*/ 11 h 362"/>
                <a:gd name="T100" fmla="*/ 229 w 565"/>
                <a:gd name="T101" fmla="*/ 3 h 362"/>
                <a:gd name="T102" fmla="*/ 199 w 565"/>
                <a:gd name="T103" fmla="*/ 0 h 362"/>
                <a:gd name="T104" fmla="*/ 183 w 565"/>
                <a:gd name="T105" fmla="*/ 0 h 36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565"/>
                <a:gd name="T160" fmla="*/ 0 h 362"/>
                <a:gd name="T161" fmla="*/ 565 w 565"/>
                <a:gd name="T162" fmla="*/ 362 h 36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565" h="362">
                  <a:moveTo>
                    <a:pt x="178" y="0"/>
                  </a:moveTo>
                  <a:lnTo>
                    <a:pt x="164" y="0"/>
                  </a:lnTo>
                  <a:lnTo>
                    <a:pt x="148" y="3"/>
                  </a:lnTo>
                  <a:lnTo>
                    <a:pt x="134" y="6"/>
                  </a:lnTo>
                  <a:lnTo>
                    <a:pt x="121" y="11"/>
                  </a:lnTo>
                  <a:lnTo>
                    <a:pt x="108" y="14"/>
                  </a:lnTo>
                  <a:lnTo>
                    <a:pt x="94" y="22"/>
                  </a:lnTo>
                  <a:lnTo>
                    <a:pt x="83" y="30"/>
                  </a:lnTo>
                  <a:lnTo>
                    <a:pt x="73" y="38"/>
                  </a:lnTo>
                  <a:lnTo>
                    <a:pt x="62" y="48"/>
                  </a:lnTo>
                  <a:lnTo>
                    <a:pt x="48" y="59"/>
                  </a:lnTo>
                  <a:lnTo>
                    <a:pt x="38" y="73"/>
                  </a:lnTo>
                  <a:lnTo>
                    <a:pt x="27" y="89"/>
                  </a:lnTo>
                  <a:lnTo>
                    <a:pt x="16" y="105"/>
                  </a:lnTo>
                  <a:lnTo>
                    <a:pt x="8" y="118"/>
                  </a:lnTo>
                  <a:lnTo>
                    <a:pt x="5" y="126"/>
                  </a:lnTo>
                  <a:lnTo>
                    <a:pt x="3" y="134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3" y="164"/>
                  </a:lnTo>
                  <a:lnTo>
                    <a:pt x="5" y="180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2"/>
                  </a:lnTo>
                  <a:lnTo>
                    <a:pt x="48" y="255"/>
                  </a:lnTo>
                  <a:lnTo>
                    <a:pt x="59" y="268"/>
                  </a:lnTo>
                  <a:lnTo>
                    <a:pt x="70" y="282"/>
                  </a:lnTo>
                  <a:lnTo>
                    <a:pt x="81" y="295"/>
                  </a:lnTo>
                  <a:lnTo>
                    <a:pt x="94" y="306"/>
                  </a:lnTo>
                  <a:lnTo>
                    <a:pt x="105" y="317"/>
                  </a:lnTo>
                  <a:lnTo>
                    <a:pt x="113" y="322"/>
                  </a:lnTo>
                  <a:lnTo>
                    <a:pt x="121" y="327"/>
                  </a:lnTo>
                  <a:lnTo>
                    <a:pt x="129" y="333"/>
                  </a:lnTo>
                  <a:lnTo>
                    <a:pt x="137" y="335"/>
                  </a:lnTo>
                  <a:lnTo>
                    <a:pt x="148" y="341"/>
                  </a:lnTo>
                  <a:lnTo>
                    <a:pt x="159" y="343"/>
                  </a:lnTo>
                  <a:lnTo>
                    <a:pt x="172" y="346"/>
                  </a:lnTo>
                  <a:lnTo>
                    <a:pt x="186" y="349"/>
                  </a:lnTo>
                  <a:lnTo>
                    <a:pt x="194" y="349"/>
                  </a:lnTo>
                  <a:lnTo>
                    <a:pt x="202" y="351"/>
                  </a:lnTo>
                  <a:lnTo>
                    <a:pt x="221" y="354"/>
                  </a:lnTo>
                  <a:lnTo>
                    <a:pt x="239" y="354"/>
                  </a:lnTo>
                  <a:lnTo>
                    <a:pt x="261" y="357"/>
                  </a:lnTo>
                  <a:lnTo>
                    <a:pt x="285" y="360"/>
                  </a:lnTo>
                  <a:lnTo>
                    <a:pt x="309" y="362"/>
                  </a:lnTo>
                  <a:lnTo>
                    <a:pt x="334" y="362"/>
                  </a:lnTo>
                  <a:lnTo>
                    <a:pt x="360" y="362"/>
                  </a:lnTo>
                  <a:lnTo>
                    <a:pt x="385" y="362"/>
                  </a:lnTo>
                  <a:lnTo>
                    <a:pt x="409" y="362"/>
                  </a:lnTo>
                  <a:lnTo>
                    <a:pt x="433" y="360"/>
                  </a:lnTo>
                  <a:lnTo>
                    <a:pt x="457" y="357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3"/>
                  </a:lnTo>
                  <a:lnTo>
                    <a:pt x="511" y="341"/>
                  </a:lnTo>
                  <a:lnTo>
                    <a:pt x="519" y="338"/>
                  </a:lnTo>
                  <a:lnTo>
                    <a:pt x="525" y="333"/>
                  </a:lnTo>
                  <a:lnTo>
                    <a:pt x="530" y="327"/>
                  </a:lnTo>
                  <a:lnTo>
                    <a:pt x="535" y="322"/>
                  </a:lnTo>
                  <a:lnTo>
                    <a:pt x="543" y="309"/>
                  </a:lnTo>
                  <a:lnTo>
                    <a:pt x="552" y="292"/>
                  </a:lnTo>
                  <a:lnTo>
                    <a:pt x="557" y="276"/>
                  </a:lnTo>
                  <a:lnTo>
                    <a:pt x="560" y="258"/>
                  </a:lnTo>
                  <a:lnTo>
                    <a:pt x="562" y="236"/>
                  </a:lnTo>
                  <a:lnTo>
                    <a:pt x="565" y="217"/>
                  </a:lnTo>
                  <a:lnTo>
                    <a:pt x="565" y="196"/>
                  </a:lnTo>
                  <a:lnTo>
                    <a:pt x="562" y="174"/>
                  </a:lnTo>
                  <a:lnTo>
                    <a:pt x="562" y="153"/>
                  </a:lnTo>
                  <a:lnTo>
                    <a:pt x="560" y="132"/>
                  </a:lnTo>
                  <a:lnTo>
                    <a:pt x="560" y="113"/>
                  </a:lnTo>
                  <a:lnTo>
                    <a:pt x="557" y="97"/>
                  </a:lnTo>
                  <a:lnTo>
                    <a:pt x="554" y="78"/>
                  </a:lnTo>
                  <a:lnTo>
                    <a:pt x="552" y="65"/>
                  </a:lnTo>
                  <a:lnTo>
                    <a:pt x="549" y="59"/>
                  </a:lnTo>
                  <a:lnTo>
                    <a:pt x="549" y="54"/>
                  </a:lnTo>
                  <a:lnTo>
                    <a:pt x="546" y="46"/>
                  </a:lnTo>
                  <a:lnTo>
                    <a:pt x="543" y="38"/>
                  </a:lnTo>
                  <a:lnTo>
                    <a:pt x="541" y="32"/>
                  </a:lnTo>
                  <a:lnTo>
                    <a:pt x="538" y="27"/>
                  </a:lnTo>
                  <a:lnTo>
                    <a:pt x="533" y="24"/>
                  </a:lnTo>
                  <a:lnTo>
                    <a:pt x="530" y="22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8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8" y="14"/>
                  </a:lnTo>
                  <a:lnTo>
                    <a:pt x="460" y="14"/>
                  </a:lnTo>
                  <a:lnTo>
                    <a:pt x="452" y="11"/>
                  </a:lnTo>
                  <a:lnTo>
                    <a:pt x="430" y="11"/>
                  </a:lnTo>
                  <a:lnTo>
                    <a:pt x="409" y="11"/>
                  </a:lnTo>
                  <a:lnTo>
                    <a:pt x="387" y="14"/>
                  </a:lnTo>
                  <a:lnTo>
                    <a:pt x="363" y="14"/>
                  </a:lnTo>
                  <a:lnTo>
                    <a:pt x="342" y="14"/>
                  </a:lnTo>
                  <a:lnTo>
                    <a:pt x="320" y="14"/>
                  </a:lnTo>
                  <a:lnTo>
                    <a:pt x="301" y="14"/>
                  </a:lnTo>
                  <a:lnTo>
                    <a:pt x="282" y="11"/>
                  </a:lnTo>
                  <a:lnTo>
                    <a:pt x="264" y="11"/>
                  </a:lnTo>
                  <a:lnTo>
                    <a:pt x="247" y="6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1" name="Rectangle 12">
              <a:extLst>
                <a:ext uri="{FF2B5EF4-FFF2-40B4-BE49-F238E27FC236}">
                  <a16:creationId xmlns:a16="http://schemas.microsoft.com/office/drawing/2014/main" id="{C95AD2B6-A8EC-DE44-9080-AD67A5E9F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8675" y="2470168"/>
              <a:ext cx="218008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242" name="Rectangle 13">
              <a:extLst>
                <a:ext uri="{FF2B5EF4-FFF2-40B4-BE49-F238E27FC236}">
                  <a16:creationId xmlns:a16="http://schemas.microsoft.com/office/drawing/2014/main" id="{E74E4801-5361-A743-B4AA-A6DC9A863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6756" y="2555332"/>
              <a:ext cx="49213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</a:rPr>
                <a:t> </a:t>
              </a:r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0D9C2A9-04D8-5B42-BF0D-4E2BEAC548E0}"/>
              </a:ext>
            </a:extLst>
          </p:cNvPr>
          <p:cNvGrpSpPr/>
          <p:nvPr/>
        </p:nvGrpSpPr>
        <p:grpSpPr>
          <a:xfrm>
            <a:off x="5542593" y="1820692"/>
            <a:ext cx="346075" cy="377452"/>
            <a:chOff x="5542593" y="1820692"/>
            <a:chExt cx="346075" cy="377452"/>
          </a:xfrm>
        </p:grpSpPr>
        <p:sp>
          <p:nvSpPr>
            <p:cNvPr id="246" name="Freeform 17">
              <a:extLst>
                <a:ext uri="{FF2B5EF4-FFF2-40B4-BE49-F238E27FC236}">
                  <a16:creationId xmlns:a16="http://schemas.microsoft.com/office/drawing/2014/main" id="{F77A9DB2-59D7-BF47-8CF0-DA0237888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2593" y="1861594"/>
              <a:ext cx="346075" cy="336550"/>
            </a:xfrm>
            <a:custGeom>
              <a:avLst/>
              <a:gdLst>
                <a:gd name="T0" fmla="*/ 100 w 218"/>
                <a:gd name="T1" fmla="*/ 0 h 212"/>
                <a:gd name="T2" fmla="*/ 78 w 218"/>
                <a:gd name="T3" fmla="*/ 6 h 212"/>
                <a:gd name="T4" fmla="*/ 57 w 218"/>
                <a:gd name="T5" fmla="*/ 14 h 212"/>
                <a:gd name="T6" fmla="*/ 41 w 218"/>
                <a:gd name="T7" fmla="*/ 24 h 212"/>
                <a:gd name="T8" fmla="*/ 25 w 218"/>
                <a:gd name="T9" fmla="*/ 38 h 212"/>
                <a:gd name="T10" fmla="*/ 14 w 218"/>
                <a:gd name="T11" fmla="*/ 54 h 212"/>
                <a:gd name="T12" fmla="*/ 6 w 218"/>
                <a:gd name="T13" fmla="*/ 73 h 212"/>
                <a:gd name="T14" fmla="*/ 0 w 218"/>
                <a:gd name="T15" fmla="*/ 94 h 212"/>
                <a:gd name="T16" fmla="*/ 0 w 218"/>
                <a:gd name="T17" fmla="*/ 115 h 212"/>
                <a:gd name="T18" fmla="*/ 6 w 218"/>
                <a:gd name="T19" fmla="*/ 137 h 212"/>
                <a:gd name="T20" fmla="*/ 14 w 218"/>
                <a:gd name="T21" fmla="*/ 156 h 212"/>
                <a:gd name="T22" fmla="*/ 25 w 218"/>
                <a:gd name="T23" fmla="*/ 172 h 212"/>
                <a:gd name="T24" fmla="*/ 41 w 218"/>
                <a:gd name="T25" fmla="*/ 188 h 212"/>
                <a:gd name="T26" fmla="*/ 57 w 218"/>
                <a:gd name="T27" fmla="*/ 199 h 212"/>
                <a:gd name="T28" fmla="*/ 78 w 218"/>
                <a:gd name="T29" fmla="*/ 207 h 212"/>
                <a:gd name="T30" fmla="*/ 100 w 218"/>
                <a:gd name="T31" fmla="*/ 212 h 212"/>
                <a:gd name="T32" fmla="*/ 121 w 218"/>
                <a:gd name="T33" fmla="*/ 212 h 212"/>
                <a:gd name="T34" fmla="*/ 143 w 218"/>
                <a:gd name="T35" fmla="*/ 207 h 212"/>
                <a:gd name="T36" fmla="*/ 162 w 218"/>
                <a:gd name="T37" fmla="*/ 199 h 212"/>
                <a:gd name="T38" fmla="*/ 178 w 218"/>
                <a:gd name="T39" fmla="*/ 188 h 212"/>
                <a:gd name="T40" fmla="*/ 194 w 218"/>
                <a:gd name="T41" fmla="*/ 172 h 212"/>
                <a:gd name="T42" fmla="*/ 205 w 218"/>
                <a:gd name="T43" fmla="*/ 156 h 212"/>
                <a:gd name="T44" fmla="*/ 213 w 218"/>
                <a:gd name="T45" fmla="*/ 137 h 212"/>
                <a:gd name="T46" fmla="*/ 218 w 218"/>
                <a:gd name="T47" fmla="*/ 115 h 212"/>
                <a:gd name="T48" fmla="*/ 218 w 218"/>
                <a:gd name="T49" fmla="*/ 94 h 212"/>
                <a:gd name="T50" fmla="*/ 213 w 218"/>
                <a:gd name="T51" fmla="*/ 73 h 212"/>
                <a:gd name="T52" fmla="*/ 205 w 218"/>
                <a:gd name="T53" fmla="*/ 54 h 212"/>
                <a:gd name="T54" fmla="*/ 194 w 218"/>
                <a:gd name="T55" fmla="*/ 38 h 212"/>
                <a:gd name="T56" fmla="*/ 178 w 218"/>
                <a:gd name="T57" fmla="*/ 24 h 212"/>
                <a:gd name="T58" fmla="*/ 162 w 218"/>
                <a:gd name="T59" fmla="*/ 14 h 212"/>
                <a:gd name="T60" fmla="*/ 143 w 218"/>
                <a:gd name="T61" fmla="*/ 6 h 212"/>
                <a:gd name="T62" fmla="*/ 121 w 218"/>
                <a:gd name="T63" fmla="*/ 0 h 21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18"/>
                <a:gd name="T97" fmla="*/ 0 h 212"/>
                <a:gd name="T98" fmla="*/ 218 w 218"/>
                <a:gd name="T99" fmla="*/ 212 h 21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18" h="212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8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4"/>
                  </a:lnTo>
                  <a:lnTo>
                    <a:pt x="33" y="30"/>
                  </a:lnTo>
                  <a:lnTo>
                    <a:pt x="25" y="38"/>
                  </a:lnTo>
                  <a:lnTo>
                    <a:pt x="19" y="46"/>
                  </a:lnTo>
                  <a:lnTo>
                    <a:pt x="14" y="54"/>
                  </a:lnTo>
                  <a:lnTo>
                    <a:pt x="8" y="65"/>
                  </a:lnTo>
                  <a:lnTo>
                    <a:pt x="6" y="73"/>
                  </a:lnTo>
                  <a:lnTo>
                    <a:pt x="3" y="83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5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5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8" y="204"/>
                  </a:lnTo>
                  <a:lnTo>
                    <a:pt x="78" y="207"/>
                  </a:lnTo>
                  <a:lnTo>
                    <a:pt x="89" y="209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09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6" y="126"/>
                  </a:lnTo>
                  <a:lnTo>
                    <a:pt x="218" y="115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6" y="83"/>
                  </a:lnTo>
                  <a:lnTo>
                    <a:pt x="213" y="73"/>
                  </a:lnTo>
                  <a:lnTo>
                    <a:pt x="210" y="65"/>
                  </a:lnTo>
                  <a:lnTo>
                    <a:pt x="205" y="54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0"/>
                  </a:lnTo>
                  <a:lnTo>
                    <a:pt x="178" y="24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7" name="Rectangle 18">
              <a:extLst>
                <a:ext uri="{FF2B5EF4-FFF2-40B4-BE49-F238E27FC236}">
                  <a16:creationId xmlns:a16="http://schemas.microsoft.com/office/drawing/2014/main" id="{C0D8E696-5894-1844-B896-16B7719D5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1010" y="1820692"/>
              <a:ext cx="1410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x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3F2E592-AAA1-3D4E-A539-CB1A0F406202}"/>
              </a:ext>
            </a:extLst>
          </p:cNvPr>
          <p:cNvGrpSpPr/>
          <p:nvPr/>
        </p:nvGrpSpPr>
        <p:grpSpPr>
          <a:xfrm>
            <a:off x="3351904" y="2629487"/>
            <a:ext cx="728450" cy="371714"/>
            <a:chOff x="2552896" y="2786969"/>
            <a:chExt cx="728450" cy="371714"/>
          </a:xfrm>
        </p:grpSpPr>
        <p:sp>
          <p:nvSpPr>
            <p:cNvPr id="49" name="Text Box 119">
              <a:extLst>
                <a:ext uri="{FF2B5EF4-FFF2-40B4-BE49-F238E27FC236}">
                  <a16:creationId xmlns:a16="http://schemas.microsoft.com/office/drawing/2014/main" id="{C82C0787-856A-B84B-B8B6-A460D5776B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2896" y="2883223"/>
              <a:ext cx="484428" cy="275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 err="1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A,w</a:t>
              </a:r>
              <a:endParaRPr kumimoji="0" lang="en-US" sz="14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0" name="AutoShape 118">
              <a:extLst>
                <a:ext uri="{FF2B5EF4-FFF2-40B4-BE49-F238E27FC236}">
                  <a16:creationId xmlns:a16="http://schemas.microsoft.com/office/drawing/2014/main" id="{1A6D5E81-7156-8F47-90B1-AA8AF3AB9D2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2975073">
              <a:off x="2824952" y="2786969"/>
              <a:ext cx="456394" cy="197302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9652162-A172-3649-8DB4-8DA85121DCAA}"/>
              </a:ext>
            </a:extLst>
          </p:cNvPr>
          <p:cNvGrpSpPr/>
          <p:nvPr/>
        </p:nvGrpSpPr>
        <p:grpSpPr>
          <a:xfrm>
            <a:off x="3297703" y="1596452"/>
            <a:ext cx="728451" cy="307647"/>
            <a:chOff x="2656196" y="2871746"/>
            <a:chExt cx="728451" cy="307647"/>
          </a:xfrm>
        </p:grpSpPr>
        <p:sp>
          <p:nvSpPr>
            <p:cNvPr id="52" name="Text Box 119">
              <a:extLst>
                <a:ext uri="{FF2B5EF4-FFF2-40B4-BE49-F238E27FC236}">
                  <a16:creationId xmlns:a16="http://schemas.microsoft.com/office/drawing/2014/main" id="{89256336-C46E-C74E-9A9E-D03E391016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6196" y="2871746"/>
              <a:ext cx="484428" cy="275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 err="1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A,w</a:t>
              </a:r>
              <a:endParaRPr kumimoji="0" lang="en-US" sz="14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3" name="AutoShape 118">
              <a:extLst>
                <a:ext uri="{FF2B5EF4-FFF2-40B4-BE49-F238E27FC236}">
                  <a16:creationId xmlns:a16="http://schemas.microsoft.com/office/drawing/2014/main" id="{961133FF-3FC6-7949-9446-6069270CB56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256763">
              <a:off x="2928253" y="2982091"/>
              <a:ext cx="456394" cy="197302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9677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E58ED7-62E2-2642-BB6A-E4AB185B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191"/>
            <a:ext cx="11249416" cy="894622"/>
          </a:xfrm>
        </p:spPr>
        <p:txBody>
          <a:bodyPr>
            <a:normAutofit/>
          </a:bodyPr>
          <a:lstStyle/>
          <a:p>
            <a:r>
              <a:rPr lang="en-US" dirty="0"/>
              <a:t>BGP: achieving policy via advertisements </a:t>
            </a:r>
            <a:r>
              <a:rPr lang="en-US" sz="4000" dirty="0"/>
              <a:t>(more)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6433D-1EBF-D447-9924-50E7F0E2E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9512" y="6449034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" name="AutoShape 6">
            <a:extLst>
              <a:ext uri="{FF2B5EF4-FFF2-40B4-BE49-F238E27FC236}">
                <a16:creationId xmlns:a16="http://schemas.microsoft.com/office/drawing/2014/main" id="{A6E685A0-E830-5248-8CAD-7A0887943BA1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916743" y="1048794"/>
            <a:ext cx="7539038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446BEA-A2E3-EC46-9788-E956885E072B}"/>
              </a:ext>
            </a:extLst>
          </p:cNvPr>
          <p:cNvGrpSpPr/>
          <p:nvPr/>
        </p:nvGrpSpPr>
        <p:grpSpPr>
          <a:xfrm>
            <a:off x="3983668" y="1440907"/>
            <a:ext cx="893763" cy="577850"/>
            <a:chOff x="3983668" y="1440907"/>
            <a:chExt cx="893763" cy="577850"/>
          </a:xfrm>
        </p:grpSpPr>
        <p:sp>
          <p:nvSpPr>
            <p:cNvPr id="236" name="Freeform 7">
              <a:extLst>
                <a:ext uri="{FF2B5EF4-FFF2-40B4-BE49-F238E27FC236}">
                  <a16:creationId xmlns:a16="http://schemas.microsoft.com/office/drawing/2014/main" id="{1EE69C16-4ABC-414D-8A5B-6DABA7A843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3668" y="1440907"/>
              <a:ext cx="893763" cy="577850"/>
            </a:xfrm>
            <a:custGeom>
              <a:avLst/>
              <a:gdLst>
                <a:gd name="T0" fmla="*/ 148 w 563"/>
                <a:gd name="T1" fmla="*/ 5 h 364"/>
                <a:gd name="T2" fmla="*/ 119 w 563"/>
                <a:gd name="T3" fmla="*/ 10 h 364"/>
                <a:gd name="T4" fmla="*/ 94 w 563"/>
                <a:gd name="T5" fmla="*/ 21 h 364"/>
                <a:gd name="T6" fmla="*/ 70 w 563"/>
                <a:gd name="T7" fmla="*/ 37 h 364"/>
                <a:gd name="T8" fmla="*/ 46 w 563"/>
                <a:gd name="T9" fmla="*/ 61 h 364"/>
                <a:gd name="T10" fmla="*/ 24 w 563"/>
                <a:gd name="T11" fmla="*/ 91 h 364"/>
                <a:gd name="T12" fmla="*/ 8 w 563"/>
                <a:gd name="T13" fmla="*/ 120 h 364"/>
                <a:gd name="T14" fmla="*/ 3 w 563"/>
                <a:gd name="T15" fmla="*/ 136 h 364"/>
                <a:gd name="T16" fmla="*/ 0 w 563"/>
                <a:gd name="T17" fmla="*/ 150 h 364"/>
                <a:gd name="T18" fmla="*/ 0 w 563"/>
                <a:gd name="T19" fmla="*/ 166 h 364"/>
                <a:gd name="T20" fmla="*/ 8 w 563"/>
                <a:gd name="T21" fmla="*/ 195 h 364"/>
                <a:gd name="T22" fmla="*/ 27 w 563"/>
                <a:gd name="T23" fmla="*/ 228 h 364"/>
                <a:gd name="T24" fmla="*/ 49 w 563"/>
                <a:gd name="T25" fmla="*/ 257 h 364"/>
                <a:gd name="T26" fmla="*/ 70 w 563"/>
                <a:gd name="T27" fmla="*/ 284 h 364"/>
                <a:gd name="T28" fmla="*/ 92 w 563"/>
                <a:gd name="T29" fmla="*/ 305 h 364"/>
                <a:gd name="T30" fmla="*/ 111 w 563"/>
                <a:gd name="T31" fmla="*/ 321 h 364"/>
                <a:gd name="T32" fmla="*/ 127 w 563"/>
                <a:gd name="T33" fmla="*/ 332 h 364"/>
                <a:gd name="T34" fmla="*/ 146 w 563"/>
                <a:gd name="T35" fmla="*/ 340 h 364"/>
                <a:gd name="T36" fmla="*/ 170 w 563"/>
                <a:gd name="T37" fmla="*/ 346 h 364"/>
                <a:gd name="T38" fmla="*/ 191 w 563"/>
                <a:gd name="T39" fmla="*/ 348 h 364"/>
                <a:gd name="T40" fmla="*/ 218 w 563"/>
                <a:gd name="T41" fmla="*/ 354 h 364"/>
                <a:gd name="T42" fmla="*/ 261 w 563"/>
                <a:gd name="T43" fmla="*/ 356 h 364"/>
                <a:gd name="T44" fmla="*/ 310 w 563"/>
                <a:gd name="T45" fmla="*/ 362 h 364"/>
                <a:gd name="T46" fmla="*/ 361 w 563"/>
                <a:gd name="T47" fmla="*/ 364 h 364"/>
                <a:gd name="T48" fmla="*/ 409 w 563"/>
                <a:gd name="T49" fmla="*/ 362 h 364"/>
                <a:gd name="T50" fmla="*/ 458 w 563"/>
                <a:gd name="T51" fmla="*/ 359 h 364"/>
                <a:gd name="T52" fmla="*/ 495 w 563"/>
                <a:gd name="T53" fmla="*/ 348 h 364"/>
                <a:gd name="T54" fmla="*/ 511 w 563"/>
                <a:gd name="T55" fmla="*/ 340 h 364"/>
                <a:gd name="T56" fmla="*/ 525 w 563"/>
                <a:gd name="T57" fmla="*/ 332 h 364"/>
                <a:gd name="T58" fmla="*/ 536 w 563"/>
                <a:gd name="T59" fmla="*/ 321 h 364"/>
                <a:gd name="T60" fmla="*/ 549 w 563"/>
                <a:gd name="T61" fmla="*/ 295 h 364"/>
                <a:gd name="T62" fmla="*/ 557 w 563"/>
                <a:gd name="T63" fmla="*/ 257 h 364"/>
                <a:gd name="T64" fmla="*/ 563 w 563"/>
                <a:gd name="T65" fmla="*/ 217 h 364"/>
                <a:gd name="T66" fmla="*/ 563 w 563"/>
                <a:gd name="T67" fmla="*/ 174 h 364"/>
                <a:gd name="T68" fmla="*/ 557 w 563"/>
                <a:gd name="T69" fmla="*/ 134 h 364"/>
                <a:gd name="T70" fmla="*/ 555 w 563"/>
                <a:gd name="T71" fmla="*/ 96 h 364"/>
                <a:gd name="T72" fmla="*/ 549 w 563"/>
                <a:gd name="T73" fmla="*/ 67 h 364"/>
                <a:gd name="T74" fmla="*/ 546 w 563"/>
                <a:gd name="T75" fmla="*/ 56 h 364"/>
                <a:gd name="T76" fmla="*/ 541 w 563"/>
                <a:gd name="T77" fmla="*/ 40 h 364"/>
                <a:gd name="T78" fmla="*/ 536 w 563"/>
                <a:gd name="T79" fmla="*/ 29 h 364"/>
                <a:gd name="T80" fmla="*/ 528 w 563"/>
                <a:gd name="T81" fmla="*/ 21 h 364"/>
                <a:gd name="T82" fmla="*/ 520 w 563"/>
                <a:gd name="T83" fmla="*/ 18 h 364"/>
                <a:gd name="T84" fmla="*/ 495 w 563"/>
                <a:gd name="T85" fmla="*/ 16 h 364"/>
                <a:gd name="T86" fmla="*/ 466 w 563"/>
                <a:gd name="T87" fmla="*/ 16 h 364"/>
                <a:gd name="T88" fmla="*/ 450 w 563"/>
                <a:gd name="T89" fmla="*/ 13 h 364"/>
                <a:gd name="T90" fmla="*/ 409 w 563"/>
                <a:gd name="T91" fmla="*/ 13 h 364"/>
                <a:gd name="T92" fmla="*/ 364 w 563"/>
                <a:gd name="T93" fmla="*/ 16 h 364"/>
                <a:gd name="T94" fmla="*/ 320 w 563"/>
                <a:gd name="T95" fmla="*/ 16 h 364"/>
                <a:gd name="T96" fmla="*/ 283 w 563"/>
                <a:gd name="T97" fmla="*/ 13 h 364"/>
                <a:gd name="T98" fmla="*/ 248 w 563"/>
                <a:gd name="T99" fmla="*/ 8 h 364"/>
                <a:gd name="T100" fmla="*/ 213 w 563"/>
                <a:gd name="T101" fmla="*/ 2 h 364"/>
                <a:gd name="T102" fmla="*/ 186 w 563"/>
                <a:gd name="T103" fmla="*/ 0 h 364"/>
                <a:gd name="T104" fmla="*/ 175 w 563"/>
                <a:gd name="T105" fmla="*/ 0 h 364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563"/>
                <a:gd name="T160" fmla="*/ 0 h 364"/>
                <a:gd name="T161" fmla="*/ 563 w 563"/>
                <a:gd name="T162" fmla="*/ 364 h 364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563" h="364">
                  <a:moveTo>
                    <a:pt x="175" y="0"/>
                  </a:moveTo>
                  <a:lnTo>
                    <a:pt x="148" y="5"/>
                  </a:lnTo>
                  <a:lnTo>
                    <a:pt x="132" y="8"/>
                  </a:lnTo>
                  <a:lnTo>
                    <a:pt x="119" y="10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1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4" y="104"/>
                  </a:lnTo>
                  <a:lnTo>
                    <a:pt x="8" y="120"/>
                  </a:lnTo>
                  <a:lnTo>
                    <a:pt x="3" y="128"/>
                  </a:lnTo>
                  <a:lnTo>
                    <a:pt x="3" y="136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82"/>
                  </a:lnTo>
                  <a:lnTo>
                    <a:pt x="8" y="195"/>
                  </a:lnTo>
                  <a:lnTo>
                    <a:pt x="16" y="212"/>
                  </a:lnTo>
                  <a:lnTo>
                    <a:pt x="27" y="228"/>
                  </a:lnTo>
                  <a:lnTo>
                    <a:pt x="35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5"/>
                  </a:lnTo>
                  <a:lnTo>
                    <a:pt x="103" y="319"/>
                  </a:lnTo>
                  <a:lnTo>
                    <a:pt x="111" y="321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5" y="335"/>
                  </a:lnTo>
                  <a:lnTo>
                    <a:pt x="146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8"/>
                  </a:lnTo>
                  <a:lnTo>
                    <a:pt x="191" y="348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6"/>
                  </a:lnTo>
                  <a:lnTo>
                    <a:pt x="261" y="356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4"/>
                  </a:lnTo>
                  <a:lnTo>
                    <a:pt x="385" y="364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7" y="354"/>
                  </a:lnTo>
                  <a:lnTo>
                    <a:pt x="495" y="348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20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1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5" y="276"/>
                  </a:lnTo>
                  <a:lnTo>
                    <a:pt x="557" y="257"/>
                  </a:lnTo>
                  <a:lnTo>
                    <a:pt x="560" y="238"/>
                  </a:lnTo>
                  <a:lnTo>
                    <a:pt x="563" y="217"/>
                  </a:lnTo>
                  <a:lnTo>
                    <a:pt x="563" y="195"/>
                  </a:lnTo>
                  <a:lnTo>
                    <a:pt x="563" y="174"/>
                  </a:lnTo>
                  <a:lnTo>
                    <a:pt x="560" y="155"/>
                  </a:lnTo>
                  <a:lnTo>
                    <a:pt x="557" y="134"/>
                  </a:lnTo>
                  <a:lnTo>
                    <a:pt x="557" y="115"/>
                  </a:lnTo>
                  <a:lnTo>
                    <a:pt x="555" y="96"/>
                  </a:lnTo>
                  <a:lnTo>
                    <a:pt x="552" y="80"/>
                  </a:lnTo>
                  <a:lnTo>
                    <a:pt x="549" y="67"/>
                  </a:lnTo>
                  <a:lnTo>
                    <a:pt x="546" y="61"/>
                  </a:lnTo>
                  <a:lnTo>
                    <a:pt x="546" y="56"/>
                  </a:lnTo>
                  <a:lnTo>
                    <a:pt x="544" y="48"/>
                  </a:lnTo>
                  <a:lnTo>
                    <a:pt x="541" y="40"/>
                  </a:lnTo>
                  <a:lnTo>
                    <a:pt x="538" y="32"/>
                  </a:lnTo>
                  <a:lnTo>
                    <a:pt x="536" y="29"/>
                  </a:lnTo>
                  <a:lnTo>
                    <a:pt x="533" y="24"/>
                  </a:lnTo>
                  <a:lnTo>
                    <a:pt x="528" y="21"/>
                  </a:lnTo>
                  <a:lnTo>
                    <a:pt x="522" y="18"/>
                  </a:lnTo>
                  <a:lnTo>
                    <a:pt x="520" y="18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50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4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2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2"/>
                  </a:lnTo>
                  <a:lnTo>
                    <a:pt x="199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9" name="Rectangle 10">
              <a:extLst>
                <a:ext uri="{FF2B5EF4-FFF2-40B4-BE49-F238E27FC236}">
                  <a16:creationId xmlns:a16="http://schemas.microsoft.com/office/drawing/2014/main" id="{12E42E00-0E52-4F48-9E47-69FF57625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6086" y="1490773"/>
              <a:ext cx="222818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B</a:t>
              </a:r>
            </a:p>
          </p:txBody>
        </p:sp>
      </p:grpSp>
      <p:sp>
        <p:nvSpPr>
          <p:cNvPr id="251" name="Line 22">
            <a:extLst>
              <a:ext uri="{FF2B5EF4-FFF2-40B4-BE49-F238E27FC236}">
                <a16:creationId xmlns:a16="http://schemas.microsoft.com/office/drawing/2014/main" id="{AA591A70-D865-DF48-A927-67C81D69015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7431" y="1734594"/>
            <a:ext cx="665163" cy="276225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52" name="Line 23">
            <a:extLst>
              <a:ext uri="{FF2B5EF4-FFF2-40B4-BE49-F238E27FC236}">
                <a16:creationId xmlns:a16="http://schemas.microsoft.com/office/drawing/2014/main" id="{F6A31CA1-6D75-4F45-8F9E-E7EE6105F5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20293" y="2117182"/>
            <a:ext cx="669925" cy="566738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54" name="Line 25">
            <a:extLst>
              <a:ext uri="{FF2B5EF4-FFF2-40B4-BE49-F238E27FC236}">
                <a16:creationId xmlns:a16="http://schemas.microsoft.com/office/drawing/2014/main" id="{804A668C-99C3-C34B-A510-DEAA2A5837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91581" y="1874294"/>
            <a:ext cx="290513" cy="234950"/>
          </a:xfrm>
          <a:prstGeom prst="line">
            <a:avLst/>
          </a:prstGeom>
          <a:noFill/>
          <a:ln w="555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55" name="Line 26">
            <a:extLst>
              <a:ext uri="{FF2B5EF4-FFF2-40B4-BE49-F238E27FC236}">
                <a16:creationId xmlns:a16="http://schemas.microsoft.com/office/drawing/2014/main" id="{E1D1A110-7690-7041-9B8F-73E3BA5CD6B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64705" y="2002882"/>
            <a:ext cx="1423" cy="538612"/>
          </a:xfrm>
          <a:prstGeom prst="line">
            <a:avLst/>
          </a:prstGeom>
          <a:noFill/>
          <a:ln w="555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56" name="Line 27">
            <a:extLst>
              <a:ext uri="{FF2B5EF4-FFF2-40B4-BE49-F238E27FC236}">
                <a16:creationId xmlns:a16="http://schemas.microsoft.com/office/drawing/2014/main" id="{A9456C19-2E00-BC4E-AEB5-F981440BD8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6981" y="2428332"/>
            <a:ext cx="265113" cy="165100"/>
          </a:xfrm>
          <a:prstGeom prst="line">
            <a:avLst/>
          </a:prstGeom>
          <a:noFill/>
          <a:ln w="555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71" name="Rectangle 3">
            <a:extLst>
              <a:ext uri="{FF2B5EF4-FFF2-40B4-BE49-F238E27FC236}">
                <a16:creationId xmlns:a16="http://schemas.microsoft.com/office/drawing/2014/main" id="{E54A3C0C-0F71-9345-9DF3-C62A1590C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3581400"/>
            <a:ext cx="6401562" cy="381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33DA0E0B-DE29-3147-B564-0EB3AC2AD342}"/>
              </a:ext>
            </a:extLst>
          </p:cNvPr>
          <p:cNvSpPr txBox="1"/>
          <p:nvPr/>
        </p:nvSpPr>
        <p:spPr>
          <a:xfrm>
            <a:off x="655786" y="3397142"/>
            <a:ext cx="1107361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ISP only wants to route traffic to/from its customer networks </a:t>
            </a:r>
            <a:r>
              <a:rPr lang="en-US" sz="2400" dirty="0"/>
              <a:t>(does not want to carry transit traffic between other ISPs – a typical “real world” policy)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6AEABC-D528-EA42-9F12-618E7DACB610}"/>
              </a:ext>
            </a:extLst>
          </p:cNvPr>
          <p:cNvCxnSpPr/>
          <p:nvPr/>
        </p:nvCxnSpPr>
        <p:spPr>
          <a:xfrm flipH="1">
            <a:off x="2407023" y="2232212"/>
            <a:ext cx="618565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Freeform 14">
            <a:extLst>
              <a:ext uri="{FF2B5EF4-FFF2-40B4-BE49-F238E27FC236}">
                <a16:creationId xmlns:a16="http://schemas.microsoft.com/office/drawing/2014/main" id="{DFD5F628-1E9B-9047-B076-769DD7A8AB30}"/>
              </a:ext>
            </a:extLst>
          </p:cNvPr>
          <p:cNvSpPr>
            <a:spLocks/>
          </p:cNvSpPr>
          <p:nvPr/>
        </p:nvSpPr>
        <p:spPr bwMode="auto">
          <a:xfrm>
            <a:off x="2143756" y="2044157"/>
            <a:ext cx="346075" cy="341313"/>
          </a:xfrm>
          <a:custGeom>
            <a:avLst/>
            <a:gdLst>
              <a:gd name="T0" fmla="*/ 99 w 218"/>
              <a:gd name="T1" fmla="*/ 0 h 215"/>
              <a:gd name="T2" fmla="*/ 78 w 218"/>
              <a:gd name="T3" fmla="*/ 6 h 215"/>
              <a:gd name="T4" fmla="*/ 56 w 218"/>
              <a:gd name="T5" fmla="*/ 14 h 215"/>
              <a:gd name="T6" fmla="*/ 40 w 218"/>
              <a:gd name="T7" fmla="*/ 25 h 215"/>
              <a:gd name="T8" fmla="*/ 24 w 218"/>
              <a:gd name="T9" fmla="*/ 41 h 215"/>
              <a:gd name="T10" fmla="*/ 13 w 218"/>
              <a:gd name="T11" fmla="*/ 57 h 215"/>
              <a:gd name="T12" fmla="*/ 5 w 218"/>
              <a:gd name="T13" fmla="*/ 76 h 215"/>
              <a:gd name="T14" fmla="*/ 0 w 218"/>
              <a:gd name="T15" fmla="*/ 97 h 215"/>
              <a:gd name="T16" fmla="*/ 0 w 218"/>
              <a:gd name="T17" fmla="*/ 118 h 215"/>
              <a:gd name="T18" fmla="*/ 5 w 218"/>
              <a:gd name="T19" fmla="*/ 140 h 215"/>
              <a:gd name="T20" fmla="*/ 13 w 218"/>
              <a:gd name="T21" fmla="*/ 159 h 215"/>
              <a:gd name="T22" fmla="*/ 24 w 218"/>
              <a:gd name="T23" fmla="*/ 175 h 215"/>
              <a:gd name="T24" fmla="*/ 40 w 218"/>
              <a:gd name="T25" fmla="*/ 191 h 215"/>
              <a:gd name="T26" fmla="*/ 56 w 218"/>
              <a:gd name="T27" fmla="*/ 202 h 215"/>
              <a:gd name="T28" fmla="*/ 78 w 218"/>
              <a:gd name="T29" fmla="*/ 210 h 215"/>
              <a:gd name="T30" fmla="*/ 99 w 218"/>
              <a:gd name="T31" fmla="*/ 215 h 215"/>
              <a:gd name="T32" fmla="*/ 121 w 218"/>
              <a:gd name="T33" fmla="*/ 215 h 215"/>
              <a:gd name="T34" fmla="*/ 142 w 218"/>
              <a:gd name="T35" fmla="*/ 210 h 215"/>
              <a:gd name="T36" fmla="*/ 161 w 218"/>
              <a:gd name="T37" fmla="*/ 202 h 215"/>
              <a:gd name="T38" fmla="*/ 177 w 218"/>
              <a:gd name="T39" fmla="*/ 191 h 215"/>
              <a:gd name="T40" fmla="*/ 193 w 218"/>
              <a:gd name="T41" fmla="*/ 175 h 215"/>
              <a:gd name="T42" fmla="*/ 204 w 218"/>
              <a:gd name="T43" fmla="*/ 159 h 215"/>
              <a:gd name="T44" fmla="*/ 212 w 218"/>
              <a:gd name="T45" fmla="*/ 140 h 215"/>
              <a:gd name="T46" fmla="*/ 218 w 218"/>
              <a:gd name="T47" fmla="*/ 118 h 215"/>
              <a:gd name="T48" fmla="*/ 218 w 218"/>
              <a:gd name="T49" fmla="*/ 97 h 215"/>
              <a:gd name="T50" fmla="*/ 212 w 218"/>
              <a:gd name="T51" fmla="*/ 76 h 215"/>
              <a:gd name="T52" fmla="*/ 204 w 218"/>
              <a:gd name="T53" fmla="*/ 57 h 215"/>
              <a:gd name="T54" fmla="*/ 193 w 218"/>
              <a:gd name="T55" fmla="*/ 41 h 215"/>
              <a:gd name="T56" fmla="*/ 177 w 218"/>
              <a:gd name="T57" fmla="*/ 25 h 215"/>
              <a:gd name="T58" fmla="*/ 161 w 218"/>
              <a:gd name="T59" fmla="*/ 14 h 215"/>
              <a:gd name="T60" fmla="*/ 142 w 218"/>
              <a:gd name="T61" fmla="*/ 6 h 215"/>
              <a:gd name="T62" fmla="*/ 121 w 218"/>
              <a:gd name="T63" fmla="*/ 0 h 215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218"/>
              <a:gd name="T97" fmla="*/ 0 h 215"/>
              <a:gd name="T98" fmla="*/ 218 w 218"/>
              <a:gd name="T99" fmla="*/ 215 h 215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218" h="215">
                <a:moveTo>
                  <a:pt x="110" y="0"/>
                </a:moveTo>
                <a:lnTo>
                  <a:pt x="99" y="0"/>
                </a:lnTo>
                <a:lnTo>
                  <a:pt x="88" y="3"/>
                </a:lnTo>
                <a:lnTo>
                  <a:pt x="78" y="6"/>
                </a:lnTo>
                <a:lnTo>
                  <a:pt x="67" y="9"/>
                </a:lnTo>
                <a:lnTo>
                  <a:pt x="56" y="14"/>
                </a:lnTo>
                <a:lnTo>
                  <a:pt x="48" y="19"/>
                </a:lnTo>
                <a:lnTo>
                  <a:pt x="40" y="25"/>
                </a:lnTo>
                <a:lnTo>
                  <a:pt x="32" y="33"/>
                </a:lnTo>
                <a:lnTo>
                  <a:pt x="24" y="41"/>
                </a:lnTo>
                <a:lnTo>
                  <a:pt x="18" y="49"/>
                </a:lnTo>
                <a:lnTo>
                  <a:pt x="13" y="57"/>
                </a:lnTo>
                <a:lnTo>
                  <a:pt x="8" y="65"/>
                </a:lnTo>
                <a:lnTo>
                  <a:pt x="5" y="76"/>
                </a:lnTo>
                <a:lnTo>
                  <a:pt x="2" y="86"/>
                </a:lnTo>
                <a:lnTo>
                  <a:pt x="0" y="97"/>
                </a:lnTo>
                <a:lnTo>
                  <a:pt x="0" y="108"/>
                </a:lnTo>
                <a:lnTo>
                  <a:pt x="0" y="118"/>
                </a:lnTo>
                <a:lnTo>
                  <a:pt x="2" y="129"/>
                </a:lnTo>
                <a:lnTo>
                  <a:pt x="5" y="140"/>
                </a:lnTo>
                <a:lnTo>
                  <a:pt x="8" y="151"/>
                </a:lnTo>
                <a:lnTo>
                  <a:pt x="13" y="159"/>
                </a:lnTo>
                <a:lnTo>
                  <a:pt x="18" y="167"/>
                </a:lnTo>
                <a:lnTo>
                  <a:pt x="24" y="175"/>
                </a:lnTo>
                <a:lnTo>
                  <a:pt x="32" y="183"/>
                </a:lnTo>
                <a:lnTo>
                  <a:pt x="40" y="191"/>
                </a:lnTo>
                <a:lnTo>
                  <a:pt x="48" y="196"/>
                </a:lnTo>
                <a:lnTo>
                  <a:pt x="56" y="202"/>
                </a:lnTo>
                <a:lnTo>
                  <a:pt x="67" y="207"/>
                </a:lnTo>
                <a:lnTo>
                  <a:pt x="78" y="210"/>
                </a:lnTo>
                <a:lnTo>
                  <a:pt x="88" y="212"/>
                </a:lnTo>
                <a:lnTo>
                  <a:pt x="99" y="215"/>
                </a:lnTo>
                <a:lnTo>
                  <a:pt x="110" y="215"/>
                </a:lnTo>
                <a:lnTo>
                  <a:pt x="121" y="215"/>
                </a:lnTo>
                <a:lnTo>
                  <a:pt x="131" y="212"/>
                </a:lnTo>
                <a:lnTo>
                  <a:pt x="142" y="210"/>
                </a:lnTo>
                <a:lnTo>
                  <a:pt x="153" y="207"/>
                </a:lnTo>
                <a:lnTo>
                  <a:pt x="161" y="202"/>
                </a:lnTo>
                <a:lnTo>
                  <a:pt x="169" y="196"/>
                </a:lnTo>
                <a:lnTo>
                  <a:pt x="177" y="191"/>
                </a:lnTo>
                <a:lnTo>
                  <a:pt x="185" y="183"/>
                </a:lnTo>
                <a:lnTo>
                  <a:pt x="193" y="175"/>
                </a:lnTo>
                <a:lnTo>
                  <a:pt x="199" y="167"/>
                </a:lnTo>
                <a:lnTo>
                  <a:pt x="204" y="159"/>
                </a:lnTo>
                <a:lnTo>
                  <a:pt x="209" y="151"/>
                </a:lnTo>
                <a:lnTo>
                  <a:pt x="212" y="140"/>
                </a:lnTo>
                <a:lnTo>
                  <a:pt x="215" y="129"/>
                </a:lnTo>
                <a:lnTo>
                  <a:pt x="218" y="118"/>
                </a:lnTo>
                <a:lnTo>
                  <a:pt x="218" y="108"/>
                </a:lnTo>
                <a:lnTo>
                  <a:pt x="218" y="97"/>
                </a:lnTo>
                <a:lnTo>
                  <a:pt x="215" y="86"/>
                </a:lnTo>
                <a:lnTo>
                  <a:pt x="212" y="76"/>
                </a:lnTo>
                <a:lnTo>
                  <a:pt x="209" y="65"/>
                </a:lnTo>
                <a:lnTo>
                  <a:pt x="204" y="57"/>
                </a:lnTo>
                <a:lnTo>
                  <a:pt x="199" y="49"/>
                </a:lnTo>
                <a:lnTo>
                  <a:pt x="193" y="41"/>
                </a:lnTo>
                <a:lnTo>
                  <a:pt x="185" y="33"/>
                </a:lnTo>
                <a:lnTo>
                  <a:pt x="177" y="25"/>
                </a:lnTo>
                <a:lnTo>
                  <a:pt x="169" y="19"/>
                </a:lnTo>
                <a:lnTo>
                  <a:pt x="161" y="14"/>
                </a:lnTo>
                <a:lnTo>
                  <a:pt x="153" y="9"/>
                </a:lnTo>
                <a:lnTo>
                  <a:pt x="142" y="6"/>
                </a:lnTo>
                <a:lnTo>
                  <a:pt x="131" y="3"/>
                </a:lnTo>
                <a:lnTo>
                  <a:pt x="121" y="0"/>
                </a:lnTo>
                <a:lnTo>
                  <a:pt x="11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44" name="Rectangle 15">
            <a:extLst>
              <a:ext uri="{FF2B5EF4-FFF2-40B4-BE49-F238E27FC236}">
                <a16:creationId xmlns:a16="http://schemas.microsoft.com/office/drawing/2014/main" id="{C1F5C79B-2FE7-554C-A52F-9036F9664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6237" y="2009324"/>
            <a:ext cx="22923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w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45" name="Rectangle 16">
            <a:extLst>
              <a:ext uri="{FF2B5EF4-FFF2-40B4-BE49-F238E27FC236}">
                <a16:creationId xmlns:a16="http://schemas.microsoft.com/office/drawing/2014/main" id="{99072FE5-38EC-F64C-B60E-F3D505CCE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9981" y="2083844"/>
            <a:ext cx="4921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44E66DA-DCC6-7F44-AC06-FAE5FC3E60BF}"/>
              </a:ext>
            </a:extLst>
          </p:cNvPr>
          <p:cNvGrpSpPr/>
          <p:nvPr/>
        </p:nvGrpSpPr>
        <p:grpSpPr>
          <a:xfrm>
            <a:off x="2950206" y="1990648"/>
            <a:ext cx="892175" cy="579438"/>
            <a:chOff x="2950206" y="1990648"/>
            <a:chExt cx="892175" cy="579438"/>
          </a:xfrm>
        </p:grpSpPr>
        <p:sp>
          <p:nvSpPr>
            <p:cNvPr id="237" name="Freeform 8">
              <a:extLst>
                <a:ext uri="{FF2B5EF4-FFF2-40B4-BE49-F238E27FC236}">
                  <a16:creationId xmlns:a16="http://schemas.microsoft.com/office/drawing/2014/main" id="{FDB92971-5732-AB45-AC0C-7FEBEABF4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0206" y="1990648"/>
              <a:ext cx="892175" cy="579438"/>
            </a:xfrm>
            <a:custGeom>
              <a:avLst/>
              <a:gdLst>
                <a:gd name="T0" fmla="*/ 148 w 562"/>
                <a:gd name="T1" fmla="*/ 5 h 365"/>
                <a:gd name="T2" fmla="*/ 121 w 562"/>
                <a:gd name="T3" fmla="*/ 11 h 365"/>
                <a:gd name="T4" fmla="*/ 94 w 562"/>
                <a:gd name="T5" fmla="*/ 21 h 365"/>
                <a:gd name="T6" fmla="*/ 70 w 562"/>
                <a:gd name="T7" fmla="*/ 37 h 365"/>
                <a:gd name="T8" fmla="*/ 46 w 562"/>
                <a:gd name="T9" fmla="*/ 62 h 365"/>
                <a:gd name="T10" fmla="*/ 24 w 562"/>
                <a:gd name="T11" fmla="*/ 91 h 365"/>
                <a:gd name="T12" fmla="*/ 8 w 562"/>
                <a:gd name="T13" fmla="*/ 121 h 365"/>
                <a:gd name="T14" fmla="*/ 3 w 562"/>
                <a:gd name="T15" fmla="*/ 137 h 365"/>
                <a:gd name="T16" fmla="*/ 0 w 562"/>
                <a:gd name="T17" fmla="*/ 150 h 365"/>
                <a:gd name="T18" fmla="*/ 0 w 562"/>
                <a:gd name="T19" fmla="*/ 166 h 365"/>
                <a:gd name="T20" fmla="*/ 3 w 562"/>
                <a:gd name="T21" fmla="*/ 182 h 365"/>
                <a:gd name="T22" fmla="*/ 19 w 562"/>
                <a:gd name="T23" fmla="*/ 212 h 365"/>
                <a:gd name="T24" fmla="*/ 38 w 562"/>
                <a:gd name="T25" fmla="*/ 244 h 365"/>
                <a:gd name="T26" fmla="*/ 59 w 562"/>
                <a:gd name="T27" fmla="*/ 271 h 365"/>
                <a:gd name="T28" fmla="*/ 81 w 562"/>
                <a:gd name="T29" fmla="*/ 295 h 365"/>
                <a:gd name="T30" fmla="*/ 105 w 562"/>
                <a:gd name="T31" fmla="*/ 319 h 365"/>
                <a:gd name="T32" fmla="*/ 119 w 562"/>
                <a:gd name="T33" fmla="*/ 327 h 365"/>
                <a:gd name="T34" fmla="*/ 137 w 562"/>
                <a:gd name="T35" fmla="*/ 335 h 365"/>
                <a:gd name="T36" fmla="*/ 156 w 562"/>
                <a:gd name="T37" fmla="*/ 343 h 365"/>
                <a:gd name="T38" fmla="*/ 183 w 562"/>
                <a:gd name="T39" fmla="*/ 349 h 365"/>
                <a:gd name="T40" fmla="*/ 199 w 562"/>
                <a:gd name="T41" fmla="*/ 351 h 365"/>
                <a:gd name="T42" fmla="*/ 240 w 562"/>
                <a:gd name="T43" fmla="*/ 357 h 365"/>
                <a:gd name="T44" fmla="*/ 285 w 562"/>
                <a:gd name="T45" fmla="*/ 359 h 365"/>
                <a:gd name="T46" fmla="*/ 334 w 562"/>
                <a:gd name="T47" fmla="*/ 362 h 365"/>
                <a:gd name="T48" fmla="*/ 385 w 562"/>
                <a:gd name="T49" fmla="*/ 365 h 365"/>
                <a:gd name="T50" fmla="*/ 433 w 562"/>
                <a:gd name="T51" fmla="*/ 362 h 365"/>
                <a:gd name="T52" fmla="*/ 476 w 562"/>
                <a:gd name="T53" fmla="*/ 354 h 365"/>
                <a:gd name="T54" fmla="*/ 503 w 562"/>
                <a:gd name="T55" fmla="*/ 346 h 365"/>
                <a:gd name="T56" fmla="*/ 519 w 562"/>
                <a:gd name="T57" fmla="*/ 338 h 365"/>
                <a:gd name="T58" fmla="*/ 530 w 562"/>
                <a:gd name="T59" fmla="*/ 327 h 365"/>
                <a:gd name="T60" fmla="*/ 544 w 562"/>
                <a:gd name="T61" fmla="*/ 308 h 365"/>
                <a:gd name="T62" fmla="*/ 554 w 562"/>
                <a:gd name="T63" fmla="*/ 276 h 365"/>
                <a:gd name="T64" fmla="*/ 560 w 562"/>
                <a:gd name="T65" fmla="*/ 239 h 365"/>
                <a:gd name="T66" fmla="*/ 562 w 562"/>
                <a:gd name="T67" fmla="*/ 196 h 365"/>
                <a:gd name="T68" fmla="*/ 560 w 562"/>
                <a:gd name="T69" fmla="*/ 155 h 365"/>
                <a:gd name="T70" fmla="*/ 557 w 562"/>
                <a:gd name="T71" fmla="*/ 115 h 365"/>
                <a:gd name="T72" fmla="*/ 552 w 562"/>
                <a:gd name="T73" fmla="*/ 80 h 365"/>
                <a:gd name="T74" fmla="*/ 549 w 562"/>
                <a:gd name="T75" fmla="*/ 62 h 365"/>
                <a:gd name="T76" fmla="*/ 546 w 562"/>
                <a:gd name="T77" fmla="*/ 48 h 365"/>
                <a:gd name="T78" fmla="*/ 541 w 562"/>
                <a:gd name="T79" fmla="*/ 32 h 365"/>
                <a:gd name="T80" fmla="*/ 533 w 562"/>
                <a:gd name="T81" fmla="*/ 24 h 365"/>
                <a:gd name="T82" fmla="*/ 525 w 562"/>
                <a:gd name="T83" fmla="*/ 19 h 365"/>
                <a:gd name="T84" fmla="*/ 509 w 562"/>
                <a:gd name="T85" fmla="*/ 16 h 365"/>
                <a:gd name="T86" fmla="*/ 482 w 562"/>
                <a:gd name="T87" fmla="*/ 16 h 365"/>
                <a:gd name="T88" fmla="*/ 458 w 562"/>
                <a:gd name="T89" fmla="*/ 16 h 365"/>
                <a:gd name="T90" fmla="*/ 431 w 562"/>
                <a:gd name="T91" fmla="*/ 13 h 365"/>
                <a:gd name="T92" fmla="*/ 388 w 562"/>
                <a:gd name="T93" fmla="*/ 13 h 365"/>
                <a:gd name="T94" fmla="*/ 342 w 562"/>
                <a:gd name="T95" fmla="*/ 16 h 365"/>
                <a:gd name="T96" fmla="*/ 301 w 562"/>
                <a:gd name="T97" fmla="*/ 16 h 365"/>
                <a:gd name="T98" fmla="*/ 264 w 562"/>
                <a:gd name="T99" fmla="*/ 13 h 365"/>
                <a:gd name="T100" fmla="*/ 229 w 562"/>
                <a:gd name="T101" fmla="*/ 5 h 365"/>
                <a:gd name="T102" fmla="*/ 199 w 562"/>
                <a:gd name="T103" fmla="*/ 0 h 365"/>
                <a:gd name="T104" fmla="*/ 183 w 562"/>
                <a:gd name="T105" fmla="*/ 0 h 365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562"/>
                <a:gd name="T160" fmla="*/ 0 h 365"/>
                <a:gd name="T161" fmla="*/ 562 w 562"/>
                <a:gd name="T162" fmla="*/ 365 h 365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562" h="365">
                  <a:moveTo>
                    <a:pt x="178" y="0"/>
                  </a:moveTo>
                  <a:lnTo>
                    <a:pt x="148" y="5"/>
                  </a:lnTo>
                  <a:lnTo>
                    <a:pt x="135" y="8"/>
                  </a:lnTo>
                  <a:lnTo>
                    <a:pt x="121" y="11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2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6" y="104"/>
                  </a:lnTo>
                  <a:lnTo>
                    <a:pt x="8" y="121"/>
                  </a:lnTo>
                  <a:lnTo>
                    <a:pt x="6" y="129"/>
                  </a:lnTo>
                  <a:lnTo>
                    <a:pt x="3" y="137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74"/>
                  </a:lnTo>
                  <a:lnTo>
                    <a:pt x="3" y="182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6"/>
                  </a:lnTo>
                  <a:lnTo>
                    <a:pt x="105" y="319"/>
                  </a:lnTo>
                  <a:lnTo>
                    <a:pt x="110" y="322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7" y="335"/>
                  </a:lnTo>
                  <a:lnTo>
                    <a:pt x="145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9"/>
                  </a:lnTo>
                  <a:lnTo>
                    <a:pt x="191" y="349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7"/>
                  </a:lnTo>
                  <a:lnTo>
                    <a:pt x="261" y="357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5"/>
                  </a:lnTo>
                  <a:lnTo>
                    <a:pt x="385" y="365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19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2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4" y="276"/>
                  </a:lnTo>
                  <a:lnTo>
                    <a:pt x="557" y="257"/>
                  </a:lnTo>
                  <a:lnTo>
                    <a:pt x="560" y="239"/>
                  </a:lnTo>
                  <a:lnTo>
                    <a:pt x="562" y="217"/>
                  </a:lnTo>
                  <a:lnTo>
                    <a:pt x="562" y="196"/>
                  </a:lnTo>
                  <a:lnTo>
                    <a:pt x="562" y="174"/>
                  </a:lnTo>
                  <a:lnTo>
                    <a:pt x="560" y="155"/>
                  </a:lnTo>
                  <a:lnTo>
                    <a:pt x="560" y="134"/>
                  </a:lnTo>
                  <a:lnTo>
                    <a:pt x="557" y="115"/>
                  </a:lnTo>
                  <a:lnTo>
                    <a:pt x="554" y="96"/>
                  </a:lnTo>
                  <a:lnTo>
                    <a:pt x="552" y="80"/>
                  </a:lnTo>
                  <a:lnTo>
                    <a:pt x="552" y="67"/>
                  </a:lnTo>
                  <a:lnTo>
                    <a:pt x="549" y="62"/>
                  </a:lnTo>
                  <a:lnTo>
                    <a:pt x="549" y="56"/>
                  </a:lnTo>
                  <a:lnTo>
                    <a:pt x="546" y="48"/>
                  </a:lnTo>
                  <a:lnTo>
                    <a:pt x="544" y="40"/>
                  </a:lnTo>
                  <a:lnTo>
                    <a:pt x="541" y="32"/>
                  </a:lnTo>
                  <a:lnTo>
                    <a:pt x="538" y="29"/>
                  </a:lnTo>
                  <a:lnTo>
                    <a:pt x="533" y="24"/>
                  </a:lnTo>
                  <a:lnTo>
                    <a:pt x="530" y="21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9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49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3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1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3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8" name="Rectangle 9">
              <a:extLst>
                <a:ext uri="{FF2B5EF4-FFF2-40B4-BE49-F238E27FC236}">
                  <a16:creationId xmlns:a16="http://schemas.microsoft.com/office/drawing/2014/main" id="{1EB1CCD9-1976-AB44-A2DC-E6F2E6A85DB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314700" y="2056297"/>
              <a:ext cx="333025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</a:rPr>
                <a:t>A</a:t>
              </a:r>
            </a:p>
          </p:txBody>
        </p:sp>
      </p:grp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E2BBCBDF-DF9E-124A-9B86-A7AD76416AA3}"/>
              </a:ext>
            </a:extLst>
          </p:cNvPr>
          <p:cNvCxnSpPr/>
          <p:nvPr/>
        </p:nvCxnSpPr>
        <p:spPr>
          <a:xfrm flipH="1">
            <a:off x="4921623" y="2841812"/>
            <a:ext cx="618565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Freeform 19">
            <a:extLst>
              <a:ext uri="{FF2B5EF4-FFF2-40B4-BE49-F238E27FC236}">
                <a16:creationId xmlns:a16="http://schemas.microsoft.com/office/drawing/2014/main" id="{723A073B-FC90-9C4B-AFAC-D8CF166CBB28}"/>
              </a:ext>
            </a:extLst>
          </p:cNvPr>
          <p:cNvSpPr>
            <a:spLocks/>
          </p:cNvSpPr>
          <p:nvPr/>
        </p:nvSpPr>
        <p:spPr bwMode="auto">
          <a:xfrm>
            <a:off x="5503279" y="2665056"/>
            <a:ext cx="346075" cy="336550"/>
          </a:xfrm>
          <a:custGeom>
            <a:avLst/>
            <a:gdLst>
              <a:gd name="T0" fmla="*/ 97 w 218"/>
              <a:gd name="T1" fmla="*/ 0 h 212"/>
              <a:gd name="T2" fmla="*/ 75 w 218"/>
              <a:gd name="T3" fmla="*/ 6 h 212"/>
              <a:gd name="T4" fmla="*/ 56 w 218"/>
              <a:gd name="T5" fmla="*/ 14 h 212"/>
              <a:gd name="T6" fmla="*/ 40 w 218"/>
              <a:gd name="T7" fmla="*/ 24 h 212"/>
              <a:gd name="T8" fmla="*/ 24 w 218"/>
              <a:gd name="T9" fmla="*/ 38 h 212"/>
              <a:gd name="T10" fmla="*/ 13 w 218"/>
              <a:gd name="T11" fmla="*/ 54 h 212"/>
              <a:gd name="T12" fmla="*/ 5 w 218"/>
              <a:gd name="T13" fmla="*/ 73 h 212"/>
              <a:gd name="T14" fmla="*/ 0 w 218"/>
              <a:gd name="T15" fmla="*/ 94 h 212"/>
              <a:gd name="T16" fmla="*/ 0 w 218"/>
              <a:gd name="T17" fmla="*/ 116 h 212"/>
              <a:gd name="T18" fmla="*/ 5 w 218"/>
              <a:gd name="T19" fmla="*/ 137 h 212"/>
              <a:gd name="T20" fmla="*/ 13 w 218"/>
              <a:gd name="T21" fmla="*/ 156 h 212"/>
              <a:gd name="T22" fmla="*/ 24 w 218"/>
              <a:gd name="T23" fmla="*/ 172 h 212"/>
              <a:gd name="T24" fmla="*/ 40 w 218"/>
              <a:gd name="T25" fmla="*/ 188 h 212"/>
              <a:gd name="T26" fmla="*/ 56 w 218"/>
              <a:gd name="T27" fmla="*/ 199 h 212"/>
              <a:gd name="T28" fmla="*/ 75 w 218"/>
              <a:gd name="T29" fmla="*/ 207 h 212"/>
              <a:gd name="T30" fmla="*/ 97 w 218"/>
              <a:gd name="T31" fmla="*/ 212 h 212"/>
              <a:gd name="T32" fmla="*/ 118 w 218"/>
              <a:gd name="T33" fmla="*/ 212 h 212"/>
              <a:gd name="T34" fmla="*/ 140 w 218"/>
              <a:gd name="T35" fmla="*/ 207 h 212"/>
              <a:gd name="T36" fmla="*/ 161 w 218"/>
              <a:gd name="T37" fmla="*/ 199 h 212"/>
              <a:gd name="T38" fmla="*/ 178 w 218"/>
              <a:gd name="T39" fmla="*/ 188 h 212"/>
              <a:gd name="T40" fmla="*/ 194 w 218"/>
              <a:gd name="T41" fmla="*/ 172 h 212"/>
              <a:gd name="T42" fmla="*/ 204 w 218"/>
              <a:gd name="T43" fmla="*/ 156 h 212"/>
              <a:gd name="T44" fmla="*/ 213 w 218"/>
              <a:gd name="T45" fmla="*/ 137 h 212"/>
              <a:gd name="T46" fmla="*/ 218 w 218"/>
              <a:gd name="T47" fmla="*/ 116 h 212"/>
              <a:gd name="T48" fmla="*/ 218 w 218"/>
              <a:gd name="T49" fmla="*/ 94 h 212"/>
              <a:gd name="T50" fmla="*/ 213 w 218"/>
              <a:gd name="T51" fmla="*/ 73 h 212"/>
              <a:gd name="T52" fmla="*/ 204 w 218"/>
              <a:gd name="T53" fmla="*/ 54 h 212"/>
              <a:gd name="T54" fmla="*/ 194 w 218"/>
              <a:gd name="T55" fmla="*/ 38 h 212"/>
              <a:gd name="T56" fmla="*/ 178 w 218"/>
              <a:gd name="T57" fmla="*/ 24 h 212"/>
              <a:gd name="T58" fmla="*/ 161 w 218"/>
              <a:gd name="T59" fmla="*/ 14 h 212"/>
              <a:gd name="T60" fmla="*/ 140 w 218"/>
              <a:gd name="T61" fmla="*/ 6 h 212"/>
              <a:gd name="T62" fmla="*/ 118 w 218"/>
              <a:gd name="T63" fmla="*/ 0 h 212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218"/>
              <a:gd name="T97" fmla="*/ 0 h 212"/>
              <a:gd name="T98" fmla="*/ 218 w 218"/>
              <a:gd name="T99" fmla="*/ 212 h 212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218" h="212">
                <a:moveTo>
                  <a:pt x="108" y="0"/>
                </a:moveTo>
                <a:lnTo>
                  <a:pt x="97" y="0"/>
                </a:lnTo>
                <a:lnTo>
                  <a:pt x="86" y="3"/>
                </a:lnTo>
                <a:lnTo>
                  <a:pt x="75" y="6"/>
                </a:lnTo>
                <a:lnTo>
                  <a:pt x="65" y="8"/>
                </a:lnTo>
                <a:lnTo>
                  <a:pt x="56" y="14"/>
                </a:lnTo>
                <a:lnTo>
                  <a:pt x="48" y="19"/>
                </a:lnTo>
                <a:lnTo>
                  <a:pt x="40" y="24"/>
                </a:lnTo>
                <a:lnTo>
                  <a:pt x="32" y="30"/>
                </a:lnTo>
                <a:lnTo>
                  <a:pt x="24" y="38"/>
                </a:lnTo>
                <a:lnTo>
                  <a:pt x="19" y="46"/>
                </a:lnTo>
                <a:lnTo>
                  <a:pt x="13" y="54"/>
                </a:lnTo>
                <a:lnTo>
                  <a:pt x="8" y="65"/>
                </a:lnTo>
                <a:lnTo>
                  <a:pt x="5" y="73"/>
                </a:lnTo>
                <a:lnTo>
                  <a:pt x="3" y="83"/>
                </a:lnTo>
                <a:lnTo>
                  <a:pt x="0" y="94"/>
                </a:lnTo>
                <a:lnTo>
                  <a:pt x="0" y="105"/>
                </a:lnTo>
                <a:lnTo>
                  <a:pt x="0" y="116"/>
                </a:lnTo>
                <a:lnTo>
                  <a:pt x="3" y="126"/>
                </a:lnTo>
                <a:lnTo>
                  <a:pt x="5" y="137"/>
                </a:lnTo>
                <a:lnTo>
                  <a:pt x="8" y="148"/>
                </a:lnTo>
                <a:lnTo>
                  <a:pt x="13" y="156"/>
                </a:lnTo>
                <a:lnTo>
                  <a:pt x="19" y="164"/>
                </a:lnTo>
                <a:lnTo>
                  <a:pt x="24" y="172"/>
                </a:lnTo>
                <a:lnTo>
                  <a:pt x="32" y="180"/>
                </a:lnTo>
                <a:lnTo>
                  <a:pt x="40" y="188"/>
                </a:lnTo>
                <a:lnTo>
                  <a:pt x="48" y="193"/>
                </a:lnTo>
                <a:lnTo>
                  <a:pt x="56" y="199"/>
                </a:lnTo>
                <a:lnTo>
                  <a:pt x="65" y="204"/>
                </a:lnTo>
                <a:lnTo>
                  <a:pt x="75" y="207"/>
                </a:lnTo>
                <a:lnTo>
                  <a:pt x="86" y="209"/>
                </a:lnTo>
                <a:lnTo>
                  <a:pt x="97" y="212"/>
                </a:lnTo>
                <a:lnTo>
                  <a:pt x="108" y="212"/>
                </a:lnTo>
                <a:lnTo>
                  <a:pt x="118" y="212"/>
                </a:lnTo>
                <a:lnTo>
                  <a:pt x="129" y="209"/>
                </a:lnTo>
                <a:lnTo>
                  <a:pt x="140" y="207"/>
                </a:lnTo>
                <a:lnTo>
                  <a:pt x="151" y="204"/>
                </a:lnTo>
                <a:lnTo>
                  <a:pt x="161" y="199"/>
                </a:lnTo>
                <a:lnTo>
                  <a:pt x="169" y="193"/>
                </a:lnTo>
                <a:lnTo>
                  <a:pt x="178" y="188"/>
                </a:lnTo>
                <a:lnTo>
                  <a:pt x="186" y="180"/>
                </a:lnTo>
                <a:lnTo>
                  <a:pt x="194" y="172"/>
                </a:lnTo>
                <a:lnTo>
                  <a:pt x="199" y="164"/>
                </a:lnTo>
                <a:lnTo>
                  <a:pt x="204" y="156"/>
                </a:lnTo>
                <a:lnTo>
                  <a:pt x="210" y="148"/>
                </a:lnTo>
                <a:lnTo>
                  <a:pt x="213" y="137"/>
                </a:lnTo>
                <a:lnTo>
                  <a:pt x="215" y="126"/>
                </a:lnTo>
                <a:lnTo>
                  <a:pt x="218" y="116"/>
                </a:lnTo>
                <a:lnTo>
                  <a:pt x="218" y="105"/>
                </a:lnTo>
                <a:lnTo>
                  <a:pt x="218" y="94"/>
                </a:lnTo>
                <a:lnTo>
                  <a:pt x="215" y="83"/>
                </a:lnTo>
                <a:lnTo>
                  <a:pt x="213" y="73"/>
                </a:lnTo>
                <a:lnTo>
                  <a:pt x="210" y="65"/>
                </a:lnTo>
                <a:lnTo>
                  <a:pt x="204" y="54"/>
                </a:lnTo>
                <a:lnTo>
                  <a:pt x="199" y="46"/>
                </a:lnTo>
                <a:lnTo>
                  <a:pt x="194" y="38"/>
                </a:lnTo>
                <a:lnTo>
                  <a:pt x="186" y="30"/>
                </a:lnTo>
                <a:lnTo>
                  <a:pt x="178" y="24"/>
                </a:lnTo>
                <a:lnTo>
                  <a:pt x="169" y="19"/>
                </a:lnTo>
                <a:lnTo>
                  <a:pt x="161" y="14"/>
                </a:lnTo>
                <a:lnTo>
                  <a:pt x="151" y="8"/>
                </a:lnTo>
                <a:lnTo>
                  <a:pt x="140" y="6"/>
                </a:lnTo>
                <a:lnTo>
                  <a:pt x="129" y="3"/>
                </a:lnTo>
                <a:lnTo>
                  <a:pt x="118" y="0"/>
                </a:lnTo>
                <a:lnTo>
                  <a:pt x="108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49" name="Rectangle 20">
            <a:extLst>
              <a:ext uri="{FF2B5EF4-FFF2-40B4-BE49-F238E27FC236}">
                <a16:creationId xmlns:a16="http://schemas.microsoft.com/office/drawing/2014/main" id="{76D8181D-6A90-A54A-9EA1-BABDC131D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1789" y="2615657"/>
            <a:ext cx="1458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y</a:t>
            </a:r>
            <a:endParaRPr lang="en-US" sz="1600" b="1" dirty="0">
              <a:solidFill>
                <a:schemeClr val="bg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3B1E474-6B53-FB4E-8205-93DBD968BAEF}"/>
              </a:ext>
            </a:extLst>
          </p:cNvPr>
          <p:cNvGrpSpPr/>
          <p:nvPr/>
        </p:nvGrpSpPr>
        <p:grpSpPr>
          <a:xfrm>
            <a:off x="4043993" y="2436269"/>
            <a:ext cx="896938" cy="574675"/>
            <a:chOff x="4043993" y="2436269"/>
            <a:chExt cx="896938" cy="574675"/>
          </a:xfrm>
        </p:grpSpPr>
        <p:sp>
          <p:nvSpPr>
            <p:cNvPr id="240" name="Freeform 11">
              <a:extLst>
                <a:ext uri="{FF2B5EF4-FFF2-40B4-BE49-F238E27FC236}">
                  <a16:creationId xmlns:a16="http://schemas.microsoft.com/office/drawing/2014/main" id="{934069AD-3D2B-E54C-A5BD-474795678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993" y="2436269"/>
              <a:ext cx="896938" cy="574675"/>
            </a:xfrm>
            <a:custGeom>
              <a:avLst/>
              <a:gdLst>
                <a:gd name="T0" fmla="*/ 164 w 565"/>
                <a:gd name="T1" fmla="*/ 0 h 362"/>
                <a:gd name="T2" fmla="*/ 134 w 565"/>
                <a:gd name="T3" fmla="*/ 6 h 362"/>
                <a:gd name="T4" fmla="*/ 108 w 565"/>
                <a:gd name="T5" fmla="*/ 14 h 362"/>
                <a:gd name="T6" fmla="*/ 83 w 565"/>
                <a:gd name="T7" fmla="*/ 30 h 362"/>
                <a:gd name="T8" fmla="*/ 62 w 565"/>
                <a:gd name="T9" fmla="*/ 48 h 362"/>
                <a:gd name="T10" fmla="*/ 38 w 565"/>
                <a:gd name="T11" fmla="*/ 73 h 362"/>
                <a:gd name="T12" fmla="*/ 16 w 565"/>
                <a:gd name="T13" fmla="*/ 105 h 362"/>
                <a:gd name="T14" fmla="*/ 5 w 565"/>
                <a:gd name="T15" fmla="*/ 126 h 362"/>
                <a:gd name="T16" fmla="*/ 0 w 565"/>
                <a:gd name="T17" fmla="*/ 142 h 362"/>
                <a:gd name="T18" fmla="*/ 0 w 565"/>
                <a:gd name="T19" fmla="*/ 158 h 362"/>
                <a:gd name="T20" fmla="*/ 5 w 565"/>
                <a:gd name="T21" fmla="*/ 180 h 362"/>
                <a:gd name="T22" fmla="*/ 19 w 565"/>
                <a:gd name="T23" fmla="*/ 212 h 362"/>
                <a:gd name="T24" fmla="*/ 38 w 565"/>
                <a:gd name="T25" fmla="*/ 242 h 362"/>
                <a:gd name="T26" fmla="*/ 59 w 565"/>
                <a:gd name="T27" fmla="*/ 268 h 362"/>
                <a:gd name="T28" fmla="*/ 81 w 565"/>
                <a:gd name="T29" fmla="*/ 295 h 362"/>
                <a:gd name="T30" fmla="*/ 105 w 565"/>
                <a:gd name="T31" fmla="*/ 317 h 362"/>
                <a:gd name="T32" fmla="*/ 121 w 565"/>
                <a:gd name="T33" fmla="*/ 327 h 362"/>
                <a:gd name="T34" fmla="*/ 137 w 565"/>
                <a:gd name="T35" fmla="*/ 335 h 362"/>
                <a:gd name="T36" fmla="*/ 159 w 565"/>
                <a:gd name="T37" fmla="*/ 343 h 362"/>
                <a:gd name="T38" fmla="*/ 186 w 565"/>
                <a:gd name="T39" fmla="*/ 349 h 362"/>
                <a:gd name="T40" fmla="*/ 202 w 565"/>
                <a:gd name="T41" fmla="*/ 351 h 362"/>
                <a:gd name="T42" fmla="*/ 239 w 565"/>
                <a:gd name="T43" fmla="*/ 354 h 362"/>
                <a:gd name="T44" fmla="*/ 285 w 565"/>
                <a:gd name="T45" fmla="*/ 360 h 362"/>
                <a:gd name="T46" fmla="*/ 334 w 565"/>
                <a:gd name="T47" fmla="*/ 362 h 362"/>
                <a:gd name="T48" fmla="*/ 385 w 565"/>
                <a:gd name="T49" fmla="*/ 362 h 362"/>
                <a:gd name="T50" fmla="*/ 433 w 565"/>
                <a:gd name="T51" fmla="*/ 360 h 362"/>
                <a:gd name="T52" fmla="*/ 476 w 565"/>
                <a:gd name="T53" fmla="*/ 354 h 362"/>
                <a:gd name="T54" fmla="*/ 503 w 565"/>
                <a:gd name="T55" fmla="*/ 343 h 362"/>
                <a:gd name="T56" fmla="*/ 519 w 565"/>
                <a:gd name="T57" fmla="*/ 338 h 362"/>
                <a:gd name="T58" fmla="*/ 530 w 565"/>
                <a:gd name="T59" fmla="*/ 327 h 362"/>
                <a:gd name="T60" fmla="*/ 543 w 565"/>
                <a:gd name="T61" fmla="*/ 309 h 362"/>
                <a:gd name="T62" fmla="*/ 557 w 565"/>
                <a:gd name="T63" fmla="*/ 276 h 362"/>
                <a:gd name="T64" fmla="*/ 562 w 565"/>
                <a:gd name="T65" fmla="*/ 236 h 362"/>
                <a:gd name="T66" fmla="*/ 565 w 565"/>
                <a:gd name="T67" fmla="*/ 196 h 362"/>
                <a:gd name="T68" fmla="*/ 562 w 565"/>
                <a:gd name="T69" fmla="*/ 153 h 362"/>
                <a:gd name="T70" fmla="*/ 560 w 565"/>
                <a:gd name="T71" fmla="*/ 113 h 362"/>
                <a:gd name="T72" fmla="*/ 554 w 565"/>
                <a:gd name="T73" fmla="*/ 78 h 362"/>
                <a:gd name="T74" fmla="*/ 549 w 565"/>
                <a:gd name="T75" fmla="*/ 59 h 362"/>
                <a:gd name="T76" fmla="*/ 546 w 565"/>
                <a:gd name="T77" fmla="*/ 46 h 362"/>
                <a:gd name="T78" fmla="*/ 541 w 565"/>
                <a:gd name="T79" fmla="*/ 32 h 362"/>
                <a:gd name="T80" fmla="*/ 533 w 565"/>
                <a:gd name="T81" fmla="*/ 24 h 362"/>
                <a:gd name="T82" fmla="*/ 525 w 565"/>
                <a:gd name="T83" fmla="*/ 19 h 362"/>
                <a:gd name="T84" fmla="*/ 508 w 565"/>
                <a:gd name="T85" fmla="*/ 16 h 362"/>
                <a:gd name="T86" fmla="*/ 482 w 565"/>
                <a:gd name="T87" fmla="*/ 16 h 362"/>
                <a:gd name="T88" fmla="*/ 460 w 565"/>
                <a:gd name="T89" fmla="*/ 14 h 362"/>
                <a:gd name="T90" fmla="*/ 430 w 565"/>
                <a:gd name="T91" fmla="*/ 11 h 362"/>
                <a:gd name="T92" fmla="*/ 387 w 565"/>
                <a:gd name="T93" fmla="*/ 14 h 362"/>
                <a:gd name="T94" fmla="*/ 342 w 565"/>
                <a:gd name="T95" fmla="*/ 14 h 362"/>
                <a:gd name="T96" fmla="*/ 301 w 565"/>
                <a:gd name="T97" fmla="*/ 14 h 362"/>
                <a:gd name="T98" fmla="*/ 264 w 565"/>
                <a:gd name="T99" fmla="*/ 11 h 362"/>
                <a:gd name="T100" fmla="*/ 229 w 565"/>
                <a:gd name="T101" fmla="*/ 3 h 362"/>
                <a:gd name="T102" fmla="*/ 199 w 565"/>
                <a:gd name="T103" fmla="*/ 0 h 362"/>
                <a:gd name="T104" fmla="*/ 183 w 565"/>
                <a:gd name="T105" fmla="*/ 0 h 36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565"/>
                <a:gd name="T160" fmla="*/ 0 h 362"/>
                <a:gd name="T161" fmla="*/ 565 w 565"/>
                <a:gd name="T162" fmla="*/ 362 h 36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565" h="362">
                  <a:moveTo>
                    <a:pt x="178" y="0"/>
                  </a:moveTo>
                  <a:lnTo>
                    <a:pt x="164" y="0"/>
                  </a:lnTo>
                  <a:lnTo>
                    <a:pt x="148" y="3"/>
                  </a:lnTo>
                  <a:lnTo>
                    <a:pt x="134" y="6"/>
                  </a:lnTo>
                  <a:lnTo>
                    <a:pt x="121" y="11"/>
                  </a:lnTo>
                  <a:lnTo>
                    <a:pt x="108" y="14"/>
                  </a:lnTo>
                  <a:lnTo>
                    <a:pt x="94" y="22"/>
                  </a:lnTo>
                  <a:lnTo>
                    <a:pt x="83" y="30"/>
                  </a:lnTo>
                  <a:lnTo>
                    <a:pt x="73" y="38"/>
                  </a:lnTo>
                  <a:lnTo>
                    <a:pt x="62" y="48"/>
                  </a:lnTo>
                  <a:lnTo>
                    <a:pt x="48" y="59"/>
                  </a:lnTo>
                  <a:lnTo>
                    <a:pt x="38" y="73"/>
                  </a:lnTo>
                  <a:lnTo>
                    <a:pt x="27" y="89"/>
                  </a:lnTo>
                  <a:lnTo>
                    <a:pt x="16" y="105"/>
                  </a:lnTo>
                  <a:lnTo>
                    <a:pt x="8" y="118"/>
                  </a:lnTo>
                  <a:lnTo>
                    <a:pt x="5" y="126"/>
                  </a:lnTo>
                  <a:lnTo>
                    <a:pt x="3" y="134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3" y="164"/>
                  </a:lnTo>
                  <a:lnTo>
                    <a:pt x="5" y="180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2"/>
                  </a:lnTo>
                  <a:lnTo>
                    <a:pt x="48" y="255"/>
                  </a:lnTo>
                  <a:lnTo>
                    <a:pt x="59" y="268"/>
                  </a:lnTo>
                  <a:lnTo>
                    <a:pt x="70" y="282"/>
                  </a:lnTo>
                  <a:lnTo>
                    <a:pt x="81" y="295"/>
                  </a:lnTo>
                  <a:lnTo>
                    <a:pt x="94" y="306"/>
                  </a:lnTo>
                  <a:lnTo>
                    <a:pt x="105" y="317"/>
                  </a:lnTo>
                  <a:lnTo>
                    <a:pt x="113" y="322"/>
                  </a:lnTo>
                  <a:lnTo>
                    <a:pt x="121" y="327"/>
                  </a:lnTo>
                  <a:lnTo>
                    <a:pt x="129" y="333"/>
                  </a:lnTo>
                  <a:lnTo>
                    <a:pt x="137" y="335"/>
                  </a:lnTo>
                  <a:lnTo>
                    <a:pt x="148" y="341"/>
                  </a:lnTo>
                  <a:lnTo>
                    <a:pt x="159" y="343"/>
                  </a:lnTo>
                  <a:lnTo>
                    <a:pt x="172" y="346"/>
                  </a:lnTo>
                  <a:lnTo>
                    <a:pt x="186" y="349"/>
                  </a:lnTo>
                  <a:lnTo>
                    <a:pt x="194" y="349"/>
                  </a:lnTo>
                  <a:lnTo>
                    <a:pt x="202" y="351"/>
                  </a:lnTo>
                  <a:lnTo>
                    <a:pt x="221" y="354"/>
                  </a:lnTo>
                  <a:lnTo>
                    <a:pt x="239" y="354"/>
                  </a:lnTo>
                  <a:lnTo>
                    <a:pt x="261" y="357"/>
                  </a:lnTo>
                  <a:lnTo>
                    <a:pt x="285" y="360"/>
                  </a:lnTo>
                  <a:lnTo>
                    <a:pt x="309" y="362"/>
                  </a:lnTo>
                  <a:lnTo>
                    <a:pt x="334" y="362"/>
                  </a:lnTo>
                  <a:lnTo>
                    <a:pt x="360" y="362"/>
                  </a:lnTo>
                  <a:lnTo>
                    <a:pt x="385" y="362"/>
                  </a:lnTo>
                  <a:lnTo>
                    <a:pt x="409" y="362"/>
                  </a:lnTo>
                  <a:lnTo>
                    <a:pt x="433" y="360"/>
                  </a:lnTo>
                  <a:lnTo>
                    <a:pt x="457" y="357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3"/>
                  </a:lnTo>
                  <a:lnTo>
                    <a:pt x="511" y="341"/>
                  </a:lnTo>
                  <a:lnTo>
                    <a:pt x="519" y="338"/>
                  </a:lnTo>
                  <a:lnTo>
                    <a:pt x="525" y="333"/>
                  </a:lnTo>
                  <a:lnTo>
                    <a:pt x="530" y="327"/>
                  </a:lnTo>
                  <a:lnTo>
                    <a:pt x="535" y="322"/>
                  </a:lnTo>
                  <a:lnTo>
                    <a:pt x="543" y="309"/>
                  </a:lnTo>
                  <a:lnTo>
                    <a:pt x="552" y="292"/>
                  </a:lnTo>
                  <a:lnTo>
                    <a:pt x="557" y="276"/>
                  </a:lnTo>
                  <a:lnTo>
                    <a:pt x="560" y="258"/>
                  </a:lnTo>
                  <a:lnTo>
                    <a:pt x="562" y="236"/>
                  </a:lnTo>
                  <a:lnTo>
                    <a:pt x="565" y="217"/>
                  </a:lnTo>
                  <a:lnTo>
                    <a:pt x="565" y="196"/>
                  </a:lnTo>
                  <a:lnTo>
                    <a:pt x="562" y="174"/>
                  </a:lnTo>
                  <a:lnTo>
                    <a:pt x="562" y="153"/>
                  </a:lnTo>
                  <a:lnTo>
                    <a:pt x="560" y="132"/>
                  </a:lnTo>
                  <a:lnTo>
                    <a:pt x="560" y="113"/>
                  </a:lnTo>
                  <a:lnTo>
                    <a:pt x="557" y="97"/>
                  </a:lnTo>
                  <a:lnTo>
                    <a:pt x="554" y="78"/>
                  </a:lnTo>
                  <a:lnTo>
                    <a:pt x="552" y="65"/>
                  </a:lnTo>
                  <a:lnTo>
                    <a:pt x="549" y="59"/>
                  </a:lnTo>
                  <a:lnTo>
                    <a:pt x="549" y="54"/>
                  </a:lnTo>
                  <a:lnTo>
                    <a:pt x="546" y="46"/>
                  </a:lnTo>
                  <a:lnTo>
                    <a:pt x="543" y="38"/>
                  </a:lnTo>
                  <a:lnTo>
                    <a:pt x="541" y="32"/>
                  </a:lnTo>
                  <a:lnTo>
                    <a:pt x="538" y="27"/>
                  </a:lnTo>
                  <a:lnTo>
                    <a:pt x="533" y="24"/>
                  </a:lnTo>
                  <a:lnTo>
                    <a:pt x="530" y="22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8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8" y="14"/>
                  </a:lnTo>
                  <a:lnTo>
                    <a:pt x="460" y="14"/>
                  </a:lnTo>
                  <a:lnTo>
                    <a:pt x="452" y="11"/>
                  </a:lnTo>
                  <a:lnTo>
                    <a:pt x="430" y="11"/>
                  </a:lnTo>
                  <a:lnTo>
                    <a:pt x="409" y="11"/>
                  </a:lnTo>
                  <a:lnTo>
                    <a:pt x="387" y="14"/>
                  </a:lnTo>
                  <a:lnTo>
                    <a:pt x="363" y="14"/>
                  </a:lnTo>
                  <a:lnTo>
                    <a:pt x="342" y="14"/>
                  </a:lnTo>
                  <a:lnTo>
                    <a:pt x="320" y="14"/>
                  </a:lnTo>
                  <a:lnTo>
                    <a:pt x="301" y="14"/>
                  </a:lnTo>
                  <a:lnTo>
                    <a:pt x="282" y="11"/>
                  </a:lnTo>
                  <a:lnTo>
                    <a:pt x="264" y="11"/>
                  </a:lnTo>
                  <a:lnTo>
                    <a:pt x="247" y="6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1" name="Rectangle 12">
              <a:extLst>
                <a:ext uri="{FF2B5EF4-FFF2-40B4-BE49-F238E27FC236}">
                  <a16:creationId xmlns:a16="http://schemas.microsoft.com/office/drawing/2014/main" id="{C95AD2B6-A8EC-DE44-9080-AD67A5E9F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8675" y="2470168"/>
              <a:ext cx="218008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242" name="Rectangle 13">
              <a:extLst>
                <a:ext uri="{FF2B5EF4-FFF2-40B4-BE49-F238E27FC236}">
                  <a16:creationId xmlns:a16="http://schemas.microsoft.com/office/drawing/2014/main" id="{E74E4801-5361-A743-B4AA-A6DC9A863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6756" y="2555332"/>
              <a:ext cx="49213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</a:rPr>
                <a:t> </a:t>
              </a:r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0D9C2A9-04D8-5B42-BF0D-4E2BEAC548E0}"/>
              </a:ext>
            </a:extLst>
          </p:cNvPr>
          <p:cNvGrpSpPr/>
          <p:nvPr/>
        </p:nvGrpSpPr>
        <p:grpSpPr>
          <a:xfrm>
            <a:off x="5542593" y="1820692"/>
            <a:ext cx="346075" cy="377452"/>
            <a:chOff x="5542593" y="1820692"/>
            <a:chExt cx="346075" cy="377452"/>
          </a:xfrm>
        </p:grpSpPr>
        <p:sp>
          <p:nvSpPr>
            <p:cNvPr id="246" name="Freeform 17">
              <a:extLst>
                <a:ext uri="{FF2B5EF4-FFF2-40B4-BE49-F238E27FC236}">
                  <a16:creationId xmlns:a16="http://schemas.microsoft.com/office/drawing/2014/main" id="{F77A9DB2-59D7-BF47-8CF0-DA0237888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2593" y="1861594"/>
              <a:ext cx="346075" cy="336550"/>
            </a:xfrm>
            <a:custGeom>
              <a:avLst/>
              <a:gdLst>
                <a:gd name="T0" fmla="*/ 100 w 218"/>
                <a:gd name="T1" fmla="*/ 0 h 212"/>
                <a:gd name="T2" fmla="*/ 78 w 218"/>
                <a:gd name="T3" fmla="*/ 6 h 212"/>
                <a:gd name="T4" fmla="*/ 57 w 218"/>
                <a:gd name="T5" fmla="*/ 14 h 212"/>
                <a:gd name="T6" fmla="*/ 41 w 218"/>
                <a:gd name="T7" fmla="*/ 24 h 212"/>
                <a:gd name="T8" fmla="*/ 25 w 218"/>
                <a:gd name="T9" fmla="*/ 38 h 212"/>
                <a:gd name="T10" fmla="*/ 14 w 218"/>
                <a:gd name="T11" fmla="*/ 54 h 212"/>
                <a:gd name="T12" fmla="*/ 6 w 218"/>
                <a:gd name="T13" fmla="*/ 73 h 212"/>
                <a:gd name="T14" fmla="*/ 0 w 218"/>
                <a:gd name="T15" fmla="*/ 94 h 212"/>
                <a:gd name="T16" fmla="*/ 0 w 218"/>
                <a:gd name="T17" fmla="*/ 115 h 212"/>
                <a:gd name="T18" fmla="*/ 6 w 218"/>
                <a:gd name="T19" fmla="*/ 137 h 212"/>
                <a:gd name="T20" fmla="*/ 14 w 218"/>
                <a:gd name="T21" fmla="*/ 156 h 212"/>
                <a:gd name="T22" fmla="*/ 25 w 218"/>
                <a:gd name="T23" fmla="*/ 172 h 212"/>
                <a:gd name="T24" fmla="*/ 41 w 218"/>
                <a:gd name="T25" fmla="*/ 188 h 212"/>
                <a:gd name="T26" fmla="*/ 57 w 218"/>
                <a:gd name="T27" fmla="*/ 199 h 212"/>
                <a:gd name="T28" fmla="*/ 78 w 218"/>
                <a:gd name="T29" fmla="*/ 207 h 212"/>
                <a:gd name="T30" fmla="*/ 100 w 218"/>
                <a:gd name="T31" fmla="*/ 212 h 212"/>
                <a:gd name="T32" fmla="*/ 121 w 218"/>
                <a:gd name="T33" fmla="*/ 212 h 212"/>
                <a:gd name="T34" fmla="*/ 143 w 218"/>
                <a:gd name="T35" fmla="*/ 207 h 212"/>
                <a:gd name="T36" fmla="*/ 162 w 218"/>
                <a:gd name="T37" fmla="*/ 199 h 212"/>
                <a:gd name="T38" fmla="*/ 178 w 218"/>
                <a:gd name="T39" fmla="*/ 188 h 212"/>
                <a:gd name="T40" fmla="*/ 194 w 218"/>
                <a:gd name="T41" fmla="*/ 172 h 212"/>
                <a:gd name="T42" fmla="*/ 205 w 218"/>
                <a:gd name="T43" fmla="*/ 156 h 212"/>
                <a:gd name="T44" fmla="*/ 213 w 218"/>
                <a:gd name="T45" fmla="*/ 137 h 212"/>
                <a:gd name="T46" fmla="*/ 218 w 218"/>
                <a:gd name="T47" fmla="*/ 115 h 212"/>
                <a:gd name="T48" fmla="*/ 218 w 218"/>
                <a:gd name="T49" fmla="*/ 94 h 212"/>
                <a:gd name="T50" fmla="*/ 213 w 218"/>
                <a:gd name="T51" fmla="*/ 73 h 212"/>
                <a:gd name="T52" fmla="*/ 205 w 218"/>
                <a:gd name="T53" fmla="*/ 54 h 212"/>
                <a:gd name="T54" fmla="*/ 194 w 218"/>
                <a:gd name="T55" fmla="*/ 38 h 212"/>
                <a:gd name="T56" fmla="*/ 178 w 218"/>
                <a:gd name="T57" fmla="*/ 24 h 212"/>
                <a:gd name="T58" fmla="*/ 162 w 218"/>
                <a:gd name="T59" fmla="*/ 14 h 212"/>
                <a:gd name="T60" fmla="*/ 143 w 218"/>
                <a:gd name="T61" fmla="*/ 6 h 212"/>
                <a:gd name="T62" fmla="*/ 121 w 218"/>
                <a:gd name="T63" fmla="*/ 0 h 21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18"/>
                <a:gd name="T97" fmla="*/ 0 h 212"/>
                <a:gd name="T98" fmla="*/ 218 w 218"/>
                <a:gd name="T99" fmla="*/ 212 h 21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18" h="212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8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4"/>
                  </a:lnTo>
                  <a:lnTo>
                    <a:pt x="33" y="30"/>
                  </a:lnTo>
                  <a:lnTo>
                    <a:pt x="25" y="38"/>
                  </a:lnTo>
                  <a:lnTo>
                    <a:pt x="19" y="46"/>
                  </a:lnTo>
                  <a:lnTo>
                    <a:pt x="14" y="54"/>
                  </a:lnTo>
                  <a:lnTo>
                    <a:pt x="8" y="65"/>
                  </a:lnTo>
                  <a:lnTo>
                    <a:pt x="6" y="73"/>
                  </a:lnTo>
                  <a:lnTo>
                    <a:pt x="3" y="83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5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5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8" y="204"/>
                  </a:lnTo>
                  <a:lnTo>
                    <a:pt x="78" y="207"/>
                  </a:lnTo>
                  <a:lnTo>
                    <a:pt x="89" y="209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09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6" y="126"/>
                  </a:lnTo>
                  <a:lnTo>
                    <a:pt x="218" y="115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6" y="83"/>
                  </a:lnTo>
                  <a:lnTo>
                    <a:pt x="213" y="73"/>
                  </a:lnTo>
                  <a:lnTo>
                    <a:pt x="210" y="65"/>
                  </a:lnTo>
                  <a:lnTo>
                    <a:pt x="205" y="54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0"/>
                  </a:lnTo>
                  <a:lnTo>
                    <a:pt x="178" y="24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7" name="Rectangle 18">
              <a:extLst>
                <a:ext uri="{FF2B5EF4-FFF2-40B4-BE49-F238E27FC236}">
                  <a16:creationId xmlns:a16="http://schemas.microsoft.com/office/drawing/2014/main" id="{C0D8E696-5894-1844-B896-16B7719D5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1010" y="1820692"/>
              <a:ext cx="1410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x</a:t>
              </a:r>
            </a:p>
          </p:txBody>
        </p:sp>
      </p:grpSp>
      <p:sp>
        <p:nvSpPr>
          <p:cNvPr id="47" name="Rectangle 4">
            <a:extLst>
              <a:ext uri="{FF2B5EF4-FFF2-40B4-BE49-F238E27FC236}">
                <a16:creationId xmlns:a16="http://schemas.microsoft.com/office/drawing/2014/main" id="{FFA9A2E8-5EF4-9147-BF10-0AA1AF4E7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4926" y="4425878"/>
            <a:ext cx="8229600" cy="205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2575" indent="-2825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/>
              <a:t>A,B,C are </a:t>
            </a:r>
            <a:r>
              <a:rPr lang="en-US" sz="2400" dirty="0">
                <a:solidFill>
                  <a:srgbClr val="C00000"/>
                </a:solidFill>
              </a:rPr>
              <a:t>provider networks</a:t>
            </a:r>
          </a:p>
          <a:p>
            <a:pPr marL="282575" indent="-2825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/>
              <a:t>x,w,y are </a:t>
            </a:r>
            <a:r>
              <a:rPr lang="en-US" sz="2400" dirty="0">
                <a:solidFill>
                  <a:srgbClr val="C00000"/>
                </a:solidFill>
              </a:rPr>
              <a:t>customer</a:t>
            </a:r>
            <a:r>
              <a:rPr lang="en-US" sz="2400" dirty="0"/>
              <a:t> (of provider networks)</a:t>
            </a:r>
          </a:p>
          <a:p>
            <a:pPr marL="282575" indent="-2825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/>
              <a:t>x is</a:t>
            </a:r>
            <a:r>
              <a:rPr lang="en-US" sz="2400" i="1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dual-homed: </a:t>
            </a:r>
            <a:r>
              <a:rPr lang="en-US" sz="2400" dirty="0"/>
              <a:t>attached to two networks</a:t>
            </a:r>
          </a:p>
          <a:p>
            <a:pPr marL="228600" indent="-2286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0"/>
              <a:buChar char="§"/>
            </a:pPr>
            <a:r>
              <a:rPr lang="en-US" sz="2400" i="1" dirty="0">
                <a:solidFill>
                  <a:srgbClr val="000090"/>
                </a:solidFill>
              </a:rPr>
              <a:t>policy to enforce: </a:t>
            </a:r>
            <a:r>
              <a:rPr lang="en-US" sz="2400" dirty="0"/>
              <a:t>x does not want to route from B to C via x </a:t>
            </a:r>
          </a:p>
          <a:p>
            <a:pPr marL="685800" lvl="1" indent="-2286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0"/>
              <a:buChar char="§"/>
            </a:pPr>
            <a:r>
              <a:rPr lang="en-US" sz="2400" dirty="0"/>
              <a:t>.. so x will not advertise to B a route to C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</a:pPr>
            <a:endParaRPr lang="en-US" sz="2400" dirty="0">
              <a:latin typeface="Gill Sans MT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0386F36-C312-764C-9BCF-3547B020D100}"/>
              </a:ext>
            </a:extLst>
          </p:cNvPr>
          <p:cNvGrpSpPr/>
          <p:nvPr/>
        </p:nvGrpSpPr>
        <p:grpSpPr>
          <a:xfrm>
            <a:off x="6282368" y="1597639"/>
            <a:ext cx="3162301" cy="1711325"/>
            <a:chOff x="6282368" y="1597639"/>
            <a:chExt cx="3162301" cy="1711325"/>
          </a:xfrm>
        </p:grpSpPr>
        <p:sp>
          <p:nvSpPr>
            <p:cNvPr id="49" name="Rectangle 28">
              <a:extLst>
                <a:ext uri="{FF2B5EF4-FFF2-40B4-BE49-F238E27FC236}">
                  <a16:creationId xmlns:a16="http://schemas.microsoft.com/office/drawing/2014/main" id="{24F3B7D8-9D37-F940-BFE9-F4428C9975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2368" y="1597639"/>
              <a:ext cx="965200" cy="450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" name="Rectangle 29">
              <a:extLst>
                <a:ext uri="{FF2B5EF4-FFF2-40B4-BE49-F238E27FC236}">
                  <a16:creationId xmlns:a16="http://schemas.microsoft.com/office/drawing/2014/main" id="{85649937-6DFB-A042-AAAB-9E56D5F25A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7320" y="2261646"/>
              <a:ext cx="8350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</a:rPr>
                <a:t>legend</a:t>
              </a:r>
              <a:r>
                <a:rPr lang="en-US" sz="1700" b="1" dirty="0">
                  <a:solidFill>
                    <a:srgbClr val="000000"/>
                  </a:solidFill>
                </a:rPr>
                <a:t>:</a:t>
              </a:r>
              <a:endParaRPr lang="en-US" dirty="0"/>
            </a:p>
          </p:txBody>
        </p:sp>
        <p:sp>
          <p:nvSpPr>
            <p:cNvPr id="51" name="Rectangle 30">
              <a:extLst>
                <a:ext uri="{FF2B5EF4-FFF2-40B4-BE49-F238E27FC236}">
                  <a16:creationId xmlns:a16="http://schemas.microsoft.com/office/drawing/2014/main" id="{1D852B1A-E72F-CD43-ABB3-3A37701B5B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2943" y="1669076"/>
              <a:ext cx="60325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 dirty="0">
                  <a:solidFill>
                    <a:srgbClr val="000000"/>
                  </a:solidFill>
                </a:rPr>
                <a:t> </a:t>
              </a:r>
              <a:endParaRPr lang="en-US" dirty="0"/>
            </a:p>
          </p:txBody>
        </p:sp>
        <p:sp>
          <p:nvSpPr>
            <p:cNvPr id="52" name="Rectangle 31">
              <a:extLst>
                <a:ext uri="{FF2B5EF4-FFF2-40B4-BE49-F238E27FC236}">
                  <a16:creationId xmlns:a16="http://schemas.microsoft.com/office/drawing/2014/main" id="{82AE1D29-FF3F-CF45-91A1-643422FCC5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4831" y="2516801"/>
              <a:ext cx="1160463" cy="7921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" name="Rectangle 32">
              <a:extLst>
                <a:ext uri="{FF2B5EF4-FFF2-40B4-BE49-F238E27FC236}">
                  <a16:creationId xmlns:a16="http://schemas.microsoft.com/office/drawing/2014/main" id="{17F51638-2CAD-444B-8BDA-43180ED63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1831" y="2580301"/>
              <a:ext cx="111283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</a:rPr>
                <a:t>customer </a:t>
              </a:r>
              <a:endParaRPr lang="en-US" sz="2000" dirty="0"/>
            </a:p>
          </p:txBody>
        </p:sp>
        <p:sp>
          <p:nvSpPr>
            <p:cNvPr id="54" name="Rectangle 33">
              <a:extLst>
                <a:ext uri="{FF2B5EF4-FFF2-40B4-BE49-F238E27FC236}">
                  <a16:creationId xmlns:a16="http://schemas.microsoft.com/office/drawing/2014/main" id="{AB85211D-8380-6842-96A1-1823AD90A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1831" y="2831126"/>
              <a:ext cx="9588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</a:rPr>
                <a:t>network:</a:t>
              </a:r>
              <a:endParaRPr lang="en-US" sz="2000" dirty="0"/>
            </a:p>
          </p:txBody>
        </p:sp>
        <p:sp>
          <p:nvSpPr>
            <p:cNvPr id="55" name="Rectangle 34">
              <a:extLst>
                <a:ext uri="{FF2B5EF4-FFF2-40B4-BE49-F238E27FC236}">
                  <a16:creationId xmlns:a16="http://schemas.microsoft.com/office/drawing/2014/main" id="{77B4ACFA-6A06-EE42-A3DF-AB4627040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7006" y="2831126"/>
              <a:ext cx="698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</a:rPr>
                <a:t> </a:t>
              </a:r>
              <a:endParaRPr lang="en-US" sz="2000" dirty="0"/>
            </a:p>
          </p:txBody>
        </p:sp>
        <p:sp>
          <p:nvSpPr>
            <p:cNvPr id="56" name="Rectangle 35">
              <a:extLst>
                <a:ext uri="{FF2B5EF4-FFF2-40B4-BE49-F238E27FC236}">
                  <a16:creationId xmlns:a16="http://schemas.microsoft.com/office/drawing/2014/main" id="{F6A80AB2-2FC0-3A47-B619-9C969E873B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4831" y="1623039"/>
              <a:ext cx="1106488" cy="673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" name="Rectangle 36">
              <a:extLst>
                <a:ext uri="{FF2B5EF4-FFF2-40B4-BE49-F238E27FC236}">
                  <a16:creationId xmlns:a16="http://schemas.microsoft.com/office/drawing/2014/main" id="{CD47CD7E-C4EC-6B40-877A-E243595E0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1831" y="1686539"/>
              <a:ext cx="9175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</a:rPr>
                <a:t>provider</a:t>
              </a:r>
              <a:endParaRPr lang="en-US" sz="2000" dirty="0"/>
            </a:p>
          </p:txBody>
        </p:sp>
        <p:sp>
          <p:nvSpPr>
            <p:cNvPr id="58" name="Rectangle 37">
              <a:extLst>
                <a:ext uri="{FF2B5EF4-FFF2-40B4-BE49-F238E27FC236}">
                  <a16:creationId xmlns:a16="http://schemas.microsoft.com/office/drawing/2014/main" id="{40D8166F-9734-6A47-A15E-E3586D513F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4143" y="1686539"/>
              <a:ext cx="698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</a:rPr>
                <a:t> </a:t>
              </a:r>
              <a:endParaRPr lang="en-US" sz="2000" dirty="0"/>
            </a:p>
          </p:txBody>
        </p:sp>
        <p:sp>
          <p:nvSpPr>
            <p:cNvPr id="59" name="Rectangle 38">
              <a:extLst>
                <a:ext uri="{FF2B5EF4-FFF2-40B4-BE49-F238E27FC236}">
                  <a16:creationId xmlns:a16="http://schemas.microsoft.com/office/drawing/2014/main" id="{2B521BB1-F059-AB4F-9FAC-BA48A0AC5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1831" y="1932601"/>
              <a:ext cx="8890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</a:rPr>
                <a:t>network</a:t>
              </a:r>
              <a:endParaRPr lang="en-US" sz="2000" dirty="0"/>
            </a:p>
          </p:txBody>
        </p:sp>
        <p:sp>
          <p:nvSpPr>
            <p:cNvPr id="60" name="Rectangle 39">
              <a:extLst>
                <a:ext uri="{FF2B5EF4-FFF2-40B4-BE49-F238E27FC236}">
                  <a16:creationId xmlns:a16="http://schemas.microsoft.com/office/drawing/2014/main" id="{19F10A6D-C8D7-0841-B816-27A52DA4F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6681" y="1932601"/>
              <a:ext cx="698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</a:rPr>
                <a:t> </a:t>
              </a:r>
              <a:endParaRPr lang="en-US" sz="2000" dirty="0"/>
            </a:p>
          </p:txBody>
        </p:sp>
        <p:sp>
          <p:nvSpPr>
            <p:cNvPr id="61" name="Freeform 40">
              <a:extLst>
                <a:ext uri="{FF2B5EF4-FFF2-40B4-BE49-F238E27FC236}">
                  <a16:creationId xmlns:a16="http://schemas.microsoft.com/office/drawing/2014/main" id="{44EA4C67-04EF-9143-A1B2-F3114279A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92031" y="1673839"/>
              <a:ext cx="893763" cy="574675"/>
            </a:xfrm>
            <a:custGeom>
              <a:avLst/>
              <a:gdLst>
                <a:gd name="T0" fmla="*/ 162 w 563"/>
                <a:gd name="T1" fmla="*/ 0 h 362"/>
                <a:gd name="T2" fmla="*/ 132 w 563"/>
                <a:gd name="T3" fmla="*/ 5 h 362"/>
                <a:gd name="T4" fmla="*/ 108 w 563"/>
                <a:gd name="T5" fmla="*/ 13 h 362"/>
                <a:gd name="T6" fmla="*/ 81 w 563"/>
                <a:gd name="T7" fmla="*/ 30 h 362"/>
                <a:gd name="T8" fmla="*/ 60 w 563"/>
                <a:gd name="T9" fmla="*/ 48 h 362"/>
                <a:gd name="T10" fmla="*/ 35 w 563"/>
                <a:gd name="T11" fmla="*/ 72 h 362"/>
                <a:gd name="T12" fmla="*/ 14 w 563"/>
                <a:gd name="T13" fmla="*/ 102 h 362"/>
                <a:gd name="T14" fmla="*/ 3 w 563"/>
                <a:gd name="T15" fmla="*/ 126 h 362"/>
                <a:gd name="T16" fmla="*/ 0 w 563"/>
                <a:gd name="T17" fmla="*/ 140 h 362"/>
                <a:gd name="T18" fmla="*/ 0 w 563"/>
                <a:gd name="T19" fmla="*/ 156 h 362"/>
                <a:gd name="T20" fmla="*/ 3 w 563"/>
                <a:gd name="T21" fmla="*/ 180 h 362"/>
                <a:gd name="T22" fmla="*/ 17 w 563"/>
                <a:gd name="T23" fmla="*/ 212 h 362"/>
                <a:gd name="T24" fmla="*/ 35 w 563"/>
                <a:gd name="T25" fmla="*/ 241 h 362"/>
                <a:gd name="T26" fmla="*/ 60 w 563"/>
                <a:gd name="T27" fmla="*/ 268 h 362"/>
                <a:gd name="T28" fmla="*/ 81 w 563"/>
                <a:gd name="T29" fmla="*/ 292 h 362"/>
                <a:gd name="T30" fmla="*/ 103 w 563"/>
                <a:gd name="T31" fmla="*/ 316 h 362"/>
                <a:gd name="T32" fmla="*/ 119 w 563"/>
                <a:gd name="T33" fmla="*/ 327 h 362"/>
                <a:gd name="T34" fmla="*/ 135 w 563"/>
                <a:gd name="T35" fmla="*/ 335 h 362"/>
                <a:gd name="T36" fmla="*/ 156 w 563"/>
                <a:gd name="T37" fmla="*/ 341 h 362"/>
                <a:gd name="T38" fmla="*/ 183 w 563"/>
                <a:gd name="T39" fmla="*/ 346 h 362"/>
                <a:gd name="T40" fmla="*/ 200 w 563"/>
                <a:gd name="T41" fmla="*/ 349 h 362"/>
                <a:gd name="T42" fmla="*/ 240 w 563"/>
                <a:gd name="T43" fmla="*/ 354 h 362"/>
                <a:gd name="T44" fmla="*/ 286 w 563"/>
                <a:gd name="T45" fmla="*/ 357 h 362"/>
                <a:gd name="T46" fmla="*/ 334 w 563"/>
                <a:gd name="T47" fmla="*/ 359 h 362"/>
                <a:gd name="T48" fmla="*/ 385 w 563"/>
                <a:gd name="T49" fmla="*/ 362 h 362"/>
                <a:gd name="T50" fmla="*/ 434 w 563"/>
                <a:gd name="T51" fmla="*/ 359 h 362"/>
                <a:gd name="T52" fmla="*/ 477 w 563"/>
                <a:gd name="T53" fmla="*/ 351 h 362"/>
                <a:gd name="T54" fmla="*/ 504 w 563"/>
                <a:gd name="T55" fmla="*/ 343 h 362"/>
                <a:gd name="T56" fmla="*/ 517 w 563"/>
                <a:gd name="T57" fmla="*/ 335 h 362"/>
                <a:gd name="T58" fmla="*/ 528 w 563"/>
                <a:gd name="T59" fmla="*/ 325 h 362"/>
                <a:gd name="T60" fmla="*/ 541 w 563"/>
                <a:gd name="T61" fmla="*/ 306 h 362"/>
                <a:gd name="T62" fmla="*/ 555 w 563"/>
                <a:gd name="T63" fmla="*/ 274 h 362"/>
                <a:gd name="T64" fmla="*/ 560 w 563"/>
                <a:gd name="T65" fmla="*/ 236 h 362"/>
                <a:gd name="T66" fmla="*/ 563 w 563"/>
                <a:gd name="T67" fmla="*/ 193 h 362"/>
                <a:gd name="T68" fmla="*/ 560 w 563"/>
                <a:gd name="T69" fmla="*/ 153 h 362"/>
                <a:gd name="T70" fmla="*/ 557 w 563"/>
                <a:gd name="T71" fmla="*/ 113 h 362"/>
                <a:gd name="T72" fmla="*/ 552 w 563"/>
                <a:gd name="T73" fmla="*/ 78 h 362"/>
                <a:gd name="T74" fmla="*/ 547 w 563"/>
                <a:gd name="T75" fmla="*/ 59 h 362"/>
                <a:gd name="T76" fmla="*/ 544 w 563"/>
                <a:gd name="T77" fmla="*/ 46 h 362"/>
                <a:gd name="T78" fmla="*/ 539 w 563"/>
                <a:gd name="T79" fmla="*/ 30 h 362"/>
                <a:gd name="T80" fmla="*/ 533 w 563"/>
                <a:gd name="T81" fmla="*/ 22 h 362"/>
                <a:gd name="T82" fmla="*/ 522 w 563"/>
                <a:gd name="T83" fmla="*/ 19 h 362"/>
                <a:gd name="T84" fmla="*/ 506 w 563"/>
                <a:gd name="T85" fmla="*/ 16 h 362"/>
                <a:gd name="T86" fmla="*/ 479 w 563"/>
                <a:gd name="T87" fmla="*/ 16 h 362"/>
                <a:gd name="T88" fmla="*/ 466 w 563"/>
                <a:gd name="T89" fmla="*/ 13 h 362"/>
                <a:gd name="T90" fmla="*/ 450 w 563"/>
                <a:gd name="T91" fmla="*/ 11 h 362"/>
                <a:gd name="T92" fmla="*/ 409 w 563"/>
                <a:gd name="T93" fmla="*/ 11 h 362"/>
                <a:gd name="T94" fmla="*/ 364 w 563"/>
                <a:gd name="T95" fmla="*/ 13 h 362"/>
                <a:gd name="T96" fmla="*/ 321 w 563"/>
                <a:gd name="T97" fmla="*/ 13 h 362"/>
                <a:gd name="T98" fmla="*/ 283 w 563"/>
                <a:gd name="T99" fmla="*/ 11 h 362"/>
                <a:gd name="T100" fmla="*/ 248 w 563"/>
                <a:gd name="T101" fmla="*/ 5 h 362"/>
                <a:gd name="T102" fmla="*/ 213 w 563"/>
                <a:gd name="T103" fmla="*/ 0 h 362"/>
                <a:gd name="T104" fmla="*/ 186 w 563"/>
                <a:gd name="T105" fmla="*/ 0 h 362"/>
                <a:gd name="T106" fmla="*/ 175 w 563"/>
                <a:gd name="T107" fmla="*/ 0 h 3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563"/>
                <a:gd name="T163" fmla="*/ 0 h 362"/>
                <a:gd name="T164" fmla="*/ 563 w 563"/>
                <a:gd name="T165" fmla="*/ 362 h 362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563" h="362">
                  <a:moveTo>
                    <a:pt x="175" y="0"/>
                  </a:moveTo>
                  <a:lnTo>
                    <a:pt x="162" y="0"/>
                  </a:lnTo>
                  <a:lnTo>
                    <a:pt x="148" y="3"/>
                  </a:lnTo>
                  <a:lnTo>
                    <a:pt x="132" y="5"/>
                  </a:lnTo>
                  <a:lnTo>
                    <a:pt x="119" y="11"/>
                  </a:lnTo>
                  <a:lnTo>
                    <a:pt x="108" y="13"/>
                  </a:lnTo>
                  <a:lnTo>
                    <a:pt x="95" y="22"/>
                  </a:lnTo>
                  <a:lnTo>
                    <a:pt x="81" y="30"/>
                  </a:lnTo>
                  <a:lnTo>
                    <a:pt x="70" y="38"/>
                  </a:lnTo>
                  <a:lnTo>
                    <a:pt x="60" y="48"/>
                  </a:lnTo>
                  <a:lnTo>
                    <a:pt x="46" y="59"/>
                  </a:lnTo>
                  <a:lnTo>
                    <a:pt x="35" y="72"/>
                  </a:lnTo>
                  <a:lnTo>
                    <a:pt x="25" y="89"/>
                  </a:lnTo>
                  <a:lnTo>
                    <a:pt x="14" y="102"/>
                  </a:lnTo>
                  <a:lnTo>
                    <a:pt x="8" y="118"/>
                  </a:lnTo>
                  <a:lnTo>
                    <a:pt x="3" y="126"/>
                  </a:lnTo>
                  <a:lnTo>
                    <a:pt x="3" y="134"/>
                  </a:lnTo>
                  <a:lnTo>
                    <a:pt x="0" y="140"/>
                  </a:lnTo>
                  <a:lnTo>
                    <a:pt x="0" y="148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3" y="180"/>
                  </a:lnTo>
                  <a:lnTo>
                    <a:pt x="8" y="196"/>
                  </a:lnTo>
                  <a:lnTo>
                    <a:pt x="17" y="212"/>
                  </a:lnTo>
                  <a:lnTo>
                    <a:pt x="27" y="225"/>
                  </a:lnTo>
                  <a:lnTo>
                    <a:pt x="35" y="241"/>
                  </a:lnTo>
                  <a:lnTo>
                    <a:pt x="49" y="255"/>
                  </a:lnTo>
                  <a:lnTo>
                    <a:pt x="60" y="268"/>
                  </a:lnTo>
                  <a:lnTo>
                    <a:pt x="70" y="282"/>
                  </a:lnTo>
                  <a:lnTo>
                    <a:pt x="81" y="292"/>
                  </a:lnTo>
                  <a:lnTo>
                    <a:pt x="92" y="306"/>
                  </a:lnTo>
                  <a:lnTo>
                    <a:pt x="103" y="316"/>
                  </a:lnTo>
                  <a:lnTo>
                    <a:pt x="111" y="322"/>
                  </a:lnTo>
                  <a:lnTo>
                    <a:pt x="119" y="327"/>
                  </a:lnTo>
                  <a:lnTo>
                    <a:pt x="127" y="330"/>
                  </a:lnTo>
                  <a:lnTo>
                    <a:pt x="135" y="335"/>
                  </a:lnTo>
                  <a:lnTo>
                    <a:pt x="146" y="338"/>
                  </a:lnTo>
                  <a:lnTo>
                    <a:pt x="156" y="341"/>
                  </a:lnTo>
                  <a:lnTo>
                    <a:pt x="170" y="343"/>
                  </a:lnTo>
                  <a:lnTo>
                    <a:pt x="183" y="346"/>
                  </a:lnTo>
                  <a:lnTo>
                    <a:pt x="191" y="346"/>
                  </a:lnTo>
                  <a:lnTo>
                    <a:pt x="200" y="349"/>
                  </a:lnTo>
                  <a:lnTo>
                    <a:pt x="218" y="351"/>
                  </a:lnTo>
                  <a:lnTo>
                    <a:pt x="240" y="354"/>
                  </a:lnTo>
                  <a:lnTo>
                    <a:pt x="261" y="354"/>
                  </a:lnTo>
                  <a:lnTo>
                    <a:pt x="286" y="357"/>
                  </a:lnTo>
                  <a:lnTo>
                    <a:pt x="310" y="359"/>
                  </a:lnTo>
                  <a:lnTo>
                    <a:pt x="334" y="359"/>
                  </a:lnTo>
                  <a:lnTo>
                    <a:pt x="361" y="362"/>
                  </a:lnTo>
                  <a:lnTo>
                    <a:pt x="385" y="362"/>
                  </a:lnTo>
                  <a:lnTo>
                    <a:pt x="409" y="359"/>
                  </a:lnTo>
                  <a:lnTo>
                    <a:pt x="434" y="359"/>
                  </a:lnTo>
                  <a:lnTo>
                    <a:pt x="455" y="357"/>
                  </a:lnTo>
                  <a:lnTo>
                    <a:pt x="477" y="351"/>
                  </a:lnTo>
                  <a:lnTo>
                    <a:pt x="493" y="346"/>
                  </a:lnTo>
                  <a:lnTo>
                    <a:pt x="504" y="343"/>
                  </a:lnTo>
                  <a:lnTo>
                    <a:pt x="509" y="338"/>
                  </a:lnTo>
                  <a:lnTo>
                    <a:pt x="517" y="335"/>
                  </a:lnTo>
                  <a:lnTo>
                    <a:pt x="522" y="330"/>
                  </a:lnTo>
                  <a:lnTo>
                    <a:pt x="528" y="325"/>
                  </a:lnTo>
                  <a:lnTo>
                    <a:pt x="533" y="319"/>
                  </a:lnTo>
                  <a:lnTo>
                    <a:pt x="541" y="306"/>
                  </a:lnTo>
                  <a:lnTo>
                    <a:pt x="549" y="292"/>
                  </a:lnTo>
                  <a:lnTo>
                    <a:pt x="555" y="274"/>
                  </a:lnTo>
                  <a:lnTo>
                    <a:pt x="557" y="255"/>
                  </a:lnTo>
                  <a:lnTo>
                    <a:pt x="560" y="236"/>
                  </a:lnTo>
                  <a:lnTo>
                    <a:pt x="563" y="215"/>
                  </a:lnTo>
                  <a:lnTo>
                    <a:pt x="563" y="193"/>
                  </a:lnTo>
                  <a:lnTo>
                    <a:pt x="560" y="172"/>
                  </a:lnTo>
                  <a:lnTo>
                    <a:pt x="560" y="153"/>
                  </a:lnTo>
                  <a:lnTo>
                    <a:pt x="557" y="131"/>
                  </a:lnTo>
                  <a:lnTo>
                    <a:pt x="557" y="113"/>
                  </a:lnTo>
                  <a:lnTo>
                    <a:pt x="555" y="94"/>
                  </a:lnTo>
                  <a:lnTo>
                    <a:pt x="552" y="78"/>
                  </a:lnTo>
                  <a:lnTo>
                    <a:pt x="549" y="64"/>
                  </a:lnTo>
                  <a:lnTo>
                    <a:pt x="547" y="59"/>
                  </a:lnTo>
                  <a:lnTo>
                    <a:pt x="547" y="54"/>
                  </a:lnTo>
                  <a:lnTo>
                    <a:pt x="544" y="46"/>
                  </a:lnTo>
                  <a:lnTo>
                    <a:pt x="541" y="38"/>
                  </a:lnTo>
                  <a:lnTo>
                    <a:pt x="539" y="30"/>
                  </a:lnTo>
                  <a:lnTo>
                    <a:pt x="536" y="27"/>
                  </a:lnTo>
                  <a:lnTo>
                    <a:pt x="533" y="22"/>
                  </a:lnTo>
                  <a:lnTo>
                    <a:pt x="528" y="19"/>
                  </a:lnTo>
                  <a:lnTo>
                    <a:pt x="522" y="19"/>
                  </a:lnTo>
                  <a:lnTo>
                    <a:pt x="520" y="16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74" y="13"/>
                  </a:lnTo>
                  <a:lnTo>
                    <a:pt x="466" y="13"/>
                  </a:lnTo>
                  <a:lnTo>
                    <a:pt x="458" y="13"/>
                  </a:lnTo>
                  <a:lnTo>
                    <a:pt x="450" y="11"/>
                  </a:lnTo>
                  <a:lnTo>
                    <a:pt x="431" y="11"/>
                  </a:lnTo>
                  <a:lnTo>
                    <a:pt x="409" y="11"/>
                  </a:lnTo>
                  <a:lnTo>
                    <a:pt x="388" y="13"/>
                  </a:lnTo>
                  <a:lnTo>
                    <a:pt x="364" y="13"/>
                  </a:lnTo>
                  <a:lnTo>
                    <a:pt x="342" y="13"/>
                  </a:lnTo>
                  <a:lnTo>
                    <a:pt x="321" y="13"/>
                  </a:lnTo>
                  <a:lnTo>
                    <a:pt x="302" y="13"/>
                  </a:lnTo>
                  <a:lnTo>
                    <a:pt x="283" y="11"/>
                  </a:lnTo>
                  <a:lnTo>
                    <a:pt x="264" y="11"/>
                  </a:lnTo>
                  <a:lnTo>
                    <a:pt x="248" y="5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200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" name="Freeform 41">
              <a:extLst>
                <a:ext uri="{FF2B5EF4-FFF2-40B4-BE49-F238E27FC236}">
                  <a16:creationId xmlns:a16="http://schemas.microsoft.com/office/drawing/2014/main" id="{E53B2DD8-4411-0F46-9988-1A06A5DAF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2093" y="2631101"/>
              <a:ext cx="346075" cy="336550"/>
            </a:xfrm>
            <a:custGeom>
              <a:avLst/>
              <a:gdLst>
                <a:gd name="T0" fmla="*/ 100 w 218"/>
                <a:gd name="T1" fmla="*/ 0 h 212"/>
                <a:gd name="T2" fmla="*/ 78 w 218"/>
                <a:gd name="T3" fmla="*/ 6 h 212"/>
                <a:gd name="T4" fmla="*/ 57 w 218"/>
                <a:gd name="T5" fmla="*/ 14 h 212"/>
                <a:gd name="T6" fmla="*/ 41 w 218"/>
                <a:gd name="T7" fmla="*/ 25 h 212"/>
                <a:gd name="T8" fmla="*/ 24 w 218"/>
                <a:gd name="T9" fmla="*/ 38 h 212"/>
                <a:gd name="T10" fmla="*/ 14 w 218"/>
                <a:gd name="T11" fmla="*/ 57 h 212"/>
                <a:gd name="T12" fmla="*/ 6 w 218"/>
                <a:gd name="T13" fmla="*/ 76 h 212"/>
                <a:gd name="T14" fmla="*/ 0 w 218"/>
                <a:gd name="T15" fmla="*/ 94 h 212"/>
                <a:gd name="T16" fmla="*/ 0 w 218"/>
                <a:gd name="T17" fmla="*/ 116 h 212"/>
                <a:gd name="T18" fmla="*/ 6 w 218"/>
                <a:gd name="T19" fmla="*/ 137 h 212"/>
                <a:gd name="T20" fmla="*/ 14 w 218"/>
                <a:gd name="T21" fmla="*/ 156 h 212"/>
                <a:gd name="T22" fmla="*/ 24 w 218"/>
                <a:gd name="T23" fmla="*/ 172 h 212"/>
                <a:gd name="T24" fmla="*/ 41 w 218"/>
                <a:gd name="T25" fmla="*/ 188 h 212"/>
                <a:gd name="T26" fmla="*/ 57 w 218"/>
                <a:gd name="T27" fmla="*/ 199 h 212"/>
                <a:gd name="T28" fmla="*/ 78 w 218"/>
                <a:gd name="T29" fmla="*/ 207 h 212"/>
                <a:gd name="T30" fmla="*/ 100 w 218"/>
                <a:gd name="T31" fmla="*/ 212 h 212"/>
                <a:gd name="T32" fmla="*/ 121 w 218"/>
                <a:gd name="T33" fmla="*/ 212 h 212"/>
                <a:gd name="T34" fmla="*/ 143 w 218"/>
                <a:gd name="T35" fmla="*/ 207 h 212"/>
                <a:gd name="T36" fmla="*/ 162 w 218"/>
                <a:gd name="T37" fmla="*/ 199 h 212"/>
                <a:gd name="T38" fmla="*/ 178 w 218"/>
                <a:gd name="T39" fmla="*/ 188 h 212"/>
                <a:gd name="T40" fmla="*/ 194 w 218"/>
                <a:gd name="T41" fmla="*/ 172 h 212"/>
                <a:gd name="T42" fmla="*/ 205 w 218"/>
                <a:gd name="T43" fmla="*/ 156 h 212"/>
                <a:gd name="T44" fmla="*/ 213 w 218"/>
                <a:gd name="T45" fmla="*/ 137 h 212"/>
                <a:gd name="T46" fmla="*/ 218 w 218"/>
                <a:gd name="T47" fmla="*/ 116 h 212"/>
                <a:gd name="T48" fmla="*/ 218 w 218"/>
                <a:gd name="T49" fmla="*/ 94 h 212"/>
                <a:gd name="T50" fmla="*/ 213 w 218"/>
                <a:gd name="T51" fmla="*/ 76 h 212"/>
                <a:gd name="T52" fmla="*/ 205 w 218"/>
                <a:gd name="T53" fmla="*/ 57 h 212"/>
                <a:gd name="T54" fmla="*/ 194 w 218"/>
                <a:gd name="T55" fmla="*/ 38 h 212"/>
                <a:gd name="T56" fmla="*/ 178 w 218"/>
                <a:gd name="T57" fmla="*/ 25 h 212"/>
                <a:gd name="T58" fmla="*/ 162 w 218"/>
                <a:gd name="T59" fmla="*/ 14 h 212"/>
                <a:gd name="T60" fmla="*/ 143 w 218"/>
                <a:gd name="T61" fmla="*/ 6 h 212"/>
                <a:gd name="T62" fmla="*/ 121 w 218"/>
                <a:gd name="T63" fmla="*/ 0 h 21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18"/>
                <a:gd name="T97" fmla="*/ 0 h 212"/>
                <a:gd name="T98" fmla="*/ 218 w 218"/>
                <a:gd name="T99" fmla="*/ 212 h 21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18" h="212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7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5"/>
                  </a:lnTo>
                  <a:lnTo>
                    <a:pt x="33" y="33"/>
                  </a:lnTo>
                  <a:lnTo>
                    <a:pt x="24" y="38"/>
                  </a:lnTo>
                  <a:lnTo>
                    <a:pt x="19" y="46"/>
                  </a:lnTo>
                  <a:lnTo>
                    <a:pt x="14" y="57"/>
                  </a:lnTo>
                  <a:lnTo>
                    <a:pt x="8" y="65"/>
                  </a:lnTo>
                  <a:lnTo>
                    <a:pt x="6" y="76"/>
                  </a:lnTo>
                  <a:lnTo>
                    <a:pt x="3" y="84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6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4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7" y="204"/>
                  </a:lnTo>
                  <a:lnTo>
                    <a:pt x="78" y="207"/>
                  </a:lnTo>
                  <a:lnTo>
                    <a:pt x="89" y="210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10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5" y="126"/>
                  </a:lnTo>
                  <a:lnTo>
                    <a:pt x="218" y="116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5" y="84"/>
                  </a:lnTo>
                  <a:lnTo>
                    <a:pt x="213" y="76"/>
                  </a:lnTo>
                  <a:lnTo>
                    <a:pt x="210" y="65"/>
                  </a:lnTo>
                  <a:lnTo>
                    <a:pt x="205" y="57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3"/>
                  </a:lnTo>
                  <a:lnTo>
                    <a:pt x="178" y="25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63" name="Oval 62">
            <a:extLst>
              <a:ext uri="{FF2B5EF4-FFF2-40B4-BE49-F238E27FC236}">
                <a16:creationId xmlns:a16="http://schemas.microsoft.com/office/drawing/2014/main" id="{B75BC6DE-5F37-8644-ADFF-E455ABD106FB}"/>
              </a:ext>
            </a:extLst>
          </p:cNvPr>
          <p:cNvSpPr/>
          <p:nvPr/>
        </p:nvSpPr>
        <p:spPr>
          <a:xfrm>
            <a:off x="5361709" y="1704109"/>
            <a:ext cx="720436" cy="67887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327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C99B995-DF9B-954B-BF35-D3DB0A1E5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148" y="1573714"/>
            <a:ext cx="10515600" cy="4351338"/>
          </a:xfrm>
        </p:spPr>
        <p:txBody>
          <a:bodyPr/>
          <a:lstStyle/>
          <a:p>
            <a:pPr marL="346075" indent="-346075">
              <a:defRPr/>
            </a:pPr>
            <a:r>
              <a:rPr lang="en-US" sz="3200" dirty="0"/>
              <a:t>router may learn about more than one route to destination AS, selects route based on:</a:t>
            </a:r>
          </a:p>
          <a:p>
            <a:pPr marL="1084263" lvl="1" indent="-457200">
              <a:buFont typeface="ZapfDingbats" charset="0"/>
              <a:buAutoNum type="arabicPeriod"/>
              <a:defRPr/>
            </a:pPr>
            <a:r>
              <a:rPr lang="en-US" sz="2800" dirty="0"/>
              <a:t>local preference value attribute: policy decision</a:t>
            </a:r>
          </a:p>
          <a:p>
            <a:pPr marL="1084263" lvl="1" indent="-457200">
              <a:buFont typeface="ZapfDingbats" charset="0"/>
              <a:buAutoNum type="arabicPeriod"/>
              <a:defRPr/>
            </a:pPr>
            <a:r>
              <a:rPr lang="en-US" sz="2800" dirty="0"/>
              <a:t>shortest AS-PATH </a:t>
            </a:r>
          </a:p>
          <a:p>
            <a:pPr marL="1084263" lvl="1" indent="-457200">
              <a:buFont typeface="ZapfDingbats" charset="0"/>
              <a:buAutoNum type="arabicPeriod"/>
              <a:defRPr/>
            </a:pPr>
            <a:r>
              <a:rPr lang="en-US" sz="2800" dirty="0"/>
              <a:t>closest NEXT-HOP router: hot potato routing</a:t>
            </a:r>
          </a:p>
          <a:p>
            <a:pPr marL="1084263" lvl="1" indent="-457200">
              <a:buFont typeface="ZapfDingbats" charset="0"/>
              <a:buAutoNum type="arabicPeriod"/>
              <a:defRPr/>
            </a:pPr>
            <a:r>
              <a:rPr lang="en-US" sz="2800" dirty="0"/>
              <a:t>additional criteria </a:t>
            </a:r>
          </a:p>
          <a:p>
            <a:pPr marL="130175" indent="0">
              <a:buNone/>
            </a:pP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FDCD413-006B-ED4B-AEF9-134A3BF97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 route selection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5074CB-2D14-604C-8CF3-955D4F09E5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664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Network layer: “control plane” roadmap</a:t>
            </a:r>
            <a:endParaRPr lang="en-US" sz="4400" dirty="0"/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288" y="1379196"/>
            <a:ext cx="3102316" cy="2326737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622456" y="1361615"/>
            <a:ext cx="5571867" cy="50391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74638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introduction</a:t>
            </a:r>
          </a:p>
          <a:p>
            <a:pPr marL="285750" indent="-274638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routing protocols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intra-ISP routing: OSPF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routing among ISPs: BGP</a:t>
            </a:r>
          </a:p>
          <a:p>
            <a:pPr marL="285750" indent="-285750">
              <a:spcBef>
                <a:spcPts val="600"/>
              </a:spcBef>
              <a:buClr>
                <a:srgbClr val="0000A8"/>
              </a:buClr>
            </a:pPr>
            <a:r>
              <a:rPr lang="en-US" altLang="en-US" sz="3600" dirty="0">
                <a:ea typeface="ＭＳ Ｐゴシック" panose="020B0600070205080204" pitchFamily="34" charset="-128"/>
                <a:cs typeface="Arial" panose="020B0604020202020204" pitchFamily="34" charset="0"/>
              </a:rPr>
              <a:t>SDN control plane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Internet Control Message Protocol </a:t>
            </a:r>
          </a:p>
          <a:p>
            <a:pPr marL="466725" indent="-409575">
              <a:spcBef>
                <a:spcPts val="600"/>
              </a:spcBef>
              <a:buNone/>
            </a:pPr>
            <a:endParaRPr lang="en-US" altLang="en-US" sz="3200" dirty="0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0E442AF-0FD6-9040-9BFF-CE4BE886A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323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B46D7-DEDF-364B-99E9-3FB1F889B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76" y="261255"/>
            <a:ext cx="11213592" cy="894622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Software-Defined Networking (SDN) control plane</a:t>
            </a:r>
          </a:p>
        </p:txBody>
      </p:sp>
      <p:sp>
        <p:nvSpPr>
          <p:cNvPr id="4" name="TextBox 257">
            <a:extLst>
              <a:ext uri="{FF2B5EF4-FFF2-40B4-BE49-F238E27FC236}">
                <a16:creationId xmlns:a16="http://schemas.microsoft.com/office/drawing/2014/main" id="{8EB40520-A927-A94E-975A-4093319F1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609" y="1064529"/>
            <a:ext cx="1131073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Remote controller computes, installs forwarding tables in routers</a:t>
            </a:r>
          </a:p>
        </p:txBody>
      </p:sp>
      <p:grpSp>
        <p:nvGrpSpPr>
          <p:cNvPr id="817" name="Group 816">
            <a:extLst>
              <a:ext uri="{FF2B5EF4-FFF2-40B4-BE49-F238E27FC236}">
                <a16:creationId xmlns:a16="http://schemas.microsoft.com/office/drawing/2014/main" id="{0035B262-335A-2042-8F0A-4D25C5CCAA4C}"/>
              </a:ext>
            </a:extLst>
          </p:cNvPr>
          <p:cNvGrpSpPr>
            <a:grpSpLocks/>
          </p:cNvGrpSpPr>
          <p:nvPr/>
        </p:nvGrpSpPr>
        <p:grpSpPr bwMode="auto">
          <a:xfrm>
            <a:off x="3203430" y="1967880"/>
            <a:ext cx="6027738" cy="1439862"/>
            <a:chOff x="1492879" y="2061336"/>
            <a:chExt cx="6027737" cy="1440135"/>
          </a:xfrm>
        </p:grpSpPr>
        <p:sp>
          <p:nvSpPr>
            <p:cNvPr id="818" name="Rectangle 817">
              <a:extLst>
                <a:ext uri="{FF2B5EF4-FFF2-40B4-BE49-F238E27FC236}">
                  <a16:creationId xmlns:a16="http://schemas.microsoft.com/office/drawing/2014/main" id="{2911F90D-6E6D-8D44-A029-2BB47782B47E}"/>
                </a:ext>
              </a:extLst>
            </p:cNvPr>
            <p:cNvSpPr/>
            <p:nvPr/>
          </p:nvSpPr>
          <p:spPr bwMode="auto">
            <a:xfrm>
              <a:off x="1929442" y="2064512"/>
              <a:ext cx="5043486" cy="1017780"/>
            </a:xfrm>
            <a:prstGeom prst="rect">
              <a:avLst/>
            </a:prstGeom>
            <a:solidFill>
              <a:srgbClr val="2D2DB9">
                <a:lumMod val="20000"/>
                <a:lumOff val="80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819" name="Freeform 818">
              <a:extLst>
                <a:ext uri="{FF2B5EF4-FFF2-40B4-BE49-F238E27FC236}">
                  <a16:creationId xmlns:a16="http://schemas.microsoft.com/office/drawing/2014/main" id="{24B8DF14-13D1-7B4D-AA8E-6D4B866768A6}"/>
                </a:ext>
              </a:extLst>
            </p:cNvPr>
            <p:cNvSpPr/>
            <p:nvPr/>
          </p:nvSpPr>
          <p:spPr bwMode="auto">
            <a:xfrm>
              <a:off x="1740529" y="2067687"/>
              <a:ext cx="198438" cy="1386150"/>
            </a:xfrm>
            <a:custGeom>
              <a:avLst/>
              <a:gdLst>
                <a:gd name="connsiteX0" fmla="*/ 0 w 312616"/>
                <a:gd name="connsiteY0" fmla="*/ 644770 h 1367693"/>
                <a:gd name="connsiteX1" fmla="*/ 312616 w 312616"/>
                <a:gd name="connsiteY1" fmla="*/ 0 h 1367693"/>
                <a:gd name="connsiteX2" fmla="*/ 312616 w 312616"/>
                <a:gd name="connsiteY2" fmla="*/ 1016000 h 1367693"/>
                <a:gd name="connsiteX3" fmla="*/ 117231 w 312616"/>
                <a:gd name="connsiteY3" fmla="*/ 1367693 h 1367693"/>
                <a:gd name="connsiteX4" fmla="*/ 0 w 312616"/>
                <a:gd name="connsiteY4" fmla="*/ 644770 h 1367693"/>
                <a:gd name="connsiteX0" fmla="*/ 0 w 199855"/>
                <a:gd name="connsiteY0" fmla="*/ 733787 h 1367693"/>
                <a:gd name="connsiteX1" fmla="*/ 199855 w 199855"/>
                <a:gd name="connsiteY1" fmla="*/ 0 h 1367693"/>
                <a:gd name="connsiteX2" fmla="*/ 199855 w 199855"/>
                <a:gd name="connsiteY2" fmla="*/ 1016000 h 1367693"/>
                <a:gd name="connsiteX3" fmla="*/ 4470 w 199855"/>
                <a:gd name="connsiteY3" fmla="*/ 1367693 h 1367693"/>
                <a:gd name="connsiteX4" fmla="*/ 0 w 199855"/>
                <a:gd name="connsiteY4" fmla="*/ 733787 h 1367693"/>
                <a:gd name="connsiteX0" fmla="*/ 25203 w 225058"/>
                <a:gd name="connsiteY0" fmla="*/ 733787 h 1361758"/>
                <a:gd name="connsiteX1" fmla="*/ 225058 w 225058"/>
                <a:gd name="connsiteY1" fmla="*/ 0 h 1361758"/>
                <a:gd name="connsiteX2" fmla="*/ 225058 w 225058"/>
                <a:gd name="connsiteY2" fmla="*/ 1016000 h 1361758"/>
                <a:gd name="connsiteX3" fmla="*/ 0 w 225058"/>
                <a:gd name="connsiteY3" fmla="*/ 1361758 h 1361758"/>
                <a:gd name="connsiteX4" fmla="*/ 25203 w 225058"/>
                <a:gd name="connsiteY4" fmla="*/ 733787 h 1361758"/>
                <a:gd name="connsiteX0" fmla="*/ 25203 w 230992"/>
                <a:gd name="connsiteY0" fmla="*/ 787197 h 1415168"/>
                <a:gd name="connsiteX1" fmla="*/ 230992 w 230992"/>
                <a:gd name="connsiteY1" fmla="*/ 0 h 1415168"/>
                <a:gd name="connsiteX2" fmla="*/ 225058 w 230992"/>
                <a:gd name="connsiteY2" fmla="*/ 1069410 h 1415168"/>
                <a:gd name="connsiteX3" fmla="*/ 0 w 230992"/>
                <a:gd name="connsiteY3" fmla="*/ 1415168 h 1415168"/>
                <a:gd name="connsiteX4" fmla="*/ 25203 w 230992"/>
                <a:gd name="connsiteY4" fmla="*/ 787197 h 1415168"/>
                <a:gd name="connsiteX0" fmla="*/ 0 w 205789"/>
                <a:gd name="connsiteY0" fmla="*/ 787197 h 1427037"/>
                <a:gd name="connsiteX1" fmla="*/ 205789 w 205789"/>
                <a:gd name="connsiteY1" fmla="*/ 0 h 1427037"/>
                <a:gd name="connsiteX2" fmla="*/ 199855 w 205789"/>
                <a:gd name="connsiteY2" fmla="*/ 1069410 h 1427037"/>
                <a:gd name="connsiteX3" fmla="*/ 4471 w 205789"/>
                <a:gd name="connsiteY3" fmla="*/ 1427037 h 1427037"/>
                <a:gd name="connsiteX4" fmla="*/ 0 w 205789"/>
                <a:gd name="connsiteY4" fmla="*/ 787197 h 1427037"/>
                <a:gd name="connsiteX0" fmla="*/ 0 w 199855"/>
                <a:gd name="connsiteY0" fmla="*/ 745656 h 1385496"/>
                <a:gd name="connsiteX1" fmla="*/ 193920 w 199855"/>
                <a:gd name="connsiteY1" fmla="*/ 0 h 1385496"/>
                <a:gd name="connsiteX2" fmla="*/ 199855 w 199855"/>
                <a:gd name="connsiteY2" fmla="*/ 1027869 h 1385496"/>
                <a:gd name="connsiteX3" fmla="*/ 4471 w 199855"/>
                <a:gd name="connsiteY3" fmla="*/ 1385496 h 1385496"/>
                <a:gd name="connsiteX4" fmla="*/ 0 w 199855"/>
                <a:gd name="connsiteY4" fmla="*/ 745656 h 1385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855" h="1385496">
                  <a:moveTo>
                    <a:pt x="0" y="745656"/>
                  </a:moveTo>
                  <a:lnTo>
                    <a:pt x="193920" y="0"/>
                  </a:lnTo>
                  <a:cubicBezTo>
                    <a:pt x="195898" y="342623"/>
                    <a:pt x="197877" y="685246"/>
                    <a:pt x="199855" y="1027869"/>
                  </a:cubicBezTo>
                  <a:lnTo>
                    <a:pt x="4471" y="1385496"/>
                  </a:lnTo>
                  <a:cubicBezTo>
                    <a:pt x="2981" y="1172216"/>
                    <a:pt x="1490" y="958936"/>
                    <a:pt x="0" y="74565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</a:srgbClr>
                </a:gs>
                <a:gs pos="100000">
                  <a:srgbClr val="2D2DB9">
                    <a:lumMod val="20000"/>
                    <a:lumOff val="80000"/>
                  </a:srgbClr>
                </a:gs>
              </a:gsLst>
              <a:lin ang="0" scaled="0"/>
            </a:gra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820" name="Freeform 819">
              <a:extLst>
                <a:ext uri="{FF2B5EF4-FFF2-40B4-BE49-F238E27FC236}">
                  <a16:creationId xmlns:a16="http://schemas.microsoft.com/office/drawing/2014/main" id="{B3477997-2171-D144-8F62-1363F13885FD}"/>
                </a:ext>
              </a:extLst>
            </p:cNvPr>
            <p:cNvSpPr/>
            <p:nvPr/>
          </p:nvSpPr>
          <p:spPr bwMode="auto">
            <a:xfrm flipH="1">
              <a:off x="6969753" y="2061336"/>
              <a:ext cx="219075" cy="1370272"/>
            </a:xfrm>
            <a:custGeom>
              <a:avLst/>
              <a:gdLst>
                <a:gd name="connsiteX0" fmla="*/ 0 w 312616"/>
                <a:gd name="connsiteY0" fmla="*/ 644770 h 1367693"/>
                <a:gd name="connsiteX1" fmla="*/ 312616 w 312616"/>
                <a:gd name="connsiteY1" fmla="*/ 0 h 1367693"/>
                <a:gd name="connsiteX2" fmla="*/ 312616 w 312616"/>
                <a:gd name="connsiteY2" fmla="*/ 1016000 h 1367693"/>
                <a:gd name="connsiteX3" fmla="*/ 117231 w 312616"/>
                <a:gd name="connsiteY3" fmla="*/ 1367693 h 1367693"/>
                <a:gd name="connsiteX4" fmla="*/ 0 w 312616"/>
                <a:gd name="connsiteY4" fmla="*/ 644770 h 1367693"/>
                <a:gd name="connsiteX0" fmla="*/ 0 w 199855"/>
                <a:gd name="connsiteY0" fmla="*/ 733787 h 1367693"/>
                <a:gd name="connsiteX1" fmla="*/ 199855 w 199855"/>
                <a:gd name="connsiteY1" fmla="*/ 0 h 1367693"/>
                <a:gd name="connsiteX2" fmla="*/ 199855 w 199855"/>
                <a:gd name="connsiteY2" fmla="*/ 1016000 h 1367693"/>
                <a:gd name="connsiteX3" fmla="*/ 4470 w 199855"/>
                <a:gd name="connsiteY3" fmla="*/ 1367693 h 1367693"/>
                <a:gd name="connsiteX4" fmla="*/ 0 w 199855"/>
                <a:gd name="connsiteY4" fmla="*/ 733787 h 1367693"/>
                <a:gd name="connsiteX0" fmla="*/ 25203 w 225058"/>
                <a:gd name="connsiteY0" fmla="*/ 733787 h 1361758"/>
                <a:gd name="connsiteX1" fmla="*/ 225058 w 225058"/>
                <a:gd name="connsiteY1" fmla="*/ 0 h 1361758"/>
                <a:gd name="connsiteX2" fmla="*/ 225058 w 225058"/>
                <a:gd name="connsiteY2" fmla="*/ 1016000 h 1361758"/>
                <a:gd name="connsiteX3" fmla="*/ 0 w 225058"/>
                <a:gd name="connsiteY3" fmla="*/ 1361758 h 1361758"/>
                <a:gd name="connsiteX4" fmla="*/ 25203 w 225058"/>
                <a:gd name="connsiteY4" fmla="*/ 733787 h 1361758"/>
                <a:gd name="connsiteX0" fmla="*/ 25203 w 230992"/>
                <a:gd name="connsiteY0" fmla="*/ 787197 h 1415168"/>
                <a:gd name="connsiteX1" fmla="*/ 230992 w 230992"/>
                <a:gd name="connsiteY1" fmla="*/ 0 h 1415168"/>
                <a:gd name="connsiteX2" fmla="*/ 225058 w 230992"/>
                <a:gd name="connsiteY2" fmla="*/ 1069410 h 1415168"/>
                <a:gd name="connsiteX3" fmla="*/ 0 w 230992"/>
                <a:gd name="connsiteY3" fmla="*/ 1415168 h 1415168"/>
                <a:gd name="connsiteX4" fmla="*/ 25203 w 230992"/>
                <a:gd name="connsiteY4" fmla="*/ 787197 h 1415168"/>
                <a:gd name="connsiteX0" fmla="*/ 0 w 205789"/>
                <a:gd name="connsiteY0" fmla="*/ 787197 h 1427037"/>
                <a:gd name="connsiteX1" fmla="*/ 205789 w 205789"/>
                <a:gd name="connsiteY1" fmla="*/ 0 h 1427037"/>
                <a:gd name="connsiteX2" fmla="*/ 199855 w 205789"/>
                <a:gd name="connsiteY2" fmla="*/ 1069410 h 1427037"/>
                <a:gd name="connsiteX3" fmla="*/ 4471 w 205789"/>
                <a:gd name="connsiteY3" fmla="*/ 1427037 h 1427037"/>
                <a:gd name="connsiteX4" fmla="*/ 0 w 205789"/>
                <a:gd name="connsiteY4" fmla="*/ 787197 h 1427037"/>
                <a:gd name="connsiteX0" fmla="*/ 0 w 199855"/>
                <a:gd name="connsiteY0" fmla="*/ 745656 h 1385496"/>
                <a:gd name="connsiteX1" fmla="*/ 193920 w 199855"/>
                <a:gd name="connsiteY1" fmla="*/ 0 h 1385496"/>
                <a:gd name="connsiteX2" fmla="*/ 199855 w 199855"/>
                <a:gd name="connsiteY2" fmla="*/ 1027869 h 1385496"/>
                <a:gd name="connsiteX3" fmla="*/ 4471 w 199855"/>
                <a:gd name="connsiteY3" fmla="*/ 1385496 h 1385496"/>
                <a:gd name="connsiteX4" fmla="*/ 0 w 199855"/>
                <a:gd name="connsiteY4" fmla="*/ 745656 h 1385496"/>
                <a:gd name="connsiteX0" fmla="*/ 0 w 219519"/>
                <a:gd name="connsiteY0" fmla="*/ 730359 h 1370199"/>
                <a:gd name="connsiteX1" fmla="*/ 219401 w 219519"/>
                <a:gd name="connsiteY1" fmla="*/ 0 h 1370199"/>
                <a:gd name="connsiteX2" fmla="*/ 199855 w 219519"/>
                <a:gd name="connsiteY2" fmla="*/ 1012572 h 1370199"/>
                <a:gd name="connsiteX3" fmla="*/ 4471 w 219519"/>
                <a:gd name="connsiteY3" fmla="*/ 1370199 h 1370199"/>
                <a:gd name="connsiteX4" fmla="*/ 0 w 219519"/>
                <a:gd name="connsiteY4" fmla="*/ 730359 h 1370199"/>
                <a:gd name="connsiteX0" fmla="*/ 0 w 219602"/>
                <a:gd name="connsiteY0" fmla="*/ 730359 h 1370199"/>
                <a:gd name="connsiteX1" fmla="*/ 219401 w 219602"/>
                <a:gd name="connsiteY1" fmla="*/ 0 h 1370199"/>
                <a:gd name="connsiteX2" fmla="*/ 210047 w 219602"/>
                <a:gd name="connsiteY2" fmla="*/ 1007473 h 1370199"/>
                <a:gd name="connsiteX3" fmla="*/ 4471 w 219602"/>
                <a:gd name="connsiteY3" fmla="*/ 1370199 h 1370199"/>
                <a:gd name="connsiteX4" fmla="*/ 0 w 219602"/>
                <a:gd name="connsiteY4" fmla="*/ 730359 h 1370199"/>
                <a:gd name="connsiteX0" fmla="*/ 0 w 220239"/>
                <a:gd name="connsiteY0" fmla="*/ 730359 h 1370199"/>
                <a:gd name="connsiteX1" fmla="*/ 219401 w 220239"/>
                <a:gd name="connsiteY1" fmla="*/ 0 h 1370199"/>
                <a:gd name="connsiteX2" fmla="*/ 220239 w 220239"/>
                <a:gd name="connsiteY2" fmla="*/ 1007473 h 1370199"/>
                <a:gd name="connsiteX3" fmla="*/ 4471 w 220239"/>
                <a:gd name="connsiteY3" fmla="*/ 1370199 h 1370199"/>
                <a:gd name="connsiteX4" fmla="*/ 0 w 220239"/>
                <a:gd name="connsiteY4" fmla="*/ 730359 h 1370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239" h="1370199">
                  <a:moveTo>
                    <a:pt x="0" y="730359"/>
                  </a:moveTo>
                  <a:cubicBezTo>
                    <a:pt x="64640" y="481807"/>
                    <a:pt x="154761" y="248552"/>
                    <a:pt x="219401" y="0"/>
                  </a:cubicBezTo>
                  <a:cubicBezTo>
                    <a:pt x="221379" y="342623"/>
                    <a:pt x="218261" y="664850"/>
                    <a:pt x="220239" y="1007473"/>
                  </a:cubicBezTo>
                  <a:lnTo>
                    <a:pt x="4471" y="1370199"/>
                  </a:lnTo>
                  <a:cubicBezTo>
                    <a:pt x="2981" y="1156919"/>
                    <a:pt x="1490" y="943639"/>
                    <a:pt x="0" y="730359"/>
                  </a:cubicBezTo>
                  <a:close/>
                </a:path>
              </a:pathLst>
            </a:custGeom>
            <a:gradFill rotWithShape="1">
              <a:gsLst>
                <a:gs pos="0">
                  <a:srgbClr val="2D2DB9">
                    <a:lumMod val="20000"/>
                    <a:lumOff val="80000"/>
                  </a:srgbClr>
                </a:gs>
                <a:gs pos="100000">
                  <a:srgbClr val="FFFFFF"/>
                </a:gs>
              </a:gsLst>
              <a:lin ang="10800000" scaled="0"/>
            </a:gra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grpSp>
          <p:nvGrpSpPr>
            <p:cNvPr id="821" name="Group 950">
              <a:extLst>
                <a:ext uri="{FF2B5EF4-FFF2-40B4-BE49-F238E27FC236}">
                  <a16:creationId xmlns:a16="http://schemas.microsoft.com/office/drawing/2014/main" id="{DB6AE1A4-24E9-664C-A51D-C17F6021B3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2879" y="2820676"/>
              <a:ext cx="338137" cy="653816"/>
              <a:chOff x="4140" y="429"/>
              <a:chExt cx="1425" cy="2396"/>
            </a:xfrm>
          </p:grpSpPr>
          <p:sp>
            <p:nvSpPr>
              <p:cNvPr id="855" name="Freeform 951">
                <a:extLst>
                  <a:ext uri="{FF2B5EF4-FFF2-40B4-BE49-F238E27FC236}">
                    <a16:creationId xmlns:a16="http://schemas.microsoft.com/office/drawing/2014/main" id="{BFB37BD8-4427-2A47-AE85-B992137B4E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8 w 354"/>
                  <a:gd name="T3" fmla="*/ 16 h 2742"/>
                  <a:gd name="T4" fmla="*/ 8 w 354"/>
                  <a:gd name="T5" fmla="*/ 119 h 2742"/>
                  <a:gd name="T6" fmla="*/ 0 w 354"/>
                  <a:gd name="T7" fmla="*/ 124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56" name="Rectangle 952">
                <a:extLst>
                  <a:ext uri="{FF2B5EF4-FFF2-40B4-BE49-F238E27FC236}">
                    <a16:creationId xmlns:a16="http://schemas.microsoft.com/office/drawing/2014/main" id="{D33ED3AE-893B-0641-B3D0-6332B98270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57" name="Freeform 953">
                <a:extLst>
                  <a:ext uri="{FF2B5EF4-FFF2-40B4-BE49-F238E27FC236}">
                    <a16:creationId xmlns:a16="http://schemas.microsoft.com/office/drawing/2014/main" id="{7F8B5734-537E-2D40-ABC5-1153CA76F0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 w 211"/>
                  <a:gd name="T3" fmla="*/ 11 h 2537"/>
                  <a:gd name="T4" fmla="*/ 2 w 211"/>
                  <a:gd name="T5" fmla="*/ 11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58" name="Freeform 954">
                <a:extLst>
                  <a:ext uri="{FF2B5EF4-FFF2-40B4-BE49-F238E27FC236}">
                    <a16:creationId xmlns:a16="http://schemas.microsoft.com/office/drawing/2014/main" id="{A27CC3E2-8472-FE49-B22C-8BAD36D3F1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7 w 328"/>
                  <a:gd name="T3" fmla="*/ 7 h 226"/>
                  <a:gd name="T4" fmla="*/ 7 w 328"/>
                  <a:gd name="T5" fmla="*/ 11 h 226"/>
                  <a:gd name="T6" fmla="*/ 0 w 328"/>
                  <a:gd name="T7" fmla="*/ 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59" name="Rectangle 955">
                <a:extLst>
                  <a:ext uri="{FF2B5EF4-FFF2-40B4-BE49-F238E27FC236}">
                    <a16:creationId xmlns:a16="http://schemas.microsoft.com/office/drawing/2014/main" id="{11CD015D-401B-EC42-A713-37F4F58064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60" name="Group 956">
                <a:extLst>
                  <a:ext uri="{FF2B5EF4-FFF2-40B4-BE49-F238E27FC236}">
                    <a16:creationId xmlns:a16="http://schemas.microsoft.com/office/drawing/2014/main" id="{A208DF6A-EF9F-044D-8302-1B9476D184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885" name="AutoShape 957">
                  <a:extLst>
                    <a:ext uri="{FF2B5EF4-FFF2-40B4-BE49-F238E27FC236}">
                      <a16:creationId xmlns:a16="http://schemas.microsoft.com/office/drawing/2014/main" id="{FCC50AD6-31B9-FD4A-9D12-E293AC79E3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86" name="AutoShape 958">
                  <a:extLst>
                    <a:ext uri="{FF2B5EF4-FFF2-40B4-BE49-F238E27FC236}">
                      <a16:creationId xmlns:a16="http://schemas.microsoft.com/office/drawing/2014/main" id="{9515A907-A38B-AC46-9351-9821F9262F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61" name="Rectangle 959">
                <a:extLst>
                  <a:ext uri="{FF2B5EF4-FFF2-40B4-BE49-F238E27FC236}">
                    <a16:creationId xmlns:a16="http://schemas.microsoft.com/office/drawing/2014/main" id="{DA74175D-E323-954D-B321-A525406F9D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62" name="Group 960">
                <a:extLst>
                  <a:ext uri="{FF2B5EF4-FFF2-40B4-BE49-F238E27FC236}">
                    <a16:creationId xmlns:a16="http://schemas.microsoft.com/office/drawing/2014/main" id="{28DE356C-C6F7-BA40-87C6-C5B5BE6C2B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883" name="AutoShape 961">
                  <a:extLst>
                    <a:ext uri="{FF2B5EF4-FFF2-40B4-BE49-F238E27FC236}">
                      <a16:creationId xmlns:a16="http://schemas.microsoft.com/office/drawing/2014/main" id="{9643844A-45E6-7443-A468-4BC3D1762A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84" name="AutoShape 962">
                  <a:extLst>
                    <a:ext uri="{FF2B5EF4-FFF2-40B4-BE49-F238E27FC236}">
                      <a16:creationId xmlns:a16="http://schemas.microsoft.com/office/drawing/2014/main" id="{60C84F35-0A59-8349-91F6-D5FECFED74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63" name="Rectangle 963">
                <a:extLst>
                  <a:ext uri="{FF2B5EF4-FFF2-40B4-BE49-F238E27FC236}">
                    <a16:creationId xmlns:a16="http://schemas.microsoft.com/office/drawing/2014/main" id="{92014399-9751-FC4F-9035-A395245BCD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64" name="Rectangle 964">
                <a:extLst>
                  <a:ext uri="{FF2B5EF4-FFF2-40B4-BE49-F238E27FC236}">
                    <a16:creationId xmlns:a16="http://schemas.microsoft.com/office/drawing/2014/main" id="{9B818A3E-FD1D-F04D-8158-62E78EE4B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65" name="Group 965">
                <a:extLst>
                  <a:ext uri="{FF2B5EF4-FFF2-40B4-BE49-F238E27FC236}">
                    <a16:creationId xmlns:a16="http://schemas.microsoft.com/office/drawing/2014/main" id="{4CE95AA0-C88F-3D48-98E7-F3E038739D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881" name="AutoShape 966">
                  <a:extLst>
                    <a:ext uri="{FF2B5EF4-FFF2-40B4-BE49-F238E27FC236}">
                      <a16:creationId xmlns:a16="http://schemas.microsoft.com/office/drawing/2014/main" id="{5B978760-D630-664D-941B-E0517C2034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82" name="AutoShape 967">
                  <a:extLst>
                    <a:ext uri="{FF2B5EF4-FFF2-40B4-BE49-F238E27FC236}">
                      <a16:creationId xmlns:a16="http://schemas.microsoft.com/office/drawing/2014/main" id="{66581CC6-E163-4349-98BB-7B8F11B584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66" name="Freeform 968">
                <a:extLst>
                  <a:ext uri="{FF2B5EF4-FFF2-40B4-BE49-F238E27FC236}">
                    <a16:creationId xmlns:a16="http://schemas.microsoft.com/office/drawing/2014/main" id="{0C578B43-7341-984A-8E2E-758C1FE627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7 w 328"/>
                  <a:gd name="T3" fmla="*/ 6 h 226"/>
                  <a:gd name="T4" fmla="*/ 7 w 328"/>
                  <a:gd name="T5" fmla="*/ 10 h 226"/>
                  <a:gd name="T6" fmla="*/ 0 w 328"/>
                  <a:gd name="T7" fmla="*/ 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67" name="Group 969">
                <a:extLst>
                  <a:ext uri="{FF2B5EF4-FFF2-40B4-BE49-F238E27FC236}">
                    <a16:creationId xmlns:a16="http://schemas.microsoft.com/office/drawing/2014/main" id="{00F4A952-5D56-894B-BE04-57FD8D9A8F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879" name="AutoShape 970">
                  <a:extLst>
                    <a:ext uri="{FF2B5EF4-FFF2-40B4-BE49-F238E27FC236}">
                      <a16:creationId xmlns:a16="http://schemas.microsoft.com/office/drawing/2014/main" id="{C6D2E1F8-9BE6-1340-A97F-25C96F4EA3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80" name="AutoShape 971">
                  <a:extLst>
                    <a:ext uri="{FF2B5EF4-FFF2-40B4-BE49-F238E27FC236}">
                      <a16:creationId xmlns:a16="http://schemas.microsoft.com/office/drawing/2014/main" id="{076B7F4B-58FD-394A-A7D1-825421A0DD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68" name="Rectangle 972">
                <a:extLst>
                  <a:ext uri="{FF2B5EF4-FFF2-40B4-BE49-F238E27FC236}">
                    <a16:creationId xmlns:a16="http://schemas.microsoft.com/office/drawing/2014/main" id="{9CF6079F-A485-B34F-BAE1-E461B27BC0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69" name="Freeform 973">
                <a:extLst>
                  <a:ext uri="{FF2B5EF4-FFF2-40B4-BE49-F238E27FC236}">
                    <a16:creationId xmlns:a16="http://schemas.microsoft.com/office/drawing/2014/main" id="{4D22F667-50F0-554D-A2A3-06E318F920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 w 296"/>
                  <a:gd name="T3" fmla="*/ 6 h 256"/>
                  <a:gd name="T4" fmla="*/ 7 w 296"/>
                  <a:gd name="T5" fmla="*/ 11 h 256"/>
                  <a:gd name="T6" fmla="*/ 0 w 296"/>
                  <a:gd name="T7" fmla="*/ 4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0" name="Freeform 974">
                <a:extLst>
                  <a:ext uri="{FF2B5EF4-FFF2-40B4-BE49-F238E27FC236}">
                    <a16:creationId xmlns:a16="http://schemas.microsoft.com/office/drawing/2014/main" id="{FEA6AA77-7341-EC44-9A1C-8FF6D3429B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7 w 304"/>
                  <a:gd name="T3" fmla="*/ 8 h 288"/>
                  <a:gd name="T4" fmla="*/ 6 w 304"/>
                  <a:gd name="T5" fmla="*/ 13 h 288"/>
                  <a:gd name="T6" fmla="*/ 2 w 304"/>
                  <a:gd name="T7" fmla="*/ 6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1" name="Oval 975">
                <a:extLst>
                  <a:ext uri="{FF2B5EF4-FFF2-40B4-BE49-F238E27FC236}">
                    <a16:creationId xmlns:a16="http://schemas.microsoft.com/office/drawing/2014/main" id="{A02843C6-28FA-9945-9CEB-7717E68BC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2" name="Freeform 976">
                <a:extLst>
                  <a:ext uri="{FF2B5EF4-FFF2-40B4-BE49-F238E27FC236}">
                    <a16:creationId xmlns:a16="http://schemas.microsoft.com/office/drawing/2014/main" id="{B41467ED-71ED-774D-B5B1-0E498264B3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6 h 240"/>
                  <a:gd name="T2" fmla="*/ 2 w 306"/>
                  <a:gd name="T3" fmla="*/ 11 h 240"/>
                  <a:gd name="T4" fmla="*/ 7 w 306"/>
                  <a:gd name="T5" fmla="*/ 6 h 240"/>
                  <a:gd name="T6" fmla="*/ 7 w 306"/>
                  <a:gd name="T7" fmla="*/ 0 h 240"/>
                  <a:gd name="T8" fmla="*/ 0 w 306"/>
                  <a:gd name="T9" fmla="*/ 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3" name="AutoShape 977">
                <a:extLst>
                  <a:ext uri="{FF2B5EF4-FFF2-40B4-BE49-F238E27FC236}">
                    <a16:creationId xmlns:a16="http://schemas.microsoft.com/office/drawing/2014/main" id="{9B5749F0-C743-D247-9288-DD5C4B670C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4" name="AutoShape 978">
                <a:extLst>
                  <a:ext uri="{FF2B5EF4-FFF2-40B4-BE49-F238E27FC236}">
                    <a16:creationId xmlns:a16="http://schemas.microsoft.com/office/drawing/2014/main" id="{990B835A-E601-8B4A-913C-86C2C6F75D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5" name="Oval 979">
                <a:extLst>
                  <a:ext uri="{FF2B5EF4-FFF2-40B4-BE49-F238E27FC236}">
                    <a16:creationId xmlns:a16="http://schemas.microsoft.com/office/drawing/2014/main" id="{54D6634C-D1A9-6142-9854-19C444BA4C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6" name="Oval 980">
                <a:extLst>
                  <a:ext uri="{FF2B5EF4-FFF2-40B4-BE49-F238E27FC236}">
                    <a16:creationId xmlns:a16="http://schemas.microsoft.com/office/drawing/2014/main" id="{4B663C71-DBAC-684F-AC10-C3062136DE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7" name="Oval 981">
                <a:extLst>
                  <a:ext uri="{FF2B5EF4-FFF2-40B4-BE49-F238E27FC236}">
                    <a16:creationId xmlns:a16="http://schemas.microsoft.com/office/drawing/2014/main" id="{89DA651A-7990-3046-B6A9-BDF3A76B1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8" name="Rectangle 982">
                <a:extLst>
                  <a:ext uri="{FF2B5EF4-FFF2-40B4-BE49-F238E27FC236}">
                    <a16:creationId xmlns:a16="http://schemas.microsoft.com/office/drawing/2014/main" id="{97BCC976-FD19-5C44-A0F3-970A14677F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822" name="Group 950">
              <a:extLst>
                <a:ext uri="{FF2B5EF4-FFF2-40B4-BE49-F238E27FC236}">
                  <a16:creationId xmlns:a16="http://schemas.microsoft.com/office/drawing/2014/main" id="{408FB985-1A5F-F147-891F-C6EE203F17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82479" y="2847655"/>
              <a:ext cx="338137" cy="653816"/>
              <a:chOff x="4140" y="429"/>
              <a:chExt cx="1425" cy="2396"/>
            </a:xfrm>
          </p:grpSpPr>
          <p:sp>
            <p:nvSpPr>
              <p:cNvPr id="823" name="Freeform 951">
                <a:extLst>
                  <a:ext uri="{FF2B5EF4-FFF2-40B4-BE49-F238E27FC236}">
                    <a16:creationId xmlns:a16="http://schemas.microsoft.com/office/drawing/2014/main" id="{E5433180-28F2-BE4A-AA7C-A7B21A6324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8 w 354"/>
                  <a:gd name="T3" fmla="*/ 16 h 2742"/>
                  <a:gd name="T4" fmla="*/ 8 w 354"/>
                  <a:gd name="T5" fmla="*/ 119 h 2742"/>
                  <a:gd name="T6" fmla="*/ 0 w 354"/>
                  <a:gd name="T7" fmla="*/ 124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24" name="Rectangle 952">
                <a:extLst>
                  <a:ext uri="{FF2B5EF4-FFF2-40B4-BE49-F238E27FC236}">
                    <a16:creationId xmlns:a16="http://schemas.microsoft.com/office/drawing/2014/main" id="{8C5BD778-66FD-3945-B836-91E6ED4A0B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25" name="Freeform 953">
                <a:extLst>
                  <a:ext uri="{FF2B5EF4-FFF2-40B4-BE49-F238E27FC236}">
                    <a16:creationId xmlns:a16="http://schemas.microsoft.com/office/drawing/2014/main" id="{2A91ACBD-8D41-DD4C-A2B1-048B348B9E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 w 211"/>
                  <a:gd name="T3" fmla="*/ 11 h 2537"/>
                  <a:gd name="T4" fmla="*/ 2 w 211"/>
                  <a:gd name="T5" fmla="*/ 11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26" name="Freeform 954">
                <a:extLst>
                  <a:ext uri="{FF2B5EF4-FFF2-40B4-BE49-F238E27FC236}">
                    <a16:creationId xmlns:a16="http://schemas.microsoft.com/office/drawing/2014/main" id="{FD9AFB84-DB6D-6046-8467-AD372F4138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7 w 328"/>
                  <a:gd name="T3" fmla="*/ 7 h 226"/>
                  <a:gd name="T4" fmla="*/ 7 w 328"/>
                  <a:gd name="T5" fmla="*/ 11 h 226"/>
                  <a:gd name="T6" fmla="*/ 0 w 328"/>
                  <a:gd name="T7" fmla="*/ 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27" name="Rectangle 955">
                <a:extLst>
                  <a:ext uri="{FF2B5EF4-FFF2-40B4-BE49-F238E27FC236}">
                    <a16:creationId xmlns:a16="http://schemas.microsoft.com/office/drawing/2014/main" id="{77DBE4BA-8D67-5B43-8297-B9D264FE9B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28" name="Group 956">
                <a:extLst>
                  <a:ext uri="{FF2B5EF4-FFF2-40B4-BE49-F238E27FC236}">
                    <a16:creationId xmlns:a16="http://schemas.microsoft.com/office/drawing/2014/main" id="{F3DA3736-9C54-FD40-9182-376547A2AE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853" name="AutoShape 957">
                  <a:extLst>
                    <a:ext uri="{FF2B5EF4-FFF2-40B4-BE49-F238E27FC236}">
                      <a16:creationId xmlns:a16="http://schemas.microsoft.com/office/drawing/2014/main" id="{AF6DA2C1-3BA8-9F42-8082-1828FAC4ED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54" name="AutoShape 958">
                  <a:extLst>
                    <a:ext uri="{FF2B5EF4-FFF2-40B4-BE49-F238E27FC236}">
                      <a16:creationId xmlns:a16="http://schemas.microsoft.com/office/drawing/2014/main" id="{7E65A1C9-4BD5-C648-BDA4-FE7A4B1268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29" name="Rectangle 959">
                <a:extLst>
                  <a:ext uri="{FF2B5EF4-FFF2-40B4-BE49-F238E27FC236}">
                    <a16:creationId xmlns:a16="http://schemas.microsoft.com/office/drawing/2014/main" id="{EC0E4CD1-FF46-4441-8D14-832711884C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30" name="Group 960">
                <a:extLst>
                  <a:ext uri="{FF2B5EF4-FFF2-40B4-BE49-F238E27FC236}">
                    <a16:creationId xmlns:a16="http://schemas.microsoft.com/office/drawing/2014/main" id="{E64F3582-6063-6041-8631-63DD7426A4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851" name="AutoShape 961">
                  <a:extLst>
                    <a:ext uri="{FF2B5EF4-FFF2-40B4-BE49-F238E27FC236}">
                      <a16:creationId xmlns:a16="http://schemas.microsoft.com/office/drawing/2014/main" id="{C34EAECD-E1EF-8646-9F61-922B7F0EA0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52" name="AutoShape 962">
                  <a:extLst>
                    <a:ext uri="{FF2B5EF4-FFF2-40B4-BE49-F238E27FC236}">
                      <a16:creationId xmlns:a16="http://schemas.microsoft.com/office/drawing/2014/main" id="{9D855FB6-3F8B-4F48-BB63-40E93ACB20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31" name="Rectangle 963">
                <a:extLst>
                  <a:ext uri="{FF2B5EF4-FFF2-40B4-BE49-F238E27FC236}">
                    <a16:creationId xmlns:a16="http://schemas.microsoft.com/office/drawing/2014/main" id="{F062D5F9-755C-724B-955A-7A2BDC06D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32" name="Rectangle 964">
                <a:extLst>
                  <a:ext uri="{FF2B5EF4-FFF2-40B4-BE49-F238E27FC236}">
                    <a16:creationId xmlns:a16="http://schemas.microsoft.com/office/drawing/2014/main" id="{177A8ED0-5EFF-1249-9487-CD3CEB431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33" name="Group 965">
                <a:extLst>
                  <a:ext uri="{FF2B5EF4-FFF2-40B4-BE49-F238E27FC236}">
                    <a16:creationId xmlns:a16="http://schemas.microsoft.com/office/drawing/2014/main" id="{A1DF88D1-CA38-D94A-B614-BF080EB3891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849" name="AutoShape 966">
                  <a:extLst>
                    <a:ext uri="{FF2B5EF4-FFF2-40B4-BE49-F238E27FC236}">
                      <a16:creationId xmlns:a16="http://schemas.microsoft.com/office/drawing/2014/main" id="{F38F11ED-A8CE-5249-99B7-BC200E46CA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50" name="AutoShape 967">
                  <a:extLst>
                    <a:ext uri="{FF2B5EF4-FFF2-40B4-BE49-F238E27FC236}">
                      <a16:creationId xmlns:a16="http://schemas.microsoft.com/office/drawing/2014/main" id="{BE8854EE-7F90-844A-B45E-E7DD53A00D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34" name="Freeform 968">
                <a:extLst>
                  <a:ext uri="{FF2B5EF4-FFF2-40B4-BE49-F238E27FC236}">
                    <a16:creationId xmlns:a16="http://schemas.microsoft.com/office/drawing/2014/main" id="{C685DB2D-2CAC-9042-82A0-DF8A8A5C76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7 w 328"/>
                  <a:gd name="T3" fmla="*/ 6 h 226"/>
                  <a:gd name="T4" fmla="*/ 7 w 328"/>
                  <a:gd name="T5" fmla="*/ 10 h 226"/>
                  <a:gd name="T6" fmla="*/ 0 w 328"/>
                  <a:gd name="T7" fmla="*/ 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35" name="Group 969">
                <a:extLst>
                  <a:ext uri="{FF2B5EF4-FFF2-40B4-BE49-F238E27FC236}">
                    <a16:creationId xmlns:a16="http://schemas.microsoft.com/office/drawing/2014/main" id="{17E8E7C0-53DA-9845-A7EC-5C2E647C98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847" name="AutoShape 970">
                  <a:extLst>
                    <a:ext uri="{FF2B5EF4-FFF2-40B4-BE49-F238E27FC236}">
                      <a16:creationId xmlns:a16="http://schemas.microsoft.com/office/drawing/2014/main" id="{B5CA9A5E-F11C-004B-9937-AD191292AE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48" name="AutoShape 971">
                  <a:extLst>
                    <a:ext uri="{FF2B5EF4-FFF2-40B4-BE49-F238E27FC236}">
                      <a16:creationId xmlns:a16="http://schemas.microsoft.com/office/drawing/2014/main" id="{96386543-71E7-1D42-9624-7949180883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36" name="Rectangle 972">
                <a:extLst>
                  <a:ext uri="{FF2B5EF4-FFF2-40B4-BE49-F238E27FC236}">
                    <a16:creationId xmlns:a16="http://schemas.microsoft.com/office/drawing/2014/main" id="{C1AF9949-5911-9240-A6AD-91975A73F0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37" name="Freeform 973">
                <a:extLst>
                  <a:ext uri="{FF2B5EF4-FFF2-40B4-BE49-F238E27FC236}">
                    <a16:creationId xmlns:a16="http://schemas.microsoft.com/office/drawing/2014/main" id="{27BBB8ED-9D76-4E4F-BF4D-5A7FF56435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 w 296"/>
                  <a:gd name="T3" fmla="*/ 6 h 256"/>
                  <a:gd name="T4" fmla="*/ 7 w 296"/>
                  <a:gd name="T5" fmla="*/ 11 h 256"/>
                  <a:gd name="T6" fmla="*/ 0 w 296"/>
                  <a:gd name="T7" fmla="*/ 4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38" name="Freeform 974">
                <a:extLst>
                  <a:ext uri="{FF2B5EF4-FFF2-40B4-BE49-F238E27FC236}">
                    <a16:creationId xmlns:a16="http://schemas.microsoft.com/office/drawing/2014/main" id="{02E9A54F-05AA-404E-91E8-11085F7EBD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7 w 304"/>
                  <a:gd name="T3" fmla="*/ 8 h 288"/>
                  <a:gd name="T4" fmla="*/ 6 w 304"/>
                  <a:gd name="T5" fmla="*/ 13 h 288"/>
                  <a:gd name="T6" fmla="*/ 2 w 304"/>
                  <a:gd name="T7" fmla="*/ 6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39" name="Oval 975">
                <a:extLst>
                  <a:ext uri="{FF2B5EF4-FFF2-40B4-BE49-F238E27FC236}">
                    <a16:creationId xmlns:a16="http://schemas.microsoft.com/office/drawing/2014/main" id="{9AC3BA29-CFE0-7A41-866E-F884B95B87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0" name="Freeform 976">
                <a:extLst>
                  <a:ext uri="{FF2B5EF4-FFF2-40B4-BE49-F238E27FC236}">
                    <a16:creationId xmlns:a16="http://schemas.microsoft.com/office/drawing/2014/main" id="{E7FFF245-8A0A-2749-A793-25B6F30E96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6 h 240"/>
                  <a:gd name="T2" fmla="*/ 2 w 306"/>
                  <a:gd name="T3" fmla="*/ 11 h 240"/>
                  <a:gd name="T4" fmla="*/ 7 w 306"/>
                  <a:gd name="T5" fmla="*/ 6 h 240"/>
                  <a:gd name="T6" fmla="*/ 7 w 306"/>
                  <a:gd name="T7" fmla="*/ 0 h 240"/>
                  <a:gd name="T8" fmla="*/ 0 w 306"/>
                  <a:gd name="T9" fmla="*/ 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1" name="AutoShape 977">
                <a:extLst>
                  <a:ext uri="{FF2B5EF4-FFF2-40B4-BE49-F238E27FC236}">
                    <a16:creationId xmlns:a16="http://schemas.microsoft.com/office/drawing/2014/main" id="{774C1F7E-EF61-9041-A67B-B2D38BDB14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2" name="AutoShape 978">
                <a:extLst>
                  <a:ext uri="{FF2B5EF4-FFF2-40B4-BE49-F238E27FC236}">
                    <a16:creationId xmlns:a16="http://schemas.microsoft.com/office/drawing/2014/main" id="{8321AD11-FD38-2140-803F-0861F460D9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3" name="Oval 979">
                <a:extLst>
                  <a:ext uri="{FF2B5EF4-FFF2-40B4-BE49-F238E27FC236}">
                    <a16:creationId xmlns:a16="http://schemas.microsoft.com/office/drawing/2014/main" id="{3B03DD16-3989-194B-BD6E-9FAE3F6CDA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4" name="Oval 980">
                <a:extLst>
                  <a:ext uri="{FF2B5EF4-FFF2-40B4-BE49-F238E27FC236}">
                    <a16:creationId xmlns:a16="http://schemas.microsoft.com/office/drawing/2014/main" id="{FB43C4D6-3355-2049-A335-F477077CE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5" name="Oval 981">
                <a:extLst>
                  <a:ext uri="{FF2B5EF4-FFF2-40B4-BE49-F238E27FC236}">
                    <a16:creationId xmlns:a16="http://schemas.microsoft.com/office/drawing/2014/main" id="{8045FE53-47F3-754E-922B-AF14C03606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6" name="Rectangle 982">
                <a:extLst>
                  <a:ext uri="{FF2B5EF4-FFF2-40B4-BE49-F238E27FC236}">
                    <a16:creationId xmlns:a16="http://schemas.microsoft.com/office/drawing/2014/main" id="{970F4A74-CE34-AE4C-A565-ABAC41470B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887" name="Freeform 2">
            <a:extLst>
              <a:ext uri="{FF2B5EF4-FFF2-40B4-BE49-F238E27FC236}">
                <a16:creationId xmlns:a16="http://schemas.microsoft.com/office/drawing/2014/main" id="{73B896A4-C009-EC47-9EB3-507C0C7CCB88}"/>
              </a:ext>
            </a:extLst>
          </p:cNvPr>
          <p:cNvSpPr>
            <a:spLocks/>
          </p:cNvSpPr>
          <p:nvPr/>
        </p:nvSpPr>
        <p:spPr bwMode="auto">
          <a:xfrm>
            <a:off x="4341668" y="5696917"/>
            <a:ext cx="4027487" cy="939800"/>
          </a:xfrm>
          <a:custGeom>
            <a:avLst/>
            <a:gdLst>
              <a:gd name="T0" fmla="*/ 2147483647 w 10001"/>
              <a:gd name="T1" fmla="*/ 2147483647 h 10125"/>
              <a:gd name="T2" fmla="*/ 2147483647 w 10001"/>
              <a:gd name="T3" fmla="*/ 2147483647 h 10125"/>
              <a:gd name="T4" fmla="*/ 2147483647 w 10001"/>
              <a:gd name="T5" fmla="*/ 2147483647 h 10125"/>
              <a:gd name="T6" fmla="*/ 2147483647 w 10001"/>
              <a:gd name="T7" fmla="*/ 0 h 10125"/>
              <a:gd name="T8" fmla="*/ 2147483647 w 10001"/>
              <a:gd name="T9" fmla="*/ 2147483647 h 10125"/>
              <a:gd name="T10" fmla="*/ 2147483647 w 10001"/>
              <a:gd name="T11" fmla="*/ 2147483647 h 10125"/>
              <a:gd name="T12" fmla="*/ 2147483647 w 10001"/>
              <a:gd name="T13" fmla="*/ 2147483647 h 10125"/>
              <a:gd name="T14" fmla="*/ 2147483647 w 10001"/>
              <a:gd name="T15" fmla="*/ 2147483647 h 10125"/>
              <a:gd name="T16" fmla="*/ 2147483647 w 10001"/>
              <a:gd name="T17" fmla="*/ 2147483647 h 10125"/>
              <a:gd name="T18" fmla="*/ 2147483647 w 10001"/>
              <a:gd name="T19" fmla="*/ 2147483647 h 10125"/>
              <a:gd name="T20" fmla="*/ 2147483647 w 10001"/>
              <a:gd name="T21" fmla="*/ 2147483647 h 10125"/>
              <a:gd name="T22" fmla="*/ 2147483647 w 10001"/>
              <a:gd name="T23" fmla="*/ 2147483647 h 10125"/>
              <a:gd name="T24" fmla="*/ 2147483647 w 10001"/>
              <a:gd name="T25" fmla="*/ 2147483647 h 10125"/>
              <a:gd name="T26" fmla="*/ 2147483647 w 10001"/>
              <a:gd name="T27" fmla="*/ 2147483647 h 10125"/>
              <a:gd name="T28" fmla="*/ 2147483647 w 10001"/>
              <a:gd name="T29" fmla="*/ 2147483647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0001" h="10125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888" name="Straight Connector 887">
            <a:extLst>
              <a:ext uri="{FF2B5EF4-FFF2-40B4-BE49-F238E27FC236}">
                <a16:creationId xmlns:a16="http://schemas.microsoft.com/office/drawing/2014/main" id="{BFDE916B-AF97-DB4F-88E3-3211F74E07F5}"/>
              </a:ext>
            </a:extLst>
          </p:cNvPr>
          <p:cNvCxnSpPr/>
          <p:nvPr/>
        </p:nvCxnSpPr>
        <p:spPr>
          <a:xfrm flipV="1">
            <a:off x="5011593" y="5847730"/>
            <a:ext cx="1316037" cy="131762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11A6A20F-5B1F-E34C-A889-7D7216BC52A6}"/>
              </a:ext>
            </a:extLst>
          </p:cNvPr>
          <p:cNvCxnSpPr/>
          <p:nvPr/>
        </p:nvCxnSpPr>
        <p:spPr>
          <a:xfrm>
            <a:off x="4900468" y="6035055"/>
            <a:ext cx="2259012" cy="298450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90" name="Straight Connector 889">
            <a:extLst>
              <a:ext uri="{FF2B5EF4-FFF2-40B4-BE49-F238E27FC236}">
                <a16:creationId xmlns:a16="http://schemas.microsoft.com/office/drawing/2014/main" id="{EC3A188E-9403-584D-9DE4-BD063B6A9984}"/>
              </a:ext>
            </a:extLst>
          </p:cNvPr>
          <p:cNvCxnSpPr/>
          <p:nvPr/>
        </p:nvCxnSpPr>
        <p:spPr>
          <a:xfrm>
            <a:off x="4913168" y="6139830"/>
            <a:ext cx="714375" cy="276225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91" name="Straight Connector 890">
            <a:extLst>
              <a:ext uri="{FF2B5EF4-FFF2-40B4-BE49-F238E27FC236}">
                <a16:creationId xmlns:a16="http://schemas.microsoft.com/office/drawing/2014/main" id="{CA8EFEA7-A8AA-F945-BA1D-4ACB721622E5}"/>
              </a:ext>
            </a:extLst>
          </p:cNvPr>
          <p:cNvCxnSpPr/>
          <p:nvPr/>
        </p:nvCxnSpPr>
        <p:spPr>
          <a:xfrm flipV="1">
            <a:off x="5930755" y="6333505"/>
            <a:ext cx="1247775" cy="82550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92" name="Straight Connector 891">
            <a:extLst>
              <a:ext uri="{FF2B5EF4-FFF2-40B4-BE49-F238E27FC236}">
                <a16:creationId xmlns:a16="http://schemas.microsoft.com/office/drawing/2014/main" id="{B2D0340F-062D-4B43-ADB5-74954D542D1B}"/>
              </a:ext>
            </a:extLst>
          </p:cNvPr>
          <p:cNvCxnSpPr/>
          <p:nvPr/>
        </p:nvCxnSpPr>
        <p:spPr>
          <a:xfrm>
            <a:off x="6591155" y="5881067"/>
            <a:ext cx="1057275" cy="123825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93" name="Straight Connector 892">
            <a:extLst>
              <a:ext uri="{FF2B5EF4-FFF2-40B4-BE49-F238E27FC236}">
                <a16:creationId xmlns:a16="http://schemas.microsoft.com/office/drawing/2014/main" id="{694966F7-E79E-AC42-A981-710223649ACC}"/>
              </a:ext>
            </a:extLst>
          </p:cNvPr>
          <p:cNvCxnSpPr/>
          <p:nvPr/>
        </p:nvCxnSpPr>
        <p:spPr>
          <a:xfrm flipV="1">
            <a:off x="5875193" y="6035055"/>
            <a:ext cx="1790700" cy="298450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94" name="Straight Connector 893">
            <a:extLst>
              <a:ext uri="{FF2B5EF4-FFF2-40B4-BE49-F238E27FC236}">
                <a16:creationId xmlns:a16="http://schemas.microsoft.com/office/drawing/2014/main" id="{E084439A-562F-9047-916D-8BFA8D983C78}"/>
              </a:ext>
            </a:extLst>
          </p:cNvPr>
          <p:cNvCxnSpPr/>
          <p:nvPr/>
        </p:nvCxnSpPr>
        <p:spPr>
          <a:xfrm flipV="1">
            <a:off x="7202343" y="6063630"/>
            <a:ext cx="588962" cy="269875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95" name="Straight Connector 894">
            <a:extLst>
              <a:ext uri="{FF2B5EF4-FFF2-40B4-BE49-F238E27FC236}">
                <a16:creationId xmlns:a16="http://schemas.microsoft.com/office/drawing/2014/main" id="{B834EF84-01CE-DB43-AA3A-31C4F6601F10}"/>
              </a:ext>
            </a:extLst>
          </p:cNvPr>
          <p:cNvCxnSpPr/>
          <p:nvPr/>
        </p:nvCxnSpPr>
        <p:spPr>
          <a:xfrm>
            <a:off x="6345093" y="5847730"/>
            <a:ext cx="814387" cy="401637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grpSp>
        <p:nvGrpSpPr>
          <p:cNvPr id="896" name="Group 895">
            <a:extLst>
              <a:ext uri="{FF2B5EF4-FFF2-40B4-BE49-F238E27FC236}">
                <a16:creationId xmlns:a16="http://schemas.microsoft.com/office/drawing/2014/main" id="{711F93EB-336F-294F-9B30-EC65C9DC0F9C}"/>
              </a:ext>
            </a:extLst>
          </p:cNvPr>
          <p:cNvGrpSpPr>
            <a:grpSpLocks/>
          </p:cNvGrpSpPr>
          <p:nvPr/>
        </p:nvGrpSpPr>
        <p:grpSpPr bwMode="auto">
          <a:xfrm>
            <a:off x="3274868" y="2950542"/>
            <a:ext cx="6978650" cy="1096963"/>
            <a:chOff x="1526216" y="3003498"/>
            <a:chExt cx="6978041" cy="1096962"/>
          </a:xfrm>
        </p:grpSpPr>
        <p:sp>
          <p:nvSpPr>
            <p:cNvPr id="897" name="TextBox 399">
              <a:extLst>
                <a:ext uri="{FF2B5EF4-FFF2-40B4-BE49-F238E27FC236}">
                  <a16:creationId xmlns:a16="http://schemas.microsoft.com/office/drawing/2014/main" id="{02C371D3-2C1E-5244-9747-22984982BA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4291" y="3628973"/>
              <a:ext cx="595313" cy="471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data</a:t>
              </a:r>
            </a:p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plane</a:t>
              </a:r>
            </a:p>
          </p:txBody>
        </p:sp>
        <p:sp>
          <p:nvSpPr>
            <p:cNvPr id="898" name="TextBox 400">
              <a:extLst>
                <a:ext uri="{FF2B5EF4-FFF2-40B4-BE49-F238E27FC236}">
                  <a16:creationId xmlns:a16="http://schemas.microsoft.com/office/drawing/2014/main" id="{E9FCEA42-739D-C647-B0B2-29DF679917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8579" y="3003498"/>
              <a:ext cx="709612" cy="471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control</a:t>
              </a:r>
            </a:p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plane</a:t>
              </a:r>
            </a:p>
          </p:txBody>
        </p:sp>
        <p:cxnSp>
          <p:nvCxnSpPr>
            <p:cNvPr id="899" name="Straight Connector 898">
              <a:extLst>
                <a:ext uri="{FF2B5EF4-FFF2-40B4-BE49-F238E27FC236}">
                  <a16:creationId xmlns:a16="http://schemas.microsoft.com/office/drawing/2014/main" id="{B4D02647-EB69-3549-8B8C-C214B4362D0C}"/>
                </a:ext>
              </a:extLst>
            </p:cNvPr>
            <p:cNvCxnSpPr/>
            <p:nvPr/>
          </p:nvCxnSpPr>
          <p:spPr bwMode="auto">
            <a:xfrm flipV="1">
              <a:off x="1526216" y="3579760"/>
              <a:ext cx="6978041" cy="11112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dash"/>
            </a:ln>
            <a:effectLst/>
          </p:spPr>
        </p:cxnSp>
      </p:grpSp>
      <p:grpSp>
        <p:nvGrpSpPr>
          <p:cNvPr id="900" name="Group 899">
            <a:extLst>
              <a:ext uri="{FF2B5EF4-FFF2-40B4-BE49-F238E27FC236}">
                <a16:creationId xmlns:a16="http://schemas.microsoft.com/office/drawing/2014/main" id="{D1C980A1-7A81-E64E-86E7-AE4ADB468ED3}"/>
              </a:ext>
            </a:extLst>
          </p:cNvPr>
          <p:cNvGrpSpPr>
            <a:grpSpLocks/>
          </p:cNvGrpSpPr>
          <p:nvPr/>
        </p:nvGrpSpPr>
        <p:grpSpPr bwMode="auto">
          <a:xfrm>
            <a:off x="4186093" y="2682255"/>
            <a:ext cx="4295775" cy="320675"/>
            <a:chOff x="2433511" y="2792111"/>
            <a:chExt cx="4296530" cy="320561"/>
          </a:xfrm>
        </p:grpSpPr>
        <p:grpSp>
          <p:nvGrpSpPr>
            <p:cNvPr id="901" name="Group 401">
              <a:extLst>
                <a:ext uri="{FF2B5EF4-FFF2-40B4-BE49-F238E27FC236}">
                  <a16:creationId xmlns:a16="http://schemas.microsoft.com/office/drawing/2014/main" id="{0C7ACA51-7903-9B4D-A9BA-79FE11C0D1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3511" y="2794083"/>
              <a:ext cx="349250" cy="317387"/>
              <a:chOff x="2931664" y="3912603"/>
              <a:chExt cx="430450" cy="329314"/>
            </a:xfrm>
          </p:grpSpPr>
          <p:sp>
            <p:nvSpPr>
              <p:cNvPr id="922" name="Rectangle 921">
                <a:extLst>
                  <a:ext uri="{FF2B5EF4-FFF2-40B4-BE49-F238E27FC236}">
                    <a16:creationId xmlns:a16="http://schemas.microsoft.com/office/drawing/2014/main" id="{4D33FA09-AAF7-044A-A5A8-F3F23C68AF3C}"/>
                  </a:ext>
                </a:extLst>
              </p:cNvPr>
              <p:cNvSpPr/>
              <p:nvPr/>
            </p:nvSpPr>
            <p:spPr>
              <a:xfrm>
                <a:off x="2937534" y="3912203"/>
                <a:ext cx="424655" cy="329314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23" name="Straight Connector 922">
                <a:extLst>
                  <a:ext uri="{FF2B5EF4-FFF2-40B4-BE49-F238E27FC236}">
                    <a16:creationId xmlns:a16="http://schemas.microsoft.com/office/drawing/2014/main" id="{C201AD05-8A56-4949-B304-A2A9AB5DD587}"/>
                  </a:ext>
                </a:extLst>
              </p:cNvPr>
              <p:cNvCxnSpPr/>
              <p:nvPr/>
            </p:nvCxnSpPr>
            <p:spPr>
              <a:xfrm>
                <a:off x="2931664" y="4004411"/>
                <a:ext cx="424654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24" name="Straight Connector 923">
                <a:extLst>
                  <a:ext uri="{FF2B5EF4-FFF2-40B4-BE49-F238E27FC236}">
                    <a16:creationId xmlns:a16="http://schemas.microsoft.com/office/drawing/2014/main" id="{ED7C9AD7-08A8-D942-BF3A-F53E94AF4B95}"/>
                  </a:ext>
                </a:extLst>
              </p:cNvPr>
              <p:cNvCxnSpPr/>
              <p:nvPr/>
            </p:nvCxnSpPr>
            <p:spPr>
              <a:xfrm>
                <a:off x="2931664" y="4066980"/>
                <a:ext cx="424654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25" name="Straight Connector 924">
                <a:extLst>
                  <a:ext uri="{FF2B5EF4-FFF2-40B4-BE49-F238E27FC236}">
                    <a16:creationId xmlns:a16="http://schemas.microsoft.com/office/drawing/2014/main" id="{143A10B8-06CC-D647-AEF7-2670CD772003}"/>
                  </a:ext>
                </a:extLst>
              </p:cNvPr>
              <p:cNvCxnSpPr>
                <a:stCxn id="922" idx="2"/>
              </p:cNvCxnSpPr>
              <p:nvPr/>
            </p:nvCxnSpPr>
            <p:spPr>
              <a:xfrm flipH="1" flipV="1">
                <a:off x="3148883" y="4004411"/>
                <a:ext cx="0" cy="237106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902" name="Group 406">
              <a:extLst>
                <a:ext uri="{FF2B5EF4-FFF2-40B4-BE49-F238E27FC236}">
                  <a16:creationId xmlns:a16="http://schemas.microsoft.com/office/drawing/2014/main" id="{508A07A5-EEA9-904C-A972-4C4DADB526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8666" y="2792111"/>
              <a:ext cx="350838" cy="317387"/>
              <a:chOff x="2931664" y="3912603"/>
              <a:chExt cx="430450" cy="329314"/>
            </a:xfrm>
          </p:grpSpPr>
          <p:sp>
            <p:nvSpPr>
              <p:cNvPr id="918" name="Rectangle 917">
                <a:extLst>
                  <a:ext uri="{FF2B5EF4-FFF2-40B4-BE49-F238E27FC236}">
                    <a16:creationId xmlns:a16="http://schemas.microsoft.com/office/drawing/2014/main" id="{3F286581-2453-1F47-8CC7-5657614015DB}"/>
                  </a:ext>
                </a:extLst>
              </p:cNvPr>
              <p:cNvSpPr/>
              <p:nvPr/>
            </p:nvSpPr>
            <p:spPr>
              <a:xfrm>
                <a:off x="2936779" y="3912603"/>
                <a:ext cx="424681" cy="329314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19" name="Straight Connector 918">
                <a:extLst>
                  <a:ext uri="{FF2B5EF4-FFF2-40B4-BE49-F238E27FC236}">
                    <a16:creationId xmlns:a16="http://schemas.microsoft.com/office/drawing/2014/main" id="{30F55D65-689B-184E-A7EE-17D45743B000}"/>
                  </a:ext>
                </a:extLst>
              </p:cNvPr>
              <p:cNvCxnSpPr/>
              <p:nvPr/>
            </p:nvCxnSpPr>
            <p:spPr>
              <a:xfrm>
                <a:off x="2930935" y="4004811"/>
                <a:ext cx="424681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20" name="Straight Connector 919">
                <a:extLst>
                  <a:ext uri="{FF2B5EF4-FFF2-40B4-BE49-F238E27FC236}">
                    <a16:creationId xmlns:a16="http://schemas.microsoft.com/office/drawing/2014/main" id="{076ADE22-2AEF-5040-9FA3-121B2C370E3A}"/>
                  </a:ext>
                </a:extLst>
              </p:cNvPr>
              <p:cNvCxnSpPr/>
              <p:nvPr/>
            </p:nvCxnSpPr>
            <p:spPr>
              <a:xfrm>
                <a:off x="2930935" y="4067381"/>
                <a:ext cx="424681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21" name="Straight Connector 920">
                <a:extLst>
                  <a:ext uri="{FF2B5EF4-FFF2-40B4-BE49-F238E27FC236}">
                    <a16:creationId xmlns:a16="http://schemas.microsoft.com/office/drawing/2014/main" id="{F2B6C973-6DE4-2349-9A6A-64B1F7541845}"/>
                  </a:ext>
                </a:extLst>
              </p:cNvPr>
              <p:cNvCxnSpPr>
                <a:stCxn id="918" idx="2"/>
              </p:cNvCxnSpPr>
              <p:nvPr/>
            </p:nvCxnSpPr>
            <p:spPr>
              <a:xfrm flipH="1" flipV="1">
                <a:off x="3147171" y="4004811"/>
                <a:ext cx="1949" cy="237106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903" name="Group 411">
              <a:extLst>
                <a:ext uri="{FF2B5EF4-FFF2-40B4-BE49-F238E27FC236}">
                  <a16:creationId xmlns:a16="http://schemas.microsoft.com/office/drawing/2014/main" id="{AB449866-D0BC-6B4F-801B-0FA210DD83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82104" y="2792111"/>
              <a:ext cx="350837" cy="317387"/>
              <a:chOff x="2931664" y="3912603"/>
              <a:chExt cx="430450" cy="329314"/>
            </a:xfrm>
          </p:grpSpPr>
          <p:sp>
            <p:nvSpPr>
              <p:cNvPr id="914" name="Rectangle 913">
                <a:extLst>
                  <a:ext uri="{FF2B5EF4-FFF2-40B4-BE49-F238E27FC236}">
                    <a16:creationId xmlns:a16="http://schemas.microsoft.com/office/drawing/2014/main" id="{4E4F9BC1-F5BE-B344-A249-E838C680C739}"/>
                  </a:ext>
                </a:extLst>
              </p:cNvPr>
              <p:cNvSpPr/>
              <p:nvPr/>
            </p:nvSpPr>
            <p:spPr>
              <a:xfrm>
                <a:off x="2936958" y="3912603"/>
                <a:ext cx="424682" cy="329314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15" name="Straight Connector 914">
                <a:extLst>
                  <a:ext uri="{FF2B5EF4-FFF2-40B4-BE49-F238E27FC236}">
                    <a16:creationId xmlns:a16="http://schemas.microsoft.com/office/drawing/2014/main" id="{DB20F410-274B-C043-A0B4-75FDB2F514FF}"/>
                  </a:ext>
                </a:extLst>
              </p:cNvPr>
              <p:cNvCxnSpPr/>
              <p:nvPr/>
            </p:nvCxnSpPr>
            <p:spPr>
              <a:xfrm>
                <a:off x="2931113" y="4004811"/>
                <a:ext cx="424682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16" name="Straight Connector 915">
                <a:extLst>
                  <a:ext uri="{FF2B5EF4-FFF2-40B4-BE49-F238E27FC236}">
                    <a16:creationId xmlns:a16="http://schemas.microsoft.com/office/drawing/2014/main" id="{7E028785-0101-4B45-BBD3-8308680B4792}"/>
                  </a:ext>
                </a:extLst>
              </p:cNvPr>
              <p:cNvCxnSpPr/>
              <p:nvPr/>
            </p:nvCxnSpPr>
            <p:spPr>
              <a:xfrm>
                <a:off x="2931113" y="4067381"/>
                <a:ext cx="424682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17" name="Straight Connector 916">
                <a:extLst>
                  <a:ext uri="{FF2B5EF4-FFF2-40B4-BE49-F238E27FC236}">
                    <a16:creationId xmlns:a16="http://schemas.microsoft.com/office/drawing/2014/main" id="{A47B9AA0-7155-B643-A937-D99E939A959D}"/>
                  </a:ext>
                </a:extLst>
              </p:cNvPr>
              <p:cNvCxnSpPr>
                <a:stCxn id="914" idx="2"/>
              </p:cNvCxnSpPr>
              <p:nvPr/>
            </p:nvCxnSpPr>
            <p:spPr>
              <a:xfrm flipH="1" flipV="1">
                <a:off x="3147351" y="4004811"/>
                <a:ext cx="1947" cy="237106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904" name="Group 416">
              <a:extLst>
                <a:ext uri="{FF2B5EF4-FFF2-40B4-BE49-F238E27FC236}">
                  <a16:creationId xmlns:a16="http://schemas.microsoft.com/office/drawing/2014/main" id="{6CFC219B-7363-534F-BBB9-2940C18F6D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74316" y="2795285"/>
              <a:ext cx="349250" cy="317387"/>
              <a:chOff x="2931664" y="3912603"/>
              <a:chExt cx="430450" cy="329314"/>
            </a:xfrm>
          </p:grpSpPr>
          <p:sp>
            <p:nvSpPr>
              <p:cNvPr id="910" name="Rectangle 909">
                <a:extLst>
                  <a:ext uri="{FF2B5EF4-FFF2-40B4-BE49-F238E27FC236}">
                    <a16:creationId xmlns:a16="http://schemas.microsoft.com/office/drawing/2014/main" id="{A90F17FE-7DC7-C744-AC85-74012E165AB3}"/>
                  </a:ext>
                </a:extLst>
              </p:cNvPr>
              <p:cNvSpPr/>
              <p:nvPr/>
            </p:nvSpPr>
            <p:spPr>
              <a:xfrm>
                <a:off x="2937241" y="3912603"/>
                <a:ext cx="424655" cy="329314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11" name="Straight Connector 910">
                <a:extLst>
                  <a:ext uri="{FF2B5EF4-FFF2-40B4-BE49-F238E27FC236}">
                    <a16:creationId xmlns:a16="http://schemas.microsoft.com/office/drawing/2014/main" id="{493DE14E-A2F1-A249-AD60-B96754D395E1}"/>
                  </a:ext>
                </a:extLst>
              </p:cNvPr>
              <p:cNvCxnSpPr/>
              <p:nvPr/>
            </p:nvCxnSpPr>
            <p:spPr>
              <a:xfrm>
                <a:off x="2931371" y="4004811"/>
                <a:ext cx="424654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12" name="Straight Connector 911">
                <a:extLst>
                  <a:ext uri="{FF2B5EF4-FFF2-40B4-BE49-F238E27FC236}">
                    <a16:creationId xmlns:a16="http://schemas.microsoft.com/office/drawing/2014/main" id="{8DFE02DA-2A86-4844-B164-F4DC02A4123A}"/>
                  </a:ext>
                </a:extLst>
              </p:cNvPr>
              <p:cNvCxnSpPr/>
              <p:nvPr/>
            </p:nvCxnSpPr>
            <p:spPr>
              <a:xfrm>
                <a:off x="2931371" y="4067381"/>
                <a:ext cx="424654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13" name="Straight Connector 912">
                <a:extLst>
                  <a:ext uri="{FF2B5EF4-FFF2-40B4-BE49-F238E27FC236}">
                    <a16:creationId xmlns:a16="http://schemas.microsoft.com/office/drawing/2014/main" id="{C4AA7EE7-5C2E-8D48-989F-F7194666A353}"/>
                  </a:ext>
                </a:extLst>
              </p:cNvPr>
              <p:cNvCxnSpPr>
                <a:stCxn id="910" idx="2"/>
              </p:cNvCxnSpPr>
              <p:nvPr/>
            </p:nvCxnSpPr>
            <p:spPr>
              <a:xfrm flipH="1" flipV="1">
                <a:off x="3148590" y="4004811"/>
                <a:ext cx="0" cy="237106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905" name="Group 421">
              <a:extLst>
                <a:ext uri="{FF2B5EF4-FFF2-40B4-BE49-F238E27FC236}">
                  <a16:creationId xmlns:a16="http://schemas.microsoft.com/office/drawing/2014/main" id="{1FA36B18-95B0-CB4E-95BE-59E9718161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79204" y="2792111"/>
              <a:ext cx="350837" cy="317387"/>
              <a:chOff x="2931664" y="3912603"/>
              <a:chExt cx="430450" cy="329314"/>
            </a:xfrm>
          </p:grpSpPr>
          <p:sp>
            <p:nvSpPr>
              <p:cNvPr id="906" name="Rectangle 905">
                <a:extLst>
                  <a:ext uri="{FF2B5EF4-FFF2-40B4-BE49-F238E27FC236}">
                    <a16:creationId xmlns:a16="http://schemas.microsoft.com/office/drawing/2014/main" id="{EE684161-8E76-E041-95F6-E692F09DB739}"/>
                  </a:ext>
                </a:extLst>
              </p:cNvPr>
              <p:cNvSpPr/>
              <p:nvPr/>
            </p:nvSpPr>
            <p:spPr>
              <a:xfrm>
                <a:off x="2937432" y="3912603"/>
                <a:ext cx="424682" cy="329314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07" name="Straight Connector 906">
                <a:extLst>
                  <a:ext uri="{FF2B5EF4-FFF2-40B4-BE49-F238E27FC236}">
                    <a16:creationId xmlns:a16="http://schemas.microsoft.com/office/drawing/2014/main" id="{7927B3EE-2CC2-B44C-94F1-B69CA0A815A2}"/>
                  </a:ext>
                </a:extLst>
              </p:cNvPr>
              <p:cNvCxnSpPr/>
              <p:nvPr/>
            </p:nvCxnSpPr>
            <p:spPr>
              <a:xfrm>
                <a:off x="2931587" y="4004811"/>
                <a:ext cx="424682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08" name="Straight Connector 907">
                <a:extLst>
                  <a:ext uri="{FF2B5EF4-FFF2-40B4-BE49-F238E27FC236}">
                    <a16:creationId xmlns:a16="http://schemas.microsoft.com/office/drawing/2014/main" id="{89B6595F-CFF0-3B40-B47C-ADB86E974281}"/>
                  </a:ext>
                </a:extLst>
              </p:cNvPr>
              <p:cNvCxnSpPr/>
              <p:nvPr/>
            </p:nvCxnSpPr>
            <p:spPr>
              <a:xfrm>
                <a:off x="2931587" y="4067381"/>
                <a:ext cx="424682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09" name="Straight Connector 908">
                <a:extLst>
                  <a:ext uri="{FF2B5EF4-FFF2-40B4-BE49-F238E27FC236}">
                    <a16:creationId xmlns:a16="http://schemas.microsoft.com/office/drawing/2014/main" id="{C551D2B6-035F-CE4D-A43A-5FFB5AFCEED5}"/>
                  </a:ext>
                </a:extLst>
              </p:cNvPr>
              <p:cNvCxnSpPr>
                <a:stCxn id="906" idx="2"/>
              </p:cNvCxnSpPr>
              <p:nvPr/>
            </p:nvCxnSpPr>
            <p:spPr>
              <a:xfrm flipH="1" flipV="1">
                <a:off x="3147825" y="4004811"/>
                <a:ext cx="1947" cy="237106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</p:grpSp>
      <p:grpSp>
        <p:nvGrpSpPr>
          <p:cNvPr id="926" name="Group 925">
            <a:extLst>
              <a:ext uri="{FF2B5EF4-FFF2-40B4-BE49-F238E27FC236}">
                <a16:creationId xmlns:a16="http://schemas.microsoft.com/office/drawing/2014/main" id="{A988FEAF-222E-2C4B-8C38-8B6C17D4D63D}"/>
              </a:ext>
            </a:extLst>
          </p:cNvPr>
          <p:cNvGrpSpPr>
            <a:grpSpLocks/>
          </p:cNvGrpSpPr>
          <p:nvPr/>
        </p:nvGrpSpPr>
        <p:grpSpPr bwMode="auto">
          <a:xfrm>
            <a:off x="3605068" y="3656980"/>
            <a:ext cx="5211762" cy="2740025"/>
            <a:chOff x="1856416" y="3709935"/>
            <a:chExt cx="5211763" cy="2739614"/>
          </a:xfrm>
        </p:grpSpPr>
        <p:sp>
          <p:nvSpPr>
            <p:cNvPr id="927" name="Freeform 926">
              <a:extLst>
                <a:ext uri="{FF2B5EF4-FFF2-40B4-BE49-F238E27FC236}">
                  <a16:creationId xmlns:a16="http://schemas.microsoft.com/office/drawing/2014/main" id="{875BCAC4-B573-D54B-BF32-094096F89D98}"/>
                </a:ext>
              </a:extLst>
            </p:cNvPr>
            <p:cNvSpPr/>
            <p:nvPr/>
          </p:nvSpPr>
          <p:spPr>
            <a:xfrm>
              <a:off x="1877053" y="5330529"/>
              <a:ext cx="1281113" cy="758711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325315"/>
                <a:gd name="connsiteY0" fmla="*/ 1160935 h 1160935"/>
                <a:gd name="connsiteX1" fmla="*/ 0 w 1325315"/>
                <a:gd name="connsiteY1" fmla="*/ 0 h 1160935"/>
                <a:gd name="connsiteX2" fmla="*/ 1040633 w 1325315"/>
                <a:gd name="connsiteY2" fmla="*/ 16785 h 1160935"/>
                <a:gd name="connsiteX3" fmla="*/ 1214315 w 1325315"/>
                <a:gd name="connsiteY3" fmla="*/ 1064597 h 1160935"/>
                <a:gd name="connsiteX4" fmla="*/ 448507 w 1325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340486"/>
                <a:gd name="connsiteY0" fmla="*/ 921649 h 921649"/>
                <a:gd name="connsiteX1" fmla="*/ 0 w 1340486"/>
                <a:gd name="connsiteY1" fmla="*/ 51716 h 921649"/>
                <a:gd name="connsiteX2" fmla="*/ 1059218 w 1340486"/>
                <a:gd name="connsiteY2" fmla="*/ 355 h 921649"/>
                <a:gd name="connsiteX3" fmla="*/ 1340486 w 1340486"/>
                <a:gd name="connsiteY3" fmla="*/ 709789 h 921649"/>
                <a:gd name="connsiteX4" fmla="*/ 1060159 w 1340486"/>
                <a:gd name="connsiteY4" fmla="*/ 921649 h 921649"/>
                <a:gd name="connsiteX0" fmla="*/ 1060159 w 1340486"/>
                <a:gd name="connsiteY0" fmla="*/ 921649 h 921649"/>
                <a:gd name="connsiteX1" fmla="*/ 0 w 1340486"/>
                <a:gd name="connsiteY1" fmla="*/ 51716 h 921649"/>
                <a:gd name="connsiteX2" fmla="*/ 1059218 w 1340486"/>
                <a:gd name="connsiteY2" fmla="*/ 355 h 921649"/>
                <a:gd name="connsiteX3" fmla="*/ 1340486 w 1340486"/>
                <a:gd name="connsiteY3" fmla="*/ 709789 h 921649"/>
                <a:gd name="connsiteX4" fmla="*/ 1060159 w 1340486"/>
                <a:gd name="connsiteY4" fmla="*/ 921649 h 921649"/>
                <a:gd name="connsiteX0" fmla="*/ 1060159 w 1340486"/>
                <a:gd name="connsiteY0" fmla="*/ 921649 h 921649"/>
                <a:gd name="connsiteX1" fmla="*/ 0 w 1340486"/>
                <a:gd name="connsiteY1" fmla="*/ 51716 h 921649"/>
                <a:gd name="connsiteX2" fmla="*/ 1059218 w 1340486"/>
                <a:gd name="connsiteY2" fmla="*/ 355 h 921649"/>
                <a:gd name="connsiteX3" fmla="*/ 1340486 w 1340486"/>
                <a:gd name="connsiteY3" fmla="*/ 709789 h 921649"/>
                <a:gd name="connsiteX4" fmla="*/ 1060159 w 1340486"/>
                <a:gd name="connsiteY4" fmla="*/ 921649 h 921649"/>
                <a:gd name="connsiteX0" fmla="*/ 1025166 w 1340486"/>
                <a:gd name="connsiteY0" fmla="*/ 746482 h 746482"/>
                <a:gd name="connsiteX1" fmla="*/ 0 w 1340486"/>
                <a:gd name="connsiteY1" fmla="*/ 51716 h 746482"/>
                <a:gd name="connsiteX2" fmla="*/ 1059218 w 1340486"/>
                <a:gd name="connsiteY2" fmla="*/ 355 h 746482"/>
                <a:gd name="connsiteX3" fmla="*/ 1340486 w 1340486"/>
                <a:gd name="connsiteY3" fmla="*/ 709789 h 746482"/>
                <a:gd name="connsiteX4" fmla="*/ 1025166 w 1340486"/>
                <a:gd name="connsiteY4" fmla="*/ 746482 h 746482"/>
                <a:gd name="connsiteX0" fmla="*/ 1025166 w 1340486"/>
                <a:gd name="connsiteY0" fmla="*/ 746482 h 746482"/>
                <a:gd name="connsiteX1" fmla="*/ 0 w 1340486"/>
                <a:gd name="connsiteY1" fmla="*/ 51716 h 746482"/>
                <a:gd name="connsiteX2" fmla="*/ 1059218 w 1340486"/>
                <a:gd name="connsiteY2" fmla="*/ 355 h 746482"/>
                <a:gd name="connsiteX3" fmla="*/ 1340486 w 1340486"/>
                <a:gd name="connsiteY3" fmla="*/ 709789 h 746482"/>
                <a:gd name="connsiteX4" fmla="*/ 1025166 w 1340486"/>
                <a:gd name="connsiteY4" fmla="*/ 746482 h 746482"/>
                <a:gd name="connsiteX0" fmla="*/ 965179 w 1280499"/>
                <a:gd name="connsiteY0" fmla="*/ 759828 h 759828"/>
                <a:gd name="connsiteX1" fmla="*/ 0 w 1280499"/>
                <a:gd name="connsiteY1" fmla="*/ 0 h 759828"/>
                <a:gd name="connsiteX2" fmla="*/ 999231 w 1280499"/>
                <a:gd name="connsiteY2" fmla="*/ 13701 h 759828"/>
                <a:gd name="connsiteX3" fmla="*/ 1280499 w 1280499"/>
                <a:gd name="connsiteY3" fmla="*/ 723135 h 759828"/>
                <a:gd name="connsiteX4" fmla="*/ 965179 w 1280499"/>
                <a:gd name="connsiteY4" fmla="*/ 759828 h 759828"/>
                <a:gd name="connsiteX0" fmla="*/ 965179 w 1280499"/>
                <a:gd name="connsiteY0" fmla="*/ 759828 h 759828"/>
                <a:gd name="connsiteX1" fmla="*/ 0 w 1280499"/>
                <a:gd name="connsiteY1" fmla="*/ 0 h 759828"/>
                <a:gd name="connsiteX2" fmla="*/ 999231 w 1280499"/>
                <a:gd name="connsiteY2" fmla="*/ 13701 h 759828"/>
                <a:gd name="connsiteX3" fmla="*/ 1280499 w 1280499"/>
                <a:gd name="connsiteY3" fmla="*/ 723135 h 759828"/>
                <a:gd name="connsiteX4" fmla="*/ 965179 w 1280499"/>
                <a:gd name="connsiteY4" fmla="*/ 759828 h 759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0499" h="759828">
                  <a:moveTo>
                    <a:pt x="965179" y="759828"/>
                  </a:moveTo>
                  <a:cubicBezTo>
                    <a:pt x="301565" y="231725"/>
                    <a:pt x="628999" y="498939"/>
                    <a:pt x="0" y="0"/>
                  </a:cubicBezTo>
                  <a:lnTo>
                    <a:pt x="999231" y="13701"/>
                  </a:lnTo>
                  <a:cubicBezTo>
                    <a:pt x="1112985" y="379881"/>
                    <a:pt x="1055867" y="236107"/>
                    <a:pt x="1280499" y="723135"/>
                  </a:cubicBezTo>
                  <a:cubicBezTo>
                    <a:pt x="1186079" y="728668"/>
                    <a:pt x="1127207" y="701414"/>
                    <a:pt x="965179" y="759828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28" name="Freeform 927">
              <a:extLst>
                <a:ext uri="{FF2B5EF4-FFF2-40B4-BE49-F238E27FC236}">
                  <a16:creationId xmlns:a16="http://schemas.microsoft.com/office/drawing/2014/main" id="{0D857BEA-FC6F-1449-A5C0-C21CC8BC5CED}"/>
                </a:ext>
              </a:extLst>
            </p:cNvPr>
            <p:cNvSpPr/>
            <p:nvPr/>
          </p:nvSpPr>
          <p:spPr>
            <a:xfrm>
              <a:off x="6202992" y="5428939"/>
              <a:ext cx="865187" cy="553955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3004 w 954755"/>
                <a:gd name="connsiteY0" fmla="*/ 943771 h 976186"/>
                <a:gd name="connsiteX1" fmla="*/ 455145 w 954755"/>
                <a:gd name="connsiteY1" fmla="*/ 11688 h 976186"/>
                <a:gd name="connsiteX2" fmla="*/ 954755 w 954755"/>
                <a:gd name="connsiteY2" fmla="*/ 0 h 976186"/>
                <a:gd name="connsiteX3" fmla="*/ 728484 w 954755"/>
                <a:gd name="connsiteY3" fmla="*/ 976186 h 976186"/>
                <a:gd name="connsiteX4" fmla="*/ 23004 w 954755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56363"/>
                <a:gd name="connsiteY0" fmla="*/ 932083 h 954654"/>
                <a:gd name="connsiteX1" fmla="*/ 432141 w 956363"/>
                <a:gd name="connsiteY1" fmla="*/ 0 h 954654"/>
                <a:gd name="connsiteX2" fmla="*/ 956363 w 956363"/>
                <a:gd name="connsiteY2" fmla="*/ 12924 h 954654"/>
                <a:gd name="connsiteX3" fmla="*/ 183705 w 956363"/>
                <a:gd name="connsiteY3" fmla="*/ 954654 h 954654"/>
                <a:gd name="connsiteX4" fmla="*/ 0 w 956363"/>
                <a:gd name="connsiteY4" fmla="*/ 932083 h 954654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1011379"/>
                <a:gd name="connsiteY0" fmla="*/ 605727 h 758185"/>
                <a:gd name="connsiteX1" fmla="*/ 490915 w 1011379"/>
                <a:gd name="connsiteY1" fmla="*/ 13939 h 758185"/>
                <a:gd name="connsiteX2" fmla="*/ 1011379 w 1011379"/>
                <a:gd name="connsiteY2" fmla="*/ 563 h 758185"/>
                <a:gd name="connsiteX3" fmla="*/ 268780 w 1011379"/>
                <a:gd name="connsiteY3" fmla="*/ 758185 h 758185"/>
                <a:gd name="connsiteX4" fmla="*/ 0 w 1011379"/>
                <a:gd name="connsiteY4" fmla="*/ 605727 h 758185"/>
                <a:gd name="connsiteX0" fmla="*/ 0 w 1011379"/>
                <a:gd name="connsiteY0" fmla="*/ 605727 h 648280"/>
                <a:gd name="connsiteX1" fmla="*/ 490915 w 1011379"/>
                <a:gd name="connsiteY1" fmla="*/ 13939 h 648280"/>
                <a:gd name="connsiteX2" fmla="*/ 1011379 w 1011379"/>
                <a:gd name="connsiteY2" fmla="*/ 563 h 648280"/>
                <a:gd name="connsiteX3" fmla="*/ 198718 w 1011379"/>
                <a:gd name="connsiteY3" fmla="*/ 648280 h 648280"/>
                <a:gd name="connsiteX4" fmla="*/ 0 w 1011379"/>
                <a:gd name="connsiteY4" fmla="*/ 605727 h 648280"/>
                <a:gd name="connsiteX0" fmla="*/ 0 w 1011379"/>
                <a:gd name="connsiteY0" fmla="*/ 605727 h 648280"/>
                <a:gd name="connsiteX1" fmla="*/ 490915 w 1011379"/>
                <a:gd name="connsiteY1" fmla="*/ 13939 h 648280"/>
                <a:gd name="connsiteX2" fmla="*/ 1011379 w 1011379"/>
                <a:gd name="connsiteY2" fmla="*/ 563 h 648280"/>
                <a:gd name="connsiteX3" fmla="*/ 198718 w 1011379"/>
                <a:gd name="connsiteY3" fmla="*/ 648280 h 648280"/>
                <a:gd name="connsiteX4" fmla="*/ 0 w 1011379"/>
                <a:gd name="connsiteY4" fmla="*/ 605727 h 648280"/>
                <a:gd name="connsiteX0" fmla="*/ 0 w 1011379"/>
                <a:gd name="connsiteY0" fmla="*/ 605727 h 648280"/>
                <a:gd name="connsiteX1" fmla="*/ 490915 w 1011379"/>
                <a:gd name="connsiteY1" fmla="*/ 13939 h 648280"/>
                <a:gd name="connsiteX2" fmla="*/ 1011379 w 1011379"/>
                <a:gd name="connsiteY2" fmla="*/ 563 h 648280"/>
                <a:gd name="connsiteX3" fmla="*/ 198718 w 1011379"/>
                <a:gd name="connsiteY3" fmla="*/ 648280 h 648280"/>
                <a:gd name="connsiteX4" fmla="*/ 0 w 1011379"/>
                <a:gd name="connsiteY4" fmla="*/ 605727 h 648280"/>
                <a:gd name="connsiteX0" fmla="*/ 0 w 1011379"/>
                <a:gd name="connsiteY0" fmla="*/ 605727 h 605727"/>
                <a:gd name="connsiteX1" fmla="*/ 490915 w 1011379"/>
                <a:gd name="connsiteY1" fmla="*/ 13939 h 605727"/>
                <a:gd name="connsiteX2" fmla="*/ 1011379 w 1011379"/>
                <a:gd name="connsiteY2" fmla="*/ 563 h 605727"/>
                <a:gd name="connsiteX3" fmla="*/ 318823 w 1011379"/>
                <a:gd name="connsiteY3" fmla="*/ 553361 h 605727"/>
                <a:gd name="connsiteX4" fmla="*/ 0 w 1011379"/>
                <a:gd name="connsiteY4" fmla="*/ 605727 h 605727"/>
                <a:gd name="connsiteX0" fmla="*/ 0 w 866251"/>
                <a:gd name="connsiteY0" fmla="*/ 540783 h 553361"/>
                <a:gd name="connsiteX1" fmla="*/ 345787 w 866251"/>
                <a:gd name="connsiteY1" fmla="*/ 13939 h 553361"/>
                <a:gd name="connsiteX2" fmla="*/ 866251 w 866251"/>
                <a:gd name="connsiteY2" fmla="*/ 563 h 553361"/>
                <a:gd name="connsiteX3" fmla="*/ 173695 w 866251"/>
                <a:gd name="connsiteY3" fmla="*/ 553361 h 553361"/>
                <a:gd name="connsiteX4" fmla="*/ 0 w 866251"/>
                <a:gd name="connsiteY4" fmla="*/ 540783 h 553361"/>
                <a:gd name="connsiteX0" fmla="*/ 0 w 866251"/>
                <a:gd name="connsiteY0" fmla="*/ 540783 h 553361"/>
                <a:gd name="connsiteX1" fmla="*/ 345787 w 866251"/>
                <a:gd name="connsiteY1" fmla="*/ 13939 h 553361"/>
                <a:gd name="connsiteX2" fmla="*/ 866251 w 866251"/>
                <a:gd name="connsiteY2" fmla="*/ 563 h 553361"/>
                <a:gd name="connsiteX3" fmla="*/ 173695 w 866251"/>
                <a:gd name="connsiteY3" fmla="*/ 553361 h 553361"/>
                <a:gd name="connsiteX4" fmla="*/ 0 w 866251"/>
                <a:gd name="connsiteY4" fmla="*/ 540783 h 553361"/>
                <a:gd name="connsiteX0" fmla="*/ 0 w 866251"/>
                <a:gd name="connsiteY0" fmla="*/ 540783 h 553361"/>
                <a:gd name="connsiteX1" fmla="*/ 345787 w 866251"/>
                <a:gd name="connsiteY1" fmla="*/ 13939 h 553361"/>
                <a:gd name="connsiteX2" fmla="*/ 866251 w 866251"/>
                <a:gd name="connsiteY2" fmla="*/ 563 h 553361"/>
                <a:gd name="connsiteX3" fmla="*/ 173695 w 866251"/>
                <a:gd name="connsiteY3" fmla="*/ 553361 h 553361"/>
                <a:gd name="connsiteX4" fmla="*/ 0 w 866251"/>
                <a:gd name="connsiteY4" fmla="*/ 540783 h 5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251" h="553361">
                  <a:moveTo>
                    <a:pt x="0" y="540783"/>
                  </a:moveTo>
                  <a:cubicBezTo>
                    <a:pt x="274887" y="134762"/>
                    <a:pt x="159176" y="337938"/>
                    <a:pt x="345787" y="13939"/>
                  </a:cubicBezTo>
                  <a:cubicBezTo>
                    <a:pt x="520528" y="18247"/>
                    <a:pt x="691510" y="-3745"/>
                    <a:pt x="866251" y="563"/>
                  </a:cubicBezTo>
                  <a:cubicBezTo>
                    <a:pt x="252709" y="502795"/>
                    <a:pt x="640047" y="209256"/>
                    <a:pt x="173695" y="553361"/>
                  </a:cubicBezTo>
                  <a:cubicBezTo>
                    <a:pt x="39410" y="524725"/>
                    <a:pt x="196198" y="539317"/>
                    <a:pt x="0" y="540783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29" name="Freeform 928">
              <a:extLst>
                <a:ext uri="{FF2B5EF4-FFF2-40B4-BE49-F238E27FC236}">
                  <a16:creationId xmlns:a16="http://schemas.microsoft.com/office/drawing/2014/main" id="{218DF382-E11C-A94A-ABF5-F93EB0534196}"/>
                </a:ext>
              </a:extLst>
            </p:cNvPr>
            <p:cNvSpPr/>
            <p:nvPr/>
          </p:nvSpPr>
          <p:spPr>
            <a:xfrm>
              <a:off x="5377492" y="5449574"/>
              <a:ext cx="676275" cy="896802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7977 w 802211"/>
                <a:gd name="connsiteY0" fmla="*/ 815791 h 976186"/>
                <a:gd name="connsiteX1" fmla="*/ 302601 w 802211"/>
                <a:gd name="connsiteY1" fmla="*/ 11688 h 976186"/>
                <a:gd name="connsiteX2" fmla="*/ 802211 w 802211"/>
                <a:gd name="connsiteY2" fmla="*/ 0 h 976186"/>
                <a:gd name="connsiteX3" fmla="*/ 575940 w 802211"/>
                <a:gd name="connsiteY3" fmla="*/ 976186 h 976186"/>
                <a:gd name="connsiteX4" fmla="*/ 27977 w 802211"/>
                <a:gd name="connsiteY4" fmla="*/ 815791 h 976186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28714 h 828714"/>
                <a:gd name="connsiteX1" fmla="*/ 302601 w 802211"/>
                <a:gd name="connsiteY1" fmla="*/ 0 h 828714"/>
                <a:gd name="connsiteX2" fmla="*/ 802211 w 802211"/>
                <a:gd name="connsiteY2" fmla="*/ 12923 h 828714"/>
                <a:gd name="connsiteX3" fmla="*/ 236294 w 802211"/>
                <a:gd name="connsiteY3" fmla="*/ 821751 h 828714"/>
                <a:gd name="connsiteX4" fmla="*/ 27977 w 802211"/>
                <a:gd name="connsiteY4" fmla="*/ 828714 h 828714"/>
                <a:gd name="connsiteX0" fmla="*/ 56213 w 830447"/>
                <a:gd name="connsiteY0" fmla="*/ 828714 h 828714"/>
                <a:gd name="connsiteX1" fmla="*/ 330837 w 830447"/>
                <a:gd name="connsiteY1" fmla="*/ 0 h 828714"/>
                <a:gd name="connsiteX2" fmla="*/ 830447 w 830447"/>
                <a:gd name="connsiteY2" fmla="*/ 12923 h 828714"/>
                <a:gd name="connsiteX3" fmla="*/ 264530 w 830447"/>
                <a:gd name="connsiteY3" fmla="*/ 821751 h 828714"/>
                <a:gd name="connsiteX4" fmla="*/ 56213 w 830447"/>
                <a:gd name="connsiteY4" fmla="*/ 828714 h 828714"/>
                <a:gd name="connsiteX0" fmla="*/ 64130 w 789139"/>
                <a:gd name="connsiteY0" fmla="*/ 794258 h 821751"/>
                <a:gd name="connsiteX1" fmla="*/ 289529 w 789139"/>
                <a:gd name="connsiteY1" fmla="*/ 0 h 821751"/>
                <a:gd name="connsiteX2" fmla="*/ 789139 w 789139"/>
                <a:gd name="connsiteY2" fmla="*/ 12923 h 821751"/>
                <a:gd name="connsiteX3" fmla="*/ 223222 w 789139"/>
                <a:gd name="connsiteY3" fmla="*/ 821751 h 821751"/>
                <a:gd name="connsiteX4" fmla="*/ 64130 w 789139"/>
                <a:gd name="connsiteY4" fmla="*/ 794258 h 821751"/>
                <a:gd name="connsiteX0" fmla="*/ 0 w 725009"/>
                <a:gd name="connsiteY0" fmla="*/ 794258 h 821751"/>
                <a:gd name="connsiteX1" fmla="*/ 225399 w 725009"/>
                <a:gd name="connsiteY1" fmla="*/ 0 h 821751"/>
                <a:gd name="connsiteX2" fmla="*/ 725009 w 725009"/>
                <a:gd name="connsiteY2" fmla="*/ 12923 h 821751"/>
                <a:gd name="connsiteX3" fmla="*/ 159092 w 725009"/>
                <a:gd name="connsiteY3" fmla="*/ 821751 h 821751"/>
                <a:gd name="connsiteX4" fmla="*/ 0 w 725009"/>
                <a:gd name="connsiteY4" fmla="*/ 794258 h 82175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422433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497"/>
                <a:gd name="connsiteY0" fmla="*/ 1279028 h 1306521"/>
                <a:gd name="connsiteX1" fmla="*/ 225399 w 725497"/>
                <a:gd name="connsiteY1" fmla="*/ 75260 h 1306521"/>
                <a:gd name="connsiteX2" fmla="*/ 396193 w 725497"/>
                <a:gd name="connsiteY2" fmla="*/ 156799 h 1306521"/>
                <a:gd name="connsiteX3" fmla="*/ 725009 w 725497"/>
                <a:gd name="connsiteY3" fmla="*/ 205042 h 1306521"/>
                <a:gd name="connsiteX4" fmla="*/ 159092 w 725497"/>
                <a:gd name="connsiteY4" fmla="*/ 1306521 h 1306521"/>
                <a:gd name="connsiteX5" fmla="*/ 0 w 725497"/>
                <a:gd name="connsiteY5" fmla="*/ 1279028 h 1306521"/>
                <a:gd name="connsiteX0" fmla="*/ 0 w 725239"/>
                <a:gd name="connsiteY0" fmla="*/ 1295668 h 1323161"/>
                <a:gd name="connsiteX1" fmla="*/ 225399 w 725239"/>
                <a:gd name="connsiteY1" fmla="*/ 91900 h 1323161"/>
                <a:gd name="connsiteX2" fmla="*/ 725009 w 725239"/>
                <a:gd name="connsiteY2" fmla="*/ 221682 h 1323161"/>
                <a:gd name="connsiteX3" fmla="*/ 159092 w 725239"/>
                <a:gd name="connsiteY3" fmla="*/ 1323161 h 1323161"/>
                <a:gd name="connsiteX4" fmla="*/ 0 w 725239"/>
                <a:gd name="connsiteY4" fmla="*/ 1295668 h 1323161"/>
                <a:gd name="connsiteX0" fmla="*/ 0 w 725221"/>
                <a:gd name="connsiteY0" fmla="*/ 1210552 h 1238045"/>
                <a:gd name="connsiteX1" fmla="*/ 191583 w 725221"/>
                <a:gd name="connsiteY1" fmla="*/ 153319 h 1238045"/>
                <a:gd name="connsiteX2" fmla="*/ 725009 w 725221"/>
                <a:gd name="connsiteY2" fmla="*/ 136566 h 1238045"/>
                <a:gd name="connsiteX3" fmla="*/ 159092 w 725221"/>
                <a:gd name="connsiteY3" fmla="*/ 1238045 h 1238045"/>
                <a:gd name="connsiteX4" fmla="*/ 0 w 725221"/>
                <a:gd name="connsiteY4" fmla="*/ 1210552 h 1238045"/>
                <a:gd name="connsiteX0" fmla="*/ 0 w 725305"/>
                <a:gd name="connsiteY0" fmla="*/ 1158512 h 1186005"/>
                <a:gd name="connsiteX1" fmla="*/ 191583 w 725305"/>
                <a:gd name="connsiteY1" fmla="*/ 101279 h 1186005"/>
                <a:gd name="connsiteX2" fmla="*/ 725009 w 725305"/>
                <a:gd name="connsiteY2" fmla="*/ 84526 h 1186005"/>
                <a:gd name="connsiteX3" fmla="*/ 159092 w 725305"/>
                <a:gd name="connsiteY3" fmla="*/ 1186005 h 1186005"/>
                <a:gd name="connsiteX4" fmla="*/ 0 w 725305"/>
                <a:gd name="connsiteY4" fmla="*/ 1158512 h 1186005"/>
                <a:gd name="connsiteX0" fmla="*/ 0 w 725009"/>
                <a:gd name="connsiteY0" fmla="*/ 1073986 h 1101479"/>
                <a:gd name="connsiteX1" fmla="*/ 191583 w 725009"/>
                <a:gd name="connsiteY1" fmla="*/ 16753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074607"/>
                <a:gd name="connsiteX1" fmla="*/ 206612 w 725009"/>
                <a:gd name="connsiteY1" fmla="*/ 1724 h 1074607"/>
                <a:gd name="connsiteX2" fmla="*/ 725009 w 725009"/>
                <a:gd name="connsiteY2" fmla="*/ 0 h 1074607"/>
                <a:gd name="connsiteX3" fmla="*/ 229048 w 725009"/>
                <a:gd name="connsiteY3" fmla="*/ 886531 h 1074607"/>
                <a:gd name="connsiteX4" fmla="*/ 0 w 725009"/>
                <a:gd name="connsiteY4" fmla="*/ 1073986 h 1074607"/>
                <a:gd name="connsiteX0" fmla="*/ 0 w 725009"/>
                <a:gd name="connsiteY0" fmla="*/ 1073986 h 1074607"/>
                <a:gd name="connsiteX1" fmla="*/ 206612 w 725009"/>
                <a:gd name="connsiteY1" fmla="*/ 1724 h 1074607"/>
                <a:gd name="connsiteX2" fmla="*/ 725009 w 725009"/>
                <a:gd name="connsiteY2" fmla="*/ 0 h 1074607"/>
                <a:gd name="connsiteX3" fmla="*/ 229048 w 725009"/>
                <a:gd name="connsiteY3" fmla="*/ 886531 h 1074607"/>
                <a:gd name="connsiteX4" fmla="*/ 0 w 725009"/>
                <a:gd name="connsiteY4" fmla="*/ 1073986 h 1074607"/>
                <a:gd name="connsiteX0" fmla="*/ 0 w 675040"/>
                <a:gd name="connsiteY0" fmla="*/ 894029 h 896577"/>
                <a:gd name="connsiteX1" fmla="*/ 156643 w 675040"/>
                <a:gd name="connsiteY1" fmla="*/ 1724 h 896577"/>
                <a:gd name="connsiteX2" fmla="*/ 675040 w 675040"/>
                <a:gd name="connsiteY2" fmla="*/ 0 h 896577"/>
                <a:gd name="connsiteX3" fmla="*/ 179079 w 675040"/>
                <a:gd name="connsiteY3" fmla="*/ 886531 h 896577"/>
                <a:gd name="connsiteX4" fmla="*/ 0 w 675040"/>
                <a:gd name="connsiteY4" fmla="*/ 894029 h 896577"/>
                <a:gd name="connsiteX0" fmla="*/ 0 w 675040"/>
                <a:gd name="connsiteY0" fmla="*/ 894029 h 896577"/>
                <a:gd name="connsiteX1" fmla="*/ 186623 w 675040"/>
                <a:gd name="connsiteY1" fmla="*/ 1724 h 896577"/>
                <a:gd name="connsiteX2" fmla="*/ 675040 w 675040"/>
                <a:gd name="connsiteY2" fmla="*/ 0 h 896577"/>
                <a:gd name="connsiteX3" fmla="*/ 179079 w 675040"/>
                <a:gd name="connsiteY3" fmla="*/ 886531 h 896577"/>
                <a:gd name="connsiteX4" fmla="*/ 0 w 675040"/>
                <a:gd name="connsiteY4" fmla="*/ 894029 h 896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040" h="896577">
                  <a:moveTo>
                    <a:pt x="0" y="894029"/>
                  </a:moveTo>
                  <a:cubicBezTo>
                    <a:pt x="95638" y="409857"/>
                    <a:pt x="76811" y="618448"/>
                    <a:pt x="186623" y="1724"/>
                  </a:cubicBezTo>
                  <a:cubicBezTo>
                    <a:pt x="431451" y="14348"/>
                    <a:pt x="449377" y="35256"/>
                    <a:pt x="675040" y="0"/>
                  </a:cubicBezTo>
                  <a:cubicBezTo>
                    <a:pt x="276172" y="749497"/>
                    <a:pt x="462801" y="344746"/>
                    <a:pt x="179079" y="886531"/>
                  </a:cubicBezTo>
                  <a:cubicBezTo>
                    <a:pt x="44794" y="857895"/>
                    <a:pt x="92525" y="908114"/>
                    <a:pt x="0" y="89402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30" name="Freeform 929">
              <a:extLst>
                <a:ext uri="{FF2B5EF4-FFF2-40B4-BE49-F238E27FC236}">
                  <a16:creationId xmlns:a16="http://schemas.microsoft.com/office/drawing/2014/main" id="{BD4E8E8A-5281-2546-8825-0786245B15DA}"/>
                </a:ext>
              </a:extLst>
            </p:cNvPr>
            <p:cNvSpPr/>
            <p:nvPr/>
          </p:nvSpPr>
          <p:spPr>
            <a:xfrm>
              <a:off x="4340853" y="5470208"/>
              <a:ext cx="514350" cy="401578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503138"/>
                <a:gd name="connsiteY0" fmla="*/ 961687 h 964568"/>
                <a:gd name="connsiteX1" fmla="*/ 0 w 503138"/>
                <a:gd name="connsiteY1" fmla="*/ 70 h 964568"/>
                <a:gd name="connsiteX2" fmla="*/ 503138 w 503138"/>
                <a:gd name="connsiteY2" fmla="*/ 154187 h 964568"/>
                <a:gd name="connsiteX3" fmla="*/ 273339 w 503138"/>
                <a:gd name="connsiteY3" fmla="*/ 964568 h 964568"/>
                <a:gd name="connsiteX4" fmla="*/ 197928 w 503138"/>
                <a:gd name="connsiteY4" fmla="*/ 961687 h 964568"/>
                <a:gd name="connsiteX0" fmla="*/ 201456 w 506666"/>
                <a:gd name="connsiteY0" fmla="*/ 807500 h 810381"/>
                <a:gd name="connsiteX1" fmla="*/ 0 w 506666"/>
                <a:gd name="connsiteY1" fmla="*/ 15216 h 810381"/>
                <a:gd name="connsiteX2" fmla="*/ 506666 w 506666"/>
                <a:gd name="connsiteY2" fmla="*/ 0 h 810381"/>
                <a:gd name="connsiteX3" fmla="*/ 276867 w 506666"/>
                <a:gd name="connsiteY3" fmla="*/ 810381 h 810381"/>
                <a:gd name="connsiteX4" fmla="*/ 201456 w 506666"/>
                <a:gd name="connsiteY4" fmla="*/ 807500 h 810381"/>
                <a:gd name="connsiteX0" fmla="*/ 201456 w 506666"/>
                <a:gd name="connsiteY0" fmla="*/ 807500 h 811593"/>
                <a:gd name="connsiteX1" fmla="*/ 0 w 506666"/>
                <a:gd name="connsiteY1" fmla="*/ 15216 h 811593"/>
                <a:gd name="connsiteX2" fmla="*/ 506666 w 506666"/>
                <a:gd name="connsiteY2" fmla="*/ 0 h 811593"/>
                <a:gd name="connsiteX3" fmla="*/ 276867 w 506666"/>
                <a:gd name="connsiteY3" fmla="*/ 810381 h 811593"/>
                <a:gd name="connsiteX4" fmla="*/ 201456 w 506666"/>
                <a:gd name="connsiteY4" fmla="*/ 807500 h 811593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276867 w 506666"/>
                <a:gd name="connsiteY3" fmla="*/ 81038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45472 w 559302"/>
                <a:gd name="connsiteY0" fmla="*/ 807500 h 807500"/>
                <a:gd name="connsiteX1" fmla="*/ 52636 w 559302"/>
                <a:gd name="connsiteY1" fmla="*/ 7896 h 807500"/>
                <a:gd name="connsiteX2" fmla="*/ 559302 w 559302"/>
                <a:gd name="connsiteY2" fmla="*/ 0 h 807500"/>
                <a:gd name="connsiteX3" fmla="*/ 384402 w 559302"/>
                <a:gd name="connsiteY3" fmla="*/ 803061 h 807500"/>
                <a:gd name="connsiteX4" fmla="*/ 45472 w 559302"/>
                <a:gd name="connsiteY4" fmla="*/ 807500 h 807500"/>
                <a:gd name="connsiteX0" fmla="*/ 21974 w 535804"/>
                <a:gd name="connsiteY0" fmla="*/ 807500 h 807500"/>
                <a:gd name="connsiteX1" fmla="*/ 29138 w 535804"/>
                <a:gd name="connsiteY1" fmla="*/ 7896 h 807500"/>
                <a:gd name="connsiteX2" fmla="*/ 535804 w 535804"/>
                <a:gd name="connsiteY2" fmla="*/ 0 h 807500"/>
                <a:gd name="connsiteX3" fmla="*/ 360904 w 535804"/>
                <a:gd name="connsiteY3" fmla="*/ 803061 h 807500"/>
                <a:gd name="connsiteX4" fmla="*/ 21974 w 535804"/>
                <a:gd name="connsiteY4" fmla="*/ 807500 h 807500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7341"/>
                <a:gd name="connsiteX1" fmla="*/ 0 w 514180"/>
                <a:gd name="connsiteY1" fmla="*/ 0 h 577341"/>
                <a:gd name="connsiteX2" fmla="*/ 514180 w 514180"/>
                <a:gd name="connsiteY2" fmla="*/ 10891 h 577341"/>
                <a:gd name="connsiteX3" fmla="*/ 404259 w 514180"/>
                <a:gd name="connsiteY3" fmla="*/ 386400 h 577341"/>
                <a:gd name="connsiteX4" fmla="*/ 135770 w 514180"/>
                <a:gd name="connsiteY4" fmla="*/ 577341 h 577341"/>
                <a:gd name="connsiteX0" fmla="*/ 100781 w 514180"/>
                <a:gd name="connsiteY0" fmla="*/ 432218 h 432218"/>
                <a:gd name="connsiteX1" fmla="*/ 0 w 514180"/>
                <a:gd name="connsiteY1" fmla="*/ 0 h 432218"/>
                <a:gd name="connsiteX2" fmla="*/ 514180 w 514180"/>
                <a:gd name="connsiteY2" fmla="*/ 10891 h 432218"/>
                <a:gd name="connsiteX3" fmla="*/ 404259 w 514180"/>
                <a:gd name="connsiteY3" fmla="*/ 386400 h 432218"/>
                <a:gd name="connsiteX4" fmla="*/ 100781 w 514180"/>
                <a:gd name="connsiteY4" fmla="*/ 432218 h 432218"/>
                <a:gd name="connsiteX0" fmla="*/ 100781 w 514180"/>
                <a:gd name="connsiteY0" fmla="*/ 432218 h 432218"/>
                <a:gd name="connsiteX1" fmla="*/ 0 w 514180"/>
                <a:gd name="connsiteY1" fmla="*/ 0 h 432218"/>
                <a:gd name="connsiteX2" fmla="*/ 514180 w 514180"/>
                <a:gd name="connsiteY2" fmla="*/ 10891 h 432218"/>
                <a:gd name="connsiteX3" fmla="*/ 404259 w 514180"/>
                <a:gd name="connsiteY3" fmla="*/ 386400 h 432218"/>
                <a:gd name="connsiteX4" fmla="*/ 100781 w 514180"/>
                <a:gd name="connsiteY4" fmla="*/ 432218 h 432218"/>
                <a:gd name="connsiteX0" fmla="*/ 100781 w 514180"/>
                <a:gd name="connsiteY0" fmla="*/ 402193 h 402193"/>
                <a:gd name="connsiteX1" fmla="*/ 0 w 514180"/>
                <a:gd name="connsiteY1" fmla="*/ 0 h 402193"/>
                <a:gd name="connsiteX2" fmla="*/ 514180 w 514180"/>
                <a:gd name="connsiteY2" fmla="*/ 10891 h 402193"/>
                <a:gd name="connsiteX3" fmla="*/ 404259 w 514180"/>
                <a:gd name="connsiteY3" fmla="*/ 386400 h 402193"/>
                <a:gd name="connsiteX4" fmla="*/ 100781 w 514180"/>
                <a:gd name="connsiteY4" fmla="*/ 402193 h 402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180" h="402193">
                  <a:moveTo>
                    <a:pt x="100781" y="402193"/>
                  </a:moveTo>
                  <a:cubicBezTo>
                    <a:pt x="60584" y="194221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91637" y="89943"/>
                    <a:pt x="404259" y="386400"/>
                  </a:cubicBezTo>
                  <a:cubicBezTo>
                    <a:pt x="357814" y="390704"/>
                    <a:pt x="168880" y="400727"/>
                    <a:pt x="100781" y="402193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31" name="Freeform 930">
              <a:extLst>
                <a:ext uri="{FF2B5EF4-FFF2-40B4-BE49-F238E27FC236}">
                  <a16:creationId xmlns:a16="http://schemas.microsoft.com/office/drawing/2014/main" id="{E78920D8-D684-1642-B41B-2CC538B9202E}"/>
                </a:ext>
              </a:extLst>
            </p:cNvPr>
            <p:cNvSpPr/>
            <p:nvPr/>
          </p:nvSpPr>
          <p:spPr>
            <a:xfrm>
              <a:off x="3561391" y="5433701"/>
              <a:ext cx="573087" cy="1015848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621064"/>
                <a:gd name="connsiteY0" fmla="*/ 973305 h 973305"/>
                <a:gd name="connsiteX1" fmla="*/ 0 w 621064"/>
                <a:gd name="connsiteY1" fmla="*/ 11688 h 973305"/>
                <a:gd name="connsiteX2" fmla="*/ 499610 w 621064"/>
                <a:gd name="connsiteY2" fmla="*/ 0 h 973305"/>
                <a:gd name="connsiteX3" fmla="*/ 558839 w 621064"/>
                <a:gd name="connsiteY3" fmla="*/ 754682 h 973305"/>
                <a:gd name="connsiteX4" fmla="*/ 197928 w 621064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1315828 h 1315828"/>
                <a:gd name="connsiteX1" fmla="*/ 0 w 558839"/>
                <a:gd name="connsiteY1" fmla="*/ 531414 h 1315828"/>
                <a:gd name="connsiteX2" fmla="*/ 506930 w 558839"/>
                <a:gd name="connsiteY2" fmla="*/ 0 h 1315828"/>
                <a:gd name="connsiteX3" fmla="*/ 558839 w 558839"/>
                <a:gd name="connsiteY3" fmla="*/ 1274408 h 1315828"/>
                <a:gd name="connsiteX4" fmla="*/ 370213 w 558839"/>
                <a:gd name="connsiteY4" fmla="*/ 1315828 h 1315828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94113"/>
                <a:gd name="connsiteY0" fmla="*/ 1097905 h 1179971"/>
                <a:gd name="connsiteX1" fmla="*/ 0 w 594113"/>
                <a:gd name="connsiteY1" fmla="*/ 4757 h 1179971"/>
                <a:gd name="connsiteX2" fmla="*/ 502783 w 594113"/>
                <a:gd name="connsiteY2" fmla="*/ 0 h 1179971"/>
                <a:gd name="connsiteX3" fmla="*/ 594113 w 594113"/>
                <a:gd name="connsiteY3" fmla="*/ 1179818 h 1179971"/>
                <a:gd name="connsiteX4" fmla="*/ 366066 w 594113"/>
                <a:gd name="connsiteY4" fmla="*/ 1097905 h 1179971"/>
                <a:gd name="connsiteX0" fmla="*/ 403236 w 594113"/>
                <a:gd name="connsiteY0" fmla="*/ 1215612 h 1215612"/>
                <a:gd name="connsiteX1" fmla="*/ 0 w 594113"/>
                <a:gd name="connsiteY1" fmla="*/ 4757 h 1215612"/>
                <a:gd name="connsiteX2" fmla="*/ 502783 w 594113"/>
                <a:gd name="connsiteY2" fmla="*/ 0 h 1215612"/>
                <a:gd name="connsiteX3" fmla="*/ 594113 w 594113"/>
                <a:gd name="connsiteY3" fmla="*/ 1179818 h 1215612"/>
                <a:gd name="connsiteX4" fmla="*/ 403236 w 594113"/>
                <a:gd name="connsiteY4" fmla="*/ 1215612 h 1215612"/>
                <a:gd name="connsiteX0" fmla="*/ 403236 w 574100"/>
                <a:gd name="connsiteY0" fmla="*/ 1215612 h 1215612"/>
                <a:gd name="connsiteX1" fmla="*/ 0 w 574100"/>
                <a:gd name="connsiteY1" fmla="*/ 4757 h 1215612"/>
                <a:gd name="connsiteX2" fmla="*/ 502783 w 574100"/>
                <a:gd name="connsiteY2" fmla="*/ 0 h 1215612"/>
                <a:gd name="connsiteX3" fmla="*/ 574100 w 574100"/>
                <a:gd name="connsiteY3" fmla="*/ 1014877 h 1215612"/>
                <a:gd name="connsiteX4" fmla="*/ 403236 w 574100"/>
                <a:gd name="connsiteY4" fmla="*/ 1215612 h 1215612"/>
                <a:gd name="connsiteX0" fmla="*/ 333190 w 574100"/>
                <a:gd name="connsiteY0" fmla="*/ 985695 h 1015244"/>
                <a:gd name="connsiteX1" fmla="*/ 0 w 574100"/>
                <a:gd name="connsiteY1" fmla="*/ 4757 h 1015244"/>
                <a:gd name="connsiteX2" fmla="*/ 502783 w 574100"/>
                <a:gd name="connsiteY2" fmla="*/ 0 h 1015244"/>
                <a:gd name="connsiteX3" fmla="*/ 574100 w 574100"/>
                <a:gd name="connsiteY3" fmla="*/ 1014877 h 1015244"/>
                <a:gd name="connsiteX4" fmla="*/ 333190 w 574100"/>
                <a:gd name="connsiteY4" fmla="*/ 985695 h 1015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4100" h="1015244">
                  <a:moveTo>
                    <a:pt x="333190" y="985695"/>
                  </a:moveTo>
                  <a:cubicBezTo>
                    <a:pt x="153901" y="433090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37473" y="350120"/>
                    <a:pt x="574100" y="1014877"/>
                  </a:cubicBezTo>
                  <a:cubicBezTo>
                    <a:pt x="476415" y="1019182"/>
                    <a:pt x="529388" y="984229"/>
                    <a:pt x="333190" y="985695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grpSp>
          <p:nvGrpSpPr>
            <p:cNvPr id="932" name="Group 28">
              <a:extLst>
                <a:ext uri="{FF2B5EF4-FFF2-40B4-BE49-F238E27FC236}">
                  <a16:creationId xmlns:a16="http://schemas.microsoft.com/office/drawing/2014/main" id="{088ACE2A-7A5D-4F42-921C-CF157C2880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6416" y="3709935"/>
              <a:ext cx="1049338" cy="1739900"/>
              <a:chOff x="1856416" y="3709935"/>
              <a:chExt cx="1049338" cy="1739900"/>
            </a:xfrm>
          </p:grpSpPr>
          <p:sp>
            <p:nvSpPr>
              <p:cNvPr id="1017" name="Rectangle 1016">
                <a:extLst>
                  <a:ext uri="{FF2B5EF4-FFF2-40B4-BE49-F238E27FC236}">
                    <a16:creationId xmlns:a16="http://schemas.microsoft.com/office/drawing/2014/main" id="{F031C840-E404-B943-9DD7-6487F36B8BC7}"/>
                  </a:ext>
                </a:extLst>
              </p:cNvPr>
              <p:cNvSpPr/>
              <p:nvPr/>
            </p:nvSpPr>
            <p:spPr bwMode="auto">
              <a:xfrm rot="10800000">
                <a:off x="1867528" y="3957548"/>
                <a:ext cx="1027113" cy="61109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grpSp>
            <p:nvGrpSpPr>
              <p:cNvPr id="1018" name="Group 498">
                <a:extLst>
                  <a:ext uri="{FF2B5EF4-FFF2-40B4-BE49-F238E27FC236}">
                    <a16:creationId xmlns:a16="http://schemas.microsoft.com/office/drawing/2014/main" id="{11E4B476-A94C-6141-A48C-F22AAD7C57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58805" y="5088863"/>
                <a:ext cx="1035373" cy="360972"/>
                <a:chOff x="4128636" y="3606589"/>
                <a:chExt cx="568145" cy="338667"/>
              </a:xfrm>
            </p:grpSpPr>
            <p:sp>
              <p:nvSpPr>
                <p:cNvPr id="1032" name="Oval 1031">
                  <a:extLst>
                    <a:ext uri="{FF2B5EF4-FFF2-40B4-BE49-F238E27FC236}">
                      <a16:creationId xmlns:a16="http://schemas.microsoft.com/office/drawing/2014/main" id="{6285E922-4389-6747-873A-ED742F93B7B8}"/>
                    </a:ext>
                  </a:extLst>
                </p:cNvPr>
                <p:cNvSpPr/>
                <p:nvPr/>
              </p:nvSpPr>
              <p:spPr>
                <a:xfrm>
                  <a:off x="4129067" y="3720144"/>
                  <a:ext cx="567968" cy="224867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33" name="Rectangle 1032">
                  <a:extLst>
                    <a:ext uri="{FF2B5EF4-FFF2-40B4-BE49-F238E27FC236}">
                      <a16:creationId xmlns:a16="http://schemas.microsoft.com/office/drawing/2014/main" id="{681399F7-9F7D-8247-A86B-B0C42C17B7BD}"/>
                    </a:ext>
                  </a:extLst>
                </p:cNvPr>
                <p:cNvSpPr/>
                <p:nvPr/>
              </p:nvSpPr>
              <p:spPr>
                <a:xfrm>
                  <a:off x="4129067" y="3720144"/>
                  <a:ext cx="567968" cy="111689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34" name="Oval 1033">
                  <a:extLst>
                    <a:ext uri="{FF2B5EF4-FFF2-40B4-BE49-F238E27FC236}">
                      <a16:creationId xmlns:a16="http://schemas.microsoft.com/office/drawing/2014/main" id="{22EC9AA8-544A-8B4A-88A6-2074F49F53D4}"/>
                    </a:ext>
                  </a:extLst>
                </p:cNvPr>
                <p:cNvSpPr/>
                <p:nvPr/>
              </p:nvSpPr>
              <p:spPr>
                <a:xfrm>
                  <a:off x="4129067" y="3606966"/>
                  <a:ext cx="567968" cy="224867"/>
                </a:xfrm>
                <a:prstGeom prst="ellipse">
                  <a:avLst/>
                </a:prstGeom>
                <a:solidFill>
                  <a:srgbClr val="3333CC">
                    <a:lumMod val="60000"/>
                    <a:lumOff val="40000"/>
                    <a:alpha val="7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35" name="Straight Connector 1034">
                  <a:extLst>
                    <a:ext uri="{FF2B5EF4-FFF2-40B4-BE49-F238E27FC236}">
                      <a16:creationId xmlns:a16="http://schemas.microsoft.com/office/drawing/2014/main" id="{C98CC5A1-6137-AD47-8DAD-1CE3995E4F4E}"/>
                    </a:ext>
                  </a:extLst>
                </p:cNvPr>
                <p:cNvCxnSpPr/>
                <p:nvPr/>
              </p:nvCxnSpPr>
              <p:spPr>
                <a:xfrm>
                  <a:off x="4697035" y="3720144"/>
                  <a:ext cx="0" cy="111689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1036" name="Straight Connector 1035">
                  <a:extLst>
                    <a:ext uri="{FF2B5EF4-FFF2-40B4-BE49-F238E27FC236}">
                      <a16:creationId xmlns:a16="http://schemas.microsoft.com/office/drawing/2014/main" id="{D6DBD6DE-4277-6E43-8F0F-101EA88CC186}"/>
                    </a:ext>
                  </a:extLst>
                </p:cNvPr>
                <p:cNvCxnSpPr/>
                <p:nvPr/>
              </p:nvCxnSpPr>
              <p:spPr>
                <a:xfrm>
                  <a:off x="4129067" y="3720144"/>
                  <a:ext cx="0" cy="111689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1019" name="Rectangle 1018">
                <a:extLst>
                  <a:ext uri="{FF2B5EF4-FFF2-40B4-BE49-F238E27FC236}">
                    <a16:creationId xmlns:a16="http://schemas.microsoft.com/office/drawing/2014/main" id="{511198B5-F79E-C74D-B56E-01ADB1EAA4C1}"/>
                  </a:ext>
                </a:extLst>
              </p:cNvPr>
              <p:cNvSpPr/>
              <p:nvPr/>
            </p:nvSpPr>
            <p:spPr bwMode="auto">
              <a:xfrm>
                <a:off x="1877053" y="4705148"/>
                <a:ext cx="1028700" cy="522210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40000"/>
                      <a:lumOff val="6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20" name="Straight Connector 1019">
                <a:extLst>
                  <a:ext uri="{FF2B5EF4-FFF2-40B4-BE49-F238E27FC236}">
                    <a16:creationId xmlns:a16="http://schemas.microsoft.com/office/drawing/2014/main" id="{D3ADC60A-D45A-1346-84AC-B4714AE1CB27}"/>
                  </a:ext>
                </a:extLst>
              </p:cNvPr>
              <p:cNvCxnSpPr/>
              <p:nvPr/>
            </p:nvCxnSpPr>
            <p:spPr bwMode="auto">
              <a:xfrm>
                <a:off x="1861178" y="3981356"/>
                <a:ext cx="17463" cy="1301555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cxnSp>
            <p:nvCxnSpPr>
              <p:cNvPr id="1021" name="Straight Connector 1020">
                <a:extLst>
                  <a:ext uri="{FF2B5EF4-FFF2-40B4-BE49-F238E27FC236}">
                    <a16:creationId xmlns:a16="http://schemas.microsoft.com/office/drawing/2014/main" id="{8C732665-0AF3-514A-8491-058D584AA66C}"/>
                  </a:ext>
                </a:extLst>
              </p:cNvPr>
              <p:cNvCxnSpPr/>
              <p:nvPr/>
            </p:nvCxnSpPr>
            <p:spPr bwMode="auto">
              <a:xfrm flipH="1">
                <a:off x="2894641" y="3971833"/>
                <a:ext cx="6350" cy="1269810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1022" name="Group 504">
                <a:extLst>
                  <a:ext uri="{FF2B5EF4-FFF2-40B4-BE49-F238E27FC236}">
                    <a16:creationId xmlns:a16="http://schemas.microsoft.com/office/drawing/2014/main" id="{87E38306-3DC6-B044-991D-BEE6F6FD2E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56416" y="3709935"/>
                <a:ext cx="1044712" cy="399063"/>
                <a:chOff x="2183302" y="1574638"/>
                <a:chExt cx="1200154" cy="430218"/>
              </a:xfrm>
            </p:grpSpPr>
            <p:sp>
              <p:nvSpPr>
                <p:cNvPr id="1023" name="Oval 1022">
                  <a:extLst>
                    <a:ext uri="{FF2B5EF4-FFF2-40B4-BE49-F238E27FC236}">
                      <a16:creationId xmlns:a16="http://schemas.microsoft.com/office/drawing/2014/main" id="{55E5FA1C-CAB4-8341-8DAA-EDAE9CFD84E2}"/>
                    </a:ext>
                  </a:extLst>
                </p:cNvPr>
                <p:cNvSpPr/>
                <p:nvPr/>
              </p:nvSpPr>
              <p:spPr bwMode="auto">
                <a:xfrm flipV="1">
                  <a:off x="2185125" y="1689286"/>
                  <a:ext cx="1196349" cy="31485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20000"/>
                        <a:lumOff val="80000"/>
                      </a:srgbClr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24" name="Rectangle 1023">
                  <a:extLst>
                    <a:ext uri="{FF2B5EF4-FFF2-40B4-BE49-F238E27FC236}">
                      <a16:creationId xmlns:a16="http://schemas.microsoft.com/office/drawing/2014/main" id="{44108165-9E65-5F4A-BAAB-C6ACE38D3C65}"/>
                    </a:ext>
                  </a:extLst>
                </p:cNvPr>
                <p:cNvSpPr/>
                <p:nvPr/>
              </p:nvSpPr>
              <p:spPr bwMode="auto">
                <a:xfrm>
                  <a:off x="2183302" y="1735489"/>
                  <a:ext cx="1198172" cy="112938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25" name="Oval 1024">
                  <a:extLst>
                    <a:ext uri="{FF2B5EF4-FFF2-40B4-BE49-F238E27FC236}">
                      <a16:creationId xmlns:a16="http://schemas.microsoft.com/office/drawing/2014/main" id="{5220D9A0-FC71-C848-AA4B-AC3EAD73DB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3302" y="1574638"/>
                  <a:ext cx="1196349" cy="314857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26" name="Freeform 1025">
                  <a:extLst>
                    <a:ext uri="{FF2B5EF4-FFF2-40B4-BE49-F238E27FC236}">
                      <a16:creationId xmlns:a16="http://schemas.microsoft.com/office/drawing/2014/main" id="{0E8501FC-8102-1648-8958-E425AC1A0FB8}"/>
                    </a:ext>
                  </a:extLst>
                </p:cNvPr>
                <p:cNvSpPr/>
                <p:nvPr/>
              </p:nvSpPr>
              <p:spPr bwMode="auto">
                <a:xfrm>
                  <a:off x="2489684" y="1670464"/>
                  <a:ext cx="581761" cy="157429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27" name="Freeform 1026">
                  <a:extLst>
                    <a:ext uri="{FF2B5EF4-FFF2-40B4-BE49-F238E27FC236}">
                      <a16:creationId xmlns:a16="http://schemas.microsoft.com/office/drawing/2014/main" id="{AF49A14A-FE33-EB4B-ADEA-BA7B348615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9501" y="1629396"/>
                  <a:ext cx="703949" cy="111226"/>
                </a:xfrm>
                <a:custGeom>
                  <a:avLst/>
                  <a:gdLst>
                    <a:gd name="T0" fmla="*/ 0 w 3723451"/>
                    <a:gd name="T1" fmla="*/ 27211 h 932950"/>
                    <a:gd name="T2" fmla="*/ 123865 w 3723451"/>
                    <a:gd name="T3" fmla="*/ 321 h 932950"/>
                    <a:gd name="T4" fmla="*/ 350850 w 3723451"/>
                    <a:gd name="T5" fmla="*/ 62061 h 932950"/>
                    <a:gd name="T6" fmla="*/ 567397 w 3723451"/>
                    <a:gd name="T7" fmla="*/ 0 h 932950"/>
                    <a:gd name="T8" fmla="*/ 703949 w 3723451"/>
                    <a:gd name="T9" fmla="*/ 24696 h 932950"/>
                    <a:gd name="T10" fmla="*/ 602354 w 3723451"/>
                    <a:gd name="T11" fmla="*/ 55064 h 932950"/>
                    <a:gd name="T12" fmla="*/ 569645 w 3723451"/>
                    <a:gd name="T13" fmla="*/ 46877 h 932950"/>
                    <a:gd name="T14" fmla="*/ 354838 w 3723451"/>
                    <a:gd name="T15" fmla="*/ 111226 h 932950"/>
                    <a:gd name="T16" fmla="*/ 134536 w 3723451"/>
                    <a:gd name="T17" fmla="*/ 49244 h 932950"/>
                    <a:gd name="T18" fmla="*/ 98918 w 3723451"/>
                    <a:gd name="T19" fmla="*/ 55934 h 932950"/>
                    <a:gd name="T20" fmla="*/ 0 w 3723451"/>
                    <a:gd name="T21" fmla="*/ 27211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28" name="Freeform 1027">
                  <a:extLst>
                    <a:ext uri="{FF2B5EF4-FFF2-40B4-BE49-F238E27FC236}">
                      <a16:creationId xmlns:a16="http://schemas.microsoft.com/office/drawing/2014/main" id="{FEBE179E-02E9-C64E-89FC-F45503783F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722" y="1723510"/>
                  <a:ext cx="257143" cy="95826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57143 w 1366596"/>
                    <a:gd name="T3" fmla="*/ 74047 h 809868"/>
                    <a:gd name="T4" fmla="*/ 162771 w 1366596"/>
                    <a:gd name="T5" fmla="*/ 95826 h 809868"/>
                    <a:gd name="T6" fmla="*/ 866 w 1366596"/>
                    <a:gd name="T7" fmla="*/ 50635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29" name="Freeform 1028">
                  <a:extLst>
                    <a:ext uri="{FF2B5EF4-FFF2-40B4-BE49-F238E27FC236}">
                      <a16:creationId xmlns:a16="http://schemas.microsoft.com/office/drawing/2014/main" id="{56DF1AAD-D538-1C44-A286-465AD81A04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6736" y="1725222"/>
                  <a:ext cx="255318" cy="94114"/>
                </a:xfrm>
                <a:custGeom>
                  <a:avLst/>
                  <a:gdLst>
                    <a:gd name="T0" fmla="*/ 251832 w 1348191"/>
                    <a:gd name="T1" fmla="*/ 0 h 791462"/>
                    <a:gd name="T2" fmla="*/ 255318 w 1348191"/>
                    <a:gd name="T3" fmla="*/ 45415 h 791462"/>
                    <a:gd name="T4" fmla="*/ 92368 w 1348191"/>
                    <a:gd name="T5" fmla="*/ 94114 h 791462"/>
                    <a:gd name="T6" fmla="*/ 0 w 1348191"/>
                    <a:gd name="T7" fmla="*/ 72774 h 791462"/>
                    <a:gd name="T8" fmla="*/ 251832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1030" name="Straight Connector 1029">
                  <a:extLst>
                    <a:ext uri="{FF2B5EF4-FFF2-40B4-BE49-F238E27FC236}">
                      <a16:creationId xmlns:a16="http://schemas.microsoft.com/office/drawing/2014/main" id="{60701F8E-3F5A-734C-A498-AA55BCD5CFE1}"/>
                    </a:ext>
                  </a:extLst>
                </p:cNvPr>
                <p:cNvCxnSpPr>
                  <a:cxnSpLocks noChangeShapeType="1"/>
                  <a:endCxn id="1025" idx="2"/>
                </p:cNvCxnSpPr>
                <p:nvPr/>
              </p:nvCxnSpPr>
              <p:spPr bwMode="auto">
                <a:xfrm flipH="1" flipV="1">
                  <a:off x="2183302" y="1732067"/>
                  <a:ext cx="1823" cy="121493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031" name="Straight Connector 1030">
                  <a:extLst>
                    <a:ext uri="{FF2B5EF4-FFF2-40B4-BE49-F238E27FC236}">
                      <a16:creationId xmlns:a16="http://schemas.microsoft.com/office/drawing/2014/main" id="{299ED768-B7C5-C447-A0CA-015C1D4D47F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81474" y="1728644"/>
                  <a:ext cx="1824" cy="121493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933" name="Group 29">
              <a:extLst>
                <a:ext uri="{FF2B5EF4-FFF2-40B4-BE49-F238E27FC236}">
                  <a16:creationId xmlns:a16="http://schemas.microsoft.com/office/drawing/2014/main" id="{BE1E7CEF-FBEC-2040-A3E0-0EBB60746A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66154" y="3862335"/>
              <a:ext cx="514350" cy="1670050"/>
              <a:chOff x="3566154" y="3862335"/>
              <a:chExt cx="514350" cy="1670050"/>
            </a:xfrm>
          </p:grpSpPr>
          <p:sp>
            <p:nvSpPr>
              <p:cNvPr id="997" name="Rectangle 996">
                <a:extLst>
                  <a:ext uri="{FF2B5EF4-FFF2-40B4-BE49-F238E27FC236}">
                    <a16:creationId xmlns:a16="http://schemas.microsoft.com/office/drawing/2014/main" id="{7F242236-8B77-9144-8038-81B9BCAB1509}"/>
                  </a:ext>
                </a:extLst>
              </p:cNvPr>
              <p:cNvSpPr/>
              <p:nvPr/>
            </p:nvSpPr>
            <p:spPr bwMode="auto">
              <a:xfrm rot="10800000">
                <a:off x="3569201" y="3946092"/>
                <a:ext cx="498084" cy="628647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98" name="Straight Connector 997">
                <a:extLst>
                  <a:ext uri="{FF2B5EF4-FFF2-40B4-BE49-F238E27FC236}">
                    <a16:creationId xmlns:a16="http://schemas.microsoft.com/office/drawing/2014/main" id="{855E433C-9E28-D243-A7F8-5DC166631717}"/>
                  </a:ext>
                </a:extLst>
              </p:cNvPr>
              <p:cNvCxnSpPr/>
              <p:nvPr/>
            </p:nvCxnSpPr>
            <p:spPr bwMode="auto">
              <a:xfrm flipH="1">
                <a:off x="4078916" y="4019450"/>
                <a:ext cx="1587" cy="1365045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99" name="Group 552">
                <a:extLst>
                  <a:ext uri="{FF2B5EF4-FFF2-40B4-BE49-F238E27FC236}">
                    <a16:creationId xmlns:a16="http://schemas.microsoft.com/office/drawing/2014/main" id="{2095E3B0-B1DF-9747-A4B6-739AFCB17C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71302" y="5310688"/>
                <a:ext cx="507588" cy="221697"/>
                <a:chOff x="4128636" y="3606589"/>
                <a:chExt cx="568145" cy="338667"/>
              </a:xfrm>
            </p:grpSpPr>
            <p:sp>
              <p:nvSpPr>
                <p:cNvPr id="1012" name="Oval 1011">
                  <a:extLst>
                    <a:ext uri="{FF2B5EF4-FFF2-40B4-BE49-F238E27FC236}">
                      <a16:creationId xmlns:a16="http://schemas.microsoft.com/office/drawing/2014/main" id="{77BE98D0-B8F8-0542-81BA-550DCDDBED58}"/>
                    </a:ext>
                  </a:extLst>
                </p:cNvPr>
                <p:cNvSpPr/>
                <p:nvPr/>
              </p:nvSpPr>
              <p:spPr>
                <a:xfrm>
                  <a:off x="4128204" y="3719337"/>
                  <a:ext cx="568606" cy="225500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13" name="Rectangle 1012">
                  <a:extLst>
                    <a:ext uri="{FF2B5EF4-FFF2-40B4-BE49-F238E27FC236}">
                      <a16:creationId xmlns:a16="http://schemas.microsoft.com/office/drawing/2014/main" id="{FF81DF11-B403-0242-9BBF-4028E5002511}"/>
                    </a:ext>
                  </a:extLst>
                </p:cNvPr>
                <p:cNvSpPr/>
                <p:nvPr/>
              </p:nvSpPr>
              <p:spPr>
                <a:xfrm>
                  <a:off x="4128204" y="3719337"/>
                  <a:ext cx="568606" cy="111537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14" name="Oval 1013">
                  <a:extLst>
                    <a:ext uri="{FF2B5EF4-FFF2-40B4-BE49-F238E27FC236}">
                      <a16:creationId xmlns:a16="http://schemas.microsoft.com/office/drawing/2014/main" id="{DA7CD07E-7BFA-EA40-A63C-19BD545F9FBB}"/>
                    </a:ext>
                  </a:extLst>
                </p:cNvPr>
                <p:cNvSpPr/>
                <p:nvPr/>
              </p:nvSpPr>
              <p:spPr>
                <a:xfrm>
                  <a:off x="4128204" y="3600527"/>
                  <a:ext cx="568606" cy="230348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15" name="Straight Connector 1014">
                  <a:extLst>
                    <a:ext uri="{FF2B5EF4-FFF2-40B4-BE49-F238E27FC236}">
                      <a16:creationId xmlns:a16="http://schemas.microsoft.com/office/drawing/2014/main" id="{B2F8B11B-A555-1F4E-A7E6-540E16F7A0A8}"/>
                    </a:ext>
                  </a:extLst>
                </p:cNvPr>
                <p:cNvCxnSpPr/>
                <p:nvPr/>
              </p:nvCxnSpPr>
              <p:spPr>
                <a:xfrm>
                  <a:off x="4696810" y="3719337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1016" name="Straight Connector 1015">
                  <a:extLst>
                    <a:ext uri="{FF2B5EF4-FFF2-40B4-BE49-F238E27FC236}">
                      <a16:creationId xmlns:a16="http://schemas.microsoft.com/office/drawing/2014/main" id="{DC5D2573-EDE8-D044-BD08-61DD678EC15B}"/>
                    </a:ext>
                  </a:extLst>
                </p:cNvPr>
                <p:cNvCxnSpPr/>
                <p:nvPr/>
              </p:nvCxnSpPr>
              <p:spPr>
                <a:xfrm>
                  <a:off x="4128204" y="3719337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1000" name="Rectangle 999">
                <a:extLst>
                  <a:ext uri="{FF2B5EF4-FFF2-40B4-BE49-F238E27FC236}">
                    <a16:creationId xmlns:a16="http://schemas.microsoft.com/office/drawing/2014/main" id="{1CD2ADDF-DE6E-274D-9173-D493921DFE9F}"/>
                  </a:ext>
                </a:extLst>
              </p:cNvPr>
              <p:cNvSpPr/>
              <p:nvPr/>
            </p:nvSpPr>
            <p:spPr bwMode="auto">
              <a:xfrm>
                <a:off x="3572503" y="4574992"/>
                <a:ext cx="496888" cy="812678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01" name="Straight Connector 1000">
                <a:extLst>
                  <a:ext uri="{FF2B5EF4-FFF2-40B4-BE49-F238E27FC236}">
                    <a16:creationId xmlns:a16="http://schemas.microsoft.com/office/drawing/2014/main" id="{3926DE25-E9FB-D540-98B7-27C7DBB56A43}"/>
                  </a:ext>
                </a:extLst>
              </p:cNvPr>
              <p:cNvCxnSpPr/>
              <p:nvPr/>
            </p:nvCxnSpPr>
            <p:spPr bwMode="auto">
              <a:xfrm flipH="1">
                <a:off x="3566153" y="4027387"/>
                <a:ext cx="3175" cy="1450757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1002" name="Group 538">
                <a:extLst>
                  <a:ext uri="{FF2B5EF4-FFF2-40B4-BE49-F238E27FC236}">
                    <a16:creationId xmlns:a16="http://schemas.microsoft.com/office/drawing/2014/main" id="{FA32E138-3569-9943-8F38-8BFBBEE94E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68667" y="3862335"/>
                <a:ext cx="503828" cy="248249"/>
                <a:chOff x="2183302" y="1564542"/>
                <a:chExt cx="1200154" cy="440314"/>
              </a:xfrm>
            </p:grpSpPr>
            <p:sp>
              <p:nvSpPr>
                <p:cNvPr id="1003" name="Oval 1002">
                  <a:extLst>
                    <a:ext uri="{FF2B5EF4-FFF2-40B4-BE49-F238E27FC236}">
                      <a16:creationId xmlns:a16="http://schemas.microsoft.com/office/drawing/2014/main" id="{172BF76E-3582-364D-ACA4-688518FFF091}"/>
                    </a:ext>
                  </a:extLst>
                </p:cNvPr>
                <p:cNvSpPr/>
                <p:nvPr/>
              </p:nvSpPr>
              <p:spPr bwMode="auto">
                <a:xfrm flipV="1">
                  <a:off x="2188659" y="1691189"/>
                  <a:ext cx="1194966" cy="31249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04" name="Rectangle 1003">
                  <a:extLst>
                    <a:ext uri="{FF2B5EF4-FFF2-40B4-BE49-F238E27FC236}">
                      <a16:creationId xmlns:a16="http://schemas.microsoft.com/office/drawing/2014/main" id="{3A78A2F4-E393-6E42-BE3F-0FCA6714AEB4}"/>
                    </a:ext>
                  </a:extLst>
                </p:cNvPr>
                <p:cNvSpPr/>
                <p:nvPr/>
              </p:nvSpPr>
              <p:spPr bwMode="auto">
                <a:xfrm>
                  <a:off x="2184877" y="1736233"/>
                  <a:ext cx="1198749" cy="112612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05" name="Oval 1004">
                  <a:extLst>
                    <a:ext uri="{FF2B5EF4-FFF2-40B4-BE49-F238E27FC236}">
                      <a16:creationId xmlns:a16="http://schemas.microsoft.com/office/drawing/2014/main" id="{940143FD-143D-914C-BE2C-37F2F665D2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4877" y="1564501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06" name="Freeform 1005">
                  <a:extLst>
                    <a:ext uri="{FF2B5EF4-FFF2-40B4-BE49-F238E27FC236}">
                      <a16:creationId xmlns:a16="http://schemas.microsoft.com/office/drawing/2014/main" id="{E3E8B10C-6B82-EC4C-A959-82D1FA770D43}"/>
                    </a:ext>
                  </a:extLst>
                </p:cNvPr>
                <p:cNvSpPr/>
                <p:nvPr/>
              </p:nvSpPr>
              <p:spPr bwMode="auto">
                <a:xfrm>
                  <a:off x="2491182" y="1671482"/>
                  <a:ext cx="582357" cy="15484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07" name="Freeform 1006">
                  <a:extLst>
                    <a:ext uri="{FF2B5EF4-FFF2-40B4-BE49-F238E27FC236}">
                      <a16:creationId xmlns:a16="http://schemas.microsoft.com/office/drawing/2014/main" id="{0B23900C-40C2-5447-A8A5-DB9E4C1FBD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678" y="1629252"/>
                  <a:ext cx="703366" cy="109797"/>
                </a:xfrm>
                <a:custGeom>
                  <a:avLst/>
                  <a:gdLst>
                    <a:gd name="T0" fmla="*/ 0 w 3723451"/>
                    <a:gd name="T1" fmla="*/ 26862 h 932950"/>
                    <a:gd name="T2" fmla="*/ 123762 w 3723451"/>
                    <a:gd name="T3" fmla="*/ 317 h 932950"/>
                    <a:gd name="T4" fmla="*/ 350560 w 3723451"/>
                    <a:gd name="T5" fmla="*/ 61264 h 932950"/>
                    <a:gd name="T6" fmla="*/ 566927 w 3723451"/>
                    <a:gd name="T7" fmla="*/ 0 h 932950"/>
                    <a:gd name="T8" fmla="*/ 703366 w 3723451"/>
                    <a:gd name="T9" fmla="*/ 24379 h 932950"/>
                    <a:gd name="T10" fmla="*/ 601856 w 3723451"/>
                    <a:gd name="T11" fmla="*/ 54357 h 932950"/>
                    <a:gd name="T12" fmla="*/ 569173 w 3723451"/>
                    <a:gd name="T13" fmla="*/ 46275 h 932950"/>
                    <a:gd name="T14" fmla="*/ 354544 w 3723451"/>
                    <a:gd name="T15" fmla="*/ 109797 h 932950"/>
                    <a:gd name="T16" fmla="*/ 134425 w 3723451"/>
                    <a:gd name="T17" fmla="*/ 48612 h 932950"/>
                    <a:gd name="T18" fmla="*/ 98836 w 3723451"/>
                    <a:gd name="T19" fmla="*/ 55215 h 932950"/>
                    <a:gd name="T20" fmla="*/ 0 w 3723451"/>
                    <a:gd name="T21" fmla="*/ 26862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08" name="Freeform 1007">
                  <a:extLst>
                    <a:ext uri="{FF2B5EF4-FFF2-40B4-BE49-F238E27FC236}">
                      <a16:creationId xmlns:a16="http://schemas.microsoft.com/office/drawing/2014/main" id="{8EDB510B-0DD2-AE4F-82C5-7A7D8DC924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025" y="1722158"/>
                  <a:ext cx="260925" cy="95720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925 w 1366596"/>
                    <a:gd name="T3" fmla="*/ 73965 h 809868"/>
                    <a:gd name="T4" fmla="*/ 165165 w 1366596"/>
                    <a:gd name="T5" fmla="*/ 95720 h 809868"/>
                    <a:gd name="T6" fmla="*/ 878 w 1366596"/>
                    <a:gd name="T7" fmla="*/ 50579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09" name="Freeform 1008">
                  <a:extLst>
                    <a:ext uri="{FF2B5EF4-FFF2-40B4-BE49-F238E27FC236}">
                      <a16:creationId xmlns:a16="http://schemas.microsoft.com/office/drawing/2014/main" id="{8DBE17FA-57C2-EB4B-A9B7-514F4336E2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9332" y="1724972"/>
                  <a:ext cx="253364" cy="95720"/>
                </a:xfrm>
                <a:custGeom>
                  <a:avLst/>
                  <a:gdLst>
                    <a:gd name="T0" fmla="*/ 249905 w 1348191"/>
                    <a:gd name="T1" fmla="*/ 0 h 791462"/>
                    <a:gd name="T2" fmla="*/ 253364 w 1348191"/>
                    <a:gd name="T3" fmla="*/ 46190 h 791462"/>
                    <a:gd name="T4" fmla="*/ 91661 w 1348191"/>
                    <a:gd name="T5" fmla="*/ 95720 h 791462"/>
                    <a:gd name="T6" fmla="*/ 0 w 1348191"/>
                    <a:gd name="T7" fmla="*/ 74016 h 791462"/>
                    <a:gd name="T8" fmla="*/ 249905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1010" name="Straight Connector 1009">
                  <a:extLst>
                    <a:ext uri="{FF2B5EF4-FFF2-40B4-BE49-F238E27FC236}">
                      <a16:creationId xmlns:a16="http://schemas.microsoft.com/office/drawing/2014/main" id="{6D72BFF1-097B-E940-AAD0-E8A2E1D2A096}"/>
                    </a:ext>
                  </a:extLst>
                </p:cNvPr>
                <p:cNvCxnSpPr>
                  <a:cxnSpLocks noChangeShapeType="1"/>
                  <a:endCxn id="1005" idx="2"/>
                </p:cNvCxnSpPr>
                <p:nvPr/>
              </p:nvCxnSpPr>
              <p:spPr bwMode="auto">
                <a:xfrm flipH="1" flipV="1">
                  <a:off x="2184877" y="1722158"/>
                  <a:ext cx="3783" cy="121057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011" name="Straight Connector 1010">
                  <a:extLst>
                    <a:ext uri="{FF2B5EF4-FFF2-40B4-BE49-F238E27FC236}">
                      <a16:creationId xmlns:a16="http://schemas.microsoft.com/office/drawing/2014/main" id="{088863E0-982B-8A4D-853F-851CE3F1F14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42" y="1727788"/>
                  <a:ext cx="3783" cy="121057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934" name="Group 30">
              <a:extLst>
                <a:ext uri="{FF2B5EF4-FFF2-40B4-BE49-F238E27FC236}">
                  <a16:creationId xmlns:a16="http://schemas.microsoft.com/office/drawing/2014/main" id="{B108AACE-03DC-254D-AC34-727FF075B8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8791" y="3867098"/>
              <a:ext cx="514350" cy="1670050"/>
              <a:chOff x="4348791" y="3867098"/>
              <a:chExt cx="514350" cy="1670050"/>
            </a:xfrm>
          </p:grpSpPr>
          <p:sp>
            <p:nvSpPr>
              <p:cNvPr id="977" name="Rectangle 976">
                <a:extLst>
                  <a:ext uri="{FF2B5EF4-FFF2-40B4-BE49-F238E27FC236}">
                    <a16:creationId xmlns:a16="http://schemas.microsoft.com/office/drawing/2014/main" id="{B0F9C3E9-A467-3F42-B81A-4399A9B977B8}"/>
                  </a:ext>
                </a:extLst>
              </p:cNvPr>
              <p:cNvSpPr/>
              <p:nvPr/>
            </p:nvSpPr>
            <p:spPr bwMode="auto">
              <a:xfrm rot="10800000">
                <a:off x="4351838" y="3950855"/>
                <a:ext cx="498084" cy="628647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78" name="Straight Connector 977">
                <a:extLst>
                  <a:ext uri="{FF2B5EF4-FFF2-40B4-BE49-F238E27FC236}">
                    <a16:creationId xmlns:a16="http://schemas.microsoft.com/office/drawing/2014/main" id="{20B4E373-A127-2049-BBD2-5D8AFBDD7F00}"/>
                  </a:ext>
                </a:extLst>
              </p:cNvPr>
              <p:cNvCxnSpPr/>
              <p:nvPr/>
            </p:nvCxnSpPr>
            <p:spPr bwMode="auto">
              <a:xfrm flipH="1">
                <a:off x="4861553" y="4024212"/>
                <a:ext cx="1588" cy="1365045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79" name="Group 580">
                <a:extLst>
                  <a:ext uri="{FF2B5EF4-FFF2-40B4-BE49-F238E27FC236}">
                    <a16:creationId xmlns:a16="http://schemas.microsoft.com/office/drawing/2014/main" id="{3A9D8F64-E0EA-B742-94C4-1BEB4135EA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53939" y="5315451"/>
                <a:ext cx="507588" cy="221697"/>
                <a:chOff x="4128636" y="3606589"/>
                <a:chExt cx="568145" cy="338667"/>
              </a:xfrm>
            </p:grpSpPr>
            <p:sp>
              <p:nvSpPr>
                <p:cNvPr id="992" name="Oval 991">
                  <a:extLst>
                    <a:ext uri="{FF2B5EF4-FFF2-40B4-BE49-F238E27FC236}">
                      <a16:creationId xmlns:a16="http://schemas.microsoft.com/office/drawing/2014/main" id="{74425C53-433E-6F47-8B0C-9F4C8E916E2E}"/>
                    </a:ext>
                  </a:extLst>
                </p:cNvPr>
                <p:cNvSpPr/>
                <p:nvPr/>
              </p:nvSpPr>
              <p:spPr>
                <a:xfrm>
                  <a:off x="4128204" y="3719336"/>
                  <a:ext cx="568606" cy="225498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93" name="Rectangle 992">
                  <a:extLst>
                    <a:ext uri="{FF2B5EF4-FFF2-40B4-BE49-F238E27FC236}">
                      <a16:creationId xmlns:a16="http://schemas.microsoft.com/office/drawing/2014/main" id="{A0400564-35E9-0947-9C64-641EDF9EEAFA}"/>
                    </a:ext>
                  </a:extLst>
                </p:cNvPr>
                <p:cNvSpPr/>
                <p:nvPr/>
              </p:nvSpPr>
              <p:spPr>
                <a:xfrm>
                  <a:off x="4128204" y="3719336"/>
                  <a:ext cx="568606" cy="111537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94" name="Oval 993">
                  <a:extLst>
                    <a:ext uri="{FF2B5EF4-FFF2-40B4-BE49-F238E27FC236}">
                      <a16:creationId xmlns:a16="http://schemas.microsoft.com/office/drawing/2014/main" id="{56DE4CA9-0BD6-4744-AD30-73684267516E}"/>
                    </a:ext>
                  </a:extLst>
                </p:cNvPr>
                <p:cNvSpPr/>
                <p:nvPr/>
              </p:nvSpPr>
              <p:spPr>
                <a:xfrm>
                  <a:off x="4128204" y="3600524"/>
                  <a:ext cx="568606" cy="230349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95" name="Straight Connector 994">
                  <a:extLst>
                    <a:ext uri="{FF2B5EF4-FFF2-40B4-BE49-F238E27FC236}">
                      <a16:creationId xmlns:a16="http://schemas.microsoft.com/office/drawing/2014/main" id="{0A9628A0-82B0-154A-AC0C-91A2584C6F9D}"/>
                    </a:ext>
                  </a:extLst>
                </p:cNvPr>
                <p:cNvCxnSpPr/>
                <p:nvPr/>
              </p:nvCxnSpPr>
              <p:spPr>
                <a:xfrm>
                  <a:off x="4696810" y="3719336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96" name="Straight Connector 995">
                  <a:extLst>
                    <a:ext uri="{FF2B5EF4-FFF2-40B4-BE49-F238E27FC236}">
                      <a16:creationId xmlns:a16="http://schemas.microsoft.com/office/drawing/2014/main" id="{88F83DD9-96B0-3640-BF70-6737E76C9760}"/>
                    </a:ext>
                  </a:extLst>
                </p:cNvPr>
                <p:cNvCxnSpPr/>
                <p:nvPr/>
              </p:nvCxnSpPr>
              <p:spPr>
                <a:xfrm>
                  <a:off x="4128204" y="3719336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980" name="Rectangle 979">
                <a:extLst>
                  <a:ext uri="{FF2B5EF4-FFF2-40B4-BE49-F238E27FC236}">
                    <a16:creationId xmlns:a16="http://schemas.microsoft.com/office/drawing/2014/main" id="{F00ED881-B944-FC48-9E88-0D81D2145925}"/>
                  </a:ext>
                </a:extLst>
              </p:cNvPr>
              <p:cNvSpPr/>
              <p:nvPr/>
            </p:nvSpPr>
            <p:spPr bwMode="auto">
              <a:xfrm>
                <a:off x="4355141" y="4579754"/>
                <a:ext cx="496887" cy="812678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81" name="Straight Connector 980">
                <a:extLst>
                  <a:ext uri="{FF2B5EF4-FFF2-40B4-BE49-F238E27FC236}">
                    <a16:creationId xmlns:a16="http://schemas.microsoft.com/office/drawing/2014/main" id="{7CCAB184-9AE2-7B4C-80D2-9640964D0371}"/>
                  </a:ext>
                </a:extLst>
              </p:cNvPr>
              <p:cNvCxnSpPr/>
              <p:nvPr/>
            </p:nvCxnSpPr>
            <p:spPr bwMode="auto">
              <a:xfrm flipH="1">
                <a:off x="4348791" y="4032148"/>
                <a:ext cx="3175" cy="1450757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82" name="Group 568">
                <a:extLst>
                  <a:ext uri="{FF2B5EF4-FFF2-40B4-BE49-F238E27FC236}">
                    <a16:creationId xmlns:a16="http://schemas.microsoft.com/office/drawing/2014/main" id="{2939B129-2D0A-934E-82CE-DFAE38C58E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51304" y="3867098"/>
                <a:ext cx="503828" cy="248249"/>
                <a:chOff x="2183302" y="1564542"/>
                <a:chExt cx="1200154" cy="440314"/>
              </a:xfrm>
            </p:grpSpPr>
            <p:sp>
              <p:nvSpPr>
                <p:cNvPr id="983" name="Oval 982">
                  <a:extLst>
                    <a:ext uri="{FF2B5EF4-FFF2-40B4-BE49-F238E27FC236}">
                      <a16:creationId xmlns:a16="http://schemas.microsoft.com/office/drawing/2014/main" id="{6A8F745B-1D4E-4F4F-BEFA-6144E5BDE2F6}"/>
                    </a:ext>
                  </a:extLst>
                </p:cNvPr>
                <p:cNvSpPr/>
                <p:nvPr/>
              </p:nvSpPr>
              <p:spPr bwMode="auto">
                <a:xfrm flipV="1">
                  <a:off x="2188659" y="1691187"/>
                  <a:ext cx="1194966" cy="31249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84" name="Rectangle 983">
                  <a:extLst>
                    <a:ext uri="{FF2B5EF4-FFF2-40B4-BE49-F238E27FC236}">
                      <a16:creationId xmlns:a16="http://schemas.microsoft.com/office/drawing/2014/main" id="{9C90A1F3-B2A8-9548-8E8B-D7BD57307905}"/>
                    </a:ext>
                  </a:extLst>
                </p:cNvPr>
                <p:cNvSpPr/>
                <p:nvPr/>
              </p:nvSpPr>
              <p:spPr bwMode="auto">
                <a:xfrm>
                  <a:off x="2184879" y="1736232"/>
                  <a:ext cx="1198746" cy="112612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85" name="Oval 984">
                  <a:extLst>
                    <a:ext uri="{FF2B5EF4-FFF2-40B4-BE49-F238E27FC236}">
                      <a16:creationId xmlns:a16="http://schemas.microsoft.com/office/drawing/2014/main" id="{629F401F-84D1-3A47-827D-8D943652DA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4879" y="1564498"/>
                  <a:ext cx="1194966" cy="312499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86" name="Freeform 985">
                  <a:extLst>
                    <a:ext uri="{FF2B5EF4-FFF2-40B4-BE49-F238E27FC236}">
                      <a16:creationId xmlns:a16="http://schemas.microsoft.com/office/drawing/2014/main" id="{FF593AC5-08BE-8844-905E-205731B1D7EF}"/>
                    </a:ext>
                  </a:extLst>
                </p:cNvPr>
                <p:cNvSpPr/>
                <p:nvPr/>
              </p:nvSpPr>
              <p:spPr bwMode="auto">
                <a:xfrm>
                  <a:off x="2491182" y="1671479"/>
                  <a:ext cx="582357" cy="154842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87" name="Freeform 986">
                  <a:extLst>
                    <a:ext uri="{FF2B5EF4-FFF2-40B4-BE49-F238E27FC236}">
                      <a16:creationId xmlns:a16="http://schemas.microsoft.com/office/drawing/2014/main" id="{F0D77977-1A67-AA45-AB94-A8428B0612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678" y="1629250"/>
                  <a:ext cx="703366" cy="109796"/>
                </a:xfrm>
                <a:custGeom>
                  <a:avLst/>
                  <a:gdLst>
                    <a:gd name="T0" fmla="*/ 0 w 3723451"/>
                    <a:gd name="T1" fmla="*/ 26862 h 932950"/>
                    <a:gd name="T2" fmla="*/ 123762 w 3723451"/>
                    <a:gd name="T3" fmla="*/ 317 h 932950"/>
                    <a:gd name="T4" fmla="*/ 350560 w 3723451"/>
                    <a:gd name="T5" fmla="*/ 61263 h 932950"/>
                    <a:gd name="T6" fmla="*/ 566927 w 3723451"/>
                    <a:gd name="T7" fmla="*/ 0 h 932950"/>
                    <a:gd name="T8" fmla="*/ 703366 w 3723451"/>
                    <a:gd name="T9" fmla="*/ 24379 h 932950"/>
                    <a:gd name="T10" fmla="*/ 601856 w 3723451"/>
                    <a:gd name="T11" fmla="*/ 54357 h 932950"/>
                    <a:gd name="T12" fmla="*/ 569173 w 3723451"/>
                    <a:gd name="T13" fmla="*/ 46274 h 932950"/>
                    <a:gd name="T14" fmla="*/ 354544 w 3723451"/>
                    <a:gd name="T15" fmla="*/ 109796 h 932950"/>
                    <a:gd name="T16" fmla="*/ 134425 w 3723451"/>
                    <a:gd name="T17" fmla="*/ 48611 h 932950"/>
                    <a:gd name="T18" fmla="*/ 98836 w 3723451"/>
                    <a:gd name="T19" fmla="*/ 55215 h 932950"/>
                    <a:gd name="T20" fmla="*/ 0 w 3723451"/>
                    <a:gd name="T21" fmla="*/ 26862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88" name="Freeform 987">
                  <a:extLst>
                    <a:ext uri="{FF2B5EF4-FFF2-40B4-BE49-F238E27FC236}">
                      <a16:creationId xmlns:a16="http://schemas.microsoft.com/office/drawing/2014/main" id="{4A24255A-B649-9D44-AB80-CACD0B0D1B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025" y="1722154"/>
                  <a:ext cx="260927" cy="95720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927 w 1366596"/>
                    <a:gd name="T3" fmla="*/ 73965 h 809868"/>
                    <a:gd name="T4" fmla="*/ 165166 w 1366596"/>
                    <a:gd name="T5" fmla="*/ 95720 h 809868"/>
                    <a:gd name="T6" fmla="*/ 878 w 1366596"/>
                    <a:gd name="T7" fmla="*/ 50579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89" name="Freeform 988">
                  <a:extLst>
                    <a:ext uri="{FF2B5EF4-FFF2-40B4-BE49-F238E27FC236}">
                      <a16:creationId xmlns:a16="http://schemas.microsoft.com/office/drawing/2014/main" id="{21311582-6B5F-4441-B6D0-5D1DEBA1CB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9334" y="1724970"/>
                  <a:ext cx="253362" cy="95720"/>
                </a:xfrm>
                <a:custGeom>
                  <a:avLst/>
                  <a:gdLst>
                    <a:gd name="T0" fmla="*/ 249903 w 1348191"/>
                    <a:gd name="T1" fmla="*/ 0 h 791462"/>
                    <a:gd name="T2" fmla="*/ 253362 w 1348191"/>
                    <a:gd name="T3" fmla="*/ 46190 h 791462"/>
                    <a:gd name="T4" fmla="*/ 91660 w 1348191"/>
                    <a:gd name="T5" fmla="*/ 95720 h 791462"/>
                    <a:gd name="T6" fmla="*/ 0 w 1348191"/>
                    <a:gd name="T7" fmla="*/ 74016 h 791462"/>
                    <a:gd name="T8" fmla="*/ 249903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990" name="Straight Connector 989">
                  <a:extLst>
                    <a:ext uri="{FF2B5EF4-FFF2-40B4-BE49-F238E27FC236}">
                      <a16:creationId xmlns:a16="http://schemas.microsoft.com/office/drawing/2014/main" id="{C0FC5468-8C4C-AB42-AC33-6B20FED82305}"/>
                    </a:ext>
                  </a:extLst>
                </p:cNvPr>
                <p:cNvCxnSpPr>
                  <a:cxnSpLocks noChangeShapeType="1"/>
                  <a:endCxn id="985" idx="2"/>
                </p:cNvCxnSpPr>
                <p:nvPr/>
              </p:nvCxnSpPr>
              <p:spPr bwMode="auto">
                <a:xfrm flipH="1" flipV="1">
                  <a:off x="2184879" y="1722154"/>
                  <a:ext cx="3780" cy="121059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91" name="Straight Connector 990">
                  <a:extLst>
                    <a:ext uri="{FF2B5EF4-FFF2-40B4-BE49-F238E27FC236}">
                      <a16:creationId xmlns:a16="http://schemas.microsoft.com/office/drawing/2014/main" id="{0641688B-D837-D241-8726-C138E7CF244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45" y="1727785"/>
                  <a:ext cx="3780" cy="121059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935" name="Group 48257">
              <a:extLst>
                <a:ext uri="{FF2B5EF4-FFF2-40B4-BE49-F238E27FC236}">
                  <a16:creationId xmlns:a16="http://schemas.microsoft.com/office/drawing/2014/main" id="{DFD8AD38-F69C-AE4E-A7C6-58BC92264C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52116" y="3849635"/>
              <a:ext cx="514350" cy="1670050"/>
              <a:chOff x="5552116" y="3849635"/>
              <a:chExt cx="514350" cy="1670050"/>
            </a:xfrm>
          </p:grpSpPr>
          <p:sp>
            <p:nvSpPr>
              <p:cNvPr id="957" name="Rectangle 956">
                <a:extLst>
                  <a:ext uri="{FF2B5EF4-FFF2-40B4-BE49-F238E27FC236}">
                    <a16:creationId xmlns:a16="http://schemas.microsoft.com/office/drawing/2014/main" id="{B13372F6-7422-A24B-A223-1174A9270D3C}"/>
                  </a:ext>
                </a:extLst>
              </p:cNvPr>
              <p:cNvSpPr/>
              <p:nvPr/>
            </p:nvSpPr>
            <p:spPr bwMode="auto">
              <a:xfrm rot="10800000">
                <a:off x="5555163" y="3933392"/>
                <a:ext cx="498084" cy="628647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58" name="Straight Connector 957">
                <a:extLst>
                  <a:ext uri="{FF2B5EF4-FFF2-40B4-BE49-F238E27FC236}">
                    <a16:creationId xmlns:a16="http://schemas.microsoft.com/office/drawing/2014/main" id="{E33D11D1-8D4D-F14F-B9FC-6D2FB093890B}"/>
                  </a:ext>
                </a:extLst>
              </p:cNvPr>
              <p:cNvCxnSpPr/>
              <p:nvPr/>
            </p:nvCxnSpPr>
            <p:spPr bwMode="auto">
              <a:xfrm flipH="1">
                <a:off x="6064879" y="4006752"/>
                <a:ext cx="1588" cy="1365045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59" name="Group 607">
                <a:extLst>
                  <a:ext uri="{FF2B5EF4-FFF2-40B4-BE49-F238E27FC236}">
                    <a16:creationId xmlns:a16="http://schemas.microsoft.com/office/drawing/2014/main" id="{12AC3864-6986-E84A-85C7-6895574A88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57264" y="5297988"/>
                <a:ext cx="507588" cy="221697"/>
                <a:chOff x="4128636" y="3606589"/>
                <a:chExt cx="568145" cy="338667"/>
              </a:xfrm>
            </p:grpSpPr>
            <p:sp>
              <p:nvSpPr>
                <p:cNvPr id="972" name="Oval 971">
                  <a:extLst>
                    <a:ext uri="{FF2B5EF4-FFF2-40B4-BE49-F238E27FC236}">
                      <a16:creationId xmlns:a16="http://schemas.microsoft.com/office/drawing/2014/main" id="{1C323077-6C9C-1746-A411-C1B91269146D}"/>
                    </a:ext>
                  </a:extLst>
                </p:cNvPr>
                <p:cNvSpPr/>
                <p:nvPr/>
              </p:nvSpPr>
              <p:spPr>
                <a:xfrm>
                  <a:off x="4128205" y="3719341"/>
                  <a:ext cx="568606" cy="225500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73" name="Rectangle 972">
                  <a:extLst>
                    <a:ext uri="{FF2B5EF4-FFF2-40B4-BE49-F238E27FC236}">
                      <a16:creationId xmlns:a16="http://schemas.microsoft.com/office/drawing/2014/main" id="{EE440552-5BF2-324D-8F4B-CBBAD5E25F28}"/>
                    </a:ext>
                  </a:extLst>
                </p:cNvPr>
                <p:cNvSpPr/>
                <p:nvPr/>
              </p:nvSpPr>
              <p:spPr>
                <a:xfrm>
                  <a:off x="4128205" y="3719341"/>
                  <a:ext cx="568606" cy="111537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74" name="Oval 973">
                  <a:extLst>
                    <a:ext uri="{FF2B5EF4-FFF2-40B4-BE49-F238E27FC236}">
                      <a16:creationId xmlns:a16="http://schemas.microsoft.com/office/drawing/2014/main" id="{352AAEDD-5767-E14C-A897-289B1F7E9906}"/>
                    </a:ext>
                  </a:extLst>
                </p:cNvPr>
                <p:cNvSpPr/>
                <p:nvPr/>
              </p:nvSpPr>
              <p:spPr>
                <a:xfrm>
                  <a:off x="4128205" y="3600530"/>
                  <a:ext cx="568606" cy="230348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75" name="Straight Connector 974">
                  <a:extLst>
                    <a:ext uri="{FF2B5EF4-FFF2-40B4-BE49-F238E27FC236}">
                      <a16:creationId xmlns:a16="http://schemas.microsoft.com/office/drawing/2014/main" id="{703AA525-DABB-0145-AB73-1F4B2D918977}"/>
                    </a:ext>
                  </a:extLst>
                </p:cNvPr>
                <p:cNvCxnSpPr/>
                <p:nvPr/>
              </p:nvCxnSpPr>
              <p:spPr>
                <a:xfrm>
                  <a:off x="4696811" y="3719341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76" name="Straight Connector 975">
                  <a:extLst>
                    <a:ext uri="{FF2B5EF4-FFF2-40B4-BE49-F238E27FC236}">
                      <a16:creationId xmlns:a16="http://schemas.microsoft.com/office/drawing/2014/main" id="{4325B995-3B4C-0C4D-A71A-517823605523}"/>
                    </a:ext>
                  </a:extLst>
                </p:cNvPr>
                <p:cNvCxnSpPr/>
                <p:nvPr/>
              </p:nvCxnSpPr>
              <p:spPr>
                <a:xfrm>
                  <a:off x="4128205" y="3719341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960" name="Rectangle 959">
                <a:extLst>
                  <a:ext uri="{FF2B5EF4-FFF2-40B4-BE49-F238E27FC236}">
                    <a16:creationId xmlns:a16="http://schemas.microsoft.com/office/drawing/2014/main" id="{67DB7B11-56CE-334A-ADC8-5DC41B2B2B31}"/>
                  </a:ext>
                </a:extLst>
              </p:cNvPr>
              <p:cNvSpPr/>
              <p:nvPr/>
            </p:nvSpPr>
            <p:spPr bwMode="auto">
              <a:xfrm>
                <a:off x="5558467" y="4562294"/>
                <a:ext cx="496887" cy="812678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61" name="Straight Connector 960">
                <a:extLst>
                  <a:ext uri="{FF2B5EF4-FFF2-40B4-BE49-F238E27FC236}">
                    <a16:creationId xmlns:a16="http://schemas.microsoft.com/office/drawing/2014/main" id="{A04F27FE-A553-BA4D-8784-D3F9D239406C}"/>
                  </a:ext>
                </a:extLst>
              </p:cNvPr>
              <p:cNvCxnSpPr/>
              <p:nvPr/>
            </p:nvCxnSpPr>
            <p:spPr bwMode="auto">
              <a:xfrm flipH="1">
                <a:off x="5552117" y="4014689"/>
                <a:ext cx="3175" cy="1450757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62" name="Group 595">
                <a:extLst>
                  <a:ext uri="{FF2B5EF4-FFF2-40B4-BE49-F238E27FC236}">
                    <a16:creationId xmlns:a16="http://schemas.microsoft.com/office/drawing/2014/main" id="{7A9DFB75-AD21-E042-816D-12C833D0B1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54629" y="3849635"/>
                <a:ext cx="503828" cy="248249"/>
                <a:chOff x="2183302" y="1564542"/>
                <a:chExt cx="1200154" cy="440314"/>
              </a:xfrm>
            </p:grpSpPr>
            <p:sp>
              <p:nvSpPr>
                <p:cNvPr id="963" name="Oval 962">
                  <a:extLst>
                    <a:ext uri="{FF2B5EF4-FFF2-40B4-BE49-F238E27FC236}">
                      <a16:creationId xmlns:a16="http://schemas.microsoft.com/office/drawing/2014/main" id="{EBC1A268-4FE6-7C48-A7EB-5B88F961348E}"/>
                    </a:ext>
                  </a:extLst>
                </p:cNvPr>
                <p:cNvSpPr/>
                <p:nvPr/>
              </p:nvSpPr>
              <p:spPr bwMode="auto">
                <a:xfrm flipV="1">
                  <a:off x="2188662" y="1691192"/>
                  <a:ext cx="1194966" cy="31249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4" name="Rectangle 963">
                  <a:extLst>
                    <a:ext uri="{FF2B5EF4-FFF2-40B4-BE49-F238E27FC236}">
                      <a16:creationId xmlns:a16="http://schemas.microsoft.com/office/drawing/2014/main" id="{7E5BFB83-4F66-5340-A6C8-AE2EA6969B5D}"/>
                    </a:ext>
                  </a:extLst>
                </p:cNvPr>
                <p:cNvSpPr/>
                <p:nvPr/>
              </p:nvSpPr>
              <p:spPr bwMode="auto">
                <a:xfrm>
                  <a:off x="2184881" y="1736237"/>
                  <a:ext cx="1198746" cy="112612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5" name="Oval 964">
                  <a:extLst>
                    <a:ext uri="{FF2B5EF4-FFF2-40B4-BE49-F238E27FC236}">
                      <a16:creationId xmlns:a16="http://schemas.microsoft.com/office/drawing/2014/main" id="{835B3555-2BFA-4345-AEDE-3AFF012D16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4881" y="1564505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66" name="Freeform 965">
                  <a:extLst>
                    <a:ext uri="{FF2B5EF4-FFF2-40B4-BE49-F238E27FC236}">
                      <a16:creationId xmlns:a16="http://schemas.microsoft.com/office/drawing/2014/main" id="{9C54B396-F12D-CD4B-97BD-8CD97DC9CB69}"/>
                    </a:ext>
                  </a:extLst>
                </p:cNvPr>
                <p:cNvSpPr/>
                <p:nvPr/>
              </p:nvSpPr>
              <p:spPr bwMode="auto">
                <a:xfrm>
                  <a:off x="2491185" y="1671486"/>
                  <a:ext cx="582357" cy="15484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7" name="Freeform 966">
                  <a:extLst>
                    <a:ext uri="{FF2B5EF4-FFF2-40B4-BE49-F238E27FC236}">
                      <a16:creationId xmlns:a16="http://schemas.microsoft.com/office/drawing/2014/main" id="{74A5A762-7F2A-7146-9F8E-38B680D0FA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680" y="1629256"/>
                  <a:ext cx="703366" cy="109797"/>
                </a:xfrm>
                <a:custGeom>
                  <a:avLst/>
                  <a:gdLst>
                    <a:gd name="T0" fmla="*/ 0 w 3723451"/>
                    <a:gd name="T1" fmla="*/ 26862 h 932950"/>
                    <a:gd name="T2" fmla="*/ 123762 w 3723451"/>
                    <a:gd name="T3" fmla="*/ 317 h 932950"/>
                    <a:gd name="T4" fmla="*/ 350560 w 3723451"/>
                    <a:gd name="T5" fmla="*/ 61264 h 932950"/>
                    <a:gd name="T6" fmla="*/ 566927 w 3723451"/>
                    <a:gd name="T7" fmla="*/ 0 h 932950"/>
                    <a:gd name="T8" fmla="*/ 703366 w 3723451"/>
                    <a:gd name="T9" fmla="*/ 24379 h 932950"/>
                    <a:gd name="T10" fmla="*/ 601856 w 3723451"/>
                    <a:gd name="T11" fmla="*/ 54357 h 932950"/>
                    <a:gd name="T12" fmla="*/ 569173 w 3723451"/>
                    <a:gd name="T13" fmla="*/ 46275 h 932950"/>
                    <a:gd name="T14" fmla="*/ 354544 w 3723451"/>
                    <a:gd name="T15" fmla="*/ 109797 h 932950"/>
                    <a:gd name="T16" fmla="*/ 134425 w 3723451"/>
                    <a:gd name="T17" fmla="*/ 48612 h 932950"/>
                    <a:gd name="T18" fmla="*/ 98836 w 3723451"/>
                    <a:gd name="T19" fmla="*/ 55215 h 932950"/>
                    <a:gd name="T20" fmla="*/ 0 w 3723451"/>
                    <a:gd name="T21" fmla="*/ 26862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68" name="Freeform 967">
                  <a:extLst>
                    <a:ext uri="{FF2B5EF4-FFF2-40B4-BE49-F238E27FC236}">
                      <a16:creationId xmlns:a16="http://schemas.microsoft.com/office/drawing/2014/main" id="{2A01FA01-3AF8-6C49-B347-15EC8DD1FC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028" y="1722161"/>
                  <a:ext cx="260927" cy="95720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927 w 1366596"/>
                    <a:gd name="T3" fmla="*/ 73965 h 809868"/>
                    <a:gd name="T4" fmla="*/ 165166 w 1366596"/>
                    <a:gd name="T5" fmla="*/ 95720 h 809868"/>
                    <a:gd name="T6" fmla="*/ 878 w 1366596"/>
                    <a:gd name="T7" fmla="*/ 50579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69" name="Freeform 968">
                  <a:extLst>
                    <a:ext uri="{FF2B5EF4-FFF2-40B4-BE49-F238E27FC236}">
                      <a16:creationId xmlns:a16="http://schemas.microsoft.com/office/drawing/2014/main" id="{45B074FE-A579-4E44-9C72-7EC6937937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9337" y="1724976"/>
                  <a:ext cx="253362" cy="95720"/>
                </a:xfrm>
                <a:custGeom>
                  <a:avLst/>
                  <a:gdLst>
                    <a:gd name="T0" fmla="*/ 249903 w 1348191"/>
                    <a:gd name="T1" fmla="*/ 0 h 791462"/>
                    <a:gd name="T2" fmla="*/ 253362 w 1348191"/>
                    <a:gd name="T3" fmla="*/ 46190 h 791462"/>
                    <a:gd name="T4" fmla="*/ 91660 w 1348191"/>
                    <a:gd name="T5" fmla="*/ 95720 h 791462"/>
                    <a:gd name="T6" fmla="*/ 0 w 1348191"/>
                    <a:gd name="T7" fmla="*/ 74016 h 791462"/>
                    <a:gd name="T8" fmla="*/ 249903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970" name="Straight Connector 969">
                  <a:extLst>
                    <a:ext uri="{FF2B5EF4-FFF2-40B4-BE49-F238E27FC236}">
                      <a16:creationId xmlns:a16="http://schemas.microsoft.com/office/drawing/2014/main" id="{D7BA177F-687A-5349-B8D9-E812C7AD3962}"/>
                    </a:ext>
                  </a:extLst>
                </p:cNvPr>
                <p:cNvCxnSpPr>
                  <a:cxnSpLocks noChangeShapeType="1"/>
                  <a:endCxn id="965" idx="2"/>
                </p:cNvCxnSpPr>
                <p:nvPr/>
              </p:nvCxnSpPr>
              <p:spPr bwMode="auto">
                <a:xfrm flipH="1" flipV="1">
                  <a:off x="2184881" y="1722161"/>
                  <a:ext cx="3780" cy="121057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71" name="Straight Connector 970">
                  <a:extLst>
                    <a:ext uri="{FF2B5EF4-FFF2-40B4-BE49-F238E27FC236}">
                      <a16:creationId xmlns:a16="http://schemas.microsoft.com/office/drawing/2014/main" id="{2708807E-0266-644C-A6E9-061ABB06D12B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47" y="1727792"/>
                  <a:ext cx="3780" cy="121057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936" name="Group 48258">
              <a:extLst>
                <a:ext uri="{FF2B5EF4-FFF2-40B4-BE49-F238E27FC236}">
                  <a16:creationId xmlns:a16="http://schemas.microsoft.com/office/drawing/2014/main" id="{47B32372-CF84-404F-9FD0-9ACFAC4EE6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47479" y="3836935"/>
              <a:ext cx="514350" cy="1671638"/>
              <a:chOff x="6547479" y="3836935"/>
              <a:chExt cx="514350" cy="1671638"/>
            </a:xfrm>
          </p:grpSpPr>
          <p:sp>
            <p:nvSpPr>
              <p:cNvPr id="937" name="Rectangle 936">
                <a:extLst>
                  <a:ext uri="{FF2B5EF4-FFF2-40B4-BE49-F238E27FC236}">
                    <a16:creationId xmlns:a16="http://schemas.microsoft.com/office/drawing/2014/main" id="{73DDF967-9AF3-2A4F-AE8E-6BE3B9FF2E91}"/>
                  </a:ext>
                </a:extLst>
              </p:cNvPr>
              <p:cNvSpPr/>
              <p:nvPr/>
            </p:nvSpPr>
            <p:spPr bwMode="auto">
              <a:xfrm rot="10800000">
                <a:off x="6550526" y="3920772"/>
                <a:ext cx="498084" cy="62924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38" name="Straight Connector 937">
                <a:extLst>
                  <a:ext uri="{FF2B5EF4-FFF2-40B4-BE49-F238E27FC236}">
                    <a16:creationId xmlns:a16="http://schemas.microsoft.com/office/drawing/2014/main" id="{4E2A68FE-149D-DD45-B62C-268C2B480787}"/>
                  </a:ext>
                </a:extLst>
              </p:cNvPr>
              <p:cNvCxnSpPr/>
              <p:nvPr/>
            </p:nvCxnSpPr>
            <p:spPr bwMode="auto">
              <a:xfrm flipH="1">
                <a:off x="7060242" y="3994054"/>
                <a:ext cx="1587" cy="1366633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39" name="Group 634">
                <a:extLst>
                  <a:ext uri="{FF2B5EF4-FFF2-40B4-BE49-F238E27FC236}">
                    <a16:creationId xmlns:a16="http://schemas.microsoft.com/office/drawing/2014/main" id="{EA89FBDD-115D-B744-8C40-278D9ECECB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52627" y="5286665"/>
                <a:ext cx="507588" cy="221908"/>
                <a:chOff x="4128636" y="3606589"/>
                <a:chExt cx="568145" cy="338667"/>
              </a:xfrm>
            </p:grpSpPr>
            <p:sp>
              <p:nvSpPr>
                <p:cNvPr id="952" name="Oval 951">
                  <a:extLst>
                    <a:ext uri="{FF2B5EF4-FFF2-40B4-BE49-F238E27FC236}">
                      <a16:creationId xmlns:a16="http://schemas.microsoft.com/office/drawing/2014/main" id="{ADD15AEA-0E06-3444-AA78-D1D680AED400}"/>
                    </a:ext>
                  </a:extLst>
                </p:cNvPr>
                <p:cNvSpPr/>
                <p:nvPr/>
              </p:nvSpPr>
              <p:spPr>
                <a:xfrm>
                  <a:off x="4128205" y="3719558"/>
                  <a:ext cx="568606" cy="225284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3" name="Rectangle 952">
                  <a:extLst>
                    <a:ext uri="{FF2B5EF4-FFF2-40B4-BE49-F238E27FC236}">
                      <a16:creationId xmlns:a16="http://schemas.microsoft.com/office/drawing/2014/main" id="{CBDCEDCB-60F4-7D47-8AE9-D843D17AF39C}"/>
                    </a:ext>
                  </a:extLst>
                </p:cNvPr>
                <p:cNvSpPr/>
                <p:nvPr/>
              </p:nvSpPr>
              <p:spPr>
                <a:xfrm>
                  <a:off x="4128205" y="3719558"/>
                  <a:ext cx="568606" cy="111431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4" name="Oval 953">
                  <a:extLst>
                    <a:ext uri="{FF2B5EF4-FFF2-40B4-BE49-F238E27FC236}">
                      <a16:creationId xmlns:a16="http://schemas.microsoft.com/office/drawing/2014/main" id="{96CC10B3-D82A-D340-B795-8505902BBB5B}"/>
                    </a:ext>
                  </a:extLst>
                </p:cNvPr>
                <p:cNvSpPr/>
                <p:nvPr/>
              </p:nvSpPr>
              <p:spPr>
                <a:xfrm>
                  <a:off x="4128205" y="3605704"/>
                  <a:ext cx="568606" cy="225286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55" name="Straight Connector 954">
                  <a:extLst>
                    <a:ext uri="{FF2B5EF4-FFF2-40B4-BE49-F238E27FC236}">
                      <a16:creationId xmlns:a16="http://schemas.microsoft.com/office/drawing/2014/main" id="{3B133DA9-A713-2849-A8D7-EDE46E681761}"/>
                    </a:ext>
                  </a:extLst>
                </p:cNvPr>
                <p:cNvCxnSpPr/>
                <p:nvPr/>
              </p:nvCxnSpPr>
              <p:spPr>
                <a:xfrm>
                  <a:off x="4696811" y="3719558"/>
                  <a:ext cx="0" cy="111431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56" name="Straight Connector 955">
                  <a:extLst>
                    <a:ext uri="{FF2B5EF4-FFF2-40B4-BE49-F238E27FC236}">
                      <a16:creationId xmlns:a16="http://schemas.microsoft.com/office/drawing/2014/main" id="{BC22357C-1B49-FD47-A8E1-4EE9363277E0}"/>
                    </a:ext>
                  </a:extLst>
                </p:cNvPr>
                <p:cNvCxnSpPr/>
                <p:nvPr/>
              </p:nvCxnSpPr>
              <p:spPr>
                <a:xfrm>
                  <a:off x="4128205" y="3719558"/>
                  <a:ext cx="0" cy="111431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940" name="Rectangle 939">
                <a:extLst>
                  <a:ext uri="{FF2B5EF4-FFF2-40B4-BE49-F238E27FC236}">
                    <a16:creationId xmlns:a16="http://schemas.microsoft.com/office/drawing/2014/main" id="{8A75ED0D-201E-C349-9238-A2D94F02D3E1}"/>
                  </a:ext>
                </a:extLst>
              </p:cNvPr>
              <p:cNvSpPr/>
              <p:nvPr/>
            </p:nvSpPr>
            <p:spPr bwMode="auto">
              <a:xfrm>
                <a:off x="6553829" y="4551184"/>
                <a:ext cx="496888" cy="812678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41" name="Straight Connector 940">
                <a:extLst>
                  <a:ext uri="{FF2B5EF4-FFF2-40B4-BE49-F238E27FC236}">
                    <a16:creationId xmlns:a16="http://schemas.microsoft.com/office/drawing/2014/main" id="{690B7076-D7BF-A64B-A741-7A1AB99BC7BD}"/>
                  </a:ext>
                </a:extLst>
              </p:cNvPr>
              <p:cNvCxnSpPr/>
              <p:nvPr/>
            </p:nvCxnSpPr>
            <p:spPr bwMode="auto">
              <a:xfrm flipH="1">
                <a:off x="6547479" y="4001991"/>
                <a:ext cx="3175" cy="1452344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42" name="Group 622">
                <a:extLst>
                  <a:ext uri="{FF2B5EF4-FFF2-40B4-BE49-F238E27FC236}">
                    <a16:creationId xmlns:a16="http://schemas.microsoft.com/office/drawing/2014/main" id="{536C1E87-C19D-B549-A398-BDAA53318F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49992" y="3836935"/>
                <a:ext cx="503828" cy="248485"/>
                <a:chOff x="2183302" y="1564542"/>
                <a:chExt cx="1200154" cy="440314"/>
              </a:xfrm>
            </p:grpSpPr>
            <p:sp>
              <p:nvSpPr>
                <p:cNvPr id="943" name="Oval 942">
                  <a:extLst>
                    <a:ext uri="{FF2B5EF4-FFF2-40B4-BE49-F238E27FC236}">
                      <a16:creationId xmlns:a16="http://schemas.microsoft.com/office/drawing/2014/main" id="{2FA609ED-2E63-804A-8736-890A528B12F8}"/>
                    </a:ext>
                  </a:extLst>
                </p:cNvPr>
                <p:cNvSpPr/>
                <p:nvPr/>
              </p:nvSpPr>
              <p:spPr bwMode="auto">
                <a:xfrm flipV="1">
                  <a:off x="2188662" y="1691075"/>
                  <a:ext cx="1194966" cy="31501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4" name="Rectangle 943">
                  <a:extLst>
                    <a:ext uri="{FF2B5EF4-FFF2-40B4-BE49-F238E27FC236}">
                      <a16:creationId xmlns:a16="http://schemas.microsoft.com/office/drawing/2014/main" id="{355D3E63-F907-0E45-8C46-4E02D5408E65}"/>
                    </a:ext>
                  </a:extLst>
                </p:cNvPr>
                <p:cNvSpPr/>
                <p:nvPr/>
              </p:nvSpPr>
              <p:spPr bwMode="auto">
                <a:xfrm>
                  <a:off x="2184879" y="1736077"/>
                  <a:ext cx="1198749" cy="11250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5" name="Oval 944">
                  <a:extLst>
                    <a:ext uri="{FF2B5EF4-FFF2-40B4-BE49-F238E27FC236}">
                      <a16:creationId xmlns:a16="http://schemas.microsoft.com/office/drawing/2014/main" id="{575934DF-B322-274A-92BC-3407CBF594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4879" y="1564508"/>
                  <a:ext cx="1194966" cy="315014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46" name="Freeform 945">
                  <a:extLst>
                    <a:ext uri="{FF2B5EF4-FFF2-40B4-BE49-F238E27FC236}">
                      <a16:creationId xmlns:a16="http://schemas.microsoft.com/office/drawing/2014/main" id="{CBF18B9D-FBE2-C54E-A32D-C409E6C62912}"/>
                    </a:ext>
                  </a:extLst>
                </p:cNvPr>
                <p:cNvSpPr/>
                <p:nvPr/>
              </p:nvSpPr>
              <p:spPr bwMode="auto">
                <a:xfrm>
                  <a:off x="2491185" y="1671388"/>
                  <a:ext cx="582357" cy="157507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7" name="Freeform 946">
                  <a:extLst>
                    <a:ext uri="{FF2B5EF4-FFF2-40B4-BE49-F238E27FC236}">
                      <a16:creationId xmlns:a16="http://schemas.microsoft.com/office/drawing/2014/main" id="{E96DBFA6-2771-A54D-B845-79612A3939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680" y="1629198"/>
                  <a:ext cx="703366" cy="112505"/>
                </a:xfrm>
                <a:custGeom>
                  <a:avLst/>
                  <a:gdLst>
                    <a:gd name="T0" fmla="*/ 0 w 3723451"/>
                    <a:gd name="T1" fmla="*/ 27524 h 932950"/>
                    <a:gd name="T2" fmla="*/ 123762 w 3723451"/>
                    <a:gd name="T3" fmla="*/ 324 h 932950"/>
                    <a:gd name="T4" fmla="*/ 350560 w 3723451"/>
                    <a:gd name="T5" fmla="*/ 62775 h 932950"/>
                    <a:gd name="T6" fmla="*/ 566927 w 3723451"/>
                    <a:gd name="T7" fmla="*/ 0 h 932950"/>
                    <a:gd name="T8" fmla="*/ 703366 w 3723451"/>
                    <a:gd name="T9" fmla="*/ 24980 h 932950"/>
                    <a:gd name="T10" fmla="*/ 601856 w 3723451"/>
                    <a:gd name="T11" fmla="*/ 55698 h 932950"/>
                    <a:gd name="T12" fmla="*/ 569173 w 3723451"/>
                    <a:gd name="T13" fmla="*/ 47416 h 932950"/>
                    <a:gd name="T14" fmla="*/ 354544 w 3723451"/>
                    <a:gd name="T15" fmla="*/ 112505 h 932950"/>
                    <a:gd name="T16" fmla="*/ 134425 w 3723451"/>
                    <a:gd name="T17" fmla="*/ 49811 h 932950"/>
                    <a:gd name="T18" fmla="*/ 98836 w 3723451"/>
                    <a:gd name="T19" fmla="*/ 56577 h 932950"/>
                    <a:gd name="T20" fmla="*/ 0 w 3723451"/>
                    <a:gd name="T21" fmla="*/ 27524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48" name="Freeform 947">
                  <a:extLst>
                    <a:ext uri="{FF2B5EF4-FFF2-40B4-BE49-F238E27FC236}">
                      <a16:creationId xmlns:a16="http://schemas.microsoft.com/office/drawing/2014/main" id="{02B4EA66-7954-AA46-ABFF-843F0F9139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028" y="1724827"/>
                  <a:ext cx="260925" cy="95629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925 w 1366596"/>
                    <a:gd name="T3" fmla="*/ 73895 h 809868"/>
                    <a:gd name="T4" fmla="*/ 165165 w 1366596"/>
                    <a:gd name="T5" fmla="*/ 95629 h 809868"/>
                    <a:gd name="T6" fmla="*/ 878 w 1366596"/>
                    <a:gd name="T7" fmla="*/ 50531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49" name="Freeform 948">
                  <a:extLst>
                    <a:ext uri="{FF2B5EF4-FFF2-40B4-BE49-F238E27FC236}">
                      <a16:creationId xmlns:a16="http://schemas.microsoft.com/office/drawing/2014/main" id="{F20F445F-471B-7448-AAA1-96643F81BE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9334" y="1727640"/>
                  <a:ext cx="253364" cy="92816"/>
                </a:xfrm>
                <a:custGeom>
                  <a:avLst/>
                  <a:gdLst>
                    <a:gd name="T0" fmla="*/ 249905 w 1348191"/>
                    <a:gd name="T1" fmla="*/ 0 h 791462"/>
                    <a:gd name="T2" fmla="*/ 253364 w 1348191"/>
                    <a:gd name="T3" fmla="*/ 44789 h 791462"/>
                    <a:gd name="T4" fmla="*/ 91661 w 1348191"/>
                    <a:gd name="T5" fmla="*/ 92816 h 791462"/>
                    <a:gd name="T6" fmla="*/ 0 w 1348191"/>
                    <a:gd name="T7" fmla="*/ 71770 h 791462"/>
                    <a:gd name="T8" fmla="*/ 249905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950" name="Straight Connector 949">
                  <a:extLst>
                    <a:ext uri="{FF2B5EF4-FFF2-40B4-BE49-F238E27FC236}">
                      <a16:creationId xmlns:a16="http://schemas.microsoft.com/office/drawing/2014/main" id="{4BDF3FD2-413B-0D4C-9A59-50D44FBEA121}"/>
                    </a:ext>
                  </a:extLst>
                </p:cNvPr>
                <p:cNvCxnSpPr>
                  <a:cxnSpLocks noChangeShapeType="1"/>
                  <a:endCxn id="945" idx="2"/>
                </p:cNvCxnSpPr>
                <p:nvPr/>
              </p:nvCxnSpPr>
              <p:spPr bwMode="auto">
                <a:xfrm flipH="1" flipV="1">
                  <a:off x="2184879" y="1722015"/>
                  <a:ext cx="3783" cy="120942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51" name="Straight Connector 950">
                  <a:extLst>
                    <a:ext uri="{FF2B5EF4-FFF2-40B4-BE49-F238E27FC236}">
                      <a16:creationId xmlns:a16="http://schemas.microsoft.com/office/drawing/2014/main" id="{71DA60AE-C589-FA44-94AB-B21A49C15239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45" y="1730452"/>
                  <a:ext cx="3783" cy="120944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</p:grp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B91F629B-CF25-F443-9115-62469DD7E55B}"/>
              </a:ext>
            </a:extLst>
          </p:cNvPr>
          <p:cNvGrpSpPr>
            <a:grpSpLocks/>
          </p:cNvGrpSpPr>
          <p:nvPr/>
        </p:nvGrpSpPr>
        <p:grpSpPr bwMode="auto">
          <a:xfrm>
            <a:off x="4130530" y="2423492"/>
            <a:ext cx="4416425" cy="2314575"/>
            <a:chOff x="2381956" y="2435173"/>
            <a:chExt cx="4415330" cy="2315048"/>
          </a:xfrm>
        </p:grpSpPr>
        <p:sp>
          <p:nvSpPr>
            <p:cNvPr id="1038" name="Freeform 1037">
              <a:extLst>
                <a:ext uri="{FF2B5EF4-FFF2-40B4-BE49-F238E27FC236}">
                  <a16:creationId xmlns:a16="http://schemas.microsoft.com/office/drawing/2014/main" id="{9766E8B3-28C0-B742-8340-745064581E4E}"/>
                </a:ext>
              </a:extLst>
            </p:cNvPr>
            <p:cNvSpPr/>
            <p:nvPr/>
          </p:nvSpPr>
          <p:spPr>
            <a:xfrm>
              <a:off x="2381956" y="2439937"/>
              <a:ext cx="296789" cy="1743431"/>
            </a:xfrm>
            <a:custGeom>
              <a:avLst/>
              <a:gdLst>
                <a:gd name="connsiteX0" fmla="*/ 307275 w 307275"/>
                <a:gd name="connsiteY0" fmla="*/ 0 h 1659441"/>
                <a:gd name="connsiteX1" fmla="*/ 0 w 307275"/>
                <a:gd name="connsiteY1" fmla="*/ 0 h 1659441"/>
                <a:gd name="connsiteX2" fmla="*/ 0 w 307275"/>
                <a:gd name="connsiteY2" fmla="*/ 1659441 h 1659441"/>
                <a:gd name="connsiteX0" fmla="*/ 307275 w 307275"/>
                <a:gd name="connsiteY0" fmla="*/ 0 h 2015941"/>
                <a:gd name="connsiteX1" fmla="*/ 0 w 307275"/>
                <a:gd name="connsiteY1" fmla="*/ 0 h 2015941"/>
                <a:gd name="connsiteX2" fmla="*/ 0 w 307275"/>
                <a:gd name="connsiteY2" fmla="*/ 2015941 h 2015941"/>
                <a:gd name="connsiteX0" fmla="*/ 228538 w 228538"/>
                <a:gd name="connsiteY0" fmla="*/ 0 h 2022548"/>
                <a:gd name="connsiteX1" fmla="*/ 0 w 228538"/>
                <a:gd name="connsiteY1" fmla="*/ 6607 h 2022548"/>
                <a:gd name="connsiteX2" fmla="*/ 0 w 228538"/>
                <a:gd name="connsiteY2" fmla="*/ 2022548 h 2022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538" h="2022548">
                  <a:moveTo>
                    <a:pt x="228538" y="0"/>
                  </a:moveTo>
                  <a:lnTo>
                    <a:pt x="0" y="6607"/>
                  </a:lnTo>
                  <a:lnTo>
                    <a:pt x="0" y="2022548"/>
                  </a:lnTo>
                </a:path>
              </a:pathLst>
            </a:custGeom>
            <a:noFill/>
            <a:ln w="3175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39" name="Freeform 1038">
              <a:extLst>
                <a:ext uri="{FF2B5EF4-FFF2-40B4-BE49-F238E27FC236}">
                  <a16:creationId xmlns:a16="http://schemas.microsoft.com/office/drawing/2014/main" id="{CDF62C6F-3C23-F349-9A9F-804273D0BA51}"/>
                </a:ext>
              </a:extLst>
            </p:cNvPr>
            <p:cNvSpPr/>
            <p:nvPr/>
          </p:nvSpPr>
          <p:spPr>
            <a:xfrm flipH="1">
              <a:off x="6411620" y="2435173"/>
              <a:ext cx="385666" cy="2300758"/>
            </a:xfrm>
            <a:custGeom>
              <a:avLst/>
              <a:gdLst>
                <a:gd name="connsiteX0" fmla="*/ 307275 w 307275"/>
                <a:gd name="connsiteY0" fmla="*/ 0 h 1659441"/>
                <a:gd name="connsiteX1" fmla="*/ 0 w 307275"/>
                <a:gd name="connsiteY1" fmla="*/ 0 h 1659441"/>
                <a:gd name="connsiteX2" fmla="*/ 0 w 307275"/>
                <a:gd name="connsiteY2" fmla="*/ 1659441 h 1659441"/>
                <a:gd name="connsiteX0" fmla="*/ 307275 w 307275"/>
                <a:gd name="connsiteY0" fmla="*/ 0 h 2117725"/>
                <a:gd name="connsiteX1" fmla="*/ 0 w 307275"/>
                <a:gd name="connsiteY1" fmla="*/ 0 h 2117725"/>
                <a:gd name="connsiteX2" fmla="*/ 0 w 307275"/>
                <a:gd name="connsiteY2" fmla="*/ 2117725 h 211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275" h="2117725">
                  <a:moveTo>
                    <a:pt x="307275" y="0"/>
                  </a:moveTo>
                  <a:lnTo>
                    <a:pt x="0" y="0"/>
                  </a:lnTo>
                  <a:lnTo>
                    <a:pt x="0" y="2117725"/>
                  </a:lnTo>
                </a:path>
              </a:pathLst>
            </a:custGeom>
            <a:noFill/>
            <a:ln w="3175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cxnSp>
          <p:nvCxnSpPr>
            <p:cNvPr id="1040" name="Straight Arrow Connector 1039">
              <a:extLst>
                <a:ext uri="{FF2B5EF4-FFF2-40B4-BE49-F238E27FC236}">
                  <a16:creationId xmlns:a16="http://schemas.microsoft.com/office/drawing/2014/main" id="{497E72DF-A12C-4044-A2D6-B881FE41D269}"/>
                </a:ext>
              </a:extLst>
            </p:cNvPr>
            <p:cNvCxnSpPr/>
            <p:nvPr/>
          </p:nvCxnSpPr>
          <p:spPr>
            <a:xfrm flipV="1">
              <a:off x="5791061" y="2687638"/>
              <a:ext cx="7936" cy="2062583"/>
            </a:xfrm>
            <a:prstGeom prst="straightConnector1">
              <a:avLst/>
            </a:prstGeom>
            <a:noFill/>
            <a:ln w="3175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1041" name="Straight Arrow Connector 1040">
              <a:extLst>
                <a:ext uri="{FF2B5EF4-FFF2-40B4-BE49-F238E27FC236}">
                  <a16:creationId xmlns:a16="http://schemas.microsoft.com/office/drawing/2014/main" id="{EF8C79E1-BE27-8F43-B34B-79F8C5338E4E}"/>
                </a:ext>
              </a:extLst>
            </p:cNvPr>
            <p:cNvCxnSpPr/>
            <p:nvPr/>
          </p:nvCxnSpPr>
          <p:spPr>
            <a:xfrm flipV="1">
              <a:off x="4599144" y="2708279"/>
              <a:ext cx="17458" cy="2037179"/>
            </a:xfrm>
            <a:prstGeom prst="straightConnector1">
              <a:avLst/>
            </a:prstGeom>
            <a:noFill/>
            <a:ln w="3175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1042" name="Straight Arrow Connector 1041">
              <a:extLst>
                <a:ext uri="{FF2B5EF4-FFF2-40B4-BE49-F238E27FC236}">
                  <a16:creationId xmlns:a16="http://schemas.microsoft.com/office/drawing/2014/main" id="{4B55563F-765E-CC4D-92B4-D17FBE1B08A6}"/>
                </a:ext>
              </a:extLst>
            </p:cNvPr>
            <p:cNvCxnSpPr/>
            <p:nvPr/>
          </p:nvCxnSpPr>
          <p:spPr>
            <a:xfrm flipH="1" flipV="1">
              <a:off x="3807178" y="2762265"/>
              <a:ext cx="9523" cy="1983193"/>
            </a:xfrm>
            <a:prstGeom prst="straightConnector1">
              <a:avLst/>
            </a:prstGeom>
            <a:noFill/>
            <a:ln w="3175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</p:grpSp>
      <p:grpSp>
        <p:nvGrpSpPr>
          <p:cNvPr id="1043" name="Group 1042">
            <a:extLst>
              <a:ext uri="{FF2B5EF4-FFF2-40B4-BE49-F238E27FC236}">
                <a16:creationId xmlns:a16="http://schemas.microsoft.com/office/drawing/2014/main" id="{B5756541-DE04-D343-ADA3-E578917497B6}"/>
              </a:ext>
            </a:extLst>
          </p:cNvPr>
          <p:cNvGrpSpPr>
            <a:grpSpLocks/>
          </p:cNvGrpSpPr>
          <p:nvPr/>
        </p:nvGrpSpPr>
        <p:grpSpPr bwMode="auto">
          <a:xfrm>
            <a:off x="3805093" y="4634880"/>
            <a:ext cx="4957762" cy="693737"/>
            <a:chOff x="2055070" y="4690247"/>
            <a:chExt cx="4956877" cy="694339"/>
          </a:xfrm>
        </p:grpSpPr>
        <p:grpSp>
          <p:nvGrpSpPr>
            <p:cNvPr id="1044" name="Group 554">
              <a:extLst>
                <a:ext uri="{FF2B5EF4-FFF2-40B4-BE49-F238E27FC236}">
                  <a16:creationId xmlns:a16="http://schemas.microsoft.com/office/drawing/2014/main" id="{368CBAA7-B3CD-B447-8953-FE800957AF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5320" y="5055434"/>
              <a:ext cx="430131" cy="329152"/>
              <a:chOff x="2931664" y="3912603"/>
              <a:chExt cx="430450" cy="329314"/>
            </a:xfrm>
          </p:grpSpPr>
          <p:sp>
            <p:nvSpPr>
              <p:cNvPr id="1065" name="Rectangle 1064">
                <a:extLst>
                  <a:ext uri="{FF2B5EF4-FFF2-40B4-BE49-F238E27FC236}">
                    <a16:creationId xmlns:a16="http://schemas.microsoft.com/office/drawing/2014/main" id="{C71DD82B-ED54-9D40-848F-40B6802EC749}"/>
                  </a:ext>
                </a:extLst>
              </p:cNvPr>
              <p:cNvSpPr/>
              <p:nvPr/>
            </p:nvSpPr>
            <p:spPr>
              <a:xfrm>
                <a:off x="2936890" y="3912858"/>
                <a:ext cx="425689" cy="329059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66" name="Straight Connector 1065">
                <a:extLst>
                  <a:ext uri="{FF2B5EF4-FFF2-40B4-BE49-F238E27FC236}">
                    <a16:creationId xmlns:a16="http://schemas.microsoft.com/office/drawing/2014/main" id="{5A2CCD06-A52B-594C-895E-DE5616109835}"/>
                  </a:ext>
                </a:extLst>
              </p:cNvPr>
              <p:cNvCxnSpPr/>
              <p:nvPr/>
            </p:nvCxnSpPr>
            <p:spPr>
              <a:xfrm>
                <a:off x="2932124" y="4005058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67" name="Straight Connector 1066">
                <a:extLst>
                  <a:ext uri="{FF2B5EF4-FFF2-40B4-BE49-F238E27FC236}">
                    <a16:creationId xmlns:a16="http://schemas.microsoft.com/office/drawing/2014/main" id="{CAE78986-A47E-684D-AC0D-81B0C9B79A88}"/>
                  </a:ext>
                </a:extLst>
              </p:cNvPr>
              <p:cNvCxnSpPr/>
              <p:nvPr/>
            </p:nvCxnSpPr>
            <p:spPr>
              <a:xfrm>
                <a:off x="2932124" y="4068645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68" name="Straight Connector 1067">
                <a:extLst>
                  <a:ext uri="{FF2B5EF4-FFF2-40B4-BE49-F238E27FC236}">
                    <a16:creationId xmlns:a16="http://schemas.microsoft.com/office/drawing/2014/main" id="{CEA4CB24-3526-B94F-BDC2-D6FC123FF46E}"/>
                  </a:ext>
                </a:extLst>
              </p:cNvPr>
              <p:cNvCxnSpPr>
                <a:stCxn id="1065" idx="2"/>
              </p:cNvCxnSpPr>
              <p:nvPr/>
            </p:nvCxnSpPr>
            <p:spPr>
              <a:xfrm flipH="1" flipV="1">
                <a:off x="3148146" y="4005058"/>
                <a:ext cx="1589" cy="236859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1045" name="Group 582">
              <a:extLst>
                <a:ext uri="{FF2B5EF4-FFF2-40B4-BE49-F238E27FC236}">
                  <a16:creationId xmlns:a16="http://schemas.microsoft.com/office/drawing/2014/main" id="{813A6CA3-90B1-754D-8C2A-B486DE6440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7957" y="5055368"/>
              <a:ext cx="430131" cy="329152"/>
              <a:chOff x="2931664" y="3912603"/>
              <a:chExt cx="430450" cy="329314"/>
            </a:xfrm>
          </p:grpSpPr>
          <p:sp>
            <p:nvSpPr>
              <p:cNvPr id="1061" name="Rectangle 1060">
                <a:extLst>
                  <a:ext uri="{FF2B5EF4-FFF2-40B4-BE49-F238E27FC236}">
                    <a16:creationId xmlns:a16="http://schemas.microsoft.com/office/drawing/2014/main" id="{CDA497B5-1F53-4B4A-B52C-8AF25ACDEA7D}"/>
                  </a:ext>
                </a:extLst>
              </p:cNvPr>
              <p:cNvSpPr/>
              <p:nvPr/>
            </p:nvSpPr>
            <p:spPr>
              <a:xfrm>
                <a:off x="2936750" y="3912924"/>
                <a:ext cx="425689" cy="329059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62" name="Straight Connector 1061">
                <a:extLst>
                  <a:ext uri="{FF2B5EF4-FFF2-40B4-BE49-F238E27FC236}">
                    <a16:creationId xmlns:a16="http://schemas.microsoft.com/office/drawing/2014/main" id="{1FEFA7AF-47D6-9044-B6BA-FCC567BC9B9F}"/>
                  </a:ext>
                </a:extLst>
              </p:cNvPr>
              <p:cNvCxnSpPr/>
              <p:nvPr/>
            </p:nvCxnSpPr>
            <p:spPr>
              <a:xfrm>
                <a:off x="2931985" y="4005125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63" name="Straight Connector 1062">
                <a:extLst>
                  <a:ext uri="{FF2B5EF4-FFF2-40B4-BE49-F238E27FC236}">
                    <a16:creationId xmlns:a16="http://schemas.microsoft.com/office/drawing/2014/main" id="{F2F3585A-E53E-A040-84F7-9123881B9F28}"/>
                  </a:ext>
                </a:extLst>
              </p:cNvPr>
              <p:cNvCxnSpPr/>
              <p:nvPr/>
            </p:nvCxnSpPr>
            <p:spPr>
              <a:xfrm>
                <a:off x="2931985" y="4068711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64" name="Straight Connector 1063">
                <a:extLst>
                  <a:ext uri="{FF2B5EF4-FFF2-40B4-BE49-F238E27FC236}">
                    <a16:creationId xmlns:a16="http://schemas.microsoft.com/office/drawing/2014/main" id="{F72283CD-AFD3-8E4E-9857-F6D589080734}"/>
                  </a:ext>
                </a:extLst>
              </p:cNvPr>
              <p:cNvCxnSpPr>
                <a:stCxn id="1061" idx="2"/>
              </p:cNvCxnSpPr>
              <p:nvPr/>
            </p:nvCxnSpPr>
            <p:spPr>
              <a:xfrm flipH="1" flipV="1">
                <a:off x="3148007" y="4005125"/>
                <a:ext cx="1588" cy="236859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1046" name="Group 609">
              <a:extLst>
                <a:ext uri="{FF2B5EF4-FFF2-40B4-BE49-F238E27FC236}">
                  <a16:creationId xmlns:a16="http://schemas.microsoft.com/office/drawing/2014/main" id="{89D38A41-C0E7-004E-889C-35371BDB49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91804" y="5053093"/>
              <a:ext cx="430212" cy="328614"/>
              <a:chOff x="2932186" y="3913304"/>
              <a:chExt cx="430531" cy="328775"/>
            </a:xfrm>
          </p:grpSpPr>
          <p:sp>
            <p:nvSpPr>
              <p:cNvPr id="1057" name="Rectangle 1056">
                <a:extLst>
                  <a:ext uri="{FF2B5EF4-FFF2-40B4-BE49-F238E27FC236}">
                    <a16:creationId xmlns:a16="http://schemas.microsoft.com/office/drawing/2014/main" id="{7E038D77-DD73-D34F-AE34-D667F6E9B9F0}"/>
                  </a:ext>
                </a:extLst>
              </p:cNvPr>
              <p:cNvSpPr/>
              <p:nvPr/>
            </p:nvSpPr>
            <p:spPr>
              <a:xfrm>
                <a:off x="2936535" y="3912722"/>
                <a:ext cx="425689" cy="329058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58" name="Straight Connector 1057">
                <a:extLst>
                  <a:ext uri="{FF2B5EF4-FFF2-40B4-BE49-F238E27FC236}">
                    <a16:creationId xmlns:a16="http://schemas.microsoft.com/office/drawing/2014/main" id="{D2968903-9149-5948-9F49-8F05AE95D6F0}"/>
                  </a:ext>
                </a:extLst>
              </p:cNvPr>
              <p:cNvCxnSpPr/>
              <p:nvPr/>
            </p:nvCxnSpPr>
            <p:spPr>
              <a:xfrm>
                <a:off x="2931771" y="4004922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59" name="Straight Connector 1058">
                <a:extLst>
                  <a:ext uri="{FF2B5EF4-FFF2-40B4-BE49-F238E27FC236}">
                    <a16:creationId xmlns:a16="http://schemas.microsoft.com/office/drawing/2014/main" id="{6B45A1AF-6B67-DD42-AEDE-F73D064563E4}"/>
                  </a:ext>
                </a:extLst>
              </p:cNvPr>
              <p:cNvCxnSpPr/>
              <p:nvPr/>
            </p:nvCxnSpPr>
            <p:spPr>
              <a:xfrm>
                <a:off x="2931771" y="4068509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60" name="Straight Connector 1059">
                <a:extLst>
                  <a:ext uri="{FF2B5EF4-FFF2-40B4-BE49-F238E27FC236}">
                    <a16:creationId xmlns:a16="http://schemas.microsoft.com/office/drawing/2014/main" id="{0FF66FC3-DA6A-CB44-8117-4648AAEC93ED}"/>
                  </a:ext>
                </a:extLst>
              </p:cNvPr>
              <p:cNvCxnSpPr>
                <a:stCxn id="1057" idx="2"/>
              </p:cNvCxnSpPr>
              <p:nvPr/>
            </p:nvCxnSpPr>
            <p:spPr>
              <a:xfrm flipH="1" flipV="1">
                <a:off x="3147792" y="4004922"/>
                <a:ext cx="1588" cy="236858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1047" name="Group 636">
              <a:extLst>
                <a:ext uri="{FF2B5EF4-FFF2-40B4-BE49-F238E27FC236}">
                  <a16:creationId xmlns:a16="http://schemas.microsoft.com/office/drawing/2014/main" id="{6DF58C37-21E3-AF4F-B080-530FD985E9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81816" y="5045656"/>
              <a:ext cx="430131" cy="329465"/>
              <a:chOff x="2931664" y="3912603"/>
              <a:chExt cx="430450" cy="329314"/>
            </a:xfrm>
          </p:grpSpPr>
          <p:sp>
            <p:nvSpPr>
              <p:cNvPr id="1053" name="Rectangle 1052">
                <a:extLst>
                  <a:ext uri="{FF2B5EF4-FFF2-40B4-BE49-F238E27FC236}">
                    <a16:creationId xmlns:a16="http://schemas.microsoft.com/office/drawing/2014/main" id="{F4182402-0285-CD46-9828-6534BE97D257}"/>
                  </a:ext>
                </a:extLst>
              </p:cNvPr>
              <p:cNvSpPr/>
              <p:nvPr/>
            </p:nvSpPr>
            <p:spPr>
              <a:xfrm>
                <a:off x="2936425" y="3913102"/>
                <a:ext cx="425689" cy="328747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54" name="Straight Connector 1053">
                <a:extLst>
                  <a:ext uri="{FF2B5EF4-FFF2-40B4-BE49-F238E27FC236}">
                    <a16:creationId xmlns:a16="http://schemas.microsoft.com/office/drawing/2014/main" id="{D14A7BEB-C638-0A47-B8DE-352AFA82413E}"/>
                  </a:ext>
                </a:extLst>
              </p:cNvPr>
              <p:cNvCxnSpPr/>
              <p:nvPr/>
            </p:nvCxnSpPr>
            <p:spPr>
              <a:xfrm>
                <a:off x="2931660" y="4005215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55" name="Straight Connector 1054">
                <a:extLst>
                  <a:ext uri="{FF2B5EF4-FFF2-40B4-BE49-F238E27FC236}">
                    <a16:creationId xmlns:a16="http://schemas.microsoft.com/office/drawing/2014/main" id="{F02DD2C2-E65E-7E4C-B479-635D130D51D4}"/>
                  </a:ext>
                </a:extLst>
              </p:cNvPr>
              <p:cNvCxnSpPr/>
              <p:nvPr/>
            </p:nvCxnSpPr>
            <p:spPr>
              <a:xfrm>
                <a:off x="2931660" y="4067152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56" name="Straight Connector 1055">
                <a:extLst>
                  <a:ext uri="{FF2B5EF4-FFF2-40B4-BE49-F238E27FC236}">
                    <a16:creationId xmlns:a16="http://schemas.microsoft.com/office/drawing/2014/main" id="{01A054F6-D6ED-F249-8703-213FDF32A722}"/>
                  </a:ext>
                </a:extLst>
              </p:cNvPr>
              <p:cNvCxnSpPr>
                <a:stCxn id="1053" idx="2"/>
              </p:cNvCxnSpPr>
              <p:nvPr/>
            </p:nvCxnSpPr>
            <p:spPr>
              <a:xfrm flipH="1" flipV="1">
                <a:off x="3147681" y="4005215"/>
                <a:ext cx="1588" cy="236634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1048" name="Group 554">
              <a:extLst>
                <a:ext uri="{FF2B5EF4-FFF2-40B4-BE49-F238E27FC236}">
                  <a16:creationId xmlns:a16="http://schemas.microsoft.com/office/drawing/2014/main" id="{BAA5C424-578C-0343-914E-B5BD57101F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55070" y="4690247"/>
              <a:ext cx="675320" cy="521222"/>
              <a:chOff x="2931664" y="3912603"/>
              <a:chExt cx="430450" cy="329314"/>
            </a:xfrm>
          </p:grpSpPr>
          <p:sp>
            <p:nvSpPr>
              <p:cNvPr id="1049" name="Rectangle 1048">
                <a:extLst>
                  <a:ext uri="{FF2B5EF4-FFF2-40B4-BE49-F238E27FC236}">
                    <a16:creationId xmlns:a16="http://schemas.microsoft.com/office/drawing/2014/main" id="{A0CDA39B-A97A-7842-8A3D-C53D637AE12E}"/>
                  </a:ext>
                </a:extLst>
              </p:cNvPr>
              <p:cNvSpPr/>
              <p:nvPr/>
            </p:nvSpPr>
            <p:spPr>
              <a:xfrm>
                <a:off x="2936722" y="3913607"/>
                <a:ext cx="425923" cy="328266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50" name="Straight Connector 1049">
                <a:extLst>
                  <a:ext uri="{FF2B5EF4-FFF2-40B4-BE49-F238E27FC236}">
                    <a16:creationId xmlns:a16="http://schemas.microsoft.com/office/drawing/2014/main" id="{779BD574-9352-0A4A-AD81-3425C567CA59}"/>
                  </a:ext>
                </a:extLst>
              </p:cNvPr>
              <p:cNvCxnSpPr/>
              <p:nvPr/>
            </p:nvCxnSpPr>
            <p:spPr>
              <a:xfrm>
                <a:off x="2932675" y="4004959"/>
                <a:ext cx="424911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51" name="Straight Connector 1050">
                <a:extLst>
                  <a:ext uri="{FF2B5EF4-FFF2-40B4-BE49-F238E27FC236}">
                    <a16:creationId xmlns:a16="http://schemas.microsoft.com/office/drawing/2014/main" id="{E4722BD0-017E-9C4D-9B3E-BB2C34567D80}"/>
                  </a:ext>
                </a:extLst>
              </p:cNvPr>
              <p:cNvCxnSpPr/>
              <p:nvPr/>
            </p:nvCxnSpPr>
            <p:spPr>
              <a:xfrm>
                <a:off x="2932675" y="4069207"/>
                <a:ext cx="424911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52" name="Straight Connector 1051">
                <a:extLst>
                  <a:ext uri="{FF2B5EF4-FFF2-40B4-BE49-F238E27FC236}">
                    <a16:creationId xmlns:a16="http://schemas.microsoft.com/office/drawing/2014/main" id="{BA1C7D13-CACA-DE42-A4BD-9DF0691F3FA5}"/>
                  </a:ext>
                </a:extLst>
              </p:cNvPr>
              <p:cNvCxnSpPr>
                <a:stCxn id="1049" idx="2"/>
              </p:cNvCxnSpPr>
              <p:nvPr/>
            </p:nvCxnSpPr>
            <p:spPr>
              <a:xfrm flipH="1" flipV="1">
                <a:off x="3148166" y="4004959"/>
                <a:ext cx="1011" cy="236914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</p:grpSp>
      <p:grpSp>
        <p:nvGrpSpPr>
          <p:cNvPr id="1069" name="Group 347">
            <a:extLst>
              <a:ext uri="{FF2B5EF4-FFF2-40B4-BE49-F238E27FC236}">
                <a16:creationId xmlns:a16="http://schemas.microsoft.com/office/drawing/2014/main" id="{4D6C1728-73DE-F748-A0E0-11321B8F7571}"/>
              </a:ext>
            </a:extLst>
          </p:cNvPr>
          <p:cNvGrpSpPr>
            <a:grpSpLocks/>
          </p:cNvGrpSpPr>
          <p:nvPr/>
        </p:nvGrpSpPr>
        <p:grpSpPr bwMode="auto">
          <a:xfrm>
            <a:off x="7605568" y="5890592"/>
            <a:ext cx="588962" cy="242888"/>
            <a:chOff x="1871277" y="1576300"/>
            <a:chExt cx="1128371" cy="437861"/>
          </a:xfrm>
        </p:grpSpPr>
        <p:sp>
          <p:nvSpPr>
            <p:cNvPr id="1070" name="Oval 1069">
              <a:extLst>
                <a:ext uri="{FF2B5EF4-FFF2-40B4-BE49-F238E27FC236}">
                  <a16:creationId xmlns:a16="http://schemas.microsoft.com/office/drawing/2014/main" id="{BD0DE6BC-801F-2349-B339-2073DD002B1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317" y="1693636"/>
              <a:ext cx="1125331" cy="320525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1" name="Rectangle 1070">
              <a:extLst>
                <a:ext uri="{FF2B5EF4-FFF2-40B4-BE49-F238E27FC236}">
                  <a16:creationId xmlns:a16="http://schemas.microsoft.com/office/drawing/2014/main" id="{8006CA96-E3FA-9945-9B82-02259999272B}"/>
                </a:ext>
              </a:extLst>
            </p:cNvPr>
            <p:cNvSpPr/>
            <p:nvPr/>
          </p:nvSpPr>
          <p:spPr bwMode="auto">
            <a:xfrm>
              <a:off x="1871277" y="1739425"/>
              <a:ext cx="1128371" cy="117334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72" name="Oval 1071">
              <a:extLst>
                <a:ext uri="{FF2B5EF4-FFF2-40B4-BE49-F238E27FC236}">
                  <a16:creationId xmlns:a16="http://schemas.microsoft.com/office/drawing/2014/main" id="{AC968267-A70E-0B48-9B2B-F3F7549B2DF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331" cy="320525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3" name="Freeform 1072">
              <a:extLst>
                <a:ext uri="{FF2B5EF4-FFF2-40B4-BE49-F238E27FC236}">
                  <a16:creationId xmlns:a16="http://schemas.microsoft.com/office/drawing/2014/main" id="{3543F393-921B-2544-AAF2-81DE265DCA01}"/>
                </a:ext>
              </a:extLst>
            </p:cNvPr>
            <p:cNvSpPr/>
            <p:nvPr/>
          </p:nvSpPr>
          <p:spPr bwMode="auto">
            <a:xfrm>
              <a:off x="2160212" y="1673602"/>
              <a:ext cx="547458" cy="16026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74" name="Freeform 1073">
              <a:extLst>
                <a:ext uri="{FF2B5EF4-FFF2-40B4-BE49-F238E27FC236}">
                  <a16:creationId xmlns:a16="http://schemas.microsoft.com/office/drawing/2014/main" id="{36A99124-4AE5-ED4F-A834-C0222885A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426" y="1633537"/>
              <a:ext cx="663033" cy="111612"/>
            </a:xfrm>
            <a:custGeom>
              <a:avLst/>
              <a:gdLst>
                <a:gd name="T0" fmla="*/ 0 w 3723451"/>
                <a:gd name="T1" fmla="*/ 27306 h 932950"/>
                <a:gd name="T2" fmla="*/ 116665 w 3723451"/>
                <a:gd name="T3" fmla="*/ 322 h 932950"/>
                <a:gd name="T4" fmla="*/ 330457 w 3723451"/>
                <a:gd name="T5" fmla="*/ 62277 h 932950"/>
                <a:gd name="T6" fmla="*/ 534418 w 3723451"/>
                <a:gd name="T7" fmla="*/ 0 h 932950"/>
                <a:gd name="T8" fmla="*/ 663033 w 3723451"/>
                <a:gd name="T9" fmla="*/ 24782 h 932950"/>
                <a:gd name="T10" fmla="*/ 567343 w 3723451"/>
                <a:gd name="T11" fmla="*/ 55256 h 932950"/>
                <a:gd name="T12" fmla="*/ 536535 w 3723451"/>
                <a:gd name="T13" fmla="*/ 47040 h 932950"/>
                <a:gd name="T14" fmla="*/ 334214 w 3723451"/>
                <a:gd name="T15" fmla="*/ 111612 h 932950"/>
                <a:gd name="T16" fmla="*/ 126717 w 3723451"/>
                <a:gd name="T17" fmla="*/ 49415 h 932950"/>
                <a:gd name="T18" fmla="*/ 93168 w 3723451"/>
                <a:gd name="T19" fmla="*/ 56128 h 932950"/>
                <a:gd name="T20" fmla="*/ 0 w 3723451"/>
                <a:gd name="T21" fmla="*/ 27306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5" name="Freeform 1074">
              <a:extLst>
                <a:ext uri="{FF2B5EF4-FFF2-40B4-BE49-F238E27FC236}">
                  <a16:creationId xmlns:a16="http://schemas.microsoft.com/office/drawing/2014/main" id="{9CE3F7E2-B553-1E45-88FC-E2E1EC32F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350" y="1727978"/>
              <a:ext cx="243315" cy="97302"/>
            </a:xfrm>
            <a:custGeom>
              <a:avLst/>
              <a:gdLst>
                <a:gd name="T0" fmla="*/ 0 w 1366596"/>
                <a:gd name="T1" fmla="*/ 0 h 809868"/>
                <a:gd name="T2" fmla="*/ 243315 w 1366596"/>
                <a:gd name="T3" fmla="*/ 75188 h 809868"/>
                <a:gd name="T4" fmla="*/ 154017 w 1366596"/>
                <a:gd name="T5" fmla="*/ 97302 h 809868"/>
                <a:gd name="T6" fmla="*/ 819 w 1366596"/>
                <a:gd name="T7" fmla="*/ 51415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6" name="Freeform 1075">
              <a:extLst>
                <a:ext uri="{FF2B5EF4-FFF2-40B4-BE49-F238E27FC236}">
                  <a16:creationId xmlns:a16="http://schemas.microsoft.com/office/drawing/2014/main" id="{D7BB9DED-4899-7649-AEBA-749DA4527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60" y="1730839"/>
              <a:ext cx="240272" cy="97302"/>
            </a:xfrm>
            <a:custGeom>
              <a:avLst/>
              <a:gdLst>
                <a:gd name="T0" fmla="*/ 236992 w 1348191"/>
                <a:gd name="T1" fmla="*/ 0 h 791462"/>
                <a:gd name="T2" fmla="*/ 240272 w 1348191"/>
                <a:gd name="T3" fmla="*/ 46954 h 791462"/>
                <a:gd name="T4" fmla="*/ 86924 w 1348191"/>
                <a:gd name="T5" fmla="*/ 97302 h 791462"/>
                <a:gd name="T6" fmla="*/ 0 w 1348191"/>
                <a:gd name="T7" fmla="*/ 75239 h 791462"/>
                <a:gd name="T8" fmla="*/ 236992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1077" name="Straight Connector 1076">
              <a:extLst>
                <a:ext uri="{FF2B5EF4-FFF2-40B4-BE49-F238E27FC236}">
                  <a16:creationId xmlns:a16="http://schemas.microsoft.com/office/drawing/2014/main" id="{E8965662-2E9A-0244-946F-4423CC691CFA}"/>
                </a:ext>
              </a:extLst>
            </p:cNvPr>
            <p:cNvCxnSpPr>
              <a:cxnSpLocks noChangeShapeType="1"/>
              <a:endCxn id="1072" idx="2"/>
            </p:cNvCxnSpPr>
            <p:nvPr/>
          </p:nvCxnSpPr>
          <p:spPr bwMode="auto">
            <a:xfrm flipH="1" flipV="1">
              <a:off x="1871277" y="1736563"/>
              <a:ext cx="3040" cy="12306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78" name="Straight Connector 1077">
              <a:extLst>
                <a:ext uri="{FF2B5EF4-FFF2-40B4-BE49-F238E27FC236}">
                  <a16:creationId xmlns:a16="http://schemas.microsoft.com/office/drawing/2014/main" id="{857BA7A2-209C-0B4F-9F2F-F5D9E12C579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608" y="1733702"/>
              <a:ext cx="3040" cy="12305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79" name="Group 347">
            <a:extLst>
              <a:ext uri="{FF2B5EF4-FFF2-40B4-BE49-F238E27FC236}">
                <a16:creationId xmlns:a16="http://schemas.microsoft.com/office/drawing/2014/main" id="{23A5395A-73E4-9545-9CCB-0643AECEF709}"/>
              </a:ext>
            </a:extLst>
          </p:cNvPr>
          <p:cNvGrpSpPr>
            <a:grpSpLocks/>
          </p:cNvGrpSpPr>
          <p:nvPr/>
        </p:nvGrpSpPr>
        <p:grpSpPr bwMode="auto">
          <a:xfrm>
            <a:off x="6124430" y="5749305"/>
            <a:ext cx="588963" cy="242887"/>
            <a:chOff x="1871277" y="1576300"/>
            <a:chExt cx="1128371" cy="437861"/>
          </a:xfrm>
        </p:grpSpPr>
        <p:sp>
          <p:nvSpPr>
            <p:cNvPr id="1080" name="Oval 1079">
              <a:extLst>
                <a:ext uri="{FF2B5EF4-FFF2-40B4-BE49-F238E27FC236}">
                  <a16:creationId xmlns:a16="http://schemas.microsoft.com/office/drawing/2014/main" id="{DF4469B4-1A62-884E-B93E-2088628FCF9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319" y="1693635"/>
              <a:ext cx="1125329" cy="320526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1" name="Rectangle 1080">
              <a:extLst>
                <a:ext uri="{FF2B5EF4-FFF2-40B4-BE49-F238E27FC236}">
                  <a16:creationId xmlns:a16="http://schemas.microsoft.com/office/drawing/2014/main" id="{CEED749C-6638-6040-A523-CBE05E8011F2}"/>
                </a:ext>
              </a:extLst>
            </p:cNvPr>
            <p:cNvSpPr/>
            <p:nvPr/>
          </p:nvSpPr>
          <p:spPr bwMode="auto">
            <a:xfrm>
              <a:off x="1871277" y="1739424"/>
              <a:ext cx="1128371" cy="117336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82" name="Oval 1081">
              <a:extLst>
                <a:ext uri="{FF2B5EF4-FFF2-40B4-BE49-F238E27FC236}">
                  <a16:creationId xmlns:a16="http://schemas.microsoft.com/office/drawing/2014/main" id="{E82E8A3A-0CDF-0142-A8D4-2A7F88E464C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329" cy="320526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3" name="Freeform 1082">
              <a:extLst>
                <a:ext uri="{FF2B5EF4-FFF2-40B4-BE49-F238E27FC236}">
                  <a16:creationId xmlns:a16="http://schemas.microsoft.com/office/drawing/2014/main" id="{20B0C69D-2EFF-CC4C-91E3-DE028EA90E90}"/>
                </a:ext>
              </a:extLst>
            </p:cNvPr>
            <p:cNvSpPr/>
            <p:nvPr/>
          </p:nvSpPr>
          <p:spPr bwMode="auto">
            <a:xfrm>
              <a:off x="2160214" y="1673603"/>
              <a:ext cx="547457" cy="16026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84" name="Freeform 1083">
              <a:extLst>
                <a:ext uri="{FF2B5EF4-FFF2-40B4-BE49-F238E27FC236}">
                  <a16:creationId xmlns:a16="http://schemas.microsoft.com/office/drawing/2014/main" id="{8F166C83-2DE4-AA4C-934F-358B1ABBD0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426" y="1633537"/>
              <a:ext cx="663031" cy="111611"/>
            </a:xfrm>
            <a:custGeom>
              <a:avLst/>
              <a:gdLst>
                <a:gd name="T0" fmla="*/ 0 w 3723451"/>
                <a:gd name="T1" fmla="*/ 27306 h 932950"/>
                <a:gd name="T2" fmla="*/ 116665 w 3723451"/>
                <a:gd name="T3" fmla="*/ 322 h 932950"/>
                <a:gd name="T4" fmla="*/ 330456 w 3723451"/>
                <a:gd name="T5" fmla="*/ 62276 h 932950"/>
                <a:gd name="T6" fmla="*/ 534416 w 3723451"/>
                <a:gd name="T7" fmla="*/ 0 h 932950"/>
                <a:gd name="T8" fmla="*/ 663031 w 3723451"/>
                <a:gd name="T9" fmla="*/ 24782 h 932950"/>
                <a:gd name="T10" fmla="*/ 567342 w 3723451"/>
                <a:gd name="T11" fmla="*/ 55255 h 932950"/>
                <a:gd name="T12" fmla="*/ 536534 w 3723451"/>
                <a:gd name="T13" fmla="*/ 47039 h 932950"/>
                <a:gd name="T14" fmla="*/ 334213 w 3723451"/>
                <a:gd name="T15" fmla="*/ 111611 h 932950"/>
                <a:gd name="T16" fmla="*/ 126716 w 3723451"/>
                <a:gd name="T17" fmla="*/ 49415 h 932950"/>
                <a:gd name="T18" fmla="*/ 93168 w 3723451"/>
                <a:gd name="T19" fmla="*/ 56127 h 932950"/>
                <a:gd name="T20" fmla="*/ 0 w 3723451"/>
                <a:gd name="T21" fmla="*/ 27306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5" name="Freeform 1084">
              <a:extLst>
                <a:ext uri="{FF2B5EF4-FFF2-40B4-BE49-F238E27FC236}">
                  <a16:creationId xmlns:a16="http://schemas.microsoft.com/office/drawing/2014/main" id="{64120D6F-CF36-7A4B-868D-9522C1F794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351" y="1727977"/>
              <a:ext cx="243314" cy="97303"/>
            </a:xfrm>
            <a:custGeom>
              <a:avLst/>
              <a:gdLst>
                <a:gd name="T0" fmla="*/ 0 w 1366596"/>
                <a:gd name="T1" fmla="*/ 0 h 809868"/>
                <a:gd name="T2" fmla="*/ 243314 w 1366596"/>
                <a:gd name="T3" fmla="*/ 75189 h 809868"/>
                <a:gd name="T4" fmla="*/ 154017 w 1366596"/>
                <a:gd name="T5" fmla="*/ 97303 h 809868"/>
                <a:gd name="T6" fmla="*/ 819 w 1366596"/>
                <a:gd name="T7" fmla="*/ 5141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6" name="Freeform 1085">
              <a:extLst>
                <a:ext uri="{FF2B5EF4-FFF2-40B4-BE49-F238E27FC236}">
                  <a16:creationId xmlns:a16="http://schemas.microsoft.com/office/drawing/2014/main" id="{8477E0BD-F61A-594C-8419-6BA64D7DF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60" y="1730839"/>
              <a:ext cx="240274" cy="97303"/>
            </a:xfrm>
            <a:custGeom>
              <a:avLst/>
              <a:gdLst>
                <a:gd name="T0" fmla="*/ 236994 w 1348191"/>
                <a:gd name="T1" fmla="*/ 0 h 791462"/>
                <a:gd name="T2" fmla="*/ 240274 w 1348191"/>
                <a:gd name="T3" fmla="*/ 46954 h 791462"/>
                <a:gd name="T4" fmla="*/ 86925 w 1348191"/>
                <a:gd name="T5" fmla="*/ 97303 h 791462"/>
                <a:gd name="T6" fmla="*/ 0 w 1348191"/>
                <a:gd name="T7" fmla="*/ 75240 h 791462"/>
                <a:gd name="T8" fmla="*/ 236994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1087" name="Straight Connector 1086">
              <a:extLst>
                <a:ext uri="{FF2B5EF4-FFF2-40B4-BE49-F238E27FC236}">
                  <a16:creationId xmlns:a16="http://schemas.microsoft.com/office/drawing/2014/main" id="{53F7848D-82FC-7641-AC58-517C9B2FB854}"/>
                </a:ext>
              </a:extLst>
            </p:cNvPr>
            <p:cNvCxnSpPr>
              <a:cxnSpLocks noChangeShapeType="1"/>
              <a:endCxn id="1082" idx="2"/>
            </p:cNvCxnSpPr>
            <p:nvPr/>
          </p:nvCxnSpPr>
          <p:spPr bwMode="auto">
            <a:xfrm flipH="1" flipV="1">
              <a:off x="1871277" y="1736563"/>
              <a:ext cx="3042" cy="12305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88" name="Straight Connector 1087">
              <a:extLst>
                <a:ext uri="{FF2B5EF4-FFF2-40B4-BE49-F238E27FC236}">
                  <a16:creationId xmlns:a16="http://schemas.microsoft.com/office/drawing/2014/main" id="{EA830BBF-D185-DB42-96F5-34C5273F4B6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606" y="1733700"/>
              <a:ext cx="3042" cy="12306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89" name="Group 347">
            <a:extLst>
              <a:ext uri="{FF2B5EF4-FFF2-40B4-BE49-F238E27FC236}">
                <a16:creationId xmlns:a16="http://schemas.microsoft.com/office/drawing/2014/main" id="{B6A937C7-17A9-A648-A780-A8D67F2249E6}"/>
              </a:ext>
            </a:extLst>
          </p:cNvPr>
          <p:cNvGrpSpPr>
            <a:grpSpLocks/>
          </p:cNvGrpSpPr>
          <p:nvPr/>
        </p:nvGrpSpPr>
        <p:grpSpPr bwMode="auto">
          <a:xfrm>
            <a:off x="6916593" y="6209680"/>
            <a:ext cx="588962" cy="242887"/>
            <a:chOff x="1871277" y="1576300"/>
            <a:chExt cx="1128371" cy="437861"/>
          </a:xfrm>
        </p:grpSpPr>
        <p:sp>
          <p:nvSpPr>
            <p:cNvPr id="1090" name="Oval 1089">
              <a:extLst>
                <a:ext uri="{FF2B5EF4-FFF2-40B4-BE49-F238E27FC236}">
                  <a16:creationId xmlns:a16="http://schemas.microsoft.com/office/drawing/2014/main" id="{21A30E2F-9F7B-DC47-908B-38849C8FE19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317" y="1693635"/>
              <a:ext cx="1125331" cy="320526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1" name="Rectangle 1090">
              <a:extLst>
                <a:ext uri="{FF2B5EF4-FFF2-40B4-BE49-F238E27FC236}">
                  <a16:creationId xmlns:a16="http://schemas.microsoft.com/office/drawing/2014/main" id="{368E56E7-1038-F843-8824-9F2406D135DC}"/>
                </a:ext>
              </a:extLst>
            </p:cNvPr>
            <p:cNvSpPr/>
            <p:nvPr/>
          </p:nvSpPr>
          <p:spPr bwMode="auto">
            <a:xfrm>
              <a:off x="1871277" y="1739424"/>
              <a:ext cx="1128371" cy="117336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92" name="Oval 1091">
              <a:extLst>
                <a:ext uri="{FF2B5EF4-FFF2-40B4-BE49-F238E27FC236}">
                  <a16:creationId xmlns:a16="http://schemas.microsoft.com/office/drawing/2014/main" id="{5E09C5D1-4489-9245-906B-AB737B65B93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331" cy="320526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3" name="Freeform 1092">
              <a:extLst>
                <a:ext uri="{FF2B5EF4-FFF2-40B4-BE49-F238E27FC236}">
                  <a16:creationId xmlns:a16="http://schemas.microsoft.com/office/drawing/2014/main" id="{60675A58-4EA5-F645-8293-8D562D37C4A7}"/>
                </a:ext>
              </a:extLst>
            </p:cNvPr>
            <p:cNvSpPr/>
            <p:nvPr/>
          </p:nvSpPr>
          <p:spPr bwMode="auto">
            <a:xfrm>
              <a:off x="2160212" y="1673603"/>
              <a:ext cx="547458" cy="16026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94" name="Freeform 1093">
              <a:extLst>
                <a:ext uri="{FF2B5EF4-FFF2-40B4-BE49-F238E27FC236}">
                  <a16:creationId xmlns:a16="http://schemas.microsoft.com/office/drawing/2014/main" id="{936A0061-F839-A048-9329-4BA74387A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426" y="1633537"/>
              <a:ext cx="663033" cy="111611"/>
            </a:xfrm>
            <a:custGeom>
              <a:avLst/>
              <a:gdLst>
                <a:gd name="T0" fmla="*/ 0 w 3723451"/>
                <a:gd name="T1" fmla="*/ 27306 h 932950"/>
                <a:gd name="T2" fmla="*/ 116665 w 3723451"/>
                <a:gd name="T3" fmla="*/ 322 h 932950"/>
                <a:gd name="T4" fmla="*/ 330457 w 3723451"/>
                <a:gd name="T5" fmla="*/ 62276 h 932950"/>
                <a:gd name="T6" fmla="*/ 534418 w 3723451"/>
                <a:gd name="T7" fmla="*/ 0 h 932950"/>
                <a:gd name="T8" fmla="*/ 663033 w 3723451"/>
                <a:gd name="T9" fmla="*/ 24782 h 932950"/>
                <a:gd name="T10" fmla="*/ 567343 w 3723451"/>
                <a:gd name="T11" fmla="*/ 55255 h 932950"/>
                <a:gd name="T12" fmla="*/ 536535 w 3723451"/>
                <a:gd name="T13" fmla="*/ 47039 h 932950"/>
                <a:gd name="T14" fmla="*/ 334214 w 3723451"/>
                <a:gd name="T15" fmla="*/ 111611 h 932950"/>
                <a:gd name="T16" fmla="*/ 126717 w 3723451"/>
                <a:gd name="T17" fmla="*/ 49415 h 932950"/>
                <a:gd name="T18" fmla="*/ 93168 w 3723451"/>
                <a:gd name="T19" fmla="*/ 56127 h 932950"/>
                <a:gd name="T20" fmla="*/ 0 w 3723451"/>
                <a:gd name="T21" fmla="*/ 27306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5" name="Freeform 1094">
              <a:extLst>
                <a:ext uri="{FF2B5EF4-FFF2-40B4-BE49-F238E27FC236}">
                  <a16:creationId xmlns:a16="http://schemas.microsoft.com/office/drawing/2014/main" id="{5010EAA9-D9FE-B348-B497-E58DC4A70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350" y="1727977"/>
              <a:ext cx="243315" cy="97303"/>
            </a:xfrm>
            <a:custGeom>
              <a:avLst/>
              <a:gdLst>
                <a:gd name="T0" fmla="*/ 0 w 1366596"/>
                <a:gd name="T1" fmla="*/ 0 h 809868"/>
                <a:gd name="T2" fmla="*/ 243315 w 1366596"/>
                <a:gd name="T3" fmla="*/ 75189 h 809868"/>
                <a:gd name="T4" fmla="*/ 154017 w 1366596"/>
                <a:gd name="T5" fmla="*/ 97303 h 809868"/>
                <a:gd name="T6" fmla="*/ 819 w 1366596"/>
                <a:gd name="T7" fmla="*/ 5141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6" name="Freeform 1095">
              <a:extLst>
                <a:ext uri="{FF2B5EF4-FFF2-40B4-BE49-F238E27FC236}">
                  <a16:creationId xmlns:a16="http://schemas.microsoft.com/office/drawing/2014/main" id="{E2301F16-3352-1848-BBB4-2365D15D0F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60" y="1730839"/>
              <a:ext cx="240272" cy="97303"/>
            </a:xfrm>
            <a:custGeom>
              <a:avLst/>
              <a:gdLst>
                <a:gd name="T0" fmla="*/ 236992 w 1348191"/>
                <a:gd name="T1" fmla="*/ 0 h 791462"/>
                <a:gd name="T2" fmla="*/ 240272 w 1348191"/>
                <a:gd name="T3" fmla="*/ 46954 h 791462"/>
                <a:gd name="T4" fmla="*/ 86924 w 1348191"/>
                <a:gd name="T5" fmla="*/ 97303 h 791462"/>
                <a:gd name="T6" fmla="*/ 0 w 1348191"/>
                <a:gd name="T7" fmla="*/ 75240 h 791462"/>
                <a:gd name="T8" fmla="*/ 236992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1097" name="Straight Connector 1096">
              <a:extLst>
                <a:ext uri="{FF2B5EF4-FFF2-40B4-BE49-F238E27FC236}">
                  <a16:creationId xmlns:a16="http://schemas.microsoft.com/office/drawing/2014/main" id="{D853D2D6-514A-9847-BBC3-2AE928C8DAFB}"/>
                </a:ext>
              </a:extLst>
            </p:cNvPr>
            <p:cNvCxnSpPr>
              <a:cxnSpLocks noChangeShapeType="1"/>
              <a:endCxn id="1092" idx="2"/>
            </p:cNvCxnSpPr>
            <p:nvPr/>
          </p:nvCxnSpPr>
          <p:spPr bwMode="auto">
            <a:xfrm flipH="1" flipV="1">
              <a:off x="1871277" y="1736563"/>
              <a:ext cx="3040" cy="12305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98" name="Straight Connector 1097">
              <a:extLst>
                <a:ext uri="{FF2B5EF4-FFF2-40B4-BE49-F238E27FC236}">
                  <a16:creationId xmlns:a16="http://schemas.microsoft.com/office/drawing/2014/main" id="{0F7465E9-0BFE-964B-AB98-F93DD82101C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608" y="1733700"/>
              <a:ext cx="3040" cy="12306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99" name="Group 347">
            <a:extLst>
              <a:ext uri="{FF2B5EF4-FFF2-40B4-BE49-F238E27FC236}">
                <a16:creationId xmlns:a16="http://schemas.microsoft.com/office/drawing/2014/main" id="{B1B48B52-0F33-0442-B024-9A681DC9E147}"/>
              </a:ext>
            </a:extLst>
          </p:cNvPr>
          <p:cNvGrpSpPr>
            <a:grpSpLocks/>
          </p:cNvGrpSpPr>
          <p:nvPr/>
        </p:nvGrpSpPr>
        <p:grpSpPr bwMode="auto">
          <a:xfrm>
            <a:off x="5452918" y="6301755"/>
            <a:ext cx="588962" cy="242887"/>
            <a:chOff x="1871277" y="1576300"/>
            <a:chExt cx="1128371" cy="437861"/>
          </a:xfrm>
        </p:grpSpPr>
        <p:sp>
          <p:nvSpPr>
            <p:cNvPr id="1100" name="Oval 1099">
              <a:extLst>
                <a:ext uri="{FF2B5EF4-FFF2-40B4-BE49-F238E27FC236}">
                  <a16:creationId xmlns:a16="http://schemas.microsoft.com/office/drawing/2014/main" id="{B2DB57CB-08BD-2F4D-A7ED-38936BBFA3D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317" y="1693635"/>
              <a:ext cx="1125331" cy="320526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01" name="Rectangle 1100">
              <a:extLst>
                <a:ext uri="{FF2B5EF4-FFF2-40B4-BE49-F238E27FC236}">
                  <a16:creationId xmlns:a16="http://schemas.microsoft.com/office/drawing/2014/main" id="{C5A9C96D-A2BA-754F-A882-52122EB391BC}"/>
                </a:ext>
              </a:extLst>
            </p:cNvPr>
            <p:cNvSpPr/>
            <p:nvPr/>
          </p:nvSpPr>
          <p:spPr bwMode="auto">
            <a:xfrm>
              <a:off x="1871277" y="1739424"/>
              <a:ext cx="1128371" cy="117336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102" name="Oval 1101">
              <a:extLst>
                <a:ext uri="{FF2B5EF4-FFF2-40B4-BE49-F238E27FC236}">
                  <a16:creationId xmlns:a16="http://schemas.microsoft.com/office/drawing/2014/main" id="{83C4800F-B303-9446-B339-EF2E78D32E4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331" cy="320526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03" name="Freeform 1102">
              <a:extLst>
                <a:ext uri="{FF2B5EF4-FFF2-40B4-BE49-F238E27FC236}">
                  <a16:creationId xmlns:a16="http://schemas.microsoft.com/office/drawing/2014/main" id="{8248D620-997C-1B4D-A023-5CD8220FC4D0}"/>
                </a:ext>
              </a:extLst>
            </p:cNvPr>
            <p:cNvSpPr/>
            <p:nvPr/>
          </p:nvSpPr>
          <p:spPr bwMode="auto">
            <a:xfrm>
              <a:off x="2160212" y="1673603"/>
              <a:ext cx="547458" cy="16026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104" name="Freeform 1103">
              <a:extLst>
                <a:ext uri="{FF2B5EF4-FFF2-40B4-BE49-F238E27FC236}">
                  <a16:creationId xmlns:a16="http://schemas.microsoft.com/office/drawing/2014/main" id="{906FE13D-AC05-AA42-853B-9FAC9CA25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426" y="1633537"/>
              <a:ext cx="663033" cy="111611"/>
            </a:xfrm>
            <a:custGeom>
              <a:avLst/>
              <a:gdLst>
                <a:gd name="T0" fmla="*/ 0 w 3723451"/>
                <a:gd name="T1" fmla="*/ 27306 h 932950"/>
                <a:gd name="T2" fmla="*/ 116665 w 3723451"/>
                <a:gd name="T3" fmla="*/ 322 h 932950"/>
                <a:gd name="T4" fmla="*/ 330457 w 3723451"/>
                <a:gd name="T5" fmla="*/ 62276 h 932950"/>
                <a:gd name="T6" fmla="*/ 534418 w 3723451"/>
                <a:gd name="T7" fmla="*/ 0 h 932950"/>
                <a:gd name="T8" fmla="*/ 663033 w 3723451"/>
                <a:gd name="T9" fmla="*/ 24782 h 932950"/>
                <a:gd name="T10" fmla="*/ 567343 w 3723451"/>
                <a:gd name="T11" fmla="*/ 55255 h 932950"/>
                <a:gd name="T12" fmla="*/ 536535 w 3723451"/>
                <a:gd name="T13" fmla="*/ 47039 h 932950"/>
                <a:gd name="T14" fmla="*/ 334214 w 3723451"/>
                <a:gd name="T15" fmla="*/ 111611 h 932950"/>
                <a:gd name="T16" fmla="*/ 126717 w 3723451"/>
                <a:gd name="T17" fmla="*/ 49415 h 932950"/>
                <a:gd name="T18" fmla="*/ 93168 w 3723451"/>
                <a:gd name="T19" fmla="*/ 56127 h 932950"/>
                <a:gd name="T20" fmla="*/ 0 w 3723451"/>
                <a:gd name="T21" fmla="*/ 27306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05" name="Freeform 1104">
              <a:extLst>
                <a:ext uri="{FF2B5EF4-FFF2-40B4-BE49-F238E27FC236}">
                  <a16:creationId xmlns:a16="http://schemas.microsoft.com/office/drawing/2014/main" id="{DE4AB67E-E389-E747-AA8A-F557E3BDB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350" y="1727977"/>
              <a:ext cx="243315" cy="97303"/>
            </a:xfrm>
            <a:custGeom>
              <a:avLst/>
              <a:gdLst>
                <a:gd name="T0" fmla="*/ 0 w 1366596"/>
                <a:gd name="T1" fmla="*/ 0 h 809868"/>
                <a:gd name="T2" fmla="*/ 243315 w 1366596"/>
                <a:gd name="T3" fmla="*/ 75189 h 809868"/>
                <a:gd name="T4" fmla="*/ 154017 w 1366596"/>
                <a:gd name="T5" fmla="*/ 97303 h 809868"/>
                <a:gd name="T6" fmla="*/ 819 w 1366596"/>
                <a:gd name="T7" fmla="*/ 5141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06" name="Freeform 1105">
              <a:extLst>
                <a:ext uri="{FF2B5EF4-FFF2-40B4-BE49-F238E27FC236}">
                  <a16:creationId xmlns:a16="http://schemas.microsoft.com/office/drawing/2014/main" id="{A18C8CAC-63E9-E248-8397-1346071AD6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60" y="1730839"/>
              <a:ext cx="240272" cy="97303"/>
            </a:xfrm>
            <a:custGeom>
              <a:avLst/>
              <a:gdLst>
                <a:gd name="T0" fmla="*/ 236992 w 1348191"/>
                <a:gd name="T1" fmla="*/ 0 h 791462"/>
                <a:gd name="T2" fmla="*/ 240272 w 1348191"/>
                <a:gd name="T3" fmla="*/ 46954 h 791462"/>
                <a:gd name="T4" fmla="*/ 86924 w 1348191"/>
                <a:gd name="T5" fmla="*/ 97303 h 791462"/>
                <a:gd name="T6" fmla="*/ 0 w 1348191"/>
                <a:gd name="T7" fmla="*/ 75240 h 791462"/>
                <a:gd name="T8" fmla="*/ 236992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1107" name="Straight Connector 1106">
              <a:extLst>
                <a:ext uri="{FF2B5EF4-FFF2-40B4-BE49-F238E27FC236}">
                  <a16:creationId xmlns:a16="http://schemas.microsoft.com/office/drawing/2014/main" id="{73BEE8CD-92EF-AB4A-9223-19BD5734C8CF}"/>
                </a:ext>
              </a:extLst>
            </p:cNvPr>
            <p:cNvCxnSpPr>
              <a:cxnSpLocks noChangeShapeType="1"/>
              <a:endCxn id="1102" idx="2"/>
            </p:cNvCxnSpPr>
            <p:nvPr/>
          </p:nvCxnSpPr>
          <p:spPr bwMode="auto">
            <a:xfrm flipH="1" flipV="1">
              <a:off x="1871277" y="1736563"/>
              <a:ext cx="3040" cy="12305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08" name="Straight Connector 1107">
              <a:extLst>
                <a:ext uri="{FF2B5EF4-FFF2-40B4-BE49-F238E27FC236}">
                  <a16:creationId xmlns:a16="http://schemas.microsoft.com/office/drawing/2014/main" id="{5BC61A72-737C-4F4F-802A-7DAAF663B43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608" y="1733700"/>
              <a:ext cx="3040" cy="12306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10" name="Group 11">
            <a:extLst>
              <a:ext uri="{FF2B5EF4-FFF2-40B4-BE49-F238E27FC236}">
                <a16:creationId xmlns:a16="http://schemas.microsoft.com/office/drawing/2014/main" id="{E5217315-CB03-2542-94D5-3FA12A407609}"/>
              </a:ext>
            </a:extLst>
          </p:cNvPr>
          <p:cNvGrpSpPr>
            <a:grpSpLocks/>
          </p:cNvGrpSpPr>
          <p:nvPr/>
        </p:nvGrpSpPr>
        <p:grpSpPr bwMode="auto">
          <a:xfrm>
            <a:off x="4494536" y="2167905"/>
            <a:ext cx="3597875" cy="493470"/>
            <a:chOff x="2705100" y="2011398"/>
            <a:chExt cx="3597533" cy="493677"/>
          </a:xfrm>
        </p:grpSpPr>
        <p:sp>
          <p:nvSpPr>
            <p:cNvPr id="1135" name="Oval 1134">
              <a:extLst>
                <a:ext uri="{FF2B5EF4-FFF2-40B4-BE49-F238E27FC236}">
                  <a16:creationId xmlns:a16="http://schemas.microsoft.com/office/drawing/2014/main" id="{57A6E143-0094-5D49-8A05-004EA3A97A71}"/>
                </a:ext>
              </a:extLst>
            </p:cNvPr>
            <p:cNvSpPr/>
            <p:nvPr/>
          </p:nvSpPr>
          <p:spPr bwMode="auto">
            <a:xfrm>
              <a:off x="2722092" y="2011398"/>
              <a:ext cx="3581060" cy="492331"/>
            </a:xfrm>
            <a:prstGeom prst="ellipse">
              <a:avLst/>
            </a:prstGeom>
            <a:solidFill>
              <a:srgbClr val="FFFFFF">
                <a:alpha val="42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136" name="Oval 1135">
              <a:extLst>
                <a:ext uri="{FF2B5EF4-FFF2-40B4-BE49-F238E27FC236}">
                  <a16:creationId xmlns:a16="http://schemas.microsoft.com/office/drawing/2014/main" id="{431997AA-2888-D042-A558-B6DE0F737D3F}"/>
                </a:ext>
              </a:extLst>
            </p:cNvPr>
            <p:cNvSpPr/>
            <p:nvPr/>
          </p:nvSpPr>
          <p:spPr bwMode="auto">
            <a:xfrm>
              <a:off x="2704632" y="2012986"/>
              <a:ext cx="3581060" cy="492331"/>
            </a:xfrm>
            <a:prstGeom prst="ellipse">
              <a:avLst/>
            </a:prstGeom>
            <a:solidFill>
              <a:srgbClr val="CC0000">
                <a:alpha val="42000"/>
              </a:srgbClr>
            </a:solidFill>
            <a:ln w="3175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137" name="TextBox 389">
              <a:extLst>
                <a:ext uri="{FF2B5EF4-FFF2-40B4-BE49-F238E27FC236}">
                  <a16:creationId xmlns:a16="http://schemas.microsoft.com/office/drawing/2014/main" id="{D0AF8FB3-4D5B-7B4A-8B82-CF15E8A6F1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2664" y="2127167"/>
              <a:ext cx="2057700" cy="296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ts val="1475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Remote Controller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70F660B-2991-C94D-80D9-F1429AC36768}"/>
              </a:ext>
            </a:extLst>
          </p:cNvPr>
          <p:cNvGrpSpPr/>
          <p:nvPr/>
        </p:nvGrpSpPr>
        <p:grpSpPr>
          <a:xfrm>
            <a:off x="3674918" y="4177613"/>
            <a:ext cx="5095875" cy="822392"/>
            <a:chOff x="3674918" y="4177613"/>
            <a:chExt cx="5095875" cy="822392"/>
          </a:xfrm>
        </p:grpSpPr>
        <p:grpSp>
          <p:nvGrpSpPr>
            <p:cNvPr id="1111" name="Group 441">
              <a:extLst>
                <a:ext uri="{FF2B5EF4-FFF2-40B4-BE49-F238E27FC236}">
                  <a16:creationId xmlns:a16="http://schemas.microsoft.com/office/drawing/2014/main" id="{0C03A32C-FA65-214B-B936-B6E1B2C384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74918" y="4177613"/>
              <a:ext cx="923628" cy="405783"/>
              <a:chOff x="2705100" y="2011398"/>
              <a:chExt cx="3597533" cy="493677"/>
            </a:xfrm>
          </p:grpSpPr>
          <p:sp>
            <p:nvSpPr>
              <p:cNvPr id="1132" name="Oval 1131">
                <a:extLst>
                  <a:ext uri="{FF2B5EF4-FFF2-40B4-BE49-F238E27FC236}">
                    <a16:creationId xmlns:a16="http://schemas.microsoft.com/office/drawing/2014/main" id="{F74AE388-0960-CF47-B1A1-1ABEEB3A9CAF}"/>
                  </a:ext>
                </a:extLst>
              </p:cNvPr>
              <p:cNvSpPr/>
              <p:nvPr/>
            </p:nvSpPr>
            <p:spPr bwMode="auto">
              <a:xfrm>
                <a:off x="2723648" y="2011480"/>
                <a:ext cx="3580142" cy="492496"/>
              </a:xfrm>
              <a:prstGeom prst="ellipse">
                <a:avLst/>
              </a:prstGeom>
              <a:solidFill>
                <a:srgbClr val="FFFFFF">
                  <a:alpha val="42000"/>
                </a:srgbClr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133" name="Oval 1132">
                <a:extLst>
                  <a:ext uri="{FF2B5EF4-FFF2-40B4-BE49-F238E27FC236}">
                    <a16:creationId xmlns:a16="http://schemas.microsoft.com/office/drawing/2014/main" id="{1181AFDF-673F-BE48-B342-3AE78D0EFECC}"/>
                  </a:ext>
                </a:extLst>
              </p:cNvPr>
              <p:cNvSpPr/>
              <p:nvPr/>
            </p:nvSpPr>
            <p:spPr bwMode="auto">
              <a:xfrm>
                <a:off x="2705100" y="2013410"/>
                <a:ext cx="3580138" cy="492497"/>
              </a:xfrm>
              <a:prstGeom prst="ellipse">
                <a:avLst/>
              </a:prstGeom>
              <a:solidFill>
                <a:srgbClr val="CC0000">
                  <a:alpha val="42000"/>
                </a:srgbClr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134" name="TextBox 389">
                <a:extLst>
                  <a:ext uri="{FF2B5EF4-FFF2-40B4-BE49-F238E27FC236}">
                    <a16:creationId xmlns:a16="http://schemas.microsoft.com/office/drawing/2014/main" id="{F3932BCA-D430-FC40-B54E-015140A71E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01810" y="2127167"/>
                <a:ext cx="1159411" cy="296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75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CA</a:t>
                </a:r>
              </a:p>
            </p:txBody>
          </p:sp>
        </p:grpSp>
        <p:grpSp>
          <p:nvGrpSpPr>
            <p:cNvPr id="1112" name="Group 16">
              <a:extLst>
                <a:ext uri="{FF2B5EF4-FFF2-40B4-BE49-F238E27FC236}">
                  <a16:creationId xmlns:a16="http://schemas.microsoft.com/office/drawing/2014/main" id="{C3F9499B-4024-2B4E-8994-25AA993B23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38708" y="4714256"/>
              <a:ext cx="463612" cy="285749"/>
              <a:chOff x="3558850" y="4573304"/>
              <a:chExt cx="463568" cy="285869"/>
            </a:xfrm>
          </p:grpSpPr>
          <p:grpSp>
            <p:nvGrpSpPr>
              <p:cNvPr id="1128" name="Group 12">
                <a:extLst>
                  <a:ext uri="{FF2B5EF4-FFF2-40B4-BE49-F238E27FC236}">
                    <a16:creationId xmlns:a16="http://schemas.microsoft.com/office/drawing/2014/main" id="{643660C7-BD5F-8243-BB52-5E41566520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1130" name="Oval 1129">
                  <a:extLst>
                    <a:ext uri="{FF2B5EF4-FFF2-40B4-BE49-F238E27FC236}">
                      <a16:creationId xmlns:a16="http://schemas.microsoft.com/office/drawing/2014/main" id="{EB6F94A5-07EA-824D-BCE4-E412F1D275A9}"/>
                    </a:ext>
                  </a:extLst>
                </p:cNvPr>
                <p:cNvSpPr/>
                <p:nvPr/>
              </p:nvSpPr>
              <p:spPr bwMode="auto">
                <a:xfrm>
                  <a:off x="3573046" y="4578067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31" name="Oval 1130">
                  <a:extLst>
                    <a:ext uri="{FF2B5EF4-FFF2-40B4-BE49-F238E27FC236}">
                      <a16:creationId xmlns:a16="http://schemas.microsoft.com/office/drawing/2014/main" id="{3AFA8449-4699-DE4E-AD4F-2F50FF91F472}"/>
                    </a:ext>
                  </a:extLst>
                </p:cNvPr>
                <p:cNvSpPr/>
                <p:nvPr/>
              </p:nvSpPr>
              <p:spPr bwMode="auto">
                <a:xfrm>
                  <a:off x="3558760" y="4587596"/>
                  <a:ext cx="463506" cy="252519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29" name="TextBox 389">
                <a:extLst>
                  <a:ext uri="{FF2B5EF4-FFF2-40B4-BE49-F238E27FC236}">
                    <a16:creationId xmlns:a16="http://schemas.microsoft.com/office/drawing/2014/main" id="{64D840F2-5A70-9E44-A243-2698981850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75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CA</a:t>
                </a: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113" name="Group 450">
              <a:extLst>
                <a:ext uri="{FF2B5EF4-FFF2-40B4-BE49-F238E27FC236}">
                  <a16:creationId xmlns:a16="http://schemas.microsoft.com/office/drawing/2014/main" id="{AADDBF22-BF75-E042-B015-F1D30A1937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18930" y="4712138"/>
              <a:ext cx="463612" cy="285749"/>
              <a:chOff x="3558850" y="4573304"/>
              <a:chExt cx="463568" cy="285869"/>
            </a:xfrm>
          </p:grpSpPr>
          <p:grpSp>
            <p:nvGrpSpPr>
              <p:cNvPr id="1124" name="Group 451">
                <a:extLst>
                  <a:ext uri="{FF2B5EF4-FFF2-40B4-BE49-F238E27FC236}">
                    <a16:creationId xmlns:a16="http://schemas.microsoft.com/office/drawing/2014/main" id="{BD64AF44-6F7F-1747-8E26-3E6D0EDDA0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1126" name="Oval 1125">
                  <a:extLst>
                    <a:ext uri="{FF2B5EF4-FFF2-40B4-BE49-F238E27FC236}">
                      <a16:creationId xmlns:a16="http://schemas.microsoft.com/office/drawing/2014/main" id="{B13E6B0A-9B22-874D-A5BB-CAB7052B0E58}"/>
                    </a:ext>
                  </a:extLst>
                </p:cNvPr>
                <p:cNvSpPr/>
                <p:nvPr/>
              </p:nvSpPr>
              <p:spPr bwMode="auto">
                <a:xfrm>
                  <a:off x="3573874" y="4581775"/>
                  <a:ext cx="439696" cy="257283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27" name="Oval 1126">
                  <a:extLst>
                    <a:ext uri="{FF2B5EF4-FFF2-40B4-BE49-F238E27FC236}">
                      <a16:creationId xmlns:a16="http://schemas.microsoft.com/office/drawing/2014/main" id="{88C69275-D6D4-D64E-9433-86A12EE44DC2}"/>
                    </a:ext>
                  </a:extLst>
                </p:cNvPr>
                <p:cNvSpPr/>
                <p:nvPr/>
              </p:nvSpPr>
              <p:spPr bwMode="auto">
                <a:xfrm>
                  <a:off x="3559588" y="4591304"/>
                  <a:ext cx="463506" cy="249341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25" name="TextBox 389">
                <a:extLst>
                  <a:ext uri="{FF2B5EF4-FFF2-40B4-BE49-F238E27FC236}">
                    <a16:creationId xmlns:a16="http://schemas.microsoft.com/office/drawing/2014/main" id="{137E9DC6-E808-9244-BE10-49D98EA5A1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75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CA</a:t>
                </a: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114" name="Group 455">
              <a:extLst>
                <a:ext uri="{FF2B5EF4-FFF2-40B4-BE49-F238E27FC236}">
                  <a16:creationId xmlns:a16="http://schemas.microsoft.com/office/drawing/2014/main" id="{F9EC1EDD-92AD-2245-AE89-053A0D1F0A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19300" y="4710021"/>
              <a:ext cx="463612" cy="285749"/>
              <a:chOff x="3558850" y="4573304"/>
              <a:chExt cx="463568" cy="285869"/>
            </a:xfrm>
          </p:grpSpPr>
          <p:grpSp>
            <p:nvGrpSpPr>
              <p:cNvPr id="1120" name="Group 456">
                <a:extLst>
                  <a:ext uri="{FF2B5EF4-FFF2-40B4-BE49-F238E27FC236}">
                    <a16:creationId xmlns:a16="http://schemas.microsoft.com/office/drawing/2014/main" id="{CB1EA6B7-79F6-7C4E-B31B-F6338BD15A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1122" name="Oval 1121">
                  <a:extLst>
                    <a:ext uri="{FF2B5EF4-FFF2-40B4-BE49-F238E27FC236}">
                      <a16:creationId xmlns:a16="http://schemas.microsoft.com/office/drawing/2014/main" id="{9BF9A7D0-3676-5B44-9F92-551F82BA815A}"/>
                    </a:ext>
                  </a:extLst>
                </p:cNvPr>
                <p:cNvSpPr/>
                <p:nvPr/>
              </p:nvSpPr>
              <p:spPr bwMode="auto">
                <a:xfrm>
                  <a:off x="3573654" y="4577540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23" name="Oval 1122">
                  <a:extLst>
                    <a:ext uri="{FF2B5EF4-FFF2-40B4-BE49-F238E27FC236}">
                      <a16:creationId xmlns:a16="http://schemas.microsoft.com/office/drawing/2014/main" id="{F3145DFC-AFCD-7043-8580-05CA0BB4CB0F}"/>
                    </a:ext>
                  </a:extLst>
                </p:cNvPr>
                <p:cNvSpPr/>
                <p:nvPr/>
              </p:nvSpPr>
              <p:spPr bwMode="auto">
                <a:xfrm>
                  <a:off x="3559368" y="4587069"/>
                  <a:ext cx="463506" cy="252518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21" name="TextBox 389">
                <a:extLst>
                  <a:ext uri="{FF2B5EF4-FFF2-40B4-BE49-F238E27FC236}">
                    <a16:creationId xmlns:a16="http://schemas.microsoft.com/office/drawing/2014/main" id="{F248CEB0-87E6-A44A-A50F-5C3EC5372B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75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CA</a:t>
                </a: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115" name="Group 460">
              <a:extLst>
                <a:ext uri="{FF2B5EF4-FFF2-40B4-BE49-F238E27FC236}">
                  <a16:creationId xmlns:a16="http://schemas.microsoft.com/office/drawing/2014/main" id="{4F7BA808-3479-484C-BAF0-5CC1FD0331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07181" y="4707904"/>
              <a:ext cx="463612" cy="285749"/>
              <a:chOff x="3558850" y="4573304"/>
              <a:chExt cx="463568" cy="285869"/>
            </a:xfrm>
          </p:grpSpPr>
          <p:grpSp>
            <p:nvGrpSpPr>
              <p:cNvPr id="1116" name="Group 461">
                <a:extLst>
                  <a:ext uri="{FF2B5EF4-FFF2-40B4-BE49-F238E27FC236}">
                    <a16:creationId xmlns:a16="http://schemas.microsoft.com/office/drawing/2014/main" id="{933FA7BC-47D5-ED48-85E7-B486D7CBCA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1118" name="Oval 1117">
                  <a:extLst>
                    <a:ext uri="{FF2B5EF4-FFF2-40B4-BE49-F238E27FC236}">
                      <a16:creationId xmlns:a16="http://schemas.microsoft.com/office/drawing/2014/main" id="{BFFF1AA5-D313-234B-BDA6-40E287FD081F}"/>
                    </a:ext>
                  </a:extLst>
                </p:cNvPr>
                <p:cNvSpPr/>
                <p:nvPr/>
              </p:nvSpPr>
              <p:spPr bwMode="auto">
                <a:xfrm>
                  <a:off x="3573198" y="4578069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19" name="Oval 1118">
                  <a:extLst>
                    <a:ext uri="{FF2B5EF4-FFF2-40B4-BE49-F238E27FC236}">
                      <a16:creationId xmlns:a16="http://schemas.microsoft.com/office/drawing/2014/main" id="{08D261B5-FBF3-B541-B8CA-B63F648BEF5C}"/>
                    </a:ext>
                  </a:extLst>
                </p:cNvPr>
                <p:cNvSpPr/>
                <p:nvPr/>
              </p:nvSpPr>
              <p:spPr bwMode="auto">
                <a:xfrm>
                  <a:off x="3558912" y="4587598"/>
                  <a:ext cx="463506" cy="252519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17" name="TextBox 389">
                <a:extLst>
                  <a:ext uri="{FF2B5EF4-FFF2-40B4-BE49-F238E27FC236}">
                    <a16:creationId xmlns:a16="http://schemas.microsoft.com/office/drawing/2014/main" id="{8386C9B3-5C0B-0443-98EF-8CDB1312E9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75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CA</a:t>
                </a: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1139" name="Group 1">
            <a:extLst>
              <a:ext uri="{FF2B5EF4-FFF2-40B4-BE49-F238E27FC236}">
                <a16:creationId xmlns:a16="http://schemas.microsoft.com/office/drawing/2014/main" id="{A228ACC2-6157-BF41-88C3-0A086417268A}"/>
              </a:ext>
            </a:extLst>
          </p:cNvPr>
          <p:cNvGrpSpPr>
            <a:grpSpLocks/>
          </p:cNvGrpSpPr>
          <p:nvPr/>
        </p:nvGrpSpPr>
        <p:grpSpPr bwMode="auto">
          <a:xfrm>
            <a:off x="2687493" y="5474667"/>
            <a:ext cx="2698750" cy="903288"/>
            <a:chOff x="938213" y="5237163"/>
            <a:chExt cx="2698750" cy="903287"/>
          </a:xfrm>
        </p:grpSpPr>
        <p:cxnSp>
          <p:nvCxnSpPr>
            <p:cNvPr id="1140" name="Straight Connector 1139">
              <a:extLst>
                <a:ext uri="{FF2B5EF4-FFF2-40B4-BE49-F238E27FC236}">
                  <a16:creationId xmlns:a16="http://schemas.microsoft.com/office/drawing/2014/main" id="{CB924182-B4D8-0F43-97E1-646C4E72A083}"/>
                </a:ext>
              </a:extLst>
            </p:cNvPr>
            <p:cNvCxnSpPr/>
            <p:nvPr/>
          </p:nvCxnSpPr>
          <p:spPr>
            <a:xfrm flipH="1">
              <a:off x="1282700" y="5802312"/>
              <a:ext cx="1508125" cy="1588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</a:ln>
            <a:effectLst/>
          </p:spPr>
        </p:cxnSp>
        <p:sp>
          <p:nvSpPr>
            <p:cNvPr id="1141" name="TextBox 265">
              <a:extLst>
                <a:ext uri="{FF2B5EF4-FFF2-40B4-BE49-F238E27FC236}">
                  <a16:creationId xmlns:a16="http://schemas.microsoft.com/office/drawing/2014/main" id="{CFD0B0F1-D70C-5245-B37A-C9A4ABCBEF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8813" y="5473700"/>
              <a:ext cx="26352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1142" name="TextBox 281">
              <a:extLst>
                <a:ext uri="{FF2B5EF4-FFF2-40B4-BE49-F238E27FC236}">
                  <a16:creationId xmlns:a16="http://schemas.microsoft.com/office/drawing/2014/main" id="{6C507E5B-C87D-FA46-A331-4ABAB6B8A2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3438" y="5761038"/>
              <a:ext cx="26352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</a:t>
              </a:r>
            </a:p>
          </p:txBody>
        </p:sp>
        <p:grpSp>
          <p:nvGrpSpPr>
            <p:cNvPr id="1143" name="Group 5">
              <a:extLst>
                <a:ext uri="{FF2B5EF4-FFF2-40B4-BE49-F238E27FC236}">
                  <a16:creationId xmlns:a16="http://schemas.microsoft.com/office/drawing/2014/main" id="{1A707F03-E0B2-FF48-9597-B751067AD9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8213" y="5237163"/>
              <a:ext cx="1616075" cy="487362"/>
              <a:chOff x="-4079003" y="2717403"/>
              <a:chExt cx="1616718" cy="488475"/>
            </a:xfrm>
          </p:grpSpPr>
          <p:sp>
            <p:nvSpPr>
              <p:cNvPr id="1157" name="Rectangle 98">
                <a:extLst>
                  <a:ext uri="{FF2B5EF4-FFF2-40B4-BE49-F238E27FC236}">
                    <a16:creationId xmlns:a16="http://schemas.microsoft.com/office/drawing/2014/main" id="{CA6EA6FC-3469-1A42-8A1A-7ABEC47FF2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079003" y="2985994"/>
                <a:ext cx="1281675" cy="208750"/>
              </a:xfrm>
              <a:prstGeom prst="rect">
                <a:avLst/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8" name="Line 99">
                <a:extLst>
                  <a:ext uri="{FF2B5EF4-FFF2-40B4-BE49-F238E27FC236}">
                    <a16:creationId xmlns:a16="http://schemas.microsoft.com/office/drawing/2014/main" id="{8B52FDA0-6129-4D4D-AB34-6E31B5746E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2933828" y="3101502"/>
                <a:ext cx="471543" cy="0"/>
              </a:xfrm>
              <a:prstGeom prst="line">
                <a:avLst/>
              </a:prstGeom>
              <a:noFill/>
              <a:ln w="9525">
                <a:solidFill>
                  <a:srgbClr val="3333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9" name="Rectangle 104">
                <a:extLst>
                  <a:ext uri="{FF2B5EF4-FFF2-40B4-BE49-F238E27FC236}">
                    <a16:creationId xmlns:a16="http://schemas.microsoft.com/office/drawing/2014/main" id="{EF6D77F4-B510-3541-9758-82FBBD823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377007" y="2988777"/>
                <a:ext cx="476861" cy="21014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60" name="Text Box 105">
                <a:extLst>
                  <a:ext uri="{FF2B5EF4-FFF2-40B4-BE49-F238E27FC236}">
                    <a16:creationId xmlns:a16="http://schemas.microsoft.com/office/drawing/2014/main" id="{2AE0900E-8A8F-4A4D-BB87-414DFE5E1C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3430189" y="2965119"/>
                <a:ext cx="581451" cy="2407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0111</a:t>
                </a:r>
              </a:p>
            </p:txBody>
          </p:sp>
          <p:sp>
            <p:nvSpPr>
              <p:cNvPr id="1161" name="Line 119">
                <a:extLst>
                  <a:ext uri="{FF2B5EF4-FFF2-40B4-BE49-F238E27FC236}">
                    <a16:creationId xmlns:a16="http://schemas.microsoft.com/office/drawing/2014/main" id="{5B21AE9C-8AC8-434E-B3D3-DDFB36C485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3621642" y="2717403"/>
                <a:ext cx="405953" cy="3006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144" name="Freeform 120">
              <a:extLst>
                <a:ext uri="{FF2B5EF4-FFF2-40B4-BE49-F238E27FC236}">
                  <a16:creationId xmlns:a16="http://schemas.microsoft.com/office/drawing/2014/main" id="{7959F5AF-96CF-CD42-95A7-B320D466F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3963" y="5668963"/>
              <a:ext cx="982662" cy="233362"/>
            </a:xfrm>
            <a:custGeom>
              <a:avLst/>
              <a:gdLst>
                <a:gd name="T0" fmla="*/ 0 w 554"/>
                <a:gd name="T1" fmla="*/ 2147483647 h 167"/>
                <a:gd name="T2" fmla="*/ 2147483647 w 554"/>
                <a:gd name="T3" fmla="*/ 2147483647 h 167"/>
                <a:gd name="T4" fmla="*/ 2147483647 w 554"/>
                <a:gd name="T5" fmla="*/ 2147483647 h 167"/>
                <a:gd name="T6" fmla="*/ 0 60000 65536"/>
                <a:gd name="T7" fmla="*/ 0 60000 65536"/>
                <a:gd name="T8" fmla="*/ 0 60000 65536"/>
                <a:gd name="T9" fmla="*/ 0 w 554"/>
                <a:gd name="T10" fmla="*/ 0 h 167"/>
                <a:gd name="T11" fmla="*/ 554 w 554"/>
                <a:gd name="T12" fmla="*/ 167 h 1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4" h="167">
                  <a:moveTo>
                    <a:pt x="0" y="10"/>
                  </a:moveTo>
                  <a:cubicBezTo>
                    <a:pt x="102" y="0"/>
                    <a:pt x="240" y="5"/>
                    <a:pt x="324" y="26"/>
                  </a:cubicBezTo>
                  <a:cubicBezTo>
                    <a:pt x="416" y="52"/>
                    <a:pt x="502" y="120"/>
                    <a:pt x="554" y="167"/>
                  </a:cubicBezTo>
                </a:path>
              </a:pathLst>
            </a:custGeom>
            <a:noFill/>
            <a:ln w="57150" cmpd="sng">
              <a:solidFill>
                <a:srgbClr val="FF33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145" name="Group 357">
              <a:extLst>
                <a:ext uri="{FF2B5EF4-FFF2-40B4-BE49-F238E27FC236}">
                  <a16:creationId xmlns:a16="http://schemas.microsoft.com/office/drawing/2014/main" id="{4D59E87F-CE51-5F46-B516-9F402F5585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4625" y="5659438"/>
              <a:ext cx="565150" cy="293687"/>
              <a:chOff x="1871277" y="1576300"/>
              <a:chExt cx="1128371" cy="437861"/>
            </a:xfrm>
          </p:grpSpPr>
          <p:sp>
            <p:nvSpPr>
              <p:cNvPr id="1147" name="Oval 1146">
                <a:extLst>
                  <a:ext uri="{FF2B5EF4-FFF2-40B4-BE49-F238E27FC236}">
                    <a16:creationId xmlns:a16="http://schemas.microsoft.com/office/drawing/2014/main" id="{47BEE802-D705-FB42-955E-D825A1B513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448" y="1694641"/>
                <a:ext cx="1125200" cy="319521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48" name="Rectangle 1147">
                <a:extLst>
                  <a:ext uri="{FF2B5EF4-FFF2-40B4-BE49-F238E27FC236}">
                    <a16:creationId xmlns:a16="http://schemas.microsoft.com/office/drawing/2014/main" id="{A0A9F0A0-D85B-BC44-809E-0D44746B1886}"/>
                  </a:ext>
                </a:extLst>
              </p:cNvPr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149" name="Oval 1148">
                <a:extLst>
                  <a:ext uri="{FF2B5EF4-FFF2-40B4-BE49-F238E27FC236}">
                    <a16:creationId xmlns:a16="http://schemas.microsoft.com/office/drawing/2014/main" id="{E6E2E4DB-C182-5947-9544-5CA42AF8D0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202" cy="319521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0" name="Freeform 1149">
                <a:extLst>
                  <a:ext uri="{FF2B5EF4-FFF2-40B4-BE49-F238E27FC236}">
                    <a16:creationId xmlns:a16="http://schemas.microsoft.com/office/drawing/2014/main" id="{826516FA-D90F-FF4F-86C3-EABFADEC3BBB}"/>
                  </a:ext>
                </a:extLst>
              </p:cNvPr>
              <p:cNvSpPr/>
              <p:nvPr/>
            </p:nvSpPr>
            <p:spPr bwMode="auto">
              <a:xfrm>
                <a:off x="2159710" y="1673340"/>
                <a:ext cx="548337" cy="160944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151" name="Freeform 1150">
                <a:extLst>
                  <a:ext uri="{FF2B5EF4-FFF2-40B4-BE49-F238E27FC236}">
                    <a16:creationId xmlns:a16="http://schemas.microsoft.com/office/drawing/2014/main" id="{8B23C2D3-E371-5547-9057-B35E626AB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657" y="1633104"/>
                <a:ext cx="662442" cy="111241"/>
              </a:xfrm>
              <a:custGeom>
                <a:avLst/>
                <a:gdLst>
                  <a:gd name="T0" fmla="*/ 0 w 3723451"/>
                  <a:gd name="T1" fmla="*/ 27215 h 932950"/>
                  <a:gd name="T2" fmla="*/ 116561 w 3723451"/>
                  <a:gd name="T3" fmla="*/ 321 h 932950"/>
                  <a:gd name="T4" fmla="*/ 330163 w 3723451"/>
                  <a:gd name="T5" fmla="*/ 62070 h 932950"/>
                  <a:gd name="T6" fmla="*/ 533941 w 3723451"/>
                  <a:gd name="T7" fmla="*/ 0 h 932950"/>
                  <a:gd name="T8" fmla="*/ 662442 w 3723451"/>
                  <a:gd name="T9" fmla="*/ 24700 h 932950"/>
                  <a:gd name="T10" fmla="*/ 566838 w 3723451"/>
                  <a:gd name="T11" fmla="*/ 55072 h 932950"/>
                  <a:gd name="T12" fmla="*/ 536057 w 3723451"/>
                  <a:gd name="T13" fmla="*/ 46883 h 932950"/>
                  <a:gd name="T14" fmla="*/ 333916 w 3723451"/>
                  <a:gd name="T15" fmla="*/ 111241 h 932950"/>
                  <a:gd name="T16" fmla="*/ 126604 w 3723451"/>
                  <a:gd name="T17" fmla="*/ 49251 h 932950"/>
                  <a:gd name="T18" fmla="*/ 93085 w 3723451"/>
                  <a:gd name="T19" fmla="*/ 55941 h 932950"/>
                  <a:gd name="T20" fmla="*/ 0 w 3723451"/>
                  <a:gd name="T21" fmla="*/ 27215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2" name="Freeform 1151">
                <a:extLst>
                  <a:ext uri="{FF2B5EF4-FFF2-40B4-BE49-F238E27FC236}">
                    <a16:creationId xmlns:a16="http://schemas.microsoft.com/office/drawing/2014/main" id="{2DEA8715-4603-7449-BB4D-351CFEF75C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889" y="1727776"/>
                <a:ext cx="244059" cy="97040"/>
              </a:xfrm>
              <a:custGeom>
                <a:avLst/>
                <a:gdLst>
                  <a:gd name="T0" fmla="*/ 0 w 1366596"/>
                  <a:gd name="T1" fmla="*/ 0 h 809868"/>
                  <a:gd name="T2" fmla="*/ 244059 w 1366596"/>
                  <a:gd name="T3" fmla="*/ 74985 h 809868"/>
                  <a:gd name="T4" fmla="*/ 154488 w 1366596"/>
                  <a:gd name="T5" fmla="*/ 97040 h 809868"/>
                  <a:gd name="T6" fmla="*/ 822 w 1366596"/>
                  <a:gd name="T7" fmla="*/ 51277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3" name="Freeform 1152">
                <a:extLst>
                  <a:ext uri="{FF2B5EF4-FFF2-40B4-BE49-F238E27FC236}">
                    <a16:creationId xmlns:a16="http://schemas.microsoft.com/office/drawing/2014/main" id="{72F5390F-6421-6840-94BC-D15B70623E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979" y="1730144"/>
                <a:ext cx="240888" cy="97039"/>
              </a:xfrm>
              <a:custGeom>
                <a:avLst/>
                <a:gdLst>
                  <a:gd name="T0" fmla="*/ 237599 w 1348191"/>
                  <a:gd name="T1" fmla="*/ 0 h 791462"/>
                  <a:gd name="T2" fmla="*/ 240888 w 1348191"/>
                  <a:gd name="T3" fmla="*/ 46827 h 791462"/>
                  <a:gd name="T4" fmla="*/ 87147 w 1348191"/>
                  <a:gd name="T5" fmla="*/ 97039 h 791462"/>
                  <a:gd name="T6" fmla="*/ 0 w 1348191"/>
                  <a:gd name="T7" fmla="*/ 75036 h 791462"/>
                  <a:gd name="T8" fmla="*/ 237599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154" name="Straight Connector 1153">
                <a:extLst>
                  <a:ext uri="{FF2B5EF4-FFF2-40B4-BE49-F238E27FC236}">
                    <a16:creationId xmlns:a16="http://schemas.microsoft.com/office/drawing/2014/main" id="{34E68527-C12C-5248-A62C-D72D4BEC928A}"/>
                  </a:ext>
                </a:extLst>
              </p:cNvPr>
              <p:cNvCxnSpPr>
                <a:cxnSpLocks noChangeShapeType="1"/>
                <a:endCxn id="1149" idx="2"/>
              </p:cNvCxnSpPr>
              <p:nvPr/>
            </p:nvCxnSpPr>
            <p:spPr bwMode="auto">
              <a:xfrm flipH="1" flipV="1">
                <a:off x="1871277" y="1737244"/>
                <a:ext cx="3171" cy="1230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55" name="Straight Connector 1154">
                <a:extLst>
                  <a:ext uri="{FF2B5EF4-FFF2-40B4-BE49-F238E27FC236}">
                    <a16:creationId xmlns:a16="http://schemas.microsoft.com/office/drawing/2014/main" id="{475CE0A8-F910-FF45-A479-96A5E48ACF2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479" y="1734878"/>
                <a:ext cx="3169" cy="1230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146" name="TextBox 282">
              <a:extLst>
                <a:ext uri="{FF2B5EF4-FFF2-40B4-BE49-F238E27FC236}">
                  <a16:creationId xmlns:a16="http://schemas.microsoft.com/office/drawing/2014/main" id="{4B460814-1FB2-5F46-A167-2E252688DD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8638" y="5862638"/>
              <a:ext cx="261937" cy="277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3</a:t>
              </a:r>
            </a:p>
          </p:txBody>
        </p:sp>
      </p:grpSp>
      <p:sp>
        <p:nvSpPr>
          <p:cNvPr id="1162" name="TextBox 6">
            <a:extLst>
              <a:ext uri="{FF2B5EF4-FFF2-40B4-BE49-F238E27FC236}">
                <a16:creationId xmlns:a16="http://schemas.microsoft.com/office/drawing/2014/main" id="{21D1826E-E3E7-E445-9FFB-A565D9A2AD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6130" y="4850780"/>
            <a:ext cx="19923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values in arriving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packet header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163" name="Group 1162">
            <a:extLst>
              <a:ext uri="{FF2B5EF4-FFF2-40B4-BE49-F238E27FC236}">
                <a16:creationId xmlns:a16="http://schemas.microsoft.com/office/drawing/2014/main" id="{F8C15A5A-1645-0849-B8DE-390745B8EBA4}"/>
              </a:ext>
            </a:extLst>
          </p:cNvPr>
          <p:cNvGrpSpPr>
            <a:grpSpLocks/>
          </p:cNvGrpSpPr>
          <p:nvPr/>
        </p:nvGrpSpPr>
        <p:grpSpPr bwMode="auto">
          <a:xfrm>
            <a:off x="4390906" y="2898842"/>
            <a:ext cx="4051268" cy="2367063"/>
            <a:chOff x="-3855475" y="3644638"/>
            <a:chExt cx="4051268" cy="2367866"/>
          </a:xfrm>
        </p:grpSpPr>
        <p:cxnSp>
          <p:nvCxnSpPr>
            <p:cNvPr id="1164" name="Straight Arrow Connector 1163">
              <a:extLst>
                <a:ext uri="{FF2B5EF4-FFF2-40B4-BE49-F238E27FC236}">
                  <a16:creationId xmlns:a16="http://schemas.microsoft.com/office/drawing/2014/main" id="{D6CE7F18-1D47-9C49-BB85-76C5894DE53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-3855475" y="3664699"/>
              <a:ext cx="0" cy="2094800"/>
            </a:xfrm>
            <a:prstGeom prst="straightConnector1">
              <a:avLst/>
            </a:prstGeom>
            <a:noFill/>
            <a:ln w="12700" cap="flat" cmpd="sng" algn="ctr">
              <a:solidFill>
                <a:srgbClr val="CC0000"/>
              </a:solidFill>
              <a:prstDash val="solid"/>
              <a:tailEnd type="triangle"/>
            </a:ln>
            <a:effectLst/>
          </p:spPr>
        </p:cxnSp>
        <p:cxnSp>
          <p:nvCxnSpPr>
            <p:cNvPr id="1165" name="Straight Arrow Connector 1164">
              <a:extLst>
                <a:ext uri="{FF2B5EF4-FFF2-40B4-BE49-F238E27FC236}">
                  <a16:creationId xmlns:a16="http://schemas.microsoft.com/office/drawing/2014/main" id="{1C7BE6B4-EA67-FB4B-B50B-7E72D52ED7D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-2818087" y="3658010"/>
              <a:ext cx="0" cy="2354494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6" name="Straight Arrow Connector 1165">
              <a:extLst>
                <a:ext uri="{FF2B5EF4-FFF2-40B4-BE49-F238E27FC236}">
                  <a16:creationId xmlns:a16="http://schemas.microsoft.com/office/drawing/2014/main" id="{57774C27-8FF6-9F4F-A17E-D2F743FE22F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-2006679" y="3655204"/>
              <a:ext cx="31396" cy="2331351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7" name="Straight Arrow Connector 1166">
              <a:extLst>
                <a:ext uri="{FF2B5EF4-FFF2-40B4-BE49-F238E27FC236}">
                  <a16:creationId xmlns:a16="http://schemas.microsoft.com/office/drawing/2014/main" id="{1F481D65-016C-9E4F-A167-D6343A31365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-817641" y="3644638"/>
              <a:ext cx="0" cy="2364624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8" name="Straight Arrow Connector 1167">
              <a:extLst>
                <a:ext uri="{FF2B5EF4-FFF2-40B4-BE49-F238E27FC236}">
                  <a16:creationId xmlns:a16="http://schemas.microsoft.com/office/drawing/2014/main" id="{8D76033E-EA4A-B441-99A6-CFC1521E6C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5792" y="3690049"/>
              <a:ext cx="1" cy="2311566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54" name="Slide Number Placeholder 4">
            <a:extLst>
              <a:ext uri="{FF2B5EF4-FFF2-40B4-BE49-F238E27FC236}">
                <a16:creationId xmlns:a16="http://schemas.microsoft.com/office/drawing/2014/main" id="{EB6E2EBA-F897-A249-9C0A-5C6AC0D911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4-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5077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20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702AB5-AB8E-3545-A5A9-FCEA06E6E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148" y="158624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i="1" dirty="0">
                <a:solidFill>
                  <a:srgbClr val="CC0000"/>
                </a:solidFill>
              </a:rPr>
              <a:t>Why</a:t>
            </a:r>
            <a:r>
              <a:rPr lang="en-US" sz="3200" dirty="0">
                <a:solidFill>
                  <a:srgbClr val="CC0000"/>
                </a:solidFill>
              </a:rPr>
              <a:t> </a:t>
            </a:r>
            <a:r>
              <a:rPr lang="en-US" sz="3200" dirty="0"/>
              <a:t>a</a:t>
            </a:r>
            <a:r>
              <a:rPr lang="en-US" sz="3200" dirty="0">
                <a:solidFill>
                  <a:srgbClr val="CC0000"/>
                </a:solidFill>
              </a:rPr>
              <a:t> </a:t>
            </a:r>
            <a:r>
              <a:rPr lang="en-US" sz="3200" i="1" dirty="0">
                <a:solidFill>
                  <a:srgbClr val="CC0000"/>
                </a:solidFill>
              </a:rPr>
              <a:t>logically centralized </a:t>
            </a:r>
            <a:r>
              <a:rPr lang="en-US" sz="3200" dirty="0">
                <a:solidFill>
                  <a:srgbClr val="000000"/>
                </a:solidFill>
              </a:rPr>
              <a:t>control plane?</a:t>
            </a:r>
          </a:p>
          <a:p>
            <a:pPr marL="635000" indent="-400050"/>
            <a:r>
              <a:rPr lang="en-US" dirty="0"/>
              <a:t>easier network management: avoid router misconfigurations, greater flexibility of traffic flows</a:t>
            </a:r>
          </a:p>
          <a:p>
            <a:pPr marL="635000" indent="-400050"/>
            <a:r>
              <a:rPr lang="en-US" dirty="0"/>
              <a:t>table-based forwarding (recall OpenFlow API) allows “programming” routers</a:t>
            </a:r>
          </a:p>
          <a:p>
            <a:pPr marL="1035050" lvl="1" indent="-176213"/>
            <a:r>
              <a:rPr lang="en-US" dirty="0"/>
              <a:t>centralized “programming” easier: compute tables centrally and distribute</a:t>
            </a:r>
          </a:p>
          <a:p>
            <a:pPr marL="1035050" lvl="1" indent="-176213"/>
            <a:r>
              <a:rPr lang="en-US" dirty="0"/>
              <a:t>distributed “programming” more difficult: compute tables as result of distributed algorithm (protocol) implemented in each-and-every router </a:t>
            </a:r>
          </a:p>
          <a:p>
            <a:pPr marL="635000" indent="-400050"/>
            <a:r>
              <a:rPr lang="en-US" dirty="0"/>
              <a:t>open (non-proprietary) implementation of control plane</a:t>
            </a:r>
          </a:p>
          <a:p>
            <a:pPr marL="977900" lvl="1" indent="-400050"/>
            <a:r>
              <a:rPr lang="en-US" dirty="0"/>
              <a:t>foster innovation: let 1000 flowers bloom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CD85E7-B9DB-9043-B7EC-8C0919E8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4139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/>
              <a:t>Software defined networking (SDN)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71119-17C6-6045-B8FE-FECA68C80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169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" name="Group 300">
            <a:extLst>
              <a:ext uri="{FF2B5EF4-FFF2-40B4-BE49-F238E27FC236}">
                <a16:creationId xmlns:a16="http://schemas.microsoft.com/office/drawing/2014/main" id="{3845CA21-8920-5B4D-A87A-8A24D6375DB1}"/>
              </a:ext>
            </a:extLst>
          </p:cNvPr>
          <p:cNvGrpSpPr/>
          <p:nvPr/>
        </p:nvGrpSpPr>
        <p:grpSpPr>
          <a:xfrm>
            <a:off x="2509218" y="1275410"/>
            <a:ext cx="6875191" cy="2404002"/>
            <a:chOff x="943464" y="1363093"/>
            <a:chExt cx="6875191" cy="2404002"/>
          </a:xfrm>
        </p:grpSpPr>
        <p:grpSp>
          <p:nvGrpSpPr>
            <p:cNvPr id="302" name="Group 1612">
              <a:extLst>
                <a:ext uri="{FF2B5EF4-FFF2-40B4-BE49-F238E27FC236}">
                  <a16:creationId xmlns:a16="http://schemas.microsoft.com/office/drawing/2014/main" id="{A636C80E-6B43-CC4F-850B-C168F1D97D43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943464" y="2441244"/>
              <a:ext cx="855053" cy="655887"/>
              <a:chOff x="2839" y="3501"/>
              <a:chExt cx="755" cy="803"/>
            </a:xfrm>
          </p:grpSpPr>
          <p:pic>
            <p:nvPicPr>
              <p:cNvPr id="443" name="Picture 1613" descr="desktop_computer_stylized_medium">
                <a:extLst>
                  <a:ext uri="{FF2B5EF4-FFF2-40B4-BE49-F238E27FC236}">
                    <a16:creationId xmlns:a16="http://schemas.microsoft.com/office/drawing/2014/main" id="{A5D348C8-04A6-B04C-9E76-895E111C35F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44" name="Freeform 1614">
                <a:extLst>
                  <a:ext uri="{FF2B5EF4-FFF2-40B4-BE49-F238E27FC236}">
                    <a16:creationId xmlns:a16="http://schemas.microsoft.com/office/drawing/2014/main" id="{FF8802DC-B64F-B347-88B7-0434C6CD42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03" name="Freeform 3">
              <a:extLst>
                <a:ext uri="{FF2B5EF4-FFF2-40B4-BE49-F238E27FC236}">
                  <a16:creationId xmlns:a16="http://schemas.microsoft.com/office/drawing/2014/main" id="{96D2D58C-AF60-0D4C-9B3D-2EDF188D66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747" y="1363093"/>
              <a:ext cx="5142041" cy="2404002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04" name="Freeform 4">
              <a:extLst>
                <a:ext uri="{FF2B5EF4-FFF2-40B4-BE49-F238E27FC236}">
                  <a16:creationId xmlns:a16="http://schemas.microsoft.com/office/drawing/2014/main" id="{F4D4A5BF-F69B-0B47-A13E-DD8B915F8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105" y="2267385"/>
              <a:ext cx="781590" cy="317349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5" name="Freeform 35">
              <a:extLst>
                <a:ext uri="{FF2B5EF4-FFF2-40B4-BE49-F238E27FC236}">
                  <a16:creationId xmlns:a16="http://schemas.microsoft.com/office/drawing/2014/main" id="{ED9B70DF-192D-F94B-B428-B3533FBD3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4292" y="2313451"/>
              <a:ext cx="2285" cy="890624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6" name="Freeform 36">
              <a:extLst>
                <a:ext uri="{FF2B5EF4-FFF2-40B4-BE49-F238E27FC236}">
                  <a16:creationId xmlns:a16="http://schemas.microsoft.com/office/drawing/2014/main" id="{933B14BF-F112-864E-B82A-E52E1D1964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0544" y="2323688"/>
              <a:ext cx="2285" cy="91621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7" name="Freeform 37">
              <a:extLst>
                <a:ext uri="{FF2B5EF4-FFF2-40B4-BE49-F238E27FC236}">
                  <a16:creationId xmlns:a16="http://schemas.microsoft.com/office/drawing/2014/main" id="{2E1EAAD1-D876-7B42-9CDB-B861F6327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497" y="2298095"/>
              <a:ext cx="1462948" cy="1050313"/>
            </a:xfrm>
            <a:custGeom>
              <a:avLst/>
              <a:gdLst>
                <a:gd name="T0" fmla="*/ 0 w 378"/>
                <a:gd name="T1" fmla="*/ 142610238 h 174"/>
                <a:gd name="T2" fmla="*/ 8951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8" name="Freeform 38">
              <a:extLst>
                <a:ext uri="{FF2B5EF4-FFF2-40B4-BE49-F238E27FC236}">
                  <a16:creationId xmlns:a16="http://schemas.microsoft.com/office/drawing/2014/main" id="{21DBE486-9CD8-C742-8B08-B1D3A3002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2247" y="2891845"/>
              <a:ext cx="1161856" cy="455711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9" name="Freeform 39">
              <a:extLst>
                <a:ext uri="{FF2B5EF4-FFF2-40B4-BE49-F238E27FC236}">
                  <a16:creationId xmlns:a16="http://schemas.microsoft.com/office/drawing/2014/main" id="{597C0B72-56A7-CD46-B760-103D3071473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022465" y="3327268"/>
              <a:ext cx="908330" cy="45719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10" name="Freeform 40">
              <a:extLst>
                <a:ext uri="{FF2B5EF4-FFF2-40B4-BE49-F238E27FC236}">
                  <a16:creationId xmlns:a16="http://schemas.microsoft.com/office/drawing/2014/main" id="{D8D34631-7C0A-0545-B8E7-D0B9D3842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0696" y="2820186"/>
              <a:ext cx="630757" cy="450430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11" name="Freeform 41">
              <a:extLst>
                <a:ext uri="{FF2B5EF4-FFF2-40B4-BE49-F238E27FC236}">
                  <a16:creationId xmlns:a16="http://schemas.microsoft.com/office/drawing/2014/main" id="{495956FE-5A6C-9B45-9B14-2BF0AF46F5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627" y="2195725"/>
              <a:ext cx="836439" cy="1706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12" name="Freeform 42">
              <a:extLst>
                <a:ext uri="{FF2B5EF4-FFF2-40B4-BE49-F238E27FC236}">
                  <a16:creationId xmlns:a16="http://schemas.microsoft.com/office/drawing/2014/main" id="{62622339-B69D-CE49-9D11-E82F0A5DA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2253" y="2248471"/>
              <a:ext cx="922986" cy="397685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13" name="Freeform 43">
              <a:extLst>
                <a:ext uri="{FF2B5EF4-FFF2-40B4-BE49-F238E27FC236}">
                  <a16:creationId xmlns:a16="http://schemas.microsoft.com/office/drawing/2014/main" id="{F66823EE-AAD5-8849-A172-4FF26DE6A4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0431" y="1458657"/>
              <a:ext cx="2536740" cy="1100484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14" name="Text Box 62">
              <a:extLst>
                <a:ext uri="{FF2B5EF4-FFF2-40B4-BE49-F238E27FC236}">
                  <a16:creationId xmlns:a16="http://schemas.microsoft.com/office/drawing/2014/main" id="{345BA5C6-6EAC-1E45-AF81-FBB8E07BB7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2678" y="2178663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15" name="Text Box 63">
              <a:extLst>
                <a:ext uri="{FF2B5EF4-FFF2-40B4-BE49-F238E27FC236}">
                  <a16:creationId xmlns:a16="http://schemas.microsoft.com/office/drawing/2014/main" id="{BE470A2A-6E14-D143-A915-F628456D82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7981" y="2552316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16" name="Text Box 64">
              <a:extLst>
                <a:ext uri="{FF2B5EF4-FFF2-40B4-BE49-F238E27FC236}">
                  <a16:creationId xmlns:a16="http://schemas.microsoft.com/office/drawing/2014/main" id="{42783024-D0DF-9843-9325-EBEBCD8115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3853" y="2915732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17" name="Text Box 65">
              <a:extLst>
                <a:ext uri="{FF2B5EF4-FFF2-40B4-BE49-F238E27FC236}">
                  <a16:creationId xmlns:a16="http://schemas.microsoft.com/office/drawing/2014/main" id="{B19A9366-0987-C24D-9D2D-02D5F48ADB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5556" y="2710990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18" name="Text Box 66">
              <a:extLst>
                <a:ext uri="{FF2B5EF4-FFF2-40B4-BE49-F238E27FC236}">
                  <a16:creationId xmlns:a16="http://schemas.microsoft.com/office/drawing/2014/main" id="{206F34B0-F5DA-A34C-9EA5-F1239C6339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579" y="3314977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19" name="Text Box 67">
              <a:extLst>
                <a:ext uri="{FF2B5EF4-FFF2-40B4-BE49-F238E27FC236}">
                  <a16:creationId xmlns:a16="http://schemas.microsoft.com/office/drawing/2014/main" id="{55E4914B-D79C-2C4E-972E-82776A5CBF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4305" y="2583027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20" name="Text Box 68">
              <a:extLst>
                <a:ext uri="{FF2B5EF4-FFF2-40B4-BE49-F238E27FC236}">
                  <a16:creationId xmlns:a16="http://schemas.microsoft.com/office/drawing/2014/main" id="{04A67F28-42C5-0645-80B3-F79AD69D0B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97032" y="3033458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21" name="Text Box 69">
              <a:extLst>
                <a:ext uri="{FF2B5EF4-FFF2-40B4-BE49-F238E27FC236}">
                  <a16:creationId xmlns:a16="http://schemas.microsoft.com/office/drawing/2014/main" id="{D62D6598-B7A6-7543-B5AC-525AE902D5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35327" y="2117241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22" name="Text Box 70">
              <a:extLst>
                <a:ext uri="{FF2B5EF4-FFF2-40B4-BE49-F238E27FC236}">
                  <a16:creationId xmlns:a16="http://schemas.microsoft.com/office/drawing/2014/main" id="{E1D6447A-1898-E44F-B48F-6280CB4222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5594" y="1861315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23" name="Text Box 71">
              <a:extLst>
                <a:ext uri="{FF2B5EF4-FFF2-40B4-BE49-F238E27FC236}">
                  <a16:creationId xmlns:a16="http://schemas.microsoft.com/office/drawing/2014/main" id="{A49C6587-11BE-494E-A8D1-2C8ACC1A50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3435" y="1405766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24" name="Group 1507">
              <a:extLst>
                <a:ext uri="{FF2B5EF4-FFF2-40B4-BE49-F238E27FC236}">
                  <a16:creationId xmlns:a16="http://schemas.microsoft.com/office/drawing/2014/main" id="{5EBC8E71-8EAC-B74A-95A4-003CC22999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91175" y="2426604"/>
              <a:ext cx="427480" cy="711995"/>
              <a:chOff x="4140" y="429"/>
              <a:chExt cx="1425" cy="2396"/>
            </a:xfrm>
          </p:grpSpPr>
          <p:sp>
            <p:nvSpPr>
              <p:cNvPr id="411" name="Freeform 1508">
                <a:extLst>
                  <a:ext uri="{FF2B5EF4-FFF2-40B4-BE49-F238E27FC236}">
                    <a16:creationId xmlns:a16="http://schemas.microsoft.com/office/drawing/2014/main" id="{66D3A65B-6A9D-C84D-99F9-9807D7D0E1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12" name="Rectangle 1509">
                <a:extLst>
                  <a:ext uri="{FF2B5EF4-FFF2-40B4-BE49-F238E27FC236}">
                    <a16:creationId xmlns:a16="http://schemas.microsoft.com/office/drawing/2014/main" id="{72CCF1A1-68A2-8B4D-AD9B-9C402AECDA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13" name="Freeform 1510">
                <a:extLst>
                  <a:ext uri="{FF2B5EF4-FFF2-40B4-BE49-F238E27FC236}">
                    <a16:creationId xmlns:a16="http://schemas.microsoft.com/office/drawing/2014/main" id="{C8965F64-763B-FA4A-9557-6E9BC3C0BA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14" name="Freeform 1511">
                <a:extLst>
                  <a:ext uri="{FF2B5EF4-FFF2-40B4-BE49-F238E27FC236}">
                    <a16:creationId xmlns:a16="http://schemas.microsoft.com/office/drawing/2014/main" id="{BB4B40A7-8B78-6A44-A214-97E44641B3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15" name="Rectangle 1512">
                <a:extLst>
                  <a:ext uri="{FF2B5EF4-FFF2-40B4-BE49-F238E27FC236}">
                    <a16:creationId xmlns:a16="http://schemas.microsoft.com/office/drawing/2014/main" id="{B0D7DE44-7345-624F-A93E-DBD69C098B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416" name="Group 1513">
                <a:extLst>
                  <a:ext uri="{FF2B5EF4-FFF2-40B4-BE49-F238E27FC236}">
                    <a16:creationId xmlns:a16="http://schemas.microsoft.com/office/drawing/2014/main" id="{A11AC80E-EE19-894D-A04D-DAE9AB703F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41" name="AutoShape 1514">
                  <a:extLst>
                    <a:ext uri="{FF2B5EF4-FFF2-40B4-BE49-F238E27FC236}">
                      <a16:creationId xmlns:a16="http://schemas.microsoft.com/office/drawing/2014/main" id="{3C69CFB3-204B-1148-8AB5-1A0F733B54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42" name="AutoShape 1515">
                  <a:extLst>
                    <a:ext uri="{FF2B5EF4-FFF2-40B4-BE49-F238E27FC236}">
                      <a16:creationId xmlns:a16="http://schemas.microsoft.com/office/drawing/2014/main" id="{9367CA35-AAAB-074E-A74E-59B2FA2FDE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417" name="Rectangle 1516">
                <a:extLst>
                  <a:ext uri="{FF2B5EF4-FFF2-40B4-BE49-F238E27FC236}">
                    <a16:creationId xmlns:a16="http://schemas.microsoft.com/office/drawing/2014/main" id="{CE3693F3-C31B-C54F-B87F-42953AF9FB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418" name="Group 1517">
                <a:extLst>
                  <a:ext uri="{FF2B5EF4-FFF2-40B4-BE49-F238E27FC236}">
                    <a16:creationId xmlns:a16="http://schemas.microsoft.com/office/drawing/2014/main" id="{E3DCD8E8-4A32-E242-9C26-66A32B851E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39" name="AutoShape 1518">
                  <a:extLst>
                    <a:ext uri="{FF2B5EF4-FFF2-40B4-BE49-F238E27FC236}">
                      <a16:creationId xmlns:a16="http://schemas.microsoft.com/office/drawing/2014/main" id="{2A9C08ED-9421-7A43-8090-57057A615F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40" name="AutoShape 1519">
                  <a:extLst>
                    <a:ext uri="{FF2B5EF4-FFF2-40B4-BE49-F238E27FC236}">
                      <a16:creationId xmlns:a16="http://schemas.microsoft.com/office/drawing/2014/main" id="{74EE41DC-C37D-3945-91F1-869FE9EBD7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419" name="Rectangle 1520">
                <a:extLst>
                  <a:ext uri="{FF2B5EF4-FFF2-40B4-BE49-F238E27FC236}">
                    <a16:creationId xmlns:a16="http://schemas.microsoft.com/office/drawing/2014/main" id="{D1A596BC-BD58-914C-B14A-A12660493B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0" name="Rectangle 1521">
                <a:extLst>
                  <a:ext uri="{FF2B5EF4-FFF2-40B4-BE49-F238E27FC236}">
                    <a16:creationId xmlns:a16="http://schemas.microsoft.com/office/drawing/2014/main" id="{A3DF6281-78D2-9045-91BD-8A0B4EB7DA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421" name="Group 1522">
                <a:extLst>
                  <a:ext uri="{FF2B5EF4-FFF2-40B4-BE49-F238E27FC236}">
                    <a16:creationId xmlns:a16="http://schemas.microsoft.com/office/drawing/2014/main" id="{4B5256C0-7FA2-BE4F-8AC5-EF516C5A48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37" name="AutoShape 1523">
                  <a:extLst>
                    <a:ext uri="{FF2B5EF4-FFF2-40B4-BE49-F238E27FC236}">
                      <a16:creationId xmlns:a16="http://schemas.microsoft.com/office/drawing/2014/main" id="{754D255D-5191-9344-A8E8-8FEA426036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79"/>
                  <a:ext cx="720" cy="13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8" name="AutoShape 1524">
                  <a:extLst>
                    <a:ext uri="{FF2B5EF4-FFF2-40B4-BE49-F238E27FC236}">
                      <a16:creationId xmlns:a16="http://schemas.microsoft.com/office/drawing/2014/main" id="{E14AD02B-285A-8E4E-9349-A7A65FE580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422" name="Freeform 1525">
                <a:extLst>
                  <a:ext uri="{FF2B5EF4-FFF2-40B4-BE49-F238E27FC236}">
                    <a16:creationId xmlns:a16="http://schemas.microsoft.com/office/drawing/2014/main" id="{6A7D0A21-FEB6-AA49-BF73-7B454ABCC3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423" name="Group 1526">
                <a:extLst>
                  <a:ext uri="{FF2B5EF4-FFF2-40B4-BE49-F238E27FC236}">
                    <a16:creationId xmlns:a16="http://schemas.microsoft.com/office/drawing/2014/main" id="{D90C757B-43DB-BA46-B197-E499997AD4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35" name="AutoShape 1527">
                  <a:extLst>
                    <a:ext uri="{FF2B5EF4-FFF2-40B4-BE49-F238E27FC236}">
                      <a16:creationId xmlns:a16="http://schemas.microsoft.com/office/drawing/2014/main" id="{8CA88821-0D55-EB40-A7C1-C3977CDA23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6" name="AutoShape 1528">
                  <a:extLst>
                    <a:ext uri="{FF2B5EF4-FFF2-40B4-BE49-F238E27FC236}">
                      <a16:creationId xmlns:a16="http://schemas.microsoft.com/office/drawing/2014/main" id="{DC4F78A8-7787-604B-A124-FCF43D75DF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424" name="Rectangle 1529">
                <a:extLst>
                  <a:ext uri="{FF2B5EF4-FFF2-40B4-BE49-F238E27FC236}">
                    <a16:creationId xmlns:a16="http://schemas.microsoft.com/office/drawing/2014/main" id="{563CCF97-9884-9B45-B9F6-70D699E998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5" name="Freeform 1530">
                <a:extLst>
                  <a:ext uri="{FF2B5EF4-FFF2-40B4-BE49-F238E27FC236}">
                    <a16:creationId xmlns:a16="http://schemas.microsoft.com/office/drawing/2014/main" id="{EBD39E8E-81C2-A844-BF20-C29C5E3AD4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6" name="Freeform 1531">
                <a:extLst>
                  <a:ext uri="{FF2B5EF4-FFF2-40B4-BE49-F238E27FC236}">
                    <a16:creationId xmlns:a16="http://schemas.microsoft.com/office/drawing/2014/main" id="{D429C771-C29B-4746-8D5D-C4A8633312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40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7" name="Oval 1532">
                <a:extLst>
                  <a:ext uri="{FF2B5EF4-FFF2-40B4-BE49-F238E27FC236}">
                    <a16:creationId xmlns:a16="http://schemas.microsoft.com/office/drawing/2014/main" id="{4C989AEC-8071-734A-8023-0434DC3EBB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8" name="Freeform 1533">
                <a:extLst>
                  <a:ext uri="{FF2B5EF4-FFF2-40B4-BE49-F238E27FC236}">
                    <a16:creationId xmlns:a16="http://schemas.microsoft.com/office/drawing/2014/main" id="{50D6A2AD-EDD3-0244-A157-84E8500047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9" name="AutoShape 1534">
                <a:extLst>
                  <a:ext uri="{FF2B5EF4-FFF2-40B4-BE49-F238E27FC236}">
                    <a16:creationId xmlns:a16="http://schemas.microsoft.com/office/drawing/2014/main" id="{228D946A-767B-854E-8F60-21EDE8F6A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30" name="AutoShape 1535">
                <a:extLst>
                  <a:ext uri="{FF2B5EF4-FFF2-40B4-BE49-F238E27FC236}">
                    <a16:creationId xmlns:a16="http://schemas.microsoft.com/office/drawing/2014/main" id="{C77A208E-E580-6C48-B30A-8D6AF0241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31" name="Oval 1536">
                <a:extLst>
                  <a:ext uri="{FF2B5EF4-FFF2-40B4-BE49-F238E27FC236}">
                    <a16:creationId xmlns:a16="http://schemas.microsoft.com/office/drawing/2014/main" id="{0584590D-C9DD-6B4F-8D43-3BD5D3BF0F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32" name="Oval 1537">
                <a:extLst>
                  <a:ext uri="{FF2B5EF4-FFF2-40B4-BE49-F238E27FC236}">
                    <a16:creationId xmlns:a16="http://schemas.microsoft.com/office/drawing/2014/main" id="{E53705ED-8A28-2247-8F50-DFA2320E3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433" name="Oval 1538">
                <a:extLst>
                  <a:ext uri="{FF2B5EF4-FFF2-40B4-BE49-F238E27FC236}">
                    <a16:creationId xmlns:a16="http://schemas.microsoft.com/office/drawing/2014/main" id="{5DE8C3E4-50ED-A045-BBEF-6BD22BDB1C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34" name="Rectangle 1539">
                <a:extLst>
                  <a:ext uri="{FF2B5EF4-FFF2-40B4-BE49-F238E27FC236}">
                    <a16:creationId xmlns:a16="http://schemas.microsoft.com/office/drawing/2014/main" id="{34EEF575-BCCE-F34E-815A-FDD087C077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267F2A04-82C7-CA43-AAA2-0B750999EE14}"/>
                </a:ext>
              </a:extLst>
            </p:cNvPr>
            <p:cNvCxnSpPr/>
            <p:nvPr/>
          </p:nvCxnSpPr>
          <p:spPr bwMode="auto">
            <a:xfrm>
              <a:off x="1682405" y="2744686"/>
              <a:ext cx="526774" cy="0"/>
            </a:xfrm>
            <a:prstGeom prst="line">
              <a:avLst/>
            </a:prstGeom>
            <a:solidFill>
              <a:srgbClr val="00CC99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B91A95F9-EF84-0047-B227-765A487976D6}"/>
                </a:ext>
              </a:extLst>
            </p:cNvPr>
            <p:cNvCxnSpPr/>
            <p:nvPr/>
          </p:nvCxnSpPr>
          <p:spPr bwMode="auto">
            <a:xfrm>
              <a:off x="6895267" y="2779855"/>
              <a:ext cx="526774" cy="0"/>
            </a:xfrm>
            <a:prstGeom prst="line">
              <a:avLst/>
            </a:prstGeom>
            <a:solidFill>
              <a:srgbClr val="00CC99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27" name="Group 326">
              <a:extLst>
                <a:ext uri="{FF2B5EF4-FFF2-40B4-BE49-F238E27FC236}">
                  <a16:creationId xmlns:a16="http://schemas.microsoft.com/office/drawing/2014/main" id="{EE10E36D-E4DE-FC41-B05D-5CD4A5DBFA21}"/>
                </a:ext>
              </a:extLst>
            </p:cNvPr>
            <p:cNvGrpSpPr/>
            <p:nvPr/>
          </p:nvGrpSpPr>
          <p:grpSpPr>
            <a:xfrm>
              <a:off x="3414626" y="1982945"/>
              <a:ext cx="687402" cy="571677"/>
              <a:chOff x="1736090" y="2893762"/>
              <a:chExt cx="565150" cy="413310"/>
            </a:xfrm>
          </p:grpSpPr>
          <p:grpSp>
            <p:nvGrpSpPr>
              <p:cNvPr id="398" name="Group 327">
                <a:extLst>
                  <a:ext uri="{FF2B5EF4-FFF2-40B4-BE49-F238E27FC236}">
                    <a16:creationId xmlns:a16="http://schemas.microsoft.com/office/drawing/2014/main" id="{43DE9D84-6507-9E44-8FFE-C43353FBFF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402" name="Oval 401">
                  <a:extLst>
                    <a:ext uri="{FF2B5EF4-FFF2-40B4-BE49-F238E27FC236}">
                      <a16:creationId xmlns:a16="http://schemas.microsoft.com/office/drawing/2014/main" id="{BDBEE8E4-14FE-2342-B5F0-4B459123059B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03" name="Rectangle 402">
                  <a:extLst>
                    <a:ext uri="{FF2B5EF4-FFF2-40B4-BE49-F238E27FC236}">
                      <a16:creationId xmlns:a16="http://schemas.microsoft.com/office/drawing/2014/main" id="{35360FF6-9142-814C-BC6A-900E8714152E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04" name="Oval 403">
                  <a:extLst>
                    <a:ext uri="{FF2B5EF4-FFF2-40B4-BE49-F238E27FC236}">
                      <a16:creationId xmlns:a16="http://schemas.microsoft.com/office/drawing/2014/main" id="{CD7B45FB-2D33-6849-8696-831389F7A797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05" name="Freeform 404">
                  <a:extLst>
                    <a:ext uri="{FF2B5EF4-FFF2-40B4-BE49-F238E27FC236}">
                      <a16:creationId xmlns:a16="http://schemas.microsoft.com/office/drawing/2014/main" id="{55DD05D2-A87A-9E4B-8F3E-A4613BC094AB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06" name="Freeform 405">
                  <a:extLst>
                    <a:ext uri="{FF2B5EF4-FFF2-40B4-BE49-F238E27FC236}">
                      <a16:creationId xmlns:a16="http://schemas.microsoft.com/office/drawing/2014/main" id="{CEAF7229-E9D5-D042-B7AE-1BF525F56D4B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07" name="Freeform 406">
                  <a:extLst>
                    <a:ext uri="{FF2B5EF4-FFF2-40B4-BE49-F238E27FC236}">
                      <a16:creationId xmlns:a16="http://schemas.microsoft.com/office/drawing/2014/main" id="{AB1AF264-1139-CE43-AFF8-E76758CE960A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08" name="Freeform 407">
                  <a:extLst>
                    <a:ext uri="{FF2B5EF4-FFF2-40B4-BE49-F238E27FC236}">
                      <a16:creationId xmlns:a16="http://schemas.microsoft.com/office/drawing/2014/main" id="{57245D9A-2DA2-E246-9F87-68EA8D71DFA2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09" name="Straight Connector 408">
                  <a:extLst>
                    <a:ext uri="{FF2B5EF4-FFF2-40B4-BE49-F238E27FC236}">
                      <a16:creationId xmlns:a16="http://schemas.microsoft.com/office/drawing/2014/main" id="{1E15FBCF-E2FF-FD4E-8803-68E979C60B5F}"/>
                    </a:ext>
                  </a:extLst>
                </p:cNvPr>
                <p:cNvCxnSpPr>
                  <a:endCxn id="404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410" name="Straight Connector 409">
                  <a:extLst>
                    <a:ext uri="{FF2B5EF4-FFF2-40B4-BE49-F238E27FC236}">
                      <a16:creationId xmlns:a16="http://schemas.microsoft.com/office/drawing/2014/main" id="{76BF3722-BBAD-924E-BD4C-E031ACC5D682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399" name="Group 398">
                <a:extLst>
                  <a:ext uri="{FF2B5EF4-FFF2-40B4-BE49-F238E27FC236}">
                    <a16:creationId xmlns:a16="http://schemas.microsoft.com/office/drawing/2014/main" id="{493B1A9C-61C8-154E-89A5-A9513BFD54DE}"/>
                  </a:ext>
                </a:extLst>
              </p:cNvPr>
              <p:cNvGrpSpPr/>
              <p:nvPr/>
            </p:nvGrpSpPr>
            <p:grpSpPr>
              <a:xfrm>
                <a:off x="1844715" y="2907714"/>
                <a:ext cx="356365" cy="399358"/>
                <a:chOff x="741398" y="1743005"/>
                <a:chExt cx="356365" cy="399358"/>
              </a:xfrm>
            </p:grpSpPr>
            <p:sp>
              <p:nvSpPr>
                <p:cNvPr id="400" name="Oval 399">
                  <a:extLst>
                    <a:ext uri="{FF2B5EF4-FFF2-40B4-BE49-F238E27FC236}">
                      <a16:creationId xmlns:a16="http://schemas.microsoft.com/office/drawing/2014/main" id="{63725DC4-5667-494C-877B-306B214225CA}"/>
                    </a:ext>
                  </a:extLst>
                </p:cNvPr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01" name="TextBox 400">
                  <a:extLst>
                    <a:ext uri="{FF2B5EF4-FFF2-40B4-BE49-F238E27FC236}">
                      <a16:creationId xmlns:a16="http://schemas.microsoft.com/office/drawing/2014/main" id="{610E4D3B-522B-8441-8253-4A007172715F}"/>
                    </a:ext>
                  </a:extLst>
                </p:cNvPr>
                <p:cNvSpPr txBox="1"/>
                <p:nvPr/>
              </p:nvSpPr>
              <p:spPr>
                <a:xfrm>
                  <a:off x="783895" y="1743005"/>
                  <a:ext cx="288887" cy="399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v</a:t>
                  </a:r>
                </a:p>
              </p:txBody>
            </p:sp>
          </p:grpSp>
        </p:grpSp>
        <p:grpSp>
          <p:nvGrpSpPr>
            <p:cNvPr id="328" name="Group 327">
              <a:extLst>
                <a:ext uri="{FF2B5EF4-FFF2-40B4-BE49-F238E27FC236}">
                  <a16:creationId xmlns:a16="http://schemas.microsoft.com/office/drawing/2014/main" id="{DF814D63-F965-FA4E-9920-D211CDA69879}"/>
                </a:ext>
              </a:extLst>
            </p:cNvPr>
            <p:cNvGrpSpPr/>
            <p:nvPr/>
          </p:nvGrpSpPr>
          <p:grpSpPr>
            <a:xfrm>
              <a:off x="4888811" y="1979830"/>
              <a:ext cx="687402" cy="480963"/>
              <a:chOff x="1736090" y="2893762"/>
              <a:chExt cx="565150" cy="347726"/>
            </a:xfrm>
          </p:grpSpPr>
          <p:grpSp>
            <p:nvGrpSpPr>
              <p:cNvPr id="385" name="Group 327">
                <a:extLst>
                  <a:ext uri="{FF2B5EF4-FFF2-40B4-BE49-F238E27FC236}">
                    <a16:creationId xmlns:a16="http://schemas.microsoft.com/office/drawing/2014/main" id="{1319D0A2-3DA4-6D46-B723-C78612DBD5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406A0DA8-5D66-B54B-BF3C-74FEB059E5F1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90" name="Rectangle 389">
                  <a:extLst>
                    <a:ext uri="{FF2B5EF4-FFF2-40B4-BE49-F238E27FC236}">
                      <a16:creationId xmlns:a16="http://schemas.microsoft.com/office/drawing/2014/main" id="{16912ED9-B4B9-274B-8C8B-A301769701DC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0FC9220C-ECBF-BC42-AA17-47066E49F672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92" name="Freeform 391">
                  <a:extLst>
                    <a:ext uri="{FF2B5EF4-FFF2-40B4-BE49-F238E27FC236}">
                      <a16:creationId xmlns:a16="http://schemas.microsoft.com/office/drawing/2014/main" id="{EFD001D2-54C5-0042-A5AA-702968D107C1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93" name="Freeform 392">
                  <a:extLst>
                    <a:ext uri="{FF2B5EF4-FFF2-40B4-BE49-F238E27FC236}">
                      <a16:creationId xmlns:a16="http://schemas.microsoft.com/office/drawing/2014/main" id="{DF0C4D73-F5CE-1E43-B64E-A1555129729A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94" name="Freeform 393">
                  <a:extLst>
                    <a:ext uri="{FF2B5EF4-FFF2-40B4-BE49-F238E27FC236}">
                      <a16:creationId xmlns:a16="http://schemas.microsoft.com/office/drawing/2014/main" id="{2FD88090-C275-6140-AAC7-18542BD977C0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95" name="Freeform 394">
                  <a:extLst>
                    <a:ext uri="{FF2B5EF4-FFF2-40B4-BE49-F238E27FC236}">
                      <a16:creationId xmlns:a16="http://schemas.microsoft.com/office/drawing/2014/main" id="{F52A43F0-D631-014F-9B59-69076BD7A214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96" name="Straight Connector 395">
                  <a:extLst>
                    <a:ext uri="{FF2B5EF4-FFF2-40B4-BE49-F238E27FC236}">
                      <a16:creationId xmlns:a16="http://schemas.microsoft.com/office/drawing/2014/main" id="{7B9292D1-E5A5-F44E-8DC8-0DDB894A0004}"/>
                    </a:ext>
                  </a:extLst>
                </p:cNvPr>
                <p:cNvCxnSpPr>
                  <a:endCxn id="391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397" name="Straight Connector 396">
                  <a:extLst>
                    <a:ext uri="{FF2B5EF4-FFF2-40B4-BE49-F238E27FC236}">
                      <a16:creationId xmlns:a16="http://schemas.microsoft.com/office/drawing/2014/main" id="{82695498-3E06-C549-BDEB-3B3BC72D74A8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386" name="Group 385">
                <a:extLst>
                  <a:ext uri="{FF2B5EF4-FFF2-40B4-BE49-F238E27FC236}">
                    <a16:creationId xmlns:a16="http://schemas.microsoft.com/office/drawing/2014/main" id="{58CC84C2-4686-2643-A790-875AD3D2EB15}"/>
                  </a:ext>
                </a:extLst>
              </p:cNvPr>
              <p:cNvGrpSpPr/>
              <p:nvPr/>
            </p:nvGrpSpPr>
            <p:grpSpPr>
              <a:xfrm>
                <a:off x="1844715" y="2907714"/>
                <a:ext cx="378664" cy="333774"/>
                <a:chOff x="741398" y="1743005"/>
                <a:chExt cx="378664" cy="333774"/>
              </a:xfrm>
            </p:grpSpPr>
            <p:sp>
              <p:nvSpPr>
                <p:cNvPr id="387" name="Oval 386">
                  <a:extLst>
                    <a:ext uri="{FF2B5EF4-FFF2-40B4-BE49-F238E27FC236}">
                      <a16:creationId xmlns:a16="http://schemas.microsoft.com/office/drawing/2014/main" id="{91E65A3C-37C4-FB49-A4C5-66DD49380A20}"/>
                    </a:ext>
                  </a:extLst>
                </p:cNvPr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88" name="TextBox 387">
                  <a:extLst>
                    <a:ext uri="{FF2B5EF4-FFF2-40B4-BE49-F238E27FC236}">
                      <a16:creationId xmlns:a16="http://schemas.microsoft.com/office/drawing/2014/main" id="{7D7D52A1-09FA-B245-A51E-503672F88792}"/>
                    </a:ext>
                  </a:extLst>
                </p:cNvPr>
                <p:cNvSpPr txBox="1"/>
                <p:nvPr/>
              </p:nvSpPr>
              <p:spPr>
                <a:xfrm>
                  <a:off x="767915" y="1743005"/>
                  <a:ext cx="352147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w</a:t>
                  </a:r>
                </a:p>
              </p:txBody>
            </p:sp>
          </p:grpSp>
        </p:grpSp>
        <p:grpSp>
          <p:nvGrpSpPr>
            <p:cNvPr id="329" name="Group 328">
              <a:extLst>
                <a:ext uri="{FF2B5EF4-FFF2-40B4-BE49-F238E27FC236}">
                  <a16:creationId xmlns:a16="http://schemas.microsoft.com/office/drawing/2014/main" id="{7F5B202E-84B1-8546-ABE7-0D873A53CB3A}"/>
                </a:ext>
              </a:extLst>
            </p:cNvPr>
            <p:cNvGrpSpPr/>
            <p:nvPr/>
          </p:nvGrpSpPr>
          <p:grpSpPr>
            <a:xfrm>
              <a:off x="2206359" y="2517647"/>
              <a:ext cx="687402" cy="480963"/>
              <a:chOff x="1736090" y="2893762"/>
              <a:chExt cx="565150" cy="347726"/>
            </a:xfrm>
          </p:grpSpPr>
          <p:grpSp>
            <p:nvGrpSpPr>
              <p:cNvPr id="372" name="Group 327">
                <a:extLst>
                  <a:ext uri="{FF2B5EF4-FFF2-40B4-BE49-F238E27FC236}">
                    <a16:creationId xmlns:a16="http://schemas.microsoft.com/office/drawing/2014/main" id="{74C66983-6367-A346-9811-03B6B660BD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376" name="Oval 375">
                  <a:extLst>
                    <a:ext uri="{FF2B5EF4-FFF2-40B4-BE49-F238E27FC236}">
                      <a16:creationId xmlns:a16="http://schemas.microsoft.com/office/drawing/2014/main" id="{23D87A19-41D5-2F4B-A759-D658AB6DE7F5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77" name="Rectangle 376">
                  <a:extLst>
                    <a:ext uri="{FF2B5EF4-FFF2-40B4-BE49-F238E27FC236}">
                      <a16:creationId xmlns:a16="http://schemas.microsoft.com/office/drawing/2014/main" id="{BF010680-E14C-AB41-B12D-005B0B3FBA78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78" name="Oval 377">
                  <a:extLst>
                    <a:ext uri="{FF2B5EF4-FFF2-40B4-BE49-F238E27FC236}">
                      <a16:creationId xmlns:a16="http://schemas.microsoft.com/office/drawing/2014/main" id="{773506FA-CDA9-A14E-9C9B-2D5E7F909A9E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79" name="Freeform 378">
                  <a:extLst>
                    <a:ext uri="{FF2B5EF4-FFF2-40B4-BE49-F238E27FC236}">
                      <a16:creationId xmlns:a16="http://schemas.microsoft.com/office/drawing/2014/main" id="{39B04F67-6A6D-6245-B8C8-CF7114C9D7F0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80" name="Freeform 379">
                  <a:extLst>
                    <a:ext uri="{FF2B5EF4-FFF2-40B4-BE49-F238E27FC236}">
                      <a16:creationId xmlns:a16="http://schemas.microsoft.com/office/drawing/2014/main" id="{C46B0DC1-1017-4146-A422-109C3BAD2551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81" name="Freeform 380">
                  <a:extLst>
                    <a:ext uri="{FF2B5EF4-FFF2-40B4-BE49-F238E27FC236}">
                      <a16:creationId xmlns:a16="http://schemas.microsoft.com/office/drawing/2014/main" id="{CA725F35-AC0C-C543-A8A7-24E9625350C8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82" name="Freeform 381">
                  <a:extLst>
                    <a:ext uri="{FF2B5EF4-FFF2-40B4-BE49-F238E27FC236}">
                      <a16:creationId xmlns:a16="http://schemas.microsoft.com/office/drawing/2014/main" id="{977CD25B-F33C-BA45-8069-AC4B98057578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83" name="Straight Connector 382">
                  <a:extLst>
                    <a:ext uri="{FF2B5EF4-FFF2-40B4-BE49-F238E27FC236}">
                      <a16:creationId xmlns:a16="http://schemas.microsoft.com/office/drawing/2014/main" id="{54C74B7C-6FCA-5B45-9A2B-DC09E5CDE689}"/>
                    </a:ext>
                  </a:extLst>
                </p:cNvPr>
                <p:cNvCxnSpPr>
                  <a:endCxn id="378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384" name="Straight Connector 383">
                  <a:extLst>
                    <a:ext uri="{FF2B5EF4-FFF2-40B4-BE49-F238E27FC236}">
                      <a16:creationId xmlns:a16="http://schemas.microsoft.com/office/drawing/2014/main" id="{F18B4945-5B3A-CC4D-AD10-A9969F3DC39C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373" name="Group 372">
                <a:extLst>
                  <a:ext uri="{FF2B5EF4-FFF2-40B4-BE49-F238E27FC236}">
                    <a16:creationId xmlns:a16="http://schemas.microsoft.com/office/drawing/2014/main" id="{79ADB3AE-0BAC-E846-91C0-DA740CA9923D}"/>
                  </a:ext>
                </a:extLst>
              </p:cNvPr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374" name="Oval 373">
                  <a:extLst>
                    <a:ext uri="{FF2B5EF4-FFF2-40B4-BE49-F238E27FC236}">
                      <a16:creationId xmlns:a16="http://schemas.microsoft.com/office/drawing/2014/main" id="{D1EDF0F4-E8FD-6841-A11F-DBF2430F102B}"/>
                    </a:ext>
                  </a:extLst>
                </p:cNvPr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75" name="TextBox 374">
                  <a:extLst>
                    <a:ext uri="{FF2B5EF4-FFF2-40B4-BE49-F238E27FC236}">
                      <a16:creationId xmlns:a16="http://schemas.microsoft.com/office/drawing/2014/main" id="{1AFA689E-3A33-DF4B-A8F3-403F0D901A93}"/>
                    </a:ext>
                  </a:extLst>
                </p:cNvPr>
                <p:cNvSpPr txBox="1"/>
                <p:nvPr/>
              </p:nvSpPr>
              <p:spPr>
                <a:xfrm>
                  <a:off x="783895" y="1743005"/>
                  <a:ext cx="292553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u</a:t>
                  </a:r>
                </a:p>
              </p:txBody>
            </p:sp>
          </p:grpSp>
        </p:grpSp>
        <p:grpSp>
          <p:nvGrpSpPr>
            <p:cNvPr id="330" name="Group 329">
              <a:extLst>
                <a:ext uri="{FF2B5EF4-FFF2-40B4-BE49-F238E27FC236}">
                  <a16:creationId xmlns:a16="http://schemas.microsoft.com/office/drawing/2014/main" id="{C6EB4006-BDBE-0A46-98DE-BE7F5F85E41C}"/>
                </a:ext>
              </a:extLst>
            </p:cNvPr>
            <p:cNvGrpSpPr/>
            <p:nvPr/>
          </p:nvGrpSpPr>
          <p:grpSpPr>
            <a:xfrm>
              <a:off x="6285253" y="2579331"/>
              <a:ext cx="687402" cy="480963"/>
              <a:chOff x="1736090" y="2893762"/>
              <a:chExt cx="565150" cy="347726"/>
            </a:xfrm>
          </p:grpSpPr>
          <p:grpSp>
            <p:nvGrpSpPr>
              <p:cNvPr id="359" name="Group 327">
                <a:extLst>
                  <a:ext uri="{FF2B5EF4-FFF2-40B4-BE49-F238E27FC236}">
                    <a16:creationId xmlns:a16="http://schemas.microsoft.com/office/drawing/2014/main" id="{19323E07-6D65-4A4C-A34C-8931919B7A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363" name="Oval 362">
                  <a:extLst>
                    <a:ext uri="{FF2B5EF4-FFF2-40B4-BE49-F238E27FC236}">
                      <a16:creationId xmlns:a16="http://schemas.microsoft.com/office/drawing/2014/main" id="{8A90C563-3889-7546-B079-B0069EBCDD8E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64" name="Rectangle 363">
                  <a:extLst>
                    <a:ext uri="{FF2B5EF4-FFF2-40B4-BE49-F238E27FC236}">
                      <a16:creationId xmlns:a16="http://schemas.microsoft.com/office/drawing/2014/main" id="{F906AAC0-18E3-3C42-9638-4B9554929AD2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65" name="Oval 364">
                  <a:extLst>
                    <a:ext uri="{FF2B5EF4-FFF2-40B4-BE49-F238E27FC236}">
                      <a16:creationId xmlns:a16="http://schemas.microsoft.com/office/drawing/2014/main" id="{D7FE9FC4-31C2-7545-8E5A-A107662814D2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66" name="Freeform 365">
                  <a:extLst>
                    <a:ext uri="{FF2B5EF4-FFF2-40B4-BE49-F238E27FC236}">
                      <a16:creationId xmlns:a16="http://schemas.microsoft.com/office/drawing/2014/main" id="{115FE479-5C3C-474A-A53B-50B85C152ABA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67" name="Freeform 366">
                  <a:extLst>
                    <a:ext uri="{FF2B5EF4-FFF2-40B4-BE49-F238E27FC236}">
                      <a16:creationId xmlns:a16="http://schemas.microsoft.com/office/drawing/2014/main" id="{AD2C9A8C-6369-A54C-9D6C-E64BF41BE070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68" name="Freeform 367">
                  <a:extLst>
                    <a:ext uri="{FF2B5EF4-FFF2-40B4-BE49-F238E27FC236}">
                      <a16:creationId xmlns:a16="http://schemas.microsoft.com/office/drawing/2014/main" id="{D3174F82-A842-4A4B-8B8E-F9394399D6CD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69" name="Freeform 368">
                  <a:extLst>
                    <a:ext uri="{FF2B5EF4-FFF2-40B4-BE49-F238E27FC236}">
                      <a16:creationId xmlns:a16="http://schemas.microsoft.com/office/drawing/2014/main" id="{715ED35F-F03C-3844-AAF7-4A4022009E69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70" name="Straight Connector 369">
                  <a:extLst>
                    <a:ext uri="{FF2B5EF4-FFF2-40B4-BE49-F238E27FC236}">
                      <a16:creationId xmlns:a16="http://schemas.microsoft.com/office/drawing/2014/main" id="{E168B24C-7C31-704F-9C70-9283F9D101DE}"/>
                    </a:ext>
                  </a:extLst>
                </p:cNvPr>
                <p:cNvCxnSpPr>
                  <a:endCxn id="365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371" name="Straight Connector 370">
                  <a:extLst>
                    <a:ext uri="{FF2B5EF4-FFF2-40B4-BE49-F238E27FC236}">
                      <a16:creationId xmlns:a16="http://schemas.microsoft.com/office/drawing/2014/main" id="{A8773E23-D37D-7F4D-959F-FFCF3E4EAD35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360" name="Group 359">
                <a:extLst>
                  <a:ext uri="{FF2B5EF4-FFF2-40B4-BE49-F238E27FC236}">
                    <a16:creationId xmlns:a16="http://schemas.microsoft.com/office/drawing/2014/main" id="{661612F3-E94B-0E4F-B158-1E1F5536E408}"/>
                  </a:ext>
                </a:extLst>
              </p:cNvPr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361" name="Oval 360">
                  <a:extLst>
                    <a:ext uri="{FF2B5EF4-FFF2-40B4-BE49-F238E27FC236}">
                      <a16:creationId xmlns:a16="http://schemas.microsoft.com/office/drawing/2014/main" id="{C763175D-A9C3-EF48-81B5-5B18EF6185F4}"/>
                    </a:ext>
                  </a:extLst>
                </p:cNvPr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56CD500D-CEB7-684C-A583-1A90F979E021}"/>
                    </a:ext>
                  </a:extLst>
                </p:cNvPr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z</a:t>
                  </a:r>
                </a:p>
              </p:txBody>
            </p:sp>
          </p:grpSp>
        </p:grpSp>
        <p:grpSp>
          <p:nvGrpSpPr>
            <p:cNvPr id="331" name="Group 330">
              <a:extLst>
                <a:ext uri="{FF2B5EF4-FFF2-40B4-BE49-F238E27FC236}">
                  <a16:creationId xmlns:a16="http://schemas.microsoft.com/office/drawing/2014/main" id="{8CC7A315-C254-4746-8CBE-0E76B9C4970F}"/>
                </a:ext>
              </a:extLst>
            </p:cNvPr>
            <p:cNvGrpSpPr/>
            <p:nvPr/>
          </p:nvGrpSpPr>
          <p:grpSpPr>
            <a:xfrm>
              <a:off x="4927962" y="3152913"/>
              <a:ext cx="687402" cy="480963"/>
              <a:chOff x="1736090" y="2893762"/>
              <a:chExt cx="565150" cy="347726"/>
            </a:xfrm>
          </p:grpSpPr>
          <p:grpSp>
            <p:nvGrpSpPr>
              <p:cNvPr id="346" name="Group 327">
                <a:extLst>
                  <a:ext uri="{FF2B5EF4-FFF2-40B4-BE49-F238E27FC236}">
                    <a16:creationId xmlns:a16="http://schemas.microsoft.com/office/drawing/2014/main" id="{57B82EFC-992A-174F-B228-FA314BDF20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350" name="Oval 349">
                  <a:extLst>
                    <a:ext uri="{FF2B5EF4-FFF2-40B4-BE49-F238E27FC236}">
                      <a16:creationId xmlns:a16="http://schemas.microsoft.com/office/drawing/2014/main" id="{5516324A-B35A-FF49-96A8-4C3ABFAA279D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51" name="Rectangle 350">
                  <a:extLst>
                    <a:ext uri="{FF2B5EF4-FFF2-40B4-BE49-F238E27FC236}">
                      <a16:creationId xmlns:a16="http://schemas.microsoft.com/office/drawing/2014/main" id="{218BB1BC-107B-9548-B7F8-1205053933E2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52" name="Oval 351">
                  <a:extLst>
                    <a:ext uri="{FF2B5EF4-FFF2-40B4-BE49-F238E27FC236}">
                      <a16:creationId xmlns:a16="http://schemas.microsoft.com/office/drawing/2014/main" id="{E0CC4DE9-4E37-1945-B621-6990957A8C90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53" name="Freeform 352">
                  <a:extLst>
                    <a:ext uri="{FF2B5EF4-FFF2-40B4-BE49-F238E27FC236}">
                      <a16:creationId xmlns:a16="http://schemas.microsoft.com/office/drawing/2014/main" id="{A2CF0E3A-0B11-A242-94A3-D1972489953C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54" name="Freeform 353">
                  <a:extLst>
                    <a:ext uri="{FF2B5EF4-FFF2-40B4-BE49-F238E27FC236}">
                      <a16:creationId xmlns:a16="http://schemas.microsoft.com/office/drawing/2014/main" id="{078DD177-3C9A-AC4A-994C-913F0A08C1F8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55" name="Freeform 354">
                  <a:extLst>
                    <a:ext uri="{FF2B5EF4-FFF2-40B4-BE49-F238E27FC236}">
                      <a16:creationId xmlns:a16="http://schemas.microsoft.com/office/drawing/2014/main" id="{7D050A20-78F8-D446-BFB0-855E64D3DFB6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56" name="Freeform 355">
                  <a:extLst>
                    <a:ext uri="{FF2B5EF4-FFF2-40B4-BE49-F238E27FC236}">
                      <a16:creationId xmlns:a16="http://schemas.microsoft.com/office/drawing/2014/main" id="{DFC753F6-0104-C144-A482-28D91E9FF189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57" name="Straight Connector 356">
                  <a:extLst>
                    <a:ext uri="{FF2B5EF4-FFF2-40B4-BE49-F238E27FC236}">
                      <a16:creationId xmlns:a16="http://schemas.microsoft.com/office/drawing/2014/main" id="{DF6B0AE2-B7AF-4349-A241-B96871C3DFBE}"/>
                    </a:ext>
                  </a:extLst>
                </p:cNvPr>
                <p:cNvCxnSpPr>
                  <a:endCxn id="352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358" name="Straight Connector 357">
                  <a:extLst>
                    <a:ext uri="{FF2B5EF4-FFF2-40B4-BE49-F238E27FC236}">
                      <a16:creationId xmlns:a16="http://schemas.microsoft.com/office/drawing/2014/main" id="{0C461AF1-3611-CA4A-8113-D6B33D79EFD8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347" name="Group 346">
                <a:extLst>
                  <a:ext uri="{FF2B5EF4-FFF2-40B4-BE49-F238E27FC236}">
                    <a16:creationId xmlns:a16="http://schemas.microsoft.com/office/drawing/2014/main" id="{5DDD6435-5804-824F-9844-11EE108986C8}"/>
                  </a:ext>
                </a:extLst>
              </p:cNvPr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348" name="Oval 347">
                  <a:extLst>
                    <a:ext uri="{FF2B5EF4-FFF2-40B4-BE49-F238E27FC236}">
                      <a16:creationId xmlns:a16="http://schemas.microsoft.com/office/drawing/2014/main" id="{3DD41EFD-A71B-A447-B957-8B7AEA9E0494}"/>
                    </a:ext>
                  </a:extLst>
                </p:cNvPr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49" name="TextBox 348">
                  <a:extLst>
                    <a:ext uri="{FF2B5EF4-FFF2-40B4-BE49-F238E27FC236}">
                      <a16:creationId xmlns:a16="http://schemas.microsoft.com/office/drawing/2014/main" id="{0808DE23-7FF1-1B41-9706-BEF8D8DE36D2}"/>
                    </a:ext>
                  </a:extLst>
                </p:cNvPr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y</a:t>
                  </a:r>
                </a:p>
              </p:txBody>
            </p:sp>
          </p:grpSp>
        </p:grpSp>
        <p:grpSp>
          <p:nvGrpSpPr>
            <p:cNvPr id="332" name="Group 331">
              <a:extLst>
                <a:ext uri="{FF2B5EF4-FFF2-40B4-BE49-F238E27FC236}">
                  <a16:creationId xmlns:a16="http://schemas.microsoft.com/office/drawing/2014/main" id="{FC31B094-3896-AB43-9216-D41F5CF5B5CD}"/>
                </a:ext>
              </a:extLst>
            </p:cNvPr>
            <p:cNvGrpSpPr/>
            <p:nvPr/>
          </p:nvGrpSpPr>
          <p:grpSpPr>
            <a:xfrm>
              <a:off x="3337414" y="3136841"/>
              <a:ext cx="687402" cy="480963"/>
              <a:chOff x="1736090" y="2893762"/>
              <a:chExt cx="565150" cy="347726"/>
            </a:xfrm>
          </p:grpSpPr>
          <p:grpSp>
            <p:nvGrpSpPr>
              <p:cNvPr id="333" name="Group 327">
                <a:extLst>
                  <a:ext uri="{FF2B5EF4-FFF2-40B4-BE49-F238E27FC236}">
                    <a16:creationId xmlns:a16="http://schemas.microsoft.com/office/drawing/2014/main" id="{68165765-2BED-214D-88D7-9D28666BA0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337" name="Oval 336">
                  <a:extLst>
                    <a:ext uri="{FF2B5EF4-FFF2-40B4-BE49-F238E27FC236}">
                      <a16:creationId xmlns:a16="http://schemas.microsoft.com/office/drawing/2014/main" id="{BEB24274-A728-564C-9B37-C2301DC5667F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38" name="Rectangle 337">
                  <a:extLst>
                    <a:ext uri="{FF2B5EF4-FFF2-40B4-BE49-F238E27FC236}">
                      <a16:creationId xmlns:a16="http://schemas.microsoft.com/office/drawing/2014/main" id="{C7018D81-D070-D343-8442-C9B813B94FC5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39" name="Oval 338">
                  <a:extLst>
                    <a:ext uri="{FF2B5EF4-FFF2-40B4-BE49-F238E27FC236}">
                      <a16:creationId xmlns:a16="http://schemas.microsoft.com/office/drawing/2014/main" id="{7CC9DA44-AB58-A143-A7E4-5DCC05563B28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40" name="Freeform 339">
                  <a:extLst>
                    <a:ext uri="{FF2B5EF4-FFF2-40B4-BE49-F238E27FC236}">
                      <a16:creationId xmlns:a16="http://schemas.microsoft.com/office/drawing/2014/main" id="{A345A354-C439-1346-B8B1-9B77F484F731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41" name="Freeform 340">
                  <a:extLst>
                    <a:ext uri="{FF2B5EF4-FFF2-40B4-BE49-F238E27FC236}">
                      <a16:creationId xmlns:a16="http://schemas.microsoft.com/office/drawing/2014/main" id="{47254DC2-0CCD-1D43-9A9E-AF30B25F4771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42" name="Freeform 341">
                  <a:extLst>
                    <a:ext uri="{FF2B5EF4-FFF2-40B4-BE49-F238E27FC236}">
                      <a16:creationId xmlns:a16="http://schemas.microsoft.com/office/drawing/2014/main" id="{D09BD497-0854-FF41-BB16-ACF44392BCA2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43" name="Freeform 342">
                  <a:extLst>
                    <a:ext uri="{FF2B5EF4-FFF2-40B4-BE49-F238E27FC236}">
                      <a16:creationId xmlns:a16="http://schemas.microsoft.com/office/drawing/2014/main" id="{35285FEF-CAD9-224F-91A6-C0D14EBDC940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44" name="Straight Connector 343">
                  <a:extLst>
                    <a:ext uri="{FF2B5EF4-FFF2-40B4-BE49-F238E27FC236}">
                      <a16:creationId xmlns:a16="http://schemas.microsoft.com/office/drawing/2014/main" id="{CF9122C4-270A-B24E-A5AE-0EFA7376067D}"/>
                    </a:ext>
                  </a:extLst>
                </p:cNvPr>
                <p:cNvCxnSpPr>
                  <a:endCxn id="339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345" name="Straight Connector 344">
                  <a:extLst>
                    <a:ext uri="{FF2B5EF4-FFF2-40B4-BE49-F238E27FC236}">
                      <a16:creationId xmlns:a16="http://schemas.microsoft.com/office/drawing/2014/main" id="{3D3021B9-325F-1E4E-8CE0-091CA2DB4D0B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334" name="Group 333">
                <a:extLst>
                  <a:ext uri="{FF2B5EF4-FFF2-40B4-BE49-F238E27FC236}">
                    <a16:creationId xmlns:a16="http://schemas.microsoft.com/office/drawing/2014/main" id="{ABF5A136-419C-8E48-B84C-19084D8846E1}"/>
                  </a:ext>
                </a:extLst>
              </p:cNvPr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335" name="Oval 334">
                  <a:extLst>
                    <a:ext uri="{FF2B5EF4-FFF2-40B4-BE49-F238E27FC236}">
                      <a16:creationId xmlns:a16="http://schemas.microsoft.com/office/drawing/2014/main" id="{7D9024F5-F6D2-724B-8783-4785743461C6}"/>
                    </a:ext>
                  </a:extLst>
                </p:cNvPr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36" name="TextBox 335">
                  <a:extLst>
                    <a:ext uri="{FF2B5EF4-FFF2-40B4-BE49-F238E27FC236}">
                      <a16:creationId xmlns:a16="http://schemas.microsoft.com/office/drawing/2014/main" id="{6953032B-5A97-DA45-B4BF-C48C5E119377}"/>
                    </a:ext>
                  </a:extLst>
                </p:cNvPr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x</a:t>
                  </a:r>
                </a:p>
              </p:txBody>
            </p:sp>
          </p:grpSp>
        </p:grp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FECD85E7-B9DB-9043-B7EC-8C0919E8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4139"/>
            <a:ext cx="10710797" cy="894622"/>
          </a:xfrm>
        </p:spPr>
        <p:txBody>
          <a:bodyPr>
            <a:normAutofit fontScale="90000"/>
          </a:bodyPr>
          <a:lstStyle/>
          <a:p>
            <a:r>
              <a:rPr lang="en-US" dirty="0"/>
              <a:t>Traffic engineering: difficult with traditional routing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71119-17C6-6045-B8FE-FECA68C80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8C4E43C-52C5-9843-9797-566EB715CE33}"/>
              </a:ext>
            </a:extLst>
          </p:cNvPr>
          <p:cNvSpPr txBox="1"/>
          <p:nvPr/>
        </p:nvSpPr>
        <p:spPr>
          <a:xfrm>
            <a:off x="1728591" y="3928028"/>
            <a:ext cx="9727879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i="1" u="sng" dirty="0">
                <a:solidFill>
                  <a:srgbClr val="000090"/>
                </a:solidFill>
                <a:ea typeface="ＭＳ Ｐゴシック" charset="0"/>
              </a:rPr>
              <a:t>Q: 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what if network operator wants u-to-z traffic to flow along </a:t>
            </a:r>
            <a:r>
              <a:rPr lang="en-US" sz="2800" i="1" dirty="0">
                <a:solidFill>
                  <a:srgbClr val="000000"/>
                </a:solidFill>
                <a:ea typeface="ＭＳ Ｐゴシック" charset="0"/>
              </a:rPr>
              <a:t>uvw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z, rather than </a:t>
            </a:r>
            <a:r>
              <a:rPr lang="en-US" sz="2800" i="1" dirty="0">
                <a:solidFill>
                  <a:srgbClr val="000000"/>
                </a:solidFill>
                <a:ea typeface="ＭＳ Ｐゴシック" charset="0"/>
              </a:rPr>
              <a:t>uxyz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?</a:t>
            </a:r>
          </a:p>
          <a:p>
            <a:pPr eaLnBrk="0" fontAlgn="base" hangingPunct="0">
              <a:spcBef>
                <a:spcPts val="1200"/>
              </a:spcBef>
              <a:spcAft>
                <a:spcPct val="0"/>
              </a:spcAft>
            </a:pPr>
            <a:r>
              <a:rPr lang="en-US" sz="2800" i="1" u="sng" dirty="0">
                <a:solidFill>
                  <a:srgbClr val="000090"/>
                </a:solidFill>
                <a:ea typeface="ＭＳ Ｐゴシック" charset="0"/>
              </a:rPr>
              <a:t>A: </a:t>
            </a: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need to re-define link weights so traffic routing algorithm computes routes accordingly </a:t>
            </a: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(or need a new routing algorithm)!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C89243ED-7091-A745-8FC9-42D617C322A8}"/>
              </a:ext>
            </a:extLst>
          </p:cNvPr>
          <p:cNvSpPr txBox="1"/>
          <p:nvPr/>
        </p:nvSpPr>
        <p:spPr>
          <a:xfrm>
            <a:off x="2003306" y="5938073"/>
            <a:ext cx="8276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i="1" dirty="0">
                <a:solidFill>
                  <a:srgbClr val="C00000"/>
                </a:solidFill>
                <a:ea typeface="ＭＳ Ｐゴシック" charset="0"/>
              </a:rPr>
              <a:t>link weights are only control “knobs”: not much control!</a:t>
            </a:r>
          </a:p>
        </p:txBody>
      </p:sp>
      <p:sp>
        <p:nvSpPr>
          <p:cNvPr id="298" name="Freeform 297">
            <a:extLst>
              <a:ext uri="{FF2B5EF4-FFF2-40B4-BE49-F238E27FC236}">
                <a16:creationId xmlns:a16="http://schemas.microsoft.com/office/drawing/2014/main" id="{AD8B86B2-93D9-A745-9897-F855B37ADC0B}"/>
              </a:ext>
            </a:extLst>
          </p:cNvPr>
          <p:cNvSpPr/>
          <p:nvPr/>
        </p:nvSpPr>
        <p:spPr>
          <a:xfrm>
            <a:off x="3283003" y="2063149"/>
            <a:ext cx="5676290" cy="537233"/>
          </a:xfrm>
          <a:custGeom>
            <a:avLst/>
            <a:gdLst>
              <a:gd name="connsiteX0" fmla="*/ 0 w 5035463"/>
              <a:gd name="connsiteY0" fmla="*/ 551145 h 551145"/>
              <a:gd name="connsiteX1" fmla="*/ 901874 w 5035463"/>
              <a:gd name="connsiteY1" fmla="*/ 551145 h 551145"/>
              <a:gd name="connsiteX2" fmla="*/ 2329841 w 5035463"/>
              <a:gd name="connsiteY2" fmla="*/ 0 h 551145"/>
              <a:gd name="connsiteX3" fmla="*/ 3933173 w 5035463"/>
              <a:gd name="connsiteY3" fmla="*/ 12526 h 551145"/>
              <a:gd name="connsiteX4" fmla="*/ 5035463 w 5035463"/>
              <a:gd name="connsiteY4" fmla="*/ 488515 h 551145"/>
              <a:gd name="connsiteX0" fmla="*/ 0 w 5035463"/>
              <a:gd name="connsiteY0" fmla="*/ 554892 h 554892"/>
              <a:gd name="connsiteX1" fmla="*/ 901874 w 5035463"/>
              <a:gd name="connsiteY1" fmla="*/ 554892 h 554892"/>
              <a:gd name="connsiteX2" fmla="*/ 2082503 w 5035463"/>
              <a:gd name="connsiteY2" fmla="*/ 0 h 554892"/>
              <a:gd name="connsiteX3" fmla="*/ 3933173 w 5035463"/>
              <a:gd name="connsiteY3" fmla="*/ 16273 h 554892"/>
              <a:gd name="connsiteX4" fmla="*/ 5035463 w 5035463"/>
              <a:gd name="connsiteY4" fmla="*/ 492262 h 554892"/>
              <a:gd name="connsiteX0" fmla="*/ 0 w 5035463"/>
              <a:gd name="connsiteY0" fmla="*/ 554892 h 554892"/>
              <a:gd name="connsiteX1" fmla="*/ 860651 w 5035463"/>
              <a:gd name="connsiteY1" fmla="*/ 487436 h 554892"/>
              <a:gd name="connsiteX2" fmla="*/ 2082503 w 5035463"/>
              <a:gd name="connsiteY2" fmla="*/ 0 h 554892"/>
              <a:gd name="connsiteX3" fmla="*/ 3933173 w 5035463"/>
              <a:gd name="connsiteY3" fmla="*/ 16273 h 554892"/>
              <a:gd name="connsiteX4" fmla="*/ 5035463 w 5035463"/>
              <a:gd name="connsiteY4" fmla="*/ 492262 h 554892"/>
              <a:gd name="connsiteX0" fmla="*/ 0 w 5024220"/>
              <a:gd name="connsiteY0" fmla="*/ 491184 h 492262"/>
              <a:gd name="connsiteX1" fmla="*/ 849408 w 5024220"/>
              <a:gd name="connsiteY1" fmla="*/ 487436 h 492262"/>
              <a:gd name="connsiteX2" fmla="*/ 2071260 w 5024220"/>
              <a:gd name="connsiteY2" fmla="*/ 0 h 492262"/>
              <a:gd name="connsiteX3" fmla="*/ 3921930 w 5024220"/>
              <a:gd name="connsiteY3" fmla="*/ 16273 h 492262"/>
              <a:gd name="connsiteX4" fmla="*/ 5024220 w 5024220"/>
              <a:gd name="connsiteY4" fmla="*/ 492262 h 492262"/>
              <a:gd name="connsiteX0" fmla="*/ 0 w 5020472"/>
              <a:gd name="connsiteY0" fmla="*/ 479942 h 492262"/>
              <a:gd name="connsiteX1" fmla="*/ 845660 w 5020472"/>
              <a:gd name="connsiteY1" fmla="*/ 487436 h 492262"/>
              <a:gd name="connsiteX2" fmla="*/ 2067512 w 5020472"/>
              <a:gd name="connsiteY2" fmla="*/ 0 h 492262"/>
              <a:gd name="connsiteX3" fmla="*/ 3918182 w 5020472"/>
              <a:gd name="connsiteY3" fmla="*/ 16273 h 492262"/>
              <a:gd name="connsiteX4" fmla="*/ 5020472 w 5020472"/>
              <a:gd name="connsiteY4" fmla="*/ 492262 h 492262"/>
              <a:gd name="connsiteX0" fmla="*/ 0 w 5020472"/>
              <a:gd name="connsiteY0" fmla="*/ 494932 h 494932"/>
              <a:gd name="connsiteX1" fmla="*/ 845660 w 5020472"/>
              <a:gd name="connsiteY1" fmla="*/ 487436 h 494932"/>
              <a:gd name="connsiteX2" fmla="*/ 2067512 w 5020472"/>
              <a:gd name="connsiteY2" fmla="*/ 0 h 494932"/>
              <a:gd name="connsiteX3" fmla="*/ 3918182 w 5020472"/>
              <a:gd name="connsiteY3" fmla="*/ 16273 h 494932"/>
              <a:gd name="connsiteX4" fmla="*/ 5020472 w 5020472"/>
              <a:gd name="connsiteY4" fmla="*/ 492262 h 494932"/>
              <a:gd name="connsiteX0" fmla="*/ 0 w 5009229"/>
              <a:gd name="connsiteY0" fmla="*/ 479941 h 492262"/>
              <a:gd name="connsiteX1" fmla="*/ 834417 w 5009229"/>
              <a:gd name="connsiteY1" fmla="*/ 487436 h 492262"/>
              <a:gd name="connsiteX2" fmla="*/ 2056269 w 5009229"/>
              <a:gd name="connsiteY2" fmla="*/ 0 h 492262"/>
              <a:gd name="connsiteX3" fmla="*/ 3906939 w 5009229"/>
              <a:gd name="connsiteY3" fmla="*/ 16273 h 492262"/>
              <a:gd name="connsiteX4" fmla="*/ 5009229 w 5009229"/>
              <a:gd name="connsiteY4" fmla="*/ 492262 h 492262"/>
              <a:gd name="connsiteX0" fmla="*/ 0 w 5009229"/>
              <a:gd name="connsiteY0" fmla="*/ 491183 h 492262"/>
              <a:gd name="connsiteX1" fmla="*/ 834417 w 5009229"/>
              <a:gd name="connsiteY1" fmla="*/ 487436 h 492262"/>
              <a:gd name="connsiteX2" fmla="*/ 2056269 w 5009229"/>
              <a:gd name="connsiteY2" fmla="*/ 0 h 492262"/>
              <a:gd name="connsiteX3" fmla="*/ 3906939 w 5009229"/>
              <a:gd name="connsiteY3" fmla="*/ 16273 h 492262"/>
              <a:gd name="connsiteX4" fmla="*/ 5009229 w 5009229"/>
              <a:gd name="connsiteY4" fmla="*/ 492262 h 492262"/>
              <a:gd name="connsiteX0" fmla="*/ 0 w 5009229"/>
              <a:gd name="connsiteY0" fmla="*/ 519881 h 520960"/>
              <a:gd name="connsiteX1" fmla="*/ 834417 w 5009229"/>
              <a:gd name="connsiteY1" fmla="*/ 516134 h 520960"/>
              <a:gd name="connsiteX2" fmla="*/ 2056269 w 5009229"/>
              <a:gd name="connsiteY2" fmla="*/ 28698 h 520960"/>
              <a:gd name="connsiteX3" fmla="*/ 3663349 w 5009229"/>
              <a:gd name="connsiteY3" fmla="*/ 0 h 520960"/>
              <a:gd name="connsiteX4" fmla="*/ 5009229 w 5009229"/>
              <a:gd name="connsiteY4" fmla="*/ 520960 h 520960"/>
              <a:gd name="connsiteX0" fmla="*/ 0 w 4953016"/>
              <a:gd name="connsiteY0" fmla="*/ 519881 h 558436"/>
              <a:gd name="connsiteX1" fmla="*/ 834417 w 4953016"/>
              <a:gd name="connsiteY1" fmla="*/ 516134 h 558436"/>
              <a:gd name="connsiteX2" fmla="*/ 2056269 w 4953016"/>
              <a:gd name="connsiteY2" fmla="*/ 28698 h 558436"/>
              <a:gd name="connsiteX3" fmla="*/ 3663349 w 4953016"/>
              <a:gd name="connsiteY3" fmla="*/ 0 h 558436"/>
              <a:gd name="connsiteX4" fmla="*/ 4953016 w 4953016"/>
              <a:gd name="connsiteY4" fmla="*/ 558436 h 558436"/>
              <a:gd name="connsiteX0" fmla="*/ 0 w 4953016"/>
              <a:gd name="connsiteY0" fmla="*/ 519881 h 558436"/>
              <a:gd name="connsiteX1" fmla="*/ 834417 w 4953016"/>
              <a:gd name="connsiteY1" fmla="*/ 516134 h 558436"/>
              <a:gd name="connsiteX2" fmla="*/ 2056269 w 4953016"/>
              <a:gd name="connsiteY2" fmla="*/ 28698 h 558436"/>
              <a:gd name="connsiteX3" fmla="*/ 3663349 w 4953016"/>
              <a:gd name="connsiteY3" fmla="*/ 0 h 558436"/>
              <a:gd name="connsiteX4" fmla="*/ 4631805 w 4953016"/>
              <a:gd name="connsiteY4" fmla="*/ 415156 h 558436"/>
              <a:gd name="connsiteX5" fmla="*/ 4953016 w 4953016"/>
              <a:gd name="connsiteY5" fmla="*/ 558436 h 558436"/>
              <a:gd name="connsiteX0" fmla="*/ 0 w 5676291"/>
              <a:gd name="connsiteY0" fmla="*/ 519881 h 558436"/>
              <a:gd name="connsiteX1" fmla="*/ 834417 w 5676291"/>
              <a:gd name="connsiteY1" fmla="*/ 516134 h 558436"/>
              <a:gd name="connsiteX2" fmla="*/ 2056269 w 5676291"/>
              <a:gd name="connsiteY2" fmla="*/ 28698 h 558436"/>
              <a:gd name="connsiteX3" fmla="*/ 3663349 w 5676291"/>
              <a:gd name="connsiteY3" fmla="*/ 0 h 558436"/>
              <a:gd name="connsiteX4" fmla="*/ 4631805 w 5676291"/>
              <a:gd name="connsiteY4" fmla="*/ 415156 h 558436"/>
              <a:gd name="connsiteX5" fmla="*/ 5676291 w 5676291"/>
              <a:gd name="connsiteY5" fmla="*/ 558436 h 558436"/>
              <a:gd name="connsiteX0" fmla="*/ 0 w 5676291"/>
              <a:gd name="connsiteY0" fmla="*/ 519881 h 558436"/>
              <a:gd name="connsiteX1" fmla="*/ 834417 w 5676291"/>
              <a:gd name="connsiteY1" fmla="*/ 516134 h 558436"/>
              <a:gd name="connsiteX2" fmla="*/ 2056269 w 5676291"/>
              <a:gd name="connsiteY2" fmla="*/ 28698 h 558436"/>
              <a:gd name="connsiteX3" fmla="*/ 3663349 w 5676291"/>
              <a:gd name="connsiteY3" fmla="*/ 0 h 558436"/>
              <a:gd name="connsiteX4" fmla="*/ 4909124 w 5676291"/>
              <a:gd name="connsiteY4" fmla="*/ 527582 h 558436"/>
              <a:gd name="connsiteX5" fmla="*/ 5676291 w 5676291"/>
              <a:gd name="connsiteY5" fmla="*/ 558436 h 558436"/>
              <a:gd name="connsiteX0" fmla="*/ 0 w 5672543"/>
              <a:gd name="connsiteY0" fmla="*/ 519881 h 535951"/>
              <a:gd name="connsiteX1" fmla="*/ 834417 w 5672543"/>
              <a:gd name="connsiteY1" fmla="*/ 516134 h 535951"/>
              <a:gd name="connsiteX2" fmla="*/ 2056269 w 5672543"/>
              <a:gd name="connsiteY2" fmla="*/ 28698 h 535951"/>
              <a:gd name="connsiteX3" fmla="*/ 3663349 w 5672543"/>
              <a:gd name="connsiteY3" fmla="*/ 0 h 535951"/>
              <a:gd name="connsiteX4" fmla="*/ 4909124 w 5672543"/>
              <a:gd name="connsiteY4" fmla="*/ 527582 h 535951"/>
              <a:gd name="connsiteX5" fmla="*/ 5672543 w 5672543"/>
              <a:gd name="connsiteY5" fmla="*/ 535951 h 535951"/>
              <a:gd name="connsiteX0" fmla="*/ 0 w 5676290"/>
              <a:gd name="connsiteY0" fmla="*/ 519881 h 528456"/>
              <a:gd name="connsiteX1" fmla="*/ 834417 w 5676290"/>
              <a:gd name="connsiteY1" fmla="*/ 516134 h 528456"/>
              <a:gd name="connsiteX2" fmla="*/ 2056269 w 5676290"/>
              <a:gd name="connsiteY2" fmla="*/ 28698 h 528456"/>
              <a:gd name="connsiteX3" fmla="*/ 3663349 w 5676290"/>
              <a:gd name="connsiteY3" fmla="*/ 0 h 528456"/>
              <a:gd name="connsiteX4" fmla="*/ 4909124 w 5676290"/>
              <a:gd name="connsiteY4" fmla="*/ 527582 h 528456"/>
              <a:gd name="connsiteX5" fmla="*/ 5676290 w 5676290"/>
              <a:gd name="connsiteY5" fmla="*/ 528456 h 528456"/>
              <a:gd name="connsiteX0" fmla="*/ 0 w 5676290"/>
              <a:gd name="connsiteY0" fmla="*/ 519881 h 528456"/>
              <a:gd name="connsiteX1" fmla="*/ 834417 w 5676290"/>
              <a:gd name="connsiteY1" fmla="*/ 516134 h 528456"/>
              <a:gd name="connsiteX2" fmla="*/ 2052521 w 5676290"/>
              <a:gd name="connsiteY2" fmla="*/ 6213 h 528456"/>
              <a:gd name="connsiteX3" fmla="*/ 3663349 w 5676290"/>
              <a:gd name="connsiteY3" fmla="*/ 0 h 528456"/>
              <a:gd name="connsiteX4" fmla="*/ 4909124 w 5676290"/>
              <a:gd name="connsiteY4" fmla="*/ 527582 h 528456"/>
              <a:gd name="connsiteX5" fmla="*/ 5676290 w 5676290"/>
              <a:gd name="connsiteY5" fmla="*/ 528456 h 528456"/>
              <a:gd name="connsiteX0" fmla="*/ 0 w 5676290"/>
              <a:gd name="connsiteY0" fmla="*/ 528658 h 537233"/>
              <a:gd name="connsiteX1" fmla="*/ 834417 w 5676290"/>
              <a:gd name="connsiteY1" fmla="*/ 524911 h 537233"/>
              <a:gd name="connsiteX2" fmla="*/ 2052521 w 5676290"/>
              <a:gd name="connsiteY2" fmla="*/ 0 h 537233"/>
              <a:gd name="connsiteX3" fmla="*/ 3663349 w 5676290"/>
              <a:gd name="connsiteY3" fmla="*/ 8777 h 537233"/>
              <a:gd name="connsiteX4" fmla="*/ 4909124 w 5676290"/>
              <a:gd name="connsiteY4" fmla="*/ 536359 h 537233"/>
              <a:gd name="connsiteX5" fmla="*/ 5676290 w 5676290"/>
              <a:gd name="connsiteY5" fmla="*/ 537233 h 537233"/>
              <a:gd name="connsiteX0" fmla="*/ 0 w 5676290"/>
              <a:gd name="connsiteY0" fmla="*/ 528658 h 537233"/>
              <a:gd name="connsiteX1" fmla="*/ 834417 w 5676290"/>
              <a:gd name="connsiteY1" fmla="*/ 524911 h 537233"/>
              <a:gd name="connsiteX2" fmla="*/ 2052521 w 5676290"/>
              <a:gd name="connsiteY2" fmla="*/ 0 h 537233"/>
              <a:gd name="connsiteX3" fmla="*/ 3637117 w 5676290"/>
              <a:gd name="connsiteY3" fmla="*/ 1282 h 537233"/>
              <a:gd name="connsiteX4" fmla="*/ 4909124 w 5676290"/>
              <a:gd name="connsiteY4" fmla="*/ 536359 h 537233"/>
              <a:gd name="connsiteX5" fmla="*/ 5676290 w 5676290"/>
              <a:gd name="connsiteY5" fmla="*/ 537233 h 537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76290" h="537233">
                <a:moveTo>
                  <a:pt x="0" y="528658"/>
                </a:moveTo>
                <a:lnTo>
                  <a:pt x="834417" y="524911"/>
                </a:lnTo>
                <a:lnTo>
                  <a:pt x="2052521" y="0"/>
                </a:lnTo>
                <a:lnTo>
                  <a:pt x="3637117" y="1282"/>
                </a:lnTo>
                <a:lnTo>
                  <a:pt x="4909124" y="536359"/>
                </a:lnTo>
                <a:lnTo>
                  <a:pt x="5676290" y="537233"/>
                </a:lnTo>
              </a:path>
            </a:pathLst>
          </a:custGeom>
          <a:noFill/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0" name="Freeform 299">
            <a:extLst>
              <a:ext uri="{FF2B5EF4-FFF2-40B4-BE49-F238E27FC236}">
                <a16:creationId xmlns:a16="http://schemas.microsoft.com/office/drawing/2014/main" id="{E4023168-5BBC-A041-9BCB-41551A518F03}"/>
              </a:ext>
            </a:extLst>
          </p:cNvPr>
          <p:cNvSpPr/>
          <p:nvPr/>
        </p:nvSpPr>
        <p:spPr>
          <a:xfrm flipV="1">
            <a:off x="3247513" y="2729116"/>
            <a:ext cx="5676290" cy="537233"/>
          </a:xfrm>
          <a:custGeom>
            <a:avLst/>
            <a:gdLst>
              <a:gd name="connsiteX0" fmla="*/ 0 w 5035463"/>
              <a:gd name="connsiteY0" fmla="*/ 551145 h 551145"/>
              <a:gd name="connsiteX1" fmla="*/ 901874 w 5035463"/>
              <a:gd name="connsiteY1" fmla="*/ 551145 h 551145"/>
              <a:gd name="connsiteX2" fmla="*/ 2329841 w 5035463"/>
              <a:gd name="connsiteY2" fmla="*/ 0 h 551145"/>
              <a:gd name="connsiteX3" fmla="*/ 3933173 w 5035463"/>
              <a:gd name="connsiteY3" fmla="*/ 12526 h 551145"/>
              <a:gd name="connsiteX4" fmla="*/ 5035463 w 5035463"/>
              <a:gd name="connsiteY4" fmla="*/ 488515 h 551145"/>
              <a:gd name="connsiteX0" fmla="*/ 0 w 5035463"/>
              <a:gd name="connsiteY0" fmla="*/ 554892 h 554892"/>
              <a:gd name="connsiteX1" fmla="*/ 901874 w 5035463"/>
              <a:gd name="connsiteY1" fmla="*/ 554892 h 554892"/>
              <a:gd name="connsiteX2" fmla="*/ 2082503 w 5035463"/>
              <a:gd name="connsiteY2" fmla="*/ 0 h 554892"/>
              <a:gd name="connsiteX3" fmla="*/ 3933173 w 5035463"/>
              <a:gd name="connsiteY3" fmla="*/ 16273 h 554892"/>
              <a:gd name="connsiteX4" fmla="*/ 5035463 w 5035463"/>
              <a:gd name="connsiteY4" fmla="*/ 492262 h 554892"/>
              <a:gd name="connsiteX0" fmla="*/ 0 w 5035463"/>
              <a:gd name="connsiteY0" fmla="*/ 554892 h 554892"/>
              <a:gd name="connsiteX1" fmla="*/ 860651 w 5035463"/>
              <a:gd name="connsiteY1" fmla="*/ 487436 h 554892"/>
              <a:gd name="connsiteX2" fmla="*/ 2082503 w 5035463"/>
              <a:gd name="connsiteY2" fmla="*/ 0 h 554892"/>
              <a:gd name="connsiteX3" fmla="*/ 3933173 w 5035463"/>
              <a:gd name="connsiteY3" fmla="*/ 16273 h 554892"/>
              <a:gd name="connsiteX4" fmla="*/ 5035463 w 5035463"/>
              <a:gd name="connsiteY4" fmla="*/ 492262 h 554892"/>
              <a:gd name="connsiteX0" fmla="*/ 0 w 5024220"/>
              <a:gd name="connsiteY0" fmla="*/ 491184 h 492262"/>
              <a:gd name="connsiteX1" fmla="*/ 849408 w 5024220"/>
              <a:gd name="connsiteY1" fmla="*/ 487436 h 492262"/>
              <a:gd name="connsiteX2" fmla="*/ 2071260 w 5024220"/>
              <a:gd name="connsiteY2" fmla="*/ 0 h 492262"/>
              <a:gd name="connsiteX3" fmla="*/ 3921930 w 5024220"/>
              <a:gd name="connsiteY3" fmla="*/ 16273 h 492262"/>
              <a:gd name="connsiteX4" fmla="*/ 5024220 w 5024220"/>
              <a:gd name="connsiteY4" fmla="*/ 492262 h 492262"/>
              <a:gd name="connsiteX0" fmla="*/ 0 w 5020472"/>
              <a:gd name="connsiteY0" fmla="*/ 479942 h 492262"/>
              <a:gd name="connsiteX1" fmla="*/ 845660 w 5020472"/>
              <a:gd name="connsiteY1" fmla="*/ 487436 h 492262"/>
              <a:gd name="connsiteX2" fmla="*/ 2067512 w 5020472"/>
              <a:gd name="connsiteY2" fmla="*/ 0 h 492262"/>
              <a:gd name="connsiteX3" fmla="*/ 3918182 w 5020472"/>
              <a:gd name="connsiteY3" fmla="*/ 16273 h 492262"/>
              <a:gd name="connsiteX4" fmla="*/ 5020472 w 5020472"/>
              <a:gd name="connsiteY4" fmla="*/ 492262 h 492262"/>
              <a:gd name="connsiteX0" fmla="*/ 0 w 5020472"/>
              <a:gd name="connsiteY0" fmla="*/ 494932 h 494932"/>
              <a:gd name="connsiteX1" fmla="*/ 845660 w 5020472"/>
              <a:gd name="connsiteY1" fmla="*/ 487436 h 494932"/>
              <a:gd name="connsiteX2" fmla="*/ 2067512 w 5020472"/>
              <a:gd name="connsiteY2" fmla="*/ 0 h 494932"/>
              <a:gd name="connsiteX3" fmla="*/ 3918182 w 5020472"/>
              <a:gd name="connsiteY3" fmla="*/ 16273 h 494932"/>
              <a:gd name="connsiteX4" fmla="*/ 5020472 w 5020472"/>
              <a:gd name="connsiteY4" fmla="*/ 492262 h 494932"/>
              <a:gd name="connsiteX0" fmla="*/ 0 w 5009229"/>
              <a:gd name="connsiteY0" fmla="*/ 479941 h 492262"/>
              <a:gd name="connsiteX1" fmla="*/ 834417 w 5009229"/>
              <a:gd name="connsiteY1" fmla="*/ 487436 h 492262"/>
              <a:gd name="connsiteX2" fmla="*/ 2056269 w 5009229"/>
              <a:gd name="connsiteY2" fmla="*/ 0 h 492262"/>
              <a:gd name="connsiteX3" fmla="*/ 3906939 w 5009229"/>
              <a:gd name="connsiteY3" fmla="*/ 16273 h 492262"/>
              <a:gd name="connsiteX4" fmla="*/ 5009229 w 5009229"/>
              <a:gd name="connsiteY4" fmla="*/ 492262 h 492262"/>
              <a:gd name="connsiteX0" fmla="*/ 0 w 5009229"/>
              <a:gd name="connsiteY0" fmla="*/ 491183 h 492262"/>
              <a:gd name="connsiteX1" fmla="*/ 834417 w 5009229"/>
              <a:gd name="connsiteY1" fmla="*/ 487436 h 492262"/>
              <a:gd name="connsiteX2" fmla="*/ 2056269 w 5009229"/>
              <a:gd name="connsiteY2" fmla="*/ 0 h 492262"/>
              <a:gd name="connsiteX3" fmla="*/ 3906939 w 5009229"/>
              <a:gd name="connsiteY3" fmla="*/ 16273 h 492262"/>
              <a:gd name="connsiteX4" fmla="*/ 5009229 w 5009229"/>
              <a:gd name="connsiteY4" fmla="*/ 492262 h 492262"/>
              <a:gd name="connsiteX0" fmla="*/ 0 w 5009229"/>
              <a:gd name="connsiteY0" fmla="*/ 519881 h 520960"/>
              <a:gd name="connsiteX1" fmla="*/ 834417 w 5009229"/>
              <a:gd name="connsiteY1" fmla="*/ 516134 h 520960"/>
              <a:gd name="connsiteX2" fmla="*/ 2056269 w 5009229"/>
              <a:gd name="connsiteY2" fmla="*/ 28698 h 520960"/>
              <a:gd name="connsiteX3" fmla="*/ 3663349 w 5009229"/>
              <a:gd name="connsiteY3" fmla="*/ 0 h 520960"/>
              <a:gd name="connsiteX4" fmla="*/ 5009229 w 5009229"/>
              <a:gd name="connsiteY4" fmla="*/ 520960 h 520960"/>
              <a:gd name="connsiteX0" fmla="*/ 0 w 4953016"/>
              <a:gd name="connsiteY0" fmla="*/ 519881 h 558436"/>
              <a:gd name="connsiteX1" fmla="*/ 834417 w 4953016"/>
              <a:gd name="connsiteY1" fmla="*/ 516134 h 558436"/>
              <a:gd name="connsiteX2" fmla="*/ 2056269 w 4953016"/>
              <a:gd name="connsiteY2" fmla="*/ 28698 h 558436"/>
              <a:gd name="connsiteX3" fmla="*/ 3663349 w 4953016"/>
              <a:gd name="connsiteY3" fmla="*/ 0 h 558436"/>
              <a:gd name="connsiteX4" fmla="*/ 4953016 w 4953016"/>
              <a:gd name="connsiteY4" fmla="*/ 558436 h 558436"/>
              <a:gd name="connsiteX0" fmla="*/ 0 w 4953016"/>
              <a:gd name="connsiteY0" fmla="*/ 519881 h 558436"/>
              <a:gd name="connsiteX1" fmla="*/ 834417 w 4953016"/>
              <a:gd name="connsiteY1" fmla="*/ 516134 h 558436"/>
              <a:gd name="connsiteX2" fmla="*/ 2056269 w 4953016"/>
              <a:gd name="connsiteY2" fmla="*/ 28698 h 558436"/>
              <a:gd name="connsiteX3" fmla="*/ 3663349 w 4953016"/>
              <a:gd name="connsiteY3" fmla="*/ 0 h 558436"/>
              <a:gd name="connsiteX4" fmla="*/ 4631805 w 4953016"/>
              <a:gd name="connsiteY4" fmla="*/ 415156 h 558436"/>
              <a:gd name="connsiteX5" fmla="*/ 4953016 w 4953016"/>
              <a:gd name="connsiteY5" fmla="*/ 558436 h 558436"/>
              <a:gd name="connsiteX0" fmla="*/ 0 w 5676291"/>
              <a:gd name="connsiteY0" fmla="*/ 519881 h 558436"/>
              <a:gd name="connsiteX1" fmla="*/ 834417 w 5676291"/>
              <a:gd name="connsiteY1" fmla="*/ 516134 h 558436"/>
              <a:gd name="connsiteX2" fmla="*/ 2056269 w 5676291"/>
              <a:gd name="connsiteY2" fmla="*/ 28698 h 558436"/>
              <a:gd name="connsiteX3" fmla="*/ 3663349 w 5676291"/>
              <a:gd name="connsiteY3" fmla="*/ 0 h 558436"/>
              <a:gd name="connsiteX4" fmla="*/ 4631805 w 5676291"/>
              <a:gd name="connsiteY4" fmla="*/ 415156 h 558436"/>
              <a:gd name="connsiteX5" fmla="*/ 5676291 w 5676291"/>
              <a:gd name="connsiteY5" fmla="*/ 558436 h 558436"/>
              <a:gd name="connsiteX0" fmla="*/ 0 w 5676291"/>
              <a:gd name="connsiteY0" fmla="*/ 519881 h 558436"/>
              <a:gd name="connsiteX1" fmla="*/ 834417 w 5676291"/>
              <a:gd name="connsiteY1" fmla="*/ 516134 h 558436"/>
              <a:gd name="connsiteX2" fmla="*/ 2056269 w 5676291"/>
              <a:gd name="connsiteY2" fmla="*/ 28698 h 558436"/>
              <a:gd name="connsiteX3" fmla="*/ 3663349 w 5676291"/>
              <a:gd name="connsiteY3" fmla="*/ 0 h 558436"/>
              <a:gd name="connsiteX4" fmla="*/ 4909124 w 5676291"/>
              <a:gd name="connsiteY4" fmla="*/ 527582 h 558436"/>
              <a:gd name="connsiteX5" fmla="*/ 5676291 w 5676291"/>
              <a:gd name="connsiteY5" fmla="*/ 558436 h 558436"/>
              <a:gd name="connsiteX0" fmla="*/ 0 w 5672543"/>
              <a:gd name="connsiteY0" fmla="*/ 519881 h 535951"/>
              <a:gd name="connsiteX1" fmla="*/ 834417 w 5672543"/>
              <a:gd name="connsiteY1" fmla="*/ 516134 h 535951"/>
              <a:gd name="connsiteX2" fmla="*/ 2056269 w 5672543"/>
              <a:gd name="connsiteY2" fmla="*/ 28698 h 535951"/>
              <a:gd name="connsiteX3" fmla="*/ 3663349 w 5672543"/>
              <a:gd name="connsiteY3" fmla="*/ 0 h 535951"/>
              <a:gd name="connsiteX4" fmla="*/ 4909124 w 5672543"/>
              <a:gd name="connsiteY4" fmla="*/ 527582 h 535951"/>
              <a:gd name="connsiteX5" fmla="*/ 5672543 w 5672543"/>
              <a:gd name="connsiteY5" fmla="*/ 535951 h 535951"/>
              <a:gd name="connsiteX0" fmla="*/ 0 w 5676290"/>
              <a:gd name="connsiteY0" fmla="*/ 519881 h 528456"/>
              <a:gd name="connsiteX1" fmla="*/ 834417 w 5676290"/>
              <a:gd name="connsiteY1" fmla="*/ 516134 h 528456"/>
              <a:gd name="connsiteX2" fmla="*/ 2056269 w 5676290"/>
              <a:gd name="connsiteY2" fmla="*/ 28698 h 528456"/>
              <a:gd name="connsiteX3" fmla="*/ 3663349 w 5676290"/>
              <a:gd name="connsiteY3" fmla="*/ 0 h 528456"/>
              <a:gd name="connsiteX4" fmla="*/ 4909124 w 5676290"/>
              <a:gd name="connsiteY4" fmla="*/ 527582 h 528456"/>
              <a:gd name="connsiteX5" fmla="*/ 5676290 w 5676290"/>
              <a:gd name="connsiteY5" fmla="*/ 528456 h 528456"/>
              <a:gd name="connsiteX0" fmla="*/ 0 w 5676290"/>
              <a:gd name="connsiteY0" fmla="*/ 519881 h 528456"/>
              <a:gd name="connsiteX1" fmla="*/ 834417 w 5676290"/>
              <a:gd name="connsiteY1" fmla="*/ 516134 h 528456"/>
              <a:gd name="connsiteX2" fmla="*/ 2052521 w 5676290"/>
              <a:gd name="connsiteY2" fmla="*/ 6213 h 528456"/>
              <a:gd name="connsiteX3" fmla="*/ 3663349 w 5676290"/>
              <a:gd name="connsiteY3" fmla="*/ 0 h 528456"/>
              <a:gd name="connsiteX4" fmla="*/ 4909124 w 5676290"/>
              <a:gd name="connsiteY4" fmla="*/ 527582 h 528456"/>
              <a:gd name="connsiteX5" fmla="*/ 5676290 w 5676290"/>
              <a:gd name="connsiteY5" fmla="*/ 528456 h 528456"/>
              <a:gd name="connsiteX0" fmla="*/ 0 w 5676290"/>
              <a:gd name="connsiteY0" fmla="*/ 528658 h 537233"/>
              <a:gd name="connsiteX1" fmla="*/ 834417 w 5676290"/>
              <a:gd name="connsiteY1" fmla="*/ 524911 h 537233"/>
              <a:gd name="connsiteX2" fmla="*/ 2052521 w 5676290"/>
              <a:gd name="connsiteY2" fmla="*/ 0 h 537233"/>
              <a:gd name="connsiteX3" fmla="*/ 3663349 w 5676290"/>
              <a:gd name="connsiteY3" fmla="*/ 8777 h 537233"/>
              <a:gd name="connsiteX4" fmla="*/ 4909124 w 5676290"/>
              <a:gd name="connsiteY4" fmla="*/ 536359 h 537233"/>
              <a:gd name="connsiteX5" fmla="*/ 5676290 w 5676290"/>
              <a:gd name="connsiteY5" fmla="*/ 537233 h 537233"/>
              <a:gd name="connsiteX0" fmla="*/ 0 w 5676290"/>
              <a:gd name="connsiteY0" fmla="*/ 528658 h 537233"/>
              <a:gd name="connsiteX1" fmla="*/ 834417 w 5676290"/>
              <a:gd name="connsiteY1" fmla="*/ 524911 h 537233"/>
              <a:gd name="connsiteX2" fmla="*/ 2052521 w 5676290"/>
              <a:gd name="connsiteY2" fmla="*/ 0 h 537233"/>
              <a:gd name="connsiteX3" fmla="*/ 3637117 w 5676290"/>
              <a:gd name="connsiteY3" fmla="*/ 1282 h 537233"/>
              <a:gd name="connsiteX4" fmla="*/ 4909124 w 5676290"/>
              <a:gd name="connsiteY4" fmla="*/ 536359 h 537233"/>
              <a:gd name="connsiteX5" fmla="*/ 5676290 w 5676290"/>
              <a:gd name="connsiteY5" fmla="*/ 537233 h 537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76290" h="537233">
                <a:moveTo>
                  <a:pt x="0" y="528658"/>
                </a:moveTo>
                <a:lnTo>
                  <a:pt x="834417" y="524911"/>
                </a:lnTo>
                <a:lnTo>
                  <a:pt x="2052521" y="0"/>
                </a:lnTo>
                <a:lnTo>
                  <a:pt x="3637117" y="1282"/>
                </a:lnTo>
                <a:lnTo>
                  <a:pt x="4909124" y="536359"/>
                </a:lnTo>
                <a:lnTo>
                  <a:pt x="5676290" y="537233"/>
                </a:lnTo>
              </a:path>
            </a:pathLst>
          </a:custGeom>
          <a:noFill/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26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/>
      <p:bldP spid="298" grpId="0" animBg="1"/>
      <p:bldP spid="30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roup 303">
            <a:extLst>
              <a:ext uri="{FF2B5EF4-FFF2-40B4-BE49-F238E27FC236}">
                <a16:creationId xmlns:a16="http://schemas.microsoft.com/office/drawing/2014/main" id="{34A0280E-1B37-684D-9F61-81611D0B2C79}"/>
              </a:ext>
            </a:extLst>
          </p:cNvPr>
          <p:cNvGrpSpPr/>
          <p:nvPr/>
        </p:nvGrpSpPr>
        <p:grpSpPr>
          <a:xfrm>
            <a:off x="2509218" y="1275410"/>
            <a:ext cx="6875191" cy="2404002"/>
            <a:chOff x="943464" y="1363093"/>
            <a:chExt cx="6875191" cy="2404002"/>
          </a:xfrm>
        </p:grpSpPr>
        <p:grpSp>
          <p:nvGrpSpPr>
            <p:cNvPr id="305" name="Group 1612">
              <a:extLst>
                <a:ext uri="{FF2B5EF4-FFF2-40B4-BE49-F238E27FC236}">
                  <a16:creationId xmlns:a16="http://schemas.microsoft.com/office/drawing/2014/main" id="{7A1A9C4E-0BE7-994B-A5A6-7C974C41F47C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943464" y="2441244"/>
              <a:ext cx="855053" cy="655887"/>
              <a:chOff x="2839" y="3501"/>
              <a:chExt cx="755" cy="803"/>
            </a:xfrm>
          </p:grpSpPr>
          <p:pic>
            <p:nvPicPr>
              <p:cNvPr id="446" name="Picture 1613" descr="desktop_computer_stylized_medium">
                <a:extLst>
                  <a:ext uri="{FF2B5EF4-FFF2-40B4-BE49-F238E27FC236}">
                    <a16:creationId xmlns:a16="http://schemas.microsoft.com/office/drawing/2014/main" id="{A7BA478E-2CCC-C348-8264-BF99D7C0450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47" name="Freeform 1614">
                <a:extLst>
                  <a:ext uri="{FF2B5EF4-FFF2-40B4-BE49-F238E27FC236}">
                    <a16:creationId xmlns:a16="http://schemas.microsoft.com/office/drawing/2014/main" id="{1168E9FF-EDB4-7F43-A0CA-DA640A2A04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306" name="Freeform 3">
              <a:extLst>
                <a:ext uri="{FF2B5EF4-FFF2-40B4-BE49-F238E27FC236}">
                  <a16:creationId xmlns:a16="http://schemas.microsoft.com/office/drawing/2014/main" id="{862E1C82-76BD-3D48-BC16-0652D77CF1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747" y="1363093"/>
              <a:ext cx="5142041" cy="2404002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07" name="Freeform 4">
              <a:extLst>
                <a:ext uri="{FF2B5EF4-FFF2-40B4-BE49-F238E27FC236}">
                  <a16:creationId xmlns:a16="http://schemas.microsoft.com/office/drawing/2014/main" id="{F98435AB-4F6C-F94C-A72A-9011705077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105" y="2267385"/>
              <a:ext cx="781590" cy="317349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8" name="Freeform 35">
              <a:extLst>
                <a:ext uri="{FF2B5EF4-FFF2-40B4-BE49-F238E27FC236}">
                  <a16:creationId xmlns:a16="http://schemas.microsoft.com/office/drawing/2014/main" id="{15E5087C-7665-1448-8A55-FE8FD716F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4292" y="2313451"/>
              <a:ext cx="2285" cy="890624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9" name="Freeform 36">
              <a:extLst>
                <a:ext uri="{FF2B5EF4-FFF2-40B4-BE49-F238E27FC236}">
                  <a16:creationId xmlns:a16="http://schemas.microsoft.com/office/drawing/2014/main" id="{3935C04E-C5C9-E24F-A9AD-1744D25FC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0544" y="2323688"/>
              <a:ext cx="2285" cy="91621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10" name="Freeform 37">
              <a:extLst>
                <a:ext uri="{FF2B5EF4-FFF2-40B4-BE49-F238E27FC236}">
                  <a16:creationId xmlns:a16="http://schemas.microsoft.com/office/drawing/2014/main" id="{CEECEC50-04B0-2647-B641-39231C0C22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497" y="2298095"/>
              <a:ext cx="1462948" cy="1050313"/>
            </a:xfrm>
            <a:custGeom>
              <a:avLst/>
              <a:gdLst>
                <a:gd name="T0" fmla="*/ 0 w 378"/>
                <a:gd name="T1" fmla="*/ 142610238 h 174"/>
                <a:gd name="T2" fmla="*/ 8951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11" name="Freeform 38">
              <a:extLst>
                <a:ext uri="{FF2B5EF4-FFF2-40B4-BE49-F238E27FC236}">
                  <a16:creationId xmlns:a16="http://schemas.microsoft.com/office/drawing/2014/main" id="{F6519774-52BA-6F40-822C-52BB2380B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2247" y="2891845"/>
              <a:ext cx="1161856" cy="455711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12" name="Freeform 39">
              <a:extLst>
                <a:ext uri="{FF2B5EF4-FFF2-40B4-BE49-F238E27FC236}">
                  <a16:creationId xmlns:a16="http://schemas.microsoft.com/office/drawing/2014/main" id="{24215A43-6854-B54A-BC13-286ED0971C5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022465" y="3327268"/>
              <a:ext cx="908330" cy="45719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13" name="Freeform 40">
              <a:extLst>
                <a:ext uri="{FF2B5EF4-FFF2-40B4-BE49-F238E27FC236}">
                  <a16:creationId xmlns:a16="http://schemas.microsoft.com/office/drawing/2014/main" id="{3EEADCA8-4EED-9744-98D0-B5D6F81C62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0696" y="2820186"/>
              <a:ext cx="630757" cy="450430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14" name="Freeform 41">
              <a:extLst>
                <a:ext uri="{FF2B5EF4-FFF2-40B4-BE49-F238E27FC236}">
                  <a16:creationId xmlns:a16="http://schemas.microsoft.com/office/drawing/2014/main" id="{FE766A70-BB42-7E40-B5AF-B9D72EEBDF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627" y="2195725"/>
              <a:ext cx="836439" cy="1706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15" name="Freeform 42">
              <a:extLst>
                <a:ext uri="{FF2B5EF4-FFF2-40B4-BE49-F238E27FC236}">
                  <a16:creationId xmlns:a16="http://schemas.microsoft.com/office/drawing/2014/main" id="{2B4598F4-8ABA-6146-B304-09A494982C1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2253" y="2248471"/>
              <a:ext cx="922986" cy="397685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16" name="Freeform 43">
              <a:extLst>
                <a:ext uri="{FF2B5EF4-FFF2-40B4-BE49-F238E27FC236}">
                  <a16:creationId xmlns:a16="http://schemas.microsoft.com/office/drawing/2014/main" id="{9B7D5C70-1858-3548-A1D2-DF173D24FF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0431" y="1458657"/>
              <a:ext cx="2536740" cy="1100484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17" name="Text Box 62">
              <a:extLst>
                <a:ext uri="{FF2B5EF4-FFF2-40B4-BE49-F238E27FC236}">
                  <a16:creationId xmlns:a16="http://schemas.microsoft.com/office/drawing/2014/main" id="{E9C6C532-7B09-B543-99FC-E31F8B5A19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2678" y="2178663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18" name="Text Box 63">
              <a:extLst>
                <a:ext uri="{FF2B5EF4-FFF2-40B4-BE49-F238E27FC236}">
                  <a16:creationId xmlns:a16="http://schemas.microsoft.com/office/drawing/2014/main" id="{0A99317D-3568-EF4D-A723-76AADE9F06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7981" y="2552316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19" name="Text Box 64">
              <a:extLst>
                <a:ext uri="{FF2B5EF4-FFF2-40B4-BE49-F238E27FC236}">
                  <a16:creationId xmlns:a16="http://schemas.microsoft.com/office/drawing/2014/main" id="{856CDF8E-EE88-C646-92B6-211909BF3C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3853" y="2915732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20" name="Text Box 65">
              <a:extLst>
                <a:ext uri="{FF2B5EF4-FFF2-40B4-BE49-F238E27FC236}">
                  <a16:creationId xmlns:a16="http://schemas.microsoft.com/office/drawing/2014/main" id="{FE09FFF8-AAB4-664E-9D7F-F0E8F5B10D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5556" y="2710990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21" name="Text Box 66">
              <a:extLst>
                <a:ext uri="{FF2B5EF4-FFF2-40B4-BE49-F238E27FC236}">
                  <a16:creationId xmlns:a16="http://schemas.microsoft.com/office/drawing/2014/main" id="{ED1E277A-76C4-2841-92C2-515DB25966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579" y="3314977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22" name="Text Box 67">
              <a:extLst>
                <a:ext uri="{FF2B5EF4-FFF2-40B4-BE49-F238E27FC236}">
                  <a16:creationId xmlns:a16="http://schemas.microsoft.com/office/drawing/2014/main" id="{6C2CF0D3-5A12-304F-9B12-35C0DC6088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4305" y="2583027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23" name="Text Box 68">
              <a:extLst>
                <a:ext uri="{FF2B5EF4-FFF2-40B4-BE49-F238E27FC236}">
                  <a16:creationId xmlns:a16="http://schemas.microsoft.com/office/drawing/2014/main" id="{A70BD26B-DEF9-9D4F-9B95-D8E411BB92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97032" y="3033458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24" name="Text Box 69">
              <a:extLst>
                <a:ext uri="{FF2B5EF4-FFF2-40B4-BE49-F238E27FC236}">
                  <a16:creationId xmlns:a16="http://schemas.microsoft.com/office/drawing/2014/main" id="{BF43A2CB-D47A-6F44-AFE7-D9277DCB5B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35327" y="2117241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25" name="Text Box 70">
              <a:extLst>
                <a:ext uri="{FF2B5EF4-FFF2-40B4-BE49-F238E27FC236}">
                  <a16:creationId xmlns:a16="http://schemas.microsoft.com/office/drawing/2014/main" id="{36C3AD09-41D6-4E40-A665-3733BB8757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5594" y="1861315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26" name="Text Box 71">
              <a:extLst>
                <a:ext uri="{FF2B5EF4-FFF2-40B4-BE49-F238E27FC236}">
                  <a16:creationId xmlns:a16="http://schemas.microsoft.com/office/drawing/2014/main" id="{12D1AD8F-8BC6-5F46-8A7D-071C2B7D5B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3435" y="1405766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27" name="Group 1507">
              <a:extLst>
                <a:ext uri="{FF2B5EF4-FFF2-40B4-BE49-F238E27FC236}">
                  <a16:creationId xmlns:a16="http://schemas.microsoft.com/office/drawing/2014/main" id="{C559921E-B9C2-0042-9E6C-A661502DC8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91175" y="2426604"/>
              <a:ext cx="427480" cy="711995"/>
              <a:chOff x="4140" y="429"/>
              <a:chExt cx="1425" cy="2396"/>
            </a:xfrm>
          </p:grpSpPr>
          <p:sp>
            <p:nvSpPr>
              <p:cNvPr id="414" name="Freeform 1508">
                <a:extLst>
                  <a:ext uri="{FF2B5EF4-FFF2-40B4-BE49-F238E27FC236}">
                    <a16:creationId xmlns:a16="http://schemas.microsoft.com/office/drawing/2014/main" id="{5A4BEC17-590A-4543-9F29-1CF0B38C37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15" name="Rectangle 1509">
                <a:extLst>
                  <a:ext uri="{FF2B5EF4-FFF2-40B4-BE49-F238E27FC236}">
                    <a16:creationId xmlns:a16="http://schemas.microsoft.com/office/drawing/2014/main" id="{A98FBE95-481D-8F47-8981-46EDD8E97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16" name="Freeform 1510">
                <a:extLst>
                  <a:ext uri="{FF2B5EF4-FFF2-40B4-BE49-F238E27FC236}">
                    <a16:creationId xmlns:a16="http://schemas.microsoft.com/office/drawing/2014/main" id="{EE41BFE7-A16A-3243-9517-E8023C4F31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17" name="Freeform 1511">
                <a:extLst>
                  <a:ext uri="{FF2B5EF4-FFF2-40B4-BE49-F238E27FC236}">
                    <a16:creationId xmlns:a16="http://schemas.microsoft.com/office/drawing/2014/main" id="{2D734235-2C97-9B44-8B59-EFCEFDEC12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18" name="Rectangle 1512">
                <a:extLst>
                  <a:ext uri="{FF2B5EF4-FFF2-40B4-BE49-F238E27FC236}">
                    <a16:creationId xmlns:a16="http://schemas.microsoft.com/office/drawing/2014/main" id="{916BFACE-E488-F841-9687-DD32E65271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419" name="Group 1513">
                <a:extLst>
                  <a:ext uri="{FF2B5EF4-FFF2-40B4-BE49-F238E27FC236}">
                    <a16:creationId xmlns:a16="http://schemas.microsoft.com/office/drawing/2014/main" id="{E4DAEBB9-2602-554D-B536-D0600B2B4D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44" name="AutoShape 1514">
                  <a:extLst>
                    <a:ext uri="{FF2B5EF4-FFF2-40B4-BE49-F238E27FC236}">
                      <a16:creationId xmlns:a16="http://schemas.microsoft.com/office/drawing/2014/main" id="{DD1B8DFA-FCC7-674E-996F-A1FBD250CC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45" name="AutoShape 1515">
                  <a:extLst>
                    <a:ext uri="{FF2B5EF4-FFF2-40B4-BE49-F238E27FC236}">
                      <a16:creationId xmlns:a16="http://schemas.microsoft.com/office/drawing/2014/main" id="{14A870AC-7411-F946-B590-D85A88AF10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420" name="Rectangle 1516">
                <a:extLst>
                  <a:ext uri="{FF2B5EF4-FFF2-40B4-BE49-F238E27FC236}">
                    <a16:creationId xmlns:a16="http://schemas.microsoft.com/office/drawing/2014/main" id="{F0940D2C-FEFC-D549-8746-A8523AFD53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421" name="Group 1517">
                <a:extLst>
                  <a:ext uri="{FF2B5EF4-FFF2-40B4-BE49-F238E27FC236}">
                    <a16:creationId xmlns:a16="http://schemas.microsoft.com/office/drawing/2014/main" id="{6ADF3A52-0897-2545-98B5-137A848136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42" name="AutoShape 1518">
                  <a:extLst>
                    <a:ext uri="{FF2B5EF4-FFF2-40B4-BE49-F238E27FC236}">
                      <a16:creationId xmlns:a16="http://schemas.microsoft.com/office/drawing/2014/main" id="{FDC39CDD-16C8-7D4D-8275-C1710C6316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43" name="AutoShape 1519">
                  <a:extLst>
                    <a:ext uri="{FF2B5EF4-FFF2-40B4-BE49-F238E27FC236}">
                      <a16:creationId xmlns:a16="http://schemas.microsoft.com/office/drawing/2014/main" id="{6853AB63-2301-0946-A174-AE28245DB0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422" name="Rectangle 1520">
                <a:extLst>
                  <a:ext uri="{FF2B5EF4-FFF2-40B4-BE49-F238E27FC236}">
                    <a16:creationId xmlns:a16="http://schemas.microsoft.com/office/drawing/2014/main" id="{4EDC7779-F322-974C-A13E-0F5161D4B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3" name="Rectangle 1521">
                <a:extLst>
                  <a:ext uri="{FF2B5EF4-FFF2-40B4-BE49-F238E27FC236}">
                    <a16:creationId xmlns:a16="http://schemas.microsoft.com/office/drawing/2014/main" id="{B39F0706-91BA-9F4D-8D0F-337754FAC9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424" name="Group 1522">
                <a:extLst>
                  <a:ext uri="{FF2B5EF4-FFF2-40B4-BE49-F238E27FC236}">
                    <a16:creationId xmlns:a16="http://schemas.microsoft.com/office/drawing/2014/main" id="{088E2790-CA68-C846-BD0F-F7BBF68235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40" name="AutoShape 1523">
                  <a:extLst>
                    <a:ext uri="{FF2B5EF4-FFF2-40B4-BE49-F238E27FC236}">
                      <a16:creationId xmlns:a16="http://schemas.microsoft.com/office/drawing/2014/main" id="{8952BAA7-F061-3B4A-BF31-D37E6425DC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79"/>
                  <a:ext cx="720" cy="13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41" name="AutoShape 1524">
                  <a:extLst>
                    <a:ext uri="{FF2B5EF4-FFF2-40B4-BE49-F238E27FC236}">
                      <a16:creationId xmlns:a16="http://schemas.microsoft.com/office/drawing/2014/main" id="{0E27D760-9B8B-4945-9863-BC9F0C41F9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425" name="Freeform 1525">
                <a:extLst>
                  <a:ext uri="{FF2B5EF4-FFF2-40B4-BE49-F238E27FC236}">
                    <a16:creationId xmlns:a16="http://schemas.microsoft.com/office/drawing/2014/main" id="{7320D145-C685-7149-A68E-8925075E09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426" name="Group 1526">
                <a:extLst>
                  <a:ext uri="{FF2B5EF4-FFF2-40B4-BE49-F238E27FC236}">
                    <a16:creationId xmlns:a16="http://schemas.microsoft.com/office/drawing/2014/main" id="{A58F7467-420F-E345-9BD5-439C10D37B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38" name="AutoShape 1527">
                  <a:extLst>
                    <a:ext uri="{FF2B5EF4-FFF2-40B4-BE49-F238E27FC236}">
                      <a16:creationId xmlns:a16="http://schemas.microsoft.com/office/drawing/2014/main" id="{15FD94B1-0C23-1844-B9EC-328B318103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9" name="AutoShape 1528">
                  <a:extLst>
                    <a:ext uri="{FF2B5EF4-FFF2-40B4-BE49-F238E27FC236}">
                      <a16:creationId xmlns:a16="http://schemas.microsoft.com/office/drawing/2014/main" id="{11D88682-9EAF-E844-9EDA-915A36C1EB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427" name="Rectangle 1529">
                <a:extLst>
                  <a:ext uri="{FF2B5EF4-FFF2-40B4-BE49-F238E27FC236}">
                    <a16:creationId xmlns:a16="http://schemas.microsoft.com/office/drawing/2014/main" id="{87A3DBB5-122D-AA42-AA5F-DCE8369992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8" name="Freeform 1530">
                <a:extLst>
                  <a:ext uri="{FF2B5EF4-FFF2-40B4-BE49-F238E27FC236}">
                    <a16:creationId xmlns:a16="http://schemas.microsoft.com/office/drawing/2014/main" id="{DB3BDAEB-C0A1-E740-AECD-F50278175F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9" name="Freeform 1531">
                <a:extLst>
                  <a:ext uri="{FF2B5EF4-FFF2-40B4-BE49-F238E27FC236}">
                    <a16:creationId xmlns:a16="http://schemas.microsoft.com/office/drawing/2014/main" id="{9532A3AC-833E-7A43-8329-81247A5E6B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40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30" name="Oval 1532">
                <a:extLst>
                  <a:ext uri="{FF2B5EF4-FFF2-40B4-BE49-F238E27FC236}">
                    <a16:creationId xmlns:a16="http://schemas.microsoft.com/office/drawing/2014/main" id="{288EBEE3-4297-224C-AD46-28879E6A1B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31" name="Freeform 1533">
                <a:extLst>
                  <a:ext uri="{FF2B5EF4-FFF2-40B4-BE49-F238E27FC236}">
                    <a16:creationId xmlns:a16="http://schemas.microsoft.com/office/drawing/2014/main" id="{3FE7CEBE-4BC6-F644-B9B1-CCCE6990FC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32" name="AutoShape 1534">
                <a:extLst>
                  <a:ext uri="{FF2B5EF4-FFF2-40B4-BE49-F238E27FC236}">
                    <a16:creationId xmlns:a16="http://schemas.microsoft.com/office/drawing/2014/main" id="{978B2207-20F5-804B-A3B3-4C26DFE98A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33" name="AutoShape 1535">
                <a:extLst>
                  <a:ext uri="{FF2B5EF4-FFF2-40B4-BE49-F238E27FC236}">
                    <a16:creationId xmlns:a16="http://schemas.microsoft.com/office/drawing/2014/main" id="{33928060-4AE4-1F4D-BEE3-C45BB6D2EF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34" name="Oval 1536">
                <a:extLst>
                  <a:ext uri="{FF2B5EF4-FFF2-40B4-BE49-F238E27FC236}">
                    <a16:creationId xmlns:a16="http://schemas.microsoft.com/office/drawing/2014/main" id="{F9FB74F8-49C8-6E4B-824C-D9D631D49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35" name="Oval 1537">
                <a:extLst>
                  <a:ext uri="{FF2B5EF4-FFF2-40B4-BE49-F238E27FC236}">
                    <a16:creationId xmlns:a16="http://schemas.microsoft.com/office/drawing/2014/main" id="{10618A8B-63CD-6442-8B7A-099C5459AE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436" name="Oval 1538">
                <a:extLst>
                  <a:ext uri="{FF2B5EF4-FFF2-40B4-BE49-F238E27FC236}">
                    <a16:creationId xmlns:a16="http://schemas.microsoft.com/office/drawing/2014/main" id="{97727A51-FDBA-8D4B-910B-17DBF18A46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37" name="Rectangle 1539">
                <a:extLst>
                  <a:ext uri="{FF2B5EF4-FFF2-40B4-BE49-F238E27FC236}">
                    <a16:creationId xmlns:a16="http://schemas.microsoft.com/office/drawing/2014/main" id="{970EDF53-297E-EA44-92BE-C2F97533DF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CC1738F7-B8A1-9947-9EA4-1523E924127F}"/>
                </a:ext>
              </a:extLst>
            </p:cNvPr>
            <p:cNvCxnSpPr/>
            <p:nvPr/>
          </p:nvCxnSpPr>
          <p:spPr bwMode="auto">
            <a:xfrm>
              <a:off x="1682405" y="2744686"/>
              <a:ext cx="526774" cy="0"/>
            </a:xfrm>
            <a:prstGeom prst="line">
              <a:avLst/>
            </a:prstGeom>
            <a:solidFill>
              <a:srgbClr val="00CC99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39855349-2D43-7C4A-B353-74029E8BA4BD}"/>
                </a:ext>
              </a:extLst>
            </p:cNvPr>
            <p:cNvCxnSpPr/>
            <p:nvPr/>
          </p:nvCxnSpPr>
          <p:spPr bwMode="auto">
            <a:xfrm>
              <a:off x="6895267" y="2779855"/>
              <a:ext cx="526774" cy="0"/>
            </a:xfrm>
            <a:prstGeom prst="line">
              <a:avLst/>
            </a:prstGeom>
            <a:solidFill>
              <a:srgbClr val="00CC99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30" name="Group 329">
              <a:extLst>
                <a:ext uri="{FF2B5EF4-FFF2-40B4-BE49-F238E27FC236}">
                  <a16:creationId xmlns:a16="http://schemas.microsoft.com/office/drawing/2014/main" id="{54C81718-AB53-EC48-8CA0-41A17EEA9C4F}"/>
                </a:ext>
              </a:extLst>
            </p:cNvPr>
            <p:cNvGrpSpPr/>
            <p:nvPr/>
          </p:nvGrpSpPr>
          <p:grpSpPr>
            <a:xfrm>
              <a:off x="3414626" y="1982945"/>
              <a:ext cx="687402" cy="571677"/>
              <a:chOff x="1736090" y="2893762"/>
              <a:chExt cx="565150" cy="413310"/>
            </a:xfrm>
          </p:grpSpPr>
          <p:grpSp>
            <p:nvGrpSpPr>
              <p:cNvPr id="401" name="Group 327">
                <a:extLst>
                  <a:ext uri="{FF2B5EF4-FFF2-40B4-BE49-F238E27FC236}">
                    <a16:creationId xmlns:a16="http://schemas.microsoft.com/office/drawing/2014/main" id="{DA91FBE5-CFD0-764B-9319-580E8A886F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405" name="Oval 404">
                  <a:extLst>
                    <a:ext uri="{FF2B5EF4-FFF2-40B4-BE49-F238E27FC236}">
                      <a16:creationId xmlns:a16="http://schemas.microsoft.com/office/drawing/2014/main" id="{AB5BE366-3696-3444-BEED-B2D3E9A552B4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06" name="Rectangle 405">
                  <a:extLst>
                    <a:ext uri="{FF2B5EF4-FFF2-40B4-BE49-F238E27FC236}">
                      <a16:creationId xmlns:a16="http://schemas.microsoft.com/office/drawing/2014/main" id="{014C0E46-985C-064D-9955-6DBD816F7710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07" name="Oval 406">
                  <a:extLst>
                    <a:ext uri="{FF2B5EF4-FFF2-40B4-BE49-F238E27FC236}">
                      <a16:creationId xmlns:a16="http://schemas.microsoft.com/office/drawing/2014/main" id="{B8592CE9-885E-7948-9885-40869BFBEECC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08" name="Freeform 407">
                  <a:extLst>
                    <a:ext uri="{FF2B5EF4-FFF2-40B4-BE49-F238E27FC236}">
                      <a16:creationId xmlns:a16="http://schemas.microsoft.com/office/drawing/2014/main" id="{B2A3A479-23C9-374A-AD09-A3B80F0EF409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09" name="Freeform 408">
                  <a:extLst>
                    <a:ext uri="{FF2B5EF4-FFF2-40B4-BE49-F238E27FC236}">
                      <a16:creationId xmlns:a16="http://schemas.microsoft.com/office/drawing/2014/main" id="{7E3C8C30-970D-AA49-8416-454E3AD9F4EB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10" name="Freeform 409">
                  <a:extLst>
                    <a:ext uri="{FF2B5EF4-FFF2-40B4-BE49-F238E27FC236}">
                      <a16:creationId xmlns:a16="http://schemas.microsoft.com/office/drawing/2014/main" id="{DA5747D1-6ED5-2C46-94C9-0EB423C8C5D2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11" name="Freeform 410">
                  <a:extLst>
                    <a:ext uri="{FF2B5EF4-FFF2-40B4-BE49-F238E27FC236}">
                      <a16:creationId xmlns:a16="http://schemas.microsoft.com/office/drawing/2014/main" id="{DF23003A-4DCD-DC4B-8861-7B76CD1E54F4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12" name="Straight Connector 411">
                  <a:extLst>
                    <a:ext uri="{FF2B5EF4-FFF2-40B4-BE49-F238E27FC236}">
                      <a16:creationId xmlns:a16="http://schemas.microsoft.com/office/drawing/2014/main" id="{365A8E44-4CBE-0E4C-82AF-500CF5C75E81}"/>
                    </a:ext>
                  </a:extLst>
                </p:cNvPr>
                <p:cNvCxnSpPr>
                  <a:endCxn id="407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413" name="Straight Connector 412">
                  <a:extLst>
                    <a:ext uri="{FF2B5EF4-FFF2-40B4-BE49-F238E27FC236}">
                      <a16:creationId xmlns:a16="http://schemas.microsoft.com/office/drawing/2014/main" id="{C26017F9-54C2-314E-B28C-087D5A4210BF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402" name="Group 401">
                <a:extLst>
                  <a:ext uri="{FF2B5EF4-FFF2-40B4-BE49-F238E27FC236}">
                    <a16:creationId xmlns:a16="http://schemas.microsoft.com/office/drawing/2014/main" id="{05B2825B-A7A6-B346-A195-362C44BBE9A9}"/>
                  </a:ext>
                </a:extLst>
              </p:cNvPr>
              <p:cNvGrpSpPr/>
              <p:nvPr/>
            </p:nvGrpSpPr>
            <p:grpSpPr>
              <a:xfrm>
                <a:off x="1844715" y="2907714"/>
                <a:ext cx="356365" cy="399358"/>
                <a:chOff x="741398" y="1743005"/>
                <a:chExt cx="356365" cy="399358"/>
              </a:xfrm>
            </p:grpSpPr>
            <p:sp>
              <p:nvSpPr>
                <p:cNvPr id="403" name="Oval 402">
                  <a:extLst>
                    <a:ext uri="{FF2B5EF4-FFF2-40B4-BE49-F238E27FC236}">
                      <a16:creationId xmlns:a16="http://schemas.microsoft.com/office/drawing/2014/main" id="{711DAB05-728C-6A49-AC89-08153D128077}"/>
                    </a:ext>
                  </a:extLst>
                </p:cNvPr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04" name="TextBox 403">
                  <a:extLst>
                    <a:ext uri="{FF2B5EF4-FFF2-40B4-BE49-F238E27FC236}">
                      <a16:creationId xmlns:a16="http://schemas.microsoft.com/office/drawing/2014/main" id="{698467EC-D43B-314B-94F0-6D24FE81E796}"/>
                    </a:ext>
                  </a:extLst>
                </p:cNvPr>
                <p:cNvSpPr txBox="1"/>
                <p:nvPr/>
              </p:nvSpPr>
              <p:spPr>
                <a:xfrm>
                  <a:off x="783895" y="1743005"/>
                  <a:ext cx="288887" cy="399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v</a:t>
                  </a:r>
                </a:p>
              </p:txBody>
            </p:sp>
          </p:grpSp>
        </p:grpSp>
        <p:grpSp>
          <p:nvGrpSpPr>
            <p:cNvPr id="331" name="Group 330">
              <a:extLst>
                <a:ext uri="{FF2B5EF4-FFF2-40B4-BE49-F238E27FC236}">
                  <a16:creationId xmlns:a16="http://schemas.microsoft.com/office/drawing/2014/main" id="{4E6BDBA9-3548-B946-98EB-9AE749E9F937}"/>
                </a:ext>
              </a:extLst>
            </p:cNvPr>
            <p:cNvGrpSpPr/>
            <p:nvPr/>
          </p:nvGrpSpPr>
          <p:grpSpPr>
            <a:xfrm>
              <a:off x="4888811" y="1979830"/>
              <a:ext cx="687402" cy="480963"/>
              <a:chOff x="1736090" y="2893762"/>
              <a:chExt cx="565150" cy="347726"/>
            </a:xfrm>
          </p:grpSpPr>
          <p:grpSp>
            <p:nvGrpSpPr>
              <p:cNvPr id="388" name="Group 327">
                <a:extLst>
                  <a:ext uri="{FF2B5EF4-FFF2-40B4-BE49-F238E27FC236}">
                    <a16:creationId xmlns:a16="http://schemas.microsoft.com/office/drawing/2014/main" id="{F646075B-0210-E145-92F7-2C7F57A21E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392" name="Oval 391">
                  <a:extLst>
                    <a:ext uri="{FF2B5EF4-FFF2-40B4-BE49-F238E27FC236}">
                      <a16:creationId xmlns:a16="http://schemas.microsoft.com/office/drawing/2014/main" id="{81AFD18E-0D9A-B449-8E1B-E5E544ED512D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93" name="Rectangle 392">
                  <a:extLst>
                    <a:ext uri="{FF2B5EF4-FFF2-40B4-BE49-F238E27FC236}">
                      <a16:creationId xmlns:a16="http://schemas.microsoft.com/office/drawing/2014/main" id="{09742F60-F878-CC40-B53A-2F912DCBE337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94" name="Oval 393">
                  <a:extLst>
                    <a:ext uri="{FF2B5EF4-FFF2-40B4-BE49-F238E27FC236}">
                      <a16:creationId xmlns:a16="http://schemas.microsoft.com/office/drawing/2014/main" id="{D089913E-3116-5942-BC7E-07C6208B204A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95" name="Freeform 394">
                  <a:extLst>
                    <a:ext uri="{FF2B5EF4-FFF2-40B4-BE49-F238E27FC236}">
                      <a16:creationId xmlns:a16="http://schemas.microsoft.com/office/drawing/2014/main" id="{7691F655-F63F-2347-97E3-F8AD9695B5B6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96" name="Freeform 395">
                  <a:extLst>
                    <a:ext uri="{FF2B5EF4-FFF2-40B4-BE49-F238E27FC236}">
                      <a16:creationId xmlns:a16="http://schemas.microsoft.com/office/drawing/2014/main" id="{97D4BABA-50C0-C64B-BDF1-E0D6998D7CFA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97" name="Freeform 396">
                  <a:extLst>
                    <a:ext uri="{FF2B5EF4-FFF2-40B4-BE49-F238E27FC236}">
                      <a16:creationId xmlns:a16="http://schemas.microsoft.com/office/drawing/2014/main" id="{0A01411A-9D7A-994A-A0CE-3453871ED908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98" name="Freeform 397">
                  <a:extLst>
                    <a:ext uri="{FF2B5EF4-FFF2-40B4-BE49-F238E27FC236}">
                      <a16:creationId xmlns:a16="http://schemas.microsoft.com/office/drawing/2014/main" id="{5C18C6F3-1443-CE44-AEA8-5EB74E9B300A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99" name="Straight Connector 398">
                  <a:extLst>
                    <a:ext uri="{FF2B5EF4-FFF2-40B4-BE49-F238E27FC236}">
                      <a16:creationId xmlns:a16="http://schemas.microsoft.com/office/drawing/2014/main" id="{836DA7B6-225C-CA4C-BE47-00A59751C43C}"/>
                    </a:ext>
                  </a:extLst>
                </p:cNvPr>
                <p:cNvCxnSpPr>
                  <a:endCxn id="394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400" name="Straight Connector 399">
                  <a:extLst>
                    <a:ext uri="{FF2B5EF4-FFF2-40B4-BE49-F238E27FC236}">
                      <a16:creationId xmlns:a16="http://schemas.microsoft.com/office/drawing/2014/main" id="{DEF7E2A6-FA97-154A-BD4D-79EE8753D930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389" name="Group 388">
                <a:extLst>
                  <a:ext uri="{FF2B5EF4-FFF2-40B4-BE49-F238E27FC236}">
                    <a16:creationId xmlns:a16="http://schemas.microsoft.com/office/drawing/2014/main" id="{E3DC6576-9970-E447-99D0-AC11398D26FE}"/>
                  </a:ext>
                </a:extLst>
              </p:cNvPr>
              <p:cNvGrpSpPr/>
              <p:nvPr/>
            </p:nvGrpSpPr>
            <p:grpSpPr>
              <a:xfrm>
                <a:off x="1844715" y="2907714"/>
                <a:ext cx="378664" cy="333774"/>
                <a:chOff x="741398" y="1743005"/>
                <a:chExt cx="378664" cy="333774"/>
              </a:xfrm>
            </p:grpSpPr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98BB2803-575E-E049-B163-D2026BE7F0B0}"/>
                    </a:ext>
                  </a:extLst>
                </p:cNvPr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91" name="TextBox 390">
                  <a:extLst>
                    <a:ext uri="{FF2B5EF4-FFF2-40B4-BE49-F238E27FC236}">
                      <a16:creationId xmlns:a16="http://schemas.microsoft.com/office/drawing/2014/main" id="{18716BE7-82ED-D14C-9928-AF15495F05EC}"/>
                    </a:ext>
                  </a:extLst>
                </p:cNvPr>
                <p:cNvSpPr txBox="1"/>
                <p:nvPr/>
              </p:nvSpPr>
              <p:spPr>
                <a:xfrm>
                  <a:off x="767915" y="1743005"/>
                  <a:ext cx="352147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w</a:t>
                  </a:r>
                </a:p>
              </p:txBody>
            </p:sp>
          </p:grpSp>
        </p:grpSp>
        <p:grpSp>
          <p:nvGrpSpPr>
            <p:cNvPr id="332" name="Group 331">
              <a:extLst>
                <a:ext uri="{FF2B5EF4-FFF2-40B4-BE49-F238E27FC236}">
                  <a16:creationId xmlns:a16="http://schemas.microsoft.com/office/drawing/2014/main" id="{1DD8783F-1A55-EB4C-B3C4-852DAE0C6CF0}"/>
                </a:ext>
              </a:extLst>
            </p:cNvPr>
            <p:cNvGrpSpPr/>
            <p:nvPr/>
          </p:nvGrpSpPr>
          <p:grpSpPr>
            <a:xfrm>
              <a:off x="2206359" y="2517647"/>
              <a:ext cx="687402" cy="480963"/>
              <a:chOff x="1736090" y="2893762"/>
              <a:chExt cx="565150" cy="347726"/>
            </a:xfrm>
          </p:grpSpPr>
          <p:grpSp>
            <p:nvGrpSpPr>
              <p:cNvPr id="375" name="Group 327">
                <a:extLst>
                  <a:ext uri="{FF2B5EF4-FFF2-40B4-BE49-F238E27FC236}">
                    <a16:creationId xmlns:a16="http://schemas.microsoft.com/office/drawing/2014/main" id="{269FEBD4-E3E1-5645-BF55-D2033B31ED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379" name="Oval 378">
                  <a:extLst>
                    <a:ext uri="{FF2B5EF4-FFF2-40B4-BE49-F238E27FC236}">
                      <a16:creationId xmlns:a16="http://schemas.microsoft.com/office/drawing/2014/main" id="{7E1FC68E-A1FE-574A-94C0-90C1E270401E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80" name="Rectangle 379">
                  <a:extLst>
                    <a:ext uri="{FF2B5EF4-FFF2-40B4-BE49-F238E27FC236}">
                      <a16:creationId xmlns:a16="http://schemas.microsoft.com/office/drawing/2014/main" id="{E97E3D1C-D3CA-8D44-AB02-74B31DF8CE35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81" name="Oval 380">
                  <a:extLst>
                    <a:ext uri="{FF2B5EF4-FFF2-40B4-BE49-F238E27FC236}">
                      <a16:creationId xmlns:a16="http://schemas.microsoft.com/office/drawing/2014/main" id="{DA4F6523-8F37-7047-BC5F-19E4B1E17DBD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82" name="Freeform 381">
                  <a:extLst>
                    <a:ext uri="{FF2B5EF4-FFF2-40B4-BE49-F238E27FC236}">
                      <a16:creationId xmlns:a16="http://schemas.microsoft.com/office/drawing/2014/main" id="{B5E52805-9174-A644-8ABD-91F588F0CDF9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83" name="Freeform 382">
                  <a:extLst>
                    <a:ext uri="{FF2B5EF4-FFF2-40B4-BE49-F238E27FC236}">
                      <a16:creationId xmlns:a16="http://schemas.microsoft.com/office/drawing/2014/main" id="{76D2CD28-1F92-3D41-B7AE-29A160B712AE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84" name="Freeform 383">
                  <a:extLst>
                    <a:ext uri="{FF2B5EF4-FFF2-40B4-BE49-F238E27FC236}">
                      <a16:creationId xmlns:a16="http://schemas.microsoft.com/office/drawing/2014/main" id="{04612F60-D252-974D-93EB-FDB70B903443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85" name="Freeform 384">
                  <a:extLst>
                    <a:ext uri="{FF2B5EF4-FFF2-40B4-BE49-F238E27FC236}">
                      <a16:creationId xmlns:a16="http://schemas.microsoft.com/office/drawing/2014/main" id="{923BAC06-842B-F147-83CF-E13A0EA0CCBC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86" name="Straight Connector 385">
                  <a:extLst>
                    <a:ext uri="{FF2B5EF4-FFF2-40B4-BE49-F238E27FC236}">
                      <a16:creationId xmlns:a16="http://schemas.microsoft.com/office/drawing/2014/main" id="{40C05CBD-7D1C-8541-92D2-BC763E8E8EED}"/>
                    </a:ext>
                  </a:extLst>
                </p:cNvPr>
                <p:cNvCxnSpPr>
                  <a:endCxn id="381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387" name="Straight Connector 386">
                  <a:extLst>
                    <a:ext uri="{FF2B5EF4-FFF2-40B4-BE49-F238E27FC236}">
                      <a16:creationId xmlns:a16="http://schemas.microsoft.com/office/drawing/2014/main" id="{D6AD7786-A1F4-C449-A6DD-1E2537A37721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376" name="Group 375">
                <a:extLst>
                  <a:ext uri="{FF2B5EF4-FFF2-40B4-BE49-F238E27FC236}">
                    <a16:creationId xmlns:a16="http://schemas.microsoft.com/office/drawing/2014/main" id="{CB56850E-A076-8247-B3B4-11EC70C4086D}"/>
                  </a:ext>
                </a:extLst>
              </p:cNvPr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377" name="Oval 376">
                  <a:extLst>
                    <a:ext uri="{FF2B5EF4-FFF2-40B4-BE49-F238E27FC236}">
                      <a16:creationId xmlns:a16="http://schemas.microsoft.com/office/drawing/2014/main" id="{824D8097-5CC3-2E4C-9F15-B993F3A6D5A5}"/>
                    </a:ext>
                  </a:extLst>
                </p:cNvPr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78" name="TextBox 377">
                  <a:extLst>
                    <a:ext uri="{FF2B5EF4-FFF2-40B4-BE49-F238E27FC236}">
                      <a16:creationId xmlns:a16="http://schemas.microsoft.com/office/drawing/2014/main" id="{E11DE245-B5B5-3649-868A-4CD4FF70FE95}"/>
                    </a:ext>
                  </a:extLst>
                </p:cNvPr>
                <p:cNvSpPr txBox="1"/>
                <p:nvPr/>
              </p:nvSpPr>
              <p:spPr>
                <a:xfrm>
                  <a:off x="783895" y="1743005"/>
                  <a:ext cx="292553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u</a:t>
                  </a:r>
                </a:p>
              </p:txBody>
            </p:sp>
          </p:grpSp>
        </p:grpSp>
        <p:grpSp>
          <p:nvGrpSpPr>
            <p:cNvPr id="333" name="Group 332">
              <a:extLst>
                <a:ext uri="{FF2B5EF4-FFF2-40B4-BE49-F238E27FC236}">
                  <a16:creationId xmlns:a16="http://schemas.microsoft.com/office/drawing/2014/main" id="{431BBE16-D442-054B-BAC5-76CAFD6BD2A5}"/>
                </a:ext>
              </a:extLst>
            </p:cNvPr>
            <p:cNvGrpSpPr/>
            <p:nvPr/>
          </p:nvGrpSpPr>
          <p:grpSpPr>
            <a:xfrm>
              <a:off x="6285253" y="2579331"/>
              <a:ext cx="687402" cy="480963"/>
              <a:chOff x="1736090" y="2893762"/>
              <a:chExt cx="565150" cy="347726"/>
            </a:xfrm>
          </p:grpSpPr>
          <p:grpSp>
            <p:nvGrpSpPr>
              <p:cNvPr id="362" name="Group 327">
                <a:extLst>
                  <a:ext uri="{FF2B5EF4-FFF2-40B4-BE49-F238E27FC236}">
                    <a16:creationId xmlns:a16="http://schemas.microsoft.com/office/drawing/2014/main" id="{838F87CD-61CF-C943-AC83-B826FFFF7A3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366" name="Oval 365">
                  <a:extLst>
                    <a:ext uri="{FF2B5EF4-FFF2-40B4-BE49-F238E27FC236}">
                      <a16:creationId xmlns:a16="http://schemas.microsoft.com/office/drawing/2014/main" id="{0ED521EC-D0D3-1247-B3BB-E47DF2D2F0C7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67" name="Rectangle 366">
                  <a:extLst>
                    <a:ext uri="{FF2B5EF4-FFF2-40B4-BE49-F238E27FC236}">
                      <a16:creationId xmlns:a16="http://schemas.microsoft.com/office/drawing/2014/main" id="{3F6E4DA5-C998-6F45-A49A-5B26D59B20C1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68" name="Oval 367">
                  <a:extLst>
                    <a:ext uri="{FF2B5EF4-FFF2-40B4-BE49-F238E27FC236}">
                      <a16:creationId xmlns:a16="http://schemas.microsoft.com/office/drawing/2014/main" id="{E05A0AC1-DC1A-964A-97CC-83B9E3375C59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69" name="Freeform 368">
                  <a:extLst>
                    <a:ext uri="{FF2B5EF4-FFF2-40B4-BE49-F238E27FC236}">
                      <a16:creationId xmlns:a16="http://schemas.microsoft.com/office/drawing/2014/main" id="{42E7681D-A64C-F04C-94F3-FA8697E4D3AF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70" name="Freeform 369">
                  <a:extLst>
                    <a:ext uri="{FF2B5EF4-FFF2-40B4-BE49-F238E27FC236}">
                      <a16:creationId xmlns:a16="http://schemas.microsoft.com/office/drawing/2014/main" id="{BBF48F50-0417-D740-ADB8-939BE1EA867A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71" name="Freeform 370">
                  <a:extLst>
                    <a:ext uri="{FF2B5EF4-FFF2-40B4-BE49-F238E27FC236}">
                      <a16:creationId xmlns:a16="http://schemas.microsoft.com/office/drawing/2014/main" id="{36FD4761-DA58-F74F-8F44-310BBFFE0DED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72" name="Freeform 371">
                  <a:extLst>
                    <a:ext uri="{FF2B5EF4-FFF2-40B4-BE49-F238E27FC236}">
                      <a16:creationId xmlns:a16="http://schemas.microsoft.com/office/drawing/2014/main" id="{F8DF6EB3-3D4E-344A-B8CD-29D84ECE8F7B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73" name="Straight Connector 372">
                  <a:extLst>
                    <a:ext uri="{FF2B5EF4-FFF2-40B4-BE49-F238E27FC236}">
                      <a16:creationId xmlns:a16="http://schemas.microsoft.com/office/drawing/2014/main" id="{549A5C46-56F8-A240-9B8D-EFB1D85344AA}"/>
                    </a:ext>
                  </a:extLst>
                </p:cNvPr>
                <p:cNvCxnSpPr>
                  <a:endCxn id="368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374" name="Straight Connector 373">
                  <a:extLst>
                    <a:ext uri="{FF2B5EF4-FFF2-40B4-BE49-F238E27FC236}">
                      <a16:creationId xmlns:a16="http://schemas.microsoft.com/office/drawing/2014/main" id="{85F33945-95FF-464E-B661-0CC95E3B1DCF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363" name="Group 362">
                <a:extLst>
                  <a:ext uri="{FF2B5EF4-FFF2-40B4-BE49-F238E27FC236}">
                    <a16:creationId xmlns:a16="http://schemas.microsoft.com/office/drawing/2014/main" id="{3F98D8AA-23AB-DD4F-8F23-362741C6E1CA}"/>
                  </a:ext>
                </a:extLst>
              </p:cNvPr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364" name="Oval 363">
                  <a:extLst>
                    <a:ext uri="{FF2B5EF4-FFF2-40B4-BE49-F238E27FC236}">
                      <a16:creationId xmlns:a16="http://schemas.microsoft.com/office/drawing/2014/main" id="{C4070F47-79D5-1D43-8087-8F32388338D0}"/>
                    </a:ext>
                  </a:extLst>
                </p:cNvPr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65" name="TextBox 364">
                  <a:extLst>
                    <a:ext uri="{FF2B5EF4-FFF2-40B4-BE49-F238E27FC236}">
                      <a16:creationId xmlns:a16="http://schemas.microsoft.com/office/drawing/2014/main" id="{7018147D-1608-E247-AF2F-0A3FA61F6872}"/>
                    </a:ext>
                  </a:extLst>
                </p:cNvPr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z</a:t>
                  </a:r>
                </a:p>
              </p:txBody>
            </p:sp>
          </p:grpSp>
        </p:grpSp>
        <p:grpSp>
          <p:nvGrpSpPr>
            <p:cNvPr id="334" name="Group 333">
              <a:extLst>
                <a:ext uri="{FF2B5EF4-FFF2-40B4-BE49-F238E27FC236}">
                  <a16:creationId xmlns:a16="http://schemas.microsoft.com/office/drawing/2014/main" id="{61A2A150-9A5E-2E46-B3B6-B8E0444FDA40}"/>
                </a:ext>
              </a:extLst>
            </p:cNvPr>
            <p:cNvGrpSpPr/>
            <p:nvPr/>
          </p:nvGrpSpPr>
          <p:grpSpPr>
            <a:xfrm>
              <a:off x="4927962" y="3152913"/>
              <a:ext cx="687402" cy="480963"/>
              <a:chOff x="1736090" y="2893762"/>
              <a:chExt cx="565150" cy="347726"/>
            </a:xfrm>
          </p:grpSpPr>
          <p:grpSp>
            <p:nvGrpSpPr>
              <p:cNvPr id="349" name="Group 327">
                <a:extLst>
                  <a:ext uri="{FF2B5EF4-FFF2-40B4-BE49-F238E27FC236}">
                    <a16:creationId xmlns:a16="http://schemas.microsoft.com/office/drawing/2014/main" id="{D9B4429C-85AB-E840-84D8-FA40FE4AAD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353" name="Oval 352">
                  <a:extLst>
                    <a:ext uri="{FF2B5EF4-FFF2-40B4-BE49-F238E27FC236}">
                      <a16:creationId xmlns:a16="http://schemas.microsoft.com/office/drawing/2014/main" id="{EAB42D73-2A2D-FA4C-9CE4-AB00D07503EF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54" name="Rectangle 353">
                  <a:extLst>
                    <a:ext uri="{FF2B5EF4-FFF2-40B4-BE49-F238E27FC236}">
                      <a16:creationId xmlns:a16="http://schemas.microsoft.com/office/drawing/2014/main" id="{64BE1C9C-3344-3D42-8250-14C1226B42B2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55" name="Oval 354">
                  <a:extLst>
                    <a:ext uri="{FF2B5EF4-FFF2-40B4-BE49-F238E27FC236}">
                      <a16:creationId xmlns:a16="http://schemas.microsoft.com/office/drawing/2014/main" id="{4EA0FEC9-B172-2F49-B3E9-B131F0BBAFF3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56" name="Freeform 355">
                  <a:extLst>
                    <a:ext uri="{FF2B5EF4-FFF2-40B4-BE49-F238E27FC236}">
                      <a16:creationId xmlns:a16="http://schemas.microsoft.com/office/drawing/2014/main" id="{DB5061C7-9E8A-D046-B17E-E5570300DE1D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57" name="Freeform 356">
                  <a:extLst>
                    <a:ext uri="{FF2B5EF4-FFF2-40B4-BE49-F238E27FC236}">
                      <a16:creationId xmlns:a16="http://schemas.microsoft.com/office/drawing/2014/main" id="{62A5B80A-DD73-F74C-9F2C-58AECB292CB1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58" name="Freeform 357">
                  <a:extLst>
                    <a:ext uri="{FF2B5EF4-FFF2-40B4-BE49-F238E27FC236}">
                      <a16:creationId xmlns:a16="http://schemas.microsoft.com/office/drawing/2014/main" id="{FCD61B9F-ACCC-6247-8A0D-B092E4119A1F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59" name="Freeform 358">
                  <a:extLst>
                    <a:ext uri="{FF2B5EF4-FFF2-40B4-BE49-F238E27FC236}">
                      <a16:creationId xmlns:a16="http://schemas.microsoft.com/office/drawing/2014/main" id="{94E1C9C7-8C08-6549-B805-129570A13983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60" name="Straight Connector 359">
                  <a:extLst>
                    <a:ext uri="{FF2B5EF4-FFF2-40B4-BE49-F238E27FC236}">
                      <a16:creationId xmlns:a16="http://schemas.microsoft.com/office/drawing/2014/main" id="{A4659640-7F4B-0B49-BF24-166017C6A55C}"/>
                    </a:ext>
                  </a:extLst>
                </p:cNvPr>
                <p:cNvCxnSpPr>
                  <a:endCxn id="355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361" name="Straight Connector 360">
                  <a:extLst>
                    <a:ext uri="{FF2B5EF4-FFF2-40B4-BE49-F238E27FC236}">
                      <a16:creationId xmlns:a16="http://schemas.microsoft.com/office/drawing/2014/main" id="{FCB37C50-EDC1-DA4D-9C1E-43EC565B4844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350" name="Group 349">
                <a:extLst>
                  <a:ext uri="{FF2B5EF4-FFF2-40B4-BE49-F238E27FC236}">
                    <a16:creationId xmlns:a16="http://schemas.microsoft.com/office/drawing/2014/main" id="{4CCC8E41-AE12-2E45-9CDA-81815FBE6A31}"/>
                  </a:ext>
                </a:extLst>
              </p:cNvPr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351" name="Oval 350">
                  <a:extLst>
                    <a:ext uri="{FF2B5EF4-FFF2-40B4-BE49-F238E27FC236}">
                      <a16:creationId xmlns:a16="http://schemas.microsoft.com/office/drawing/2014/main" id="{EE9F6CD0-DD61-534F-B730-D6272896CA5F}"/>
                    </a:ext>
                  </a:extLst>
                </p:cNvPr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52" name="TextBox 351">
                  <a:extLst>
                    <a:ext uri="{FF2B5EF4-FFF2-40B4-BE49-F238E27FC236}">
                      <a16:creationId xmlns:a16="http://schemas.microsoft.com/office/drawing/2014/main" id="{606A2E50-67A7-944A-BFBE-007FE0561769}"/>
                    </a:ext>
                  </a:extLst>
                </p:cNvPr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y</a:t>
                  </a:r>
                </a:p>
              </p:txBody>
            </p:sp>
          </p:grpSp>
        </p:grpSp>
        <p:grpSp>
          <p:nvGrpSpPr>
            <p:cNvPr id="335" name="Group 334">
              <a:extLst>
                <a:ext uri="{FF2B5EF4-FFF2-40B4-BE49-F238E27FC236}">
                  <a16:creationId xmlns:a16="http://schemas.microsoft.com/office/drawing/2014/main" id="{197C3411-8ACC-A144-B943-909C445C648C}"/>
                </a:ext>
              </a:extLst>
            </p:cNvPr>
            <p:cNvGrpSpPr/>
            <p:nvPr/>
          </p:nvGrpSpPr>
          <p:grpSpPr>
            <a:xfrm>
              <a:off x="3337414" y="3136841"/>
              <a:ext cx="687402" cy="480963"/>
              <a:chOff x="1736090" y="2893762"/>
              <a:chExt cx="565150" cy="347726"/>
            </a:xfrm>
          </p:grpSpPr>
          <p:grpSp>
            <p:nvGrpSpPr>
              <p:cNvPr id="336" name="Group 327">
                <a:extLst>
                  <a:ext uri="{FF2B5EF4-FFF2-40B4-BE49-F238E27FC236}">
                    <a16:creationId xmlns:a16="http://schemas.microsoft.com/office/drawing/2014/main" id="{FA996CF8-59FA-CC40-ABE8-FDC6CACF05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340" name="Oval 339">
                  <a:extLst>
                    <a:ext uri="{FF2B5EF4-FFF2-40B4-BE49-F238E27FC236}">
                      <a16:creationId xmlns:a16="http://schemas.microsoft.com/office/drawing/2014/main" id="{22C80AE6-A280-4F4B-BB3C-510377C8C0F4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41" name="Rectangle 340">
                  <a:extLst>
                    <a:ext uri="{FF2B5EF4-FFF2-40B4-BE49-F238E27FC236}">
                      <a16:creationId xmlns:a16="http://schemas.microsoft.com/office/drawing/2014/main" id="{7A7898E7-4AEB-F249-8E1A-BB05B6E7C9A1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42" name="Oval 341">
                  <a:extLst>
                    <a:ext uri="{FF2B5EF4-FFF2-40B4-BE49-F238E27FC236}">
                      <a16:creationId xmlns:a16="http://schemas.microsoft.com/office/drawing/2014/main" id="{9F50EA59-1055-3C43-B49F-67EE49989A84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43" name="Freeform 342">
                  <a:extLst>
                    <a:ext uri="{FF2B5EF4-FFF2-40B4-BE49-F238E27FC236}">
                      <a16:creationId xmlns:a16="http://schemas.microsoft.com/office/drawing/2014/main" id="{D1F158B9-CEAB-D242-AB06-53FBCFA9D5B2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44" name="Freeform 343">
                  <a:extLst>
                    <a:ext uri="{FF2B5EF4-FFF2-40B4-BE49-F238E27FC236}">
                      <a16:creationId xmlns:a16="http://schemas.microsoft.com/office/drawing/2014/main" id="{08E9302C-A5DE-0241-BE60-AE05D920ACD3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45" name="Freeform 344">
                  <a:extLst>
                    <a:ext uri="{FF2B5EF4-FFF2-40B4-BE49-F238E27FC236}">
                      <a16:creationId xmlns:a16="http://schemas.microsoft.com/office/drawing/2014/main" id="{EAAE4EC6-E487-8A47-8AF3-2A052E995BCF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46" name="Freeform 345">
                  <a:extLst>
                    <a:ext uri="{FF2B5EF4-FFF2-40B4-BE49-F238E27FC236}">
                      <a16:creationId xmlns:a16="http://schemas.microsoft.com/office/drawing/2014/main" id="{0164778C-A0F6-7F4F-9284-7AE8E2F673FA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47" name="Straight Connector 346">
                  <a:extLst>
                    <a:ext uri="{FF2B5EF4-FFF2-40B4-BE49-F238E27FC236}">
                      <a16:creationId xmlns:a16="http://schemas.microsoft.com/office/drawing/2014/main" id="{ACED6B67-F910-AB41-9E13-0CA1E6D4BA56}"/>
                    </a:ext>
                  </a:extLst>
                </p:cNvPr>
                <p:cNvCxnSpPr>
                  <a:endCxn id="342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348" name="Straight Connector 347">
                  <a:extLst>
                    <a:ext uri="{FF2B5EF4-FFF2-40B4-BE49-F238E27FC236}">
                      <a16:creationId xmlns:a16="http://schemas.microsoft.com/office/drawing/2014/main" id="{6F5908E8-6AF8-F24C-9B0C-EA7C236DCA30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337" name="Group 336">
                <a:extLst>
                  <a:ext uri="{FF2B5EF4-FFF2-40B4-BE49-F238E27FC236}">
                    <a16:creationId xmlns:a16="http://schemas.microsoft.com/office/drawing/2014/main" id="{FF9A239B-8694-AE47-A6A5-D2E2B19846A6}"/>
                  </a:ext>
                </a:extLst>
              </p:cNvPr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338" name="Oval 337">
                  <a:extLst>
                    <a:ext uri="{FF2B5EF4-FFF2-40B4-BE49-F238E27FC236}">
                      <a16:creationId xmlns:a16="http://schemas.microsoft.com/office/drawing/2014/main" id="{2B59912B-55F6-B640-9431-9D0C0A4BCB3C}"/>
                    </a:ext>
                  </a:extLst>
                </p:cNvPr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39" name="TextBox 338">
                  <a:extLst>
                    <a:ext uri="{FF2B5EF4-FFF2-40B4-BE49-F238E27FC236}">
                      <a16:creationId xmlns:a16="http://schemas.microsoft.com/office/drawing/2014/main" id="{972EBFF0-B83B-E347-8110-C86DE56A7485}"/>
                    </a:ext>
                  </a:extLst>
                </p:cNvPr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x</a:t>
                  </a:r>
                </a:p>
              </p:txBody>
            </p:sp>
          </p:grpSp>
        </p:grp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FECD85E7-B9DB-9043-B7EC-8C0919E8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4139"/>
            <a:ext cx="10710797" cy="894622"/>
          </a:xfrm>
        </p:spPr>
        <p:txBody>
          <a:bodyPr>
            <a:normAutofit fontScale="90000"/>
          </a:bodyPr>
          <a:lstStyle/>
          <a:p>
            <a:r>
              <a:rPr lang="en-US" dirty="0"/>
              <a:t>Traffic engineering: difficult with traditional routing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71119-17C6-6045-B8FE-FECA68C80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FA073D9B-37E7-E64E-96CA-547CD0B3CCE6}"/>
              </a:ext>
            </a:extLst>
          </p:cNvPr>
          <p:cNvSpPr txBox="1"/>
          <p:nvPr/>
        </p:nvSpPr>
        <p:spPr>
          <a:xfrm>
            <a:off x="2623386" y="4329157"/>
            <a:ext cx="741756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u="sng" dirty="0">
                <a:solidFill>
                  <a:srgbClr val="000090"/>
                </a:solidFill>
              </a:rPr>
              <a:t>Q: </a:t>
            </a:r>
            <a:r>
              <a:rPr lang="en-US" sz="2800" dirty="0"/>
              <a:t>what if network operator wants to split  u-to-z traffic along uvwz </a:t>
            </a:r>
            <a:r>
              <a:rPr lang="en-US" sz="2800" i="1" dirty="0">
                <a:solidFill>
                  <a:srgbClr val="CC0000"/>
                </a:solidFill>
              </a:rPr>
              <a:t>and</a:t>
            </a:r>
            <a:r>
              <a:rPr lang="en-US" sz="2800" dirty="0"/>
              <a:t> uxyz (load balancing)?</a:t>
            </a:r>
          </a:p>
          <a:p>
            <a:r>
              <a:rPr lang="en-US" sz="2800" i="1" u="sng" dirty="0">
                <a:solidFill>
                  <a:srgbClr val="000090"/>
                </a:solidFill>
              </a:rPr>
              <a:t>A: </a:t>
            </a:r>
            <a:r>
              <a:rPr lang="en-US" sz="2800" dirty="0"/>
              <a:t>can’t do it (or need a new routing algorithm)</a:t>
            </a:r>
          </a:p>
        </p:txBody>
      </p: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5D2685C4-8AFE-C64F-82B9-C2917F255438}"/>
              </a:ext>
            </a:extLst>
          </p:cNvPr>
          <p:cNvGrpSpPr/>
          <p:nvPr/>
        </p:nvGrpSpPr>
        <p:grpSpPr>
          <a:xfrm>
            <a:off x="3389946" y="2087513"/>
            <a:ext cx="1838752" cy="1207922"/>
            <a:chOff x="1800839" y="2199110"/>
            <a:chExt cx="1838752" cy="1207922"/>
          </a:xfrm>
        </p:grpSpPr>
        <p:sp>
          <p:nvSpPr>
            <p:cNvPr id="302" name="Freeform 301">
              <a:extLst>
                <a:ext uri="{FF2B5EF4-FFF2-40B4-BE49-F238E27FC236}">
                  <a16:creationId xmlns:a16="http://schemas.microsoft.com/office/drawing/2014/main" id="{7C98F31C-E02C-894D-B8D6-652C4F3EC9FD}"/>
                </a:ext>
              </a:extLst>
            </p:cNvPr>
            <p:cNvSpPr/>
            <p:nvPr/>
          </p:nvSpPr>
          <p:spPr>
            <a:xfrm>
              <a:off x="1800839" y="2199110"/>
              <a:ext cx="1838752" cy="549777"/>
            </a:xfrm>
            <a:custGeom>
              <a:avLst/>
              <a:gdLst>
                <a:gd name="connsiteX0" fmla="*/ 0 w 1876665"/>
                <a:gd name="connsiteY0" fmla="*/ 739356 h 739356"/>
                <a:gd name="connsiteX1" fmla="*/ 985723 w 1876665"/>
                <a:gd name="connsiteY1" fmla="*/ 720399 h 739356"/>
                <a:gd name="connsiteX2" fmla="*/ 1876665 w 1876665"/>
                <a:gd name="connsiteY2" fmla="*/ 0 h 739356"/>
                <a:gd name="connsiteX0" fmla="*/ 0 w 1876665"/>
                <a:gd name="connsiteY0" fmla="*/ 739356 h 739356"/>
                <a:gd name="connsiteX1" fmla="*/ 818495 w 1876665"/>
                <a:gd name="connsiteY1" fmla="*/ 720399 h 739356"/>
                <a:gd name="connsiteX2" fmla="*/ 1876665 w 1876665"/>
                <a:gd name="connsiteY2" fmla="*/ 0 h 739356"/>
                <a:gd name="connsiteX0" fmla="*/ 0 w 1802341"/>
                <a:gd name="connsiteY0" fmla="*/ 630627 h 630627"/>
                <a:gd name="connsiteX1" fmla="*/ 818495 w 1802341"/>
                <a:gd name="connsiteY1" fmla="*/ 611670 h 630627"/>
                <a:gd name="connsiteX2" fmla="*/ 1802341 w 1802341"/>
                <a:gd name="connsiteY2" fmla="*/ 0 h 630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02341" h="630627">
                  <a:moveTo>
                    <a:pt x="0" y="630627"/>
                  </a:moveTo>
                  <a:lnTo>
                    <a:pt x="818495" y="611670"/>
                  </a:lnTo>
                  <a:lnTo>
                    <a:pt x="1802341" y="0"/>
                  </a:lnTo>
                </a:path>
              </a:pathLst>
            </a:custGeom>
            <a:ln w="50800" cmpd="sng">
              <a:solidFill>
                <a:srgbClr val="CC0000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3" name="Freeform 302">
              <a:extLst>
                <a:ext uri="{FF2B5EF4-FFF2-40B4-BE49-F238E27FC236}">
                  <a16:creationId xmlns:a16="http://schemas.microsoft.com/office/drawing/2014/main" id="{A72301BF-F676-BD4D-99F2-0250E62D90CF}"/>
                </a:ext>
              </a:extLst>
            </p:cNvPr>
            <p:cNvSpPr/>
            <p:nvPr/>
          </p:nvSpPr>
          <p:spPr>
            <a:xfrm flipV="1">
              <a:off x="1801588" y="2749626"/>
              <a:ext cx="1741891" cy="657406"/>
            </a:xfrm>
            <a:custGeom>
              <a:avLst/>
              <a:gdLst>
                <a:gd name="connsiteX0" fmla="*/ 0 w 1876665"/>
                <a:gd name="connsiteY0" fmla="*/ 739356 h 739356"/>
                <a:gd name="connsiteX1" fmla="*/ 985723 w 1876665"/>
                <a:gd name="connsiteY1" fmla="*/ 720399 h 739356"/>
                <a:gd name="connsiteX2" fmla="*/ 1876665 w 1876665"/>
                <a:gd name="connsiteY2" fmla="*/ 0 h 739356"/>
                <a:gd name="connsiteX0" fmla="*/ 0 w 1876665"/>
                <a:gd name="connsiteY0" fmla="*/ 739356 h 739356"/>
                <a:gd name="connsiteX1" fmla="*/ 818495 w 1876665"/>
                <a:gd name="connsiteY1" fmla="*/ 720399 h 739356"/>
                <a:gd name="connsiteX2" fmla="*/ 1876665 w 1876665"/>
                <a:gd name="connsiteY2" fmla="*/ 0 h 739356"/>
                <a:gd name="connsiteX0" fmla="*/ 0 w 1802341"/>
                <a:gd name="connsiteY0" fmla="*/ 630627 h 630627"/>
                <a:gd name="connsiteX1" fmla="*/ 818495 w 1802341"/>
                <a:gd name="connsiteY1" fmla="*/ 611670 h 630627"/>
                <a:gd name="connsiteX2" fmla="*/ 1802341 w 1802341"/>
                <a:gd name="connsiteY2" fmla="*/ 0 h 630627"/>
                <a:gd name="connsiteX0" fmla="*/ 0 w 1707398"/>
                <a:gd name="connsiteY0" fmla="*/ 754084 h 754084"/>
                <a:gd name="connsiteX1" fmla="*/ 818495 w 1707398"/>
                <a:gd name="connsiteY1" fmla="*/ 735127 h 754084"/>
                <a:gd name="connsiteX2" fmla="*/ 1707398 w 1707398"/>
                <a:gd name="connsiteY2" fmla="*/ 0 h 754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7398" h="754084">
                  <a:moveTo>
                    <a:pt x="0" y="754084"/>
                  </a:moveTo>
                  <a:lnTo>
                    <a:pt x="818495" y="735127"/>
                  </a:lnTo>
                  <a:lnTo>
                    <a:pt x="1707398" y="0"/>
                  </a:lnTo>
                </a:path>
              </a:pathLst>
            </a:custGeom>
            <a:ln w="50800" cmpd="sng">
              <a:solidFill>
                <a:srgbClr val="CC0000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01473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CD85E7-B9DB-9043-B7EC-8C0919E8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4139"/>
            <a:ext cx="10710797" cy="894622"/>
          </a:xfrm>
        </p:spPr>
        <p:txBody>
          <a:bodyPr>
            <a:normAutofit fontScale="90000"/>
          </a:bodyPr>
          <a:lstStyle/>
          <a:p>
            <a:r>
              <a:rPr lang="en-US" dirty="0"/>
              <a:t>Traffic engineering: difficult with traditional routing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71119-17C6-6045-B8FE-FECA68C80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8C4E43C-52C5-9843-9797-566EB715CE33}"/>
              </a:ext>
            </a:extLst>
          </p:cNvPr>
          <p:cNvSpPr txBox="1"/>
          <p:nvPr/>
        </p:nvSpPr>
        <p:spPr>
          <a:xfrm>
            <a:off x="1207432" y="4302204"/>
            <a:ext cx="105135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i="1" u="sng" dirty="0">
                <a:solidFill>
                  <a:srgbClr val="000090"/>
                </a:solidFill>
                <a:ea typeface="ＭＳ Ｐゴシック" charset="0"/>
              </a:rPr>
              <a:t>Q: </a:t>
            </a:r>
            <a:r>
              <a:rPr lang="en-US" sz="2800" dirty="0"/>
              <a:t>what if w wants to route blue and red traffic differently from w to z?</a:t>
            </a:r>
          </a:p>
          <a:p>
            <a:pPr eaLnBrk="0" fontAlgn="base" hangingPunct="0">
              <a:spcBef>
                <a:spcPts val="1200"/>
              </a:spcBef>
              <a:spcAft>
                <a:spcPct val="0"/>
              </a:spcAft>
            </a:pPr>
            <a:r>
              <a:rPr lang="en-US" sz="2800" i="1" u="sng" dirty="0">
                <a:solidFill>
                  <a:srgbClr val="000090"/>
                </a:solidFill>
                <a:ea typeface="ＭＳ Ｐゴシック" charset="0"/>
              </a:rPr>
              <a:t>A: </a:t>
            </a:r>
            <a:r>
              <a:rPr lang="en-US" sz="2800" dirty="0"/>
              <a:t>can’t do it (with destination-based forwarding, and LS, DV routing)</a:t>
            </a:r>
            <a:endParaRPr lang="en-US" sz="2400" dirty="0">
              <a:solidFill>
                <a:srgbClr val="000000"/>
              </a:solidFill>
              <a:ea typeface="ＭＳ Ｐゴシック" charset="0"/>
            </a:endParaRPr>
          </a:p>
        </p:txBody>
      </p: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A94D9CBD-C23E-8E41-A1FD-57F5454A51C2}"/>
              </a:ext>
            </a:extLst>
          </p:cNvPr>
          <p:cNvGrpSpPr/>
          <p:nvPr/>
        </p:nvGrpSpPr>
        <p:grpSpPr>
          <a:xfrm>
            <a:off x="2509218" y="1275410"/>
            <a:ext cx="6875191" cy="2404002"/>
            <a:chOff x="943464" y="1363093"/>
            <a:chExt cx="6875191" cy="2404002"/>
          </a:xfrm>
        </p:grpSpPr>
        <p:grpSp>
          <p:nvGrpSpPr>
            <p:cNvPr id="154" name="Group 1612">
              <a:extLst>
                <a:ext uri="{FF2B5EF4-FFF2-40B4-BE49-F238E27FC236}">
                  <a16:creationId xmlns:a16="http://schemas.microsoft.com/office/drawing/2014/main" id="{0BD8AB97-2D6D-9043-9508-FC2F9B50DE4C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943464" y="2441244"/>
              <a:ext cx="855053" cy="655887"/>
              <a:chOff x="2839" y="3501"/>
              <a:chExt cx="755" cy="803"/>
            </a:xfrm>
          </p:grpSpPr>
          <p:pic>
            <p:nvPicPr>
              <p:cNvPr id="155" name="Picture 1613" descr="desktop_computer_stylized_medium">
                <a:extLst>
                  <a:ext uri="{FF2B5EF4-FFF2-40B4-BE49-F238E27FC236}">
                    <a16:creationId xmlns:a16="http://schemas.microsoft.com/office/drawing/2014/main" id="{00E6DCF3-67BA-4E41-887B-347DDF9653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6" name="Freeform 1614">
                <a:extLst>
                  <a:ext uri="{FF2B5EF4-FFF2-40B4-BE49-F238E27FC236}">
                    <a16:creationId xmlns:a16="http://schemas.microsoft.com/office/drawing/2014/main" id="{09FB0C63-6B22-4043-96F0-FC9B82E593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157" name="Freeform 3">
              <a:extLst>
                <a:ext uri="{FF2B5EF4-FFF2-40B4-BE49-F238E27FC236}">
                  <a16:creationId xmlns:a16="http://schemas.microsoft.com/office/drawing/2014/main" id="{8E69ABA6-8634-5845-9434-96BFB8B84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747" y="1363093"/>
              <a:ext cx="5142041" cy="2404002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8" name="Freeform 4">
              <a:extLst>
                <a:ext uri="{FF2B5EF4-FFF2-40B4-BE49-F238E27FC236}">
                  <a16:creationId xmlns:a16="http://schemas.microsoft.com/office/drawing/2014/main" id="{8D497D06-6BFF-794A-BBB9-2BD260DF6F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105" y="2267385"/>
              <a:ext cx="781590" cy="317349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59" name="Freeform 35">
              <a:extLst>
                <a:ext uri="{FF2B5EF4-FFF2-40B4-BE49-F238E27FC236}">
                  <a16:creationId xmlns:a16="http://schemas.microsoft.com/office/drawing/2014/main" id="{4365C0F0-386F-5444-A46B-58693A027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4292" y="2313451"/>
              <a:ext cx="2285" cy="890624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60" name="Freeform 36">
              <a:extLst>
                <a:ext uri="{FF2B5EF4-FFF2-40B4-BE49-F238E27FC236}">
                  <a16:creationId xmlns:a16="http://schemas.microsoft.com/office/drawing/2014/main" id="{C77BBDC2-B941-6546-9C6F-9F6FE73C0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0544" y="2323688"/>
              <a:ext cx="2285" cy="91621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61" name="Freeform 37">
              <a:extLst>
                <a:ext uri="{FF2B5EF4-FFF2-40B4-BE49-F238E27FC236}">
                  <a16:creationId xmlns:a16="http://schemas.microsoft.com/office/drawing/2014/main" id="{23546693-3BF2-A145-ABBB-84180074DD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497" y="2298095"/>
              <a:ext cx="1462948" cy="1050313"/>
            </a:xfrm>
            <a:custGeom>
              <a:avLst/>
              <a:gdLst>
                <a:gd name="T0" fmla="*/ 0 w 378"/>
                <a:gd name="T1" fmla="*/ 142610238 h 174"/>
                <a:gd name="T2" fmla="*/ 8951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62" name="Freeform 38">
              <a:extLst>
                <a:ext uri="{FF2B5EF4-FFF2-40B4-BE49-F238E27FC236}">
                  <a16:creationId xmlns:a16="http://schemas.microsoft.com/office/drawing/2014/main" id="{4B108790-D860-1A40-8A30-29BC14711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2247" y="2891845"/>
              <a:ext cx="1161856" cy="455711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63" name="Freeform 39">
              <a:extLst>
                <a:ext uri="{FF2B5EF4-FFF2-40B4-BE49-F238E27FC236}">
                  <a16:creationId xmlns:a16="http://schemas.microsoft.com/office/drawing/2014/main" id="{673850FE-4FB2-384A-95A9-0192EBDCBEC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022465" y="3327268"/>
              <a:ext cx="908330" cy="45719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64" name="Freeform 40">
              <a:extLst>
                <a:ext uri="{FF2B5EF4-FFF2-40B4-BE49-F238E27FC236}">
                  <a16:creationId xmlns:a16="http://schemas.microsoft.com/office/drawing/2014/main" id="{831F2C0E-017B-6F47-B699-72D105703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0696" y="2820186"/>
              <a:ext cx="630757" cy="450430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65" name="Freeform 41">
              <a:extLst>
                <a:ext uri="{FF2B5EF4-FFF2-40B4-BE49-F238E27FC236}">
                  <a16:creationId xmlns:a16="http://schemas.microsoft.com/office/drawing/2014/main" id="{6A4B4D8E-FA05-2C41-84E8-F4C9EDC49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627" y="2195725"/>
              <a:ext cx="836439" cy="1706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66" name="Freeform 42">
              <a:extLst>
                <a:ext uri="{FF2B5EF4-FFF2-40B4-BE49-F238E27FC236}">
                  <a16:creationId xmlns:a16="http://schemas.microsoft.com/office/drawing/2014/main" id="{918A6C29-ABC4-E04D-BD68-BEAFDF1C9D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2253" y="2248471"/>
              <a:ext cx="922986" cy="397685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67" name="Freeform 43">
              <a:extLst>
                <a:ext uri="{FF2B5EF4-FFF2-40B4-BE49-F238E27FC236}">
                  <a16:creationId xmlns:a16="http://schemas.microsoft.com/office/drawing/2014/main" id="{EB32E367-2118-A94D-BF00-9C1367778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0431" y="1458657"/>
              <a:ext cx="2536740" cy="1100484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68" name="Text Box 62">
              <a:extLst>
                <a:ext uri="{FF2B5EF4-FFF2-40B4-BE49-F238E27FC236}">
                  <a16:creationId xmlns:a16="http://schemas.microsoft.com/office/drawing/2014/main" id="{40CFA898-AE18-AA4C-B890-BC5A321154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2678" y="2178663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69" name="Text Box 63">
              <a:extLst>
                <a:ext uri="{FF2B5EF4-FFF2-40B4-BE49-F238E27FC236}">
                  <a16:creationId xmlns:a16="http://schemas.microsoft.com/office/drawing/2014/main" id="{7F410C6B-8CD5-444B-B3B5-0BE3A1A00F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7981" y="2552316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0" name="Text Box 64">
              <a:extLst>
                <a:ext uri="{FF2B5EF4-FFF2-40B4-BE49-F238E27FC236}">
                  <a16:creationId xmlns:a16="http://schemas.microsoft.com/office/drawing/2014/main" id="{E8BAF6B1-6822-6740-9788-557793FE7F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3853" y="2915732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1" name="Text Box 65">
              <a:extLst>
                <a:ext uri="{FF2B5EF4-FFF2-40B4-BE49-F238E27FC236}">
                  <a16:creationId xmlns:a16="http://schemas.microsoft.com/office/drawing/2014/main" id="{9B6FC99A-D559-1742-9432-5A6A153482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5556" y="2710990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2" name="Text Box 66">
              <a:extLst>
                <a:ext uri="{FF2B5EF4-FFF2-40B4-BE49-F238E27FC236}">
                  <a16:creationId xmlns:a16="http://schemas.microsoft.com/office/drawing/2014/main" id="{F6A2F549-C6AA-564D-9B19-4C5435640D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579" y="3314977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3" name="Text Box 67">
              <a:extLst>
                <a:ext uri="{FF2B5EF4-FFF2-40B4-BE49-F238E27FC236}">
                  <a16:creationId xmlns:a16="http://schemas.microsoft.com/office/drawing/2014/main" id="{2DF2DEE5-DD0B-5C4A-A7A2-9E21D9EE3A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4305" y="2583027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4" name="Text Box 68">
              <a:extLst>
                <a:ext uri="{FF2B5EF4-FFF2-40B4-BE49-F238E27FC236}">
                  <a16:creationId xmlns:a16="http://schemas.microsoft.com/office/drawing/2014/main" id="{C755B828-30E8-C041-9870-4446F2CA45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97032" y="3033458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5" name="Text Box 69">
              <a:extLst>
                <a:ext uri="{FF2B5EF4-FFF2-40B4-BE49-F238E27FC236}">
                  <a16:creationId xmlns:a16="http://schemas.microsoft.com/office/drawing/2014/main" id="{BE7844F9-45FF-334E-8175-B2939E1BB8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35327" y="2117241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6" name="Text Box 70">
              <a:extLst>
                <a:ext uri="{FF2B5EF4-FFF2-40B4-BE49-F238E27FC236}">
                  <a16:creationId xmlns:a16="http://schemas.microsoft.com/office/drawing/2014/main" id="{4001CA90-07A9-534E-BEBA-99903C0B7D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5594" y="1861315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7" name="Text Box 71">
              <a:extLst>
                <a:ext uri="{FF2B5EF4-FFF2-40B4-BE49-F238E27FC236}">
                  <a16:creationId xmlns:a16="http://schemas.microsoft.com/office/drawing/2014/main" id="{66FFC234-ABD7-A34C-9CAA-28A69EBD05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3435" y="1405766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78" name="Group 1507">
              <a:extLst>
                <a:ext uri="{FF2B5EF4-FFF2-40B4-BE49-F238E27FC236}">
                  <a16:creationId xmlns:a16="http://schemas.microsoft.com/office/drawing/2014/main" id="{BDCCE051-86D6-FF44-A3CF-726B138761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91175" y="2426604"/>
              <a:ext cx="427480" cy="711995"/>
              <a:chOff x="4140" y="429"/>
              <a:chExt cx="1425" cy="2396"/>
            </a:xfrm>
          </p:grpSpPr>
          <p:sp>
            <p:nvSpPr>
              <p:cNvPr id="179" name="Freeform 1508">
                <a:extLst>
                  <a:ext uri="{FF2B5EF4-FFF2-40B4-BE49-F238E27FC236}">
                    <a16:creationId xmlns:a16="http://schemas.microsoft.com/office/drawing/2014/main" id="{96985BD9-1EBB-5048-A404-89C3430CE2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80" name="Rectangle 1509">
                <a:extLst>
                  <a:ext uri="{FF2B5EF4-FFF2-40B4-BE49-F238E27FC236}">
                    <a16:creationId xmlns:a16="http://schemas.microsoft.com/office/drawing/2014/main" id="{EBC1A6A1-C52E-B240-AA5F-AD38052E4C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81" name="Freeform 1510">
                <a:extLst>
                  <a:ext uri="{FF2B5EF4-FFF2-40B4-BE49-F238E27FC236}">
                    <a16:creationId xmlns:a16="http://schemas.microsoft.com/office/drawing/2014/main" id="{A55FF62B-453D-0144-8D3A-790924C625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82" name="Freeform 1511">
                <a:extLst>
                  <a:ext uri="{FF2B5EF4-FFF2-40B4-BE49-F238E27FC236}">
                    <a16:creationId xmlns:a16="http://schemas.microsoft.com/office/drawing/2014/main" id="{09704F97-85BB-CC48-A684-04599496D9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83" name="Rectangle 1512">
                <a:extLst>
                  <a:ext uri="{FF2B5EF4-FFF2-40B4-BE49-F238E27FC236}">
                    <a16:creationId xmlns:a16="http://schemas.microsoft.com/office/drawing/2014/main" id="{884A67DF-619B-ED4E-AC3D-21AB000470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84" name="Group 1513">
                <a:extLst>
                  <a:ext uri="{FF2B5EF4-FFF2-40B4-BE49-F238E27FC236}">
                    <a16:creationId xmlns:a16="http://schemas.microsoft.com/office/drawing/2014/main" id="{5BEA2F45-C020-AA43-A2F3-A46C75D266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09" name="AutoShape 1514">
                  <a:extLst>
                    <a:ext uri="{FF2B5EF4-FFF2-40B4-BE49-F238E27FC236}">
                      <a16:creationId xmlns:a16="http://schemas.microsoft.com/office/drawing/2014/main" id="{70D4B9E7-296E-0642-B673-79A2D94158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AutoShape 1515">
                  <a:extLst>
                    <a:ext uri="{FF2B5EF4-FFF2-40B4-BE49-F238E27FC236}">
                      <a16:creationId xmlns:a16="http://schemas.microsoft.com/office/drawing/2014/main" id="{AA93C4D3-C495-5046-A8E9-F2A7E980B2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85" name="Rectangle 1516">
                <a:extLst>
                  <a:ext uri="{FF2B5EF4-FFF2-40B4-BE49-F238E27FC236}">
                    <a16:creationId xmlns:a16="http://schemas.microsoft.com/office/drawing/2014/main" id="{D8B79EE5-423F-7444-81CA-736BD5E2A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86" name="Group 1517">
                <a:extLst>
                  <a:ext uri="{FF2B5EF4-FFF2-40B4-BE49-F238E27FC236}">
                    <a16:creationId xmlns:a16="http://schemas.microsoft.com/office/drawing/2014/main" id="{37C890AE-D818-BF45-B21B-D1B6C466BF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07" name="AutoShape 1518">
                  <a:extLst>
                    <a:ext uri="{FF2B5EF4-FFF2-40B4-BE49-F238E27FC236}">
                      <a16:creationId xmlns:a16="http://schemas.microsoft.com/office/drawing/2014/main" id="{6F23D5AB-733A-5249-8006-6597617C99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AutoShape 1519">
                  <a:extLst>
                    <a:ext uri="{FF2B5EF4-FFF2-40B4-BE49-F238E27FC236}">
                      <a16:creationId xmlns:a16="http://schemas.microsoft.com/office/drawing/2014/main" id="{57310829-30E6-DA40-B6D5-EB6E78A6A0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87" name="Rectangle 1520">
                <a:extLst>
                  <a:ext uri="{FF2B5EF4-FFF2-40B4-BE49-F238E27FC236}">
                    <a16:creationId xmlns:a16="http://schemas.microsoft.com/office/drawing/2014/main" id="{ED536B88-CB7A-A448-873C-F9B4921A06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88" name="Rectangle 1521">
                <a:extLst>
                  <a:ext uri="{FF2B5EF4-FFF2-40B4-BE49-F238E27FC236}">
                    <a16:creationId xmlns:a16="http://schemas.microsoft.com/office/drawing/2014/main" id="{0BD5D15A-96F4-1E43-BA8D-CA897B1EC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89" name="Group 1522">
                <a:extLst>
                  <a:ext uri="{FF2B5EF4-FFF2-40B4-BE49-F238E27FC236}">
                    <a16:creationId xmlns:a16="http://schemas.microsoft.com/office/drawing/2014/main" id="{ACD0D4F4-7531-684D-BF06-52E8951CA2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05" name="AutoShape 1523">
                  <a:extLst>
                    <a:ext uri="{FF2B5EF4-FFF2-40B4-BE49-F238E27FC236}">
                      <a16:creationId xmlns:a16="http://schemas.microsoft.com/office/drawing/2014/main" id="{37699AFB-C392-2E4A-8E48-55F40CF67B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79"/>
                  <a:ext cx="720" cy="13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6" name="AutoShape 1524">
                  <a:extLst>
                    <a:ext uri="{FF2B5EF4-FFF2-40B4-BE49-F238E27FC236}">
                      <a16:creationId xmlns:a16="http://schemas.microsoft.com/office/drawing/2014/main" id="{CE0317EE-B4C0-5D42-95BC-29707D2FCF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90" name="Freeform 1525">
                <a:extLst>
                  <a:ext uri="{FF2B5EF4-FFF2-40B4-BE49-F238E27FC236}">
                    <a16:creationId xmlns:a16="http://schemas.microsoft.com/office/drawing/2014/main" id="{58FA48BF-5BEB-3649-B255-9818499650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91" name="Group 1526">
                <a:extLst>
                  <a:ext uri="{FF2B5EF4-FFF2-40B4-BE49-F238E27FC236}">
                    <a16:creationId xmlns:a16="http://schemas.microsoft.com/office/drawing/2014/main" id="{426B7E5E-5886-A941-849E-119A9FC704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03" name="AutoShape 1527">
                  <a:extLst>
                    <a:ext uri="{FF2B5EF4-FFF2-40B4-BE49-F238E27FC236}">
                      <a16:creationId xmlns:a16="http://schemas.microsoft.com/office/drawing/2014/main" id="{FEEE27D4-C7E7-FA4E-857E-93ABC50DDA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AutoShape 1528">
                  <a:extLst>
                    <a:ext uri="{FF2B5EF4-FFF2-40B4-BE49-F238E27FC236}">
                      <a16:creationId xmlns:a16="http://schemas.microsoft.com/office/drawing/2014/main" id="{91BF4DF9-F566-6447-8DDA-39EFA14AC0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92" name="Rectangle 1529">
                <a:extLst>
                  <a:ext uri="{FF2B5EF4-FFF2-40B4-BE49-F238E27FC236}">
                    <a16:creationId xmlns:a16="http://schemas.microsoft.com/office/drawing/2014/main" id="{21A34DD1-4C7B-B64E-85BE-35537CC7B9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3" name="Freeform 1530">
                <a:extLst>
                  <a:ext uri="{FF2B5EF4-FFF2-40B4-BE49-F238E27FC236}">
                    <a16:creationId xmlns:a16="http://schemas.microsoft.com/office/drawing/2014/main" id="{C603D6E1-AAFA-184D-89A9-72B6A6EAB1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4" name="Freeform 1531">
                <a:extLst>
                  <a:ext uri="{FF2B5EF4-FFF2-40B4-BE49-F238E27FC236}">
                    <a16:creationId xmlns:a16="http://schemas.microsoft.com/office/drawing/2014/main" id="{90AB7BB6-28E1-D445-B0FB-681F6A7E99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40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5" name="Oval 1532">
                <a:extLst>
                  <a:ext uri="{FF2B5EF4-FFF2-40B4-BE49-F238E27FC236}">
                    <a16:creationId xmlns:a16="http://schemas.microsoft.com/office/drawing/2014/main" id="{2E3BA9CB-71B1-E146-B00D-2A6A4254EA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6" name="Freeform 1533">
                <a:extLst>
                  <a:ext uri="{FF2B5EF4-FFF2-40B4-BE49-F238E27FC236}">
                    <a16:creationId xmlns:a16="http://schemas.microsoft.com/office/drawing/2014/main" id="{3FBB51DC-60AC-004B-9988-DFC6F2C5E2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7" name="AutoShape 1534">
                <a:extLst>
                  <a:ext uri="{FF2B5EF4-FFF2-40B4-BE49-F238E27FC236}">
                    <a16:creationId xmlns:a16="http://schemas.microsoft.com/office/drawing/2014/main" id="{C7D92014-93F6-FD42-B391-41AFA50F9E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8" name="AutoShape 1535">
                <a:extLst>
                  <a:ext uri="{FF2B5EF4-FFF2-40B4-BE49-F238E27FC236}">
                    <a16:creationId xmlns:a16="http://schemas.microsoft.com/office/drawing/2014/main" id="{E1E9DDBF-EA47-9840-A949-BA74FC4701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9" name="Oval 1536">
                <a:extLst>
                  <a:ext uri="{FF2B5EF4-FFF2-40B4-BE49-F238E27FC236}">
                    <a16:creationId xmlns:a16="http://schemas.microsoft.com/office/drawing/2014/main" id="{0DB1E3FB-C59B-1646-8EE3-E608AB063E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00" name="Oval 1537">
                <a:extLst>
                  <a:ext uri="{FF2B5EF4-FFF2-40B4-BE49-F238E27FC236}">
                    <a16:creationId xmlns:a16="http://schemas.microsoft.com/office/drawing/2014/main" id="{340DC864-66D1-7E49-9A72-B3F8F5C2C5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01" name="Oval 1538">
                <a:extLst>
                  <a:ext uri="{FF2B5EF4-FFF2-40B4-BE49-F238E27FC236}">
                    <a16:creationId xmlns:a16="http://schemas.microsoft.com/office/drawing/2014/main" id="{75A0ADC4-73B5-B648-A6A2-76D3FC07A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02" name="Rectangle 1539">
                <a:extLst>
                  <a:ext uri="{FF2B5EF4-FFF2-40B4-BE49-F238E27FC236}">
                    <a16:creationId xmlns:a16="http://schemas.microsoft.com/office/drawing/2014/main" id="{E031E688-0428-B34F-B6AF-D877388491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FD8ABA05-7BC6-134E-9842-E13088DD5085}"/>
                </a:ext>
              </a:extLst>
            </p:cNvPr>
            <p:cNvCxnSpPr/>
            <p:nvPr/>
          </p:nvCxnSpPr>
          <p:spPr bwMode="auto">
            <a:xfrm>
              <a:off x="1682405" y="2744686"/>
              <a:ext cx="526774" cy="0"/>
            </a:xfrm>
            <a:prstGeom prst="line">
              <a:avLst/>
            </a:prstGeom>
            <a:solidFill>
              <a:srgbClr val="00CC99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72B3E4-2EF5-1C4D-BA48-9E2DBFF13DD6}"/>
                </a:ext>
              </a:extLst>
            </p:cNvPr>
            <p:cNvCxnSpPr/>
            <p:nvPr/>
          </p:nvCxnSpPr>
          <p:spPr bwMode="auto">
            <a:xfrm>
              <a:off x="6895267" y="2779855"/>
              <a:ext cx="526774" cy="0"/>
            </a:xfrm>
            <a:prstGeom prst="line">
              <a:avLst/>
            </a:prstGeom>
            <a:solidFill>
              <a:srgbClr val="00CC99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1B62057E-7CD5-784D-AF16-F589A9C2A126}"/>
                </a:ext>
              </a:extLst>
            </p:cNvPr>
            <p:cNvGrpSpPr/>
            <p:nvPr/>
          </p:nvGrpSpPr>
          <p:grpSpPr>
            <a:xfrm>
              <a:off x="3414626" y="1982945"/>
              <a:ext cx="687402" cy="571677"/>
              <a:chOff x="1736090" y="2893762"/>
              <a:chExt cx="565150" cy="413310"/>
            </a:xfrm>
          </p:grpSpPr>
          <p:grpSp>
            <p:nvGrpSpPr>
              <p:cNvPr id="214" name="Group 327">
                <a:extLst>
                  <a:ext uri="{FF2B5EF4-FFF2-40B4-BE49-F238E27FC236}">
                    <a16:creationId xmlns:a16="http://schemas.microsoft.com/office/drawing/2014/main" id="{93A249A5-94E0-DD46-8A08-0F2A4B828A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18" name="Oval 217">
                  <a:extLst>
                    <a:ext uri="{FF2B5EF4-FFF2-40B4-BE49-F238E27FC236}">
                      <a16:creationId xmlns:a16="http://schemas.microsoft.com/office/drawing/2014/main" id="{3F2A420C-9228-DC44-8575-064D82A5F82B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Rectangle 218">
                  <a:extLst>
                    <a:ext uri="{FF2B5EF4-FFF2-40B4-BE49-F238E27FC236}">
                      <a16:creationId xmlns:a16="http://schemas.microsoft.com/office/drawing/2014/main" id="{4B0BD2B3-55EF-BC4D-99F1-1B2D1ECE76BA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20" name="Oval 219">
                  <a:extLst>
                    <a:ext uri="{FF2B5EF4-FFF2-40B4-BE49-F238E27FC236}">
                      <a16:creationId xmlns:a16="http://schemas.microsoft.com/office/drawing/2014/main" id="{41023A7C-8CE9-1142-A7AB-F6A4085CC159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21" name="Freeform 220">
                  <a:extLst>
                    <a:ext uri="{FF2B5EF4-FFF2-40B4-BE49-F238E27FC236}">
                      <a16:creationId xmlns:a16="http://schemas.microsoft.com/office/drawing/2014/main" id="{B3447922-7710-ED42-A095-3F29AAAAE27C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22" name="Freeform 221">
                  <a:extLst>
                    <a:ext uri="{FF2B5EF4-FFF2-40B4-BE49-F238E27FC236}">
                      <a16:creationId xmlns:a16="http://schemas.microsoft.com/office/drawing/2014/main" id="{B95E7BF2-F4C0-D540-BEB2-B8D00E34EC7A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23" name="Freeform 222">
                  <a:extLst>
                    <a:ext uri="{FF2B5EF4-FFF2-40B4-BE49-F238E27FC236}">
                      <a16:creationId xmlns:a16="http://schemas.microsoft.com/office/drawing/2014/main" id="{9C765D4A-55C5-3E4F-990F-F1DDDA19366B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24" name="Freeform 223">
                  <a:extLst>
                    <a:ext uri="{FF2B5EF4-FFF2-40B4-BE49-F238E27FC236}">
                      <a16:creationId xmlns:a16="http://schemas.microsoft.com/office/drawing/2014/main" id="{D0F89FFE-2A39-B248-9E77-478786D44164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25" name="Straight Connector 224">
                  <a:extLst>
                    <a:ext uri="{FF2B5EF4-FFF2-40B4-BE49-F238E27FC236}">
                      <a16:creationId xmlns:a16="http://schemas.microsoft.com/office/drawing/2014/main" id="{90ED5833-7FE8-B445-9816-C17A89B3786B}"/>
                    </a:ext>
                  </a:extLst>
                </p:cNvPr>
                <p:cNvCxnSpPr>
                  <a:endCxn id="220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226" name="Straight Connector 225">
                  <a:extLst>
                    <a:ext uri="{FF2B5EF4-FFF2-40B4-BE49-F238E27FC236}">
                      <a16:creationId xmlns:a16="http://schemas.microsoft.com/office/drawing/2014/main" id="{B7F901BF-BDFF-904E-B0FC-6E44C7DE552B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215" name="Group 214">
                <a:extLst>
                  <a:ext uri="{FF2B5EF4-FFF2-40B4-BE49-F238E27FC236}">
                    <a16:creationId xmlns:a16="http://schemas.microsoft.com/office/drawing/2014/main" id="{69196583-C3F0-CE45-A74B-E4899AB2ED27}"/>
                  </a:ext>
                </a:extLst>
              </p:cNvPr>
              <p:cNvGrpSpPr/>
              <p:nvPr/>
            </p:nvGrpSpPr>
            <p:grpSpPr>
              <a:xfrm>
                <a:off x="1844715" y="2907714"/>
                <a:ext cx="356365" cy="399358"/>
                <a:chOff x="741398" y="1743005"/>
                <a:chExt cx="356365" cy="399358"/>
              </a:xfrm>
            </p:grpSpPr>
            <p:sp>
              <p:nvSpPr>
                <p:cNvPr id="216" name="Oval 215">
                  <a:extLst>
                    <a:ext uri="{FF2B5EF4-FFF2-40B4-BE49-F238E27FC236}">
                      <a16:creationId xmlns:a16="http://schemas.microsoft.com/office/drawing/2014/main" id="{8A4F8C42-5E86-E244-8596-BEF6A12DA5F2}"/>
                    </a:ext>
                  </a:extLst>
                </p:cNvPr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17" name="TextBox 216">
                  <a:extLst>
                    <a:ext uri="{FF2B5EF4-FFF2-40B4-BE49-F238E27FC236}">
                      <a16:creationId xmlns:a16="http://schemas.microsoft.com/office/drawing/2014/main" id="{E4B1ABDE-7C4C-FD4B-930B-55A7063D558B}"/>
                    </a:ext>
                  </a:extLst>
                </p:cNvPr>
                <p:cNvSpPr txBox="1"/>
                <p:nvPr/>
              </p:nvSpPr>
              <p:spPr>
                <a:xfrm>
                  <a:off x="783895" y="1743005"/>
                  <a:ext cx="288887" cy="399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v</a:t>
                  </a:r>
                </a:p>
              </p:txBody>
            </p:sp>
          </p:grpSp>
        </p:grpSp>
        <p:grpSp>
          <p:nvGrpSpPr>
            <p:cNvPr id="227" name="Group 226">
              <a:extLst>
                <a:ext uri="{FF2B5EF4-FFF2-40B4-BE49-F238E27FC236}">
                  <a16:creationId xmlns:a16="http://schemas.microsoft.com/office/drawing/2014/main" id="{BB40F0D0-1681-A642-8442-C8696E3F8350}"/>
                </a:ext>
              </a:extLst>
            </p:cNvPr>
            <p:cNvGrpSpPr/>
            <p:nvPr/>
          </p:nvGrpSpPr>
          <p:grpSpPr>
            <a:xfrm>
              <a:off x="4888811" y="1979830"/>
              <a:ext cx="687402" cy="480963"/>
              <a:chOff x="1736090" y="2893762"/>
              <a:chExt cx="565150" cy="347726"/>
            </a:xfrm>
          </p:grpSpPr>
          <p:grpSp>
            <p:nvGrpSpPr>
              <p:cNvPr id="228" name="Group 327">
                <a:extLst>
                  <a:ext uri="{FF2B5EF4-FFF2-40B4-BE49-F238E27FC236}">
                    <a16:creationId xmlns:a16="http://schemas.microsoft.com/office/drawing/2014/main" id="{BBD74363-E296-CB47-97E2-38C9634919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32" name="Oval 231">
                  <a:extLst>
                    <a:ext uri="{FF2B5EF4-FFF2-40B4-BE49-F238E27FC236}">
                      <a16:creationId xmlns:a16="http://schemas.microsoft.com/office/drawing/2014/main" id="{40A23250-28E2-4140-BD06-5BC0EF037CEF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33" name="Rectangle 232">
                  <a:extLst>
                    <a:ext uri="{FF2B5EF4-FFF2-40B4-BE49-F238E27FC236}">
                      <a16:creationId xmlns:a16="http://schemas.microsoft.com/office/drawing/2014/main" id="{F03F3BEF-3FA5-5A4F-89E4-C489D0348533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34" name="Oval 233">
                  <a:extLst>
                    <a:ext uri="{FF2B5EF4-FFF2-40B4-BE49-F238E27FC236}">
                      <a16:creationId xmlns:a16="http://schemas.microsoft.com/office/drawing/2014/main" id="{30C68CB3-9FD0-7F4C-9398-ACD7ADE72C8D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35" name="Freeform 234">
                  <a:extLst>
                    <a:ext uri="{FF2B5EF4-FFF2-40B4-BE49-F238E27FC236}">
                      <a16:creationId xmlns:a16="http://schemas.microsoft.com/office/drawing/2014/main" id="{89617952-F6E8-134F-8A66-706B8A6A1BB1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36" name="Freeform 235">
                  <a:extLst>
                    <a:ext uri="{FF2B5EF4-FFF2-40B4-BE49-F238E27FC236}">
                      <a16:creationId xmlns:a16="http://schemas.microsoft.com/office/drawing/2014/main" id="{FE82D86E-5093-454D-B8F9-E82414DE6A78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37" name="Freeform 236">
                  <a:extLst>
                    <a:ext uri="{FF2B5EF4-FFF2-40B4-BE49-F238E27FC236}">
                      <a16:creationId xmlns:a16="http://schemas.microsoft.com/office/drawing/2014/main" id="{12203A1F-D864-CF45-BE84-52982D97F8CF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38" name="Freeform 237">
                  <a:extLst>
                    <a:ext uri="{FF2B5EF4-FFF2-40B4-BE49-F238E27FC236}">
                      <a16:creationId xmlns:a16="http://schemas.microsoft.com/office/drawing/2014/main" id="{DDD0C91B-747F-1F40-BE95-2DEDEFFD28F0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39" name="Straight Connector 238">
                  <a:extLst>
                    <a:ext uri="{FF2B5EF4-FFF2-40B4-BE49-F238E27FC236}">
                      <a16:creationId xmlns:a16="http://schemas.microsoft.com/office/drawing/2014/main" id="{60855AB5-38E2-5047-94CF-F93AEDE48463}"/>
                    </a:ext>
                  </a:extLst>
                </p:cNvPr>
                <p:cNvCxnSpPr>
                  <a:endCxn id="234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240" name="Straight Connector 239">
                  <a:extLst>
                    <a:ext uri="{FF2B5EF4-FFF2-40B4-BE49-F238E27FC236}">
                      <a16:creationId xmlns:a16="http://schemas.microsoft.com/office/drawing/2014/main" id="{E9F2AF81-8A25-1748-839B-04227AB45EBE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229" name="Group 228">
                <a:extLst>
                  <a:ext uri="{FF2B5EF4-FFF2-40B4-BE49-F238E27FC236}">
                    <a16:creationId xmlns:a16="http://schemas.microsoft.com/office/drawing/2014/main" id="{7964B355-4810-014B-A1C5-041691B6C17A}"/>
                  </a:ext>
                </a:extLst>
              </p:cNvPr>
              <p:cNvGrpSpPr/>
              <p:nvPr/>
            </p:nvGrpSpPr>
            <p:grpSpPr>
              <a:xfrm>
                <a:off x="1844715" y="2907714"/>
                <a:ext cx="378664" cy="333774"/>
                <a:chOff x="741398" y="1743005"/>
                <a:chExt cx="378664" cy="333774"/>
              </a:xfrm>
            </p:grpSpPr>
            <p:sp>
              <p:nvSpPr>
                <p:cNvPr id="230" name="Oval 229">
                  <a:extLst>
                    <a:ext uri="{FF2B5EF4-FFF2-40B4-BE49-F238E27FC236}">
                      <a16:creationId xmlns:a16="http://schemas.microsoft.com/office/drawing/2014/main" id="{214D36DA-D0EB-D543-A626-A7D40DAEB48E}"/>
                    </a:ext>
                  </a:extLst>
                </p:cNvPr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31" name="TextBox 230">
                  <a:extLst>
                    <a:ext uri="{FF2B5EF4-FFF2-40B4-BE49-F238E27FC236}">
                      <a16:creationId xmlns:a16="http://schemas.microsoft.com/office/drawing/2014/main" id="{9DEC418F-B51C-C844-81EE-773597B27C20}"/>
                    </a:ext>
                  </a:extLst>
                </p:cNvPr>
                <p:cNvSpPr txBox="1"/>
                <p:nvPr/>
              </p:nvSpPr>
              <p:spPr>
                <a:xfrm>
                  <a:off x="767915" y="1743005"/>
                  <a:ext cx="352147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w</a:t>
                  </a:r>
                </a:p>
              </p:txBody>
            </p:sp>
          </p:grpSp>
        </p:grpSp>
        <p:grpSp>
          <p:nvGrpSpPr>
            <p:cNvPr id="241" name="Group 240">
              <a:extLst>
                <a:ext uri="{FF2B5EF4-FFF2-40B4-BE49-F238E27FC236}">
                  <a16:creationId xmlns:a16="http://schemas.microsoft.com/office/drawing/2014/main" id="{6F7C5052-E03F-3F44-9006-7B4324064CF0}"/>
                </a:ext>
              </a:extLst>
            </p:cNvPr>
            <p:cNvGrpSpPr/>
            <p:nvPr/>
          </p:nvGrpSpPr>
          <p:grpSpPr>
            <a:xfrm>
              <a:off x="2206359" y="2517647"/>
              <a:ext cx="687402" cy="480963"/>
              <a:chOff x="1736090" y="2893762"/>
              <a:chExt cx="565150" cy="347726"/>
            </a:xfrm>
          </p:grpSpPr>
          <p:grpSp>
            <p:nvGrpSpPr>
              <p:cNvPr id="242" name="Group 327">
                <a:extLst>
                  <a:ext uri="{FF2B5EF4-FFF2-40B4-BE49-F238E27FC236}">
                    <a16:creationId xmlns:a16="http://schemas.microsoft.com/office/drawing/2014/main" id="{6FF0A418-9FF8-0142-A079-37FA364359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46" name="Oval 245">
                  <a:extLst>
                    <a:ext uri="{FF2B5EF4-FFF2-40B4-BE49-F238E27FC236}">
                      <a16:creationId xmlns:a16="http://schemas.microsoft.com/office/drawing/2014/main" id="{AB990880-7418-D044-9529-416A5ED05A19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47" name="Rectangle 246">
                  <a:extLst>
                    <a:ext uri="{FF2B5EF4-FFF2-40B4-BE49-F238E27FC236}">
                      <a16:creationId xmlns:a16="http://schemas.microsoft.com/office/drawing/2014/main" id="{1D705EBC-50CA-2A42-8813-5D96DE5B1ABE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48" name="Oval 247">
                  <a:extLst>
                    <a:ext uri="{FF2B5EF4-FFF2-40B4-BE49-F238E27FC236}">
                      <a16:creationId xmlns:a16="http://schemas.microsoft.com/office/drawing/2014/main" id="{7EFB9376-B654-4543-AA2A-0DACC7370FC8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49" name="Freeform 248">
                  <a:extLst>
                    <a:ext uri="{FF2B5EF4-FFF2-40B4-BE49-F238E27FC236}">
                      <a16:creationId xmlns:a16="http://schemas.microsoft.com/office/drawing/2014/main" id="{831C19D8-CB06-A44F-90E3-1ECF60BAD47C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50" name="Freeform 249">
                  <a:extLst>
                    <a:ext uri="{FF2B5EF4-FFF2-40B4-BE49-F238E27FC236}">
                      <a16:creationId xmlns:a16="http://schemas.microsoft.com/office/drawing/2014/main" id="{81C1E223-772D-EE4D-ADE8-4A33BDBF011B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51" name="Freeform 250">
                  <a:extLst>
                    <a:ext uri="{FF2B5EF4-FFF2-40B4-BE49-F238E27FC236}">
                      <a16:creationId xmlns:a16="http://schemas.microsoft.com/office/drawing/2014/main" id="{3A21FED8-257D-4D4F-8266-417E16396504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52" name="Freeform 251">
                  <a:extLst>
                    <a:ext uri="{FF2B5EF4-FFF2-40B4-BE49-F238E27FC236}">
                      <a16:creationId xmlns:a16="http://schemas.microsoft.com/office/drawing/2014/main" id="{48608EE4-3075-7F4C-AE2B-A2C6F83CC6A4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53" name="Straight Connector 252">
                  <a:extLst>
                    <a:ext uri="{FF2B5EF4-FFF2-40B4-BE49-F238E27FC236}">
                      <a16:creationId xmlns:a16="http://schemas.microsoft.com/office/drawing/2014/main" id="{5825568B-5099-AF44-AC2F-41690811932A}"/>
                    </a:ext>
                  </a:extLst>
                </p:cNvPr>
                <p:cNvCxnSpPr>
                  <a:endCxn id="248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254" name="Straight Connector 253">
                  <a:extLst>
                    <a:ext uri="{FF2B5EF4-FFF2-40B4-BE49-F238E27FC236}">
                      <a16:creationId xmlns:a16="http://schemas.microsoft.com/office/drawing/2014/main" id="{5F28E881-2020-0D42-B363-6D96ED5803B0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243" name="Group 242">
                <a:extLst>
                  <a:ext uri="{FF2B5EF4-FFF2-40B4-BE49-F238E27FC236}">
                    <a16:creationId xmlns:a16="http://schemas.microsoft.com/office/drawing/2014/main" id="{8942E785-C91F-D449-B979-854D754BD3E4}"/>
                  </a:ext>
                </a:extLst>
              </p:cNvPr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244" name="Oval 243">
                  <a:extLst>
                    <a:ext uri="{FF2B5EF4-FFF2-40B4-BE49-F238E27FC236}">
                      <a16:creationId xmlns:a16="http://schemas.microsoft.com/office/drawing/2014/main" id="{5E94977C-1E2D-8947-8A9C-60855CC9E8D6}"/>
                    </a:ext>
                  </a:extLst>
                </p:cNvPr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45" name="TextBox 244">
                  <a:extLst>
                    <a:ext uri="{FF2B5EF4-FFF2-40B4-BE49-F238E27FC236}">
                      <a16:creationId xmlns:a16="http://schemas.microsoft.com/office/drawing/2014/main" id="{1B734CED-54CE-704F-AE6B-10957858188E}"/>
                    </a:ext>
                  </a:extLst>
                </p:cNvPr>
                <p:cNvSpPr txBox="1"/>
                <p:nvPr/>
              </p:nvSpPr>
              <p:spPr>
                <a:xfrm>
                  <a:off x="783895" y="1743005"/>
                  <a:ext cx="292553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u</a:t>
                  </a:r>
                </a:p>
              </p:txBody>
            </p:sp>
          </p:grpSp>
        </p:grpSp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C73C2842-BC87-F64D-93B6-3A74B566211B}"/>
                </a:ext>
              </a:extLst>
            </p:cNvPr>
            <p:cNvGrpSpPr/>
            <p:nvPr/>
          </p:nvGrpSpPr>
          <p:grpSpPr>
            <a:xfrm>
              <a:off x="6285253" y="2579331"/>
              <a:ext cx="687402" cy="480963"/>
              <a:chOff x="1736090" y="2893762"/>
              <a:chExt cx="565150" cy="347726"/>
            </a:xfrm>
          </p:grpSpPr>
          <p:grpSp>
            <p:nvGrpSpPr>
              <p:cNvPr id="256" name="Group 327">
                <a:extLst>
                  <a:ext uri="{FF2B5EF4-FFF2-40B4-BE49-F238E27FC236}">
                    <a16:creationId xmlns:a16="http://schemas.microsoft.com/office/drawing/2014/main" id="{DBD0C7BB-475C-C54A-A290-4C368241C8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60" name="Oval 259">
                  <a:extLst>
                    <a:ext uri="{FF2B5EF4-FFF2-40B4-BE49-F238E27FC236}">
                      <a16:creationId xmlns:a16="http://schemas.microsoft.com/office/drawing/2014/main" id="{F8843434-4582-0843-9F4A-1008055D6DF2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61" name="Rectangle 260">
                  <a:extLst>
                    <a:ext uri="{FF2B5EF4-FFF2-40B4-BE49-F238E27FC236}">
                      <a16:creationId xmlns:a16="http://schemas.microsoft.com/office/drawing/2014/main" id="{A9A40BF1-CB31-E949-A261-1F2A4DFAF06C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62" name="Oval 261">
                  <a:extLst>
                    <a:ext uri="{FF2B5EF4-FFF2-40B4-BE49-F238E27FC236}">
                      <a16:creationId xmlns:a16="http://schemas.microsoft.com/office/drawing/2014/main" id="{49DC5033-E57A-E141-A201-4131DC4C631A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63" name="Freeform 262">
                  <a:extLst>
                    <a:ext uri="{FF2B5EF4-FFF2-40B4-BE49-F238E27FC236}">
                      <a16:creationId xmlns:a16="http://schemas.microsoft.com/office/drawing/2014/main" id="{0214BA56-A328-6F4F-A2BE-0749009F07CF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64" name="Freeform 263">
                  <a:extLst>
                    <a:ext uri="{FF2B5EF4-FFF2-40B4-BE49-F238E27FC236}">
                      <a16:creationId xmlns:a16="http://schemas.microsoft.com/office/drawing/2014/main" id="{C65ECECE-0DE1-EF4A-A9B8-9A0333FF13CB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65" name="Freeform 264">
                  <a:extLst>
                    <a:ext uri="{FF2B5EF4-FFF2-40B4-BE49-F238E27FC236}">
                      <a16:creationId xmlns:a16="http://schemas.microsoft.com/office/drawing/2014/main" id="{961A33AE-7BC4-964E-A16D-5F0E752527D4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66" name="Freeform 265">
                  <a:extLst>
                    <a:ext uri="{FF2B5EF4-FFF2-40B4-BE49-F238E27FC236}">
                      <a16:creationId xmlns:a16="http://schemas.microsoft.com/office/drawing/2014/main" id="{A6CC4429-65CD-1642-AECF-7C1343F2F0E2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67" name="Straight Connector 266">
                  <a:extLst>
                    <a:ext uri="{FF2B5EF4-FFF2-40B4-BE49-F238E27FC236}">
                      <a16:creationId xmlns:a16="http://schemas.microsoft.com/office/drawing/2014/main" id="{5D432486-69DB-1345-B0F3-ED8A873DCB5E}"/>
                    </a:ext>
                  </a:extLst>
                </p:cNvPr>
                <p:cNvCxnSpPr>
                  <a:endCxn id="262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268" name="Straight Connector 267">
                  <a:extLst>
                    <a:ext uri="{FF2B5EF4-FFF2-40B4-BE49-F238E27FC236}">
                      <a16:creationId xmlns:a16="http://schemas.microsoft.com/office/drawing/2014/main" id="{E78B3E25-A5E6-7F45-A0A0-E859C35ED6B8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257" name="Group 256">
                <a:extLst>
                  <a:ext uri="{FF2B5EF4-FFF2-40B4-BE49-F238E27FC236}">
                    <a16:creationId xmlns:a16="http://schemas.microsoft.com/office/drawing/2014/main" id="{3F4386B1-C072-514B-8E42-6DBFE6D4CFE4}"/>
                  </a:ext>
                </a:extLst>
              </p:cNvPr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258" name="Oval 257">
                  <a:extLst>
                    <a:ext uri="{FF2B5EF4-FFF2-40B4-BE49-F238E27FC236}">
                      <a16:creationId xmlns:a16="http://schemas.microsoft.com/office/drawing/2014/main" id="{CF8E4305-903D-2B48-9BDE-E2C9AA960E7E}"/>
                    </a:ext>
                  </a:extLst>
                </p:cNvPr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59" name="TextBox 258">
                  <a:extLst>
                    <a:ext uri="{FF2B5EF4-FFF2-40B4-BE49-F238E27FC236}">
                      <a16:creationId xmlns:a16="http://schemas.microsoft.com/office/drawing/2014/main" id="{6F4540FF-A271-7F4F-BBE3-820E3626E6AB}"/>
                    </a:ext>
                  </a:extLst>
                </p:cNvPr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z</a:t>
                  </a:r>
                </a:p>
              </p:txBody>
            </p:sp>
          </p:grpSp>
        </p:grp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F06FFBAB-9268-9D4B-9E0A-DCC585BF1D65}"/>
                </a:ext>
              </a:extLst>
            </p:cNvPr>
            <p:cNvGrpSpPr/>
            <p:nvPr/>
          </p:nvGrpSpPr>
          <p:grpSpPr>
            <a:xfrm>
              <a:off x="4927962" y="3152913"/>
              <a:ext cx="687402" cy="480963"/>
              <a:chOff x="1736090" y="2893762"/>
              <a:chExt cx="565150" cy="347726"/>
            </a:xfrm>
          </p:grpSpPr>
          <p:grpSp>
            <p:nvGrpSpPr>
              <p:cNvPr id="270" name="Group 327">
                <a:extLst>
                  <a:ext uri="{FF2B5EF4-FFF2-40B4-BE49-F238E27FC236}">
                    <a16:creationId xmlns:a16="http://schemas.microsoft.com/office/drawing/2014/main" id="{9E2D60CF-76F8-3843-92F3-50D9E02427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74" name="Oval 273">
                  <a:extLst>
                    <a:ext uri="{FF2B5EF4-FFF2-40B4-BE49-F238E27FC236}">
                      <a16:creationId xmlns:a16="http://schemas.microsoft.com/office/drawing/2014/main" id="{E2796E7A-4522-1740-9C93-D723E5BE5A12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75" name="Rectangle 274">
                  <a:extLst>
                    <a:ext uri="{FF2B5EF4-FFF2-40B4-BE49-F238E27FC236}">
                      <a16:creationId xmlns:a16="http://schemas.microsoft.com/office/drawing/2014/main" id="{57FCA721-4235-434E-9F5B-731DB7B25D92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76" name="Oval 275">
                  <a:extLst>
                    <a:ext uri="{FF2B5EF4-FFF2-40B4-BE49-F238E27FC236}">
                      <a16:creationId xmlns:a16="http://schemas.microsoft.com/office/drawing/2014/main" id="{AD3266EF-03F4-CD46-8377-C2E54F3E0AA1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77" name="Freeform 276">
                  <a:extLst>
                    <a:ext uri="{FF2B5EF4-FFF2-40B4-BE49-F238E27FC236}">
                      <a16:creationId xmlns:a16="http://schemas.microsoft.com/office/drawing/2014/main" id="{427D0060-E833-BB40-975E-DDC3D3F318F4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78" name="Freeform 277">
                  <a:extLst>
                    <a:ext uri="{FF2B5EF4-FFF2-40B4-BE49-F238E27FC236}">
                      <a16:creationId xmlns:a16="http://schemas.microsoft.com/office/drawing/2014/main" id="{27B8B9DD-0624-CC4A-9EBD-343860A97402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79" name="Freeform 278">
                  <a:extLst>
                    <a:ext uri="{FF2B5EF4-FFF2-40B4-BE49-F238E27FC236}">
                      <a16:creationId xmlns:a16="http://schemas.microsoft.com/office/drawing/2014/main" id="{46653F1B-468B-6D44-AC59-FCD05DD98609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80" name="Freeform 279">
                  <a:extLst>
                    <a:ext uri="{FF2B5EF4-FFF2-40B4-BE49-F238E27FC236}">
                      <a16:creationId xmlns:a16="http://schemas.microsoft.com/office/drawing/2014/main" id="{66341352-4465-F948-88CD-0DF7F30D5051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81" name="Straight Connector 280">
                  <a:extLst>
                    <a:ext uri="{FF2B5EF4-FFF2-40B4-BE49-F238E27FC236}">
                      <a16:creationId xmlns:a16="http://schemas.microsoft.com/office/drawing/2014/main" id="{EBAAB9DD-CF43-DE40-875C-A58E46E15251}"/>
                    </a:ext>
                  </a:extLst>
                </p:cNvPr>
                <p:cNvCxnSpPr>
                  <a:endCxn id="276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282" name="Straight Connector 281">
                  <a:extLst>
                    <a:ext uri="{FF2B5EF4-FFF2-40B4-BE49-F238E27FC236}">
                      <a16:creationId xmlns:a16="http://schemas.microsoft.com/office/drawing/2014/main" id="{AF65CEB3-91DB-E246-AF96-E16A191475A5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271" name="Group 270">
                <a:extLst>
                  <a:ext uri="{FF2B5EF4-FFF2-40B4-BE49-F238E27FC236}">
                    <a16:creationId xmlns:a16="http://schemas.microsoft.com/office/drawing/2014/main" id="{0F61F705-7F75-D443-9776-8FCCA4C0CDE7}"/>
                  </a:ext>
                </a:extLst>
              </p:cNvPr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272" name="Oval 271">
                  <a:extLst>
                    <a:ext uri="{FF2B5EF4-FFF2-40B4-BE49-F238E27FC236}">
                      <a16:creationId xmlns:a16="http://schemas.microsoft.com/office/drawing/2014/main" id="{D2E419CF-FF59-6547-A602-DC62BC454686}"/>
                    </a:ext>
                  </a:extLst>
                </p:cNvPr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73" name="TextBox 272">
                  <a:extLst>
                    <a:ext uri="{FF2B5EF4-FFF2-40B4-BE49-F238E27FC236}">
                      <a16:creationId xmlns:a16="http://schemas.microsoft.com/office/drawing/2014/main" id="{08FC805C-5378-7142-9D2C-F267CF6568D7}"/>
                    </a:ext>
                  </a:extLst>
                </p:cNvPr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y</a:t>
                  </a:r>
                </a:p>
              </p:txBody>
            </p:sp>
          </p:grpSp>
        </p:grpSp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D5092B0D-E5F5-194B-813D-67A3F6D11D28}"/>
                </a:ext>
              </a:extLst>
            </p:cNvPr>
            <p:cNvGrpSpPr/>
            <p:nvPr/>
          </p:nvGrpSpPr>
          <p:grpSpPr>
            <a:xfrm>
              <a:off x="3337414" y="3136841"/>
              <a:ext cx="687402" cy="480963"/>
              <a:chOff x="1736090" y="2893762"/>
              <a:chExt cx="565150" cy="347726"/>
            </a:xfrm>
          </p:grpSpPr>
          <p:grpSp>
            <p:nvGrpSpPr>
              <p:cNvPr id="284" name="Group 327">
                <a:extLst>
                  <a:ext uri="{FF2B5EF4-FFF2-40B4-BE49-F238E27FC236}">
                    <a16:creationId xmlns:a16="http://schemas.microsoft.com/office/drawing/2014/main" id="{CC880B25-57E8-3E49-A44B-E22B957437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88" name="Oval 287">
                  <a:extLst>
                    <a:ext uri="{FF2B5EF4-FFF2-40B4-BE49-F238E27FC236}">
                      <a16:creationId xmlns:a16="http://schemas.microsoft.com/office/drawing/2014/main" id="{EAEA361B-12C2-D240-B391-D3E93CE399B1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89" name="Rectangle 288">
                  <a:extLst>
                    <a:ext uri="{FF2B5EF4-FFF2-40B4-BE49-F238E27FC236}">
                      <a16:creationId xmlns:a16="http://schemas.microsoft.com/office/drawing/2014/main" id="{5DEA8AC2-81D9-1E48-B9A5-42237FF4F86E}"/>
                    </a:ext>
                  </a:extLst>
                </p:cNvPr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90" name="Oval 289">
                  <a:extLst>
                    <a:ext uri="{FF2B5EF4-FFF2-40B4-BE49-F238E27FC236}">
                      <a16:creationId xmlns:a16="http://schemas.microsoft.com/office/drawing/2014/main" id="{9EA8E302-D309-3445-AF9E-77C489DDA721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91" name="Freeform 290">
                  <a:extLst>
                    <a:ext uri="{FF2B5EF4-FFF2-40B4-BE49-F238E27FC236}">
                      <a16:creationId xmlns:a16="http://schemas.microsoft.com/office/drawing/2014/main" id="{B9A89D72-61A0-1142-AF3F-FE8B2EB5433B}"/>
                    </a:ext>
                  </a:extLst>
                </p:cNvPr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92" name="Freeform 291">
                  <a:extLst>
                    <a:ext uri="{FF2B5EF4-FFF2-40B4-BE49-F238E27FC236}">
                      <a16:creationId xmlns:a16="http://schemas.microsoft.com/office/drawing/2014/main" id="{66FE1286-64A8-D841-BB84-F9A16C15EC4E}"/>
                    </a:ext>
                  </a:extLst>
                </p:cNvPr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93" name="Freeform 292">
                  <a:extLst>
                    <a:ext uri="{FF2B5EF4-FFF2-40B4-BE49-F238E27FC236}">
                      <a16:creationId xmlns:a16="http://schemas.microsoft.com/office/drawing/2014/main" id="{6E1013B2-FB9A-9643-A3CD-C4A3A5A083EB}"/>
                    </a:ext>
                  </a:extLst>
                </p:cNvPr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94" name="Freeform 293">
                  <a:extLst>
                    <a:ext uri="{FF2B5EF4-FFF2-40B4-BE49-F238E27FC236}">
                      <a16:creationId xmlns:a16="http://schemas.microsoft.com/office/drawing/2014/main" id="{E439E20D-546B-B24F-AC7A-2BA85C329D8B}"/>
                    </a:ext>
                  </a:extLst>
                </p:cNvPr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95" name="Straight Connector 294">
                  <a:extLst>
                    <a:ext uri="{FF2B5EF4-FFF2-40B4-BE49-F238E27FC236}">
                      <a16:creationId xmlns:a16="http://schemas.microsoft.com/office/drawing/2014/main" id="{7540BE15-9182-9544-A6CE-B6E1CA592097}"/>
                    </a:ext>
                  </a:extLst>
                </p:cNvPr>
                <p:cNvCxnSpPr>
                  <a:endCxn id="290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296" name="Straight Connector 295">
                  <a:extLst>
                    <a:ext uri="{FF2B5EF4-FFF2-40B4-BE49-F238E27FC236}">
                      <a16:creationId xmlns:a16="http://schemas.microsoft.com/office/drawing/2014/main" id="{FF4B6776-17EA-2D43-9D3F-6F2BBF3C1234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285" name="Group 284">
                <a:extLst>
                  <a:ext uri="{FF2B5EF4-FFF2-40B4-BE49-F238E27FC236}">
                    <a16:creationId xmlns:a16="http://schemas.microsoft.com/office/drawing/2014/main" id="{05552A60-CDAD-BC43-B8BC-B7439F5C3402}"/>
                  </a:ext>
                </a:extLst>
              </p:cNvPr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286" name="Oval 285">
                  <a:extLst>
                    <a:ext uri="{FF2B5EF4-FFF2-40B4-BE49-F238E27FC236}">
                      <a16:creationId xmlns:a16="http://schemas.microsoft.com/office/drawing/2014/main" id="{5BF2E95A-EACF-9143-B987-FD7A353ADE6F}"/>
                    </a:ext>
                  </a:extLst>
                </p:cNvPr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6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287" name="TextBox 286">
                  <a:extLst>
                    <a:ext uri="{FF2B5EF4-FFF2-40B4-BE49-F238E27FC236}">
                      <a16:creationId xmlns:a16="http://schemas.microsoft.com/office/drawing/2014/main" id="{AA2DCF6D-54DC-0A47-8B69-0F1B77FF66B0}"/>
                    </a:ext>
                  </a:extLst>
                </p:cNvPr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x</a:t>
                  </a:r>
                </a:p>
              </p:txBody>
            </p:sp>
          </p:grpSp>
        </p:grpSp>
      </p:grpSp>
      <p:sp>
        <p:nvSpPr>
          <p:cNvPr id="298" name="Freeform 297">
            <a:extLst>
              <a:ext uri="{FF2B5EF4-FFF2-40B4-BE49-F238E27FC236}">
                <a16:creationId xmlns:a16="http://schemas.microsoft.com/office/drawing/2014/main" id="{AD8B86B2-93D9-A745-9897-F855B37ADC0B}"/>
              </a:ext>
            </a:extLst>
          </p:cNvPr>
          <p:cNvSpPr/>
          <p:nvPr/>
        </p:nvSpPr>
        <p:spPr>
          <a:xfrm>
            <a:off x="3283003" y="2075675"/>
            <a:ext cx="5676290" cy="537233"/>
          </a:xfrm>
          <a:custGeom>
            <a:avLst/>
            <a:gdLst>
              <a:gd name="connsiteX0" fmla="*/ 0 w 5035463"/>
              <a:gd name="connsiteY0" fmla="*/ 551145 h 551145"/>
              <a:gd name="connsiteX1" fmla="*/ 901874 w 5035463"/>
              <a:gd name="connsiteY1" fmla="*/ 551145 h 551145"/>
              <a:gd name="connsiteX2" fmla="*/ 2329841 w 5035463"/>
              <a:gd name="connsiteY2" fmla="*/ 0 h 551145"/>
              <a:gd name="connsiteX3" fmla="*/ 3933173 w 5035463"/>
              <a:gd name="connsiteY3" fmla="*/ 12526 h 551145"/>
              <a:gd name="connsiteX4" fmla="*/ 5035463 w 5035463"/>
              <a:gd name="connsiteY4" fmla="*/ 488515 h 551145"/>
              <a:gd name="connsiteX0" fmla="*/ 0 w 5035463"/>
              <a:gd name="connsiteY0" fmla="*/ 554892 h 554892"/>
              <a:gd name="connsiteX1" fmla="*/ 901874 w 5035463"/>
              <a:gd name="connsiteY1" fmla="*/ 554892 h 554892"/>
              <a:gd name="connsiteX2" fmla="*/ 2082503 w 5035463"/>
              <a:gd name="connsiteY2" fmla="*/ 0 h 554892"/>
              <a:gd name="connsiteX3" fmla="*/ 3933173 w 5035463"/>
              <a:gd name="connsiteY3" fmla="*/ 16273 h 554892"/>
              <a:gd name="connsiteX4" fmla="*/ 5035463 w 5035463"/>
              <a:gd name="connsiteY4" fmla="*/ 492262 h 554892"/>
              <a:gd name="connsiteX0" fmla="*/ 0 w 5035463"/>
              <a:gd name="connsiteY0" fmla="*/ 554892 h 554892"/>
              <a:gd name="connsiteX1" fmla="*/ 860651 w 5035463"/>
              <a:gd name="connsiteY1" fmla="*/ 487436 h 554892"/>
              <a:gd name="connsiteX2" fmla="*/ 2082503 w 5035463"/>
              <a:gd name="connsiteY2" fmla="*/ 0 h 554892"/>
              <a:gd name="connsiteX3" fmla="*/ 3933173 w 5035463"/>
              <a:gd name="connsiteY3" fmla="*/ 16273 h 554892"/>
              <a:gd name="connsiteX4" fmla="*/ 5035463 w 5035463"/>
              <a:gd name="connsiteY4" fmla="*/ 492262 h 554892"/>
              <a:gd name="connsiteX0" fmla="*/ 0 w 5024220"/>
              <a:gd name="connsiteY0" fmla="*/ 491184 h 492262"/>
              <a:gd name="connsiteX1" fmla="*/ 849408 w 5024220"/>
              <a:gd name="connsiteY1" fmla="*/ 487436 h 492262"/>
              <a:gd name="connsiteX2" fmla="*/ 2071260 w 5024220"/>
              <a:gd name="connsiteY2" fmla="*/ 0 h 492262"/>
              <a:gd name="connsiteX3" fmla="*/ 3921930 w 5024220"/>
              <a:gd name="connsiteY3" fmla="*/ 16273 h 492262"/>
              <a:gd name="connsiteX4" fmla="*/ 5024220 w 5024220"/>
              <a:gd name="connsiteY4" fmla="*/ 492262 h 492262"/>
              <a:gd name="connsiteX0" fmla="*/ 0 w 5020472"/>
              <a:gd name="connsiteY0" fmla="*/ 479942 h 492262"/>
              <a:gd name="connsiteX1" fmla="*/ 845660 w 5020472"/>
              <a:gd name="connsiteY1" fmla="*/ 487436 h 492262"/>
              <a:gd name="connsiteX2" fmla="*/ 2067512 w 5020472"/>
              <a:gd name="connsiteY2" fmla="*/ 0 h 492262"/>
              <a:gd name="connsiteX3" fmla="*/ 3918182 w 5020472"/>
              <a:gd name="connsiteY3" fmla="*/ 16273 h 492262"/>
              <a:gd name="connsiteX4" fmla="*/ 5020472 w 5020472"/>
              <a:gd name="connsiteY4" fmla="*/ 492262 h 492262"/>
              <a:gd name="connsiteX0" fmla="*/ 0 w 5020472"/>
              <a:gd name="connsiteY0" fmla="*/ 494932 h 494932"/>
              <a:gd name="connsiteX1" fmla="*/ 845660 w 5020472"/>
              <a:gd name="connsiteY1" fmla="*/ 487436 h 494932"/>
              <a:gd name="connsiteX2" fmla="*/ 2067512 w 5020472"/>
              <a:gd name="connsiteY2" fmla="*/ 0 h 494932"/>
              <a:gd name="connsiteX3" fmla="*/ 3918182 w 5020472"/>
              <a:gd name="connsiteY3" fmla="*/ 16273 h 494932"/>
              <a:gd name="connsiteX4" fmla="*/ 5020472 w 5020472"/>
              <a:gd name="connsiteY4" fmla="*/ 492262 h 494932"/>
              <a:gd name="connsiteX0" fmla="*/ 0 w 5009229"/>
              <a:gd name="connsiteY0" fmla="*/ 479941 h 492262"/>
              <a:gd name="connsiteX1" fmla="*/ 834417 w 5009229"/>
              <a:gd name="connsiteY1" fmla="*/ 487436 h 492262"/>
              <a:gd name="connsiteX2" fmla="*/ 2056269 w 5009229"/>
              <a:gd name="connsiteY2" fmla="*/ 0 h 492262"/>
              <a:gd name="connsiteX3" fmla="*/ 3906939 w 5009229"/>
              <a:gd name="connsiteY3" fmla="*/ 16273 h 492262"/>
              <a:gd name="connsiteX4" fmla="*/ 5009229 w 5009229"/>
              <a:gd name="connsiteY4" fmla="*/ 492262 h 492262"/>
              <a:gd name="connsiteX0" fmla="*/ 0 w 5009229"/>
              <a:gd name="connsiteY0" fmla="*/ 491183 h 492262"/>
              <a:gd name="connsiteX1" fmla="*/ 834417 w 5009229"/>
              <a:gd name="connsiteY1" fmla="*/ 487436 h 492262"/>
              <a:gd name="connsiteX2" fmla="*/ 2056269 w 5009229"/>
              <a:gd name="connsiteY2" fmla="*/ 0 h 492262"/>
              <a:gd name="connsiteX3" fmla="*/ 3906939 w 5009229"/>
              <a:gd name="connsiteY3" fmla="*/ 16273 h 492262"/>
              <a:gd name="connsiteX4" fmla="*/ 5009229 w 5009229"/>
              <a:gd name="connsiteY4" fmla="*/ 492262 h 492262"/>
              <a:gd name="connsiteX0" fmla="*/ 0 w 5009229"/>
              <a:gd name="connsiteY0" fmla="*/ 519881 h 520960"/>
              <a:gd name="connsiteX1" fmla="*/ 834417 w 5009229"/>
              <a:gd name="connsiteY1" fmla="*/ 516134 h 520960"/>
              <a:gd name="connsiteX2" fmla="*/ 2056269 w 5009229"/>
              <a:gd name="connsiteY2" fmla="*/ 28698 h 520960"/>
              <a:gd name="connsiteX3" fmla="*/ 3663349 w 5009229"/>
              <a:gd name="connsiteY3" fmla="*/ 0 h 520960"/>
              <a:gd name="connsiteX4" fmla="*/ 5009229 w 5009229"/>
              <a:gd name="connsiteY4" fmla="*/ 520960 h 520960"/>
              <a:gd name="connsiteX0" fmla="*/ 0 w 4953016"/>
              <a:gd name="connsiteY0" fmla="*/ 519881 h 558436"/>
              <a:gd name="connsiteX1" fmla="*/ 834417 w 4953016"/>
              <a:gd name="connsiteY1" fmla="*/ 516134 h 558436"/>
              <a:gd name="connsiteX2" fmla="*/ 2056269 w 4953016"/>
              <a:gd name="connsiteY2" fmla="*/ 28698 h 558436"/>
              <a:gd name="connsiteX3" fmla="*/ 3663349 w 4953016"/>
              <a:gd name="connsiteY3" fmla="*/ 0 h 558436"/>
              <a:gd name="connsiteX4" fmla="*/ 4953016 w 4953016"/>
              <a:gd name="connsiteY4" fmla="*/ 558436 h 558436"/>
              <a:gd name="connsiteX0" fmla="*/ 0 w 4953016"/>
              <a:gd name="connsiteY0" fmla="*/ 519881 h 558436"/>
              <a:gd name="connsiteX1" fmla="*/ 834417 w 4953016"/>
              <a:gd name="connsiteY1" fmla="*/ 516134 h 558436"/>
              <a:gd name="connsiteX2" fmla="*/ 2056269 w 4953016"/>
              <a:gd name="connsiteY2" fmla="*/ 28698 h 558436"/>
              <a:gd name="connsiteX3" fmla="*/ 3663349 w 4953016"/>
              <a:gd name="connsiteY3" fmla="*/ 0 h 558436"/>
              <a:gd name="connsiteX4" fmla="*/ 4631805 w 4953016"/>
              <a:gd name="connsiteY4" fmla="*/ 415156 h 558436"/>
              <a:gd name="connsiteX5" fmla="*/ 4953016 w 4953016"/>
              <a:gd name="connsiteY5" fmla="*/ 558436 h 558436"/>
              <a:gd name="connsiteX0" fmla="*/ 0 w 5676291"/>
              <a:gd name="connsiteY0" fmla="*/ 519881 h 558436"/>
              <a:gd name="connsiteX1" fmla="*/ 834417 w 5676291"/>
              <a:gd name="connsiteY1" fmla="*/ 516134 h 558436"/>
              <a:gd name="connsiteX2" fmla="*/ 2056269 w 5676291"/>
              <a:gd name="connsiteY2" fmla="*/ 28698 h 558436"/>
              <a:gd name="connsiteX3" fmla="*/ 3663349 w 5676291"/>
              <a:gd name="connsiteY3" fmla="*/ 0 h 558436"/>
              <a:gd name="connsiteX4" fmla="*/ 4631805 w 5676291"/>
              <a:gd name="connsiteY4" fmla="*/ 415156 h 558436"/>
              <a:gd name="connsiteX5" fmla="*/ 5676291 w 5676291"/>
              <a:gd name="connsiteY5" fmla="*/ 558436 h 558436"/>
              <a:gd name="connsiteX0" fmla="*/ 0 w 5676291"/>
              <a:gd name="connsiteY0" fmla="*/ 519881 h 558436"/>
              <a:gd name="connsiteX1" fmla="*/ 834417 w 5676291"/>
              <a:gd name="connsiteY1" fmla="*/ 516134 h 558436"/>
              <a:gd name="connsiteX2" fmla="*/ 2056269 w 5676291"/>
              <a:gd name="connsiteY2" fmla="*/ 28698 h 558436"/>
              <a:gd name="connsiteX3" fmla="*/ 3663349 w 5676291"/>
              <a:gd name="connsiteY3" fmla="*/ 0 h 558436"/>
              <a:gd name="connsiteX4" fmla="*/ 4909124 w 5676291"/>
              <a:gd name="connsiteY4" fmla="*/ 527582 h 558436"/>
              <a:gd name="connsiteX5" fmla="*/ 5676291 w 5676291"/>
              <a:gd name="connsiteY5" fmla="*/ 558436 h 558436"/>
              <a:gd name="connsiteX0" fmla="*/ 0 w 5672543"/>
              <a:gd name="connsiteY0" fmla="*/ 519881 h 535951"/>
              <a:gd name="connsiteX1" fmla="*/ 834417 w 5672543"/>
              <a:gd name="connsiteY1" fmla="*/ 516134 h 535951"/>
              <a:gd name="connsiteX2" fmla="*/ 2056269 w 5672543"/>
              <a:gd name="connsiteY2" fmla="*/ 28698 h 535951"/>
              <a:gd name="connsiteX3" fmla="*/ 3663349 w 5672543"/>
              <a:gd name="connsiteY3" fmla="*/ 0 h 535951"/>
              <a:gd name="connsiteX4" fmla="*/ 4909124 w 5672543"/>
              <a:gd name="connsiteY4" fmla="*/ 527582 h 535951"/>
              <a:gd name="connsiteX5" fmla="*/ 5672543 w 5672543"/>
              <a:gd name="connsiteY5" fmla="*/ 535951 h 535951"/>
              <a:gd name="connsiteX0" fmla="*/ 0 w 5676290"/>
              <a:gd name="connsiteY0" fmla="*/ 519881 h 528456"/>
              <a:gd name="connsiteX1" fmla="*/ 834417 w 5676290"/>
              <a:gd name="connsiteY1" fmla="*/ 516134 h 528456"/>
              <a:gd name="connsiteX2" fmla="*/ 2056269 w 5676290"/>
              <a:gd name="connsiteY2" fmla="*/ 28698 h 528456"/>
              <a:gd name="connsiteX3" fmla="*/ 3663349 w 5676290"/>
              <a:gd name="connsiteY3" fmla="*/ 0 h 528456"/>
              <a:gd name="connsiteX4" fmla="*/ 4909124 w 5676290"/>
              <a:gd name="connsiteY4" fmla="*/ 527582 h 528456"/>
              <a:gd name="connsiteX5" fmla="*/ 5676290 w 5676290"/>
              <a:gd name="connsiteY5" fmla="*/ 528456 h 528456"/>
              <a:gd name="connsiteX0" fmla="*/ 0 w 5676290"/>
              <a:gd name="connsiteY0" fmla="*/ 519881 h 528456"/>
              <a:gd name="connsiteX1" fmla="*/ 834417 w 5676290"/>
              <a:gd name="connsiteY1" fmla="*/ 516134 h 528456"/>
              <a:gd name="connsiteX2" fmla="*/ 2052521 w 5676290"/>
              <a:gd name="connsiteY2" fmla="*/ 6213 h 528456"/>
              <a:gd name="connsiteX3" fmla="*/ 3663349 w 5676290"/>
              <a:gd name="connsiteY3" fmla="*/ 0 h 528456"/>
              <a:gd name="connsiteX4" fmla="*/ 4909124 w 5676290"/>
              <a:gd name="connsiteY4" fmla="*/ 527582 h 528456"/>
              <a:gd name="connsiteX5" fmla="*/ 5676290 w 5676290"/>
              <a:gd name="connsiteY5" fmla="*/ 528456 h 528456"/>
              <a:gd name="connsiteX0" fmla="*/ 0 w 5676290"/>
              <a:gd name="connsiteY0" fmla="*/ 528658 h 537233"/>
              <a:gd name="connsiteX1" fmla="*/ 834417 w 5676290"/>
              <a:gd name="connsiteY1" fmla="*/ 524911 h 537233"/>
              <a:gd name="connsiteX2" fmla="*/ 2052521 w 5676290"/>
              <a:gd name="connsiteY2" fmla="*/ 0 h 537233"/>
              <a:gd name="connsiteX3" fmla="*/ 3663349 w 5676290"/>
              <a:gd name="connsiteY3" fmla="*/ 8777 h 537233"/>
              <a:gd name="connsiteX4" fmla="*/ 4909124 w 5676290"/>
              <a:gd name="connsiteY4" fmla="*/ 536359 h 537233"/>
              <a:gd name="connsiteX5" fmla="*/ 5676290 w 5676290"/>
              <a:gd name="connsiteY5" fmla="*/ 537233 h 537233"/>
              <a:gd name="connsiteX0" fmla="*/ 0 w 5676290"/>
              <a:gd name="connsiteY0" fmla="*/ 528658 h 537233"/>
              <a:gd name="connsiteX1" fmla="*/ 834417 w 5676290"/>
              <a:gd name="connsiteY1" fmla="*/ 524911 h 537233"/>
              <a:gd name="connsiteX2" fmla="*/ 2052521 w 5676290"/>
              <a:gd name="connsiteY2" fmla="*/ 0 h 537233"/>
              <a:gd name="connsiteX3" fmla="*/ 3637117 w 5676290"/>
              <a:gd name="connsiteY3" fmla="*/ 1282 h 537233"/>
              <a:gd name="connsiteX4" fmla="*/ 4909124 w 5676290"/>
              <a:gd name="connsiteY4" fmla="*/ 536359 h 537233"/>
              <a:gd name="connsiteX5" fmla="*/ 5676290 w 5676290"/>
              <a:gd name="connsiteY5" fmla="*/ 537233 h 537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76290" h="537233">
                <a:moveTo>
                  <a:pt x="0" y="528658"/>
                </a:moveTo>
                <a:lnTo>
                  <a:pt x="834417" y="524911"/>
                </a:lnTo>
                <a:lnTo>
                  <a:pt x="2052521" y="0"/>
                </a:lnTo>
                <a:lnTo>
                  <a:pt x="3637117" y="1282"/>
                </a:lnTo>
                <a:lnTo>
                  <a:pt x="4909124" y="536359"/>
                </a:lnTo>
                <a:lnTo>
                  <a:pt x="5676290" y="537233"/>
                </a:lnTo>
              </a:path>
            </a:pathLst>
          </a:custGeom>
          <a:noFill/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9" name="Freeform 298">
            <a:extLst>
              <a:ext uri="{FF2B5EF4-FFF2-40B4-BE49-F238E27FC236}">
                <a16:creationId xmlns:a16="http://schemas.microsoft.com/office/drawing/2014/main" id="{5B662D9B-5836-4A49-AEF3-3844A1A658DF}"/>
              </a:ext>
            </a:extLst>
          </p:cNvPr>
          <p:cNvSpPr/>
          <p:nvPr/>
        </p:nvSpPr>
        <p:spPr>
          <a:xfrm>
            <a:off x="5246494" y="2202412"/>
            <a:ext cx="3684951" cy="1712667"/>
          </a:xfrm>
          <a:custGeom>
            <a:avLst/>
            <a:gdLst>
              <a:gd name="connsiteX0" fmla="*/ 0 w 3494761"/>
              <a:gd name="connsiteY0" fmla="*/ 1202498 h 1202498"/>
              <a:gd name="connsiteX1" fmla="*/ 1415441 w 3494761"/>
              <a:gd name="connsiteY1" fmla="*/ 0 h 1202498"/>
              <a:gd name="connsiteX2" fmla="*/ 1427967 w 3494761"/>
              <a:gd name="connsiteY2" fmla="*/ 1027134 h 1202498"/>
              <a:gd name="connsiteX3" fmla="*/ 2793304 w 3494761"/>
              <a:gd name="connsiteY3" fmla="*/ 538619 h 1202498"/>
              <a:gd name="connsiteX4" fmla="*/ 3494761 w 3494761"/>
              <a:gd name="connsiteY4" fmla="*/ 551145 h 1202498"/>
              <a:gd name="connsiteX0" fmla="*/ 0 w 3494761"/>
              <a:gd name="connsiteY0" fmla="*/ 1202498 h 1202498"/>
              <a:gd name="connsiteX1" fmla="*/ 1415441 w 3494761"/>
              <a:gd name="connsiteY1" fmla="*/ 0 h 1202498"/>
              <a:gd name="connsiteX2" fmla="*/ 1490597 w 3494761"/>
              <a:gd name="connsiteY2" fmla="*/ 1102290 h 1202498"/>
              <a:gd name="connsiteX3" fmla="*/ 2793304 w 3494761"/>
              <a:gd name="connsiteY3" fmla="*/ 538619 h 1202498"/>
              <a:gd name="connsiteX4" fmla="*/ 3494761 w 3494761"/>
              <a:gd name="connsiteY4" fmla="*/ 551145 h 1202498"/>
              <a:gd name="connsiteX0" fmla="*/ 0 w 3494761"/>
              <a:gd name="connsiteY0" fmla="*/ 1202498 h 1202498"/>
              <a:gd name="connsiteX1" fmla="*/ 1415441 w 3494761"/>
              <a:gd name="connsiteY1" fmla="*/ 0 h 1202498"/>
              <a:gd name="connsiteX2" fmla="*/ 1472012 w 3494761"/>
              <a:gd name="connsiteY2" fmla="*/ 1050251 h 1202498"/>
              <a:gd name="connsiteX3" fmla="*/ 2793304 w 3494761"/>
              <a:gd name="connsiteY3" fmla="*/ 538619 h 1202498"/>
              <a:gd name="connsiteX4" fmla="*/ 3494761 w 3494761"/>
              <a:gd name="connsiteY4" fmla="*/ 551145 h 1202498"/>
              <a:gd name="connsiteX0" fmla="*/ 0 w 3494761"/>
              <a:gd name="connsiteY0" fmla="*/ 1202498 h 1202498"/>
              <a:gd name="connsiteX1" fmla="*/ 1415441 w 3494761"/>
              <a:gd name="connsiteY1" fmla="*/ 0 h 1202498"/>
              <a:gd name="connsiteX2" fmla="*/ 1438558 w 3494761"/>
              <a:gd name="connsiteY2" fmla="*/ 1050251 h 1202498"/>
              <a:gd name="connsiteX3" fmla="*/ 2793304 w 3494761"/>
              <a:gd name="connsiteY3" fmla="*/ 538619 h 1202498"/>
              <a:gd name="connsiteX4" fmla="*/ 3494761 w 3494761"/>
              <a:gd name="connsiteY4" fmla="*/ 551145 h 1202498"/>
              <a:gd name="connsiteX0" fmla="*/ 0 w 3494761"/>
              <a:gd name="connsiteY0" fmla="*/ 1217367 h 1217367"/>
              <a:gd name="connsiteX1" fmla="*/ 1441460 w 3494761"/>
              <a:gd name="connsiteY1" fmla="*/ 0 h 1217367"/>
              <a:gd name="connsiteX2" fmla="*/ 1438558 w 3494761"/>
              <a:gd name="connsiteY2" fmla="*/ 1065120 h 1217367"/>
              <a:gd name="connsiteX3" fmla="*/ 2793304 w 3494761"/>
              <a:gd name="connsiteY3" fmla="*/ 553488 h 1217367"/>
              <a:gd name="connsiteX4" fmla="*/ 3494761 w 3494761"/>
              <a:gd name="connsiteY4" fmla="*/ 566014 h 1217367"/>
              <a:gd name="connsiteX0" fmla="*/ 0 w 3494761"/>
              <a:gd name="connsiteY0" fmla="*/ 1217367 h 1217367"/>
              <a:gd name="connsiteX1" fmla="*/ 1441460 w 3494761"/>
              <a:gd name="connsiteY1" fmla="*/ 0 h 1217367"/>
              <a:gd name="connsiteX2" fmla="*/ 1438558 w 3494761"/>
              <a:gd name="connsiteY2" fmla="*/ 1065120 h 1217367"/>
              <a:gd name="connsiteX3" fmla="*/ 2808172 w 3494761"/>
              <a:gd name="connsiteY3" fmla="*/ 557205 h 1217367"/>
              <a:gd name="connsiteX4" fmla="*/ 3494761 w 3494761"/>
              <a:gd name="connsiteY4" fmla="*/ 566014 h 1217367"/>
              <a:gd name="connsiteX0" fmla="*/ 0 w 3494761"/>
              <a:gd name="connsiteY0" fmla="*/ 1217367 h 1217367"/>
              <a:gd name="connsiteX1" fmla="*/ 1441460 w 3494761"/>
              <a:gd name="connsiteY1" fmla="*/ 0 h 1217367"/>
              <a:gd name="connsiteX2" fmla="*/ 1438558 w 3494761"/>
              <a:gd name="connsiteY2" fmla="*/ 1065120 h 1217367"/>
              <a:gd name="connsiteX3" fmla="*/ 2808172 w 3494761"/>
              <a:gd name="connsiteY3" fmla="*/ 572073 h 1217367"/>
              <a:gd name="connsiteX4" fmla="*/ 3494761 w 3494761"/>
              <a:gd name="connsiteY4" fmla="*/ 566014 h 1217367"/>
              <a:gd name="connsiteX0" fmla="*/ 0 w 3505912"/>
              <a:gd name="connsiteY0" fmla="*/ 1217367 h 1217367"/>
              <a:gd name="connsiteX1" fmla="*/ 1441460 w 3505912"/>
              <a:gd name="connsiteY1" fmla="*/ 0 h 1217367"/>
              <a:gd name="connsiteX2" fmla="*/ 1438558 w 3505912"/>
              <a:gd name="connsiteY2" fmla="*/ 1065120 h 1217367"/>
              <a:gd name="connsiteX3" fmla="*/ 2808172 w 3505912"/>
              <a:gd name="connsiteY3" fmla="*/ 572073 h 1217367"/>
              <a:gd name="connsiteX4" fmla="*/ 3505912 w 3505912"/>
              <a:gd name="connsiteY4" fmla="*/ 588317 h 1217367"/>
              <a:gd name="connsiteX0" fmla="*/ 0 w 3505912"/>
              <a:gd name="connsiteY0" fmla="*/ 1217367 h 1217367"/>
              <a:gd name="connsiteX1" fmla="*/ 1441460 w 3505912"/>
              <a:gd name="connsiteY1" fmla="*/ 0 h 1217367"/>
              <a:gd name="connsiteX2" fmla="*/ 1438558 w 3505912"/>
              <a:gd name="connsiteY2" fmla="*/ 1065120 h 1217367"/>
              <a:gd name="connsiteX3" fmla="*/ 2845343 w 3505912"/>
              <a:gd name="connsiteY3" fmla="*/ 583224 h 1217367"/>
              <a:gd name="connsiteX4" fmla="*/ 3505912 w 3505912"/>
              <a:gd name="connsiteY4" fmla="*/ 588317 h 1217367"/>
              <a:gd name="connsiteX0" fmla="*/ 0 w 3505912"/>
              <a:gd name="connsiteY0" fmla="*/ 1217367 h 1217367"/>
              <a:gd name="connsiteX1" fmla="*/ 1441460 w 3505912"/>
              <a:gd name="connsiteY1" fmla="*/ 0 h 1217367"/>
              <a:gd name="connsiteX2" fmla="*/ 1438558 w 3505912"/>
              <a:gd name="connsiteY2" fmla="*/ 1065120 h 1217367"/>
              <a:gd name="connsiteX3" fmla="*/ 2785870 w 3505912"/>
              <a:gd name="connsiteY3" fmla="*/ 564639 h 1217367"/>
              <a:gd name="connsiteX4" fmla="*/ 3505912 w 3505912"/>
              <a:gd name="connsiteY4" fmla="*/ 588317 h 1217367"/>
              <a:gd name="connsiteX0" fmla="*/ 0 w 3557951"/>
              <a:gd name="connsiteY0" fmla="*/ 1217367 h 1217367"/>
              <a:gd name="connsiteX1" fmla="*/ 1441460 w 3557951"/>
              <a:gd name="connsiteY1" fmla="*/ 0 h 1217367"/>
              <a:gd name="connsiteX2" fmla="*/ 1438558 w 3557951"/>
              <a:gd name="connsiteY2" fmla="*/ 1065120 h 1217367"/>
              <a:gd name="connsiteX3" fmla="*/ 2785870 w 3557951"/>
              <a:gd name="connsiteY3" fmla="*/ 564639 h 1217367"/>
              <a:gd name="connsiteX4" fmla="*/ 3557951 w 3557951"/>
              <a:gd name="connsiteY4" fmla="*/ 577165 h 1217367"/>
              <a:gd name="connsiteX0" fmla="*/ 0 w 3557951"/>
              <a:gd name="connsiteY0" fmla="*/ 1217367 h 1217367"/>
              <a:gd name="connsiteX1" fmla="*/ 71632 w 3557951"/>
              <a:gd name="connsiteY1" fmla="*/ 1153564 h 1217367"/>
              <a:gd name="connsiteX2" fmla="*/ 1441460 w 3557951"/>
              <a:gd name="connsiteY2" fmla="*/ 0 h 1217367"/>
              <a:gd name="connsiteX3" fmla="*/ 1438558 w 3557951"/>
              <a:gd name="connsiteY3" fmla="*/ 1065120 h 1217367"/>
              <a:gd name="connsiteX4" fmla="*/ 2785870 w 3557951"/>
              <a:gd name="connsiteY4" fmla="*/ 564639 h 1217367"/>
              <a:gd name="connsiteX5" fmla="*/ 3557951 w 3557951"/>
              <a:gd name="connsiteY5" fmla="*/ 577165 h 1217367"/>
              <a:gd name="connsiteX0" fmla="*/ 0 w 3831001"/>
              <a:gd name="connsiteY0" fmla="*/ 1595192 h 1595192"/>
              <a:gd name="connsiteX1" fmla="*/ 344682 w 3831001"/>
              <a:gd name="connsiteY1" fmla="*/ 1153564 h 1595192"/>
              <a:gd name="connsiteX2" fmla="*/ 1714510 w 3831001"/>
              <a:gd name="connsiteY2" fmla="*/ 0 h 1595192"/>
              <a:gd name="connsiteX3" fmla="*/ 1711608 w 3831001"/>
              <a:gd name="connsiteY3" fmla="*/ 1065120 h 1595192"/>
              <a:gd name="connsiteX4" fmla="*/ 3058920 w 3831001"/>
              <a:gd name="connsiteY4" fmla="*/ 564639 h 1595192"/>
              <a:gd name="connsiteX5" fmla="*/ 3831001 w 3831001"/>
              <a:gd name="connsiteY5" fmla="*/ 577165 h 1595192"/>
              <a:gd name="connsiteX0" fmla="*/ 0 w 3831001"/>
              <a:gd name="connsiteY0" fmla="*/ 1595192 h 1595192"/>
              <a:gd name="connsiteX1" fmla="*/ 125607 w 3831001"/>
              <a:gd name="connsiteY1" fmla="*/ 1226589 h 1595192"/>
              <a:gd name="connsiteX2" fmla="*/ 1714510 w 3831001"/>
              <a:gd name="connsiteY2" fmla="*/ 0 h 1595192"/>
              <a:gd name="connsiteX3" fmla="*/ 1711608 w 3831001"/>
              <a:gd name="connsiteY3" fmla="*/ 1065120 h 1595192"/>
              <a:gd name="connsiteX4" fmla="*/ 3058920 w 3831001"/>
              <a:gd name="connsiteY4" fmla="*/ 564639 h 1595192"/>
              <a:gd name="connsiteX5" fmla="*/ 3831001 w 3831001"/>
              <a:gd name="connsiteY5" fmla="*/ 577165 h 1595192"/>
              <a:gd name="connsiteX0" fmla="*/ 0 w 3831001"/>
              <a:gd name="connsiteY0" fmla="*/ 1595192 h 1595192"/>
              <a:gd name="connsiteX1" fmla="*/ 131957 w 3831001"/>
              <a:gd name="connsiteY1" fmla="*/ 1220239 h 1595192"/>
              <a:gd name="connsiteX2" fmla="*/ 1714510 w 3831001"/>
              <a:gd name="connsiteY2" fmla="*/ 0 h 1595192"/>
              <a:gd name="connsiteX3" fmla="*/ 1711608 w 3831001"/>
              <a:gd name="connsiteY3" fmla="*/ 1065120 h 1595192"/>
              <a:gd name="connsiteX4" fmla="*/ 3058920 w 3831001"/>
              <a:gd name="connsiteY4" fmla="*/ 564639 h 1595192"/>
              <a:gd name="connsiteX5" fmla="*/ 3831001 w 3831001"/>
              <a:gd name="connsiteY5" fmla="*/ 577165 h 1595192"/>
              <a:gd name="connsiteX0" fmla="*/ 0 w 3831001"/>
              <a:gd name="connsiteY0" fmla="*/ 1595192 h 1595192"/>
              <a:gd name="connsiteX1" fmla="*/ 147832 w 3831001"/>
              <a:gd name="connsiteY1" fmla="*/ 1051964 h 1595192"/>
              <a:gd name="connsiteX2" fmla="*/ 1714510 w 3831001"/>
              <a:gd name="connsiteY2" fmla="*/ 0 h 1595192"/>
              <a:gd name="connsiteX3" fmla="*/ 1711608 w 3831001"/>
              <a:gd name="connsiteY3" fmla="*/ 1065120 h 1595192"/>
              <a:gd name="connsiteX4" fmla="*/ 3058920 w 3831001"/>
              <a:gd name="connsiteY4" fmla="*/ 564639 h 1595192"/>
              <a:gd name="connsiteX5" fmla="*/ 3831001 w 3831001"/>
              <a:gd name="connsiteY5" fmla="*/ 577165 h 1595192"/>
              <a:gd name="connsiteX0" fmla="*/ 0 w 3688126"/>
              <a:gd name="connsiteY0" fmla="*/ 1680917 h 1680917"/>
              <a:gd name="connsiteX1" fmla="*/ 4957 w 3688126"/>
              <a:gd name="connsiteY1" fmla="*/ 1051964 h 1680917"/>
              <a:gd name="connsiteX2" fmla="*/ 1571635 w 3688126"/>
              <a:gd name="connsiteY2" fmla="*/ 0 h 1680917"/>
              <a:gd name="connsiteX3" fmla="*/ 1568733 w 3688126"/>
              <a:gd name="connsiteY3" fmla="*/ 1065120 h 1680917"/>
              <a:gd name="connsiteX4" fmla="*/ 2916045 w 3688126"/>
              <a:gd name="connsiteY4" fmla="*/ 564639 h 1680917"/>
              <a:gd name="connsiteX5" fmla="*/ 3688126 w 3688126"/>
              <a:gd name="connsiteY5" fmla="*/ 577165 h 1680917"/>
              <a:gd name="connsiteX0" fmla="*/ 0 w 3684951"/>
              <a:gd name="connsiteY0" fmla="*/ 1712667 h 1712667"/>
              <a:gd name="connsiteX1" fmla="*/ 1782 w 3684951"/>
              <a:gd name="connsiteY1" fmla="*/ 1051964 h 1712667"/>
              <a:gd name="connsiteX2" fmla="*/ 1568460 w 3684951"/>
              <a:gd name="connsiteY2" fmla="*/ 0 h 1712667"/>
              <a:gd name="connsiteX3" fmla="*/ 1565558 w 3684951"/>
              <a:gd name="connsiteY3" fmla="*/ 1065120 h 1712667"/>
              <a:gd name="connsiteX4" fmla="*/ 2912870 w 3684951"/>
              <a:gd name="connsiteY4" fmla="*/ 564639 h 1712667"/>
              <a:gd name="connsiteX5" fmla="*/ 3684951 w 3684951"/>
              <a:gd name="connsiteY5" fmla="*/ 577165 h 171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84951" h="1712667">
                <a:moveTo>
                  <a:pt x="0" y="1712667"/>
                </a:moveTo>
                <a:cubicBezTo>
                  <a:pt x="1652" y="1503016"/>
                  <a:pt x="130" y="1261615"/>
                  <a:pt x="1782" y="1051964"/>
                </a:cubicBezTo>
                <a:lnTo>
                  <a:pt x="1568460" y="0"/>
                </a:lnTo>
                <a:cubicBezTo>
                  <a:pt x="1567493" y="355040"/>
                  <a:pt x="1566525" y="710080"/>
                  <a:pt x="1565558" y="1065120"/>
                </a:cubicBezTo>
                <a:lnTo>
                  <a:pt x="2912870" y="564639"/>
                </a:lnTo>
                <a:lnTo>
                  <a:pt x="3684951" y="577165"/>
                </a:lnTo>
              </a:path>
            </a:pathLst>
          </a:custGeom>
          <a:noFill/>
          <a:ln w="47625">
            <a:solidFill>
              <a:srgbClr val="0000A8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4BA8D4EB-6400-5347-8FCF-BA0939582BD3}"/>
              </a:ext>
            </a:extLst>
          </p:cNvPr>
          <p:cNvSpPr txBox="1"/>
          <p:nvPr/>
        </p:nvSpPr>
        <p:spPr>
          <a:xfrm>
            <a:off x="1351953" y="5524714"/>
            <a:ext cx="97836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CC0000"/>
                </a:solidFill>
                <a:ea typeface="ＭＳ Ｐゴシック" charset="0"/>
              </a:rPr>
              <a:t>We learned in Chapter 4 that generalized forwarding and SDN can be used to achieve </a:t>
            </a:r>
            <a:r>
              <a:rPr lang="en-US" sz="2800" i="1" dirty="0">
                <a:solidFill>
                  <a:srgbClr val="CC0000"/>
                </a:solidFill>
                <a:ea typeface="ＭＳ Ｐゴシック" charset="0"/>
              </a:rPr>
              <a:t>any</a:t>
            </a:r>
            <a:r>
              <a:rPr lang="en-US" sz="2800" dirty="0">
                <a:solidFill>
                  <a:srgbClr val="CC0000"/>
                </a:solidFill>
                <a:ea typeface="ＭＳ Ｐゴシック" charset="0"/>
              </a:rPr>
              <a:t> routing desired</a:t>
            </a:r>
          </a:p>
        </p:txBody>
      </p:sp>
    </p:spTree>
    <p:extLst>
      <p:ext uri="{BB962C8B-B14F-4D97-AF65-F5344CB8AC3E}">
        <p14:creationId xmlns:p14="http://schemas.microsoft.com/office/powerpoint/2010/main" val="4221452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8" grpId="0" animBg="1"/>
      <p:bldP spid="299" grpId="0" animBg="1"/>
      <p:bldP spid="30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CD85E7-B9DB-9043-B7EC-8C0919E8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4139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/>
              <a:t>Software defined networking (SDN)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71119-17C6-6045-B8FE-FECA68C80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31</a:t>
            </a:fld>
            <a:endParaRPr lang="en-US" dirty="0"/>
          </a:p>
        </p:txBody>
      </p: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97528339-91BF-A047-B131-DB1084069AD0}"/>
              </a:ext>
            </a:extLst>
          </p:cNvPr>
          <p:cNvGrpSpPr/>
          <p:nvPr/>
        </p:nvGrpSpPr>
        <p:grpSpPr>
          <a:xfrm>
            <a:off x="3056815" y="1998116"/>
            <a:ext cx="7050773" cy="4668701"/>
            <a:chOff x="1453484" y="1555350"/>
            <a:chExt cx="7050773" cy="4668701"/>
          </a:xfrm>
        </p:grpSpPr>
        <p:grpSp>
          <p:nvGrpSpPr>
            <p:cNvPr id="369" name="Group 368">
              <a:extLst>
                <a:ext uri="{FF2B5EF4-FFF2-40B4-BE49-F238E27FC236}">
                  <a16:creationId xmlns:a16="http://schemas.microsoft.com/office/drawing/2014/main" id="{65D1C995-A844-2B42-9010-C4218A5CA77D}"/>
                </a:ext>
              </a:extLst>
            </p:cNvPr>
            <p:cNvGrpSpPr/>
            <p:nvPr/>
          </p:nvGrpSpPr>
          <p:grpSpPr>
            <a:xfrm>
              <a:off x="1453484" y="1555350"/>
              <a:ext cx="6027737" cy="1440135"/>
              <a:chOff x="1492879" y="2061336"/>
              <a:chExt cx="6027737" cy="1440135"/>
            </a:xfrm>
          </p:grpSpPr>
          <p:sp>
            <p:nvSpPr>
              <p:cNvPr id="641" name="Rectangle 640">
                <a:extLst>
                  <a:ext uri="{FF2B5EF4-FFF2-40B4-BE49-F238E27FC236}">
                    <a16:creationId xmlns:a16="http://schemas.microsoft.com/office/drawing/2014/main" id="{0E8C8ADE-E45C-8948-918B-042EEC2FAE7D}"/>
                  </a:ext>
                </a:extLst>
              </p:cNvPr>
              <p:cNvSpPr/>
              <p:nvPr/>
            </p:nvSpPr>
            <p:spPr bwMode="auto">
              <a:xfrm>
                <a:off x="1929251" y="2064703"/>
                <a:ext cx="5043488" cy="1017588"/>
              </a:xfrm>
              <a:prstGeom prst="rect">
                <a:avLst/>
              </a:prstGeom>
              <a:solidFill>
                <a:srgbClr val="2D2DB9">
                  <a:lumMod val="20000"/>
                  <a:lumOff val="80000"/>
                </a:srgbClr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642" name="Freeform 641">
                <a:extLst>
                  <a:ext uri="{FF2B5EF4-FFF2-40B4-BE49-F238E27FC236}">
                    <a16:creationId xmlns:a16="http://schemas.microsoft.com/office/drawing/2014/main" id="{4C064E57-91B4-C64F-BC29-DB5B58D5D836}"/>
                  </a:ext>
                </a:extLst>
              </p:cNvPr>
              <p:cNvSpPr/>
              <p:nvPr/>
            </p:nvSpPr>
            <p:spPr bwMode="auto">
              <a:xfrm>
                <a:off x="1739747" y="2067585"/>
                <a:ext cx="198437" cy="1385888"/>
              </a:xfrm>
              <a:custGeom>
                <a:avLst/>
                <a:gdLst>
                  <a:gd name="connsiteX0" fmla="*/ 0 w 312616"/>
                  <a:gd name="connsiteY0" fmla="*/ 644770 h 1367693"/>
                  <a:gd name="connsiteX1" fmla="*/ 312616 w 312616"/>
                  <a:gd name="connsiteY1" fmla="*/ 0 h 1367693"/>
                  <a:gd name="connsiteX2" fmla="*/ 312616 w 312616"/>
                  <a:gd name="connsiteY2" fmla="*/ 1016000 h 1367693"/>
                  <a:gd name="connsiteX3" fmla="*/ 117231 w 312616"/>
                  <a:gd name="connsiteY3" fmla="*/ 1367693 h 1367693"/>
                  <a:gd name="connsiteX4" fmla="*/ 0 w 312616"/>
                  <a:gd name="connsiteY4" fmla="*/ 644770 h 1367693"/>
                  <a:gd name="connsiteX0" fmla="*/ 0 w 199855"/>
                  <a:gd name="connsiteY0" fmla="*/ 733787 h 1367693"/>
                  <a:gd name="connsiteX1" fmla="*/ 199855 w 199855"/>
                  <a:gd name="connsiteY1" fmla="*/ 0 h 1367693"/>
                  <a:gd name="connsiteX2" fmla="*/ 199855 w 199855"/>
                  <a:gd name="connsiteY2" fmla="*/ 1016000 h 1367693"/>
                  <a:gd name="connsiteX3" fmla="*/ 4470 w 199855"/>
                  <a:gd name="connsiteY3" fmla="*/ 1367693 h 1367693"/>
                  <a:gd name="connsiteX4" fmla="*/ 0 w 199855"/>
                  <a:gd name="connsiteY4" fmla="*/ 733787 h 1367693"/>
                  <a:gd name="connsiteX0" fmla="*/ 25203 w 225058"/>
                  <a:gd name="connsiteY0" fmla="*/ 733787 h 1361758"/>
                  <a:gd name="connsiteX1" fmla="*/ 225058 w 225058"/>
                  <a:gd name="connsiteY1" fmla="*/ 0 h 1361758"/>
                  <a:gd name="connsiteX2" fmla="*/ 225058 w 225058"/>
                  <a:gd name="connsiteY2" fmla="*/ 1016000 h 1361758"/>
                  <a:gd name="connsiteX3" fmla="*/ 0 w 225058"/>
                  <a:gd name="connsiteY3" fmla="*/ 1361758 h 1361758"/>
                  <a:gd name="connsiteX4" fmla="*/ 25203 w 225058"/>
                  <a:gd name="connsiteY4" fmla="*/ 733787 h 1361758"/>
                  <a:gd name="connsiteX0" fmla="*/ 25203 w 230992"/>
                  <a:gd name="connsiteY0" fmla="*/ 787197 h 1415168"/>
                  <a:gd name="connsiteX1" fmla="*/ 230992 w 230992"/>
                  <a:gd name="connsiteY1" fmla="*/ 0 h 1415168"/>
                  <a:gd name="connsiteX2" fmla="*/ 225058 w 230992"/>
                  <a:gd name="connsiteY2" fmla="*/ 1069410 h 1415168"/>
                  <a:gd name="connsiteX3" fmla="*/ 0 w 230992"/>
                  <a:gd name="connsiteY3" fmla="*/ 1415168 h 1415168"/>
                  <a:gd name="connsiteX4" fmla="*/ 25203 w 230992"/>
                  <a:gd name="connsiteY4" fmla="*/ 787197 h 1415168"/>
                  <a:gd name="connsiteX0" fmla="*/ 0 w 205789"/>
                  <a:gd name="connsiteY0" fmla="*/ 787197 h 1427037"/>
                  <a:gd name="connsiteX1" fmla="*/ 205789 w 205789"/>
                  <a:gd name="connsiteY1" fmla="*/ 0 h 1427037"/>
                  <a:gd name="connsiteX2" fmla="*/ 199855 w 205789"/>
                  <a:gd name="connsiteY2" fmla="*/ 1069410 h 1427037"/>
                  <a:gd name="connsiteX3" fmla="*/ 4471 w 205789"/>
                  <a:gd name="connsiteY3" fmla="*/ 1427037 h 1427037"/>
                  <a:gd name="connsiteX4" fmla="*/ 0 w 205789"/>
                  <a:gd name="connsiteY4" fmla="*/ 787197 h 1427037"/>
                  <a:gd name="connsiteX0" fmla="*/ 0 w 199855"/>
                  <a:gd name="connsiteY0" fmla="*/ 745656 h 1385496"/>
                  <a:gd name="connsiteX1" fmla="*/ 193920 w 199855"/>
                  <a:gd name="connsiteY1" fmla="*/ 0 h 1385496"/>
                  <a:gd name="connsiteX2" fmla="*/ 199855 w 199855"/>
                  <a:gd name="connsiteY2" fmla="*/ 1027869 h 1385496"/>
                  <a:gd name="connsiteX3" fmla="*/ 4471 w 199855"/>
                  <a:gd name="connsiteY3" fmla="*/ 1385496 h 1385496"/>
                  <a:gd name="connsiteX4" fmla="*/ 0 w 199855"/>
                  <a:gd name="connsiteY4" fmla="*/ 745656 h 1385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9855" h="1385496">
                    <a:moveTo>
                      <a:pt x="0" y="745656"/>
                    </a:moveTo>
                    <a:lnTo>
                      <a:pt x="193920" y="0"/>
                    </a:lnTo>
                    <a:cubicBezTo>
                      <a:pt x="195898" y="342623"/>
                      <a:pt x="197877" y="685246"/>
                      <a:pt x="199855" y="1027869"/>
                    </a:cubicBezTo>
                    <a:lnTo>
                      <a:pt x="4471" y="1385496"/>
                    </a:lnTo>
                    <a:cubicBezTo>
                      <a:pt x="2981" y="1172216"/>
                      <a:pt x="1490" y="958936"/>
                      <a:pt x="0" y="745656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</a:srgbClr>
                  </a:gs>
                  <a:gs pos="100000">
                    <a:srgbClr val="2D2DB9">
                      <a:lumMod val="20000"/>
                      <a:lumOff val="80000"/>
                    </a:srgbClr>
                  </a:gs>
                </a:gsLst>
                <a:lin ang="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643" name="Freeform 642">
                <a:extLst>
                  <a:ext uri="{FF2B5EF4-FFF2-40B4-BE49-F238E27FC236}">
                    <a16:creationId xmlns:a16="http://schemas.microsoft.com/office/drawing/2014/main" id="{FA5C362A-704A-E343-9748-70DE7380E98C}"/>
                  </a:ext>
                </a:extLst>
              </p:cNvPr>
              <p:cNvSpPr/>
              <p:nvPr/>
            </p:nvSpPr>
            <p:spPr bwMode="auto">
              <a:xfrm flipH="1">
                <a:off x="6969078" y="2061336"/>
                <a:ext cx="220427" cy="1370587"/>
              </a:xfrm>
              <a:custGeom>
                <a:avLst/>
                <a:gdLst>
                  <a:gd name="connsiteX0" fmla="*/ 0 w 312616"/>
                  <a:gd name="connsiteY0" fmla="*/ 644770 h 1367693"/>
                  <a:gd name="connsiteX1" fmla="*/ 312616 w 312616"/>
                  <a:gd name="connsiteY1" fmla="*/ 0 h 1367693"/>
                  <a:gd name="connsiteX2" fmla="*/ 312616 w 312616"/>
                  <a:gd name="connsiteY2" fmla="*/ 1016000 h 1367693"/>
                  <a:gd name="connsiteX3" fmla="*/ 117231 w 312616"/>
                  <a:gd name="connsiteY3" fmla="*/ 1367693 h 1367693"/>
                  <a:gd name="connsiteX4" fmla="*/ 0 w 312616"/>
                  <a:gd name="connsiteY4" fmla="*/ 644770 h 1367693"/>
                  <a:gd name="connsiteX0" fmla="*/ 0 w 199855"/>
                  <a:gd name="connsiteY0" fmla="*/ 733787 h 1367693"/>
                  <a:gd name="connsiteX1" fmla="*/ 199855 w 199855"/>
                  <a:gd name="connsiteY1" fmla="*/ 0 h 1367693"/>
                  <a:gd name="connsiteX2" fmla="*/ 199855 w 199855"/>
                  <a:gd name="connsiteY2" fmla="*/ 1016000 h 1367693"/>
                  <a:gd name="connsiteX3" fmla="*/ 4470 w 199855"/>
                  <a:gd name="connsiteY3" fmla="*/ 1367693 h 1367693"/>
                  <a:gd name="connsiteX4" fmla="*/ 0 w 199855"/>
                  <a:gd name="connsiteY4" fmla="*/ 733787 h 1367693"/>
                  <a:gd name="connsiteX0" fmla="*/ 25203 w 225058"/>
                  <a:gd name="connsiteY0" fmla="*/ 733787 h 1361758"/>
                  <a:gd name="connsiteX1" fmla="*/ 225058 w 225058"/>
                  <a:gd name="connsiteY1" fmla="*/ 0 h 1361758"/>
                  <a:gd name="connsiteX2" fmla="*/ 225058 w 225058"/>
                  <a:gd name="connsiteY2" fmla="*/ 1016000 h 1361758"/>
                  <a:gd name="connsiteX3" fmla="*/ 0 w 225058"/>
                  <a:gd name="connsiteY3" fmla="*/ 1361758 h 1361758"/>
                  <a:gd name="connsiteX4" fmla="*/ 25203 w 225058"/>
                  <a:gd name="connsiteY4" fmla="*/ 733787 h 1361758"/>
                  <a:gd name="connsiteX0" fmla="*/ 25203 w 230992"/>
                  <a:gd name="connsiteY0" fmla="*/ 787197 h 1415168"/>
                  <a:gd name="connsiteX1" fmla="*/ 230992 w 230992"/>
                  <a:gd name="connsiteY1" fmla="*/ 0 h 1415168"/>
                  <a:gd name="connsiteX2" fmla="*/ 225058 w 230992"/>
                  <a:gd name="connsiteY2" fmla="*/ 1069410 h 1415168"/>
                  <a:gd name="connsiteX3" fmla="*/ 0 w 230992"/>
                  <a:gd name="connsiteY3" fmla="*/ 1415168 h 1415168"/>
                  <a:gd name="connsiteX4" fmla="*/ 25203 w 230992"/>
                  <a:gd name="connsiteY4" fmla="*/ 787197 h 1415168"/>
                  <a:gd name="connsiteX0" fmla="*/ 0 w 205789"/>
                  <a:gd name="connsiteY0" fmla="*/ 787197 h 1427037"/>
                  <a:gd name="connsiteX1" fmla="*/ 205789 w 205789"/>
                  <a:gd name="connsiteY1" fmla="*/ 0 h 1427037"/>
                  <a:gd name="connsiteX2" fmla="*/ 199855 w 205789"/>
                  <a:gd name="connsiteY2" fmla="*/ 1069410 h 1427037"/>
                  <a:gd name="connsiteX3" fmla="*/ 4471 w 205789"/>
                  <a:gd name="connsiteY3" fmla="*/ 1427037 h 1427037"/>
                  <a:gd name="connsiteX4" fmla="*/ 0 w 205789"/>
                  <a:gd name="connsiteY4" fmla="*/ 787197 h 1427037"/>
                  <a:gd name="connsiteX0" fmla="*/ 0 w 199855"/>
                  <a:gd name="connsiteY0" fmla="*/ 745656 h 1385496"/>
                  <a:gd name="connsiteX1" fmla="*/ 193920 w 199855"/>
                  <a:gd name="connsiteY1" fmla="*/ 0 h 1385496"/>
                  <a:gd name="connsiteX2" fmla="*/ 199855 w 199855"/>
                  <a:gd name="connsiteY2" fmla="*/ 1027869 h 1385496"/>
                  <a:gd name="connsiteX3" fmla="*/ 4471 w 199855"/>
                  <a:gd name="connsiteY3" fmla="*/ 1385496 h 1385496"/>
                  <a:gd name="connsiteX4" fmla="*/ 0 w 199855"/>
                  <a:gd name="connsiteY4" fmla="*/ 745656 h 1385496"/>
                  <a:gd name="connsiteX0" fmla="*/ 0 w 219519"/>
                  <a:gd name="connsiteY0" fmla="*/ 730359 h 1370199"/>
                  <a:gd name="connsiteX1" fmla="*/ 219401 w 219519"/>
                  <a:gd name="connsiteY1" fmla="*/ 0 h 1370199"/>
                  <a:gd name="connsiteX2" fmla="*/ 199855 w 219519"/>
                  <a:gd name="connsiteY2" fmla="*/ 1012572 h 1370199"/>
                  <a:gd name="connsiteX3" fmla="*/ 4471 w 219519"/>
                  <a:gd name="connsiteY3" fmla="*/ 1370199 h 1370199"/>
                  <a:gd name="connsiteX4" fmla="*/ 0 w 219519"/>
                  <a:gd name="connsiteY4" fmla="*/ 730359 h 1370199"/>
                  <a:gd name="connsiteX0" fmla="*/ 0 w 219602"/>
                  <a:gd name="connsiteY0" fmla="*/ 730359 h 1370199"/>
                  <a:gd name="connsiteX1" fmla="*/ 219401 w 219602"/>
                  <a:gd name="connsiteY1" fmla="*/ 0 h 1370199"/>
                  <a:gd name="connsiteX2" fmla="*/ 210047 w 219602"/>
                  <a:gd name="connsiteY2" fmla="*/ 1007473 h 1370199"/>
                  <a:gd name="connsiteX3" fmla="*/ 4471 w 219602"/>
                  <a:gd name="connsiteY3" fmla="*/ 1370199 h 1370199"/>
                  <a:gd name="connsiteX4" fmla="*/ 0 w 219602"/>
                  <a:gd name="connsiteY4" fmla="*/ 730359 h 1370199"/>
                  <a:gd name="connsiteX0" fmla="*/ 0 w 220239"/>
                  <a:gd name="connsiteY0" fmla="*/ 730359 h 1370199"/>
                  <a:gd name="connsiteX1" fmla="*/ 219401 w 220239"/>
                  <a:gd name="connsiteY1" fmla="*/ 0 h 1370199"/>
                  <a:gd name="connsiteX2" fmla="*/ 220239 w 220239"/>
                  <a:gd name="connsiteY2" fmla="*/ 1007473 h 1370199"/>
                  <a:gd name="connsiteX3" fmla="*/ 4471 w 220239"/>
                  <a:gd name="connsiteY3" fmla="*/ 1370199 h 1370199"/>
                  <a:gd name="connsiteX4" fmla="*/ 0 w 220239"/>
                  <a:gd name="connsiteY4" fmla="*/ 730359 h 1370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0239" h="1370199">
                    <a:moveTo>
                      <a:pt x="0" y="730359"/>
                    </a:moveTo>
                    <a:cubicBezTo>
                      <a:pt x="64640" y="481807"/>
                      <a:pt x="154761" y="248552"/>
                      <a:pt x="219401" y="0"/>
                    </a:cubicBezTo>
                    <a:cubicBezTo>
                      <a:pt x="221379" y="342623"/>
                      <a:pt x="218261" y="664850"/>
                      <a:pt x="220239" y="1007473"/>
                    </a:cubicBezTo>
                    <a:lnTo>
                      <a:pt x="4471" y="1370199"/>
                    </a:lnTo>
                    <a:cubicBezTo>
                      <a:pt x="2981" y="1156919"/>
                      <a:pt x="1490" y="943639"/>
                      <a:pt x="0" y="730359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D2DB9">
                      <a:lumMod val="20000"/>
                      <a:lumOff val="80000"/>
                    </a:srgbClr>
                  </a:gs>
                  <a:gs pos="100000">
                    <a:srgbClr val="FFFFFF"/>
                  </a:gs>
                </a:gsLst>
                <a:lin ang="108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grpSp>
            <p:nvGrpSpPr>
              <p:cNvPr id="644" name="Group 950">
                <a:extLst>
                  <a:ext uri="{FF2B5EF4-FFF2-40B4-BE49-F238E27FC236}">
                    <a16:creationId xmlns:a16="http://schemas.microsoft.com/office/drawing/2014/main" id="{BFB22C9B-BC09-B440-A46F-2D76736973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879" y="2820676"/>
                <a:ext cx="338137" cy="653816"/>
                <a:chOff x="4140" y="429"/>
                <a:chExt cx="1425" cy="2396"/>
              </a:xfrm>
            </p:grpSpPr>
            <p:sp>
              <p:nvSpPr>
                <p:cNvPr id="678" name="Freeform 951">
                  <a:extLst>
                    <a:ext uri="{FF2B5EF4-FFF2-40B4-BE49-F238E27FC236}">
                      <a16:creationId xmlns:a16="http://schemas.microsoft.com/office/drawing/2014/main" id="{C93B17FF-0040-E143-8CD8-47B3382C9E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79" name="Rectangle 952">
                  <a:extLst>
                    <a:ext uri="{FF2B5EF4-FFF2-40B4-BE49-F238E27FC236}">
                      <a16:creationId xmlns:a16="http://schemas.microsoft.com/office/drawing/2014/main" id="{94E3F1D7-858E-134B-B23C-9AEF036042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80" name="Freeform 953">
                  <a:extLst>
                    <a:ext uri="{FF2B5EF4-FFF2-40B4-BE49-F238E27FC236}">
                      <a16:creationId xmlns:a16="http://schemas.microsoft.com/office/drawing/2014/main" id="{A5ADCD62-7F66-5342-A67A-0AAD6E6298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81" name="Freeform 954">
                  <a:extLst>
                    <a:ext uri="{FF2B5EF4-FFF2-40B4-BE49-F238E27FC236}">
                      <a16:creationId xmlns:a16="http://schemas.microsoft.com/office/drawing/2014/main" id="{798CC50B-B3EC-314B-9757-048EDA8728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82" name="Rectangle 955">
                  <a:extLst>
                    <a:ext uri="{FF2B5EF4-FFF2-40B4-BE49-F238E27FC236}">
                      <a16:creationId xmlns:a16="http://schemas.microsoft.com/office/drawing/2014/main" id="{8AC0730C-7FD1-954C-9651-01160E90FB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683" name="Group 956">
                  <a:extLst>
                    <a:ext uri="{FF2B5EF4-FFF2-40B4-BE49-F238E27FC236}">
                      <a16:creationId xmlns:a16="http://schemas.microsoft.com/office/drawing/2014/main" id="{46F1238A-3BE5-7E4D-9C16-6AF856100F5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708" name="AutoShape 957">
                    <a:extLst>
                      <a:ext uri="{FF2B5EF4-FFF2-40B4-BE49-F238E27FC236}">
                        <a16:creationId xmlns:a16="http://schemas.microsoft.com/office/drawing/2014/main" id="{8F3DFBFB-DFA3-5F48-8418-ED7B15AEE23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709" name="AutoShape 958">
                    <a:extLst>
                      <a:ext uri="{FF2B5EF4-FFF2-40B4-BE49-F238E27FC236}">
                        <a16:creationId xmlns:a16="http://schemas.microsoft.com/office/drawing/2014/main" id="{3EF6C38B-BA43-AE4B-8950-AC4EC3C4696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684" name="Rectangle 959">
                  <a:extLst>
                    <a:ext uri="{FF2B5EF4-FFF2-40B4-BE49-F238E27FC236}">
                      <a16:creationId xmlns:a16="http://schemas.microsoft.com/office/drawing/2014/main" id="{A5086A21-7AAE-C24B-A458-7EA58661E9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685" name="Group 960">
                  <a:extLst>
                    <a:ext uri="{FF2B5EF4-FFF2-40B4-BE49-F238E27FC236}">
                      <a16:creationId xmlns:a16="http://schemas.microsoft.com/office/drawing/2014/main" id="{DC0F35FB-5641-C341-93CC-CF394A1D806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706" name="AutoShape 961">
                    <a:extLst>
                      <a:ext uri="{FF2B5EF4-FFF2-40B4-BE49-F238E27FC236}">
                        <a16:creationId xmlns:a16="http://schemas.microsoft.com/office/drawing/2014/main" id="{77FB2B1D-3750-5049-9EFA-8AC3214A62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707" name="AutoShape 962">
                    <a:extLst>
                      <a:ext uri="{FF2B5EF4-FFF2-40B4-BE49-F238E27FC236}">
                        <a16:creationId xmlns:a16="http://schemas.microsoft.com/office/drawing/2014/main" id="{956944B6-375A-5147-8F14-3875730F072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686" name="Rectangle 963">
                  <a:extLst>
                    <a:ext uri="{FF2B5EF4-FFF2-40B4-BE49-F238E27FC236}">
                      <a16:creationId xmlns:a16="http://schemas.microsoft.com/office/drawing/2014/main" id="{51250F08-E9E0-8947-B41A-98CA619BEB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87" name="Rectangle 964">
                  <a:extLst>
                    <a:ext uri="{FF2B5EF4-FFF2-40B4-BE49-F238E27FC236}">
                      <a16:creationId xmlns:a16="http://schemas.microsoft.com/office/drawing/2014/main" id="{A7290D91-148F-E442-B5BE-7041CAA127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688" name="Group 965">
                  <a:extLst>
                    <a:ext uri="{FF2B5EF4-FFF2-40B4-BE49-F238E27FC236}">
                      <a16:creationId xmlns:a16="http://schemas.microsoft.com/office/drawing/2014/main" id="{A4AC7B26-9599-E447-9575-F78EA7DB36A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704" name="AutoShape 966">
                    <a:extLst>
                      <a:ext uri="{FF2B5EF4-FFF2-40B4-BE49-F238E27FC236}">
                        <a16:creationId xmlns:a16="http://schemas.microsoft.com/office/drawing/2014/main" id="{16872CF0-ABED-9445-8EA2-8FBA649600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705" name="AutoShape 967">
                    <a:extLst>
                      <a:ext uri="{FF2B5EF4-FFF2-40B4-BE49-F238E27FC236}">
                        <a16:creationId xmlns:a16="http://schemas.microsoft.com/office/drawing/2014/main" id="{64523BD2-4BE8-E847-BE4E-D2CBBC05CE7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689" name="Freeform 968">
                  <a:extLst>
                    <a:ext uri="{FF2B5EF4-FFF2-40B4-BE49-F238E27FC236}">
                      <a16:creationId xmlns:a16="http://schemas.microsoft.com/office/drawing/2014/main" id="{766AF934-6B9F-7A4A-BA2F-5AC0F59DDC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690" name="Group 969">
                  <a:extLst>
                    <a:ext uri="{FF2B5EF4-FFF2-40B4-BE49-F238E27FC236}">
                      <a16:creationId xmlns:a16="http://schemas.microsoft.com/office/drawing/2014/main" id="{01B1207E-761E-8B48-A649-9F16B0E817F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702" name="AutoShape 970">
                    <a:extLst>
                      <a:ext uri="{FF2B5EF4-FFF2-40B4-BE49-F238E27FC236}">
                        <a16:creationId xmlns:a16="http://schemas.microsoft.com/office/drawing/2014/main" id="{08367B9F-30AC-DB4D-86E0-8706AB6F17B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703" name="AutoShape 971">
                    <a:extLst>
                      <a:ext uri="{FF2B5EF4-FFF2-40B4-BE49-F238E27FC236}">
                        <a16:creationId xmlns:a16="http://schemas.microsoft.com/office/drawing/2014/main" id="{0CCF312D-E5E0-DD42-BC43-029376F07D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691" name="Rectangle 972">
                  <a:extLst>
                    <a:ext uri="{FF2B5EF4-FFF2-40B4-BE49-F238E27FC236}">
                      <a16:creationId xmlns:a16="http://schemas.microsoft.com/office/drawing/2014/main" id="{77C87858-B0B9-CD40-83EF-2AE4B8CE36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92" name="Freeform 973">
                  <a:extLst>
                    <a:ext uri="{FF2B5EF4-FFF2-40B4-BE49-F238E27FC236}">
                      <a16:creationId xmlns:a16="http://schemas.microsoft.com/office/drawing/2014/main" id="{A75FB760-53D9-F645-965D-EACA234C7B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93" name="Freeform 974">
                  <a:extLst>
                    <a:ext uri="{FF2B5EF4-FFF2-40B4-BE49-F238E27FC236}">
                      <a16:creationId xmlns:a16="http://schemas.microsoft.com/office/drawing/2014/main" id="{D0F6A067-0F6C-1542-93C8-8767BAB281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94" name="Oval 975">
                  <a:extLst>
                    <a:ext uri="{FF2B5EF4-FFF2-40B4-BE49-F238E27FC236}">
                      <a16:creationId xmlns:a16="http://schemas.microsoft.com/office/drawing/2014/main" id="{B148E6EE-1086-9D40-820A-A5B06CF307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95" name="Freeform 976">
                  <a:extLst>
                    <a:ext uri="{FF2B5EF4-FFF2-40B4-BE49-F238E27FC236}">
                      <a16:creationId xmlns:a16="http://schemas.microsoft.com/office/drawing/2014/main" id="{D8F25B87-4D7C-9E4E-A7D7-69EF334ADE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96" name="AutoShape 977">
                  <a:extLst>
                    <a:ext uri="{FF2B5EF4-FFF2-40B4-BE49-F238E27FC236}">
                      <a16:creationId xmlns:a16="http://schemas.microsoft.com/office/drawing/2014/main" id="{F19FCB47-2C02-3A4D-8F7C-5C007AACF9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97" name="AutoShape 978">
                  <a:extLst>
                    <a:ext uri="{FF2B5EF4-FFF2-40B4-BE49-F238E27FC236}">
                      <a16:creationId xmlns:a16="http://schemas.microsoft.com/office/drawing/2014/main" id="{02DAEA9E-1C92-1E49-ADA1-E12E559547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98" name="Oval 979">
                  <a:extLst>
                    <a:ext uri="{FF2B5EF4-FFF2-40B4-BE49-F238E27FC236}">
                      <a16:creationId xmlns:a16="http://schemas.microsoft.com/office/drawing/2014/main" id="{05D8FE8F-A7EC-5C49-899C-04C2851574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99" name="Oval 980">
                  <a:extLst>
                    <a:ext uri="{FF2B5EF4-FFF2-40B4-BE49-F238E27FC236}">
                      <a16:creationId xmlns:a16="http://schemas.microsoft.com/office/drawing/2014/main" id="{9EF3949A-4727-6545-8662-1588584905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00" name="Oval 981">
                  <a:extLst>
                    <a:ext uri="{FF2B5EF4-FFF2-40B4-BE49-F238E27FC236}">
                      <a16:creationId xmlns:a16="http://schemas.microsoft.com/office/drawing/2014/main" id="{0403B0BF-BF1F-DA46-9D8B-5B8849E3B9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01" name="Rectangle 982">
                  <a:extLst>
                    <a:ext uri="{FF2B5EF4-FFF2-40B4-BE49-F238E27FC236}">
                      <a16:creationId xmlns:a16="http://schemas.microsoft.com/office/drawing/2014/main" id="{11732AD1-CADA-424C-B568-61AE7615F9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645" name="Group 950">
                <a:extLst>
                  <a:ext uri="{FF2B5EF4-FFF2-40B4-BE49-F238E27FC236}">
                    <a16:creationId xmlns:a16="http://schemas.microsoft.com/office/drawing/2014/main" id="{FECCC7AA-D327-D443-87B8-617FD04017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82479" y="2847655"/>
                <a:ext cx="338137" cy="653816"/>
                <a:chOff x="4140" y="429"/>
                <a:chExt cx="1425" cy="2396"/>
              </a:xfrm>
            </p:grpSpPr>
            <p:sp>
              <p:nvSpPr>
                <p:cNvPr id="646" name="Freeform 951">
                  <a:extLst>
                    <a:ext uri="{FF2B5EF4-FFF2-40B4-BE49-F238E27FC236}">
                      <a16:creationId xmlns:a16="http://schemas.microsoft.com/office/drawing/2014/main" id="{D0EE5BDB-2A71-CE4D-A062-CF068F3292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47" name="Rectangle 952">
                  <a:extLst>
                    <a:ext uri="{FF2B5EF4-FFF2-40B4-BE49-F238E27FC236}">
                      <a16:creationId xmlns:a16="http://schemas.microsoft.com/office/drawing/2014/main" id="{9E873E53-60F1-0244-90AF-FCDF28B963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48" name="Freeform 953">
                  <a:extLst>
                    <a:ext uri="{FF2B5EF4-FFF2-40B4-BE49-F238E27FC236}">
                      <a16:creationId xmlns:a16="http://schemas.microsoft.com/office/drawing/2014/main" id="{0FAA8939-0162-2647-AA4C-426D1152D4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49" name="Freeform 954">
                  <a:extLst>
                    <a:ext uri="{FF2B5EF4-FFF2-40B4-BE49-F238E27FC236}">
                      <a16:creationId xmlns:a16="http://schemas.microsoft.com/office/drawing/2014/main" id="{ACF078AF-FFA7-DC47-91FC-2294F2AE48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50" name="Rectangle 955">
                  <a:extLst>
                    <a:ext uri="{FF2B5EF4-FFF2-40B4-BE49-F238E27FC236}">
                      <a16:creationId xmlns:a16="http://schemas.microsoft.com/office/drawing/2014/main" id="{5AB29191-3455-804D-BDB2-439F7285B7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651" name="Group 956">
                  <a:extLst>
                    <a:ext uri="{FF2B5EF4-FFF2-40B4-BE49-F238E27FC236}">
                      <a16:creationId xmlns:a16="http://schemas.microsoft.com/office/drawing/2014/main" id="{4B1AE814-DE01-8344-A38E-AB976017991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676" name="AutoShape 957">
                    <a:extLst>
                      <a:ext uri="{FF2B5EF4-FFF2-40B4-BE49-F238E27FC236}">
                        <a16:creationId xmlns:a16="http://schemas.microsoft.com/office/drawing/2014/main" id="{3D8B382B-4EE2-3044-AB03-ED5E89F6208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77" name="AutoShape 958">
                    <a:extLst>
                      <a:ext uri="{FF2B5EF4-FFF2-40B4-BE49-F238E27FC236}">
                        <a16:creationId xmlns:a16="http://schemas.microsoft.com/office/drawing/2014/main" id="{EE12B379-2B8C-6249-85FA-34B6B72F880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652" name="Rectangle 959">
                  <a:extLst>
                    <a:ext uri="{FF2B5EF4-FFF2-40B4-BE49-F238E27FC236}">
                      <a16:creationId xmlns:a16="http://schemas.microsoft.com/office/drawing/2014/main" id="{8B337E37-83E3-8A4F-A114-0556F0655B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653" name="Group 960">
                  <a:extLst>
                    <a:ext uri="{FF2B5EF4-FFF2-40B4-BE49-F238E27FC236}">
                      <a16:creationId xmlns:a16="http://schemas.microsoft.com/office/drawing/2014/main" id="{2B1B316A-27F7-544C-BB1F-529B81FEBCE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674" name="AutoShape 961">
                    <a:extLst>
                      <a:ext uri="{FF2B5EF4-FFF2-40B4-BE49-F238E27FC236}">
                        <a16:creationId xmlns:a16="http://schemas.microsoft.com/office/drawing/2014/main" id="{82CB4D18-8227-7449-A037-629C0FF8F63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75" name="AutoShape 962">
                    <a:extLst>
                      <a:ext uri="{FF2B5EF4-FFF2-40B4-BE49-F238E27FC236}">
                        <a16:creationId xmlns:a16="http://schemas.microsoft.com/office/drawing/2014/main" id="{77C4C892-C52D-2A43-9E00-5E5F89DAA9C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654" name="Rectangle 963">
                  <a:extLst>
                    <a:ext uri="{FF2B5EF4-FFF2-40B4-BE49-F238E27FC236}">
                      <a16:creationId xmlns:a16="http://schemas.microsoft.com/office/drawing/2014/main" id="{9B59ADB0-5FC1-6947-8652-152C4431F5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55" name="Rectangle 964">
                  <a:extLst>
                    <a:ext uri="{FF2B5EF4-FFF2-40B4-BE49-F238E27FC236}">
                      <a16:creationId xmlns:a16="http://schemas.microsoft.com/office/drawing/2014/main" id="{8036EA19-0F4F-4C4C-AB33-071D6E220F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656" name="Group 965">
                  <a:extLst>
                    <a:ext uri="{FF2B5EF4-FFF2-40B4-BE49-F238E27FC236}">
                      <a16:creationId xmlns:a16="http://schemas.microsoft.com/office/drawing/2014/main" id="{A1852D81-9CD2-8342-A865-F1FC4DE773F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672" name="AutoShape 966">
                    <a:extLst>
                      <a:ext uri="{FF2B5EF4-FFF2-40B4-BE49-F238E27FC236}">
                        <a16:creationId xmlns:a16="http://schemas.microsoft.com/office/drawing/2014/main" id="{108E3B46-89A3-BF49-B0A1-1143515C5F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73" name="AutoShape 967">
                    <a:extLst>
                      <a:ext uri="{FF2B5EF4-FFF2-40B4-BE49-F238E27FC236}">
                        <a16:creationId xmlns:a16="http://schemas.microsoft.com/office/drawing/2014/main" id="{EC7B04A0-DF7A-634B-9639-ECB3A2ECCD2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657" name="Freeform 968">
                  <a:extLst>
                    <a:ext uri="{FF2B5EF4-FFF2-40B4-BE49-F238E27FC236}">
                      <a16:creationId xmlns:a16="http://schemas.microsoft.com/office/drawing/2014/main" id="{CEABE947-354F-A444-B6A6-162F825E5B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658" name="Group 969">
                  <a:extLst>
                    <a:ext uri="{FF2B5EF4-FFF2-40B4-BE49-F238E27FC236}">
                      <a16:creationId xmlns:a16="http://schemas.microsoft.com/office/drawing/2014/main" id="{C17DC2A8-1A2D-024C-81BB-C671F1D7429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670" name="AutoShape 970">
                    <a:extLst>
                      <a:ext uri="{FF2B5EF4-FFF2-40B4-BE49-F238E27FC236}">
                        <a16:creationId xmlns:a16="http://schemas.microsoft.com/office/drawing/2014/main" id="{F160E30B-0993-AE40-BCC2-F036B6614B5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71" name="AutoShape 971">
                    <a:extLst>
                      <a:ext uri="{FF2B5EF4-FFF2-40B4-BE49-F238E27FC236}">
                        <a16:creationId xmlns:a16="http://schemas.microsoft.com/office/drawing/2014/main" id="{538FC7AE-F6DF-8747-A7AB-B6B79861FEE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659" name="Rectangle 972">
                  <a:extLst>
                    <a:ext uri="{FF2B5EF4-FFF2-40B4-BE49-F238E27FC236}">
                      <a16:creationId xmlns:a16="http://schemas.microsoft.com/office/drawing/2014/main" id="{B8C1B32E-8389-0C40-AC5D-FE4DC23D4D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60" name="Freeform 973">
                  <a:extLst>
                    <a:ext uri="{FF2B5EF4-FFF2-40B4-BE49-F238E27FC236}">
                      <a16:creationId xmlns:a16="http://schemas.microsoft.com/office/drawing/2014/main" id="{C409700D-9137-5047-8DD1-2ADBEDCE3E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61" name="Freeform 974">
                  <a:extLst>
                    <a:ext uri="{FF2B5EF4-FFF2-40B4-BE49-F238E27FC236}">
                      <a16:creationId xmlns:a16="http://schemas.microsoft.com/office/drawing/2014/main" id="{5B9FA4F0-FCB9-934A-B103-01E54A04CF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62" name="Oval 975">
                  <a:extLst>
                    <a:ext uri="{FF2B5EF4-FFF2-40B4-BE49-F238E27FC236}">
                      <a16:creationId xmlns:a16="http://schemas.microsoft.com/office/drawing/2014/main" id="{023DC606-4CC2-3F4F-9F3C-9273A59A46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63" name="Freeform 976">
                  <a:extLst>
                    <a:ext uri="{FF2B5EF4-FFF2-40B4-BE49-F238E27FC236}">
                      <a16:creationId xmlns:a16="http://schemas.microsoft.com/office/drawing/2014/main" id="{53BD9118-EC44-984F-BEE7-589634D00B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64" name="AutoShape 977">
                  <a:extLst>
                    <a:ext uri="{FF2B5EF4-FFF2-40B4-BE49-F238E27FC236}">
                      <a16:creationId xmlns:a16="http://schemas.microsoft.com/office/drawing/2014/main" id="{EAE28A53-589D-8949-97F5-B64BCC5E94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65" name="AutoShape 978">
                  <a:extLst>
                    <a:ext uri="{FF2B5EF4-FFF2-40B4-BE49-F238E27FC236}">
                      <a16:creationId xmlns:a16="http://schemas.microsoft.com/office/drawing/2014/main" id="{B726ADB7-E2D7-4A4D-8A36-F54F820A7D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66" name="Oval 979">
                  <a:extLst>
                    <a:ext uri="{FF2B5EF4-FFF2-40B4-BE49-F238E27FC236}">
                      <a16:creationId xmlns:a16="http://schemas.microsoft.com/office/drawing/2014/main" id="{72BFBA95-D735-264D-9CF3-6336547B05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67" name="Oval 980">
                  <a:extLst>
                    <a:ext uri="{FF2B5EF4-FFF2-40B4-BE49-F238E27FC236}">
                      <a16:creationId xmlns:a16="http://schemas.microsoft.com/office/drawing/2014/main" id="{17EC0A8D-B065-BF41-B9E4-498E246472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68" name="Oval 981">
                  <a:extLst>
                    <a:ext uri="{FF2B5EF4-FFF2-40B4-BE49-F238E27FC236}">
                      <a16:creationId xmlns:a16="http://schemas.microsoft.com/office/drawing/2014/main" id="{D57BC389-6B5C-B547-B5A5-0A29CCF6C1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69" name="Rectangle 982">
                  <a:extLst>
                    <a:ext uri="{FF2B5EF4-FFF2-40B4-BE49-F238E27FC236}">
                      <a16:creationId xmlns:a16="http://schemas.microsoft.com/office/drawing/2014/main" id="{B32EABF4-6F89-1849-A226-D1AAB432C6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370" name="Freeform 2">
              <a:extLst>
                <a:ext uri="{FF2B5EF4-FFF2-40B4-BE49-F238E27FC236}">
                  <a16:creationId xmlns:a16="http://schemas.microsoft.com/office/drawing/2014/main" id="{3BB28199-D5FC-D443-8567-6C0DFD261C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2388" y="5284251"/>
              <a:ext cx="4027487" cy="939800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001" h="10125">
                  <a:moveTo>
                    <a:pt x="4" y="4039"/>
                  </a:moveTo>
                  <a:cubicBezTo>
                    <a:pt x="-29" y="2271"/>
                    <a:pt x="194" y="2100"/>
                    <a:pt x="715" y="1595"/>
                  </a:cubicBezTo>
                  <a:cubicBezTo>
                    <a:pt x="1236" y="1089"/>
                    <a:pt x="2417" y="1272"/>
                    <a:pt x="3130" y="1006"/>
                  </a:cubicBezTo>
                  <a:cubicBezTo>
                    <a:pt x="3843" y="740"/>
                    <a:pt x="4397" y="0"/>
                    <a:pt x="4995" y="0"/>
                  </a:cubicBezTo>
                  <a:cubicBezTo>
                    <a:pt x="5593" y="1"/>
                    <a:pt x="6206" y="926"/>
                    <a:pt x="6720" y="1009"/>
                  </a:cubicBezTo>
                  <a:cubicBezTo>
                    <a:pt x="7234" y="1092"/>
                    <a:pt x="7536" y="241"/>
                    <a:pt x="8082" y="497"/>
                  </a:cubicBezTo>
                  <a:cubicBezTo>
                    <a:pt x="8628" y="756"/>
                    <a:pt x="9854" y="442"/>
                    <a:pt x="9989" y="2989"/>
                  </a:cubicBezTo>
                  <a:cubicBezTo>
                    <a:pt x="10124" y="5536"/>
                    <a:pt x="9098" y="5742"/>
                    <a:pt x="8599" y="6797"/>
                  </a:cubicBezTo>
                  <a:cubicBezTo>
                    <a:pt x="8100" y="7852"/>
                    <a:pt x="7544" y="8981"/>
                    <a:pt x="6995" y="9322"/>
                  </a:cubicBezTo>
                  <a:cubicBezTo>
                    <a:pt x="6446" y="9663"/>
                    <a:pt x="5793" y="8957"/>
                    <a:pt x="5307" y="8843"/>
                  </a:cubicBezTo>
                  <a:cubicBezTo>
                    <a:pt x="4819" y="8726"/>
                    <a:pt x="4628" y="10048"/>
                    <a:pt x="4371" y="9912"/>
                  </a:cubicBezTo>
                  <a:cubicBezTo>
                    <a:pt x="4114" y="9775"/>
                    <a:pt x="3505" y="10355"/>
                    <a:pt x="3140" y="10019"/>
                  </a:cubicBezTo>
                  <a:cubicBezTo>
                    <a:pt x="2774" y="9683"/>
                    <a:pt x="2820" y="8138"/>
                    <a:pt x="2179" y="7895"/>
                  </a:cubicBezTo>
                  <a:cubicBezTo>
                    <a:pt x="1586" y="6800"/>
                    <a:pt x="1549" y="8137"/>
                    <a:pt x="1187" y="7495"/>
                  </a:cubicBezTo>
                  <a:cubicBezTo>
                    <a:pt x="825" y="6852"/>
                    <a:pt x="-7" y="6157"/>
                    <a:pt x="4" y="4039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0FAAA199-AEB8-E64A-B909-18FBC3F37878}"/>
                </a:ext>
              </a:extLst>
            </p:cNvPr>
            <p:cNvCxnSpPr/>
            <p:nvPr/>
          </p:nvCxnSpPr>
          <p:spPr>
            <a:xfrm flipV="1">
              <a:off x="3262941" y="5435064"/>
              <a:ext cx="1316038" cy="1317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2ABBCC09-F2C0-4C45-87E5-813EA3F60370}"/>
                </a:ext>
              </a:extLst>
            </p:cNvPr>
            <p:cNvCxnSpPr/>
            <p:nvPr/>
          </p:nvCxnSpPr>
          <p:spPr>
            <a:xfrm>
              <a:off x="3151816" y="5622389"/>
              <a:ext cx="2259013" cy="29845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9AFB164F-4D28-5C4F-B4A4-CF779B610802}"/>
                </a:ext>
              </a:extLst>
            </p:cNvPr>
            <p:cNvCxnSpPr/>
            <p:nvPr/>
          </p:nvCxnSpPr>
          <p:spPr>
            <a:xfrm>
              <a:off x="3164516" y="5727164"/>
              <a:ext cx="714375" cy="276225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CA14130F-9391-1649-BCE9-D4C5BF17E520}"/>
                </a:ext>
              </a:extLst>
            </p:cNvPr>
            <p:cNvCxnSpPr/>
            <p:nvPr/>
          </p:nvCxnSpPr>
          <p:spPr>
            <a:xfrm flipV="1">
              <a:off x="4182104" y="5920839"/>
              <a:ext cx="1247775" cy="8255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C9F6F123-ABA3-F044-9B04-6AA48EA0F9DE}"/>
                </a:ext>
              </a:extLst>
            </p:cNvPr>
            <p:cNvCxnSpPr/>
            <p:nvPr/>
          </p:nvCxnSpPr>
          <p:spPr>
            <a:xfrm>
              <a:off x="4842504" y="5468401"/>
              <a:ext cx="1057275" cy="123825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4CE11005-F216-1D4E-B997-41E3293C9349}"/>
                </a:ext>
              </a:extLst>
            </p:cNvPr>
            <p:cNvCxnSpPr/>
            <p:nvPr/>
          </p:nvCxnSpPr>
          <p:spPr>
            <a:xfrm flipV="1">
              <a:off x="4126541" y="5622389"/>
              <a:ext cx="1790700" cy="29845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7B22F5BD-70D2-8045-8E17-1709AE17C5EB}"/>
                </a:ext>
              </a:extLst>
            </p:cNvPr>
            <p:cNvCxnSpPr/>
            <p:nvPr/>
          </p:nvCxnSpPr>
          <p:spPr>
            <a:xfrm flipV="1">
              <a:off x="5453691" y="5650964"/>
              <a:ext cx="588963" cy="269875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473209B-0783-D043-91DD-0738BF606A6A}"/>
                </a:ext>
              </a:extLst>
            </p:cNvPr>
            <p:cNvCxnSpPr/>
            <p:nvPr/>
          </p:nvCxnSpPr>
          <p:spPr>
            <a:xfrm>
              <a:off x="4596441" y="5435064"/>
              <a:ext cx="814388" cy="401637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grpSp>
          <p:nvGrpSpPr>
            <p:cNvPr id="379" name="Group 378">
              <a:extLst>
                <a:ext uri="{FF2B5EF4-FFF2-40B4-BE49-F238E27FC236}">
                  <a16:creationId xmlns:a16="http://schemas.microsoft.com/office/drawing/2014/main" id="{924A91F2-B835-1641-AD58-010D594B46E6}"/>
                </a:ext>
              </a:extLst>
            </p:cNvPr>
            <p:cNvGrpSpPr/>
            <p:nvPr/>
          </p:nvGrpSpPr>
          <p:grpSpPr>
            <a:xfrm>
              <a:off x="1526216" y="2537824"/>
              <a:ext cx="6978041" cy="1096962"/>
              <a:chOff x="1526216" y="3003498"/>
              <a:chExt cx="6978041" cy="1096962"/>
            </a:xfrm>
          </p:grpSpPr>
          <p:sp>
            <p:nvSpPr>
              <p:cNvPr id="638" name="TextBox 399">
                <a:extLst>
                  <a:ext uri="{FF2B5EF4-FFF2-40B4-BE49-F238E27FC236}">
                    <a16:creationId xmlns:a16="http://schemas.microsoft.com/office/drawing/2014/main" id="{2DE4202B-F7AE-464D-85EF-3680ADAE96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14291" y="3628973"/>
                <a:ext cx="595313" cy="4714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data</a:t>
                </a:r>
              </a:p>
              <a:p>
                <a:pPr marL="0" marR="0" lvl="0" indent="0" algn="ctr" defTabSz="91440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plane</a:t>
                </a:r>
              </a:p>
            </p:txBody>
          </p:sp>
          <p:sp>
            <p:nvSpPr>
              <p:cNvPr id="639" name="TextBox 400">
                <a:extLst>
                  <a:ext uri="{FF2B5EF4-FFF2-40B4-BE49-F238E27FC236}">
                    <a16:creationId xmlns:a16="http://schemas.microsoft.com/office/drawing/2014/main" id="{53016057-1EB1-8A4A-B611-EED63CFF8F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28579" y="3003498"/>
                <a:ext cx="709612" cy="4714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control</a:t>
                </a:r>
              </a:p>
              <a:p>
                <a:pPr marL="0" marR="0" lvl="0" indent="0" algn="ctr" defTabSz="914400" eaLnBrk="0" fontAlgn="base" latinLnBrk="0" hangingPunct="0">
                  <a:lnSpc>
                    <a:spcPts val="1463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plane</a:t>
                </a:r>
              </a:p>
            </p:txBody>
          </p:sp>
          <p:cxnSp>
            <p:nvCxnSpPr>
              <p:cNvPr id="640" name="Straight Connector 639">
                <a:extLst>
                  <a:ext uri="{FF2B5EF4-FFF2-40B4-BE49-F238E27FC236}">
                    <a16:creationId xmlns:a16="http://schemas.microsoft.com/office/drawing/2014/main" id="{EA6D2DB9-8854-0442-A96B-1D9E2F06B259}"/>
                  </a:ext>
                </a:extLst>
              </p:cNvPr>
              <p:cNvCxnSpPr/>
              <p:nvPr/>
            </p:nvCxnSpPr>
            <p:spPr bwMode="auto">
              <a:xfrm flipV="1">
                <a:off x="1526216" y="3579342"/>
                <a:ext cx="6978041" cy="12155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dash"/>
              </a:ln>
              <a:effectLst/>
            </p:spPr>
          </p:cxnSp>
        </p:grpSp>
        <p:grpSp>
          <p:nvGrpSpPr>
            <p:cNvPr id="380" name="Group 379">
              <a:extLst>
                <a:ext uri="{FF2B5EF4-FFF2-40B4-BE49-F238E27FC236}">
                  <a16:creationId xmlns:a16="http://schemas.microsoft.com/office/drawing/2014/main" id="{D9EF9FA8-A052-1E4B-8493-23C6F99BF5BD}"/>
                </a:ext>
              </a:extLst>
            </p:cNvPr>
            <p:cNvGrpSpPr/>
            <p:nvPr/>
          </p:nvGrpSpPr>
          <p:grpSpPr>
            <a:xfrm>
              <a:off x="2436115" y="2269434"/>
              <a:ext cx="4296530" cy="320561"/>
              <a:chOff x="2433511" y="2792111"/>
              <a:chExt cx="4296530" cy="320561"/>
            </a:xfrm>
          </p:grpSpPr>
          <p:grpSp>
            <p:nvGrpSpPr>
              <p:cNvPr id="613" name="Group 401">
                <a:extLst>
                  <a:ext uri="{FF2B5EF4-FFF2-40B4-BE49-F238E27FC236}">
                    <a16:creationId xmlns:a16="http://schemas.microsoft.com/office/drawing/2014/main" id="{05A4BF94-4385-8842-B7E2-E973047C10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33511" y="2794083"/>
                <a:ext cx="349250" cy="317387"/>
                <a:chOff x="2931664" y="3912603"/>
                <a:chExt cx="430450" cy="329314"/>
              </a:xfrm>
            </p:grpSpPr>
            <p:sp>
              <p:nvSpPr>
                <p:cNvPr id="634" name="Rectangle 633">
                  <a:extLst>
                    <a:ext uri="{FF2B5EF4-FFF2-40B4-BE49-F238E27FC236}">
                      <a16:creationId xmlns:a16="http://schemas.microsoft.com/office/drawing/2014/main" id="{D5B3C7B3-62DD-5C45-A7D4-49AF6317073F}"/>
                    </a:ext>
                  </a:extLst>
                </p:cNvPr>
                <p:cNvSpPr/>
                <p:nvPr/>
              </p:nvSpPr>
              <p:spPr>
                <a:xfrm>
                  <a:off x="2937534" y="3912858"/>
                  <a:ext cx="424580" cy="329431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635" name="Straight Connector 634">
                  <a:extLst>
                    <a:ext uri="{FF2B5EF4-FFF2-40B4-BE49-F238E27FC236}">
                      <a16:creationId xmlns:a16="http://schemas.microsoft.com/office/drawing/2014/main" id="{3071C495-C991-484D-8473-774C4A4DE550}"/>
                    </a:ext>
                  </a:extLst>
                </p:cNvPr>
                <p:cNvCxnSpPr/>
                <p:nvPr/>
              </p:nvCxnSpPr>
              <p:spPr>
                <a:xfrm>
                  <a:off x="2931664" y="4005099"/>
                  <a:ext cx="424581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636" name="Straight Connector 635">
                  <a:extLst>
                    <a:ext uri="{FF2B5EF4-FFF2-40B4-BE49-F238E27FC236}">
                      <a16:creationId xmlns:a16="http://schemas.microsoft.com/office/drawing/2014/main" id="{9162B16E-CB2C-D447-9356-87B6C1626E8A}"/>
                    </a:ext>
                  </a:extLst>
                </p:cNvPr>
                <p:cNvCxnSpPr/>
                <p:nvPr/>
              </p:nvCxnSpPr>
              <p:spPr>
                <a:xfrm>
                  <a:off x="2931664" y="4067691"/>
                  <a:ext cx="424581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637" name="Straight Connector 636">
                  <a:extLst>
                    <a:ext uri="{FF2B5EF4-FFF2-40B4-BE49-F238E27FC236}">
                      <a16:creationId xmlns:a16="http://schemas.microsoft.com/office/drawing/2014/main" id="{72EF13CE-F094-AE46-8825-363CCE8D4D99}"/>
                    </a:ext>
                  </a:extLst>
                </p:cNvPr>
                <p:cNvCxnSpPr>
                  <a:stCxn id="634" idx="2"/>
                </p:cNvCxnSpPr>
                <p:nvPr/>
              </p:nvCxnSpPr>
              <p:spPr>
                <a:xfrm flipH="1" flipV="1">
                  <a:off x="3148846" y="4005099"/>
                  <a:ext cx="0" cy="23719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614" name="Group 406">
                <a:extLst>
                  <a:ext uri="{FF2B5EF4-FFF2-40B4-BE49-F238E27FC236}">
                    <a16:creationId xmlns:a16="http://schemas.microsoft.com/office/drawing/2014/main" id="{0BA03DBB-9E31-ED41-B491-F9410189BC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48666" y="2792111"/>
                <a:ext cx="350838" cy="317387"/>
                <a:chOff x="2931664" y="3912603"/>
                <a:chExt cx="430450" cy="329314"/>
              </a:xfrm>
            </p:grpSpPr>
            <p:sp>
              <p:nvSpPr>
                <p:cNvPr id="630" name="Rectangle 629">
                  <a:extLst>
                    <a:ext uri="{FF2B5EF4-FFF2-40B4-BE49-F238E27FC236}">
                      <a16:creationId xmlns:a16="http://schemas.microsoft.com/office/drawing/2014/main" id="{F1EFA42E-9EE1-2C42-B7FE-074F7E0718DD}"/>
                    </a:ext>
                  </a:extLst>
                </p:cNvPr>
                <p:cNvSpPr/>
                <p:nvPr/>
              </p:nvSpPr>
              <p:spPr>
                <a:xfrm>
                  <a:off x="2937508" y="3912861"/>
                  <a:ext cx="424606" cy="329431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631" name="Straight Connector 630">
                  <a:extLst>
                    <a:ext uri="{FF2B5EF4-FFF2-40B4-BE49-F238E27FC236}">
                      <a16:creationId xmlns:a16="http://schemas.microsoft.com/office/drawing/2014/main" id="{C24CBB58-24D5-8F4F-9DCA-1BD16C773ACC}"/>
                    </a:ext>
                  </a:extLst>
                </p:cNvPr>
                <p:cNvCxnSpPr/>
                <p:nvPr/>
              </p:nvCxnSpPr>
              <p:spPr>
                <a:xfrm>
                  <a:off x="2931664" y="4005102"/>
                  <a:ext cx="424606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632" name="Straight Connector 631">
                  <a:extLst>
                    <a:ext uri="{FF2B5EF4-FFF2-40B4-BE49-F238E27FC236}">
                      <a16:creationId xmlns:a16="http://schemas.microsoft.com/office/drawing/2014/main" id="{6C95D30C-56CB-C54B-A1AA-B6796069204D}"/>
                    </a:ext>
                  </a:extLst>
                </p:cNvPr>
                <p:cNvCxnSpPr/>
                <p:nvPr/>
              </p:nvCxnSpPr>
              <p:spPr>
                <a:xfrm>
                  <a:off x="2931664" y="4067694"/>
                  <a:ext cx="424606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633" name="Straight Connector 632">
                  <a:extLst>
                    <a:ext uri="{FF2B5EF4-FFF2-40B4-BE49-F238E27FC236}">
                      <a16:creationId xmlns:a16="http://schemas.microsoft.com/office/drawing/2014/main" id="{769665D5-2FA8-5949-BBD2-CB31A87F0C6A}"/>
                    </a:ext>
                  </a:extLst>
                </p:cNvPr>
                <p:cNvCxnSpPr>
                  <a:stCxn id="630" idx="2"/>
                </p:cNvCxnSpPr>
                <p:nvPr/>
              </p:nvCxnSpPr>
              <p:spPr>
                <a:xfrm flipH="1" flipV="1">
                  <a:off x="3147863" y="4005102"/>
                  <a:ext cx="1947" cy="23719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615" name="Group 411">
                <a:extLst>
                  <a:ext uri="{FF2B5EF4-FFF2-40B4-BE49-F238E27FC236}">
                    <a16:creationId xmlns:a16="http://schemas.microsoft.com/office/drawing/2014/main" id="{C2E0C0F0-A088-804B-8FC7-0223E6ACFE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82104" y="2792111"/>
                <a:ext cx="350837" cy="317387"/>
                <a:chOff x="2931664" y="3912603"/>
                <a:chExt cx="430450" cy="329314"/>
              </a:xfrm>
            </p:grpSpPr>
            <p:sp>
              <p:nvSpPr>
                <p:cNvPr id="626" name="Rectangle 625">
                  <a:extLst>
                    <a:ext uri="{FF2B5EF4-FFF2-40B4-BE49-F238E27FC236}">
                      <a16:creationId xmlns:a16="http://schemas.microsoft.com/office/drawing/2014/main" id="{432910A3-D517-B541-8E55-8B64D1938FCA}"/>
                    </a:ext>
                  </a:extLst>
                </p:cNvPr>
                <p:cNvSpPr/>
                <p:nvPr/>
              </p:nvSpPr>
              <p:spPr>
                <a:xfrm>
                  <a:off x="2937507" y="3912861"/>
                  <a:ext cx="424607" cy="329431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627" name="Straight Connector 626">
                  <a:extLst>
                    <a:ext uri="{FF2B5EF4-FFF2-40B4-BE49-F238E27FC236}">
                      <a16:creationId xmlns:a16="http://schemas.microsoft.com/office/drawing/2014/main" id="{7B39DF40-EF02-FE42-B7B6-8228C7C37D4C}"/>
                    </a:ext>
                  </a:extLst>
                </p:cNvPr>
                <p:cNvCxnSpPr/>
                <p:nvPr/>
              </p:nvCxnSpPr>
              <p:spPr>
                <a:xfrm>
                  <a:off x="2931664" y="4005102"/>
                  <a:ext cx="424607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628" name="Straight Connector 627">
                  <a:extLst>
                    <a:ext uri="{FF2B5EF4-FFF2-40B4-BE49-F238E27FC236}">
                      <a16:creationId xmlns:a16="http://schemas.microsoft.com/office/drawing/2014/main" id="{139037D7-D9A4-8849-A9AD-B0AF003AC93C}"/>
                    </a:ext>
                  </a:extLst>
                </p:cNvPr>
                <p:cNvCxnSpPr/>
                <p:nvPr/>
              </p:nvCxnSpPr>
              <p:spPr>
                <a:xfrm>
                  <a:off x="2931664" y="4067694"/>
                  <a:ext cx="424607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629" name="Straight Connector 628">
                  <a:extLst>
                    <a:ext uri="{FF2B5EF4-FFF2-40B4-BE49-F238E27FC236}">
                      <a16:creationId xmlns:a16="http://schemas.microsoft.com/office/drawing/2014/main" id="{1175C58C-5928-2242-B6BA-9262716F374A}"/>
                    </a:ext>
                  </a:extLst>
                </p:cNvPr>
                <p:cNvCxnSpPr>
                  <a:stCxn id="626" idx="2"/>
                </p:cNvCxnSpPr>
                <p:nvPr/>
              </p:nvCxnSpPr>
              <p:spPr>
                <a:xfrm flipH="1" flipV="1">
                  <a:off x="3147863" y="4005102"/>
                  <a:ext cx="1948" cy="23719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616" name="Group 416">
                <a:extLst>
                  <a:ext uri="{FF2B5EF4-FFF2-40B4-BE49-F238E27FC236}">
                    <a16:creationId xmlns:a16="http://schemas.microsoft.com/office/drawing/2014/main" id="{83F96C8C-DAD5-EE46-B616-652B5880301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74316" y="2795285"/>
                <a:ext cx="349250" cy="317387"/>
                <a:chOff x="2931664" y="3912603"/>
                <a:chExt cx="430450" cy="329314"/>
              </a:xfrm>
            </p:grpSpPr>
            <p:sp>
              <p:nvSpPr>
                <p:cNvPr id="622" name="Rectangle 621">
                  <a:extLst>
                    <a:ext uri="{FF2B5EF4-FFF2-40B4-BE49-F238E27FC236}">
                      <a16:creationId xmlns:a16="http://schemas.microsoft.com/office/drawing/2014/main" id="{26AA9474-8579-BB43-9D7F-A06CED135615}"/>
                    </a:ext>
                  </a:extLst>
                </p:cNvPr>
                <p:cNvSpPr/>
                <p:nvPr/>
              </p:nvSpPr>
              <p:spPr>
                <a:xfrm>
                  <a:off x="2937534" y="3912862"/>
                  <a:ext cx="424580" cy="329431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623" name="Straight Connector 622">
                  <a:extLst>
                    <a:ext uri="{FF2B5EF4-FFF2-40B4-BE49-F238E27FC236}">
                      <a16:creationId xmlns:a16="http://schemas.microsoft.com/office/drawing/2014/main" id="{EEF09EFB-9060-4A43-8519-AE0FB86E5704}"/>
                    </a:ext>
                  </a:extLst>
                </p:cNvPr>
                <p:cNvCxnSpPr/>
                <p:nvPr/>
              </p:nvCxnSpPr>
              <p:spPr>
                <a:xfrm>
                  <a:off x="2931664" y="4005103"/>
                  <a:ext cx="424581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624" name="Straight Connector 623">
                  <a:extLst>
                    <a:ext uri="{FF2B5EF4-FFF2-40B4-BE49-F238E27FC236}">
                      <a16:creationId xmlns:a16="http://schemas.microsoft.com/office/drawing/2014/main" id="{6DCF03A3-A7BB-D447-88ED-3F203BF06D2F}"/>
                    </a:ext>
                  </a:extLst>
                </p:cNvPr>
                <p:cNvCxnSpPr/>
                <p:nvPr/>
              </p:nvCxnSpPr>
              <p:spPr>
                <a:xfrm>
                  <a:off x="2931664" y="4067695"/>
                  <a:ext cx="424581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625" name="Straight Connector 624">
                  <a:extLst>
                    <a:ext uri="{FF2B5EF4-FFF2-40B4-BE49-F238E27FC236}">
                      <a16:creationId xmlns:a16="http://schemas.microsoft.com/office/drawing/2014/main" id="{436E5D85-A165-8F4C-8E01-98D7AB941B1A}"/>
                    </a:ext>
                  </a:extLst>
                </p:cNvPr>
                <p:cNvCxnSpPr>
                  <a:stCxn id="622" idx="2"/>
                </p:cNvCxnSpPr>
                <p:nvPr/>
              </p:nvCxnSpPr>
              <p:spPr>
                <a:xfrm flipH="1" flipV="1">
                  <a:off x="3148846" y="4005103"/>
                  <a:ext cx="0" cy="23719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617" name="Group 421">
                <a:extLst>
                  <a:ext uri="{FF2B5EF4-FFF2-40B4-BE49-F238E27FC236}">
                    <a16:creationId xmlns:a16="http://schemas.microsoft.com/office/drawing/2014/main" id="{B3361BB7-7F3E-A244-9EEE-76BAF3743B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79204" y="2792111"/>
                <a:ext cx="350837" cy="317387"/>
                <a:chOff x="2931664" y="3912603"/>
                <a:chExt cx="430450" cy="329314"/>
              </a:xfrm>
            </p:grpSpPr>
            <p:sp>
              <p:nvSpPr>
                <p:cNvPr id="618" name="Rectangle 617">
                  <a:extLst>
                    <a:ext uri="{FF2B5EF4-FFF2-40B4-BE49-F238E27FC236}">
                      <a16:creationId xmlns:a16="http://schemas.microsoft.com/office/drawing/2014/main" id="{9544BB1A-468F-EB42-B6D9-9D17394D11CB}"/>
                    </a:ext>
                  </a:extLst>
                </p:cNvPr>
                <p:cNvSpPr/>
                <p:nvPr/>
              </p:nvSpPr>
              <p:spPr>
                <a:xfrm>
                  <a:off x="2937507" y="3912861"/>
                  <a:ext cx="424607" cy="329431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619" name="Straight Connector 618">
                  <a:extLst>
                    <a:ext uri="{FF2B5EF4-FFF2-40B4-BE49-F238E27FC236}">
                      <a16:creationId xmlns:a16="http://schemas.microsoft.com/office/drawing/2014/main" id="{E0C9CBDA-5A98-344F-9010-2ADC07A68287}"/>
                    </a:ext>
                  </a:extLst>
                </p:cNvPr>
                <p:cNvCxnSpPr/>
                <p:nvPr/>
              </p:nvCxnSpPr>
              <p:spPr>
                <a:xfrm>
                  <a:off x="2931664" y="4005102"/>
                  <a:ext cx="424607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620" name="Straight Connector 619">
                  <a:extLst>
                    <a:ext uri="{FF2B5EF4-FFF2-40B4-BE49-F238E27FC236}">
                      <a16:creationId xmlns:a16="http://schemas.microsoft.com/office/drawing/2014/main" id="{6ABCC3E0-D16E-F045-B191-6DBE3FEDF800}"/>
                    </a:ext>
                  </a:extLst>
                </p:cNvPr>
                <p:cNvCxnSpPr/>
                <p:nvPr/>
              </p:nvCxnSpPr>
              <p:spPr>
                <a:xfrm>
                  <a:off x="2931664" y="4067694"/>
                  <a:ext cx="424607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621" name="Straight Connector 620">
                  <a:extLst>
                    <a:ext uri="{FF2B5EF4-FFF2-40B4-BE49-F238E27FC236}">
                      <a16:creationId xmlns:a16="http://schemas.microsoft.com/office/drawing/2014/main" id="{ACAC7A61-3B84-D649-9CBA-582DC70E220C}"/>
                    </a:ext>
                  </a:extLst>
                </p:cNvPr>
                <p:cNvCxnSpPr>
                  <a:stCxn id="618" idx="2"/>
                </p:cNvCxnSpPr>
                <p:nvPr/>
              </p:nvCxnSpPr>
              <p:spPr>
                <a:xfrm flipH="1" flipV="1">
                  <a:off x="3147863" y="4005102"/>
                  <a:ext cx="1948" cy="23719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</p:grpSp>
        <p:grpSp>
          <p:nvGrpSpPr>
            <p:cNvPr id="381" name="Group 380">
              <a:extLst>
                <a:ext uri="{FF2B5EF4-FFF2-40B4-BE49-F238E27FC236}">
                  <a16:creationId xmlns:a16="http://schemas.microsoft.com/office/drawing/2014/main" id="{73E9270F-9772-3547-8D3A-075B55009534}"/>
                </a:ext>
              </a:extLst>
            </p:cNvPr>
            <p:cNvGrpSpPr/>
            <p:nvPr/>
          </p:nvGrpSpPr>
          <p:grpSpPr>
            <a:xfrm>
              <a:off x="1856416" y="3244261"/>
              <a:ext cx="5211763" cy="2739614"/>
              <a:chOff x="1856416" y="3709935"/>
              <a:chExt cx="5211763" cy="2739614"/>
            </a:xfrm>
          </p:grpSpPr>
          <p:sp>
            <p:nvSpPr>
              <p:cNvPr id="503" name="Freeform 502">
                <a:extLst>
                  <a:ext uri="{FF2B5EF4-FFF2-40B4-BE49-F238E27FC236}">
                    <a16:creationId xmlns:a16="http://schemas.microsoft.com/office/drawing/2014/main" id="{C206A3DD-781F-3F45-81D5-9EEC12668B4C}"/>
                  </a:ext>
                </a:extLst>
              </p:cNvPr>
              <p:cNvSpPr/>
              <p:nvPr/>
            </p:nvSpPr>
            <p:spPr>
              <a:xfrm>
                <a:off x="1876731" y="5330139"/>
                <a:ext cx="1280789" cy="759087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448507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448507 w 1040633"/>
                  <a:gd name="connsiteY4" fmla="*/ 1160935 h 1160935"/>
                  <a:gd name="connsiteX0" fmla="*/ 448507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448507 w 1040633"/>
                  <a:gd name="connsiteY4" fmla="*/ 1160935 h 1160935"/>
                  <a:gd name="connsiteX0" fmla="*/ 448507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569478 w 1040633"/>
                  <a:gd name="connsiteY3" fmla="*/ 1158121 h 1160935"/>
                  <a:gd name="connsiteX4" fmla="*/ 448507 w 1040633"/>
                  <a:gd name="connsiteY4" fmla="*/ 1160935 h 1160935"/>
                  <a:gd name="connsiteX0" fmla="*/ 448507 w 1325315"/>
                  <a:gd name="connsiteY0" fmla="*/ 1160935 h 1160935"/>
                  <a:gd name="connsiteX1" fmla="*/ 0 w 1325315"/>
                  <a:gd name="connsiteY1" fmla="*/ 0 h 1160935"/>
                  <a:gd name="connsiteX2" fmla="*/ 1040633 w 1325315"/>
                  <a:gd name="connsiteY2" fmla="*/ 16785 h 1160935"/>
                  <a:gd name="connsiteX3" fmla="*/ 1214315 w 1325315"/>
                  <a:gd name="connsiteY3" fmla="*/ 1064597 h 1160935"/>
                  <a:gd name="connsiteX4" fmla="*/ 448507 w 1325315"/>
                  <a:gd name="connsiteY4" fmla="*/ 1160935 h 1160935"/>
                  <a:gd name="connsiteX0" fmla="*/ 448507 w 1214315"/>
                  <a:gd name="connsiteY0" fmla="*/ 1160935 h 1160935"/>
                  <a:gd name="connsiteX1" fmla="*/ 0 w 1214315"/>
                  <a:gd name="connsiteY1" fmla="*/ 0 h 1160935"/>
                  <a:gd name="connsiteX2" fmla="*/ 1040633 w 1214315"/>
                  <a:gd name="connsiteY2" fmla="*/ 16785 h 1160935"/>
                  <a:gd name="connsiteX3" fmla="*/ 1214315 w 1214315"/>
                  <a:gd name="connsiteY3" fmla="*/ 1064597 h 1160935"/>
                  <a:gd name="connsiteX4" fmla="*/ 448507 w 1214315"/>
                  <a:gd name="connsiteY4" fmla="*/ 1160935 h 1160935"/>
                  <a:gd name="connsiteX0" fmla="*/ 448507 w 1214315"/>
                  <a:gd name="connsiteY0" fmla="*/ 1160935 h 1160935"/>
                  <a:gd name="connsiteX1" fmla="*/ 0 w 1214315"/>
                  <a:gd name="connsiteY1" fmla="*/ 0 h 1160935"/>
                  <a:gd name="connsiteX2" fmla="*/ 1040633 w 1214315"/>
                  <a:gd name="connsiteY2" fmla="*/ 16785 h 1160935"/>
                  <a:gd name="connsiteX3" fmla="*/ 1214315 w 1214315"/>
                  <a:gd name="connsiteY3" fmla="*/ 1064597 h 1160935"/>
                  <a:gd name="connsiteX4" fmla="*/ 448507 w 1214315"/>
                  <a:gd name="connsiteY4" fmla="*/ 1160935 h 1160935"/>
                  <a:gd name="connsiteX0" fmla="*/ 1053964 w 1214315"/>
                  <a:gd name="connsiteY0" fmla="*/ 1136323 h 1136323"/>
                  <a:gd name="connsiteX1" fmla="*/ 0 w 1214315"/>
                  <a:gd name="connsiteY1" fmla="*/ 0 h 1136323"/>
                  <a:gd name="connsiteX2" fmla="*/ 1040633 w 1214315"/>
                  <a:gd name="connsiteY2" fmla="*/ 16785 h 1136323"/>
                  <a:gd name="connsiteX3" fmla="*/ 1214315 w 1214315"/>
                  <a:gd name="connsiteY3" fmla="*/ 1064597 h 1136323"/>
                  <a:gd name="connsiteX4" fmla="*/ 1053964 w 1214315"/>
                  <a:gd name="connsiteY4" fmla="*/ 1136323 h 1136323"/>
                  <a:gd name="connsiteX0" fmla="*/ 1053964 w 1214315"/>
                  <a:gd name="connsiteY0" fmla="*/ 1136323 h 1136323"/>
                  <a:gd name="connsiteX1" fmla="*/ 0 w 1214315"/>
                  <a:gd name="connsiteY1" fmla="*/ 0 h 1136323"/>
                  <a:gd name="connsiteX2" fmla="*/ 1040633 w 1214315"/>
                  <a:gd name="connsiteY2" fmla="*/ 16785 h 1136323"/>
                  <a:gd name="connsiteX3" fmla="*/ 1214315 w 1214315"/>
                  <a:gd name="connsiteY3" fmla="*/ 1064597 h 1136323"/>
                  <a:gd name="connsiteX4" fmla="*/ 1053964 w 1214315"/>
                  <a:gd name="connsiteY4" fmla="*/ 1136323 h 1136323"/>
                  <a:gd name="connsiteX0" fmla="*/ 1053964 w 1214315"/>
                  <a:gd name="connsiteY0" fmla="*/ 1136323 h 1136323"/>
                  <a:gd name="connsiteX1" fmla="*/ 0 w 1214315"/>
                  <a:gd name="connsiteY1" fmla="*/ 0 h 1136323"/>
                  <a:gd name="connsiteX2" fmla="*/ 1040633 w 1214315"/>
                  <a:gd name="connsiteY2" fmla="*/ 16785 h 1136323"/>
                  <a:gd name="connsiteX3" fmla="*/ 1214315 w 1214315"/>
                  <a:gd name="connsiteY3" fmla="*/ 1064597 h 1136323"/>
                  <a:gd name="connsiteX4" fmla="*/ 1053964 w 1214315"/>
                  <a:gd name="connsiteY4" fmla="*/ 1136323 h 1136323"/>
                  <a:gd name="connsiteX0" fmla="*/ 1060159 w 1220510"/>
                  <a:gd name="connsiteY0" fmla="*/ 1119627 h 1119627"/>
                  <a:gd name="connsiteX1" fmla="*/ 0 w 1220510"/>
                  <a:gd name="connsiteY1" fmla="*/ 249694 h 1119627"/>
                  <a:gd name="connsiteX2" fmla="*/ 1046828 w 1220510"/>
                  <a:gd name="connsiteY2" fmla="*/ 89 h 1119627"/>
                  <a:gd name="connsiteX3" fmla="*/ 1220510 w 1220510"/>
                  <a:gd name="connsiteY3" fmla="*/ 1047901 h 1119627"/>
                  <a:gd name="connsiteX4" fmla="*/ 1060159 w 1220510"/>
                  <a:gd name="connsiteY4" fmla="*/ 1119627 h 1119627"/>
                  <a:gd name="connsiteX0" fmla="*/ 1060159 w 1220510"/>
                  <a:gd name="connsiteY0" fmla="*/ 1119627 h 1119627"/>
                  <a:gd name="connsiteX1" fmla="*/ 0 w 1220510"/>
                  <a:gd name="connsiteY1" fmla="*/ 249694 h 1119627"/>
                  <a:gd name="connsiteX2" fmla="*/ 1046828 w 1220510"/>
                  <a:gd name="connsiteY2" fmla="*/ 89 h 1119627"/>
                  <a:gd name="connsiteX3" fmla="*/ 1220510 w 1220510"/>
                  <a:gd name="connsiteY3" fmla="*/ 1047901 h 1119627"/>
                  <a:gd name="connsiteX4" fmla="*/ 1060159 w 1220510"/>
                  <a:gd name="connsiteY4" fmla="*/ 1119627 h 1119627"/>
                  <a:gd name="connsiteX0" fmla="*/ 1060159 w 1220510"/>
                  <a:gd name="connsiteY0" fmla="*/ 1119627 h 1119627"/>
                  <a:gd name="connsiteX1" fmla="*/ 0 w 1220510"/>
                  <a:gd name="connsiteY1" fmla="*/ 249694 h 1119627"/>
                  <a:gd name="connsiteX2" fmla="*/ 1046828 w 1220510"/>
                  <a:gd name="connsiteY2" fmla="*/ 89 h 1119627"/>
                  <a:gd name="connsiteX3" fmla="*/ 1220510 w 1220510"/>
                  <a:gd name="connsiteY3" fmla="*/ 1047901 h 1119627"/>
                  <a:gd name="connsiteX4" fmla="*/ 1060159 w 1220510"/>
                  <a:gd name="connsiteY4" fmla="*/ 1119627 h 1119627"/>
                  <a:gd name="connsiteX0" fmla="*/ 1060159 w 1220510"/>
                  <a:gd name="connsiteY0" fmla="*/ 921649 h 921649"/>
                  <a:gd name="connsiteX1" fmla="*/ 0 w 1220510"/>
                  <a:gd name="connsiteY1" fmla="*/ 51716 h 921649"/>
                  <a:gd name="connsiteX2" fmla="*/ 1059218 w 1220510"/>
                  <a:gd name="connsiteY2" fmla="*/ 355 h 921649"/>
                  <a:gd name="connsiteX3" fmla="*/ 1220510 w 1220510"/>
                  <a:gd name="connsiteY3" fmla="*/ 849923 h 921649"/>
                  <a:gd name="connsiteX4" fmla="*/ 1060159 w 1220510"/>
                  <a:gd name="connsiteY4" fmla="*/ 921649 h 921649"/>
                  <a:gd name="connsiteX0" fmla="*/ 1060159 w 1220510"/>
                  <a:gd name="connsiteY0" fmla="*/ 921649 h 921649"/>
                  <a:gd name="connsiteX1" fmla="*/ 0 w 1220510"/>
                  <a:gd name="connsiteY1" fmla="*/ 51716 h 921649"/>
                  <a:gd name="connsiteX2" fmla="*/ 1059218 w 1220510"/>
                  <a:gd name="connsiteY2" fmla="*/ 355 h 921649"/>
                  <a:gd name="connsiteX3" fmla="*/ 1220510 w 1220510"/>
                  <a:gd name="connsiteY3" fmla="*/ 849923 h 921649"/>
                  <a:gd name="connsiteX4" fmla="*/ 1060159 w 1220510"/>
                  <a:gd name="connsiteY4" fmla="*/ 921649 h 921649"/>
                  <a:gd name="connsiteX0" fmla="*/ 1060159 w 1220510"/>
                  <a:gd name="connsiteY0" fmla="*/ 921649 h 921649"/>
                  <a:gd name="connsiteX1" fmla="*/ 0 w 1220510"/>
                  <a:gd name="connsiteY1" fmla="*/ 51716 h 921649"/>
                  <a:gd name="connsiteX2" fmla="*/ 1059218 w 1220510"/>
                  <a:gd name="connsiteY2" fmla="*/ 355 h 921649"/>
                  <a:gd name="connsiteX3" fmla="*/ 1220510 w 1220510"/>
                  <a:gd name="connsiteY3" fmla="*/ 849923 h 921649"/>
                  <a:gd name="connsiteX4" fmla="*/ 1060159 w 1220510"/>
                  <a:gd name="connsiteY4" fmla="*/ 921649 h 921649"/>
                  <a:gd name="connsiteX0" fmla="*/ 1060159 w 1340486"/>
                  <a:gd name="connsiteY0" fmla="*/ 921649 h 921649"/>
                  <a:gd name="connsiteX1" fmla="*/ 0 w 1340486"/>
                  <a:gd name="connsiteY1" fmla="*/ 51716 h 921649"/>
                  <a:gd name="connsiteX2" fmla="*/ 1059218 w 1340486"/>
                  <a:gd name="connsiteY2" fmla="*/ 355 h 921649"/>
                  <a:gd name="connsiteX3" fmla="*/ 1340486 w 1340486"/>
                  <a:gd name="connsiteY3" fmla="*/ 709789 h 921649"/>
                  <a:gd name="connsiteX4" fmla="*/ 1060159 w 1340486"/>
                  <a:gd name="connsiteY4" fmla="*/ 921649 h 921649"/>
                  <a:gd name="connsiteX0" fmla="*/ 1060159 w 1340486"/>
                  <a:gd name="connsiteY0" fmla="*/ 921649 h 921649"/>
                  <a:gd name="connsiteX1" fmla="*/ 0 w 1340486"/>
                  <a:gd name="connsiteY1" fmla="*/ 51716 h 921649"/>
                  <a:gd name="connsiteX2" fmla="*/ 1059218 w 1340486"/>
                  <a:gd name="connsiteY2" fmla="*/ 355 h 921649"/>
                  <a:gd name="connsiteX3" fmla="*/ 1340486 w 1340486"/>
                  <a:gd name="connsiteY3" fmla="*/ 709789 h 921649"/>
                  <a:gd name="connsiteX4" fmla="*/ 1060159 w 1340486"/>
                  <a:gd name="connsiteY4" fmla="*/ 921649 h 921649"/>
                  <a:gd name="connsiteX0" fmla="*/ 1060159 w 1340486"/>
                  <a:gd name="connsiteY0" fmla="*/ 921649 h 921649"/>
                  <a:gd name="connsiteX1" fmla="*/ 0 w 1340486"/>
                  <a:gd name="connsiteY1" fmla="*/ 51716 h 921649"/>
                  <a:gd name="connsiteX2" fmla="*/ 1059218 w 1340486"/>
                  <a:gd name="connsiteY2" fmla="*/ 355 h 921649"/>
                  <a:gd name="connsiteX3" fmla="*/ 1340486 w 1340486"/>
                  <a:gd name="connsiteY3" fmla="*/ 709789 h 921649"/>
                  <a:gd name="connsiteX4" fmla="*/ 1060159 w 1340486"/>
                  <a:gd name="connsiteY4" fmla="*/ 921649 h 921649"/>
                  <a:gd name="connsiteX0" fmla="*/ 1025166 w 1340486"/>
                  <a:gd name="connsiteY0" fmla="*/ 746482 h 746482"/>
                  <a:gd name="connsiteX1" fmla="*/ 0 w 1340486"/>
                  <a:gd name="connsiteY1" fmla="*/ 51716 h 746482"/>
                  <a:gd name="connsiteX2" fmla="*/ 1059218 w 1340486"/>
                  <a:gd name="connsiteY2" fmla="*/ 355 h 746482"/>
                  <a:gd name="connsiteX3" fmla="*/ 1340486 w 1340486"/>
                  <a:gd name="connsiteY3" fmla="*/ 709789 h 746482"/>
                  <a:gd name="connsiteX4" fmla="*/ 1025166 w 1340486"/>
                  <a:gd name="connsiteY4" fmla="*/ 746482 h 746482"/>
                  <a:gd name="connsiteX0" fmla="*/ 1025166 w 1340486"/>
                  <a:gd name="connsiteY0" fmla="*/ 746482 h 746482"/>
                  <a:gd name="connsiteX1" fmla="*/ 0 w 1340486"/>
                  <a:gd name="connsiteY1" fmla="*/ 51716 h 746482"/>
                  <a:gd name="connsiteX2" fmla="*/ 1059218 w 1340486"/>
                  <a:gd name="connsiteY2" fmla="*/ 355 h 746482"/>
                  <a:gd name="connsiteX3" fmla="*/ 1340486 w 1340486"/>
                  <a:gd name="connsiteY3" fmla="*/ 709789 h 746482"/>
                  <a:gd name="connsiteX4" fmla="*/ 1025166 w 1340486"/>
                  <a:gd name="connsiteY4" fmla="*/ 746482 h 746482"/>
                  <a:gd name="connsiteX0" fmla="*/ 965179 w 1280499"/>
                  <a:gd name="connsiteY0" fmla="*/ 759828 h 759828"/>
                  <a:gd name="connsiteX1" fmla="*/ 0 w 1280499"/>
                  <a:gd name="connsiteY1" fmla="*/ 0 h 759828"/>
                  <a:gd name="connsiteX2" fmla="*/ 999231 w 1280499"/>
                  <a:gd name="connsiteY2" fmla="*/ 13701 h 759828"/>
                  <a:gd name="connsiteX3" fmla="*/ 1280499 w 1280499"/>
                  <a:gd name="connsiteY3" fmla="*/ 723135 h 759828"/>
                  <a:gd name="connsiteX4" fmla="*/ 965179 w 1280499"/>
                  <a:gd name="connsiteY4" fmla="*/ 759828 h 759828"/>
                  <a:gd name="connsiteX0" fmla="*/ 965179 w 1280499"/>
                  <a:gd name="connsiteY0" fmla="*/ 759828 h 759828"/>
                  <a:gd name="connsiteX1" fmla="*/ 0 w 1280499"/>
                  <a:gd name="connsiteY1" fmla="*/ 0 h 759828"/>
                  <a:gd name="connsiteX2" fmla="*/ 999231 w 1280499"/>
                  <a:gd name="connsiteY2" fmla="*/ 13701 h 759828"/>
                  <a:gd name="connsiteX3" fmla="*/ 1280499 w 1280499"/>
                  <a:gd name="connsiteY3" fmla="*/ 723135 h 759828"/>
                  <a:gd name="connsiteX4" fmla="*/ 965179 w 1280499"/>
                  <a:gd name="connsiteY4" fmla="*/ 759828 h 759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0499" h="759828">
                    <a:moveTo>
                      <a:pt x="965179" y="759828"/>
                    </a:moveTo>
                    <a:cubicBezTo>
                      <a:pt x="301565" y="231725"/>
                      <a:pt x="628999" y="498939"/>
                      <a:pt x="0" y="0"/>
                    </a:cubicBezTo>
                    <a:lnTo>
                      <a:pt x="999231" y="13701"/>
                    </a:lnTo>
                    <a:cubicBezTo>
                      <a:pt x="1112985" y="379881"/>
                      <a:pt x="1055867" y="236107"/>
                      <a:pt x="1280499" y="723135"/>
                    </a:cubicBezTo>
                    <a:cubicBezTo>
                      <a:pt x="1186079" y="728668"/>
                      <a:pt x="1127207" y="701414"/>
                      <a:pt x="965179" y="759828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504" name="Freeform 503">
                <a:extLst>
                  <a:ext uri="{FF2B5EF4-FFF2-40B4-BE49-F238E27FC236}">
                    <a16:creationId xmlns:a16="http://schemas.microsoft.com/office/drawing/2014/main" id="{CE7F88D8-59A6-794C-B854-DAF873B26405}"/>
                  </a:ext>
                </a:extLst>
              </p:cNvPr>
              <p:cNvSpPr/>
              <p:nvPr/>
            </p:nvSpPr>
            <p:spPr>
              <a:xfrm>
                <a:off x="6202668" y="5429198"/>
                <a:ext cx="865511" cy="553828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23004 w 954755"/>
                  <a:gd name="connsiteY0" fmla="*/ 943771 h 976186"/>
                  <a:gd name="connsiteX1" fmla="*/ 455145 w 954755"/>
                  <a:gd name="connsiteY1" fmla="*/ 11688 h 976186"/>
                  <a:gd name="connsiteX2" fmla="*/ 954755 w 954755"/>
                  <a:gd name="connsiteY2" fmla="*/ 0 h 976186"/>
                  <a:gd name="connsiteX3" fmla="*/ 728484 w 954755"/>
                  <a:gd name="connsiteY3" fmla="*/ 976186 h 976186"/>
                  <a:gd name="connsiteX4" fmla="*/ 23004 w 954755"/>
                  <a:gd name="connsiteY4" fmla="*/ 943771 h 976186"/>
                  <a:gd name="connsiteX0" fmla="*/ 0 w 931751"/>
                  <a:gd name="connsiteY0" fmla="*/ 943771 h 976186"/>
                  <a:gd name="connsiteX1" fmla="*/ 432141 w 931751"/>
                  <a:gd name="connsiteY1" fmla="*/ 11688 h 976186"/>
                  <a:gd name="connsiteX2" fmla="*/ 931751 w 931751"/>
                  <a:gd name="connsiteY2" fmla="*/ 0 h 976186"/>
                  <a:gd name="connsiteX3" fmla="*/ 705480 w 931751"/>
                  <a:gd name="connsiteY3" fmla="*/ 976186 h 976186"/>
                  <a:gd name="connsiteX4" fmla="*/ 0 w 931751"/>
                  <a:gd name="connsiteY4" fmla="*/ 943771 h 976186"/>
                  <a:gd name="connsiteX0" fmla="*/ 0 w 931751"/>
                  <a:gd name="connsiteY0" fmla="*/ 943771 h 976186"/>
                  <a:gd name="connsiteX1" fmla="*/ 432141 w 931751"/>
                  <a:gd name="connsiteY1" fmla="*/ 11688 h 976186"/>
                  <a:gd name="connsiteX2" fmla="*/ 931751 w 931751"/>
                  <a:gd name="connsiteY2" fmla="*/ 0 h 976186"/>
                  <a:gd name="connsiteX3" fmla="*/ 705480 w 931751"/>
                  <a:gd name="connsiteY3" fmla="*/ 976186 h 976186"/>
                  <a:gd name="connsiteX4" fmla="*/ 0 w 931751"/>
                  <a:gd name="connsiteY4" fmla="*/ 943771 h 976186"/>
                  <a:gd name="connsiteX0" fmla="*/ 0 w 931751"/>
                  <a:gd name="connsiteY0" fmla="*/ 943771 h 976186"/>
                  <a:gd name="connsiteX1" fmla="*/ 432141 w 931751"/>
                  <a:gd name="connsiteY1" fmla="*/ 11688 h 976186"/>
                  <a:gd name="connsiteX2" fmla="*/ 931751 w 931751"/>
                  <a:gd name="connsiteY2" fmla="*/ 0 h 976186"/>
                  <a:gd name="connsiteX3" fmla="*/ 705480 w 931751"/>
                  <a:gd name="connsiteY3" fmla="*/ 976186 h 976186"/>
                  <a:gd name="connsiteX4" fmla="*/ 0 w 931751"/>
                  <a:gd name="connsiteY4" fmla="*/ 943771 h 976186"/>
                  <a:gd name="connsiteX0" fmla="*/ 0 w 931751"/>
                  <a:gd name="connsiteY0" fmla="*/ 943771 h 966342"/>
                  <a:gd name="connsiteX1" fmla="*/ 432141 w 931751"/>
                  <a:gd name="connsiteY1" fmla="*/ 11688 h 966342"/>
                  <a:gd name="connsiteX2" fmla="*/ 931751 w 931751"/>
                  <a:gd name="connsiteY2" fmla="*/ 0 h 966342"/>
                  <a:gd name="connsiteX3" fmla="*/ 183705 w 931751"/>
                  <a:gd name="connsiteY3" fmla="*/ 966342 h 966342"/>
                  <a:gd name="connsiteX4" fmla="*/ 0 w 931751"/>
                  <a:gd name="connsiteY4" fmla="*/ 943771 h 966342"/>
                  <a:gd name="connsiteX0" fmla="*/ 0 w 931751"/>
                  <a:gd name="connsiteY0" fmla="*/ 943771 h 966342"/>
                  <a:gd name="connsiteX1" fmla="*/ 432141 w 931751"/>
                  <a:gd name="connsiteY1" fmla="*/ 11688 h 966342"/>
                  <a:gd name="connsiteX2" fmla="*/ 931751 w 931751"/>
                  <a:gd name="connsiteY2" fmla="*/ 0 h 966342"/>
                  <a:gd name="connsiteX3" fmla="*/ 183705 w 931751"/>
                  <a:gd name="connsiteY3" fmla="*/ 966342 h 966342"/>
                  <a:gd name="connsiteX4" fmla="*/ 0 w 931751"/>
                  <a:gd name="connsiteY4" fmla="*/ 943771 h 966342"/>
                  <a:gd name="connsiteX0" fmla="*/ 0 w 931751"/>
                  <a:gd name="connsiteY0" fmla="*/ 943771 h 966342"/>
                  <a:gd name="connsiteX1" fmla="*/ 432141 w 931751"/>
                  <a:gd name="connsiteY1" fmla="*/ 11688 h 966342"/>
                  <a:gd name="connsiteX2" fmla="*/ 931751 w 931751"/>
                  <a:gd name="connsiteY2" fmla="*/ 0 h 966342"/>
                  <a:gd name="connsiteX3" fmla="*/ 183705 w 931751"/>
                  <a:gd name="connsiteY3" fmla="*/ 966342 h 966342"/>
                  <a:gd name="connsiteX4" fmla="*/ 0 w 931751"/>
                  <a:gd name="connsiteY4" fmla="*/ 943771 h 966342"/>
                  <a:gd name="connsiteX0" fmla="*/ 0 w 956363"/>
                  <a:gd name="connsiteY0" fmla="*/ 932083 h 954654"/>
                  <a:gd name="connsiteX1" fmla="*/ 432141 w 956363"/>
                  <a:gd name="connsiteY1" fmla="*/ 0 h 954654"/>
                  <a:gd name="connsiteX2" fmla="*/ 956363 w 956363"/>
                  <a:gd name="connsiteY2" fmla="*/ 12924 h 954654"/>
                  <a:gd name="connsiteX3" fmla="*/ 183705 w 956363"/>
                  <a:gd name="connsiteY3" fmla="*/ 954654 h 954654"/>
                  <a:gd name="connsiteX4" fmla="*/ 0 w 956363"/>
                  <a:gd name="connsiteY4" fmla="*/ 932083 h 954654"/>
                  <a:gd name="connsiteX0" fmla="*/ 0 w 956363"/>
                  <a:gd name="connsiteY0" fmla="*/ 919226 h 941797"/>
                  <a:gd name="connsiteX1" fmla="*/ 405840 w 956363"/>
                  <a:gd name="connsiteY1" fmla="*/ 197551 h 941797"/>
                  <a:gd name="connsiteX2" fmla="*/ 956363 w 956363"/>
                  <a:gd name="connsiteY2" fmla="*/ 67 h 941797"/>
                  <a:gd name="connsiteX3" fmla="*/ 183705 w 956363"/>
                  <a:gd name="connsiteY3" fmla="*/ 941797 h 941797"/>
                  <a:gd name="connsiteX4" fmla="*/ 0 w 956363"/>
                  <a:gd name="connsiteY4" fmla="*/ 919226 h 941797"/>
                  <a:gd name="connsiteX0" fmla="*/ 0 w 956363"/>
                  <a:gd name="connsiteY0" fmla="*/ 919226 h 941797"/>
                  <a:gd name="connsiteX1" fmla="*/ 405840 w 956363"/>
                  <a:gd name="connsiteY1" fmla="*/ 197551 h 941797"/>
                  <a:gd name="connsiteX2" fmla="*/ 956363 w 956363"/>
                  <a:gd name="connsiteY2" fmla="*/ 67 h 941797"/>
                  <a:gd name="connsiteX3" fmla="*/ 183705 w 956363"/>
                  <a:gd name="connsiteY3" fmla="*/ 941797 h 941797"/>
                  <a:gd name="connsiteX4" fmla="*/ 0 w 956363"/>
                  <a:gd name="connsiteY4" fmla="*/ 919226 h 941797"/>
                  <a:gd name="connsiteX0" fmla="*/ 0 w 956363"/>
                  <a:gd name="connsiteY0" fmla="*/ 919226 h 941797"/>
                  <a:gd name="connsiteX1" fmla="*/ 405840 w 956363"/>
                  <a:gd name="connsiteY1" fmla="*/ 197551 h 941797"/>
                  <a:gd name="connsiteX2" fmla="*/ 956363 w 956363"/>
                  <a:gd name="connsiteY2" fmla="*/ 67 h 941797"/>
                  <a:gd name="connsiteX3" fmla="*/ 183705 w 956363"/>
                  <a:gd name="connsiteY3" fmla="*/ 941797 h 941797"/>
                  <a:gd name="connsiteX4" fmla="*/ 0 w 956363"/>
                  <a:gd name="connsiteY4" fmla="*/ 919226 h 941797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926304"/>
                  <a:gd name="connsiteY0" fmla="*/ 735614 h 758185"/>
                  <a:gd name="connsiteX1" fmla="*/ 405840 w 926304"/>
                  <a:gd name="connsiteY1" fmla="*/ 13939 h 758185"/>
                  <a:gd name="connsiteX2" fmla="*/ 926304 w 926304"/>
                  <a:gd name="connsiteY2" fmla="*/ 563 h 758185"/>
                  <a:gd name="connsiteX3" fmla="*/ 183705 w 926304"/>
                  <a:gd name="connsiteY3" fmla="*/ 758185 h 758185"/>
                  <a:gd name="connsiteX4" fmla="*/ 0 w 926304"/>
                  <a:gd name="connsiteY4" fmla="*/ 735614 h 758185"/>
                  <a:gd name="connsiteX0" fmla="*/ 0 w 1011379"/>
                  <a:gd name="connsiteY0" fmla="*/ 605727 h 758185"/>
                  <a:gd name="connsiteX1" fmla="*/ 490915 w 1011379"/>
                  <a:gd name="connsiteY1" fmla="*/ 13939 h 758185"/>
                  <a:gd name="connsiteX2" fmla="*/ 1011379 w 1011379"/>
                  <a:gd name="connsiteY2" fmla="*/ 563 h 758185"/>
                  <a:gd name="connsiteX3" fmla="*/ 268780 w 1011379"/>
                  <a:gd name="connsiteY3" fmla="*/ 758185 h 758185"/>
                  <a:gd name="connsiteX4" fmla="*/ 0 w 1011379"/>
                  <a:gd name="connsiteY4" fmla="*/ 605727 h 758185"/>
                  <a:gd name="connsiteX0" fmla="*/ 0 w 1011379"/>
                  <a:gd name="connsiteY0" fmla="*/ 605727 h 648280"/>
                  <a:gd name="connsiteX1" fmla="*/ 490915 w 1011379"/>
                  <a:gd name="connsiteY1" fmla="*/ 13939 h 648280"/>
                  <a:gd name="connsiteX2" fmla="*/ 1011379 w 1011379"/>
                  <a:gd name="connsiteY2" fmla="*/ 563 h 648280"/>
                  <a:gd name="connsiteX3" fmla="*/ 198718 w 1011379"/>
                  <a:gd name="connsiteY3" fmla="*/ 648280 h 648280"/>
                  <a:gd name="connsiteX4" fmla="*/ 0 w 1011379"/>
                  <a:gd name="connsiteY4" fmla="*/ 605727 h 648280"/>
                  <a:gd name="connsiteX0" fmla="*/ 0 w 1011379"/>
                  <a:gd name="connsiteY0" fmla="*/ 605727 h 648280"/>
                  <a:gd name="connsiteX1" fmla="*/ 490915 w 1011379"/>
                  <a:gd name="connsiteY1" fmla="*/ 13939 h 648280"/>
                  <a:gd name="connsiteX2" fmla="*/ 1011379 w 1011379"/>
                  <a:gd name="connsiteY2" fmla="*/ 563 h 648280"/>
                  <a:gd name="connsiteX3" fmla="*/ 198718 w 1011379"/>
                  <a:gd name="connsiteY3" fmla="*/ 648280 h 648280"/>
                  <a:gd name="connsiteX4" fmla="*/ 0 w 1011379"/>
                  <a:gd name="connsiteY4" fmla="*/ 605727 h 648280"/>
                  <a:gd name="connsiteX0" fmla="*/ 0 w 1011379"/>
                  <a:gd name="connsiteY0" fmla="*/ 605727 h 648280"/>
                  <a:gd name="connsiteX1" fmla="*/ 490915 w 1011379"/>
                  <a:gd name="connsiteY1" fmla="*/ 13939 h 648280"/>
                  <a:gd name="connsiteX2" fmla="*/ 1011379 w 1011379"/>
                  <a:gd name="connsiteY2" fmla="*/ 563 h 648280"/>
                  <a:gd name="connsiteX3" fmla="*/ 198718 w 1011379"/>
                  <a:gd name="connsiteY3" fmla="*/ 648280 h 648280"/>
                  <a:gd name="connsiteX4" fmla="*/ 0 w 1011379"/>
                  <a:gd name="connsiteY4" fmla="*/ 605727 h 648280"/>
                  <a:gd name="connsiteX0" fmla="*/ 0 w 1011379"/>
                  <a:gd name="connsiteY0" fmla="*/ 605727 h 605727"/>
                  <a:gd name="connsiteX1" fmla="*/ 490915 w 1011379"/>
                  <a:gd name="connsiteY1" fmla="*/ 13939 h 605727"/>
                  <a:gd name="connsiteX2" fmla="*/ 1011379 w 1011379"/>
                  <a:gd name="connsiteY2" fmla="*/ 563 h 605727"/>
                  <a:gd name="connsiteX3" fmla="*/ 318823 w 1011379"/>
                  <a:gd name="connsiteY3" fmla="*/ 553361 h 605727"/>
                  <a:gd name="connsiteX4" fmla="*/ 0 w 1011379"/>
                  <a:gd name="connsiteY4" fmla="*/ 605727 h 605727"/>
                  <a:gd name="connsiteX0" fmla="*/ 0 w 866251"/>
                  <a:gd name="connsiteY0" fmla="*/ 540783 h 553361"/>
                  <a:gd name="connsiteX1" fmla="*/ 345787 w 866251"/>
                  <a:gd name="connsiteY1" fmla="*/ 13939 h 553361"/>
                  <a:gd name="connsiteX2" fmla="*/ 866251 w 866251"/>
                  <a:gd name="connsiteY2" fmla="*/ 563 h 553361"/>
                  <a:gd name="connsiteX3" fmla="*/ 173695 w 866251"/>
                  <a:gd name="connsiteY3" fmla="*/ 553361 h 553361"/>
                  <a:gd name="connsiteX4" fmla="*/ 0 w 866251"/>
                  <a:gd name="connsiteY4" fmla="*/ 540783 h 553361"/>
                  <a:gd name="connsiteX0" fmla="*/ 0 w 866251"/>
                  <a:gd name="connsiteY0" fmla="*/ 540783 h 553361"/>
                  <a:gd name="connsiteX1" fmla="*/ 345787 w 866251"/>
                  <a:gd name="connsiteY1" fmla="*/ 13939 h 553361"/>
                  <a:gd name="connsiteX2" fmla="*/ 866251 w 866251"/>
                  <a:gd name="connsiteY2" fmla="*/ 563 h 553361"/>
                  <a:gd name="connsiteX3" fmla="*/ 173695 w 866251"/>
                  <a:gd name="connsiteY3" fmla="*/ 553361 h 553361"/>
                  <a:gd name="connsiteX4" fmla="*/ 0 w 866251"/>
                  <a:gd name="connsiteY4" fmla="*/ 540783 h 553361"/>
                  <a:gd name="connsiteX0" fmla="*/ 0 w 866251"/>
                  <a:gd name="connsiteY0" fmla="*/ 540783 h 553361"/>
                  <a:gd name="connsiteX1" fmla="*/ 345787 w 866251"/>
                  <a:gd name="connsiteY1" fmla="*/ 13939 h 553361"/>
                  <a:gd name="connsiteX2" fmla="*/ 866251 w 866251"/>
                  <a:gd name="connsiteY2" fmla="*/ 563 h 553361"/>
                  <a:gd name="connsiteX3" fmla="*/ 173695 w 866251"/>
                  <a:gd name="connsiteY3" fmla="*/ 553361 h 553361"/>
                  <a:gd name="connsiteX4" fmla="*/ 0 w 866251"/>
                  <a:gd name="connsiteY4" fmla="*/ 540783 h 553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6251" h="553361">
                    <a:moveTo>
                      <a:pt x="0" y="540783"/>
                    </a:moveTo>
                    <a:cubicBezTo>
                      <a:pt x="274887" y="134762"/>
                      <a:pt x="159176" y="337938"/>
                      <a:pt x="345787" y="13939"/>
                    </a:cubicBezTo>
                    <a:cubicBezTo>
                      <a:pt x="520528" y="18247"/>
                      <a:pt x="691510" y="-3745"/>
                      <a:pt x="866251" y="563"/>
                    </a:cubicBezTo>
                    <a:cubicBezTo>
                      <a:pt x="252709" y="502795"/>
                      <a:pt x="640047" y="209256"/>
                      <a:pt x="173695" y="553361"/>
                    </a:cubicBezTo>
                    <a:cubicBezTo>
                      <a:pt x="39410" y="524725"/>
                      <a:pt x="196198" y="539317"/>
                      <a:pt x="0" y="540783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  <a:alpha val="5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505" name="Freeform 504">
                <a:extLst>
                  <a:ext uri="{FF2B5EF4-FFF2-40B4-BE49-F238E27FC236}">
                    <a16:creationId xmlns:a16="http://schemas.microsoft.com/office/drawing/2014/main" id="{F0C62203-8E22-B24C-B44E-F016AA0DFF4C}"/>
                  </a:ext>
                </a:extLst>
              </p:cNvPr>
              <p:cNvSpPr/>
              <p:nvPr/>
            </p:nvSpPr>
            <p:spPr>
              <a:xfrm>
                <a:off x="5378281" y="5449835"/>
                <a:ext cx="675485" cy="896777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27977 w 802211"/>
                  <a:gd name="connsiteY0" fmla="*/ 815791 h 976186"/>
                  <a:gd name="connsiteX1" fmla="*/ 302601 w 802211"/>
                  <a:gd name="connsiteY1" fmla="*/ 11688 h 976186"/>
                  <a:gd name="connsiteX2" fmla="*/ 802211 w 802211"/>
                  <a:gd name="connsiteY2" fmla="*/ 0 h 976186"/>
                  <a:gd name="connsiteX3" fmla="*/ 575940 w 802211"/>
                  <a:gd name="connsiteY3" fmla="*/ 976186 h 976186"/>
                  <a:gd name="connsiteX4" fmla="*/ 27977 w 802211"/>
                  <a:gd name="connsiteY4" fmla="*/ 815791 h 976186"/>
                  <a:gd name="connsiteX0" fmla="*/ 27977 w 802211"/>
                  <a:gd name="connsiteY0" fmla="*/ 815791 h 815791"/>
                  <a:gd name="connsiteX1" fmla="*/ 302601 w 802211"/>
                  <a:gd name="connsiteY1" fmla="*/ 11688 h 815791"/>
                  <a:gd name="connsiteX2" fmla="*/ 802211 w 802211"/>
                  <a:gd name="connsiteY2" fmla="*/ 0 h 815791"/>
                  <a:gd name="connsiteX3" fmla="*/ 236294 w 802211"/>
                  <a:gd name="connsiteY3" fmla="*/ 808828 h 815791"/>
                  <a:gd name="connsiteX4" fmla="*/ 27977 w 802211"/>
                  <a:gd name="connsiteY4" fmla="*/ 815791 h 815791"/>
                  <a:gd name="connsiteX0" fmla="*/ 27977 w 802211"/>
                  <a:gd name="connsiteY0" fmla="*/ 815791 h 815791"/>
                  <a:gd name="connsiteX1" fmla="*/ 302601 w 802211"/>
                  <a:gd name="connsiteY1" fmla="*/ 11688 h 815791"/>
                  <a:gd name="connsiteX2" fmla="*/ 802211 w 802211"/>
                  <a:gd name="connsiteY2" fmla="*/ 0 h 815791"/>
                  <a:gd name="connsiteX3" fmla="*/ 236294 w 802211"/>
                  <a:gd name="connsiteY3" fmla="*/ 808828 h 815791"/>
                  <a:gd name="connsiteX4" fmla="*/ 27977 w 802211"/>
                  <a:gd name="connsiteY4" fmla="*/ 815791 h 815791"/>
                  <a:gd name="connsiteX0" fmla="*/ 27977 w 802211"/>
                  <a:gd name="connsiteY0" fmla="*/ 815791 h 815791"/>
                  <a:gd name="connsiteX1" fmla="*/ 302601 w 802211"/>
                  <a:gd name="connsiteY1" fmla="*/ 11688 h 815791"/>
                  <a:gd name="connsiteX2" fmla="*/ 802211 w 802211"/>
                  <a:gd name="connsiteY2" fmla="*/ 0 h 815791"/>
                  <a:gd name="connsiteX3" fmla="*/ 236294 w 802211"/>
                  <a:gd name="connsiteY3" fmla="*/ 808828 h 815791"/>
                  <a:gd name="connsiteX4" fmla="*/ 27977 w 802211"/>
                  <a:gd name="connsiteY4" fmla="*/ 815791 h 815791"/>
                  <a:gd name="connsiteX0" fmla="*/ 27977 w 802211"/>
                  <a:gd name="connsiteY0" fmla="*/ 828714 h 828714"/>
                  <a:gd name="connsiteX1" fmla="*/ 302601 w 802211"/>
                  <a:gd name="connsiteY1" fmla="*/ 0 h 828714"/>
                  <a:gd name="connsiteX2" fmla="*/ 802211 w 802211"/>
                  <a:gd name="connsiteY2" fmla="*/ 12923 h 828714"/>
                  <a:gd name="connsiteX3" fmla="*/ 236294 w 802211"/>
                  <a:gd name="connsiteY3" fmla="*/ 821751 h 828714"/>
                  <a:gd name="connsiteX4" fmla="*/ 27977 w 802211"/>
                  <a:gd name="connsiteY4" fmla="*/ 828714 h 828714"/>
                  <a:gd name="connsiteX0" fmla="*/ 56213 w 830447"/>
                  <a:gd name="connsiteY0" fmla="*/ 828714 h 828714"/>
                  <a:gd name="connsiteX1" fmla="*/ 330837 w 830447"/>
                  <a:gd name="connsiteY1" fmla="*/ 0 h 828714"/>
                  <a:gd name="connsiteX2" fmla="*/ 830447 w 830447"/>
                  <a:gd name="connsiteY2" fmla="*/ 12923 h 828714"/>
                  <a:gd name="connsiteX3" fmla="*/ 264530 w 830447"/>
                  <a:gd name="connsiteY3" fmla="*/ 821751 h 828714"/>
                  <a:gd name="connsiteX4" fmla="*/ 56213 w 830447"/>
                  <a:gd name="connsiteY4" fmla="*/ 828714 h 828714"/>
                  <a:gd name="connsiteX0" fmla="*/ 64130 w 789139"/>
                  <a:gd name="connsiteY0" fmla="*/ 794258 h 821751"/>
                  <a:gd name="connsiteX1" fmla="*/ 289529 w 789139"/>
                  <a:gd name="connsiteY1" fmla="*/ 0 h 821751"/>
                  <a:gd name="connsiteX2" fmla="*/ 789139 w 789139"/>
                  <a:gd name="connsiteY2" fmla="*/ 12923 h 821751"/>
                  <a:gd name="connsiteX3" fmla="*/ 223222 w 789139"/>
                  <a:gd name="connsiteY3" fmla="*/ 821751 h 821751"/>
                  <a:gd name="connsiteX4" fmla="*/ 64130 w 789139"/>
                  <a:gd name="connsiteY4" fmla="*/ 794258 h 821751"/>
                  <a:gd name="connsiteX0" fmla="*/ 0 w 725009"/>
                  <a:gd name="connsiteY0" fmla="*/ 794258 h 821751"/>
                  <a:gd name="connsiteX1" fmla="*/ 225399 w 725009"/>
                  <a:gd name="connsiteY1" fmla="*/ 0 h 821751"/>
                  <a:gd name="connsiteX2" fmla="*/ 725009 w 725009"/>
                  <a:gd name="connsiteY2" fmla="*/ 12923 h 821751"/>
                  <a:gd name="connsiteX3" fmla="*/ 159092 w 725009"/>
                  <a:gd name="connsiteY3" fmla="*/ 821751 h 821751"/>
                  <a:gd name="connsiteX4" fmla="*/ 0 w 725009"/>
                  <a:gd name="connsiteY4" fmla="*/ 794258 h 821751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422433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17334 h 1244827"/>
                  <a:gd name="connsiteX1" fmla="*/ 225399 w 725009"/>
                  <a:gd name="connsiteY1" fmla="*/ 13566 h 1244827"/>
                  <a:gd name="connsiteX2" fmla="*/ 725009 w 725009"/>
                  <a:gd name="connsiteY2" fmla="*/ 571 h 1244827"/>
                  <a:gd name="connsiteX3" fmla="*/ 159092 w 725009"/>
                  <a:gd name="connsiteY3" fmla="*/ 1244827 h 1244827"/>
                  <a:gd name="connsiteX4" fmla="*/ 0 w 725009"/>
                  <a:gd name="connsiteY4" fmla="*/ 1217334 h 1244827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129782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129782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009"/>
                  <a:gd name="connsiteY0" fmla="*/ 1203768 h 1231261"/>
                  <a:gd name="connsiteX1" fmla="*/ 225399 w 725009"/>
                  <a:gd name="connsiteY1" fmla="*/ 0 h 1231261"/>
                  <a:gd name="connsiteX2" fmla="*/ 725009 w 725009"/>
                  <a:gd name="connsiteY2" fmla="*/ 129782 h 1231261"/>
                  <a:gd name="connsiteX3" fmla="*/ 159092 w 725009"/>
                  <a:gd name="connsiteY3" fmla="*/ 1231261 h 1231261"/>
                  <a:gd name="connsiteX4" fmla="*/ 0 w 725009"/>
                  <a:gd name="connsiteY4" fmla="*/ 1203768 h 1231261"/>
                  <a:gd name="connsiteX0" fmla="*/ 0 w 725497"/>
                  <a:gd name="connsiteY0" fmla="*/ 1279028 h 1306521"/>
                  <a:gd name="connsiteX1" fmla="*/ 225399 w 725497"/>
                  <a:gd name="connsiteY1" fmla="*/ 75260 h 1306521"/>
                  <a:gd name="connsiteX2" fmla="*/ 396193 w 725497"/>
                  <a:gd name="connsiteY2" fmla="*/ 156799 h 1306521"/>
                  <a:gd name="connsiteX3" fmla="*/ 725009 w 725497"/>
                  <a:gd name="connsiteY3" fmla="*/ 205042 h 1306521"/>
                  <a:gd name="connsiteX4" fmla="*/ 159092 w 725497"/>
                  <a:gd name="connsiteY4" fmla="*/ 1306521 h 1306521"/>
                  <a:gd name="connsiteX5" fmla="*/ 0 w 725497"/>
                  <a:gd name="connsiteY5" fmla="*/ 1279028 h 1306521"/>
                  <a:gd name="connsiteX0" fmla="*/ 0 w 725239"/>
                  <a:gd name="connsiteY0" fmla="*/ 1295668 h 1323161"/>
                  <a:gd name="connsiteX1" fmla="*/ 225399 w 725239"/>
                  <a:gd name="connsiteY1" fmla="*/ 91900 h 1323161"/>
                  <a:gd name="connsiteX2" fmla="*/ 725009 w 725239"/>
                  <a:gd name="connsiteY2" fmla="*/ 221682 h 1323161"/>
                  <a:gd name="connsiteX3" fmla="*/ 159092 w 725239"/>
                  <a:gd name="connsiteY3" fmla="*/ 1323161 h 1323161"/>
                  <a:gd name="connsiteX4" fmla="*/ 0 w 725239"/>
                  <a:gd name="connsiteY4" fmla="*/ 1295668 h 1323161"/>
                  <a:gd name="connsiteX0" fmla="*/ 0 w 725221"/>
                  <a:gd name="connsiteY0" fmla="*/ 1210552 h 1238045"/>
                  <a:gd name="connsiteX1" fmla="*/ 191583 w 725221"/>
                  <a:gd name="connsiteY1" fmla="*/ 153319 h 1238045"/>
                  <a:gd name="connsiteX2" fmla="*/ 725009 w 725221"/>
                  <a:gd name="connsiteY2" fmla="*/ 136566 h 1238045"/>
                  <a:gd name="connsiteX3" fmla="*/ 159092 w 725221"/>
                  <a:gd name="connsiteY3" fmla="*/ 1238045 h 1238045"/>
                  <a:gd name="connsiteX4" fmla="*/ 0 w 725221"/>
                  <a:gd name="connsiteY4" fmla="*/ 1210552 h 1238045"/>
                  <a:gd name="connsiteX0" fmla="*/ 0 w 725305"/>
                  <a:gd name="connsiteY0" fmla="*/ 1158512 h 1186005"/>
                  <a:gd name="connsiteX1" fmla="*/ 191583 w 725305"/>
                  <a:gd name="connsiteY1" fmla="*/ 101279 h 1186005"/>
                  <a:gd name="connsiteX2" fmla="*/ 725009 w 725305"/>
                  <a:gd name="connsiteY2" fmla="*/ 84526 h 1186005"/>
                  <a:gd name="connsiteX3" fmla="*/ 159092 w 725305"/>
                  <a:gd name="connsiteY3" fmla="*/ 1186005 h 1186005"/>
                  <a:gd name="connsiteX4" fmla="*/ 0 w 725305"/>
                  <a:gd name="connsiteY4" fmla="*/ 1158512 h 1186005"/>
                  <a:gd name="connsiteX0" fmla="*/ 0 w 725009"/>
                  <a:gd name="connsiteY0" fmla="*/ 1073986 h 1101479"/>
                  <a:gd name="connsiteX1" fmla="*/ 191583 w 725009"/>
                  <a:gd name="connsiteY1" fmla="*/ 16753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101479"/>
                  <a:gd name="connsiteX1" fmla="*/ 206612 w 725009"/>
                  <a:gd name="connsiteY1" fmla="*/ 1724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101479"/>
                  <a:gd name="connsiteX1" fmla="*/ 206612 w 725009"/>
                  <a:gd name="connsiteY1" fmla="*/ 1724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101479"/>
                  <a:gd name="connsiteX1" fmla="*/ 206612 w 725009"/>
                  <a:gd name="connsiteY1" fmla="*/ 1724 h 1101479"/>
                  <a:gd name="connsiteX2" fmla="*/ 725009 w 725009"/>
                  <a:gd name="connsiteY2" fmla="*/ 0 h 1101479"/>
                  <a:gd name="connsiteX3" fmla="*/ 159092 w 725009"/>
                  <a:gd name="connsiteY3" fmla="*/ 1101479 h 1101479"/>
                  <a:gd name="connsiteX4" fmla="*/ 0 w 725009"/>
                  <a:gd name="connsiteY4" fmla="*/ 1073986 h 1101479"/>
                  <a:gd name="connsiteX0" fmla="*/ 0 w 725009"/>
                  <a:gd name="connsiteY0" fmla="*/ 1073986 h 1074607"/>
                  <a:gd name="connsiteX1" fmla="*/ 206612 w 725009"/>
                  <a:gd name="connsiteY1" fmla="*/ 1724 h 1074607"/>
                  <a:gd name="connsiteX2" fmla="*/ 725009 w 725009"/>
                  <a:gd name="connsiteY2" fmla="*/ 0 h 1074607"/>
                  <a:gd name="connsiteX3" fmla="*/ 229048 w 725009"/>
                  <a:gd name="connsiteY3" fmla="*/ 886531 h 1074607"/>
                  <a:gd name="connsiteX4" fmla="*/ 0 w 725009"/>
                  <a:gd name="connsiteY4" fmla="*/ 1073986 h 1074607"/>
                  <a:gd name="connsiteX0" fmla="*/ 0 w 725009"/>
                  <a:gd name="connsiteY0" fmla="*/ 1073986 h 1074607"/>
                  <a:gd name="connsiteX1" fmla="*/ 206612 w 725009"/>
                  <a:gd name="connsiteY1" fmla="*/ 1724 h 1074607"/>
                  <a:gd name="connsiteX2" fmla="*/ 725009 w 725009"/>
                  <a:gd name="connsiteY2" fmla="*/ 0 h 1074607"/>
                  <a:gd name="connsiteX3" fmla="*/ 229048 w 725009"/>
                  <a:gd name="connsiteY3" fmla="*/ 886531 h 1074607"/>
                  <a:gd name="connsiteX4" fmla="*/ 0 w 725009"/>
                  <a:gd name="connsiteY4" fmla="*/ 1073986 h 1074607"/>
                  <a:gd name="connsiteX0" fmla="*/ 0 w 675040"/>
                  <a:gd name="connsiteY0" fmla="*/ 894029 h 896577"/>
                  <a:gd name="connsiteX1" fmla="*/ 156643 w 675040"/>
                  <a:gd name="connsiteY1" fmla="*/ 1724 h 896577"/>
                  <a:gd name="connsiteX2" fmla="*/ 675040 w 675040"/>
                  <a:gd name="connsiteY2" fmla="*/ 0 h 896577"/>
                  <a:gd name="connsiteX3" fmla="*/ 179079 w 675040"/>
                  <a:gd name="connsiteY3" fmla="*/ 886531 h 896577"/>
                  <a:gd name="connsiteX4" fmla="*/ 0 w 675040"/>
                  <a:gd name="connsiteY4" fmla="*/ 894029 h 896577"/>
                  <a:gd name="connsiteX0" fmla="*/ 0 w 675040"/>
                  <a:gd name="connsiteY0" fmla="*/ 894029 h 896577"/>
                  <a:gd name="connsiteX1" fmla="*/ 186623 w 675040"/>
                  <a:gd name="connsiteY1" fmla="*/ 1724 h 896577"/>
                  <a:gd name="connsiteX2" fmla="*/ 675040 w 675040"/>
                  <a:gd name="connsiteY2" fmla="*/ 0 h 896577"/>
                  <a:gd name="connsiteX3" fmla="*/ 179079 w 675040"/>
                  <a:gd name="connsiteY3" fmla="*/ 886531 h 896577"/>
                  <a:gd name="connsiteX4" fmla="*/ 0 w 675040"/>
                  <a:gd name="connsiteY4" fmla="*/ 894029 h 896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5040" h="896577">
                    <a:moveTo>
                      <a:pt x="0" y="894029"/>
                    </a:moveTo>
                    <a:cubicBezTo>
                      <a:pt x="95638" y="409857"/>
                      <a:pt x="76811" y="618448"/>
                      <a:pt x="186623" y="1724"/>
                    </a:cubicBezTo>
                    <a:cubicBezTo>
                      <a:pt x="431451" y="14348"/>
                      <a:pt x="449377" y="35256"/>
                      <a:pt x="675040" y="0"/>
                    </a:cubicBezTo>
                    <a:cubicBezTo>
                      <a:pt x="276172" y="749497"/>
                      <a:pt x="462801" y="344746"/>
                      <a:pt x="179079" y="886531"/>
                    </a:cubicBezTo>
                    <a:cubicBezTo>
                      <a:pt x="44794" y="857895"/>
                      <a:pt x="92525" y="908114"/>
                      <a:pt x="0" y="894029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  <a:alpha val="5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506" name="Freeform 505">
                <a:extLst>
                  <a:ext uri="{FF2B5EF4-FFF2-40B4-BE49-F238E27FC236}">
                    <a16:creationId xmlns:a16="http://schemas.microsoft.com/office/drawing/2014/main" id="{F4BF3576-E79F-B648-84BB-B323AFF844E4}"/>
                  </a:ext>
                </a:extLst>
              </p:cNvPr>
              <p:cNvSpPr/>
              <p:nvPr/>
            </p:nvSpPr>
            <p:spPr>
              <a:xfrm>
                <a:off x="4340854" y="5470471"/>
                <a:ext cx="514350" cy="401843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503138"/>
                  <a:gd name="connsiteY0" fmla="*/ 961687 h 964568"/>
                  <a:gd name="connsiteX1" fmla="*/ 0 w 503138"/>
                  <a:gd name="connsiteY1" fmla="*/ 70 h 964568"/>
                  <a:gd name="connsiteX2" fmla="*/ 503138 w 503138"/>
                  <a:gd name="connsiteY2" fmla="*/ 154187 h 964568"/>
                  <a:gd name="connsiteX3" fmla="*/ 273339 w 503138"/>
                  <a:gd name="connsiteY3" fmla="*/ 964568 h 964568"/>
                  <a:gd name="connsiteX4" fmla="*/ 197928 w 503138"/>
                  <a:gd name="connsiteY4" fmla="*/ 961687 h 964568"/>
                  <a:gd name="connsiteX0" fmla="*/ 201456 w 506666"/>
                  <a:gd name="connsiteY0" fmla="*/ 807500 h 810381"/>
                  <a:gd name="connsiteX1" fmla="*/ 0 w 506666"/>
                  <a:gd name="connsiteY1" fmla="*/ 15216 h 810381"/>
                  <a:gd name="connsiteX2" fmla="*/ 506666 w 506666"/>
                  <a:gd name="connsiteY2" fmla="*/ 0 h 810381"/>
                  <a:gd name="connsiteX3" fmla="*/ 276867 w 506666"/>
                  <a:gd name="connsiteY3" fmla="*/ 810381 h 810381"/>
                  <a:gd name="connsiteX4" fmla="*/ 201456 w 506666"/>
                  <a:gd name="connsiteY4" fmla="*/ 807500 h 810381"/>
                  <a:gd name="connsiteX0" fmla="*/ 201456 w 506666"/>
                  <a:gd name="connsiteY0" fmla="*/ 807500 h 811593"/>
                  <a:gd name="connsiteX1" fmla="*/ 0 w 506666"/>
                  <a:gd name="connsiteY1" fmla="*/ 15216 h 811593"/>
                  <a:gd name="connsiteX2" fmla="*/ 506666 w 506666"/>
                  <a:gd name="connsiteY2" fmla="*/ 0 h 811593"/>
                  <a:gd name="connsiteX3" fmla="*/ 276867 w 506666"/>
                  <a:gd name="connsiteY3" fmla="*/ 810381 h 811593"/>
                  <a:gd name="connsiteX4" fmla="*/ 201456 w 506666"/>
                  <a:gd name="connsiteY4" fmla="*/ 807500 h 811593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276867 w 506666"/>
                  <a:gd name="connsiteY3" fmla="*/ 81038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1521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789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135576 w 506666"/>
                  <a:gd name="connsiteY0" fmla="*/ 818480 h 818480"/>
                  <a:gd name="connsiteX1" fmla="*/ 0 w 506666"/>
                  <a:gd name="connsiteY1" fmla="*/ 7896 h 818480"/>
                  <a:gd name="connsiteX2" fmla="*/ 506666 w 506666"/>
                  <a:gd name="connsiteY2" fmla="*/ 0 h 818480"/>
                  <a:gd name="connsiteX3" fmla="*/ 331766 w 506666"/>
                  <a:gd name="connsiteY3" fmla="*/ 803061 h 818480"/>
                  <a:gd name="connsiteX4" fmla="*/ 135576 w 506666"/>
                  <a:gd name="connsiteY4" fmla="*/ 818480 h 818480"/>
                  <a:gd name="connsiteX0" fmla="*/ 45472 w 559302"/>
                  <a:gd name="connsiteY0" fmla="*/ 807500 h 807500"/>
                  <a:gd name="connsiteX1" fmla="*/ 52636 w 559302"/>
                  <a:gd name="connsiteY1" fmla="*/ 7896 h 807500"/>
                  <a:gd name="connsiteX2" fmla="*/ 559302 w 559302"/>
                  <a:gd name="connsiteY2" fmla="*/ 0 h 807500"/>
                  <a:gd name="connsiteX3" fmla="*/ 384402 w 559302"/>
                  <a:gd name="connsiteY3" fmla="*/ 803061 h 807500"/>
                  <a:gd name="connsiteX4" fmla="*/ 45472 w 559302"/>
                  <a:gd name="connsiteY4" fmla="*/ 807500 h 807500"/>
                  <a:gd name="connsiteX0" fmla="*/ 21974 w 535804"/>
                  <a:gd name="connsiteY0" fmla="*/ 807500 h 807500"/>
                  <a:gd name="connsiteX1" fmla="*/ 29138 w 535804"/>
                  <a:gd name="connsiteY1" fmla="*/ 7896 h 807500"/>
                  <a:gd name="connsiteX2" fmla="*/ 535804 w 535804"/>
                  <a:gd name="connsiteY2" fmla="*/ 0 h 807500"/>
                  <a:gd name="connsiteX3" fmla="*/ 360904 w 535804"/>
                  <a:gd name="connsiteY3" fmla="*/ 803061 h 807500"/>
                  <a:gd name="connsiteX4" fmla="*/ 21974 w 535804"/>
                  <a:gd name="connsiteY4" fmla="*/ 807500 h 807500"/>
                  <a:gd name="connsiteX0" fmla="*/ 128256 w 506666"/>
                  <a:gd name="connsiteY0" fmla="*/ 829461 h 829461"/>
                  <a:gd name="connsiteX1" fmla="*/ 0 w 506666"/>
                  <a:gd name="connsiteY1" fmla="*/ 7896 h 829461"/>
                  <a:gd name="connsiteX2" fmla="*/ 506666 w 506666"/>
                  <a:gd name="connsiteY2" fmla="*/ 0 h 829461"/>
                  <a:gd name="connsiteX3" fmla="*/ 331766 w 506666"/>
                  <a:gd name="connsiteY3" fmla="*/ 803061 h 829461"/>
                  <a:gd name="connsiteX4" fmla="*/ 128256 w 506666"/>
                  <a:gd name="connsiteY4" fmla="*/ 829461 h 829461"/>
                  <a:gd name="connsiteX0" fmla="*/ 128256 w 506666"/>
                  <a:gd name="connsiteY0" fmla="*/ 829461 h 829461"/>
                  <a:gd name="connsiteX1" fmla="*/ 0 w 506666"/>
                  <a:gd name="connsiteY1" fmla="*/ 7896 h 829461"/>
                  <a:gd name="connsiteX2" fmla="*/ 506666 w 506666"/>
                  <a:gd name="connsiteY2" fmla="*/ 0 h 829461"/>
                  <a:gd name="connsiteX3" fmla="*/ 331766 w 506666"/>
                  <a:gd name="connsiteY3" fmla="*/ 803061 h 829461"/>
                  <a:gd name="connsiteX4" fmla="*/ 128256 w 506666"/>
                  <a:gd name="connsiteY4" fmla="*/ 829461 h 829461"/>
                  <a:gd name="connsiteX0" fmla="*/ 128256 w 506666"/>
                  <a:gd name="connsiteY0" fmla="*/ 829461 h 829461"/>
                  <a:gd name="connsiteX1" fmla="*/ 0 w 506666"/>
                  <a:gd name="connsiteY1" fmla="*/ 7896 h 829461"/>
                  <a:gd name="connsiteX2" fmla="*/ 506666 w 506666"/>
                  <a:gd name="connsiteY2" fmla="*/ 0 h 829461"/>
                  <a:gd name="connsiteX3" fmla="*/ 331766 w 506666"/>
                  <a:gd name="connsiteY3" fmla="*/ 803061 h 829461"/>
                  <a:gd name="connsiteX4" fmla="*/ 128256 w 506666"/>
                  <a:gd name="connsiteY4" fmla="*/ 829461 h 829461"/>
                  <a:gd name="connsiteX0" fmla="*/ 128256 w 506666"/>
                  <a:gd name="connsiteY0" fmla="*/ 829461 h 830473"/>
                  <a:gd name="connsiteX1" fmla="*/ 0 w 506666"/>
                  <a:gd name="connsiteY1" fmla="*/ 7896 h 830473"/>
                  <a:gd name="connsiteX2" fmla="*/ 506666 w 506666"/>
                  <a:gd name="connsiteY2" fmla="*/ 0 h 830473"/>
                  <a:gd name="connsiteX3" fmla="*/ 331766 w 506666"/>
                  <a:gd name="connsiteY3" fmla="*/ 828681 h 830473"/>
                  <a:gd name="connsiteX4" fmla="*/ 128256 w 506666"/>
                  <a:gd name="connsiteY4" fmla="*/ 829461 h 830473"/>
                  <a:gd name="connsiteX0" fmla="*/ 128256 w 506666"/>
                  <a:gd name="connsiteY0" fmla="*/ 829461 h 830473"/>
                  <a:gd name="connsiteX1" fmla="*/ 0 w 506666"/>
                  <a:gd name="connsiteY1" fmla="*/ 7896 h 830473"/>
                  <a:gd name="connsiteX2" fmla="*/ 506666 w 506666"/>
                  <a:gd name="connsiteY2" fmla="*/ 0 h 830473"/>
                  <a:gd name="connsiteX3" fmla="*/ 331766 w 506666"/>
                  <a:gd name="connsiteY3" fmla="*/ 828681 h 830473"/>
                  <a:gd name="connsiteX4" fmla="*/ 128256 w 506666"/>
                  <a:gd name="connsiteY4" fmla="*/ 829461 h 830473"/>
                  <a:gd name="connsiteX0" fmla="*/ 128256 w 506666"/>
                  <a:gd name="connsiteY0" fmla="*/ 821565 h 822577"/>
                  <a:gd name="connsiteX1" fmla="*/ 0 w 506666"/>
                  <a:gd name="connsiteY1" fmla="*/ 0 h 822577"/>
                  <a:gd name="connsiteX2" fmla="*/ 506666 w 506666"/>
                  <a:gd name="connsiteY2" fmla="*/ 255115 h 822577"/>
                  <a:gd name="connsiteX3" fmla="*/ 331766 w 506666"/>
                  <a:gd name="connsiteY3" fmla="*/ 820785 h 822577"/>
                  <a:gd name="connsiteX4" fmla="*/ 128256 w 506666"/>
                  <a:gd name="connsiteY4" fmla="*/ 821565 h 822577"/>
                  <a:gd name="connsiteX0" fmla="*/ 128256 w 506666"/>
                  <a:gd name="connsiteY0" fmla="*/ 821565 h 822577"/>
                  <a:gd name="connsiteX1" fmla="*/ 0 w 506666"/>
                  <a:gd name="connsiteY1" fmla="*/ 0 h 822577"/>
                  <a:gd name="connsiteX2" fmla="*/ 506666 w 506666"/>
                  <a:gd name="connsiteY2" fmla="*/ 255115 h 822577"/>
                  <a:gd name="connsiteX3" fmla="*/ 331766 w 506666"/>
                  <a:gd name="connsiteY3" fmla="*/ 820785 h 822577"/>
                  <a:gd name="connsiteX4" fmla="*/ 128256 w 506666"/>
                  <a:gd name="connsiteY4" fmla="*/ 821565 h 822577"/>
                  <a:gd name="connsiteX0" fmla="*/ 128256 w 506666"/>
                  <a:gd name="connsiteY0" fmla="*/ 821565 h 822577"/>
                  <a:gd name="connsiteX1" fmla="*/ 0 w 506666"/>
                  <a:gd name="connsiteY1" fmla="*/ 0 h 822577"/>
                  <a:gd name="connsiteX2" fmla="*/ 506666 w 506666"/>
                  <a:gd name="connsiteY2" fmla="*/ 255115 h 822577"/>
                  <a:gd name="connsiteX3" fmla="*/ 331766 w 506666"/>
                  <a:gd name="connsiteY3" fmla="*/ 820785 h 822577"/>
                  <a:gd name="connsiteX4" fmla="*/ 128256 w 506666"/>
                  <a:gd name="connsiteY4" fmla="*/ 821565 h 822577"/>
                  <a:gd name="connsiteX0" fmla="*/ 135770 w 514180"/>
                  <a:gd name="connsiteY0" fmla="*/ 577341 h 578353"/>
                  <a:gd name="connsiteX1" fmla="*/ 0 w 514180"/>
                  <a:gd name="connsiteY1" fmla="*/ 0 h 578353"/>
                  <a:gd name="connsiteX2" fmla="*/ 514180 w 514180"/>
                  <a:gd name="connsiteY2" fmla="*/ 10891 h 578353"/>
                  <a:gd name="connsiteX3" fmla="*/ 339280 w 514180"/>
                  <a:gd name="connsiteY3" fmla="*/ 576561 h 578353"/>
                  <a:gd name="connsiteX4" fmla="*/ 135770 w 514180"/>
                  <a:gd name="connsiteY4" fmla="*/ 577341 h 578353"/>
                  <a:gd name="connsiteX0" fmla="*/ 135770 w 514180"/>
                  <a:gd name="connsiteY0" fmla="*/ 577341 h 578353"/>
                  <a:gd name="connsiteX1" fmla="*/ 0 w 514180"/>
                  <a:gd name="connsiteY1" fmla="*/ 0 h 578353"/>
                  <a:gd name="connsiteX2" fmla="*/ 514180 w 514180"/>
                  <a:gd name="connsiteY2" fmla="*/ 10891 h 578353"/>
                  <a:gd name="connsiteX3" fmla="*/ 339280 w 514180"/>
                  <a:gd name="connsiteY3" fmla="*/ 576561 h 578353"/>
                  <a:gd name="connsiteX4" fmla="*/ 135770 w 514180"/>
                  <a:gd name="connsiteY4" fmla="*/ 577341 h 578353"/>
                  <a:gd name="connsiteX0" fmla="*/ 135770 w 514180"/>
                  <a:gd name="connsiteY0" fmla="*/ 577341 h 578353"/>
                  <a:gd name="connsiteX1" fmla="*/ 0 w 514180"/>
                  <a:gd name="connsiteY1" fmla="*/ 0 h 578353"/>
                  <a:gd name="connsiteX2" fmla="*/ 514180 w 514180"/>
                  <a:gd name="connsiteY2" fmla="*/ 10891 h 578353"/>
                  <a:gd name="connsiteX3" fmla="*/ 339280 w 514180"/>
                  <a:gd name="connsiteY3" fmla="*/ 576561 h 578353"/>
                  <a:gd name="connsiteX4" fmla="*/ 135770 w 514180"/>
                  <a:gd name="connsiteY4" fmla="*/ 577341 h 578353"/>
                  <a:gd name="connsiteX0" fmla="*/ 135770 w 514180"/>
                  <a:gd name="connsiteY0" fmla="*/ 577341 h 577341"/>
                  <a:gd name="connsiteX1" fmla="*/ 0 w 514180"/>
                  <a:gd name="connsiteY1" fmla="*/ 0 h 577341"/>
                  <a:gd name="connsiteX2" fmla="*/ 514180 w 514180"/>
                  <a:gd name="connsiteY2" fmla="*/ 10891 h 577341"/>
                  <a:gd name="connsiteX3" fmla="*/ 404259 w 514180"/>
                  <a:gd name="connsiteY3" fmla="*/ 386400 h 577341"/>
                  <a:gd name="connsiteX4" fmla="*/ 135770 w 514180"/>
                  <a:gd name="connsiteY4" fmla="*/ 577341 h 577341"/>
                  <a:gd name="connsiteX0" fmla="*/ 100781 w 514180"/>
                  <a:gd name="connsiteY0" fmla="*/ 432218 h 432218"/>
                  <a:gd name="connsiteX1" fmla="*/ 0 w 514180"/>
                  <a:gd name="connsiteY1" fmla="*/ 0 h 432218"/>
                  <a:gd name="connsiteX2" fmla="*/ 514180 w 514180"/>
                  <a:gd name="connsiteY2" fmla="*/ 10891 h 432218"/>
                  <a:gd name="connsiteX3" fmla="*/ 404259 w 514180"/>
                  <a:gd name="connsiteY3" fmla="*/ 386400 h 432218"/>
                  <a:gd name="connsiteX4" fmla="*/ 100781 w 514180"/>
                  <a:gd name="connsiteY4" fmla="*/ 432218 h 432218"/>
                  <a:gd name="connsiteX0" fmla="*/ 100781 w 514180"/>
                  <a:gd name="connsiteY0" fmla="*/ 432218 h 432218"/>
                  <a:gd name="connsiteX1" fmla="*/ 0 w 514180"/>
                  <a:gd name="connsiteY1" fmla="*/ 0 h 432218"/>
                  <a:gd name="connsiteX2" fmla="*/ 514180 w 514180"/>
                  <a:gd name="connsiteY2" fmla="*/ 10891 h 432218"/>
                  <a:gd name="connsiteX3" fmla="*/ 404259 w 514180"/>
                  <a:gd name="connsiteY3" fmla="*/ 386400 h 432218"/>
                  <a:gd name="connsiteX4" fmla="*/ 100781 w 514180"/>
                  <a:gd name="connsiteY4" fmla="*/ 432218 h 432218"/>
                  <a:gd name="connsiteX0" fmla="*/ 100781 w 514180"/>
                  <a:gd name="connsiteY0" fmla="*/ 402193 h 402193"/>
                  <a:gd name="connsiteX1" fmla="*/ 0 w 514180"/>
                  <a:gd name="connsiteY1" fmla="*/ 0 h 402193"/>
                  <a:gd name="connsiteX2" fmla="*/ 514180 w 514180"/>
                  <a:gd name="connsiteY2" fmla="*/ 10891 h 402193"/>
                  <a:gd name="connsiteX3" fmla="*/ 404259 w 514180"/>
                  <a:gd name="connsiteY3" fmla="*/ 386400 h 402193"/>
                  <a:gd name="connsiteX4" fmla="*/ 100781 w 514180"/>
                  <a:gd name="connsiteY4" fmla="*/ 402193 h 402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4180" h="402193">
                    <a:moveTo>
                      <a:pt x="100781" y="402193"/>
                    </a:moveTo>
                    <a:cubicBezTo>
                      <a:pt x="60584" y="194221"/>
                      <a:pt x="96631" y="442038"/>
                      <a:pt x="0" y="0"/>
                    </a:cubicBezTo>
                    <a:lnTo>
                      <a:pt x="514180" y="10891"/>
                    </a:lnTo>
                    <a:cubicBezTo>
                      <a:pt x="417353" y="348331"/>
                      <a:pt x="491637" y="89943"/>
                      <a:pt x="404259" y="386400"/>
                    </a:cubicBezTo>
                    <a:cubicBezTo>
                      <a:pt x="357814" y="390704"/>
                      <a:pt x="168880" y="400727"/>
                      <a:pt x="100781" y="402193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  <a:alpha val="5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507" name="Freeform 506">
                <a:extLst>
                  <a:ext uri="{FF2B5EF4-FFF2-40B4-BE49-F238E27FC236}">
                    <a16:creationId xmlns:a16="http://schemas.microsoft.com/office/drawing/2014/main" id="{2A87492E-A6B9-F244-AAD3-9ABEDBD26626}"/>
                  </a:ext>
                </a:extLst>
              </p:cNvPr>
              <p:cNvSpPr/>
              <p:nvPr/>
            </p:nvSpPr>
            <p:spPr>
              <a:xfrm>
                <a:off x="3561391" y="5433960"/>
                <a:ext cx="573725" cy="1015589"/>
              </a:xfrm>
              <a:custGeom>
                <a:avLst/>
                <a:gdLst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418712 w 1040633"/>
                  <a:gd name="connsiteY4" fmla="*/ 1189324 h 1219697"/>
                  <a:gd name="connsiteX5" fmla="*/ 139870 w 1040633"/>
                  <a:gd name="connsiteY5" fmla="*/ 1191723 h 1219697"/>
                  <a:gd name="connsiteX0" fmla="*/ 139870 w 1040633"/>
                  <a:gd name="connsiteY0" fmla="*/ 1191723 h 1355926"/>
                  <a:gd name="connsiteX1" fmla="*/ 0 w 1040633"/>
                  <a:gd name="connsiteY1" fmla="*/ 0 h 1355926"/>
                  <a:gd name="connsiteX2" fmla="*/ 1040633 w 1040633"/>
                  <a:gd name="connsiteY2" fmla="*/ 16785 h 1355926"/>
                  <a:gd name="connsiteX3" fmla="*/ 833625 w 1040633"/>
                  <a:gd name="connsiteY3" fmla="*/ 1219697 h 1355926"/>
                  <a:gd name="connsiteX4" fmla="*/ 139870 w 1040633"/>
                  <a:gd name="connsiteY4" fmla="*/ 1191723 h 1355926"/>
                  <a:gd name="connsiteX0" fmla="*/ 139870 w 1040633"/>
                  <a:gd name="connsiteY0" fmla="*/ 1191723 h 1289901"/>
                  <a:gd name="connsiteX1" fmla="*/ 0 w 1040633"/>
                  <a:gd name="connsiteY1" fmla="*/ 0 h 1289901"/>
                  <a:gd name="connsiteX2" fmla="*/ 1040633 w 1040633"/>
                  <a:gd name="connsiteY2" fmla="*/ 16785 h 1289901"/>
                  <a:gd name="connsiteX3" fmla="*/ 833625 w 1040633"/>
                  <a:gd name="connsiteY3" fmla="*/ 1219697 h 1289901"/>
                  <a:gd name="connsiteX4" fmla="*/ 139870 w 1040633"/>
                  <a:gd name="connsiteY4" fmla="*/ 1191723 h 1289901"/>
                  <a:gd name="connsiteX0" fmla="*/ 139870 w 1040633"/>
                  <a:gd name="connsiteY0" fmla="*/ 1191723 h 1219697"/>
                  <a:gd name="connsiteX1" fmla="*/ 0 w 1040633"/>
                  <a:gd name="connsiteY1" fmla="*/ 0 h 1219697"/>
                  <a:gd name="connsiteX2" fmla="*/ 1040633 w 1040633"/>
                  <a:gd name="connsiteY2" fmla="*/ 16785 h 1219697"/>
                  <a:gd name="connsiteX3" fmla="*/ 833625 w 1040633"/>
                  <a:gd name="connsiteY3" fmla="*/ 1219697 h 1219697"/>
                  <a:gd name="connsiteX4" fmla="*/ 139870 w 1040633"/>
                  <a:gd name="connsiteY4" fmla="*/ 1191723 h 1219697"/>
                  <a:gd name="connsiteX0" fmla="*/ 139870 w 1040633"/>
                  <a:gd name="connsiteY0" fmla="*/ 1191723 h 1191723"/>
                  <a:gd name="connsiteX1" fmla="*/ 0 w 1040633"/>
                  <a:gd name="connsiteY1" fmla="*/ 0 h 1191723"/>
                  <a:gd name="connsiteX2" fmla="*/ 1040633 w 1040633"/>
                  <a:gd name="connsiteY2" fmla="*/ 16785 h 1191723"/>
                  <a:gd name="connsiteX3" fmla="*/ 671988 w 1040633"/>
                  <a:gd name="connsiteY3" fmla="*/ 1158121 h 1191723"/>
                  <a:gd name="connsiteX4" fmla="*/ 139870 w 1040633"/>
                  <a:gd name="connsiteY4" fmla="*/ 1191723 h 1191723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1040633"/>
                  <a:gd name="connsiteY0" fmla="*/ 1160935 h 1160935"/>
                  <a:gd name="connsiteX1" fmla="*/ 0 w 1040633"/>
                  <a:gd name="connsiteY1" fmla="*/ 0 h 1160935"/>
                  <a:gd name="connsiteX2" fmla="*/ 1040633 w 1040633"/>
                  <a:gd name="connsiteY2" fmla="*/ 16785 h 1160935"/>
                  <a:gd name="connsiteX3" fmla="*/ 671988 w 1040633"/>
                  <a:gd name="connsiteY3" fmla="*/ 1158121 h 1160935"/>
                  <a:gd name="connsiteX4" fmla="*/ 363082 w 1040633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71988 w 778664"/>
                  <a:gd name="connsiteY3" fmla="*/ 1158121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63082 w 778664"/>
                  <a:gd name="connsiteY0" fmla="*/ 1160935 h 1160935"/>
                  <a:gd name="connsiteX1" fmla="*/ 0 w 778664"/>
                  <a:gd name="connsiteY1" fmla="*/ 0 h 1160935"/>
                  <a:gd name="connsiteX2" fmla="*/ 778664 w 778664"/>
                  <a:gd name="connsiteY2" fmla="*/ 130682 h 1160935"/>
                  <a:gd name="connsiteX3" fmla="*/ 694768 w 778664"/>
                  <a:gd name="connsiteY3" fmla="*/ 1112562 h 1160935"/>
                  <a:gd name="connsiteX4" fmla="*/ 363082 w 778664"/>
                  <a:gd name="connsiteY4" fmla="*/ 1160935 h 1160935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397252 w 778664"/>
                  <a:gd name="connsiteY0" fmla="*/ 1103987 h 1112562"/>
                  <a:gd name="connsiteX1" fmla="*/ 0 w 778664"/>
                  <a:gd name="connsiteY1" fmla="*/ 0 h 1112562"/>
                  <a:gd name="connsiteX2" fmla="*/ 778664 w 778664"/>
                  <a:gd name="connsiteY2" fmla="*/ 130682 h 1112562"/>
                  <a:gd name="connsiteX3" fmla="*/ 694768 w 778664"/>
                  <a:gd name="connsiteY3" fmla="*/ 1112562 h 1112562"/>
                  <a:gd name="connsiteX4" fmla="*/ 397252 w 778664"/>
                  <a:gd name="connsiteY4" fmla="*/ 1103987 h 1112562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23893 w 505305"/>
                  <a:gd name="connsiteY0" fmla="*/ 973305 h 981880"/>
                  <a:gd name="connsiteX1" fmla="*/ 0 w 505305"/>
                  <a:gd name="connsiteY1" fmla="*/ 28773 h 981880"/>
                  <a:gd name="connsiteX2" fmla="*/ 505305 w 505305"/>
                  <a:gd name="connsiteY2" fmla="*/ 0 h 981880"/>
                  <a:gd name="connsiteX3" fmla="*/ 421409 w 505305"/>
                  <a:gd name="connsiteY3" fmla="*/ 981880 h 981880"/>
                  <a:gd name="connsiteX4" fmla="*/ 123893 w 505305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81880"/>
                  <a:gd name="connsiteX1" fmla="*/ 0 w 499610"/>
                  <a:gd name="connsiteY1" fmla="*/ 11688 h 981880"/>
                  <a:gd name="connsiteX2" fmla="*/ 499610 w 499610"/>
                  <a:gd name="connsiteY2" fmla="*/ 0 h 981880"/>
                  <a:gd name="connsiteX3" fmla="*/ 415714 w 499610"/>
                  <a:gd name="connsiteY3" fmla="*/ 981880 h 981880"/>
                  <a:gd name="connsiteX4" fmla="*/ 118198 w 499610"/>
                  <a:gd name="connsiteY4" fmla="*/ 973305 h 981880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1819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1819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499610"/>
                  <a:gd name="connsiteY0" fmla="*/ 973305 h 976186"/>
                  <a:gd name="connsiteX1" fmla="*/ 0 w 499610"/>
                  <a:gd name="connsiteY1" fmla="*/ 11688 h 976186"/>
                  <a:gd name="connsiteX2" fmla="*/ 499610 w 499610"/>
                  <a:gd name="connsiteY2" fmla="*/ 0 h 976186"/>
                  <a:gd name="connsiteX3" fmla="*/ 273339 w 499610"/>
                  <a:gd name="connsiteY3" fmla="*/ 976186 h 976186"/>
                  <a:gd name="connsiteX4" fmla="*/ 197928 w 499610"/>
                  <a:gd name="connsiteY4" fmla="*/ 973305 h 976186"/>
                  <a:gd name="connsiteX0" fmla="*/ 197928 w 621064"/>
                  <a:gd name="connsiteY0" fmla="*/ 973305 h 973305"/>
                  <a:gd name="connsiteX1" fmla="*/ 0 w 621064"/>
                  <a:gd name="connsiteY1" fmla="*/ 11688 h 973305"/>
                  <a:gd name="connsiteX2" fmla="*/ 499610 w 621064"/>
                  <a:gd name="connsiteY2" fmla="*/ 0 h 973305"/>
                  <a:gd name="connsiteX3" fmla="*/ 558839 w 621064"/>
                  <a:gd name="connsiteY3" fmla="*/ 754682 h 973305"/>
                  <a:gd name="connsiteX4" fmla="*/ 197928 w 621064"/>
                  <a:gd name="connsiteY4" fmla="*/ 973305 h 973305"/>
                  <a:gd name="connsiteX0" fmla="*/ 197928 w 558839"/>
                  <a:gd name="connsiteY0" fmla="*/ 973305 h 973305"/>
                  <a:gd name="connsiteX1" fmla="*/ 0 w 558839"/>
                  <a:gd name="connsiteY1" fmla="*/ 11688 h 973305"/>
                  <a:gd name="connsiteX2" fmla="*/ 499610 w 558839"/>
                  <a:gd name="connsiteY2" fmla="*/ 0 h 973305"/>
                  <a:gd name="connsiteX3" fmla="*/ 558839 w 558839"/>
                  <a:gd name="connsiteY3" fmla="*/ 754682 h 973305"/>
                  <a:gd name="connsiteX4" fmla="*/ 197928 w 558839"/>
                  <a:gd name="connsiteY4" fmla="*/ 973305 h 973305"/>
                  <a:gd name="connsiteX0" fmla="*/ 197928 w 558839"/>
                  <a:gd name="connsiteY0" fmla="*/ 973305 h 973305"/>
                  <a:gd name="connsiteX1" fmla="*/ 0 w 558839"/>
                  <a:gd name="connsiteY1" fmla="*/ 11688 h 973305"/>
                  <a:gd name="connsiteX2" fmla="*/ 499610 w 558839"/>
                  <a:gd name="connsiteY2" fmla="*/ 0 h 973305"/>
                  <a:gd name="connsiteX3" fmla="*/ 558839 w 558839"/>
                  <a:gd name="connsiteY3" fmla="*/ 754682 h 973305"/>
                  <a:gd name="connsiteX4" fmla="*/ 197928 w 558839"/>
                  <a:gd name="connsiteY4" fmla="*/ 973305 h 973305"/>
                  <a:gd name="connsiteX0" fmla="*/ 370213 w 558839"/>
                  <a:gd name="connsiteY0" fmla="*/ 796102 h 796102"/>
                  <a:gd name="connsiteX1" fmla="*/ 0 w 558839"/>
                  <a:gd name="connsiteY1" fmla="*/ 11688 h 796102"/>
                  <a:gd name="connsiteX2" fmla="*/ 499610 w 558839"/>
                  <a:gd name="connsiteY2" fmla="*/ 0 h 796102"/>
                  <a:gd name="connsiteX3" fmla="*/ 558839 w 558839"/>
                  <a:gd name="connsiteY3" fmla="*/ 754682 h 796102"/>
                  <a:gd name="connsiteX4" fmla="*/ 370213 w 558839"/>
                  <a:gd name="connsiteY4" fmla="*/ 796102 h 796102"/>
                  <a:gd name="connsiteX0" fmla="*/ 370213 w 558839"/>
                  <a:gd name="connsiteY0" fmla="*/ 796102 h 796102"/>
                  <a:gd name="connsiteX1" fmla="*/ 0 w 558839"/>
                  <a:gd name="connsiteY1" fmla="*/ 11688 h 796102"/>
                  <a:gd name="connsiteX2" fmla="*/ 499610 w 558839"/>
                  <a:gd name="connsiteY2" fmla="*/ 0 h 796102"/>
                  <a:gd name="connsiteX3" fmla="*/ 558839 w 558839"/>
                  <a:gd name="connsiteY3" fmla="*/ 754682 h 796102"/>
                  <a:gd name="connsiteX4" fmla="*/ 370213 w 558839"/>
                  <a:gd name="connsiteY4" fmla="*/ 796102 h 796102"/>
                  <a:gd name="connsiteX0" fmla="*/ 370213 w 558839"/>
                  <a:gd name="connsiteY0" fmla="*/ 796102 h 796102"/>
                  <a:gd name="connsiteX1" fmla="*/ 0 w 558839"/>
                  <a:gd name="connsiteY1" fmla="*/ 11688 h 796102"/>
                  <a:gd name="connsiteX2" fmla="*/ 499610 w 558839"/>
                  <a:gd name="connsiteY2" fmla="*/ 0 h 796102"/>
                  <a:gd name="connsiteX3" fmla="*/ 558839 w 558839"/>
                  <a:gd name="connsiteY3" fmla="*/ 754682 h 796102"/>
                  <a:gd name="connsiteX4" fmla="*/ 370213 w 558839"/>
                  <a:gd name="connsiteY4" fmla="*/ 796102 h 796102"/>
                  <a:gd name="connsiteX0" fmla="*/ 370213 w 558839"/>
                  <a:gd name="connsiteY0" fmla="*/ 1315828 h 1315828"/>
                  <a:gd name="connsiteX1" fmla="*/ 0 w 558839"/>
                  <a:gd name="connsiteY1" fmla="*/ 531414 h 1315828"/>
                  <a:gd name="connsiteX2" fmla="*/ 506930 w 558839"/>
                  <a:gd name="connsiteY2" fmla="*/ 0 h 1315828"/>
                  <a:gd name="connsiteX3" fmla="*/ 558839 w 558839"/>
                  <a:gd name="connsiteY3" fmla="*/ 1274408 h 1315828"/>
                  <a:gd name="connsiteX4" fmla="*/ 370213 w 558839"/>
                  <a:gd name="connsiteY4" fmla="*/ 1315828 h 1315828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73479"/>
                  <a:gd name="connsiteY0" fmla="*/ 1326654 h 1326654"/>
                  <a:gd name="connsiteX1" fmla="*/ 0 w 573479"/>
                  <a:gd name="connsiteY1" fmla="*/ 554 h 1326654"/>
                  <a:gd name="connsiteX2" fmla="*/ 521570 w 573479"/>
                  <a:gd name="connsiteY2" fmla="*/ 10826 h 1326654"/>
                  <a:gd name="connsiteX3" fmla="*/ 573479 w 573479"/>
                  <a:gd name="connsiteY3" fmla="*/ 1285234 h 1326654"/>
                  <a:gd name="connsiteX4" fmla="*/ 384853 w 573479"/>
                  <a:gd name="connsiteY4" fmla="*/ 1326654 h 1326654"/>
                  <a:gd name="connsiteX0" fmla="*/ 384853 w 588119"/>
                  <a:gd name="connsiteY0" fmla="*/ 1326654 h 1326654"/>
                  <a:gd name="connsiteX1" fmla="*/ 0 w 588119"/>
                  <a:gd name="connsiteY1" fmla="*/ 554 h 1326654"/>
                  <a:gd name="connsiteX2" fmla="*/ 521570 w 588119"/>
                  <a:gd name="connsiteY2" fmla="*/ 10826 h 1326654"/>
                  <a:gd name="connsiteX3" fmla="*/ 588119 w 588119"/>
                  <a:gd name="connsiteY3" fmla="*/ 1321835 h 1326654"/>
                  <a:gd name="connsiteX4" fmla="*/ 384853 w 588119"/>
                  <a:gd name="connsiteY4" fmla="*/ 1326654 h 1326654"/>
                  <a:gd name="connsiteX0" fmla="*/ 384853 w 588119"/>
                  <a:gd name="connsiteY0" fmla="*/ 1326654 h 1326654"/>
                  <a:gd name="connsiteX1" fmla="*/ 0 w 588119"/>
                  <a:gd name="connsiteY1" fmla="*/ 554 h 1326654"/>
                  <a:gd name="connsiteX2" fmla="*/ 521570 w 588119"/>
                  <a:gd name="connsiteY2" fmla="*/ 10826 h 1326654"/>
                  <a:gd name="connsiteX3" fmla="*/ 588119 w 588119"/>
                  <a:gd name="connsiteY3" fmla="*/ 1321835 h 1326654"/>
                  <a:gd name="connsiteX4" fmla="*/ 384853 w 588119"/>
                  <a:gd name="connsiteY4" fmla="*/ 1326654 h 1326654"/>
                  <a:gd name="connsiteX0" fmla="*/ 384853 w 588119"/>
                  <a:gd name="connsiteY0" fmla="*/ 1326148 h 1326148"/>
                  <a:gd name="connsiteX1" fmla="*/ 0 w 588119"/>
                  <a:gd name="connsiteY1" fmla="*/ 48 h 1326148"/>
                  <a:gd name="connsiteX2" fmla="*/ 521570 w 588119"/>
                  <a:gd name="connsiteY2" fmla="*/ 228243 h 1326148"/>
                  <a:gd name="connsiteX3" fmla="*/ 588119 w 588119"/>
                  <a:gd name="connsiteY3" fmla="*/ 1321329 h 1326148"/>
                  <a:gd name="connsiteX4" fmla="*/ 384853 w 588119"/>
                  <a:gd name="connsiteY4" fmla="*/ 1326148 h 1326148"/>
                  <a:gd name="connsiteX0" fmla="*/ 384853 w 588119"/>
                  <a:gd name="connsiteY0" fmla="*/ 1326148 h 1326148"/>
                  <a:gd name="connsiteX1" fmla="*/ 0 w 588119"/>
                  <a:gd name="connsiteY1" fmla="*/ 48 h 1326148"/>
                  <a:gd name="connsiteX2" fmla="*/ 521570 w 588119"/>
                  <a:gd name="connsiteY2" fmla="*/ 228243 h 1326148"/>
                  <a:gd name="connsiteX3" fmla="*/ 588119 w 588119"/>
                  <a:gd name="connsiteY3" fmla="*/ 1321329 h 1326148"/>
                  <a:gd name="connsiteX4" fmla="*/ 384853 w 588119"/>
                  <a:gd name="connsiteY4" fmla="*/ 1326148 h 1326148"/>
                  <a:gd name="connsiteX0" fmla="*/ 384853 w 588119"/>
                  <a:gd name="connsiteY0" fmla="*/ 1326148 h 1326148"/>
                  <a:gd name="connsiteX1" fmla="*/ 0 w 588119"/>
                  <a:gd name="connsiteY1" fmla="*/ 48 h 1326148"/>
                  <a:gd name="connsiteX2" fmla="*/ 521570 w 588119"/>
                  <a:gd name="connsiteY2" fmla="*/ 228243 h 1326148"/>
                  <a:gd name="connsiteX3" fmla="*/ 588119 w 588119"/>
                  <a:gd name="connsiteY3" fmla="*/ 1321329 h 1326148"/>
                  <a:gd name="connsiteX4" fmla="*/ 384853 w 588119"/>
                  <a:gd name="connsiteY4" fmla="*/ 1326148 h 1326148"/>
                  <a:gd name="connsiteX0" fmla="*/ 366066 w 569332"/>
                  <a:gd name="connsiteY0" fmla="*/ 1097905 h 1097905"/>
                  <a:gd name="connsiteX1" fmla="*/ 0 w 569332"/>
                  <a:gd name="connsiteY1" fmla="*/ 4757 h 1097905"/>
                  <a:gd name="connsiteX2" fmla="*/ 502783 w 569332"/>
                  <a:gd name="connsiteY2" fmla="*/ 0 h 1097905"/>
                  <a:gd name="connsiteX3" fmla="*/ 569332 w 569332"/>
                  <a:gd name="connsiteY3" fmla="*/ 1093086 h 1097905"/>
                  <a:gd name="connsiteX4" fmla="*/ 366066 w 569332"/>
                  <a:gd name="connsiteY4" fmla="*/ 1097905 h 1097905"/>
                  <a:gd name="connsiteX0" fmla="*/ 366066 w 569332"/>
                  <a:gd name="connsiteY0" fmla="*/ 1097905 h 1097905"/>
                  <a:gd name="connsiteX1" fmla="*/ 0 w 569332"/>
                  <a:gd name="connsiteY1" fmla="*/ 4757 h 1097905"/>
                  <a:gd name="connsiteX2" fmla="*/ 502783 w 569332"/>
                  <a:gd name="connsiteY2" fmla="*/ 0 h 1097905"/>
                  <a:gd name="connsiteX3" fmla="*/ 569332 w 569332"/>
                  <a:gd name="connsiteY3" fmla="*/ 1093086 h 1097905"/>
                  <a:gd name="connsiteX4" fmla="*/ 366066 w 569332"/>
                  <a:gd name="connsiteY4" fmla="*/ 1097905 h 1097905"/>
                  <a:gd name="connsiteX0" fmla="*/ 366066 w 569332"/>
                  <a:gd name="connsiteY0" fmla="*/ 1097905 h 1097905"/>
                  <a:gd name="connsiteX1" fmla="*/ 0 w 569332"/>
                  <a:gd name="connsiteY1" fmla="*/ 4757 h 1097905"/>
                  <a:gd name="connsiteX2" fmla="*/ 502783 w 569332"/>
                  <a:gd name="connsiteY2" fmla="*/ 0 h 1097905"/>
                  <a:gd name="connsiteX3" fmla="*/ 569332 w 569332"/>
                  <a:gd name="connsiteY3" fmla="*/ 1093086 h 1097905"/>
                  <a:gd name="connsiteX4" fmla="*/ 366066 w 569332"/>
                  <a:gd name="connsiteY4" fmla="*/ 1097905 h 1097905"/>
                  <a:gd name="connsiteX0" fmla="*/ 366066 w 594113"/>
                  <a:gd name="connsiteY0" fmla="*/ 1097905 h 1179971"/>
                  <a:gd name="connsiteX1" fmla="*/ 0 w 594113"/>
                  <a:gd name="connsiteY1" fmla="*/ 4757 h 1179971"/>
                  <a:gd name="connsiteX2" fmla="*/ 502783 w 594113"/>
                  <a:gd name="connsiteY2" fmla="*/ 0 h 1179971"/>
                  <a:gd name="connsiteX3" fmla="*/ 594113 w 594113"/>
                  <a:gd name="connsiteY3" fmla="*/ 1179818 h 1179971"/>
                  <a:gd name="connsiteX4" fmla="*/ 366066 w 594113"/>
                  <a:gd name="connsiteY4" fmla="*/ 1097905 h 1179971"/>
                  <a:gd name="connsiteX0" fmla="*/ 403236 w 594113"/>
                  <a:gd name="connsiteY0" fmla="*/ 1215612 h 1215612"/>
                  <a:gd name="connsiteX1" fmla="*/ 0 w 594113"/>
                  <a:gd name="connsiteY1" fmla="*/ 4757 h 1215612"/>
                  <a:gd name="connsiteX2" fmla="*/ 502783 w 594113"/>
                  <a:gd name="connsiteY2" fmla="*/ 0 h 1215612"/>
                  <a:gd name="connsiteX3" fmla="*/ 594113 w 594113"/>
                  <a:gd name="connsiteY3" fmla="*/ 1179818 h 1215612"/>
                  <a:gd name="connsiteX4" fmla="*/ 403236 w 594113"/>
                  <a:gd name="connsiteY4" fmla="*/ 1215612 h 1215612"/>
                  <a:gd name="connsiteX0" fmla="*/ 403236 w 574100"/>
                  <a:gd name="connsiteY0" fmla="*/ 1215612 h 1215612"/>
                  <a:gd name="connsiteX1" fmla="*/ 0 w 574100"/>
                  <a:gd name="connsiteY1" fmla="*/ 4757 h 1215612"/>
                  <a:gd name="connsiteX2" fmla="*/ 502783 w 574100"/>
                  <a:gd name="connsiteY2" fmla="*/ 0 h 1215612"/>
                  <a:gd name="connsiteX3" fmla="*/ 574100 w 574100"/>
                  <a:gd name="connsiteY3" fmla="*/ 1014877 h 1215612"/>
                  <a:gd name="connsiteX4" fmla="*/ 403236 w 574100"/>
                  <a:gd name="connsiteY4" fmla="*/ 1215612 h 1215612"/>
                  <a:gd name="connsiteX0" fmla="*/ 333190 w 574100"/>
                  <a:gd name="connsiteY0" fmla="*/ 985695 h 1015244"/>
                  <a:gd name="connsiteX1" fmla="*/ 0 w 574100"/>
                  <a:gd name="connsiteY1" fmla="*/ 4757 h 1015244"/>
                  <a:gd name="connsiteX2" fmla="*/ 502783 w 574100"/>
                  <a:gd name="connsiteY2" fmla="*/ 0 h 1015244"/>
                  <a:gd name="connsiteX3" fmla="*/ 574100 w 574100"/>
                  <a:gd name="connsiteY3" fmla="*/ 1014877 h 1015244"/>
                  <a:gd name="connsiteX4" fmla="*/ 333190 w 574100"/>
                  <a:gd name="connsiteY4" fmla="*/ 985695 h 1015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4100" h="1015244">
                    <a:moveTo>
                      <a:pt x="333190" y="985695"/>
                    </a:moveTo>
                    <a:cubicBezTo>
                      <a:pt x="153901" y="433090"/>
                      <a:pt x="295574" y="908506"/>
                      <a:pt x="0" y="4757"/>
                    </a:cubicBezTo>
                    <a:cubicBezTo>
                      <a:pt x="166537" y="861"/>
                      <a:pt x="336246" y="3896"/>
                      <a:pt x="502783" y="0"/>
                    </a:cubicBezTo>
                    <a:cubicBezTo>
                      <a:pt x="555943" y="995541"/>
                      <a:pt x="537473" y="350120"/>
                      <a:pt x="574100" y="1014877"/>
                    </a:cubicBezTo>
                    <a:cubicBezTo>
                      <a:pt x="476415" y="1019182"/>
                      <a:pt x="529388" y="984229"/>
                      <a:pt x="333190" y="985695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  <a:alpha val="55000"/>
                    </a:srgbClr>
                  </a:gs>
                  <a:gs pos="100000">
                    <a:srgbClr val="FFFFFF">
                      <a:lumMod val="75000"/>
                    </a:srgbClr>
                  </a:gs>
                </a:gsLst>
                <a:lin ang="16200000" scaled="0"/>
              </a:gradFill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grpSp>
            <p:nvGrpSpPr>
              <p:cNvPr id="508" name="Group 507">
                <a:extLst>
                  <a:ext uri="{FF2B5EF4-FFF2-40B4-BE49-F238E27FC236}">
                    <a16:creationId xmlns:a16="http://schemas.microsoft.com/office/drawing/2014/main" id="{8FC16B8F-6700-054C-A170-9BD03044165E}"/>
                  </a:ext>
                </a:extLst>
              </p:cNvPr>
              <p:cNvGrpSpPr/>
              <p:nvPr/>
            </p:nvGrpSpPr>
            <p:grpSpPr>
              <a:xfrm>
                <a:off x="1856416" y="3709935"/>
                <a:ext cx="1049338" cy="1739900"/>
                <a:chOff x="1856416" y="3709935"/>
                <a:chExt cx="1049338" cy="1739900"/>
              </a:xfrm>
            </p:grpSpPr>
            <p:sp>
              <p:nvSpPr>
                <p:cNvPr id="593" name="Rectangle 592">
                  <a:extLst>
                    <a:ext uri="{FF2B5EF4-FFF2-40B4-BE49-F238E27FC236}">
                      <a16:creationId xmlns:a16="http://schemas.microsoft.com/office/drawing/2014/main" id="{2BEE1A12-C335-1D4D-91C9-FEB6C1040ED7}"/>
                    </a:ext>
                  </a:extLst>
                </p:cNvPr>
                <p:cNvSpPr/>
                <p:nvPr/>
              </p:nvSpPr>
              <p:spPr bwMode="auto">
                <a:xfrm rot="10800000">
                  <a:off x="1867529" y="3957585"/>
                  <a:ext cx="1027112" cy="6110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  <a:alpha val="62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grpSp>
              <p:nvGrpSpPr>
                <p:cNvPr id="594" name="Group 498">
                  <a:extLst>
                    <a:ext uri="{FF2B5EF4-FFF2-40B4-BE49-F238E27FC236}">
                      <a16:creationId xmlns:a16="http://schemas.microsoft.com/office/drawing/2014/main" id="{BEFE5E65-2A61-044F-9B93-9366C8CED22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58805" y="5088863"/>
                  <a:ext cx="1035373" cy="360972"/>
                  <a:chOff x="4128636" y="3606589"/>
                  <a:chExt cx="568145" cy="338667"/>
                </a:xfrm>
              </p:grpSpPr>
              <p:sp>
                <p:nvSpPr>
                  <p:cNvPr id="608" name="Oval 607">
                    <a:extLst>
                      <a:ext uri="{FF2B5EF4-FFF2-40B4-BE49-F238E27FC236}">
                        <a16:creationId xmlns:a16="http://schemas.microsoft.com/office/drawing/2014/main" id="{7AF13E97-5B0D-914A-8801-F1496B880FB8}"/>
                      </a:ext>
                    </a:extLst>
                  </p:cNvPr>
                  <p:cNvSpPr/>
                  <p:nvPr/>
                </p:nvSpPr>
                <p:spPr>
                  <a:xfrm>
                    <a:off x="4129067" y="3720356"/>
                    <a:ext cx="567968" cy="224900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09" name="Rectangle 608">
                    <a:extLst>
                      <a:ext uri="{FF2B5EF4-FFF2-40B4-BE49-F238E27FC236}">
                        <a16:creationId xmlns:a16="http://schemas.microsoft.com/office/drawing/2014/main" id="{98B014A3-18C1-6B43-897A-C8439EAF148C}"/>
                      </a:ext>
                    </a:extLst>
                  </p:cNvPr>
                  <p:cNvSpPr/>
                  <p:nvPr/>
                </p:nvSpPr>
                <p:spPr>
                  <a:xfrm>
                    <a:off x="4129067" y="3720356"/>
                    <a:ext cx="567968" cy="111705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10" name="Oval 609">
                    <a:extLst>
                      <a:ext uri="{FF2B5EF4-FFF2-40B4-BE49-F238E27FC236}">
                        <a16:creationId xmlns:a16="http://schemas.microsoft.com/office/drawing/2014/main" id="{B004449A-6A4A-9C42-BE72-A9DF2160EC37}"/>
                      </a:ext>
                    </a:extLst>
                  </p:cNvPr>
                  <p:cNvSpPr/>
                  <p:nvPr/>
                </p:nvSpPr>
                <p:spPr>
                  <a:xfrm>
                    <a:off x="4129067" y="3607161"/>
                    <a:ext cx="567968" cy="224900"/>
                  </a:xfrm>
                  <a:prstGeom prst="ellipse">
                    <a:avLst/>
                  </a:prstGeom>
                  <a:solidFill>
                    <a:srgbClr val="3333CC">
                      <a:lumMod val="60000"/>
                      <a:lumOff val="40000"/>
                      <a:alpha val="7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611" name="Straight Connector 610">
                    <a:extLst>
                      <a:ext uri="{FF2B5EF4-FFF2-40B4-BE49-F238E27FC236}">
                        <a16:creationId xmlns:a16="http://schemas.microsoft.com/office/drawing/2014/main" id="{50B68D52-14FC-3D41-B18D-DACFF1DCDFC5}"/>
                      </a:ext>
                    </a:extLst>
                  </p:cNvPr>
                  <p:cNvCxnSpPr/>
                  <p:nvPr/>
                </p:nvCxnSpPr>
                <p:spPr>
                  <a:xfrm>
                    <a:off x="4697035" y="3720356"/>
                    <a:ext cx="0" cy="111705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12" name="Straight Connector 611">
                    <a:extLst>
                      <a:ext uri="{FF2B5EF4-FFF2-40B4-BE49-F238E27FC236}">
                        <a16:creationId xmlns:a16="http://schemas.microsoft.com/office/drawing/2014/main" id="{5822DF61-F7C6-3746-AA39-123010E3C5F3}"/>
                      </a:ext>
                    </a:extLst>
                  </p:cNvPr>
                  <p:cNvCxnSpPr/>
                  <p:nvPr/>
                </p:nvCxnSpPr>
                <p:spPr>
                  <a:xfrm>
                    <a:off x="4129067" y="3720356"/>
                    <a:ext cx="0" cy="111705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95" name="Rectangle 594">
                  <a:extLst>
                    <a:ext uri="{FF2B5EF4-FFF2-40B4-BE49-F238E27FC236}">
                      <a16:creationId xmlns:a16="http://schemas.microsoft.com/office/drawing/2014/main" id="{5D920E34-9691-2C4D-AEA7-7E0C7835E894}"/>
                    </a:ext>
                  </a:extLst>
                </p:cNvPr>
                <p:cNvSpPr/>
                <p:nvPr/>
              </p:nvSpPr>
              <p:spPr bwMode="auto">
                <a:xfrm>
                  <a:off x="1877054" y="4704509"/>
                  <a:ext cx="1028700" cy="52307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  <a:alpha val="62000"/>
                      </a:srgbClr>
                    </a:gs>
                    <a:gs pos="54000">
                      <a:srgbClr val="3333CC">
                        <a:lumMod val="40000"/>
                        <a:lumOff val="6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596" name="Straight Connector 595">
                  <a:extLst>
                    <a:ext uri="{FF2B5EF4-FFF2-40B4-BE49-F238E27FC236}">
                      <a16:creationId xmlns:a16="http://schemas.microsoft.com/office/drawing/2014/main" id="{DA168EF0-8DF1-8546-B1A6-90116F77408E}"/>
                    </a:ext>
                  </a:extLst>
                </p:cNvPr>
                <p:cNvCxnSpPr/>
                <p:nvPr/>
              </p:nvCxnSpPr>
              <p:spPr bwMode="auto">
                <a:xfrm>
                  <a:off x="1861179" y="3981398"/>
                  <a:ext cx="17462" cy="130175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cxnSp>
              <p:nvCxnSpPr>
                <p:cNvPr id="597" name="Straight Connector 596">
                  <a:extLst>
                    <a:ext uri="{FF2B5EF4-FFF2-40B4-BE49-F238E27FC236}">
                      <a16:creationId xmlns:a16="http://schemas.microsoft.com/office/drawing/2014/main" id="{AAAA830A-9E09-3744-8C30-8299A87C685D}"/>
                    </a:ext>
                  </a:extLst>
                </p:cNvPr>
                <p:cNvCxnSpPr/>
                <p:nvPr/>
              </p:nvCxnSpPr>
              <p:spPr bwMode="auto">
                <a:xfrm flipH="1">
                  <a:off x="2894641" y="3971873"/>
                  <a:ext cx="6350" cy="127000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598" name="Group 504">
                  <a:extLst>
                    <a:ext uri="{FF2B5EF4-FFF2-40B4-BE49-F238E27FC236}">
                      <a16:creationId xmlns:a16="http://schemas.microsoft.com/office/drawing/2014/main" id="{420ED91E-6610-0642-B473-7E9816D8673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56416" y="3709935"/>
                  <a:ext cx="1044712" cy="399063"/>
                  <a:chOff x="2183302" y="1574638"/>
                  <a:chExt cx="1200154" cy="430218"/>
                </a:xfrm>
              </p:grpSpPr>
              <p:sp>
                <p:nvSpPr>
                  <p:cNvPr id="599" name="Oval 598">
                    <a:extLst>
                      <a:ext uri="{FF2B5EF4-FFF2-40B4-BE49-F238E27FC236}">
                        <a16:creationId xmlns:a16="http://schemas.microsoft.com/office/drawing/2014/main" id="{6782D901-8338-474E-A671-E65AD2254948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5126" y="1689305"/>
                    <a:ext cx="1196349" cy="314904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20000"/>
                          <a:lumOff val="80000"/>
                        </a:srgbClr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00" name="Rectangle 599">
                    <a:extLst>
                      <a:ext uri="{FF2B5EF4-FFF2-40B4-BE49-F238E27FC236}">
                        <a16:creationId xmlns:a16="http://schemas.microsoft.com/office/drawing/2014/main" id="{92891312-A067-2249-9EAB-2F8E46311B4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3302" y="1735513"/>
                    <a:ext cx="1198173" cy="11295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01" name="Oval 600">
                    <a:extLst>
                      <a:ext uri="{FF2B5EF4-FFF2-40B4-BE49-F238E27FC236}">
                        <a16:creationId xmlns:a16="http://schemas.microsoft.com/office/drawing/2014/main" id="{A01101C7-610C-9C43-89AE-DBE1651E695D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3302" y="1574638"/>
                    <a:ext cx="1196349" cy="314904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02" name="Freeform 601">
                    <a:extLst>
                      <a:ext uri="{FF2B5EF4-FFF2-40B4-BE49-F238E27FC236}">
                        <a16:creationId xmlns:a16="http://schemas.microsoft.com/office/drawing/2014/main" id="{EBACFFAE-6ECE-8C45-8C2A-01FA9356532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89684" y="1670478"/>
                    <a:ext cx="581762" cy="157452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03" name="Freeform 602">
                    <a:extLst>
                      <a:ext uri="{FF2B5EF4-FFF2-40B4-BE49-F238E27FC236}">
                        <a16:creationId xmlns:a16="http://schemas.microsoft.com/office/drawing/2014/main" id="{BDBC7A67-3BED-F947-BE5D-A359B603419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29502" y="1629404"/>
                    <a:ext cx="703949" cy="111244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04" name="Freeform 603">
                    <a:extLst>
                      <a:ext uri="{FF2B5EF4-FFF2-40B4-BE49-F238E27FC236}">
                        <a16:creationId xmlns:a16="http://schemas.microsoft.com/office/drawing/2014/main" id="{BD3D6544-470D-3A40-B2A3-8578CA29412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892723" y="1723534"/>
                    <a:ext cx="257142" cy="95840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05" name="Freeform 604">
                    <a:extLst>
                      <a:ext uri="{FF2B5EF4-FFF2-40B4-BE49-F238E27FC236}">
                        <a16:creationId xmlns:a16="http://schemas.microsoft.com/office/drawing/2014/main" id="{F7B36B8F-0877-D849-BC58-985D530F119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16736" y="1725244"/>
                    <a:ext cx="255318" cy="94130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606" name="Straight Connector 605">
                    <a:extLst>
                      <a:ext uri="{FF2B5EF4-FFF2-40B4-BE49-F238E27FC236}">
                        <a16:creationId xmlns:a16="http://schemas.microsoft.com/office/drawing/2014/main" id="{51B061F1-9EFA-EB4D-B63E-D2CEF36B3501}"/>
                      </a:ext>
                    </a:extLst>
                  </p:cNvPr>
                  <p:cNvCxnSpPr>
                    <a:endCxn id="601" idx="2"/>
                  </p:cNvCxnSpPr>
                  <p:nvPr/>
                </p:nvCxnSpPr>
                <p:spPr bwMode="auto">
                  <a:xfrm flipH="1" flipV="1">
                    <a:off x="2183302" y="1732090"/>
                    <a:ext cx="1824" cy="12151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607" name="Straight Connector 606">
                    <a:extLst>
                      <a:ext uri="{FF2B5EF4-FFF2-40B4-BE49-F238E27FC236}">
                        <a16:creationId xmlns:a16="http://schemas.microsoft.com/office/drawing/2014/main" id="{ADFA37E7-94CA-D64E-990E-04A266FD092C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3381475" y="1728667"/>
                    <a:ext cx="1823" cy="121513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</p:grpSp>
          <p:grpSp>
            <p:nvGrpSpPr>
              <p:cNvPr id="509" name="Group 508">
                <a:extLst>
                  <a:ext uri="{FF2B5EF4-FFF2-40B4-BE49-F238E27FC236}">
                    <a16:creationId xmlns:a16="http://schemas.microsoft.com/office/drawing/2014/main" id="{78747774-2A84-8E48-BCCC-680836015C73}"/>
                  </a:ext>
                </a:extLst>
              </p:cNvPr>
              <p:cNvGrpSpPr/>
              <p:nvPr/>
            </p:nvGrpSpPr>
            <p:grpSpPr>
              <a:xfrm>
                <a:off x="3566154" y="3862335"/>
                <a:ext cx="514350" cy="1670050"/>
                <a:chOff x="3566154" y="3862335"/>
                <a:chExt cx="514350" cy="1670050"/>
              </a:xfrm>
            </p:grpSpPr>
            <p:sp>
              <p:nvSpPr>
                <p:cNvPr id="573" name="Rectangle 572">
                  <a:extLst>
                    <a:ext uri="{FF2B5EF4-FFF2-40B4-BE49-F238E27FC236}">
                      <a16:creationId xmlns:a16="http://schemas.microsoft.com/office/drawing/2014/main" id="{0D3EDF85-78E4-CE40-93B0-38AD4A67282F}"/>
                    </a:ext>
                  </a:extLst>
                </p:cNvPr>
                <p:cNvSpPr/>
                <p:nvPr/>
              </p:nvSpPr>
              <p:spPr bwMode="auto">
                <a:xfrm rot="10800000">
                  <a:off x="3569201" y="3946092"/>
                  <a:ext cx="498084" cy="628647"/>
                </a:xfrm>
                <a:prstGeom prst="rect">
                  <a:avLst/>
                </a:prstGeom>
                <a:gradFill rotWithShape="1">
                  <a:gsLst>
                    <a:gs pos="1000">
                      <a:srgbClr val="3333CC">
                        <a:lumMod val="75000"/>
                        <a:alpha val="62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574" name="Straight Connector 573">
                  <a:extLst>
                    <a:ext uri="{FF2B5EF4-FFF2-40B4-BE49-F238E27FC236}">
                      <a16:creationId xmlns:a16="http://schemas.microsoft.com/office/drawing/2014/main" id="{2A707CF0-2F93-B841-AF6A-CBBEAFA5E90C}"/>
                    </a:ext>
                  </a:extLst>
                </p:cNvPr>
                <p:cNvCxnSpPr/>
                <p:nvPr/>
              </p:nvCxnSpPr>
              <p:spPr bwMode="auto">
                <a:xfrm flipH="1">
                  <a:off x="4078916" y="4019498"/>
                  <a:ext cx="1588" cy="136525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575" name="Group 552">
                  <a:extLst>
                    <a:ext uri="{FF2B5EF4-FFF2-40B4-BE49-F238E27FC236}">
                      <a16:creationId xmlns:a16="http://schemas.microsoft.com/office/drawing/2014/main" id="{FDAAEFEC-B4C2-F14D-AF89-9AF76CB979A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71302" y="5310688"/>
                  <a:ext cx="507588" cy="221697"/>
                  <a:chOff x="4128636" y="3606589"/>
                  <a:chExt cx="568145" cy="338667"/>
                </a:xfrm>
              </p:grpSpPr>
              <p:sp>
                <p:nvSpPr>
                  <p:cNvPr id="588" name="Oval 587">
                    <a:extLst>
                      <a:ext uri="{FF2B5EF4-FFF2-40B4-BE49-F238E27FC236}">
                        <a16:creationId xmlns:a16="http://schemas.microsoft.com/office/drawing/2014/main" id="{11471EEA-C236-8945-B0D0-8DE6F9290AF4}"/>
                      </a:ext>
                    </a:extLst>
                  </p:cNvPr>
                  <p:cNvSpPr/>
                  <p:nvPr/>
                </p:nvSpPr>
                <p:spPr>
                  <a:xfrm>
                    <a:off x="4128204" y="3719724"/>
                    <a:ext cx="568606" cy="225532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89" name="Rectangle 588">
                    <a:extLst>
                      <a:ext uri="{FF2B5EF4-FFF2-40B4-BE49-F238E27FC236}">
                        <a16:creationId xmlns:a16="http://schemas.microsoft.com/office/drawing/2014/main" id="{44E3590E-E2F6-E149-B86A-CAB9B96983FB}"/>
                      </a:ext>
                    </a:extLst>
                  </p:cNvPr>
                  <p:cNvSpPr/>
                  <p:nvPr/>
                </p:nvSpPr>
                <p:spPr>
                  <a:xfrm>
                    <a:off x="4128204" y="3719724"/>
                    <a:ext cx="568606" cy="111554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90" name="Oval 589">
                    <a:extLst>
                      <a:ext uri="{FF2B5EF4-FFF2-40B4-BE49-F238E27FC236}">
                        <a16:creationId xmlns:a16="http://schemas.microsoft.com/office/drawing/2014/main" id="{78F60FB5-F746-324B-AD08-4B5084D26A36}"/>
                      </a:ext>
                    </a:extLst>
                  </p:cNvPr>
                  <p:cNvSpPr/>
                  <p:nvPr/>
                </p:nvSpPr>
                <p:spPr>
                  <a:xfrm>
                    <a:off x="4128204" y="3605744"/>
                    <a:ext cx="568606" cy="225534"/>
                  </a:xfrm>
                  <a:prstGeom prst="ellipse">
                    <a:avLst/>
                  </a:prstGeom>
                  <a:solidFill>
                    <a:srgbClr val="3333CC">
                      <a:lumMod val="40000"/>
                      <a:lumOff val="60000"/>
                      <a:alpha val="5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591" name="Straight Connector 590">
                    <a:extLst>
                      <a:ext uri="{FF2B5EF4-FFF2-40B4-BE49-F238E27FC236}">
                        <a16:creationId xmlns:a16="http://schemas.microsoft.com/office/drawing/2014/main" id="{8347E1A2-6B79-0F47-9BEA-21325C495F59}"/>
                      </a:ext>
                    </a:extLst>
                  </p:cNvPr>
                  <p:cNvCxnSpPr/>
                  <p:nvPr/>
                </p:nvCxnSpPr>
                <p:spPr>
                  <a:xfrm>
                    <a:off x="4696810" y="3719724"/>
                    <a:ext cx="0" cy="11155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92" name="Straight Connector 591">
                    <a:extLst>
                      <a:ext uri="{FF2B5EF4-FFF2-40B4-BE49-F238E27FC236}">
                        <a16:creationId xmlns:a16="http://schemas.microsoft.com/office/drawing/2014/main" id="{3B9F9A88-616E-7145-94F3-6C9E5DA22268}"/>
                      </a:ext>
                    </a:extLst>
                  </p:cNvPr>
                  <p:cNvCxnSpPr/>
                  <p:nvPr/>
                </p:nvCxnSpPr>
                <p:spPr>
                  <a:xfrm>
                    <a:off x="4128204" y="3719724"/>
                    <a:ext cx="0" cy="11155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76" name="Rectangle 575">
                  <a:extLst>
                    <a:ext uri="{FF2B5EF4-FFF2-40B4-BE49-F238E27FC236}">
                      <a16:creationId xmlns:a16="http://schemas.microsoft.com/office/drawing/2014/main" id="{CE0E499F-CD57-9248-85F9-E6EF2BC502E0}"/>
                    </a:ext>
                  </a:extLst>
                </p:cNvPr>
                <p:cNvSpPr/>
                <p:nvPr/>
              </p:nvSpPr>
              <p:spPr bwMode="auto">
                <a:xfrm>
                  <a:off x="3572504" y="4575123"/>
                  <a:ext cx="496887" cy="81280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  <a:alpha val="62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577" name="Straight Connector 576">
                  <a:extLst>
                    <a:ext uri="{FF2B5EF4-FFF2-40B4-BE49-F238E27FC236}">
                      <a16:creationId xmlns:a16="http://schemas.microsoft.com/office/drawing/2014/main" id="{B694157C-0E59-4847-9731-83D537BBB638}"/>
                    </a:ext>
                  </a:extLst>
                </p:cNvPr>
                <p:cNvCxnSpPr/>
                <p:nvPr/>
              </p:nvCxnSpPr>
              <p:spPr bwMode="auto">
                <a:xfrm flipH="1">
                  <a:off x="3566154" y="4027435"/>
                  <a:ext cx="3175" cy="1450975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578" name="Group 538">
                  <a:extLst>
                    <a:ext uri="{FF2B5EF4-FFF2-40B4-BE49-F238E27FC236}">
                      <a16:creationId xmlns:a16="http://schemas.microsoft.com/office/drawing/2014/main" id="{FE388113-11E0-A248-8C77-2655391DD32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68667" y="3862335"/>
                  <a:ext cx="503828" cy="248249"/>
                  <a:chOff x="2183302" y="1564542"/>
                  <a:chExt cx="1200154" cy="440314"/>
                </a:xfrm>
              </p:grpSpPr>
              <p:sp>
                <p:nvSpPr>
                  <p:cNvPr id="579" name="Oval 578">
                    <a:extLst>
                      <a:ext uri="{FF2B5EF4-FFF2-40B4-BE49-F238E27FC236}">
                        <a16:creationId xmlns:a16="http://schemas.microsoft.com/office/drawing/2014/main" id="{8031983F-D0B1-DC41-A955-F69C032A068F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8659" y="1691250"/>
                    <a:ext cx="1194966" cy="312543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80" name="Rectangle 579">
                    <a:extLst>
                      <a:ext uri="{FF2B5EF4-FFF2-40B4-BE49-F238E27FC236}">
                        <a16:creationId xmlns:a16="http://schemas.microsoft.com/office/drawing/2014/main" id="{DB2973F2-646E-C545-8B3F-A7F83BEB1F0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4879" y="1736302"/>
                    <a:ext cx="1198746" cy="112629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81" name="Oval 580">
                    <a:extLst>
                      <a:ext uri="{FF2B5EF4-FFF2-40B4-BE49-F238E27FC236}">
                        <a16:creationId xmlns:a16="http://schemas.microsoft.com/office/drawing/2014/main" id="{7A0BD2F5-5524-9941-B040-271EF42401F4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4879" y="1564542"/>
                    <a:ext cx="1194966" cy="312545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82" name="Freeform 581">
                    <a:extLst>
                      <a:ext uri="{FF2B5EF4-FFF2-40B4-BE49-F238E27FC236}">
                        <a16:creationId xmlns:a16="http://schemas.microsoft.com/office/drawing/2014/main" id="{3808222E-6976-2849-8198-52EAB41261E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91182" y="1671539"/>
                    <a:ext cx="582357" cy="154865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83" name="Freeform 582">
                    <a:extLst>
                      <a:ext uri="{FF2B5EF4-FFF2-40B4-BE49-F238E27FC236}">
                        <a16:creationId xmlns:a16="http://schemas.microsoft.com/office/drawing/2014/main" id="{E3544819-6599-5941-9A5E-283DEE88CEF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30678" y="1629304"/>
                    <a:ext cx="703366" cy="109812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84" name="Freeform 583">
                    <a:extLst>
                      <a:ext uri="{FF2B5EF4-FFF2-40B4-BE49-F238E27FC236}">
                        <a16:creationId xmlns:a16="http://schemas.microsoft.com/office/drawing/2014/main" id="{E3F1FBB8-47C0-8C40-B501-64DDACDE956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892025" y="1722222"/>
                    <a:ext cx="260927" cy="95734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85" name="Freeform 584">
                    <a:extLst>
                      <a:ext uri="{FF2B5EF4-FFF2-40B4-BE49-F238E27FC236}">
                        <a16:creationId xmlns:a16="http://schemas.microsoft.com/office/drawing/2014/main" id="{CC7E8100-4D16-DD42-B820-FF0B31D7213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19334" y="1725039"/>
                    <a:ext cx="253362" cy="95734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586" name="Straight Connector 585">
                    <a:extLst>
                      <a:ext uri="{FF2B5EF4-FFF2-40B4-BE49-F238E27FC236}">
                        <a16:creationId xmlns:a16="http://schemas.microsoft.com/office/drawing/2014/main" id="{CABE86F7-A733-5348-B5AA-05E180EA4CEC}"/>
                      </a:ext>
                    </a:extLst>
                  </p:cNvPr>
                  <p:cNvCxnSpPr>
                    <a:endCxn id="581" idx="2"/>
                  </p:cNvCxnSpPr>
                  <p:nvPr/>
                </p:nvCxnSpPr>
                <p:spPr bwMode="auto">
                  <a:xfrm flipH="1" flipV="1">
                    <a:off x="2184879" y="1722222"/>
                    <a:ext cx="3780" cy="121077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587" name="Straight Connector 586">
                    <a:extLst>
                      <a:ext uri="{FF2B5EF4-FFF2-40B4-BE49-F238E27FC236}">
                        <a16:creationId xmlns:a16="http://schemas.microsoft.com/office/drawing/2014/main" id="{8EBB7CFB-D9EF-6A4F-8BB3-01A260C40FC0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3379845" y="1727853"/>
                    <a:ext cx="3780" cy="121077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</p:grpSp>
          <p:grpSp>
            <p:nvGrpSpPr>
              <p:cNvPr id="510" name="Group 509">
                <a:extLst>
                  <a:ext uri="{FF2B5EF4-FFF2-40B4-BE49-F238E27FC236}">
                    <a16:creationId xmlns:a16="http://schemas.microsoft.com/office/drawing/2014/main" id="{2D387945-1C2E-A54C-AF08-01FF98DFCB25}"/>
                  </a:ext>
                </a:extLst>
              </p:cNvPr>
              <p:cNvGrpSpPr/>
              <p:nvPr/>
            </p:nvGrpSpPr>
            <p:grpSpPr>
              <a:xfrm>
                <a:off x="4348791" y="3867098"/>
                <a:ext cx="514350" cy="1670050"/>
                <a:chOff x="4348791" y="3867098"/>
                <a:chExt cx="514350" cy="1670050"/>
              </a:xfrm>
            </p:grpSpPr>
            <p:sp>
              <p:nvSpPr>
                <p:cNvPr id="553" name="Rectangle 552">
                  <a:extLst>
                    <a:ext uri="{FF2B5EF4-FFF2-40B4-BE49-F238E27FC236}">
                      <a16:creationId xmlns:a16="http://schemas.microsoft.com/office/drawing/2014/main" id="{2AB4406B-3E57-C040-9929-5C1F1DFCB1B6}"/>
                    </a:ext>
                  </a:extLst>
                </p:cNvPr>
                <p:cNvSpPr/>
                <p:nvPr/>
              </p:nvSpPr>
              <p:spPr bwMode="auto">
                <a:xfrm rot="10800000">
                  <a:off x="4351838" y="3950855"/>
                  <a:ext cx="498084" cy="628647"/>
                </a:xfrm>
                <a:prstGeom prst="rect">
                  <a:avLst/>
                </a:prstGeom>
                <a:gradFill rotWithShape="1">
                  <a:gsLst>
                    <a:gs pos="1000">
                      <a:srgbClr val="3333CC">
                        <a:lumMod val="75000"/>
                        <a:alpha val="62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554" name="Straight Connector 553">
                  <a:extLst>
                    <a:ext uri="{FF2B5EF4-FFF2-40B4-BE49-F238E27FC236}">
                      <a16:creationId xmlns:a16="http://schemas.microsoft.com/office/drawing/2014/main" id="{D5694302-C820-DB49-913E-76386804F49C}"/>
                    </a:ext>
                  </a:extLst>
                </p:cNvPr>
                <p:cNvCxnSpPr/>
                <p:nvPr/>
              </p:nvCxnSpPr>
              <p:spPr bwMode="auto">
                <a:xfrm flipH="1">
                  <a:off x="4861554" y="4024260"/>
                  <a:ext cx="1587" cy="136525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555" name="Group 580">
                  <a:extLst>
                    <a:ext uri="{FF2B5EF4-FFF2-40B4-BE49-F238E27FC236}">
                      <a16:creationId xmlns:a16="http://schemas.microsoft.com/office/drawing/2014/main" id="{880E26E9-4F26-7B47-82A2-65DCFCFEC12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353939" y="5315451"/>
                  <a:ext cx="507588" cy="221697"/>
                  <a:chOff x="4128636" y="3606589"/>
                  <a:chExt cx="568145" cy="338667"/>
                </a:xfrm>
              </p:grpSpPr>
              <p:sp>
                <p:nvSpPr>
                  <p:cNvPr id="568" name="Oval 567">
                    <a:extLst>
                      <a:ext uri="{FF2B5EF4-FFF2-40B4-BE49-F238E27FC236}">
                        <a16:creationId xmlns:a16="http://schemas.microsoft.com/office/drawing/2014/main" id="{0EFD00C3-D43E-7746-A04D-28A67D81F82D}"/>
                      </a:ext>
                    </a:extLst>
                  </p:cNvPr>
                  <p:cNvSpPr/>
                  <p:nvPr/>
                </p:nvSpPr>
                <p:spPr>
                  <a:xfrm>
                    <a:off x="4128205" y="3719722"/>
                    <a:ext cx="568606" cy="225534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69" name="Rectangle 568">
                    <a:extLst>
                      <a:ext uri="{FF2B5EF4-FFF2-40B4-BE49-F238E27FC236}">
                        <a16:creationId xmlns:a16="http://schemas.microsoft.com/office/drawing/2014/main" id="{0CD04171-1B9E-254F-BF2C-E05ABF9CFD82}"/>
                      </a:ext>
                    </a:extLst>
                  </p:cNvPr>
                  <p:cNvSpPr/>
                  <p:nvPr/>
                </p:nvSpPr>
                <p:spPr>
                  <a:xfrm>
                    <a:off x="4128205" y="3719722"/>
                    <a:ext cx="568606" cy="111554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70" name="Oval 569">
                    <a:extLst>
                      <a:ext uri="{FF2B5EF4-FFF2-40B4-BE49-F238E27FC236}">
                        <a16:creationId xmlns:a16="http://schemas.microsoft.com/office/drawing/2014/main" id="{E5A35E0D-E38B-424D-9954-67704936033A}"/>
                      </a:ext>
                    </a:extLst>
                  </p:cNvPr>
                  <p:cNvSpPr/>
                  <p:nvPr/>
                </p:nvSpPr>
                <p:spPr>
                  <a:xfrm>
                    <a:off x="4128205" y="3605744"/>
                    <a:ext cx="568606" cy="225532"/>
                  </a:xfrm>
                  <a:prstGeom prst="ellipse">
                    <a:avLst/>
                  </a:prstGeom>
                  <a:solidFill>
                    <a:srgbClr val="3333CC">
                      <a:lumMod val="40000"/>
                      <a:lumOff val="60000"/>
                      <a:alpha val="5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571" name="Straight Connector 570">
                    <a:extLst>
                      <a:ext uri="{FF2B5EF4-FFF2-40B4-BE49-F238E27FC236}">
                        <a16:creationId xmlns:a16="http://schemas.microsoft.com/office/drawing/2014/main" id="{67E7EF0A-EF67-E24C-AF52-59A1FE58A19E}"/>
                      </a:ext>
                    </a:extLst>
                  </p:cNvPr>
                  <p:cNvCxnSpPr/>
                  <p:nvPr/>
                </p:nvCxnSpPr>
                <p:spPr>
                  <a:xfrm>
                    <a:off x="4696811" y="3719722"/>
                    <a:ext cx="0" cy="11155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72" name="Straight Connector 571">
                    <a:extLst>
                      <a:ext uri="{FF2B5EF4-FFF2-40B4-BE49-F238E27FC236}">
                        <a16:creationId xmlns:a16="http://schemas.microsoft.com/office/drawing/2014/main" id="{1B128C0E-0B26-B94B-BCF4-7A823EFA9887}"/>
                      </a:ext>
                    </a:extLst>
                  </p:cNvPr>
                  <p:cNvCxnSpPr/>
                  <p:nvPr/>
                </p:nvCxnSpPr>
                <p:spPr>
                  <a:xfrm>
                    <a:off x="4128205" y="3719722"/>
                    <a:ext cx="0" cy="11155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56" name="Rectangle 555">
                  <a:extLst>
                    <a:ext uri="{FF2B5EF4-FFF2-40B4-BE49-F238E27FC236}">
                      <a16:creationId xmlns:a16="http://schemas.microsoft.com/office/drawing/2014/main" id="{7B6AA796-9260-9442-9CC0-184B8E214160}"/>
                    </a:ext>
                  </a:extLst>
                </p:cNvPr>
                <p:cNvSpPr/>
                <p:nvPr/>
              </p:nvSpPr>
              <p:spPr bwMode="auto">
                <a:xfrm>
                  <a:off x="4355141" y="4579885"/>
                  <a:ext cx="496888" cy="81280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  <a:alpha val="62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557" name="Straight Connector 556">
                  <a:extLst>
                    <a:ext uri="{FF2B5EF4-FFF2-40B4-BE49-F238E27FC236}">
                      <a16:creationId xmlns:a16="http://schemas.microsoft.com/office/drawing/2014/main" id="{84ABC70C-BEF4-9E49-9DC3-DC20B6B1569C}"/>
                    </a:ext>
                  </a:extLst>
                </p:cNvPr>
                <p:cNvCxnSpPr/>
                <p:nvPr/>
              </p:nvCxnSpPr>
              <p:spPr bwMode="auto">
                <a:xfrm flipH="1">
                  <a:off x="4348791" y="4032198"/>
                  <a:ext cx="3175" cy="1450975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558" name="Group 568">
                  <a:extLst>
                    <a:ext uri="{FF2B5EF4-FFF2-40B4-BE49-F238E27FC236}">
                      <a16:creationId xmlns:a16="http://schemas.microsoft.com/office/drawing/2014/main" id="{6B4D34BC-5852-FB46-B0F5-AC1664F47F1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351304" y="3867098"/>
                  <a:ext cx="503828" cy="248249"/>
                  <a:chOff x="2183302" y="1564542"/>
                  <a:chExt cx="1200154" cy="440314"/>
                </a:xfrm>
              </p:grpSpPr>
              <p:sp>
                <p:nvSpPr>
                  <p:cNvPr id="559" name="Oval 558">
                    <a:extLst>
                      <a:ext uri="{FF2B5EF4-FFF2-40B4-BE49-F238E27FC236}">
                        <a16:creationId xmlns:a16="http://schemas.microsoft.com/office/drawing/2014/main" id="{5D34FBE9-A733-1B4B-898C-3F7C483851EE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8662" y="1691248"/>
                    <a:ext cx="1194966" cy="312545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60" name="Rectangle 559">
                    <a:extLst>
                      <a:ext uri="{FF2B5EF4-FFF2-40B4-BE49-F238E27FC236}">
                        <a16:creationId xmlns:a16="http://schemas.microsoft.com/office/drawing/2014/main" id="{94FE7F71-D345-C946-BE50-8C4E5A30EE1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4879" y="1736300"/>
                    <a:ext cx="1198749" cy="112629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61" name="Oval 560">
                    <a:extLst>
                      <a:ext uri="{FF2B5EF4-FFF2-40B4-BE49-F238E27FC236}">
                        <a16:creationId xmlns:a16="http://schemas.microsoft.com/office/drawing/2014/main" id="{2F9EF38E-6AC3-F943-BB85-D009A1CDD954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4879" y="1564542"/>
                    <a:ext cx="1194966" cy="312543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62" name="Freeform 561">
                    <a:extLst>
                      <a:ext uri="{FF2B5EF4-FFF2-40B4-BE49-F238E27FC236}">
                        <a16:creationId xmlns:a16="http://schemas.microsoft.com/office/drawing/2014/main" id="{967D797A-C311-864A-A373-A41C00D2C12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91185" y="1671539"/>
                    <a:ext cx="582357" cy="154863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63" name="Freeform 562">
                    <a:extLst>
                      <a:ext uri="{FF2B5EF4-FFF2-40B4-BE49-F238E27FC236}">
                        <a16:creationId xmlns:a16="http://schemas.microsoft.com/office/drawing/2014/main" id="{1FE3B5C7-2735-2046-95DC-CFFEC7C3779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30680" y="1629303"/>
                    <a:ext cx="703366" cy="109814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64" name="Freeform 563">
                    <a:extLst>
                      <a:ext uri="{FF2B5EF4-FFF2-40B4-BE49-F238E27FC236}">
                        <a16:creationId xmlns:a16="http://schemas.microsoft.com/office/drawing/2014/main" id="{A6F43262-D44B-4042-A4C2-690F4F95469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892028" y="1722222"/>
                    <a:ext cx="260925" cy="95734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65" name="Freeform 564">
                    <a:extLst>
                      <a:ext uri="{FF2B5EF4-FFF2-40B4-BE49-F238E27FC236}">
                        <a16:creationId xmlns:a16="http://schemas.microsoft.com/office/drawing/2014/main" id="{D0A9237E-ECBF-C64D-9BA4-E57E3FB22CE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19334" y="1725037"/>
                    <a:ext cx="253364" cy="95734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566" name="Straight Connector 565">
                    <a:extLst>
                      <a:ext uri="{FF2B5EF4-FFF2-40B4-BE49-F238E27FC236}">
                        <a16:creationId xmlns:a16="http://schemas.microsoft.com/office/drawing/2014/main" id="{4A63F622-129C-FF42-8DB0-D47E825BF76F}"/>
                      </a:ext>
                    </a:extLst>
                  </p:cNvPr>
                  <p:cNvCxnSpPr>
                    <a:endCxn id="561" idx="2"/>
                  </p:cNvCxnSpPr>
                  <p:nvPr/>
                </p:nvCxnSpPr>
                <p:spPr bwMode="auto">
                  <a:xfrm flipH="1" flipV="1">
                    <a:off x="2184879" y="1722222"/>
                    <a:ext cx="3783" cy="121075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567" name="Straight Connector 566">
                    <a:extLst>
                      <a:ext uri="{FF2B5EF4-FFF2-40B4-BE49-F238E27FC236}">
                        <a16:creationId xmlns:a16="http://schemas.microsoft.com/office/drawing/2014/main" id="{56B6B7EC-AD55-904F-A5C4-487028A50DE1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3379845" y="1727853"/>
                    <a:ext cx="3783" cy="121075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</p:grpSp>
          <p:grpSp>
            <p:nvGrpSpPr>
              <p:cNvPr id="511" name="Group 510">
                <a:extLst>
                  <a:ext uri="{FF2B5EF4-FFF2-40B4-BE49-F238E27FC236}">
                    <a16:creationId xmlns:a16="http://schemas.microsoft.com/office/drawing/2014/main" id="{AEA1FBC6-7A51-F34C-BAB9-FAE4C4A6D941}"/>
                  </a:ext>
                </a:extLst>
              </p:cNvPr>
              <p:cNvGrpSpPr/>
              <p:nvPr/>
            </p:nvGrpSpPr>
            <p:grpSpPr>
              <a:xfrm>
                <a:off x="5552116" y="3849635"/>
                <a:ext cx="514350" cy="1670050"/>
                <a:chOff x="5552116" y="3849635"/>
                <a:chExt cx="514350" cy="1670050"/>
              </a:xfrm>
            </p:grpSpPr>
            <p:sp>
              <p:nvSpPr>
                <p:cNvPr id="533" name="Rectangle 532">
                  <a:extLst>
                    <a:ext uri="{FF2B5EF4-FFF2-40B4-BE49-F238E27FC236}">
                      <a16:creationId xmlns:a16="http://schemas.microsoft.com/office/drawing/2014/main" id="{CCF1D624-DA31-F24B-AEF9-E141494D48E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5163" y="3933392"/>
                  <a:ext cx="498084" cy="628647"/>
                </a:xfrm>
                <a:prstGeom prst="rect">
                  <a:avLst/>
                </a:prstGeom>
                <a:gradFill rotWithShape="1">
                  <a:gsLst>
                    <a:gs pos="1000">
                      <a:srgbClr val="3333CC">
                        <a:lumMod val="75000"/>
                        <a:alpha val="62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534" name="Straight Connector 533">
                  <a:extLst>
                    <a:ext uri="{FF2B5EF4-FFF2-40B4-BE49-F238E27FC236}">
                      <a16:creationId xmlns:a16="http://schemas.microsoft.com/office/drawing/2014/main" id="{5B16137A-740F-BC46-83AC-69F8BFD9547C}"/>
                    </a:ext>
                  </a:extLst>
                </p:cNvPr>
                <p:cNvCxnSpPr/>
                <p:nvPr/>
              </p:nvCxnSpPr>
              <p:spPr bwMode="auto">
                <a:xfrm flipH="1">
                  <a:off x="6064879" y="4006798"/>
                  <a:ext cx="1587" cy="136525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535" name="Group 607">
                  <a:extLst>
                    <a:ext uri="{FF2B5EF4-FFF2-40B4-BE49-F238E27FC236}">
                      <a16:creationId xmlns:a16="http://schemas.microsoft.com/office/drawing/2014/main" id="{FD8EE77E-118D-C249-BDF7-4E03E883B27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557264" y="5297988"/>
                  <a:ext cx="507588" cy="221697"/>
                  <a:chOff x="4128636" y="3606589"/>
                  <a:chExt cx="568145" cy="338667"/>
                </a:xfrm>
              </p:grpSpPr>
              <p:sp>
                <p:nvSpPr>
                  <p:cNvPr id="548" name="Oval 547">
                    <a:extLst>
                      <a:ext uri="{FF2B5EF4-FFF2-40B4-BE49-F238E27FC236}">
                        <a16:creationId xmlns:a16="http://schemas.microsoft.com/office/drawing/2014/main" id="{0BB43A8A-845F-CC42-9DC8-9B4E62E491C5}"/>
                      </a:ext>
                    </a:extLst>
                  </p:cNvPr>
                  <p:cNvSpPr/>
                  <p:nvPr/>
                </p:nvSpPr>
                <p:spPr>
                  <a:xfrm>
                    <a:off x="4128205" y="3719724"/>
                    <a:ext cx="568606" cy="225532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49" name="Rectangle 548">
                    <a:extLst>
                      <a:ext uri="{FF2B5EF4-FFF2-40B4-BE49-F238E27FC236}">
                        <a16:creationId xmlns:a16="http://schemas.microsoft.com/office/drawing/2014/main" id="{96E9EB72-0350-2747-8FA7-76136E81AC9E}"/>
                      </a:ext>
                    </a:extLst>
                  </p:cNvPr>
                  <p:cNvSpPr/>
                  <p:nvPr/>
                </p:nvSpPr>
                <p:spPr>
                  <a:xfrm>
                    <a:off x="4128205" y="3719724"/>
                    <a:ext cx="568606" cy="111554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50" name="Oval 549">
                    <a:extLst>
                      <a:ext uri="{FF2B5EF4-FFF2-40B4-BE49-F238E27FC236}">
                        <a16:creationId xmlns:a16="http://schemas.microsoft.com/office/drawing/2014/main" id="{DC881CB7-FE4D-FE4E-9748-772252188AFC}"/>
                      </a:ext>
                    </a:extLst>
                  </p:cNvPr>
                  <p:cNvSpPr/>
                  <p:nvPr/>
                </p:nvSpPr>
                <p:spPr>
                  <a:xfrm>
                    <a:off x="4128205" y="3605744"/>
                    <a:ext cx="568606" cy="225534"/>
                  </a:xfrm>
                  <a:prstGeom prst="ellipse">
                    <a:avLst/>
                  </a:prstGeom>
                  <a:solidFill>
                    <a:srgbClr val="3333CC">
                      <a:lumMod val="40000"/>
                      <a:lumOff val="60000"/>
                      <a:alpha val="5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551" name="Straight Connector 550">
                    <a:extLst>
                      <a:ext uri="{FF2B5EF4-FFF2-40B4-BE49-F238E27FC236}">
                        <a16:creationId xmlns:a16="http://schemas.microsoft.com/office/drawing/2014/main" id="{DC53FF37-2520-714E-A5BF-60112FCB0A0F}"/>
                      </a:ext>
                    </a:extLst>
                  </p:cNvPr>
                  <p:cNvCxnSpPr/>
                  <p:nvPr/>
                </p:nvCxnSpPr>
                <p:spPr>
                  <a:xfrm>
                    <a:off x="4696811" y="3719724"/>
                    <a:ext cx="0" cy="11155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2" name="Straight Connector 551">
                    <a:extLst>
                      <a:ext uri="{FF2B5EF4-FFF2-40B4-BE49-F238E27FC236}">
                        <a16:creationId xmlns:a16="http://schemas.microsoft.com/office/drawing/2014/main" id="{F9EBA973-5DC1-5B47-A5ED-90005F54FCC1}"/>
                      </a:ext>
                    </a:extLst>
                  </p:cNvPr>
                  <p:cNvCxnSpPr/>
                  <p:nvPr/>
                </p:nvCxnSpPr>
                <p:spPr>
                  <a:xfrm>
                    <a:off x="4128205" y="3719724"/>
                    <a:ext cx="0" cy="111554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36" name="Rectangle 535">
                  <a:extLst>
                    <a:ext uri="{FF2B5EF4-FFF2-40B4-BE49-F238E27FC236}">
                      <a16:creationId xmlns:a16="http://schemas.microsoft.com/office/drawing/2014/main" id="{A3FB46FE-169F-9140-96C3-C42E33AE2B64}"/>
                    </a:ext>
                  </a:extLst>
                </p:cNvPr>
                <p:cNvSpPr/>
                <p:nvPr/>
              </p:nvSpPr>
              <p:spPr bwMode="auto">
                <a:xfrm>
                  <a:off x="5558466" y="4562423"/>
                  <a:ext cx="496888" cy="81280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  <a:alpha val="62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537" name="Straight Connector 536">
                  <a:extLst>
                    <a:ext uri="{FF2B5EF4-FFF2-40B4-BE49-F238E27FC236}">
                      <a16:creationId xmlns:a16="http://schemas.microsoft.com/office/drawing/2014/main" id="{0BBC2230-3F6E-904C-82D1-AFD95679B9A1}"/>
                    </a:ext>
                  </a:extLst>
                </p:cNvPr>
                <p:cNvCxnSpPr/>
                <p:nvPr/>
              </p:nvCxnSpPr>
              <p:spPr bwMode="auto">
                <a:xfrm flipH="1">
                  <a:off x="5552116" y="4014735"/>
                  <a:ext cx="3175" cy="1450975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538" name="Group 595">
                  <a:extLst>
                    <a:ext uri="{FF2B5EF4-FFF2-40B4-BE49-F238E27FC236}">
                      <a16:creationId xmlns:a16="http://schemas.microsoft.com/office/drawing/2014/main" id="{40399425-521B-D643-BE12-A19AB347E95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554629" y="3849635"/>
                  <a:ext cx="503828" cy="248249"/>
                  <a:chOff x="2183302" y="1564542"/>
                  <a:chExt cx="1200154" cy="440314"/>
                </a:xfrm>
              </p:grpSpPr>
              <p:sp>
                <p:nvSpPr>
                  <p:cNvPr id="539" name="Oval 538">
                    <a:extLst>
                      <a:ext uri="{FF2B5EF4-FFF2-40B4-BE49-F238E27FC236}">
                        <a16:creationId xmlns:a16="http://schemas.microsoft.com/office/drawing/2014/main" id="{16553013-EA2E-8E41-A3E1-BCCE9E93E46E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8662" y="1691250"/>
                    <a:ext cx="1194966" cy="312543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40" name="Rectangle 539">
                    <a:extLst>
                      <a:ext uri="{FF2B5EF4-FFF2-40B4-BE49-F238E27FC236}">
                        <a16:creationId xmlns:a16="http://schemas.microsoft.com/office/drawing/2014/main" id="{9C37324D-607E-3C4F-B41E-B506DD7939A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4879" y="1736302"/>
                    <a:ext cx="1198749" cy="112629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41" name="Oval 540">
                    <a:extLst>
                      <a:ext uri="{FF2B5EF4-FFF2-40B4-BE49-F238E27FC236}">
                        <a16:creationId xmlns:a16="http://schemas.microsoft.com/office/drawing/2014/main" id="{56B0875A-352E-6D44-96CE-1E964E7E219C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4879" y="1564542"/>
                    <a:ext cx="1194966" cy="312545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42" name="Freeform 541">
                    <a:extLst>
                      <a:ext uri="{FF2B5EF4-FFF2-40B4-BE49-F238E27FC236}">
                        <a16:creationId xmlns:a16="http://schemas.microsoft.com/office/drawing/2014/main" id="{8F706B2B-AE93-AC43-93E0-E39EB9FF2FF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91185" y="1671539"/>
                    <a:ext cx="582357" cy="154865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43" name="Freeform 542">
                    <a:extLst>
                      <a:ext uri="{FF2B5EF4-FFF2-40B4-BE49-F238E27FC236}">
                        <a16:creationId xmlns:a16="http://schemas.microsoft.com/office/drawing/2014/main" id="{B3A368EC-FB0F-C941-9F6C-A864AA0C9CA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30680" y="1629304"/>
                    <a:ext cx="703366" cy="109812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44" name="Freeform 543">
                    <a:extLst>
                      <a:ext uri="{FF2B5EF4-FFF2-40B4-BE49-F238E27FC236}">
                        <a16:creationId xmlns:a16="http://schemas.microsoft.com/office/drawing/2014/main" id="{62A4A154-7D82-9F47-A026-0EF36FD06F6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892028" y="1722222"/>
                    <a:ext cx="260925" cy="95734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45" name="Freeform 544">
                    <a:extLst>
                      <a:ext uri="{FF2B5EF4-FFF2-40B4-BE49-F238E27FC236}">
                        <a16:creationId xmlns:a16="http://schemas.microsoft.com/office/drawing/2014/main" id="{AB530AB4-C345-9044-9301-3A357686F47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19334" y="1725039"/>
                    <a:ext cx="253364" cy="95734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546" name="Straight Connector 545">
                    <a:extLst>
                      <a:ext uri="{FF2B5EF4-FFF2-40B4-BE49-F238E27FC236}">
                        <a16:creationId xmlns:a16="http://schemas.microsoft.com/office/drawing/2014/main" id="{5FD2DEA2-62A9-E743-BEEC-CD991F286F26}"/>
                      </a:ext>
                    </a:extLst>
                  </p:cNvPr>
                  <p:cNvCxnSpPr>
                    <a:endCxn id="541" idx="2"/>
                  </p:cNvCxnSpPr>
                  <p:nvPr/>
                </p:nvCxnSpPr>
                <p:spPr bwMode="auto">
                  <a:xfrm flipH="1" flipV="1">
                    <a:off x="2184879" y="1722222"/>
                    <a:ext cx="3783" cy="121077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547" name="Straight Connector 546">
                    <a:extLst>
                      <a:ext uri="{FF2B5EF4-FFF2-40B4-BE49-F238E27FC236}">
                        <a16:creationId xmlns:a16="http://schemas.microsoft.com/office/drawing/2014/main" id="{850092CD-EBE9-B646-8198-BB6C1648DD53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3379845" y="1727853"/>
                    <a:ext cx="3783" cy="121077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</p:grpSp>
          <p:grpSp>
            <p:nvGrpSpPr>
              <p:cNvPr id="512" name="Group 511">
                <a:extLst>
                  <a:ext uri="{FF2B5EF4-FFF2-40B4-BE49-F238E27FC236}">
                    <a16:creationId xmlns:a16="http://schemas.microsoft.com/office/drawing/2014/main" id="{3A07B75A-34AD-5A45-98BD-BFCD05A6AA2E}"/>
                  </a:ext>
                </a:extLst>
              </p:cNvPr>
              <p:cNvGrpSpPr/>
              <p:nvPr/>
            </p:nvGrpSpPr>
            <p:grpSpPr>
              <a:xfrm>
                <a:off x="6547479" y="3836935"/>
                <a:ext cx="514350" cy="1671638"/>
                <a:chOff x="6547479" y="3836935"/>
                <a:chExt cx="514350" cy="1671638"/>
              </a:xfrm>
            </p:grpSpPr>
            <p:sp>
              <p:nvSpPr>
                <p:cNvPr id="513" name="Rectangle 512">
                  <a:extLst>
                    <a:ext uri="{FF2B5EF4-FFF2-40B4-BE49-F238E27FC236}">
                      <a16:creationId xmlns:a16="http://schemas.microsoft.com/office/drawing/2014/main" id="{6C8D1614-7BF6-4642-94A3-70C36CEC484D}"/>
                    </a:ext>
                  </a:extLst>
                </p:cNvPr>
                <p:cNvSpPr/>
                <p:nvPr/>
              </p:nvSpPr>
              <p:spPr bwMode="auto">
                <a:xfrm rot="10800000">
                  <a:off x="6550526" y="3920772"/>
                  <a:ext cx="498084" cy="629245"/>
                </a:xfrm>
                <a:prstGeom prst="rect">
                  <a:avLst/>
                </a:prstGeom>
                <a:gradFill rotWithShape="1">
                  <a:gsLst>
                    <a:gs pos="1000">
                      <a:srgbClr val="3333CC">
                        <a:lumMod val="75000"/>
                        <a:alpha val="62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514" name="Straight Connector 513">
                  <a:extLst>
                    <a:ext uri="{FF2B5EF4-FFF2-40B4-BE49-F238E27FC236}">
                      <a16:creationId xmlns:a16="http://schemas.microsoft.com/office/drawing/2014/main" id="{32DB3177-D80A-9145-9497-28FB784056C2}"/>
                    </a:ext>
                  </a:extLst>
                </p:cNvPr>
                <p:cNvCxnSpPr/>
                <p:nvPr/>
              </p:nvCxnSpPr>
              <p:spPr bwMode="auto">
                <a:xfrm flipH="1">
                  <a:off x="7060241" y="3994098"/>
                  <a:ext cx="1588" cy="1366837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515" name="Group 634">
                  <a:extLst>
                    <a:ext uri="{FF2B5EF4-FFF2-40B4-BE49-F238E27FC236}">
                      <a16:creationId xmlns:a16="http://schemas.microsoft.com/office/drawing/2014/main" id="{65A47B5E-F2CB-594A-BD58-9FE922EB7E5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552627" y="5286665"/>
                  <a:ext cx="507588" cy="221908"/>
                  <a:chOff x="4128636" y="3606589"/>
                  <a:chExt cx="568145" cy="338667"/>
                </a:xfrm>
              </p:grpSpPr>
              <p:sp>
                <p:nvSpPr>
                  <p:cNvPr id="528" name="Oval 527">
                    <a:extLst>
                      <a:ext uri="{FF2B5EF4-FFF2-40B4-BE49-F238E27FC236}">
                        <a16:creationId xmlns:a16="http://schemas.microsoft.com/office/drawing/2014/main" id="{45BE5BB6-0C1F-544E-BE74-9A2D5A63315B}"/>
                      </a:ext>
                    </a:extLst>
                  </p:cNvPr>
                  <p:cNvSpPr/>
                  <p:nvPr/>
                </p:nvSpPr>
                <p:spPr>
                  <a:xfrm>
                    <a:off x="4128204" y="3719937"/>
                    <a:ext cx="568606" cy="225319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29" name="Rectangle 528">
                    <a:extLst>
                      <a:ext uri="{FF2B5EF4-FFF2-40B4-BE49-F238E27FC236}">
                        <a16:creationId xmlns:a16="http://schemas.microsoft.com/office/drawing/2014/main" id="{1D8B9DD8-1DBF-E041-8295-DA296B4603A2}"/>
                      </a:ext>
                    </a:extLst>
                  </p:cNvPr>
                  <p:cNvSpPr/>
                  <p:nvPr/>
                </p:nvSpPr>
                <p:spPr>
                  <a:xfrm>
                    <a:off x="4128204" y="3719937"/>
                    <a:ext cx="568606" cy="111448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0" name="Oval 529">
                    <a:extLst>
                      <a:ext uri="{FF2B5EF4-FFF2-40B4-BE49-F238E27FC236}">
                        <a16:creationId xmlns:a16="http://schemas.microsoft.com/office/drawing/2014/main" id="{5B84D8CD-13B2-604E-A807-752EADAA8871}"/>
                      </a:ext>
                    </a:extLst>
                  </p:cNvPr>
                  <p:cNvSpPr/>
                  <p:nvPr/>
                </p:nvSpPr>
                <p:spPr>
                  <a:xfrm>
                    <a:off x="4128204" y="3606067"/>
                    <a:ext cx="568606" cy="225318"/>
                  </a:xfrm>
                  <a:prstGeom prst="ellipse">
                    <a:avLst/>
                  </a:prstGeom>
                  <a:solidFill>
                    <a:srgbClr val="3333CC">
                      <a:lumMod val="40000"/>
                      <a:lumOff val="60000"/>
                      <a:alpha val="5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531" name="Straight Connector 530">
                    <a:extLst>
                      <a:ext uri="{FF2B5EF4-FFF2-40B4-BE49-F238E27FC236}">
                        <a16:creationId xmlns:a16="http://schemas.microsoft.com/office/drawing/2014/main" id="{885A366E-444E-DA46-8EBD-35F1EDEB77BC}"/>
                      </a:ext>
                    </a:extLst>
                  </p:cNvPr>
                  <p:cNvCxnSpPr/>
                  <p:nvPr/>
                </p:nvCxnSpPr>
                <p:spPr>
                  <a:xfrm>
                    <a:off x="4696810" y="3719937"/>
                    <a:ext cx="0" cy="111448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32" name="Straight Connector 531">
                    <a:extLst>
                      <a:ext uri="{FF2B5EF4-FFF2-40B4-BE49-F238E27FC236}">
                        <a16:creationId xmlns:a16="http://schemas.microsoft.com/office/drawing/2014/main" id="{B97A9CB5-23BF-0847-BE36-C0AF41F70C8E}"/>
                      </a:ext>
                    </a:extLst>
                  </p:cNvPr>
                  <p:cNvCxnSpPr/>
                  <p:nvPr/>
                </p:nvCxnSpPr>
                <p:spPr>
                  <a:xfrm>
                    <a:off x="4128204" y="3719937"/>
                    <a:ext cx="0" cy="111448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16" name="Rectangle 515">
                  <a:extLst>
                    <a:ext uri="{FF2B5EF4-FFF2-40B4-BE49-F238E27FC236}">
                      <a16:creationId xmlns:a16="http://schemas.microsoft.com/office/drawing/2014/main" id="{FC15DD5A-EE50-1644-8973-B09EB47B67C3}"/>
                    </a:ext>
                  </a:extLst>
                </p:cNvPr>
                <p:cNvSpPr/>
                <p:nvPr/>
              </p:nvSpPr>
              <p:spPr bwMode="auto">
                <a:xfrm>
                  <a:off x="6553829" y="4551310"/>
                  <a:ext cx="496887" cy="81280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  <a:alpha val="62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517" name="Straight Connector 516">
                  <a:extLst>
                    <a:ext uri="{FF2B5EF4-FFF2-40B4-BE49-F238E27FC236}">
                      <a16:creationId xmlns:a16="http://schemas.microsoft.com/office/drawing/2014/main" id="{0305C96B-82C7-0249-9E17-769E23D456FC}"/>
                    </a:ext>
                  </a:extLst>
                </p:cNvPr>
                <p:cNvCxnSpPr/>
                <p:nvPr/>
              </p:nvCxnSpPr>
              <p:spPr bwMode="auto">
                <a:xfrm flipH="1">
                  <a:off x="6547479" y="4002035"/>
                  <a:ext cx="3175" cy="1452563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518" name="Group 622">
                  <a:extLst>
                    <a:ext uri="{FF2B5EF4-FFF2-40B4-BE49-F238E27FC236}">
                      <a16:creationId xmlns:a16="http://schemas.microsoft.com/office/drawing/2014/main" id="{94B7DBD3-7C78-E643-B3AD-C12BF3785F5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549992" y="3836935"/>
                  <a:ext cx="503828" cy="248485"/>
                  <a:chOff x="2183302" y="1564542"/>
                  <a:chExt cx="1200154" cy="440314"/>
                </a:xfrm>
              </p:grpSpPr>
              <p:sp>
                <p:nvSpPr>
                  <p:cNvPr id="519" name="Oval 518">
                    <a:extLst>
                      <a:ext uri="{FF2B5EF4-FFF2-40B4-BE49-F238E27FC236}">
                        <a16:creationId xmlns:a16="http://schemas.microsoft.com/office/drawing/2014/main" id="{690EA313-FF31-164F-A140-DA76903CEE6E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8659" y="1691130"/>
                    <a:ext cx="1194966" cy="315061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FFFFFF"/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20" name="Rectangle 519">
                    <a:extLst>
                      <a:ext uri="{FF2B5EF4-FFF2-40B4-BE49-F238E27FC236}">
                        <a16:creationId xmlns:a16="http://schemas.microsoft.com/office/drawing/2014/main" id="{2DCFC1EE-52F6-854A-A387-9D86ECA08EA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4879" y="1736138"/>
                    <a:ext cx="1198746" cy="112522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21" name="Oval 520">
                    <a:extLst>
                      <a:ext uri="{FF2B5EF4-FFF2-40B4-BE49-F238E27FC236}">
                        <a16:creationId xmlns:a16="http://schemas.microsoft.com/office/drawing/2014/main" id="{EDF9F22D-ACC3-4B43-911D-B350B36A10AF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4879" y="1564542"/>
                    <a:ext cx="1194966" cy="315061"/>
                  </a:xfrm>
                  <a:prstGeom prst="ellipse">
                    <a:avLst/>
                  </a:prstGeom>
                  <a:solidFill>
                    <a:srgbClr val="FFFFFF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22" name="Freeform 521">
                    <a:extLst>
                      <a:ext uri="{FF2B5EF4-FFF2-40B4-BE49-F238E27FC236}">
                        <a16:creationId xmlns:a16="http://schemas.microsoft.com/office/drawing/2014/main" id="{8CF6B37B-AFBE-9B42-A8EC-EABBAA0F3FA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91182" y="1671438"/>
                    <a:ext cx="582357" cy="157530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23" name="Freeform 522">
                    <a:extLst>
                      <a:ext uri="{FF2B5EF4-FFF2-40B4-BE49-F238E27FC236}">
                        <a16:creationId xmlns:a16="http://schemas.microsoft.com/office/drawing/2014/main" id="{30213B45-E211-5443-B77E-230CD6148D4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30678" y="1629243"/>
                    <a:ext cx="703366" cy="112522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24" name="Freeform 523">
                    <a:extLst>
                      <a:ext uri="{FF2B5EF4-FFF2-40B4-BE49-F238E27FC236}">
                        <a16:creationId xmlns:a16="http://schemas.microsoft.com/office/drawing/2014/main" id="{B930A525-545D-E642-9A1E-6D046A6D2C9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892025" y="1724886"/>
                    <a:ext cx="260927" cy="95643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25" name="Freeform 524">
                    <a:extLst>
                      <a:ext uri="{FF2B5EF4-FFF2-40B4-BE49-F238E27FC236}">
                        <a16:creationId xmlns:a16="http://schemas.microsoft.com/office/drawing/2014/main" id="{1674387C-B8F4-F14B-B7E1-D2FDD29687A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19334" y="1727698"/>
                    <a:ext cx="253362" cy="92831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526" name="Straight Connector 525">
                    <a:extLst>
                      <a:ext uri="{FF2B5EF4-FFF2-40B4-BE49-F238E27FC236}">
                        <a16:creationId xmlns:a16="http://schemas.microsoft.com/office/drawing/2014/main" id="{85CD0036-C123-AD4B-A4C0-02919E87D4DB}"/>
                      </a:ext>
                    </a:extLst>
                  </p:cNvPr>
                  <p:cNvCxnSpPr>
                    <a:endCxn id="521" idx="2"/>
                  </p:cNvCxnSpPr>
                  <p:nvPr/>
                </p:nvCxnSpPr>
                <p:spPr bwMode="auto">
                  <a:xfrm flipH="1" flipV="1">
                    <a:off x="2184879" y="1722072"/>
                    <a:ext cx="3780" cy="120962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  <p:cxnSp>
                <p:nvCxnSpPr>
                  <p:cNvPr id="527" name="Straight Connector 526">
                    <a:extLst>
                      <a:ext uri="{FF2B5EF4-FFF2-40B4-BE49-F238E27FC236}">
                        <a16:creationId xmlns:a16="http://schemas.microsoft.com/office/drawing/2014/main" id="{1FCCF148-D802-1942-98F3-63D5085B4BF8}"/>
                      </a:ext>
                    </a:extLst>
                  </p:cNvPr>
                  <p:cNvCxnSpPr/>
                  <p:nvPr/>
                </p:nvCxnSpPr>
                <p:spPr bwMode="auto">
                  <a:xfrm flipH="1" flipV="1">
                    <a:off x="3379845" y="1730512"/>
                    <a:ext cx="3780" cy="12096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</p:cxnSp>
            </p:grpSp>
          </p:grpSp>
        </p:grpSp>
        <p:grpSp>
          <p:nvGrpSpPr>
            <p:cNvPr id="382" name="Group 381">
              <a:extLst>
                <a:ext uri="{FF2B5EF4-FFF2-40B4-BE49-F238E27FC236}">
                  <a16:creationId xmlns:a16="http://schemas.microsoft.com/office/drawing/2014/main" id="{7E16A9B2-D371-204F-AABD-8317E9888A24}"/>
                </a:ext>
              </a:extLst>
            </p:cNvPr>
            <p:cNvGrpSpPr/>
            <p:nvPr/>
          </p:nvGrpSpPr>
          <p:grpSpPr>
            <a:xfrm>
              <a:off x="2381956" y="2010251"/>
              <a:ext cx="4415330" cy="2315048"/>
              <a:chOff x="2381956" y="2435173"/>
              <a:chExt cx="4415330" cy="2315048"/>
            </a:xfrm>
          </p:grpSpPr>
          <p:sp>
            <p:nvSpPr>
              <p:cNvPr id="498" name="Freeform 497">
                <a:extLst>
                  <a:ext uri="{FF2B5EF4-FFF2-40B4-BE49-F238E27FC236}">
                    <a16:creationId xmlns:a16="http://schemas.microsoft.com/office/drawing/2014/main" id="{AEDE3C7B-8790-4A43-879D-14C0ACD895D7}"/>
                  </a:ext>
                </a:extLst>
              </p:cNvPr>
              <p:cNvSpPr/>
              <p:nvPr/>
            </p:nvSpPr>
            <p:spPr>
              <a:xfrm>
                <a:off x="2381956" y="2439629"/>
                <a:ext cx="297540" cy="1743187"/>
              </a:xfrm>
              <a:custGeom>
                <a:avLst/>
                <a:gdLst>
                  <a:gd name="connsiteX0" fmla="*/ 307275 w 307275"/>
                  <a:gd name="connsiteY0" fmla="*/ 0 h 1659441"/>
                  <a:gd name="connsiteX1" fmla="*/ 0 w 307275"/>
                  <a:gd name="connsiteY1" fmla="*/ 0 h 1659441"/>
                  <a:gd name="connsiteX2" fmla="*/ 0 w 307275"/>
                  <a:gd name="connsiteY2" fmla="*/ 1659441 h 1659441"/>
                  <a:gd name="connsiteX0" fmla="*/ 307275 w 307275"/>
                  <a:gd name="connsiteY0" fmla="*/ 0 h 2015941"/>
                  <a:gd name="connsiteX1" fmla="*/ 0 w 307275"/>
                  <a:gd name="connsiteY1" fmla="*/ 0 h 2015941"/>
                  <a:gd name="connsiteX2" fmla="*/ 0 w 307275"/>
                  <a:gd name="connsiteY2" fmla="*/ 2015941 h 2015941"/>
                  <a:gd name="connsiteX0" fmla="*/ 228538 w 228538"/>
                  <a:gd name="connsiteY0" fmla="*/ 0 h 2022548"/>
                  <a:gd name="connsiteX1" fmla="*/ 0 w 228538"/>
                  <a:gd name="connsiteY1" fmla="*/ 6607 h 2022548"/>
                  <a:gd name="connsiteX2" fmla="*/ 0 w 228538"/>
                  <a:gd name="connsiteY2" fmla="*/ 2022548 h 2022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8538" h="2022548">
                    <a:moveTo>
                      <a:pt x="228538" y="0"/>
                    </a:moveTo>
                    <a:lnTo>
                      <a:pt x="0" y="6607"/>
                    </a:lnTo>
                    <a:lnTo>
                      <a:pt x="0" y="2022548"/>
                    </a:lnTo>
                  </a:path>
                </a:pathLst>
              </a:custGeom>
              <a:noFill/>
              <a:ln w="3175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99" name="Freeform 498">
                <a:extLst>
                  <a:ext uri="{FF2B5EF4-FFF2-40B4-BE49-F238E27FC236}">
                    <a16:creationId xmlns:a16="http://schemas.microsoft.com/office/drawing/2014/main" id="{09F6053F-3E13-7148-AE5E-2C810815FF3A}"/>
                  </a:ext>
                </a:extLst>
              </p:cNvPr>
              <p:cNvSpPr/>
              <p:nvPr/>
            </p:nvSpPr>
            <p:spPr>
              <a:xfrm flipH="1">
                <a:off x="6411524" y="2435173"/>
                <a:ext cx="385762" cy="2300562"/>
              </a:xfrm>
              <a:custGeom>
                <a:avLst/>
                <a:gdLst>
                  <a:gd name="connsiteX0" fmla="*/ 307275 w 307275"/>
                  <a:gd name="connsiteY0" fmla="*/ 0 h 1659441"/>
                  <a:gd name="connsiteX1" fmla="*/ 0 w 307275"/>
                  <a:gd name="connsiteY1" fmla="*/ 0 h 1659441"/>
                  <a:gd name="connsiteX2" fmla="*/ 0 w 307275"/>
                  <a:gd name="connsiteY2" fmla="*/ 1659441 h 1659441"/>
                  <a:gd name="connsiteX0" fmla="*/ 307275 w 307275"/>
                  <a:gd name="connsiteY0" fmla="*/ 0 h 2117725"/>
                  <a:gd name="connsiteX1" fmla="*/ 0 w 307275"/>
                  <a:gd name="connsiteY1" fmla="*/ 0 h 2117725"/>
                  <a:gd name="connsiteX2" fmla="*/ 0 w 307275"/>
                  <a:gd name="connsiteY2" fmla="*/ 2117725 h 211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7275" h="2117725">
                    <a:moveTo>
                      <a:pt x="307275" y="0"/>
                    </a:moveTo>
                    <a:lnTo>
                      <a:pt x="0" y="0"/>
                    </a:lnTo>
                    <a:lnTo>
                      <a:pt x="0" y="2117725"/>
                    </a:lnTo>
                  </a:path>
                </a:pathLst>
              </a:custGeom>
              <a:noFill/>
              <a:ln w="3175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4965AD51-16F6-C94B-BC66-CDD2DE6A9D25}"/>
                  </a:ext>
                </a:extLst>
              </p:cNvPr>
              <p:cNvCxnSpPr/>
              <p:nvPr/>
            </p:nvCxnSpPr>
            <p:spPr>
              <a:xfrm flipV="1">
                <a:off x="5791457" y="2687586"/>
                <a:ext cx="8309" cy="2062635"/>
              </a:xfrm>
              <a:prstGeom prst="straightConnector1">
                <a:avLst/>
              </a:prstGeom>
              <a:noFill/>
              <a:ln w="3175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A35133F6-41E2-CE4A-8391-4C802A099353}"/>
                  </a:ext>
                </a:extLst>
              </p:cNvPr>
              <p:cNvCxnSpPr/>
              <p:nvPr/>
            </p:nvCxnSpPr>
            <p:spPr>
              <a:xfrm flipV="1">
                <a:off x="4598735" y="2708225"/>
                <a:ext cx="18344" cy="2037167"/>
              </a:xfrm>
              <a:prstGeom prst="straightConnector1">
                <a:avLst/>
              </a:prstGeom>
              <a:noFill/>
              <a:ln w="3175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CD05D69D-4C5E-A54C-A979-991C2A28175E}"/>
                  </a:ext>
                </a:extLst>
              </p:cNvPr>
              <p:cNvCxnSpPr/>
              <p:nvPr/>
            </p:nvCxnSpPr>
            <p:spPr>
              <a:xfrm flipH="1" flipV="1">
                <a:off x="3807455" y="2762199"/>
                <a:ext cx="9009" cy="1983193"/>
              </a:xfrm>
              <a:prstGeom prst="straightConnector1">
                <a:avLst/>
              </a:prstGeom>
              <a:noFill/>
              <a:ln w="31750" cap="flat" cmpd="sng" algn="ctr">
                <a:solidFill>
                  <a:srgbClr val="CC0000"/>
                </a:solidFill>
                <a:prstDash val="solid"/>
                <a:headEnd type="triangle"/>
                <a:tailEnd type="triangle"/>
              </a:ln>
              <a:effectLst/>
            </p:spPr>
          </p:cxnSp>
        </p:grpSp>
        <p:grpSp>
          <p:nvGrpSpPr>
            <p:cNvPr id="383" name="Group 347">
              <a:extLst>
                <a:ext uri="{FF2B5EF4-FFF2-40B4-BE49-F238E27FC236}">
                  <a16:creationId xmlns:a16="http://schemas.microsoft.com/office/drawing/2014/main" id="{FE3B11D9-3386-024F-9930-5028862A6C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56401" y="5478592"/>
              <a:ext cx="588970" cy="242608"/>
              <a:chOff x="1871277" y="1576300"/>
              <a:chExt cx="1128371" cy="437861"/>
            </a:xfrm>
          </p:grpSpPr>
          <p:sp>
            <p:nvSpPr>
              <p:cNvPr id="489" name="Oval 488">
                <a:extLst>
                  <a:ext uri="{FF2B5EF4-FFF2-40B4-BE49-F238E27FC236}">
                    <a16:creationId xmlns:a16="http://schemas.microsoft.com/office/drawing/2014/main" id="{5A16FCC8-1633-0F4A-AF51-5A0A7FE45514}"/>
                  </a:ext>
                </a:extLst>
              </p:cNvPr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90" name="Rectangle 489">
                <a:extLst>
                  <a:ext uri="{FF2B5EF4-FFF2-40B4-BE49-F238E27FC236}">
                    <a16:creationId xmlns:a16="http://schemas.microsoft.com/office/drawing/2014/main" id="{B519904C-1E17-C942-8BA9-0E8AB5079FBB}"/>
                  </a:ext>
                </a:extLst>
              </p:cNvPr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91" name="Oval 490">
                <a:extLst>
                  <a:ext uri="{FF2B5EF4-FFF2-40B4-BE49-F238E27FC236}">
                    <a16:creationId xmlns:a16="http://schemas.microsoft.com/office/drawing/2014/main" id="{EFB13E26-3B41-9749-8519-C459963D2013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92" name="Freeform 491">
                <a:extLst>
                  <a:ext uri="{FF2B5EF4-FFF2-40B4-BE49-F238E27FC236}">
                    <a16:creationId xmlns:a16="http://schemas.microsoft.com/office/drawing/2014/main" id="{EBC82CCD-F9E5-9848-AD05-9CD917C4153B}"/>
                  </a:ext>
                </a:extLst>
              </p:cNvPr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93" name="Freeform 492">
                <a:extLst>
                  <a:ext uri="{FF2B5EF4-FFF2-40B4-BE49-F238E27FC236}">
                    <a16:creationId xmlns:a16="http://schemas.microsoft.com/office/drawing/2014/main" id="{CA26AE87-8F1A-0446-8346-27E9411E71BB}"/>
                  </a:ext>
                </a:extLst>
              </p:cNvPr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94" name="Freeform 493">
                <a:extLst>
                  <a:ext uri="{FF2B5EF4-FFF2-40B4-BE49-F238E27FC236}">
                    <a16:creationId xmlns:a16="http://schemas.microsoft.com/office/drawing/2014/main" id="{A9435622-957B-2049-B9C4-D47B10BCEFD7}"/>
                  </a:ext>
                </a:extLst>
              </p:cNvPr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95" name="Freeform 494">
                <a:extLst>
                  <a:ext uri="{FF2B5EF4-FFF2-40B4-BE49-F238E27FC236}">
                    <a16:creationId xmlns:a16="http://schemas.microsoft.com/office/drawing/2014/main" id="{7C7BD66C-4B7E-A245-B0B0-68D4770B836B}"/>
                  </a:ext>
                </a:extLst>
              </p:cNvPr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496" name="Straight Connector 495">
                <a:extLst>
                  <a:ext uri="{FF2B5EF4-FFF2-40B4-BE49-F238E27FC236}">
                    <a16:creationId xmlns:a16="http://schemas.microsoft.com/office/drawing/2014/main" id="{AAD20102-9CAC-A94D-938A-4737F5BDF52B}"/>
                  </a:ext>
                </a:extLst>
              </p:cNvPr>
              <p:cNvCxnSpPr>
                <a:endCxn id="491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497" name="Straight Connector 496">
                <a:extLst>
                  <a:ext uri="{FF2B5EF4-FFF2-40B4-BE49-F238E27FC236}">
                    <a16:creationId xmlns:a16="http://schemas.microsoft.com/office/drawing/2014/main" id="{2FAD383B-123F-DC43-9C3D-E4BC3F030080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384" name="Group 347">
              <a:extLst>
                <a:ext uri="{FF2B5EF4-FFF2-40B4-BE49-F238E27FC236}">
                  <a16:creationId xmlns:a16="http://schemas.microsoft.com/office/drawing/2014/main" id="{1FA128A4-E7D2-0F47-8B8A-D227ADE124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75328" y="5336495"/>
              <a:ext cx="588970" cy="242608"/>
              <a:chOff x="1871277" y="1576300"/>
              <a:chExt cx="1128371" cy="437861"/>
            </a:xfrm>
          </p:grpSpPr>
          <p:sp>
            <p:nvSpPr>
              <p:cNvPr id="480" name="Oval 479">
                <a:extLst>
                  <a:ext uri="{FF2B5EF4-FFF2-40B4-BE49-F238E27FC236}">
                    <a16:creationId xmlns:a16="http://schemas.microsoft.com/office/drawing/2014/main" id="{AB3681F7-659D-C24E-A38A-0FDB7554EA5C}"/>
                  </a:ext>
                </a:extLst>
              </p:cNvPr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81" name="Rectangle 480">
                <a:extLst>
                  <a:ext uri="{FF2B5EF4-FFF2-40B4-BE49-F238E27FC236}">
                    <a16:creationId xmlns:a16="http://schemas.microsoft.com/office/drawing/2014/main" id="{7B2EBB36-6458-5E4B-BDD9-19B1C22389E1}"/>
                  </a:ext>
                </a:extLst>
              </p:cNvPr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82" name="Oval 481">
                <a:extLst>
                  <a:ext uri="{FF2B5EF4-FFF2-40B4-BE49-F238E27FC236}">
                    <a16:creationId xmlns:a16="http://schemas.microsoft.com/office/drawing/2014/main" id="{4F4C31DA-5FE9-984F-9A0A-1E09D14FE088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83" name="Freeform 482">
                <a:extLst>
                  <a:ext uri="{FF2B5EF4-FFF2-40B4-BE49-F238E27FC236}">
                    <a16:creationId xmlns:a16="http://schemas.microsoft.com/office/drawing/2014/main" id="{C146674E-5B35-BF4A-95DA-E92D42A81756}"/>
                  </a:ext>
                </a:extLst>
              </p:cNvPr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84" name="Freeform 483">
                <a:extLst>
                  <a:ext uri="{FF2B5EF4-FFF2-40B4-BE49-F238E27FC236}">
                    <a16:creationId xmlns:a16="http://schemas.microsoft.com/office/drawing/2014/main" id="{B03ED2CC-7625-A940-9A57-28C483BA5A6B}"/>
                  </a:ext>
                </a:extLst>
              </p:cNvPr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85" name="Freeform 484">
                <a:extLst>
                  <a:ext uri="{FF2B5EF4-FFF2-40B4-BE49-F238E27FC236}">
                    <a16:creationId xmlns:a16="http://schemas.microsoft.com/office/drawing/2014/main" id="{2F1ABB92-F0A5-E246-9416-195DA0023580}"/>
                  </a:ext>
                </a:extLst>
              </p:cNvPr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86" name="Freeform 485">
                <a:extLst>
                  <a:ext uri="{FF2B5EF4-FFF2-40B4-BE49-F238E27FC236}">
                    <a16:creationId xmlns:a16="http://schemas.microsoft.com/office/drawing/2014/main" id="{2CF5432E-D32E-E14F-A34A-56CDAF8AAA96}"/>
                  </a:ext>
                </a:extLst>
              </p:cNvPr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487" name="Straight Connector 486">
                <a:extLst>
                  <a:ext uri="{FF2B5EF4-FFF2-40B4-BE49-F238E27FC236}">
                    <a16:creationId xmlns:a16="http://schemas.microsoft.com/office/drawing/2014/main" id="{0FE726C9-E272-5543-B953-93C4B3CA7BF2}"/>
                  </a:ext>
                </a:extLst>
              </p:cNvPr>
              <p:cNvCxnSpPr>
                <a:endCxn id="482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488" name="Straight Connector 487">
                <a:extLst>
                  <a:ext uri="{FF2B5EF4-FFF2-40B4-BE49-F238E27FC236}">
                    <a16:creationId xmlns:a16="http://schemas.microsoft.com/office/drawing/2014/main" id="{D0496554-D8D1-8948-BABA-94B195EA9D31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385" name="Group 347">
              <a:extLst>
                <a:ext uri="{FF2B5EF4-FFF2-40B4-BE49-F238E27FC236}">
                  <a16:creationId xmlns:a16="http://schemas.microsoft.com/office/drawing/2014/main" id="{6668F938-851E-AB41-8568-976ACF90B0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8241" y="5530308"/>
              <a:ext cx="588970" cy="242608"/>
              <a:chOff x="1871277" y="1576300"/>
              <a:chExt cx="1128371" cy="437861"/>
            </a:xfrm>
          </p:grpSpPr>
          <p:sp>
            <p:nvSpPr>
              <p:cNvPr id="471" name="Oval 470">
                <a:extLst>
                  <a:ext uri="{FF2B5EF4-FFF2-40B4-BE49-F238E27FC236}">
                    <a16:creationId xmlns:a16="http://schemas.microsoft.com/office/drawing/2014/main" id="{AAA12AB3-54BB-0441-9A6C-077BF17E70F2}"/>
                  </a:ext>
                </a:extLst>
              </p:cNvPr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72" name="Rectangle 471">
                <a:extLst>
                  <a:ext uri="{FF2B5EF4-FFF2-40B4-BE49-F238E27FC236}">
                    <a16:creationId xmlns:a16="http://schemas.microsoft.com/office/drawing/2014/main" id="{542CBF52-AB3D-B547-9EB4-6268801280FE}"/>
                  </a:ext>
                </a:extLst>
              </p:cNvPr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73" name="Oval 472">
                <a:extLst>
                  <a:ext uri="{FF2B5EF4-FFF2-40B4-BE49-F238E27FC236}">
                    <a16:creationId xmlns:a16="http://schemas.microsoft.com/office/drawing/2014/main" id="{62F9DC56-CA45-5E4C-ADDA-2ADC825CE2E9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74" name="Freeform 473">
                <a:extLst>
                  <a:ext uri="{FF2B5EF4-FFF2-40B4-BE49-F238E27FC236}">
                    <a16:creationId xmlns:a16="http://schemas.microsoft.com/office/drawing/2014/main" id="{BC1AC39B-3AE0-3C42-ADA6-3653BBC5B2A7}"/>
                  </a:ext>
                </a:extLst>
              </p:cNvPr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75" name="Freeform 474">
                <a:extLst>
                  <a:ext uri="{FF2B5EF4-FFF2-40B4-BE49-F238E27FC236}">
                    <a16:creationId xmlns:a16="http://schemas.microsoft.com/office/drawing/2014/main" id="{CBEC19FB-844D-F14C-87CD-AFFDF31314DC}"/>
                  </a:ext>
                </a:extLst>
              </p:cNvPr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76" name="Freeform 475">
                <a:extLst>
                  <a:ext uri="{FF2B5EF4-FFF2-40B4-BE49-F238E27FC236}">
                    <a16:creationId xmlns:a16="http://schemas.microsoft.com/office/drawing/2014/main" id="{F3726C02-E914-F24E-9979-850362049A60}"/>
                  </a:ext>
                </a:extLst>
              </p:cNvPr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77" name="Freeform 476">
                <a:extLst>
                  <a:ext uri="{FF2B5EF4-FFF2-40B4-BE49-F238E27FC236}">
                    <a16:creationId xmlns:a16="http://schemas.microsoft.com/office/drawing/2014/main" id="{E7F76CCB-DC14-5D47-BBBB-5D1839BC1450}"/>
                  </a:ext>
                </a:extLst>
              </p:cNvPr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478" name="Straight Connector 477">
                <a:extLst>
                  <a:ext uri="{FF2B5EF4-FFF2-40B4-BE49-F238E27FC236}">
                    <a16:creationId xmlns:a16="http://schemas.microsoft.com/office/drawing/2014/main" id="{012FA502-1BF1-0E42-8A23-456008B708CD}"/>
                  </a:ext>
                </a:extLst>
              </p:cNvPr>
              <p:cNvCxnSpPr>
                <a:endCxn id="473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479" name="Straight Connector 478">
                <a:extLst>
                  <a:ext uri="{FF2B5EF4-FFF2-40B4-BE49-F238E27FC236}">
                    <a16:creationId xmlns:a16="http://schemas.microsoft.com/office/drawing/2014/main" id="{5DE96D85-712C-B94D-9E53-0E42305E578B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386" name="Group 347">
              <a:extLst>
                <a:ext uri="{FF2B5EF4-FFF2-40B4-BE49-F238E27FC236}">
                  <a16:creationId xmlns:a16="http://schemas.microsoft.com/office/drawing/2014/main" id="{83A1C232-E62A-BF4A-8DB9-187CA24614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66757" y="5796647"/>
              <a:ext cx="588970" cy="242608"/>
              <a:chOff x="1871277" y="1576300"/>
              <a:chExt cx="1128371" cy="437861"/>
            </a:xfrm>
          </p:grpSpPr>
          <p:sp>
            <p:nvSpPr>
              <p:cNvPr id="462" name="Oval 461">
                <a:extLst>
                  <a:ext uri="{FF2B5EF4-FFF2-40B4-BE49-F238E27FC236}">
                    <a16:creationId xmlns:a16="http://schemas.microsoft.com/office/drawing/2014/main" id="{17919704-9ABE-9546-BBD5-8DF01F7AD80B}"/>
                  </a:ext>
                </a:extLst>
              </p:cNvPr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63" name="Rectangle 462">
                <a:extLst>
                  <a:ext uri="{FF2B5EF4-FFF2-40B4-BE49-F238E27FC236}">
                    <a16:creationId xmlns:a16="http://schemas.microsoft.com/office/drawing/2014/main" id="{BE82DA0E-A4BD-1C43-A0A2-6227CBD1993F}"/>
                  </a:ext>
                </a:extLst>
              </p:cNvPr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64" name="Oval 463">
                <a:extLst>
                  <a:ext uri="{FF2B5EF4-FFF2-40B4-BE49-F238E27FC236}">
                    <a16:creationId xmlns:a16="http://schemas.microsoft.com/office/drawing/2014/main" id="{749CFC56-7919-9041-AA3A-D60B7F0B6915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65" name="Freeform 464">
                <a:extLst>
                  <a:ext uri="{FF2B5EF4-FFF2-40B4-BE49-F238E27FC236}">
                    <a16:creationId xmlns:a16="http://schemas.microsoft.com/office/drawing/2014/main" id="{27DD30A4-67D5-F04D-90C5-99D1EFA69143}"/>
                  </a:ext>
                </a:extLst>
              </p:cNvPr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66" name="Freeform 465">
                <a:extLst>
                  <a:ext uri="{FF2B5EF4-FFF2-40B4-BE49-F238E27FC236}">
                    <a16:creationId xmlns:a16="http://schemas.microsoft.com/office/drawing/2014/main" id="{5EFC06E9-A829-5D4B-AFB1-41BA4A45C59F}"/>
                  </a:ext>
                </a:extLst>
              </p:cNvPr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67" name="Freeform 466">
                <a:extLst>
                  <a:ext uri="{FF2B5EF4-FFF2-40B4-BE49-F238E27FC236}">
                    <a16:creationId xmlns:a16="http://schemas.microsoft.com/office/drawing/2014/main" id="{3D44CCC7-9CD1-E348-ABEF-BBD848DFB549}"/>
                  </a:ext>
                </a:extLst>
              </p:cNvPr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68" name="Freeform 467">
                <a:extLst>
                  <a:ext uri="{FF2B5EF4-FFF2-40B4-BE49-F238E27FC236}">
                    <a16:creationId xmlns:a16="http://schemas.microsoft.com/office/drawing/2014/main" id="{A4975792-3908-CB49-9B54-BD948E29A807}"/>
                  </a:ext>
                </a:extLst>
              </p:cNvPr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469" name="Straight Connector 468">
                <a:extLst>
                  <a:ext uri="{FF2B5EF4-FFF2-40B4-BE49-F238E27FC236}">
                    <a16:creationId xmlns:a16="http://schemas.microsoft.com/office/drawing/2014/main" id="{D4F3E613-F206-2944-B44D-3EDDF052D577}"/>
                  </a:ext>
                </a:extLst>
              </p:cNvPr>
              <p:cNvCxnSpPr>
                <a:endCxn id="464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470" name="Straight Connector 469">
                <a:extLst>
                  <a:ext uri="{FF2B5EF4-FFF2-40B4-BE49-F238E27FC236}">
                    <a16:creationId xmlns:a16="http://schemas.microsoft.com/office/drawing/2014/main" id="{B3C6B2A4-7631-2046-85C3-980D6CE39C63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387" name="Group 347">
              <a:extLst>
                <a:ext uri="{FF2B5EF4-FFF2-40B4-BE49-F238E27FC236}">
                  <a16:creationId xmlns:a16="http://schemas.microsoft.com/office/drawing/2014/main" id="{AB634BE5-57A9-CD40-A582-3EC1DA74F9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04088" y="5889227"/>
              <a:ext cx="588970" cy="242608"/>
              <a:chOff x="1871277" y="1576300"/>
              <a:chExt cx="1128371" cy="437861"/>
            </a:xfrm>
          </p:grpSpPr>
          <p:sp>
            <p:nvSpPr>
              <p:cNvPr id="453" name="Oval 452">
                <a:extLst>
                  <a:ext uri="{FF2B5EF4-FFF2-40B4-BE49-F238E27FC236}">
                    <a16:creationId xmlns:a16="http://schemas.microsoft.com/office/drawing/2014/main" id="{071D573E-69EB-C64A-B32E-BAEDA36F05CD}"/>
                  </a:ext>
                </a:extLst>
              </p:cNvPr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54" name="Rectangle 453">
                <a:extLst>
                  <a:ext uri="{FF2B5EF4-FFF2-40B4-BE49-F238E27FC236}">
                    <a16:creationId xmlns:a16="http://schemas.microsoft.com/office/drawing/2014/main" id="{2AA2F495-D440-3942-89E6-B98ADF2EEF2F}"/>
                  </a:ext>
                </a:extLst>
              </p:cNvPr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55" name="Oval 454">
                <a:extLst>
                  <a:ext uri="{FF2B5EF4-FFF2-40B4-BE49-F238E27FC236}">
                    <a16:creationId xmlns:a16="http://schemas.microsoft.com/office/drawing/2014/main" id="{66CFAFD9-9285-6C4E-A3DD-30BDB42BB815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56" name="Freeform 455">
                <a:extLst>
                  <a:ext uri="{FF2B5EF4-FFF2-40B4-BE49-F238E27FC236}">
                    <a16:creationId xmlns:a16="http://schemas.microsoft.com/office/drawing/2014/main" id="{7FAC9A44-D290-E446-8AFD-1995F6718472}"/>
                  </a:ext>
                </a:extLst>
              </p:cNvPr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57" name="Freeform 456">
                <a:extLst>
                  <a:ext uri="{FF2B5EF4-FFF2-40B4-BE49-F238E27FC236}">
                    <a16:creationId xmlns:a16="http://schemas.microsoft.com/office/drawing/2014/main" id="{5126B8E7-87D6-9244-B06D-DD2BCCF91A00}"/>
                  </a:ext>
                </a:extLst>
              </p:cNvPr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58" name="Freeform 457">
                <a:extLst>
                  <a:ext uri="{FF2B5EF4-FFF2-40B4-BE49-F238E27FC236}">
                    <a16:creationId xmlns:a16="http://schemas.microsoft.com/office/drawing/2014/main" id="{33C8C3AA-A46D-7042-9C20-C4798335AF85}"/>
                  </a:ext>
                </a:extLst>
              </p:cNvPr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59" name="Freeform 458">
                <a:extLst>
                  <a:ext uri="{FF2B5EF4-FFF2-40B4-BE49-F238E27FC236}">
                    <a16:creationId xmlns:a16="http://schemas.microsoft.com/office/drawing/2014/main" id="{3E27A51E-B896-6F41-BE51-9A8122856722}"/>
                  </a:ext>
                </a:extLst>
              </p:cNvPr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460" name="Straight Connector 459">
                <a:extLst>
                  <a:ext uri="{FF2B5EF4-FFF2-40B4-BE49-F238E27FC236}">
                    <a16:creationId xmlns:a16="http://schemas.microsoft.com/office/drawing/2014/main" id="{2D23564A-0E97-694E-AEE5-518E2024AEE1}"/>
                  </a:ext>
                </a:extLst>
              </p:cNvPr>
              <p:cNvCxnSpPr>
                <a:endCxn id="455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461" name="Straight Connector 460">
                <a:extLst>
                  <a:ext uri="{FF2B5EF4-FFF2-40B4-BE49-F238E27FC236}">
                    <a16:creationId xmlns:a16="http://schemas.microsoft.com/office/drawing/2014/main" id="{C8A2EE84-1A08-2248-99EE-3B6F3EAB19E1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388" name="Group 387">
              <a:extLst>
                <a:ext uri="{FF2B5EF4-FFF2-40B4-BE49-F238E27FC236}">
                  <a16:creationId xmlns:a16="http://schemas.microsoft.com/office/drawing/2014/main" id="{E674E711-B543-E349-9437-4123F003C12E}"/>
                </a:ext>
              </a:extLst>
            </p:cNvPr>
            <p:cNvGrpSpPr/>
            <p:nvPr/>
          </p:nvGrpSpPr>
          <p:grpSpPr>
            <a:xfrm>
              <a:off x="1925875" y="1754513"/>
              <a:ext cx="5095391" cy="2833288"/>
              <a:chOff x="1925876" y="2212958"/>
              <a:chExt cx="5095391" cy="2833288"/>
            </a:xfrm>
          </p:grpSpPr>
          <p:grpSp>
            <p:nvGrpSpPr>
              <p:cNvPr id="425" name="Group 424">
                <a:extLst>
                  <a:ext uri="{FF2B5EF4-FFF2-40B4-BE49-F238E27FC236}">
                    <a16:creationId xmlns:a16="http://schemas.microsoft.com/office/drawing/2014/main" id="{62D36AE2-BF21-804C-B67A-91B7A6C2193D}"/>
                  </a:ext>
                </a:extLst>
              </p:cNvPr>
              <p:cNvGrpSpPr/>
              <p:nvPr/>
            </p:nvGrpSpPr>
            <p:grpSpPr>
              <a:xfrm>
                <a:off x="2745416" y="2212958"/>
                <a:ext cx="3597533" cy="493677"/>
                <a:chOff x="2705100" y="2011398"/>
                <a:chExt cx="3597533" cy="493677"/>
              </a:xfrm>
            </p:grpSpPr>
            <p:sp>
              <p:nvSpPr>
                <p:cNvPr id="450" name="Oval 449">
                  <a:extLst>
                    <a:ext uri="{FF2B5EF4-FFF2-40B4-BE49-F238E27FC236}">
                      <a16:creationId xmlns:a16="http://schemas.microsoft.com/office/drawing/2014/main" id="{8EE6B087-D830-FE4F-AAD6-E1A2BAA9FE85}"/>
                    </a:ext>
                  </a:extLst>
                </p:cNvPr>
                <p:cNvSpPr/>
                <p:nvPr/>
              </p:nvSpPr>
              <p:spPr bwMode="auto">
                <a:xfrm>
                  <a:off x="2722820" y="2011398"/>
                  <a:ext cx="3579813" cy="492125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51" name="Oval 450">
                  <a:extLst>
                    <a:ext uri="{FF2B5EF4-FFF2-40B4-BE49-F238E27FC236}">
                      <a16:creationId xmlns:a16="http://schemas.microsoft.com/office/drawing/2014/main" id="{47CCD83D-A4A7-784F-A36F-834C748A5646}"/>
                    </a:ext>
                  </a:extLst>
                </p:cNvPr>
                <p:cNvSpPr/>
                <p:nvPr/>
              </p:nvSpPr>
              <p:spPr bwMode="auto">
                <a:xfrm>
                  <a:off x="2705100" y="2012950"/>
                  <a:ext cx="3579813" cy="492125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52" name="TextBox 389">
                  <a:extLst>
                    <a:ext uri="{FF2B5EF4-FFF2-40B4-BE49-F238E27FC236}">
                      <a16:creationId xmlns:a16="http://schemas.microsoft.com/office/drawing/2014/main" id="{9C856663-ED44-084E-BE50-F682BBA7756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52664" y="2127167"/>
                  <a:ext cx="2057700" cy="296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ts val="1475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Remote Controller</a:t>
                  </a:r>
                </a:p>
              </p:txBody>
            </p:sp>
          </p:grpSp>
          <p:grpSp>
            <p:nvGrpSpPr>
              <p:cNvPr id="426" name="Group 425">
                <a:extLst>
                  <a:ext uri="{FF2B5EF4-FFF2-40B4-BE49-F238E27FC236}">
                    <a16:creationId xmlns:a16="http://schemas.microsoft.com/office/drawing/2014/main" id="{81B736A2-639C-5045-9469-BBFF1FDAFC95}"/>
                  </a:ext>
                </a:extLst>
              </p:cNvPr>
              <p:cNvGrpSpPr/>
              <p:nvPr/>
            </p:nvGrpSpPr>
            <p:grpSpPr>
              <a:xfrm>
                <a:off x="1925876" y="4223509"/>
                <a:ext cx="923540" cy="405953"/>
                <a:chOff x="2705100" y="2011398"/>
                <a:chExt cx="3597533" cy="493677"/>
              </a:xfrm>
            </p:grpSpPr>
            <p:sp>
              <p:nvSpPr>
                <p:cNvPr id="447" name="Oval 446">
                  <a:extLst>
                    <a:ext uri="{FF2B5EF4-FFF2-40B4-BE49-F238E27FC236}">
                      <a16:creationId xmlns:a16="http://schemas.microsoft.com/office/drawing/2014/main" id="{7255FCAB-97CA-B947-8E8A-0A13FD397DC5}"/>
                    </a:ext>
                  </a:extLst>
                </p:cNvPr>
                <p:cNvSpPr/>
                <p:nvPr/>
              </p:nvSpPr>
              <p:spPr bwMode="auto">
                <a:xfrm>
                  <a:off x="2722820" y="2011398"/>
                  <a:ext cx="3579813" cy="492125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48" name="Oval 447">
                  <a:extLst>
                    <a:ext uri="{FF2B5EF4-FFF2-40B4-BE49-F238E27FC236}">
                      <a16:creationId xmlns:a16="http://schemas.microsoft.com/office/drawing/2014/main" id="{61B8CC61-7E0C-EE46-9388-0895CB146C0C}"/>
                    </a:ext>
                  </a:extLst>
                </p:cNvPr>
                <p:cNvSpPr/>
                <p:nvPr/>
              </p:nvSpPr>
              <p:spPr bwMode="auto">
                <a:xfrm>
                  <a:off x="2705100" y="2012950"/>
                  <a:ext cx="3579813" cy="492125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449" name="TextBox 389">
                  <a:extLst>
                    <a:ext uri="{FF2B5EF4-FFF2-40B4-BE49-F238E27FC236}">
                      <a16:creationId xmlns:a16="http://schemas.microsoft.com/office/drawing/2014/main" id="{753C8794-6C3E-A946-98F0-0A4574B6805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01810" y="2127167"/>
                  <a:ext cx="1159411" cy="296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ts val="1475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CA</a:t>
                  </a:r>
                </a:p>
              </p:txBody>
            </p:sp>
          </p:grpSp>
          <p:grpSp>
            <p:nvGrpSpPr>
              <p:cNvPr id="427" name="Group 426">
                <a:extLst>
                  <a:ext uri="{FF2B5EF4-FFF2-40B4-BE49-F238E27FC236}">
                    <a16:creationId xmlns:a16="http://schemas.microsoft.com/office/drawing/2014/main" id="{F6E58E7F-3C3B-6B42-95B1-9AED236D83A8}"/>
                  </a:ext>
                </a:extLst>
              </p:cNvPr>
              <p:cNvGrpSpPr/>
              <p:nvPr/>
            </p:nvGrpSpPr>
            <p:grpSpPr>
              <a:xfrm>
                <a:off x="3589508" y="4760377"/>
                <a:ext cx="463568" cy="285869"/>
                <a:chOff x="3558850" y="4573304"/>
                <a:chExt cx="463568" cy="285869"/>
              </a:xfrm>
            </p:grpSpPr>
            <p:grpSp>
              <p:nvGrpSpPr>
                <p:cNvPr id="443" name="Group 442">
                  <a:extLst>
                    <a:ext uri="{FF2B5EF4-FFF2-40B4-BE49-F238E27FC236}">
                      <a16:creationId xmlns:a16="http://schemas.microsoft.com/office/drawing/2014/main" id="{B5462F2E-F700-E74E-8777-989C222F6B17}"/>
                    </a:ext>
                  </a:extLst>
                </p:cNvPr>
                <p:cNvGrpSpPr/>
                <p:nvPr/>
              </p:nvGrpSpPr>
              <p:grpSpPr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445" name="Oval 444">
                    <a:extLst>
                      <a:ext uri="{FF2B5EF4-FFF2-40B4-BE49-F238E27FC236}">
                        <a16:creationId xmlns:a16="http://schemas.microsoft.com/office/drawing/2014/main" id="{3A8D5BD0-5AF9-F047-A2A5-74B21E482FB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73337" y="4577634"/>
                    <a:ext cx="439424" cy="261732"/>
                  </a:xfrm>
                  <a:prstGeom prst="ellipse">
                    <a:avLst/>
                  </a:prstGeom>
                  <a:solidFill>
                    <a:srgbClr val="FFFFFF">
                      <a:alpha val="42000"/>
                    </a:srgbClr>
                  </a:solidFill>
                  <a:ln w="317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46" name="Oval 445">
                    <a:extLst>
                      <a:ext uri="{FF2B5EF4-FFF2-40B4-BE49-F238E27FC236}">
                        <a16:creationId xmlns:a16="http://schemas.microsoft.com/office/drawing/2014/main" id="{76278212-AACF-EA41-ABEC-BADB5287BB0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58850" y="4587291"/>
                    <a:ext cx="463568" cy="253053"/>
                  </a:xfrm>
                  <a:prstGeom prst="ellipse">
                    <a:avLst/>
                  </a:prstGeom>
                  <a:solidFill>
                    <a:srgbClr val="CC0000">
                      <a:alpha val="42000"/>
                    </a:srgbClr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444" name="TextBox 389">
                  <a:extLst>
                    <a:ext uri="{FF2B5EF4-FFF2-40B4-BE49-F238E27FC236}">
                      <a16:creationId xmlns:a16="http://schemas.microsoft.com/office/drawing/2014/main" id="{07D62407-09DE-4446-A991-94479991A7D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ts val="1475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CA</a:t>
                  </a: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428" name="Group 427">
                <a:extLst>
                  <a:ext uri="{FF2B5EF4-FFF2-40B4-BE49-F238E27FC236}">
                    <a16:creationId xmlns:a16="http://schemas.microsoft.com/office/drawing/2014/main" id="{4D1B0CFF-CE53-8E44-985B-C5516AC59054}"/>
                  </a:ext>
                </a:extLst>
              </p:cNvPr>
              <p:cNvGrpSpPr/>
              <p:nvPr/>
            </p:nvGrpSpPr>
            <p:grpSpPr>
              <a:xfrm>
                <a:off x="4369656" y="4758258"/>
                <a:ext cx="463568" cy="285869"/>
                <a:chOff x="3558850" y="4573304"/>
                <a:chExt cx="463568" cy="285869"/>
              </a:xfrm>
            </p:grpSpPr>
            <p:grpSp>
              <p:nvGrpSpPr>
                <p:cNvPr id="439" name="Group 438">
                  <a:extLst>
                    <a:ext uri="{FF2B5EF4-FFF2-40B4-BE49-F238E27FC236}">
                      <a16:creationId xmlns:a16="http://schemas.microsoft.com/office/drawing/2014/main" id="{E9FE6041-3130-EB4F-8BC7-1EE9AB973D5F}"/>
                    </a:ext>
                  </a:extLst>
                </p:cNvPr>
                <p:cNvGrpSpPr/>
                <p:nvPr/>
              </p:nvGrpSpPr>
              <p:grpSpPr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441" name="Oval 440">
                    <a:extLst>
                      <a:ext uri="{FF2B5EF4-FFF2-40B4-BE49-F238E27FC236}">
                        <a16:creationId xmlns:a16="http://schemas.microsoft.com/office/drawing/2014/main" id="{5B86D724-BC2B-BD40-B41F-B06FDAB2E4E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73337" y="4577634"/>
                    <a:ext cx="439424" cy="261732"/>
                  </a:xfrm>
                  <a:prstGeom prst="ellipse">
                    <a:avLst/>
                  </a:prstGeom>
                  <a:solidFill>
                    <a:srgbClr val="FFFFFF">
                      <a:alpha val="42000"/>
                    </a:srgbClr>
                  </a:solidFill>
                  <a:ln w="317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42" name="Oval 441">
                    <a:extLst>
                      <a:ext uri="{FF2B5EF4-FFF2-40B4-BE49-F238E27FC236}">
                        <a16:creationId xmlns:a16="http://schemas.microsoft.com/office/drawing/2014/main" id="{25D22206-7FA6-1144-B6AC-B857637AF39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58850" y="4587291"/>
                    <a:ext cx="463568" cy="253053"/>
                  </a:xfrm>
                  <a:prstGeom prst="ellipse">
                    <a:avLst/>
                  </a:prstGeom>
                  <a:solidFill>
                    <a:srgbClr val="CC0000">
                      <a:alpha val="42000"/>
                    </a:srgbClr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440" name="TextBox 389">
                  <a:extLst>
                    <a:ext uri="{FF2B5EF4-FFF2-40B4-BE49-F238E27FC236}">
                      <a16:creationId xmlns:a16="http://schemas.microsoft.com/office/drawing/2014/main" id="{2D5FEB66-58AA-9E4B-AD71-EA4750A833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ts val="1475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CA</a:t>
                  </a: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429" name="Group 428">
                <a:extLst>
                  <a:ext uri="{FF2B5EF4-FFF2-40B4-BE49-F238E27FC236}">
                    <a16:creationId xmlns:a16="http://schemas.microsoft.com/office/drawing/2014/main" id="{9D109E0A-BCFA-E94A-BF8F-93D3F96B54CC}"/>
                  </a:ext>
                </a:extLst>
              </p:cNvPr>
              <p:cNvGrpSpPr/>
              <p:nvPr/>
            </p:nvGrpSpPr>
            <p:grpSpPr>
              <a:xfrm>
                <a:off x="5569912" y="4756140"/>
                <a:ext cx="463568" cy="285869"/>
                <a:chOff x="3558850" y="4573304"/>
                <a:chExt cx="463568" cy="285869"/>
              </a:xfrm>
            </p:grpSpPr>
            <p:grpSp>
              <p:nvGrpSpPr>
                <p:cNvPr id="435" name="Group 434">
                  <a:extLst>
                    <a:ext uri="{FF2B5EF4-FFF2-40B4-BE49-F238E27FC236}">
                      <a16:creationId xmlns:a16="http://schemas.microsoft.com/office/drawing/2014/main" id="{640672AD-E981-1643-871D-AD8A67139540}"/>
                    </a:ext>
                  </a:extLst>
                </p:cNvPr>
                <p:cNvGrpSpPr/>
                <p:nvPr/>
              </p:nvGrpSpPr>
              <p:grpSpPr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437" name="Oval 436">
                    <a:extLst>
                      <a:ext uri="{FF2B5EF4-FFF2-40B4-BE49-F238E27FC236}">
                        <a16:creationId xmlns:a16="http://schemas.microsoft.com/office/drawing/2014/main" id="{294A370C-785F-404E-8135-30826A70FF4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73337" y="4577634"/>
                    <a:ext cx="439424" cy="261732"/>
                  </a:xfrm>
                  <a:prstGeom prst="ellipse">
                    <a:avLst/>
                  </a:prstGeom>
                  <a:solidFill>
                    <a:srgbClr val="FFFFFF">
                      <a:alpha val="42000"/>
                    </a:srgbClr>
                  </a:solidFill>
                  <a:ln w="317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38" name="Oval 437">
                    <a:extLst>
                      <a:ext uri="{FF2B5EF4-FFF2-40B4-BE49-F238E27FC236}">
                        <a16:creationId xmlns:a16="http://schemas.microsoft.com/office/drawing/2014/main" id="{E67022FB-D28B-0E44-9B6D-DD8092F2FB0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58850" y="4587291"/>
                    <a:ext cx="463568" cy="253053"/>
                  </a:xfrm>
                  <a:prstGeom prst="ellipse">
                    <a:avLst/>
                  </a:prstGeom>
                  <a:solidFill>
                    <a:srgbClr val="CC0000">
                      <a:alpha val="42000"/>
                    </a:srgbClr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436" name="TextBox 389">
                  <a:extLst>
                    <a:ext uri="{FF2B5EF4-FFF2-40B4-BE49-F238E27FC236}">
                      <a16:creationId xmlns:a16="http://schemas.microsoft.com/office/drawing/2014/main" id="{2A590B0D-6FC1-9149-A279-05645BBC36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ts val="1475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CA</a:t>
                  </a: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430" name="Group 429">
                <a:extLst>
                  <a:ext uri="{FF2B5EF4-FFF2-40B4-BE49-F238E27FC236}">
                    <a16:creationId xmlns:a16="http://schemas.microsoft.com/office/drawing/2014/main" id="{0326EFB3-34F4-754B-86E7-7F4C53B7BE4A}"/>
                  </a:ext>
                </a:extLst>
              </p:cNvPr>
              <p:cNvGrpSpPr/>
              <p:nvPr/>
            </p:nvGrpSpPr>
            <p:grpSpPr>
              <a:xfrm>
                <a:off x="6557699" y="4754022"/>
                <a:ext cx="463568" cy="285869"/>
                <a:chOff x="3558850" y="4573304"/>
                <a:chExt cx="463568" cy="285869"/>
              </a:xfrm>
            </p:grpSpPr>
            <p:grpSp>
              <p:nvGrpSpPr>
                <p:cNvPr id="431" name="Group 430">
                  <a:extLst>
                    <a:ext uri="{FF2B5EF4-FFF2-40B4-BE49-F238E27FC236}">
                      <a16:creationId xmlns:a16="http://schemas.microsoft.com/office/drawing/2014/main" id="{887B5438-FD39-FF45-94F4-501001587C74}"/>
                    </a:ext>
                  </a:extLst>
                </p:cNvPr>
                <p:cNvGrpSpPr/>
                <p:nvPr/>
              </p:nvGrpSpPr>
              <p:grpSpPr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433" name="Oval 432">
                    <a:extLst>
                      <a:ext uri="{FF2B5EF4-FFF2-40B4-BE49-F238E27FC236}">
                        <a16:creationId xmlns:a16="http://schemas.microsoft.com/office/drawing/2014/main" id="{6FF89616-28C7-BA4C-A7CF-F2858846670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73337" y="4577634"/>
                    <a:ext cx="439424" cy="261732"/>
                  </a:xfrm>
                  <a:prstGeom prst="ellipse">
                    <a:avLst/>
                  </a:prstGeom>
                  <a:solidFill>
                    <a:srgbClr val="FFFFFF">
                      <a:alpha val="42000"/>
                    </a:srgbClr>
                  </a:solidFill>
                  <a:ln w="317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34" name="Oval 433">
                    <a:extLst>
                      <a:ext uri="{FF2B5EF4-FFF2-40B4-BE49-F238E27FC236}">
                        <a16:creationId xmlns:a16="http://schemas.microsoft.com/office/drawing/2014/main" id="{DE898B76-72BE-1941-BD61-33F2BA17794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58850" y="4587291"/>
                    <a:ext cx="463568" cy="253053"/>
                  </a:xfrm>
                  <a:prstGeom prst="ellipse">
                    <a:avLst/>
                  </a:prstGeom>
                  <a:solidFill>
                    <a:srgbClr val="CC0000">
                      <a:alpha val="42000"/>
                    </a:srgbClr>
                  </a:solidFill>
                  <a:ln w="3175" cap="flat" cmpd="sng" algn="ctr">
                    <a:solidFill>
                      <a:srgbClr val="CC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432" name="TextBox 389">
                  <a:extLst>
                    <a:ext uri="{FF2B5EF4-FFF2-40B4-BE49-F238E27FC236}">
                      <a16:creationId xmlns:a16="http://schemas.microsoft.com/office/drawing/2014/main" id="{FC2D41BB-76AF-5143-8519-F85BA5D0464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ts val="1475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CA</a:t>
                  </a: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89" name="Group 388">
              <a:extLst>
                <a:ext uri="{FF2B5EF4-FFF2-40B4-BE49-F238E27FC236}">
                  <a16:creationId xmlns:a16="http://schemas.microsoft.com/office/drawing/2014/main" id="{5E8E5875-4EBA-4349-B27C-7F45D2F51E62}"/>
                </a:ext>
              </a:extLst>
            </p:cNvPr>
            <p:cNvGrpSpPr/>
            <p:nvPr/>
          </p:nvGrpSpPr>
          <p:grpSpPr>
            <a:xfrm>
              <a:off x="2050694" y="4240394"/>
              <a:ext cx="4962309" cy="697609"/>
              <a:chOff x="-3809141" y="1128902"/>
              <a:chExt cx="4962309" cy="697609"/>
            </a:xfrm>
          </p:grpSpPr>
          <p:grpSp>
            <p:nvGrpSpPr>
              <p:cNvPr id="390" name="Group 554">
                <a:extLst>
                  <a:ext uri="{FF2B5EF4-FFF2-40B4-BE49-F238E27FC236}">
                    <a16:creationId xmlns:a16="http://schemas.microsoft.com/office/drawing/2014/main" id="{81B6EE14-CC27-744A-A051-4E03FA7FB8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259184" y="1493681"/>
                <a:ext cx="426647" cy="330722"/>
                <a:chOff x="2932185" y="3913304"/>
                <a:chExt cx="426963" cy="330885"/>
              </a:xfrm>
            </p:grpSpPr>
            <p:sp>
              <p:nvSpPr>
                <p:cNvPr id="419" name="Rectangle 418">
                  <a:extLst>
                    <a:ext uri="{FF2B5EF4-FFF2-40B4-BE49-F238E27FC236}">
                      <a16:creationId xmlns:a16="http://schemas.microsoft.com/office/drawing/2014/main" id="{C110861B-9F39-1F44-A2C4-E4F16FCAC279}"/>
                    </a:ext>
                  </a:extLst>
                </p:cNvPr>
                <p:cNvSpPr/>
                <p:nvPr/>
              </p:nvSpPr>
              <p:spPr>
                <a:xfrm>
                  <a:off x="2933382" y="3913304"/>
                  <a:ext cx="425766" cy="328775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20" name="Straight Connector 419">
                  <a:extLst>
                    <a:ext uri="{FF2B5EF4-FFF2-40B4-BE49-F238E27FC236}">
                      <a16:creationId xmlns:a16="http://schemas.microsoft.com/office/drawing/2014/main" id="{DD0A76D0-D1B5-C448-A6EF-5CBA826076A3}"/>
                    </a:ext>
                  </a:extLst>
                </p:cNvPr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421" name="Straight Connector 420">
                  <a:extLst>
                    <a:ext uri="{FF2B5EF4-FFF2-40B4-BE49-F238E27FC236}">
                      <a16:creationId xmlns:a16="http://schemas.microsoft.com/office/drawing/2014/main" id="{3D867651-027E-ED40-9FF0-8C7FDE56A1AD}"/>
                    </a:ext>
                  </a:extLst>
                </p:cNvPr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422" name="Straight Connector 421">
                  <a:extLst>
                    <a:ext uri="{FF2B5EF4-FFF2-40B4-BE49-F238E27FC236}">
                      <a16:creationId xmlns:a16="http://schemas.microsoft.com/office/drawing/2014/main" id="{38A884CE-9A37-D940-B4A8-9D4D87274982}"/>
                    </a:ext>
                  </a:extLst>
                </p:cNvPr>
                <p:cNvCxnSpPr/>
                <p:nvPr/>
              </p:nvCxnSpPr>
              <p:spPr>
                <a:xfrm flipH="1" flipV="1">
                  <a:off x="3134122" y="4005425"/>
                  <a:ext cx="1589" cy="236654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423" name="Straight Connector 422">
                  <a:extLst>
                    <a:ext uri="{FF2B5EF4-FFF2-40B4-BE49-F238E27FC236}">
                      <a16:creationId xmlns:a16="http://schemas.microsoft.com/office/drawing/2014/main" id="{F72B6516-301E-294C-BD5A-03CB25199EE7}"/>
                    </a:ext>
                  </a:extLst>
                </p:cNvPr>
                <p:cNvCxnSpPr/>
                <p:nvPr/>
              </p:nvCxnSpPr>
              <p:spPr>
                <a:xfrm flipH="1" flipV="1">
                  <a:off x="3215190" y="4007535"/>
                  <a:ext cx="1589" cy="236654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424" name="Straight Connector 423">
                  <a:extLst>
                    <a:ext uri="{FF2B5EF4-FFF2-40B4-BE49-F238E27FC236}">
                      <a16:creationId xmlns:a16="http://schemas.microsoft.com/office/drawing/2014/main" id="{5E23C2C4-4FEE-1D40-BD08-52071DA681C7}"/>
                    </a:ext>
                  </a:extLst>
                </p:cNvPr>
                <p:cNvCxnSpPr/>
                <p:nvPr/>
              </p:nvCxnSpPr>
              <p:spPr>
                <a:xfrm flipH="1" flipV="1">
                  <a:off x="3290394" y="4007533"/>
                  <a:ext cx="1589" cy="236654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391" name="Group 554">
                <a:extLst>
                  <a:ext uri="{FF2B5EF4-FFF2-40B4-BE49-F238E27FC236}">
                    <a16:creationId xmlns:a16="http://schemas.microsoft.com/office/drawing/2014/main" id="{8984DC81-21F8-1546-9659-CE7B16A687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809141" y="1128902"/>
                <a:ext cx="675450" cy="526527"/>
                <a:chOff x="2932185" y="3913304"/>
                <a:chExt cx="430533" cy="332666"/>
              </a:xfrm>
            </p:grpSpPr>
            <p:sp>
              <p:nvSpPr>
                <p:cNvPr id="413" name="Rectangle 412">
                  <a:extLst>
                    <a:ext uri="{FF2B5EF4-FFF2-40B4-BE49-F238E27FC236}">
                      <a16:creationId xmlns:a16="http://schemas.microsoft.com/office/drawing/2014/main" id="{354DD063-2794-1643-A5E7-9E49377960D6}"/>
                    </a:ext>
                  </a:extLst>
                </p:cNvPr>
                <p:cNvSpPr/>
                <p:nvPr/>
              </p:nvSpPr>
              <p:spPr>
                <a:xfrm>
                  <a:off x="2936952" y="3913304"/>
                  <a:ext cx="425766" cy="328775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14" name="Straight Connector 413">
                  <a:extLst>
                    <a:ext uri="{FF2B5EF4-FFF2-40B4-BE49-F238E27FC236}">
                      <a16:creationId xmlns:a16="http://schemas.microsoft.com/office/drawing/2014/main" id="{16208DC2-6B8A-2448-84E0-DB0EF734E2E0}"/>
                    </a:ext>
                  </a:extLst>
                </p:cNvPr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415" name="Straight Connector 414">
                  <a:extLst>
                    <a:ext uri="{FF2B5EF4-FFF2-40B4-BE49-F238E27FC236}">
                      <a16:creationId xmlns:a16="http://schemas.microsoft.com/office/drawing/2014/main" id="{9617AE01-3C7B-7E42-9676-0C68B7ECCAE6}"/>
                    </a:ext>
                  </a:extLst>
                </p:cNvPr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416" name="Straight Connector 415">
                  <a:extLst>
                    <a:ext uri="{FF2B5EF4-FFF2-40B4-BE49-F238E27FC236}">
                      <a16:creationId xmlns:a16="http://schemas.microsoft.com/office/drawing/2014/main" id="{C47DC652-BD0C-3F46-86D7-ECC9AD1D79D2}"/>
                    </a:ext>
                  </a:extLst>
                </p:cNvPr>
                <p:cNvCxnSpPr/>
                <p:nvPr/>
              </p:nvCxnSpPr>
              <p:spPr>
                <a:xfrm flipH="1" flipV="1">
                  <a:off x="3182588" y="4005425"/>
                  <a:ext cx="1589" cy="236654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417" name="Straight Connector 416">
                  <a:extLst>
                    <a:ext uri="{FF2B5EF4-FFF2-40B4-BE49-F238E27FC236}">
                      <a16:creationId xmlns:a16="http://schemas.microsoft.com/office/drawing/2014/main" id="{3B014B56-FED6-4E48-99C5-5A79ADD94CC4}"/>
                    </a:ext>
                  </a:extLst>
                </p:cNvPr>
                <p:cNvCxnSpPr/>
                <p:nvPr/>
              </p:nvCxnSpPr>
              <p:spPr>
                <a:xfrm flipH="1" flipV="1">
                  <a:off x="3093297" y="4009316"/>
                  <a:ext cx="1589" cy="236654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418" name="Straight Connector 417">
                  <a:extLst>
                    <a:ext uri="{FF2B5EF4-FFF2-40B4-BE49-F238E27FC236}">
                      <a16:creationId xmlns:a16="http://schemas.microsoft.com/office/drawing/2014/main" id="{468D05CF-FA4F-A948-B610-7F2761E0FD51}"/>
                    </a:ext>
                  </a:extLst>
                </p:cNvPr>
                <p:cNvCxnSpPr/>
                <p:nvPr/>
              </p:nvCxnSpPr>
              <p:spPr>
                <a:xfrm flipH="1" flipV="1">
                  <a:off x="3278747" y="4008109"/>
                  <a:ext cx="1589" cy="236654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392" name="Group 554">
                <a:extLst>
                  <a:ext uri="{FF2B5EF4-FFF2-40B4-BE49-F238E27FC236}">
                    <a16:creationId xmlns:a16="http://schemas.microsoft.com/office/drawing/2014/main" id="{A996263E-DE9E-0842-A205-EB674D3E01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1475553" y="1495789"/>
                <a:ext cx="430214" cy="330722"/>
                <a:chOff x="2932185" y="3913304"/>
                <a:chExt cx="430533" cy="330885"/>
              </a:xfrm>
            </p:grpSpPr>
            <p:sp>
              <p:nvSpPr>
                <p:cNvPr id="407" name="Rectangle 406">
                  <a:extLst>
                    <a:ext uri="{FF2B5EF4-FFF2-40B4-BE49-F238E27FC236}">
                      <a16:creationId xmlns:a16="http://schemas.microsoft.com/office/drawing/2014/main" id="{0ED24C96-9484-4B4E-B94F-7B96917BDD0F}"/>
                    </a:ext>
                  </a:extLst>
                </p:cNvPr>
                <p:cNvSpPr/>
                <p:nvPr/>
              </p:nvSpPr>
              <p:spPr>
                <a:xfrm>
                  <a:off x="2936952" y="3913304"/>
                  <a:ext cx="425766" cy="328775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08" name="Straight Connector 407">
                  <a:extLst>
                    <a:ext uri="{FF2B5EF4-FFF2-40B4-BE49-F238E27FC236}">
                      <a16:creationId xmlns:a16="http://schemas.microsoft.com/office/drawing/2014/main" id="{B0981132-3978-A74C-92CF-3B326EA8CF91}"/>
                    </a:ext>
                  </a:extLst>
                </p:cNvPr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409" name="Straight Connector 408">
                  <a:extLst>
                    <a:ext uri="{FF2B5EF4-FFF2-40B4-BE49-F238E27FC236}">
                      <a16:creationId xmlns:a16="http://schemas.microsoft.com/office/drawing/2014/main" id="{32807344-875D-7B41-B999-7AB2EF8D8CFB}"/>
                    </a:ext>
                  </a:extLst>
                </p:cNvPr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410" name="Straight Connector 409">
                  <a:extLst>
                    <a:ext uri="{FF2B5EF4-FFF2-40B4-BE49-F238E27FC236}">
                      <a16:creationId xmlns:a16="http://schemas.microsoft.com/office/drawing/2014/main" id="{0986A014-650F-3149-8526-CB72AA722F05}"/>
                    </a:ext>
                  </a:extLst>
                </p:cNvPr>
                <p:cNvCxnSpPr/>
                <p:nvPr/>
              </p:nvCxnSpPr>
              <p:spPr>
                <a:xfrm flipH="1" flipV="1">
                  <a:off x="3134122" y="4005425"/>
                  <a:ext cx="1589" cy="236654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411" name="Straight Connector 410">
                  <a:extLst>
                    <a:ext uri="{FF2B5EF4-FFF2-40B4-BE49-F238E27FC236}">
                      <a16:creationId xmlns:a16="http://schemas.microsoft.com/office/drawing/2014/main" id="{CCA2E2B5-01CD-7B4F-94D5-1422002B0E7E}"/>
                    </a:ext>
                  </a:extLst>
                </p:cNvPr>
                <p:cNvCxnSpPr/>
                <p:nvPr/>
              </p:nvCxnSpPr>
              <p:spPr>
                <a:xfrm flipH="1" flipV="1">
                  <a:off x="3215190" y="4007535"/>
                  <a:ext cx="1589" cy="236654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412" name="Straight Connector 411">
                  <a:extLst>
                    <a:ext uri="{FF2B5EF4-FFF2-40B4-BE49-F238E27FC236}">
                      <a16:creationId xmlns:a16="http://schemas.microsoft.com/office/drawing/2014/main" id="{C5F10C1C-2C2D-AF46-9C32-C36601C56B52}"/>
                    </a:ext>
                  </a:extLst>
                </p:cNvPr>
                <p:cNvCxnSpPr/>
                <p:nvPr/>
              </p:nvCxnSpPr>
              <p:spPr>
                <a:xfrm flipH="1" flipV="1">
                  <a:off x="3290394" y="4007533"/>
                  <a:ext cx="1589" cy="236654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393" name="Group 554">
                <a:extLst>
                  <a:ext uri="{FF2B5EF4-FFF2-40B4-BE49-F238E27FC236}">
                    <a16:creationId xmlns:a16="http://schemas.microsoft.com/office/drawing/2014/main" id="{C13C551E-2854-8946-A50E-F2DE3B9466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71097" y="1490382"/>
                <a:ext cx="430214" cy="330722"/>
                <a:chOff x="2932185" y="3913304"/>
                <a:chExt cx="430533" cy="330885"/>
              </a:xfrm>
            </p:grpSpPr>
            <p:sp>
              <p:nvSpPr>
                <p:cNvPr id="401" name="Rectangle 400">
                  <a:extLst>
                    <a:ext uri="{FF2B5EF4-FFF2-40B4-BE49-F238E27FC236}">
                      <a16:creationId xmlns:a16="http://schemas.microsoft.com/office/drawing/2014/main" id="{B9056E92-3704-A64A-8AC6-8AE37C0DE9FD}"/>
                    </a:ext>
                  </a:extLst>
                </p:cNvPr>
                <p:cNvSpPr/>
                <p:nvPr/>
              </p:nvSpPr>
              <p:spPr>
                <a:xfrm>
                  <a:off x="2936952" y="3913304"/>
                  <a:ext cx="425766" cy="328775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02" name="Straight Connector 401">
                  <a:extLst>
                    <a:ext uri="{FF2B5EF4-FFF2-40B4-BE49-F238E27FC236}">
                      <a16:creationId xmlns:a16="http://schemas.microsoft.com/office/drawing/2014/main" id="{42F13AA3-2FB6-1448-A47B-8DFED40933BC}"/>
                    </a:ext>
                  </a:extLst>
                </p:cNvPr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403" name="Straight Connector 402">
                  <a:extLst>
                    <a:ext uri="{FF2B5EF4-FFF2-40B4-BE49-F238E27FC236}">
                      <a16:creationId xmlns:a16="http://schemas.microsoft.com/office/drawing/2014/main" id="{E77A16B9-9E1B-264D-B761-C2F6E72E8944}"/>
                    </a:ext>
                  </a:extLst>
                </p:cNvPr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404" name="Straight Connector 403">
                  <a:extLst>
                    <a:ext uri="{FF2B5EF4-FFF2-40B4-BE49-F238E27FC236}">
                      <a16:creationId xmlns:a16="http://schemas.microsoft.com/office/drawing/2014/main" id="{16553DD0-7CED-E54F-86EB-21CD0B109D8B}"/>
                    </a:ext>
                  </a:extLst>
                </p:cNvPr>
                <p:cNvCxnSpPr/>
                <p:nvPr/>
              </p:nvCxnSpPr>
              <p:spPr>
                <a:xfrm flipH="1" flipV="1">
                  <a:off x="3134122" y="4005425"/>
                  <a:ext cx="1589" cy="236654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405" name="Straight Connector 404">
                  <a:extLst>
                    <a:ext uri="{FF2B5EF4-FFF2-40B4-BE49-F238E27FC236}">
                      <a16:creationId xmlns:a16="http://schemas.microsoft.com/office/drawing/2014/main" id="{E9065049-61A7-D445-8F3A-CF75B01E536C}"/>
                    </a:ext>
                  </a:extLst>
                </p:cNvPr>
                <p:cNvCxnSpPr/>
                <p:nvPr/>
              </p:nvCxnSpPr>
              <p:spPr>
                <a:xfrm flipH="1" flipV="1">
                  <a:off x="3215190" y="4007535"/>
                  <a:ext cx="1589" cy="236654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406" name="Straight Connector 405">
                  <a:extLst>
                    <a:ext uri="{FF2B5EF4-FFF2-40B4-BE49-F238E27FC236}">
                      <a16:creationId xmlns:a16="http://schemas.microsoft.com/office/drawing/2014/main" id="{74894E9C-A6C4-6A4A-AB4E-52ACBB1D5460}"/>
                    </a:ext>
                  </a:extLst>
                </p:cNvPr>
                <p:cNvCxnSpPr/>
                <p:nvPr/>
              </p:nvCxnSpPr>
              <p:spPr>
                <a:xfrm flipH="1" flipV="1">
                  <a:off x="3290394" y="4007533"/>
                  <a:ext cx="1589" cy="236654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394" name="Group 554">
                <a:extLst>
                  <a:ext uri="{FF2B5EF4-FFF2-40B4-BE49-F238E27FC236}">
                    <a16:creationId xmlns:a16="http://schemas.microsoft.com/office/drawing/2014/main" id="{1A94EF4C-7B4A-A442-9223-24BE151A86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2954" y="1484975"/>
                <a:ext cx="430214" cy="330722"/>
                <a:chOff x="2932185" y="3913304"/>
                <a:chExt cx="430533" cy="330885"/>
              </a:xfrm>
            </p:grpSpPr>
            <p:sp>
              <p:nvSpPr>
                <p:cNvPr id="395" name="Rectangle 394">
                  <a:extLst>
                    <a:ext uri="{FF2B5EF4-FFF2-40B4-BE49-F238E27FC236}">
                      <a16:creationId xmlns:a16="http://schemas.microsoft.com/office/drawing/2014/main" id="{EF7021D4-6C50-FE4F-99DD-7E97E97A6213}"/>
                    </a:ext>
                  </a:extLst>
                </p:cNvPr>
                <p:cNvSpPr/>
                <p:nvPr/>
              </p:nvSpPr>
              <p:spPr>
                <a:xfrm>
                  <a:off x="2936952" y="3913304"/>
                  <a:ext cx="425766" cy="328775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96" name="Straight Connector 395">
                  <a:extLst>
                    <a:ext uri="{FF2B5EF4-FFF2-40B4-BE49-F238E27FC236}">
                      <a16:creationId xmlns:a16="http://schemas.microsoft.com/office/drawing/2014/main" id="{F3A4AB08-E85D-1B4D-8B63-B23CC80E42EB}"/>
                    </a:ext>
                  </a:extLst>
                </p:cNvPr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397" name="Straight Connector 396">
                  <a:extLst>
                    <a:ext uri="{FF2B5EF4-FFF2-40B4-BE49-F238E27FC236}">
                      <a16:creationId xmlns:a16="http://schemas.microsoft.com/office/drawing/2014/main" id="{9C1A2807-7BAE-6C42-B615-F35AC6152D59}"/>
                    </a:ext>
                  </a:extLst>
                </p:cNvPr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398" name="Straight Connector 397">
                  <a:extLst>
                    <a:ext uri="{FF2B5EF4-FFF2-40B4-BE49-F238E27FC236}">
                      <a16:creationId xmlns:a16="http://schemas.microsoft.com/office/drawing/2014/main" id="{155E58FB-2047-8242-96E3-E6496B245893}"/>
                    </a:ext>
                  </a:extLst>
                </p:cNvPr>
                <p:cNvCxnSpPr/>
                <p:nvPr/>
              </p:nvCxnSpPr>
              <p:spPr>
                <a:xfrm flipH="1" flipV="1">
                  <a:off x="3134122" y="4005425"/>
                  <a:ext cx="1589" cy="236654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399" name="Straight Connector 398">
                  <a:extLst>
                    <a:ext uri="{FF2B5EF4-FFF2-40B4-BE49-F238E27FC236}">
                      <a16:creationId xmlns:a16="http://schemas.microsoft.com/office/drawing/2014/main" id="{76E85654-AB3D-5C4E-A804-425C02BD2C31}"/>
                    </a:ext>
                  </a:extLst>
                </p:cNvPr>
                <p:cNvCxnSpPr/>
                <p:nvPr/>
              </p:nvCxnSpPr>
              <p:spPr>
                <a:xfrm flipH="1" flipV="1">
                  <a:off x="3215190" y="4007535"/>
                  <a:ext cx="1589" cy="236654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  <p:cxnSp>
              <p:nvCxnSpPr>
                <p:cNvPr id="400" name="Straight Connector 399">
                  <a:extLst>
                    <a:ext uri="{FF2B5EF4-FFF2-40B4-BE49-F238E27FC236}">
                      <a16:creationId xmlns:a16="http://schemas.microsoft.com/office/drawing/2014/main" id="{E71B59FA-2416-4440-955A-A071C311CFAC}"/>
                    </a:ext>
                  </a:extLst>
                </p:cNvPr>
                <p:cNvCxnSpPr/>
                <p:nvPr/>
              </p:nvCxnSpPr>
              <p:spPr>
                <a:xfrm flipH="1" flipV="1">
                  <a:off x="3290394" y="4007533"/>
                  <a:ext cx="1589" cy="236654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</p:cxnSp>
          </p:grpSp>
        </p:grpSp>
      </p:grpSp>
      <p:grpSp>
        <p:nvGrpSpPr>
          <p:cNvPr id="710" name="Group 709">
            <a:extLst>
              <a:ext uri="{FF2B5EF4-FFF2-40B4-BE49-F238E27FC236}">
                <a16:creationId xmlns:a16="http://schemas.microsoft.com/office/drawing/2014/main" id="{8973FC0F-0FC1-A246-BFD1-84BF1EF9A853}"/>
              </a:ext>
            </a:extLst>
          </p:cNvPr>
          <p:cNvGrpSpPr/>
          <p:nvPr/>
        </p:nvGrpSpPr>
        <p:grpSpPr>
          <a:xfrm>
            <a:off x="200416" y="5099428"/>
            <a:ext cx="4112251" cy="1370966"/>
            <a:chOff x="-1402915" y="4974167"/>
            <a:chExt cx="4112251" cy="1370966"/>
          </a:xfrm>
        </p:grpSpPr>
        <p:sp>
          <p:nvSpPr>
            <p:cNvPr id="711" name="TextBox 710">
              <a:extLst>
                <a:ext uri="{FF2B5EF4-FFF2-40B4-BE49-F238E27FC236}">
                  <a16:creationId xmlns:a16="http://schemas.microsoft.com/office/drawing/2014/main" id="{08BF04B4-6075-A84B-8EC3-DF7DDD551004}"/>
                </a:ext>
              </a:extLst>
            </p:cNvPr>
            <p:cNvSpPr txBox="1"/>
            <p:nvPr/>
          </p:nvSpPr>
          <p:spPr>
            <a:xfrm>
              <a:off x="-1402915" y="5588003"/>
              <a:ext cx="4112251" cy="75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33363" marR="0" lvl="0" indent="-233363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90"/>
                  </a:solidFill>
                  <a:effectLst/>
                  <a:uLnTx/>
                  <a:uFillTx/>
                  <a:ea typeface="ＭＳ Ｐゴシック" charset="0"/>
                </a:rPr>
                <a:t>1: 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rPr>
                <a:t>generalized “flow-based” forwarding (e.g., OpenFlow)</a:t>
              </a:r>
            </a:p>
          </p:txBody>
        </p:sp>
        <p:cxnSp>
          <p:nvCxnSpPr>
            <p:cNvPr id="712" name="Straight Connector 711">
              <a:extLst>
                <a:ext uri="{FF2B5EF4-FFF2-40B4-BE49-F238E27FC236}">
                  <a16:creationId xmlns:a16="http://schemas.microsoft.com/office/drawing/2014/main" id="{83A62419-3EC1-4842-8B5B-F8E1858F6A37}"/>
                </a:ext>
              </a:extLst>
            </p:cNvPr>
            <p:cNvCxnSpPr>
              <a:cxnSpLocks/>
              <a:stCxn id="711" idx="0"/>
            </p:cNvCxnSpPr>
            <p:nvPr/>
          </p:nvCxnSpPr>
          <p:spPr bwMode="auto">
            <a:xfrm flipV="1">
              <a:off x="653211" y="4974167"/>
              <a:ext cx="1505789" cy="613836"/>
            </a:xfrm>
            <a:prstGeom prst="line">
              <a:avLst/>
            </a:prstGeom>
            <a:solidFill>
              <a:srgbClr val="00CC99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13" name="Group 712">
            <a:extLst>
              <a:ext uri="{FF2B5EF4-FFF2-40B4-BE49-F238E27FC236}">
                <a16:creationId xmlns:a16="http://schemas.microsoft.com/office/drawing/2014/main" id="{AAAF29D5-9601-CF43-8C05-901671240D68}"/>
              </a:ext>
            </a:extLst>
          </p:cNvPr>
          <p:cNvGrpSpPr/>
          <p:nvPr/>
        </p:nvGrpSpPr>
        <p:grpSpPr>
          <a:xfrm>
            <a:off x="9193527" y="3631579"/>
            <a:ext cx="2831459" cy="1311728"/>
            <a:chOff x="69488" y="5026085"/>
            <a:chExt cx="4347805" cy="1311728"/>
          </a:xfrm>
        </p:grpSpPr>
        <p:sp>
          <p:nvSpPr>
            <p:cNvPr id="714" name="TextBox 713">
              <a:extLst>
                <a:ext uri="{FF2B5EF4-FFF2-40B4-BE49-F238E27FC236}">
                  <a16:creationId xmlns:a16="http://schemas.microsoft.com/office/drawing/2014/main" id="{FE50FC28-F437-0344-9C2D-2FDDA8A95DAE}"/>
                </a:ext>
              </a:extLst>
            </p:cNvPr>
            <p:cNvSpPr txBox="1"/>
            <p:nvPr/>
          </p:nvSpPr>
          <p:spPr>
            <a:xfrm>
              <a:off x="69488" y="5580683"/>
              <a:ext cx="4347805" cy="75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33363" marR="0" lvl="0" indent="-233363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90"/>
                  </a:solidFill>
                  <a:effectLst/>
                  <a:uLnTx/>
                  <a:uFillTx/>
                  <a:ea typeface="ＭＳ Ｐゴシック" charset="0"/>
                </a:rPr>
                <a:t>2. 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rPr>
                <a:t>control, data plane separation</a:t>
              </a:r>
            </a:p>
          </p:txBody>
        </p:sp>
        <p:cxnSp>
          <p:nvCxnSpPr>
            <p:cNvPr id="715" name="Straight Connector 714">
              <a:extLst>
                <a:ext uri="{FF2B5EF4-FFF2-40B4-BE49-F238E27FC236}">
                  <a16:creationId xmlns:a16="http://schemas.microsoft.com/office/drawing/2014/main" id="{AB94C55F-5325-1444-88FB-722BF41A6EED}"/>
                </a:ext>
              </a:extLst>
            </p:cNvPr>
            <p:cNvCxnSpPr>
              <a:cxnSpLocks/>
              <a:stCxn id="714" idx="0"/>
            </p:cNvCxnSpPr>
            <p:nvPr/>
          </p:nvCxnSpPr>
          <p:spPr bwMode="auto">
            <a:xfrm flipH="1" flipV="1">
              <a:off x="1351777" y="5026085"/>
              <a:ext cx="891615" cy="554598"/>
            </a:xfrm>
            <a:prstGeom prst="line">
              <a:avLst/>
            </a:prstGeom>
            <a:solidFill>
              <a:srgbClr val="00CC99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716" name="TextBox 715">
            <a:extLst>
              <a:ext uri="{FF2B5EF4-FFF2-40B4-BE49-F238E27FC236}">
                <a16:creationId xmlns:a16="http://schemas.microsoft.com/office/drawing/2014/main" id="{DC87C3CB-DAE1-4642-A18C-C358079613E1}"/>
              </a:ext>
            </a:extLst>
          </p:cNvPr>
          <p:cNvSpPr txBox="1"/>
          <p:nvPr/>
        </p:nvSpPr>
        <p:spPr>
          <a:xfrm>
            <a:off x="8661128" y="1214433"/>
            <a:ext cx="3326279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3363" indent="-2333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 i="1" dirty="0">
                <a:solidFill>
                  <a:srgbClr val="000090"/>
                </a:solidFill>
                <a:latin typeface="Arial" charset="0"/>
                <a:ea typeface="ＭＳ Ｐゴシック" charset="0"/>
              </a:rPr>
              <a:t>3</a:t>
            </a:r>
            <a:r>
              <a:rPr lang="en-US" sz="2400" b="1" i="1" dirty="0">
                <a:solidFill>
                  <a:srgbClr val="000090"/>
                </a:solidFill>
                <a:ea typeface="ＭＳ Ｐゴシック" charset="0"/>
              </a:rPr>
              <a:t>. </a:t>
            </a:r>
            <a:r>
              <a:rPr lang="en-US" sz="2400" i="1" dirty="0">
                <a:solidFill>
                  <a:srgbClr val="000000"/>
                </a:solidFill>
                <a:ea typeface="ＭＳ Ｐゴシック" charset="0"/>
              </a:rPr>
              <a:t>control plane functions external to data-plane switches</a:t>
            </a:r>
            <a:endParaRPr lang="en-US" i="1" dirty="0">
              <a:solidFill>
                <a:srgbClr val="000000"/>
              </a:solidFill>
              <a:ea typeface="ＭＳ Ｐゴシック" charset="0"/>
            </a:endParaRPr>
          </a:p>
        </p:txBody>
      </p:sp>
      <p:cxnSp>
        <p:nvCxnSpPr>
          <p:cNvPr id="717" name="Straight Connector 716">
            <a:extLst>
              <a:ext uri="{FF2B5EF4-FFF2-40B4-BE49-F238E27FC236}">
                <a16:creationId xmlns:a16="http://schemas.microsoft.com/office/drawing/2014/main" id="{A4E79431-B0A1-424A-994E-6C3A3C35D682}"/>
              </a:ext>
            </a:extLst>
          </p:cNvPr>
          <p:cNvCxnSpPr/>
          <p:nvPr/>
        </p:nvCxnSpPr>
        <p:spPr bwMode="auto">
          <a:xfrm flipV="1">
            <a:off x="8275367" y="1593599"/>
            <a:ext cx="618473" cy="645305"/>
          </a:xfrm>
          <a:prstGeom prst="line">
            <a:avLst/>
          </a:prstGeom>
          <a:solidFill>
            <a:srgbClr val="00CC99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18" name="Oval 717">
            <a:extLst>
              <a:ext uri="{FF2B5EF4-FFF2-40B4-BE49-F238E27FC236}">
                <a16:creationId xmlns:a16="http://schemas.microsoft.com/office/drawing/2014/main" id="{D081AC31-01FF-274A-A3CC-61340B69FEDE}"/>
              </a:ext>
            </a:extLst>
          </p:cNvPr>
          <p:cNvSpPr/>
          <p:nvPr/>
        </p:nvSpPr>
        <p:spPr bwMode="auto">
          <a:xfrm>
            <a:off x="3619093" y="1435386"/>
            <a:ext cx="725674" cy="342648"/>
          </a:xfrm>
          <a:prstGeom prst="ellipse">
            <a:avLst/>
          </a:prstGeom>
          <a:solidFill>
            <a:schemeClr val="accent6">
              <a:lumMod val="20000"/>
              <a:lumOff val="80000"/>
              <a:alpha val="70000"/>
            </a:schemeClr>
          </a:solidFill>
          <a:ln w="9525" cap="flat" cmpd="sng" algn="ctr">
            <a:solidFill>
              <a:srgbClr val="008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719" name="Oval 718">
            <a:extLst>
              <a:ext uri="{FF2B5EF4-FFF2-40B4-BE49-F238E27FC236}">
                <a16:creationId xmlns:a16="http://schemas.microsoft.com/office/drawing/2014/main" id="{51428A79-BB50-854B-9121-C9E4D1876557}"/>
              </a:ext>
            </a:extLst>
          </p:cNvPr>
          <p:cNvSpPr/>
          <p:nvPr/>
        </p:nvSpPr>
        <p:spPr bwMode="auto">
          <a:xfrm>
            <a:off x="4618114" y="1426539"/>
            <a:ext cx="725674" cy="342648"/>
          </a:xfrm>
          <a:prstGeom prst="ellipse">
            <a:avLst/>
          </a:prstGeom>
          <a:solidFill>
            <a:schemeClr val="accent6">
              <a:lumMod val="20000"/>
              <a:lumOff val="80000"/>
              <a:alpha val="70000"/>
            </a:schemeClr>
          </a:solidFill>
          <a:ln w="9525" cap="flat" cmpd="sng" algn="ctr">
            <a:solidFill>
              <a:srgbClr val="008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720" name="Oval 719">
            <a:extLst>
              <a:ext uri="{FF2B5EF4-FFF2-40B4-BE49-F238E27FC236}">
                <a16:creationId xmlns:a16="http://schemas.microsoft.com/office/drawing/2014/main" id="{DC70C71B-F844-7F49-AB26-0B4E22A896D0}"/>
              </a:ext>
            </a:extLst>
          </p:cNvPr>
          <p:cNvSpPr/>
          <p:nvPr/>
        </p:nvSpPr>
        <p:spPr bwMode="auto">
          <a:xfrm>
            <a:off x="7431318" y="1417694"/>
            <a:ext cx="725674" cy="342648"/>
          </a:xfrm>
          <a:prstGeom prst="ellipse">
            <a:avLst/>
          </a:prstGeom>
          <a:solidFill>
            <a:schemeClr val="accent6">
              <a:lumMod val="20000"/>
              <a:lumOff val="80000"/>
              <a:alpha val="70000"/>
            </a:schemeClr>
          </a:solidFill>
          <a:ln w="9525" cap="flat" cmpd="sng" algn="ctr">
            <a:solidFill>
              <a:srgbClr val="008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721" name="TextBox 720">
            <a:extLst>
              <a:ext uri="{FF2B5EF4-FFF2-40B4-BE49-F238E27FC236}">
                <a16:creationId xmlns:a16="http://schemas.microsoft.com/office/drawing/2014/main" id="{1064F1A9-6515-434B-A35C-622C7DCD2543}"/>
              </a:ext>
            </a:extLst>
          </p:cNvPr>
          <p:cNvSpPr txBox="1"/>
          <p:nvPr/>
        </p:nvSpPr>
        <p:spPr>
          <a:xfrm>
            <a:off x="6236542" y="1190791"/>
            <a:ext cx="5950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008000"/>
                </a:solidFill>
                <a:latin typeface="Arial" charset="0"/>
                <a:ea typeface="ＭＳ Ｐゴシック" charset="0"/>
              </a:rPr>
              <a:t>…</a:t>
            </a:r>
          </a:p>
        </p:txBody>
      </p:sp>
      <p:cxnSp>
        <p:nvCxnSpPr>
          <p:cNvPr id="725" name="Straight Connector 724">
            <a:extLst>
              <a:ext uri="{FF2B5EF4-FFF2-40B4-BE49-F238E27FC236}">
                <a16:creationId xmlns:a16="http://schemas.microsoft.com/office/drawing/2014/main" id="{E5214BD8-C000-224E-8C7D-B3610D784CAA}"/>
              </a:ext>
            </a:extLst>
          </p:cNvPr>
          <p:cNvCxnSpPr/>
          <p:nvPr/>
        </p:nvCxnSpPr>
        <p:spPr bwMode="auto">
          <a:xfrm flipV="1">
            <a:off x="8228340" y="1594833"/>
            <a:ext cx="663883" cy="1006"/>
          </a:xfrm>
          <a:prstGeom prst="line">
            <a:avLst/>
          </a:prstGeom>
          <a:solidFill>
            <a:srgbClr val="00CC99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26" name="TextBox 725">
            <a:extLst>
              <a:ext uri="{FF2B5EF4-FFF2-40B4-BE49-F238E27FC236}">
                <a16:creationId xmlns:a16="http://schemas.microsoft.com/office/drawing/2014/main" id="{DC680172-6486-D24B-A48C-E405688C7041}"/>
              </a:ext>
            </a:extLst>
          </p:cNvPr>
          <p:cNvSpPr txBox="1"/>
          <p:nvPr/>
        </p:nvSpPr>
        <p:spPr>
          <a:xfrm>
            <a:off x="3617055" y="1431666"/>
            <a:ext cx="7336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routing</a:t>
            </a:r>
          </a:p>
        </p:txBody>
      </p:sp>
      <p:sp>
        <p:nvSpPr>
          <p:cNvPr id="727" name="TextBox 726">
            <a:extLst>
              <a:ext uri="{FF2B5EF4-FFF2-40B4-BE49-F238E27FC236}">
                <a16:creationId xmlns:a16="http://schemas.microsoft.com/office/drawing/2014/main" id="{5B694A56-9AC5-0343-9AF5-205254784FFA}"/>
              </a:ext>
            </a:extLst>
          </p:cNvPr>
          <p:cNvSpPr txBox="1"/>
          <p:nvPr/>
        </p:nvSpPr>
        <p:spPr>
          <a:xfrm>
            <a:off x="4644492" y="1393402"/>
            <a:ext cx="809667" cy="410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access control</a:t>
            </a:r>
          </a:p>
        </p:txBody>
      </p:sp>
      <p:sp>
        <p:nvSpPr>
          <p:cNvPr id="728" name="TextBox 727">
            <a:extLst>
              <a:ext uri="{FF2B5EF4-FFF2-40B4-BE49-F238E27FC236}">
                <a16:creationId xmlns:a16="http://schemas.microsoft.com/office/drawing/2014/main" id="{70629D76-356C-EB41-BD3B-0E20EADC644F}"/>
              </a:ext>
            </a:extLst>
          </p:cNvPr>
          <p:cNvSpPr txBox="1"/>
          <p:nvPr/>
        </p:nvSpPr>
        <p:spPr>
          <a:xfrm>
            <a:off x="7403572" y="1382879"/>
            <a:ext cx="809667" cy="410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load</a:t>
            </a:r>
          </a:p>
          <a:p>
            <a:pPr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balance</a:t>
            </a:r>
          </a:p>
        </p:txBody>
      </p:sp>
      <p:grpSp>
        <p:nvGrpSpPr>
          <p:cNvPr id="734" name="Group 733">
            <a:extLst>
              <a:ext uri="{FF2B5EF4-FFF2-40B4-BE49-F238E27FC236}">
                <a16:creationId xmlns:a16="http://schemas.microsoft.com/office/drawing/2014/main" id="{B6C23F3B-5DA9-E34E-AED7-02585AE8706E}"/>
              </a:ext>
            </a:extLst>
          </p:cNvPr>
          <p:cNvGrpSpPr/>
          <p:nvPr/>
        </p:nvGrpSpPr>
        <p:grpSpPr>
          <a:xfrm>
            <a:off x="363256" y="1413523"/>
            <a:ext cx="3169084" cy="1089529"/>
            <a:chOff x="363256" y="1413523"/>
            <a:chExt cx="3169084" cy="1089529"/>
          </a:xfrm>
        </p:grpSpPr>
        <p:sp>
          <p:nvSpPr>
            <p:cNvPr id="723" name="TextBox 722">
              <a:extLst>
                <a:ext uri="{FF2B5EF4-FFF2-40B4-BE49-F238E27FC236}">
                  <a16:creationId xmlns:a16="http://schemas.microsoft.com/office/drawing/2014/main" id="{34380553-0FC8-9443-B65A-13A8F1715FC7}"/>
                </a:ext>
              </a:extLst>
            </p:cNvPr>
            <p:cNvSpPr txBox="1"/>
            <p:nvPr/>
          </p:nvSpPr>
          <p:spPr>
            <a:xfrm>
              <a:off x="363256" y="1413523"/>
              <a:ext cx="2748319" cy="1089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33363" marR="0" lvl="0" indent="-233363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90"/>
                  </a:solidFill>
                  <a:effectLst/>
                  <a:uLnTx/>
                  <a:uFillTx/>
                  <a:ea typeface="ＭＳ Ｐゴシック" charset="0"/>
                </a:rPr>
                <a:t>4. 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rPr>
                <a:t>programmable control applications</a:t>
              </a:r>
            </a:p>
          </p:txBody>
        </p:sp>
        <p:cxnSp>
          <p:nvCxnSpPr>
            <p:cNvPr id="732" name="Straight Connector 731">
              <a:extLst>
                <a:ext uri="{FF2B5EF4-FFF2-40B4-BE49-F238E27FC236}">
                  <a16:creationId xmlns:a16="http://schemas.microsoft.com/office/drawing/2014/main" id="{EC9B11A7-2B7B-8347-9A8A-72D9FF978B22}"/>
                </a:ext>
              </a:extLst>
            </p:cNvPr>
            <p:cNvCxnSpPr>
              <a:cxnSpLocks/>
            </p:cNvCxnSpPr>
            <p:nvPr/>
          </p:nvCxnSpPr>
          <p:spPr>
            <a:xfrm>
              <a:off x="2655518" y="1615858"/>
              <a:ext cx="87682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99451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CD85E7-B9DB-9043-B7EC-8C0919E8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4139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/>
              <a:t>Software defined networking (SDN)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71119-17C6-6045-B8FE-FECA68C80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850" name="Content Placeholder 6">
            <a:extLst>
              <a:ext uri="{FF2B5EF4-FFF2-40B4-BE49-F238E27FC236}">
                <a16:creationId xmlns:a16="http://schemas.microsoft.com/office/drawing/2014/main" id="{BCBBA01E-E6B7-6244-BCD8-8FA9A6E5AB79}"/>
              </a:ext>
            </a:extLst>
          </p:cNvPr>
          <p:cNvSpPr txBox="1">
            <a:spLocks/>
          </p:cNvSpPr>
          <p:nvPr/>
        </p:nvSpPr>
        <p:spPr bwMode="auto">
          <a:xfrm>
            <a:off x="826718" y="1581355"/>
            <a:ext cx="5767982" cy="5096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None/>
              <a:tabLst/>
              <a:defRPr/>
            </a:pPr>
            <a:r>
              <a:rPr kumimoji="0" lang="en-US" sz="3200" b="0" u="none" strike="noStrike" kern="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ea typeface="ＭＳ Ｐゴシック" charset="0"/>
              </a:rPr>
              <a:t>Data-plane switches:</a:t>
            </a:r>
          </a:p>
          <a:p>
            <a:pPr marL="342900" marR="0" lvl="0" indent="-342900" algn="l" defTabSz="914400" rtl="0" eaLnBrk="0" fontAlgn="base" latinLnBrk="0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fast, simple, commodity switches implementing generalized data-plane forwarding (Section 4.4) in hardware</a:t>
            </a:r>
          </a:p>
          <a:p>
            <a:pPr marL="342900" marR="0" lvl="0" indent="-342900" algn="l" defTabSz="914400" rtl="0" eaLnBrk="0" fontAlgn="base" latinLnBrk="0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flow (forwarding)</a:t>
            </a:r>
            <a:r>
              <a:rPr kumimoji="0" lang="en-US" sz="26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 </a:t>
            </a: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table computed, installed under controller supervision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API for table-based switch control (e.g., OpenFlow)</a:t>
            </a:r>
          </a:p>
          <a:p>
            <a:pPr marL="635000" marR="0" lvl="1" indent="-234950" algn="l" defTabSz="914400" rtl="0" eaLnBrk="0" fontAlgn="base" latinLnBrk="0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/>
              <a:buChar char="•"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defines what is controllable,</a:t>
            </a:r>
            <a:r>
              <a:rPr kumimoji="0" lang="en-US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what is not</a:t>
            </a:r>
          </a:p>
          <a:p>
            <a:pPr marL="342900" marR="0" lvl="0" indent="-342900" algn="l" defTabSz="914400" rtl="0" eaLnBrk="0" fontAlgn="base" latinLnBrk="0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protocol for communicating with controller (e.g., OpenFlow)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ＭＳ Ｐゴシック" charset="0"/>
            </a:endParaRPr>
          </a:p>
        </p:txBody>
      </p:sp>
      <p:grpSp>
        <p:nvGrpSpPr>
          <p:cNvPr id="851" name="Group 850">
            <a:extLst>
              <a:ext uri="{FF2B5EF4-FFF2-40B4-BE49-F238E27FC236}">
                <a16:creationId xmlns:a16="http://schemas.microsoft.com/office/drawing/2014/main" id="{CE55C0D3-06CC-DF41-88F6-A273370E03E8}"/>
              </a:ext>
            </a:extLst>
          </p:cNvPr>
          <p:cNvGrpSpPr/>
          <p:nvPr/>
        </p:nvGrpSpPr>
        <p:grpSpPr>
          <a:xfrm>
            <a:off x="6806501" y="1476134"/>
            <a:ext cx="3846765" cy="5169840"/>
            <a:chOff x="4990227" y="910464"/>
            <a:chExt cx="3846765" cy="5169840"/>
          </a:xfrm>
        </p:grpSpPr>
        <p:sp>
          <p:nvSpPr>
            <p:cNvPr id="852" name="TextBox 399">
              <a:extLst>
                <a:ext uri="{FF2B5EF4-FFF2-40B4-BE49-F238E27FC236}">
                  <a16:creationId xmlns:a16="http://schemas.microsoft.com/office/drawing/2014/main" id="{5EA34F1E-D60F-4E46-99D4-53221197BE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18490" y="4936685"/>
              <a:ext cx="286930" cy="471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data</a:t>
              </a:r>
            </a:p>
            <a:p>
              <a:pPr marL="0" marR="0" lvl="0" indent="0" algn="ctr" defTabSz="91440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plane</a:t>
              </a:r>
            </a:p>
          </p:txBody>
        </p:sp>
        <p:sp>
          <p:nvSpPr>
            <p:cNvPr id="853" name="TextBox 400">
              <a:extLst>
                <a:ext uri="{FF2B5EF4-FFF2-40B4-BE49-F238E27FC236}">
                  <a16:creationId xmlns:a16="http://schemas.microsoft.com/office/drawing/2014/main" id="{DE759E4F-F356-5946-9CC4-A4E5C9A1D6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94972" y="2474327"/>
              <a:ext cx="342020" cy="471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control</a:t>
              </a:r>
            </a:p>
            <a:p>
              <a:pPr marL="0" marR="0" lvl="0" indent="0" algn="ctr" defTabSz="91440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plane</a:t>
              </a:r>
            </a:p>
          </p:txBody>
        </p:sp>
        <p:cxnSp>
          <p:nvCxnSpPr>
            <p:cNvPr id="854" name="Straight Connector 853">
              <a:extLst>
                <a:ext uri="{FF2B5EF4-FFF2-40B4-BE49-F238E27FC236}">
                  <a16:creationId xmlns:a16="http://schemas.microsoft.com/office/drawing/2014/main" id="{1A2102D6-7949-1844-8DED-B73B0057D3CF}"/>
                </a:ext>
              </a:extLst>
            </p:cNvPr>
            <p:cNvCxnSpPr/>
            <p:nvPr/>
          </p:nvCxnSpPr>
          <p:spPr bwMode="auto">
            <a:xfrm flipV="1">
              <a:off x="5272718" y="4529666"/>
              <a:ext cx="2791783" cy="14329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dash"/>
            </a:ln>
            <a:effectLst/>
          </p:spPr>
        </p:cxnSp>
        <p:cxnSp>
          <p:nvCxnSpPr>
            <p:cNvPr id="855" name="Straight Connector 854">
              <a:extLst>
                <a:ext uri="{FF2B5EF4-FFF2-40B4-BE49-F238E27FC236}">
                  <a16:creationId xmlns:a16="http://schemas.microsoft.com/office/drawing/2014/main" id="{41F5119B-91DF-204A-A96B-FEEB6C0969E0}"/>
                </a:ext>
              </a:extLst>
            </p:cNvPr>
            <p:cNvCxnSpPr/>
            <p:nvPr/>
          </p:nvCxnSpPr>
          <p:spPr bwMode="auto">
            <a:xfrm flipV="1">
              <a:off x="5192283" y="2709335"/>
              <a:ext cx="3041550" cy="18563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dash"/>
            </a:ln>
            <a:effectLst/>
          </p:spPr>
        </p:cxnSp>
        <p:grpSp>
          <p:nvGrpSpPr>
            <p:cNvPr id="856" name="Group 855">
              <a:extLst>
                <a:ext uri="{FF2B5EF4-FFF2-40B4-BE49-F238E27FC236}">
                  <a16:creationId xmlns:a16="http://schemas.microsoft.com/office/drawing/2014/main" id="{4A072938-7333-B54B-8E85-AA4AB0118ED1}"/>
                </a:ext>
              </a:extLst>
            </p:cNvPr>
            <p:cNvGrpSpPr/>
            <p:nvPr/>
          </p:nvGrpSpPr>
          <p:grpSpPr>
            <a:xfrm>
              <a:off x="5164667" y="4826000"/>
              <a:ext cx="2979208" cy="973667"/>
              <a:chOff x="2592388" y="5601756"/>
              <a:chExt cx="4027487" cy="939800"/>
            </a:xfrm>
          </p:grpSpPr>
          <p:sp>
            <p:nvSpPr>
              <p:cNvPr id="912" name="Freeform 2">
                <a:extLst>
                  <a:ext uri="{FF2B5EF4-FFF2-40B4-BE49-F238E27FC236}">
                    <a16:creationId xmlns:a16="http://schemas.microsoft.com/office/drawing/2014/main" id="{71DEC372-158B-D843-AAA9-444950279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2388" y="5601756"/>
                <a:ext cx="4027487" cy="939800"/>
              </a:xfrm>
              <a:custGeom>
                <a:avLst/>
                <a:gdLst>
                  <a:gd name="T0" fmla="*/ 648763 w 10001"/>
                  <a:gd name="T1" fmla="*/ 34777612 h 10125"/>
                  <a:gd name="T2" fmla="*/ 115976403 w 10001"/>
                  <a:gd name="T3" fmla="*/ 13733703 h 10125"/>
                  <a:gd name="T4" fmla="*/ 507700960 w 10001"/>
                  <a:gd name="T5" fmla="*/ 8662125 h 10125"/>
                  <a:gd name="T6" fmla="*/ 810212713 w 10001"/>
                  <a:gd name="T7" fmla="*/ 0 h 10125"/>
                  <a:gd name="T8" fmla="*/ 1090015738 w 10001"/>
                  <a:gd name="T9" fmla="*/ 8687929 h 10125"/>
                  <a:gd name="T10" fmla="*/ 1310938763 w 10001"/>
                  <a:gd name="T11" fmla="*/ 4279362 h 10125"/>
                  <a:gd name="T12" fmla="*/ 1620263134 w 10001"/>
                  <a:gd name="T13" fmla="*/ 25736690 h 10125"/>
                  <a:gd name="T14" fmla="*/ 1394798364 w 10001"/>
                  <a:gd name="T15" fmla="*/ 58525268 h 10125"/>
                  <a:gd name="T16" fmla="*/ 1134622140 w 10001"/>
                  <a:gd name="T17" fmla="*/ 80266624 h 10125"/>
                  <a:gd name="T18" fmla="*/ 860820276 w 10001"/>
                  <a:gd name="T19" fmla="*/ 76142271 h 10125"/>
                  <a:gd name="T20" fmla="*/ 708996782 w 10001"/>
                  <a:gd name="T21" fmla="*/ 85346835 h 10125"/>
                  <a:gd name="T22" fmla="*/ 509322667 w 10001"/>
                  <a:gd name="T23" fmla="*/ 86268164 h 10125"/>
                  <a:gd name="T24" fmla="*/ 353443899 w 10001"/>
                  <a:gd name="T25" fmla="*/ 67979516 h 10125"/>
                  <a:gd name="T26" fmla="*/ 192536914 w 10001"/>
                  <a:gd name="T27" fmla="*/ 64535347 h 10125"/>
                  <a:gd name="T28" fmla="*/ 648763 w 10001"/>
                  <a:gd name="T29" fmla="*/ 34777612 h 101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0001" h="10125">
                    <a:moveTo>
                      <a:pt x="4" y="4039"/>
                    </a:moveTo>
                    <a:cubicBezTo>
                      <a:pt x="-29" y="2271"/>
                      <a:pt x="194" y="2100"/>
                      <a:pt x="715" y="1595"/>
                    </a:cubicBezTo>
                    <a:cubicBezTo>
                      <a:pt x="1236" y="1089"/>
                      <a:pt x="2417" y="1272"/>
                      <a:pt x="3130" y="1006"/>
                    </a:cubicBezTo>
                    <a:cubicBezTo>
                      <a:pt x="3843" y="740"/>
                      <a:pt x="4397" y="0"/>
                      <a:pt x="4995" y="0"/>
                    </a:cubicBezTo>
                    <a:cubicBezTo>
                      <a:pt x="5593" y="1"/>
                      <a:pt x="6206" y="926"/>
                      <a:pt x="6720" y="1009"/>
                    </a:cubicBezTo>
                    <a:cubicBezTo>
                      <a:pt x="7234" y="1092"/>
                      <a:pt x="7536" y="241"/>
                      <a:pt x="8082" y="497"/>
                    </a:cubicBezTo>
                    <a:cubicBezTo>
                      <a:pt x="8628" y="756"/>
                      <a:pt x="9854" y="442"/>
                      <a:pt x="9989" y="2989"/>
                    </a:cubicBezTo>
                    <a:cubicBezTo>
                      <a:pt x="10124" y="5536"/>
                      <a:pt x="9098" y="5742"/>
                      <a:pt x="8599" y="6797"/>
                    </a:cubicBezTo>
                    <a:cubicBezTo>
                      <a:pt x="8100" y="7852"/>
                      <a:pt x="7544" y="8981"/>
                      <a:pt x="6995" y="9322"/>
                    </a:cubicBezTo>
                    <a:cubicBezTo>
                      <a:pt x="6446" y="9663"/>
                      <a:pt x="5793" y="8957"/>
                      <a:pt x="5307" y="8843"/>
                    </a:cubicBezTo>
                    <a:cubicBezTo>
                      <a:pt x="4819" y="8726"/>
                      <a:pt x="4628" y="10048"/>
                      <a:pt x="4371" y="9912"/>
                    </a:cubicBezTo>
                    <a:cubicBezTo>
                      <a:pt x="4114" y="9775"/>
                      <a:pt x="3505" y="10355"/>
                      <a:pt x="3140" y="10019"/>
                    </a:cubicBezTo>
                    <a:cubicBezTo>
                      <a:pt x="2774" y="9683"/>
                      <a:pt x="2820" y="8138"/>
                      <a:pt x="2179" y="7895"/>
                    </a:cubicBezTo>
                    <a:cubicBezTo>
                      <a:pt x="1586" y="6800"/>
                      <a:pt x="1549" y="8137"/>
                      <a:pt x="1187" y="7495"/>
                    </a:cubicBezTo>
                    <a:cubicBezTo>
                      <a:pt x="825" y="6852"/>
                      <a:pt x="-7" y="6157"/>
                      <a:pt x="4" y="4039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cxnSp>
            <p:nvCxnSpPr>
              <p:cNvPr id="913" name="Straight Connector 912">
                <a:extLst>
                  <a:ext uri="{FF2B5EF4-FFF2-40B4-BE49-F238E27FC236}">
                    <a16:creationId xmlns:a16="http://schemas.microsoft.com/office/drawing/2014/main" id="{B0A5E970-BE5B-924E-8E27-2F517326B70B}"/>
                  </a:ext>
                </a:extLst>
              </p:cNvPr>
              <p:cNvCxnSpPr/>
              <p:nvPr/>
            </p:nvCxnSpPr>
            <p:spPr>
              <a:xfrm flipV="1">
                <a:off x="3262941" y="5752569"/>
                <a:ext cx="1316038" cy="131762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914" name="Straight Connector 913">
                <a:extLst>
                  <a:ext uri="{FF2B5EF4-FFF2-40B4-BE49-F238E27FC236}">
                    <a16:creationId xmlns:a16="http://schemas.microsoft.com/office/drawing/2014/main" id="{4BCA3B8C-279D-E840-87D5-1E0642D09387}"/>
                  </a:ext>
                </a:extLst>
              </p:cNvPr>
              <p:cNvCxnSpPr/>
              <p:nvPr/>
            </p:nvCxnSpPr>
            <p:spPr>
              <a:xfrm>
                <a:off x="3151816" y="5939894"/>
                <a:ext cx="2259013" cy="298450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915" name="Straight Connector 914">
                <a:extLst>
                  <a:ext uri="{FF2B5EF4-FFF2-40B4-BE49-F238E27FC236}">
                    <a16:creationId xmlns:a16="http://schemas.microsoft.com/office/drawing/2014/main" id="{CD10DAC3-DC6D-E045-A194-1C410416865B}"/>
                  </a:ext>
                </a:extLst>
              </p:cNvPr>
              <p:cNvCxnSpPr/>
              <p:nvPr/>
            </p:nvCxnSpPr>
            <p:spPr>
              <a:xfrm>
                <a:off x="3164516" y="6044669"/>
                <a:ext cx="714375" cy="276225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916" name="Straight Connector 915">
                <a:extLst>
                  <a:ext uri="{FF2B5EF4-FFF2-40B4-BE49-F238E27FC236}">
                    <a16:creationId xmlns:a16="http://schemas.microsoft.com/office/drawing/2014/main" id="{E2A8FB26-91FF-3E4C-8347-A2AE524A00A4}"/>
                  </a:ext>
                </a:extLst>
              </p:cNvPr>
              <p:cNvCxnSpPr/>
              <p:nvPr/>
            </p:nvCxnSpPr>
            <p:spPr>
              <a:xfrm flipV="1">
                <a:off x="4182104" y="6238344"/>
                <a:ext cx="1247775" cy="82550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917" name="Straight Connector 916">
                <a:extLst>
                  <a:ext uri="{FF2B5EF4-FFF2-40B4-BE49-F238E27FC236}">
                    <a16:creationId xmlns:a16="http://schemas.microsoft.com/office/drawing/2014/main" id="{FC84CD0A-6A0B-954A-A0C2-9433ED84E08F}"/>
                  </a:ext>
                </a:extLst>
              </p:cNvPr>
              <p:cNvCxnSpPr/>
              <p:nvPr/>
            </p:nvCxnSpPr>
            <p:spPr>
              <a:xfrm>
                <a:off x="4842504" y="5785906"/>
                <a:ext cx="1057275" cy="123825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918" name="Straight Connector 917">
                <a:extLst>
                  <a:ext uri="{FF2B5EF4-FFF2-40B4-BE49-F238E27FC236}">
                    <a16:creationId xmlns:a16="http://schemas.microsoft.com/office/drawing/2014/main" id="{F20F73DF-CC1A-414D-AA37-5C7FA5314FCC}"/>
                  </a:ext>
                </a:extLst>
              </p:cNvPr>
              <p:cNvCxnSpPr/>
              <p:nvPr/>
            </p:nvCxnSpPr>
            <p:spPr>
              <a:xfrm flipV="1">
                <a:off x="4126541" y="5939894"/>
                <a:ext cx="1790700" cy="298450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919" name="Straight Connector 918">
                <a:extLst>
                  <a:ext uri="{FF2B5EF4-FFF2-40B4-BE49-F238E27FC236}">
                    <a16:creationId xmlns:a16="http://schemas.microsoft.com/office/drawing/2014/main" id="{AC31F3CF-B52D-E042-B7DB-4F44E715F9A8}"/>
                  </a:ext>
                </a:extLst>
              </p:cNvPr>
              <p:cNvCxnSpPr/>
              <p:nvPr/>
            </p:nvCxnSpPr>
            <p:spPr>
              <a:xfrm flipV="1">
                <a:off x="5453691" y="5968469"/>
                <a:ext cx="588963" cy="269875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920" name="Straight Connector 919">
                <a:extLst>
                  <a:ext uri="{FF2B5EF4-FFF2-40B4-BE49-F238E27FC236}">
                    <a16:creationId xmlns:a16="http://schemas.microsoft.com/office/drawing/2014/main" id="{48C7DC80-D2A7-B248-9A8F-1B651F5CEB39}"/>
                  </a:ext>
                </a:extLst>
              </p:cNvPr>
              <p:cNvCxnSpPr/>
              <p:nvPr/>
            </p:nvCxnSpPr>
            <p:spPr>
              <a:xfrm>
                <a:off x="4596441" y="5752569"/>
                <a:ext cx="814388" cy="401637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grpSp>
            <p:nvGrpSpPr>
              <p:cNvPr id="921" name="Group 347">
                <a:extLst>
                  <a:ext uri="{FF2B5EF4-FFF2-40B4-BE49-F238E27FC236}">
                    <a16:creationId xmlns:a16="http://schemas.microsoft.com/office/drawing/2014/main" id="{A2DC2A2D-4327-FB49-8F37-6B6A7EBE1D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856401" y="5796097"/>
                <a:ext cx="588970" cy="242608"/>
                <a:chOff x="1871277" y="1576300"/>
                <a:chExt cx="1128371" cy="437861"/>
              </a:xfrm>
            </p:grpSpPr>
            <p:sp>
              <p:nvSpPr>
                <p:cNvPr id="962" name="Oval 961">
                  <a:extLst>
                    <a:ext uri="{FF2B5EF4-FFF2-40B4-BE49-F238E27FC236}">
                      <a16:creationId xmlns:a16="http://schemas.microsoft.com/office/drawing/2014/main" id="{9B6F5CD8-4D1E-1A4F-9507-95200A73998A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3" name="Rectangle 962">
                  <a:extLst>
                    <a:ext uri="{FF2B5EF4-FFF2-40B4-BE49-F238E27FC236}">
                      <a16:creationId xmlns:a16="http://schemas.microsoft.com/office/drawing/2014/main" id="{C28B8F5B-8431-1A46-AAE4-9B0ED530F25B}"/>
                    </a:ext>
                  </a:extLst>
                </p:cNvPr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4" name="Oval 963">
                  <a:extLst>
                    <a:ext uri="{FF2B5EF4-FFF2-40B4-BE49-F238E27FC236}">
                      <a16:creationId xmlns:a16="http://schemas.microsoft.com/office/drawing/2014/main" id="{F1F79620-841F-DD4E-87FC-51E7153EC005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5" name="Freeform 964">
                  <a:extLst>
                    <a:ext uri="{FF2B5EF4-FFF2-40B4-BE49-F238E27FC236}">
                      <a16:creationId xmlns:a16="http://schemas.microsoft.com/office/drawing/2014/main" id="{E98A7BEC-9D56-6B49-8125-0F5CDE1FC0B8}"/>
                    </a:ext>
                  </a:extLst>
                </p:cNvPr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6" name="Freeform 965">
                  <a:extLst>
                    <a:ext uri="{FF2B5EF4-FFF2-40B4-BE49-F238E27FC236}">
                      <a16:creationId xmlns:a16="http://schemas.microsoft.com/office/drawing/2014/main" id="{6905DB74-EB71-3644-AC3F-2EDDA70861AB}"/>
                    </a:ext>
                  </a:extLst>
                </p:cNvPr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7" name="Freeform 966">
                  <a:extLst>
                    <a:ext uri="{FF2B5EF4-FFF2-40B4-BE49-F238E27FC236}">
                      <a16:creationId xmlns:a16="http://schemas.microsoft.com/office/drawing/2014/main" id="{62D3DDB5-3EA7-214C-8C31-BA38971C9A74}"/>
                    </a:ext>
                  </a:extLst>
                </p:cNvPr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8" name="Freeform 967">
                  <a:extLst>
                    <a:ext uri="{FF2B5EF4-FFF2-40B4-BE49-F238E27FC236}">
                      <a16:creationId xmlns:a16="http://schemas.microsoft.com/office/drawing/2014/main" id="{B71B4E2A-E351-6C49-9DFD-6BB4843D451F}"/>
                    </a:ext>
                  </a:extLst>
                </p:cNvPr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69" name="Straight Connector 968">
                  <a:extLst>
                    <a:ext uri="{FF2B5EF4-FFF2-40B4-BE49-F238E27FC236}">
                      <a16:creationId xmlns:a16="http://schemas.microsoft.com/office/drawing/2014/main" id="{7146C111-B5B3-8141-95C1-2CADFE9B32BF}"/>
                    </a:ext>
                  </a:extLst>
                </p:cNvPr>
                <p:cNvCxnSpPr>
                  <a:endCxn id="964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970" name="Straight Connector 969">
                  <a:extLst>
                    <a:ext uri="{FF2B5EF4-FFF2-40B4-BE49-F238E27FC236}">
                      <a16:creationId xmlns:a16="http://schemas.microsoft.com/office/drawing/2014/main" id="{DFA6A355-A08F-F241-92FA-D0E6992CE4F5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922" name="Group 347">
                <a:extLst>
                  <a:ext uri="{FF2B5EF4-FFF2-40B4-BE49-F238E27FC236}">
                    <a16:creationId xmlns:a16="http://schemas.microsoft.com/office/drawing/2014/main" id="{46EDC75E-59E6-4645-85A7-E2C58E5451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75328" y="5654000"/>
                <a:ext cx="588970" cy="242608"/>
                <a:chOff x="1871277" y="1576300"/>
                <a:chExt cx="1128371" cy="437861"/>
              </a:xfrm>
            </p:grpSpPr>
            <p:sp>
              <p:nvSpPr>
                <p:cNvPr id="953" name="Oval 952">
                  <a:extLst>
                    <a:ext uri="{FF2B5EF4-FFF2-40B4-BE49-F238E27FC236}">
                      <a16:creationId xmlns:a16="http://schemas.microsoft.com/office/drawing/2014/main" id="{9DACA189-A149-9949-BCF3-95B569BB6477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4" name="Rectangle 953">
                  <a:extLst>
                    <a:ext uri="{FF2B5EF4-FFF2-40B4-BE49-F238E27FC236}">
                      <a16:creationId xmlns:a16="http://schemas.microsoft.com/office/drawing/2014/main" id="{08EC0937-ACA9-3840-8439-8223BB848980}"/>
                    </a:ext>
                  </a:extLst>
                </p:cNvPr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5" name="Oval 954">
                  <a:extLst>
                    <a:ext uri="{FF2B5EF4-FFF2-40B4-BE49-F238E27FC236}">
                      <a16:creationId xmlns:a16="http://schemas.microsoft.com/office/drawing/2014/main" id="{E17B98F5-9CEF-6F4F-BBA9-BB8DE0D91B36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6" name="Freeform 955">
                  <a:extLst>
                    <a:ext uri="{FF2B5EF4-FFF2-40B4-BE49-F238E27FC236}">
                      <a16:creationId xmlns:a16="http://schemas.microsoft.com/office/drawing/2014/main" id="{61234B09-DC44-7342-A70C-06AC8A581E23}"/>
                    </a:ext>
                  </a:extLst>
                </p:cNvPr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7" name="Freeform 956">
                  <a:extLst>
                    <a:ext uri="{FF2B5EF4-FFF2-40B4-BE49-F238E27FC236}">
                      <a16:creationId xmlns:a16="http://schemas.microsoft.com/office/drawing/2014/main" id="{03AF34FD-E240-F04C-9158-920D29213255}"/>
                    </a:ext>
                  </a:extLst>
                </p:cNvPr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8" name="Freeform 957">
                  <a:extLst>
                    <a:ext uri="{FF2B5EF4-FFF2-40B4-BE49-F238E27FC236}">
                      <a16:creationId xmlns:a16="http://schemas.microsoft.com/office/drawing/2014/main" id="{526E50F3-60FD-0E45-BC3A-3C6066FB7D8A}"/>
                    </a:ext>
                  </a:extLst>
                </p:cNvPr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9" name="Freeform 958">
                  <a:extLst>
                    <a:ext uri="{FF2B5EF4-FFF2-40B4-BE49-F238E27FC236}">
                      <a16:creationId xmlns:a16="http://schemas.microsoft.com/office/drawing/2014/main" id="{FEE1E3A7-C090-734C-9180-457004D9D039}"/>
                    </a:ext>
                  </a:extLst>
                </p:cNvPr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60" name="Straight Connector 959">
                  <a:extLst>
                    <a:ext uri="{FF2B5EF4-FFF2-40B4-BE49-F238E27FC236}">
                      <a16:creationId xmlns:a16="http://schemas.microsoft.com/office/drawing/2014/main" id="{99A3F99A-570C-8A42-9492-3585D770DA95}"/>
                    </a:ext>
                  </a:extLst>
                </p:cNvPr>
                <p:cNvCxnSpPr>
                  <a:endCxn id="955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961" name="Straight Connector 960">
                  <a:extLst>
                    <a:ext uri="{FF2B5EF4-FFF2-40B4-BE49-F238E27FC236}">
                      <a16:creationId xmlns:a16="http://schemas.microsoft.com/office/drawing/2014/main" id="{5F18512F-CA24-4444-95DF-016FA49178DB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923" name="Group 347">
                <a:extLst>
                  <a:ext uri="{FF2B5EF4-FFF2-40B4-BE49-F238E27FC236}">
                    <a16:creationId xmlns:a16="http://schemas.microsoft.com/office/drawing/2014/main" id="{4B02C431-99D3-6D48-8159-7B4877B83A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48241" y="5847813"/>
                <a:ext cx="588970" cy="242608"/>
                <a:chOff x="1871277" y="1576300"/>
                <a:chExt cx="1128371" cy="437861"/>
              </a:xfrm>
            </p:grpSpPr>
            <p:sp>
              <p:nvSpPr>
                <p:cNvPr id="944" name="Oval 943">
                  <a:extLst>
                    <a:ext uri="{FF2B5EF4-FFF2-40B4-BE49-F238E27FC236}">
                      <a16:creationId xmlns:a16="http://schemas.microsoft.com/office/drawing/2014/main" id="{0FF0DF6F-D87B-2346-B35F-0DD610115E22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5" name="Rectangle 944">
                  <a:extLst>
                    <a:ext uri="{FF2B5EF4-FFF2-40B4-BE49-F238E27FC236}">
                      <a16:creationId xmlns:a16="http://schemas.microsoft.com/office/drawing/2014/main" id="{0A88A3D0-6A43-9C4F-B2B8-C62A5B975479}"/>
                    </a:ext>
                  </a:extLst>
                </p:cNvPr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6" name="Oval 945">
                  <a:extLst>
                    <a:ext uri="{FF2B5EF4-FFF2-40B4-BE49-F238E27FC236}">
                      <a16:creationId xmlns:a16="http://schemas.microsoft.com/office/drawing/2014/main" id="{A97EE425-A6D3-754D-B745-A46539A9BCE9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7" name="Freeform 946">
                  <a:extLst>
                    <a:ext uri="{FF2B5EF4-FFF2-40B4-BE49-F238E27FC236}">
                      <a16:creationId xmlns:a16="http://schemas.microsoft.com/office/drawing/2014/main" id="{D4B205B1-4191-B84B-8CA4-DD171806AD2E}"/>
                    </a:ext>
                  </a:extLst>
                </p:cNvPr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8" name="Freeform 947">
                  <a:extLst>
                    <a:ext uri="{FF2B5EF4-FFF2-40B4-BE49-F238E27FC236}">
                      <a16:creationId xmlns:a16="http://schemas.microsoft.com/office/drawing/2014/main" id="{1BBBF1EF-3ED2-5848-B3F0-7F8463BE28C7}"/>
                    </a:ext>
                  </a:extLst>
                </p:cNvPr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9" name="Freeform 948">
                  <a:extLst>
                    <a:ext uri="{FF2B5EF4-FFF2-40B4-BE49-F238E27FC236}">
                      <a16:creationId xmlns:a16="http://schemas.microsoft.com/office/drawing/2014/main" id="{AE727D85-0B80-AB43-A858-E12A22DEF74E}"/>
                    </a:ext>
                  </a:extLst>
                </p:cNvPr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0" name="Freeform 949">
                  <a:extLst>
                    <a:ext uri="{FF2B5EF4-FFF2-40B4-BE49-F238E27FC236}">
                      <a16:creationId xmlns:a16="http://schemas.microsoft.com/office/drawing/2014/main" id="{E087DF11-E1FC-A24A-A90A-56EFAAF5ED33}"/>
                    </a:ext>
                  </a:extLst>
                </p:cNvPr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51" name="Straight Connector 950">
                  <a:extLst>
                    <a:ext uri="{FF2B5EF4-FFF2-40B4-BE49-F238E27FC236}">
                      <a16:creationId xmlns:a16="http://schemas.microsoft.com/office/drawing/2014/main" id="{63B2769E-5BF0-4C43-BDCD-E08BBCA40A60}"/>
                    </a:ext>
                  </a:extLst>
                </p:cNvPr>
                <p:cNvCxnSpPr>
                  <a:endCxn id="946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952" name="Straight Connector 951">
                  <a:extLst>
                    <a:ext uri="{FF2B5EF4-FFF2-40B4-BE49-F238E27FC236}">
                      <a16:creationId xmlns:a16="http://schemas.microsoft.com/office/drawing/2014/main" id="{D9643885-03AC-8C44-B9B3-97EEFAB93F73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924" name="Group 347">
                <a:extLst>
                  <a:ext uri="{FF2B5EF4-FFF2-40B4-BE49-F238E27FC236}">
                    <a16:creationId xmlns:a16="http://schemas.microsoft.com/office/drawing/2014/main" id="{59383640-B92E-3B49-9F91-B00C1816C4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66757" y="6114152"/>
                <a:ext cx="588970" cy="242608"/>
                <a:chOff x="1871277" y="1576300"/>
                <a:chExt cx="1128371" cy="437861"/>
              </a:xfrm>
            </p:grpSpPr>
            <p:sp>
              <p:nvSpPr>
                <p:cNvPr id="935" name="Oval 934">
                  <a:extLst>
                    <a:ext uri="{FF2B5EF4-FFF2-40B4-BE49-F238E27FC236}">
                      <a16:creationId xmlns:a16="http://schemas.microsoft.com/office/drawing/2014/main" id="{5018BF36-5D40-234D-B43E-166D4365DFC7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36" name="Rectangle 935">
                  <a:extLst>
                    <a:ext uri="{FF2B5EF4-FFF2-40B4-BE49-F238E27FC236}">
                      <a16:creationId xmlns:a16="http://schemas.microsoft.com/office/drawing/2014/main" id="{F3CF2F53-1F91-DA4A-B9DD-A5E958F02DF9}"/>
                    </a:ext>
                  </a:extLst>
                </p:cNvPr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37" name="Oval 936">
                  <a:extLst>
                    <a:ext uri="{FF2B5EF4-FFF2-40B4-BE49-F238E27FC236}">
                      <a16:creationId xmlns:a16="http://schemas.microsoft.com/office/drawing/2014/main" id="{DE201E6A-02EE-B14D-8F1B-DC21CC87BE80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38" name="Freeform 937">
                  <a:extLst>
                    <a:ext uri="{FF2B5EF4-FFF2-40B4-BE49-F238E27FC236}">
                      <a16:creationId xmlns:a16="http://schemas.microsoft.com/office/drawing/2014/main" id="{FB05CF2E-83B0-2640-93AB-853D8763B115}"/>
                    </a:ext>
                  </a:extLst>
                </p:cNvPr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39" name="Freeform 938">
                  <a:extLst>
                    <a:ext uri="{FF2B5EF4-FFF2-40B4-BE49-F238E27FC236}">
                      <a16:creationId xmlns:a16="http://schemas.microsoft.com/office/drawing/2014/main" id="{E2067AB0-285F-1D49-84B3-34E74A8258AC}"/>
                    </a:ext>
                  </a:extLst>
                </p:cNvPr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0" name="Freeform 939">
                  <a:extLst>
                    <a:ext uri="{FF2B5EF4-FFF2-40B4-BE49-F238E27FC236}">
                      <a16:creationId xmlns:a16="http://schemas.microsoft.com/office/drawing/2014/main" id="{E1588A39-233E-9A43-89F2-A2C023D3DD50}"/>
                    </a:ext>
                  </a:extLst>
                </p:cNvPr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1" name="Freeform 940">
                  <a:extLst>
                    <a:ext uri="{FF2B5EF4-FFF2-40B4-BE49-F238E27FC236}">
                      <a16:creationId xmlns:a16="http://schemas.microsoft.com/office/drawing/2014/main" id="{7E4670CD-E442-5648-B94B-92AF3B894755}"/>
                    </a:ext>
                  </a:extLst>
                </p:cNvPr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42" name="Straight Connector 941">
                  <a:extLst>
                    <a:ext uri="{FF2B5EF4-FFF2-40B4-BE49-F238E27FC236}">
                      <a16:creationId xmlns:a16="http://schemas.microsoft.com/office/drawing/2014/main" id="{759AD6F2-B641-0B45-9023-2F9E18420F9E}"/>
                    </a:ext>
                  </a:extLst>
                </p:cNvPr>
                <p:cNvCxnSpPr>
                  <a:endCxn id="937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943" name="Straight Connector 942">
                  <a:extLst>
                    <a:ext uri="{FF2B5EF4-FFF2-40B4-BE49-F238E27FC236}">
                      <a16:creationId xmlns:a16="http://schemas.microsoft.com/office/drawing/2014/main" id="{BD308E44-0EFE-944D-83E1-D1B7C02C2983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925" name="Group 347">
                <a:extLst>
                  <a:ext uri="{FF2B5EF4-FFF2-40B4-BE49-F238E27FC236}">
                    <a16:creationId xmlns:a16="http://schemas.microsoft.com/office/drawing/2014/main" id="{885312C2-0E07-194B-BEF1-237808F2C1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04088" y="6206732"/>
                <a:ext cx="588970" cy="242608"/>
                <a:chOff x="1871277" y="1576300"/>
                <a:chExt cx="1128371" cy="437861"/>
              </a:xfrm>
            </p:grpSpPr>
            <p:sp>
              <p:nvSpPr>
                <p:cNvPr id="926" name="Oval 925">
                  <a:extLst>
                    <a:ext uri="{FF2B5EF4-FFF2-40B4-BE49-F238E27FC236}">
                      <a16:creationId xmlns:a16="http://schemas.microsoft.com/office/drawing/2014/main" id="{DB1F6E96-DE25-304B-B7D0-FD1D59509C9D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27" name="Rectangle 926">
                  <a:extLst>
                    <a:ext uri="{FF2B5EF4-FFF2-40B4-BE49-F238E27FC236}">
                      <a16:creationId xmlns:a16="http://schemas.microsoft.com/office/drawing/2014/main" id="{C6F722AF-47B6-754C-8E9E-EFEB45831A89}"/>
                    </a:ext>
                  </a:extLst>
                </p:cNvPr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28" name="Oval 927">
                  <a:extLst>
                    <a:ext uri="{FF2B5EF4-FFF2-40B4-BE49-F238E27FC236}">
                      <a16:creationId xmlns:a16="http://schemas.microsoft.com/office/drawing/2014/main" id="{B7EFF65E-E3E4-7743-90E8-6E0DED7FF48C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29" name="Freeform 928">
                  <a:extLst>
                    <a:ext uri="{FF2B5EF4-FFF2-40B4-BE49-F238E27FC236}">
                      <a16:creationId xmlns:a16="http://schemas.microsoft.com/office/drawing/2014/main" id="{A6419AFD-CC26-B146-A541-B565AEA3805C}"/>
                    </a:ext>
                  </a:extLst>
                </p:cNvPr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30" name="Freeform 929">
                  <a:extLst>
                    <a:ext uri="{FF2B5EF4-FFF2-40B4-BE49-F238E27FC236}">
                      <a16:creationId xmlns:a16="http://schemas.microsoft.com/office/drawing/2014/main" id="{0147F8D3-CAD7-8542-B967-4F72DDDE3A54}"/>
                    </a:ext>
                  </a:extLst>
                </p:cNvPr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31" name="Freeform 930">
                  <a:extLst>
                    <a:ext uri="{FF2B5EF4-FFF2-40B4-BE49-F238E27FC236}">
                      <a16:creationId xmlns:a16="http://schemas.microsoft.com/office/drawing/2014/main" id="{AAF1E1A5-D576-1A4A-9BFD-6C323830CFC5}"/>
                    </a:ext>
                  </a:extLst>
                </p:cNvPr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32" name="Freeform 931">
                  <a:extLst>
                    <a:ext uri="{FF2B5EF4-FFF2-40B4-BE49-F238E27FC236}">
                      <a16:creationId xmlns:a16="http://schemas.microsoft.com/office/drawing/2014/main" id="{00B23D7F-A468-7B41-B882-C74692A46B5A}"/>
                    </a:ext>
                  </a:extLst>
                </p:cNvPr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33" name="Straight Connector 932">
                  <a:extLst>
                    <a:ext uri="{FF2B5EF4-FFF2-40B4-BE49-F238E27FC236}">
                      <a16:creationId xmlns:a16="http://schemas.microsoft.com/office/drawing/2014/main" id="{A710DADF-5A66-4E4D-9212-3DB6E5790B57}"/>
                    </a:ext>
                  </a:extLst>
                </p:cNvPr>
                <p:cNvCxnSpPr>
                  <a:endCxn id="928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934" name="Straight Connector 933">
                  <a:extLst>
                    <a:ext uri="{FF2B5EF4-FFF2-40B4-BE49-F238E27FC236}">
                      <a16:creationId xmlns:a16="http://schemas.microsoft.com/office/drawing/2014/main" id="{59A3775F-4767-2F47-9662-6CCEC729A7A8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</p:grpSp>
        <p:grpSp>
          <p:nvGrpSpPr>
            <p:cNvPr id="857" name="Group 856">
              <a:extLst>
                <a:ext uri="{FF2B5EF4-FFF2-40B4-BE49-F238E27FC236}">
                  <a16:creationId xmlns:a16="http://schemas.microsoft.com/office/drawing/2014/main" id="{54A52462-5258-B74E-939D-5568EFF6BF9A}"/>
                </a:ext>
              </a:extLst>
            </p:cNvPr>
            <p:cNvGrpSpPr/>
            <p:nvPr/>
          </p:nvGrpSpPr>
          <p:grpSpPr>
            <a:xfrm>
              <a:off x="4990227" y="3046752"/>
              <a:ext cx="3116606" cy="1053561"/>
              <a:chOff x="4990227" y="2877416"/>
              <a:chExt cx="3116606" cy="1053561"/>
            </a:xfrm>
          </p:grpSpPr>
          <p:sp>
            <p:nvSpPr>
              <p:cNvPr id="876" name="Rectangle 875">
                <a:extLst>
                  <a:ext uri="{FF2B5EF4-FFF2-40B4-BE49-F238E27FC236}">
                    <a16:creationId xmlns:a16="http://schemas.microsoft.com/office/drawing/2014/main" id="{A13ADE3B-72C2-1D43-B7E3-53ACC236F401}"/>
                  </a:ext>
                </a:extLst>
              </p:cNvPr>
              <p:cNvSpPr/>
              <p:nvPr/>
            </p:nvSpPr>
            <p:spPr bwMode="auto">
              <a:xfrm>
                <a:off x="5418665" y="2913389"/>
                <a:ext cx="2688168" cy="1017588"/>
              </a:xfrm>
              <a:prstGeom prst="rect">
                <a:avLst/>
              </a:prstGeom>
              <a:solidFill>
                <a:srgbClr val="2D2DB9">
                  <a:lumMod val="20000"/>
                  <a:lumOff val="80000"/>
                </a:srgbClr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877" name="Freeform 876">
                <a:extLst>
                  <a:ext uri="{FF2B5EF4-FFF2-40B4-BE49-F238E27FC236}">
                    <a16:creationId xmlns:a16="http://schemas.microsoft.com/office/drawing/2014/main" id="{8479C132-9D4A-964F-A8E8-7EB2EAA9863B}"/>
                  </a:ext>
                </a:extLst>
              </p:cNvPr>
              <p:cNvSpPr/>
              <p:nvPr/>
            </p:nvSpPr>
            <p:spPr bwMode="auto">
              <a:xfrm>
                <a:off x="5218221" y="2877416"/>
                <a:ext cx="213773" cy="1028160"/>
              </a:xfrm>
              <a:custGeom>
                <a:avLst/>
                <a:gdLst>
                  <a:gd name="connsiteX0" fmla="*/ 0 w 312616"/>
                  <a:gd name="connsiteY0" fmla="*/ 644770 h 1367693"/>
                  <a:gd name="connsiteX1" fmla="*/ 312616 w 312616"/>
                  <a:gd name="connsiteY1" fmla="*/ 0 h 1367693"/>
                  <a:gd name="connsiteX2" fmla="*/ 312616 w 312616"/>
                  <a:gd name="connsiteY2" fmla="*/ 1016000 h 1367693"/>
                  <a:gd name="connsiteX3" fmla="*/ 117231 w 312616"/>
                  <a:gd name="connsiteY3" fmla="*/ 1367693 h 1367693"/>
                  <a:gd name="connsiteX4" fmla="*/ 0 w 312616"/>
                  <a:gd name="connsiteY4" fmla="*/ 644770 h 1367693"/>
                  <a:gd name="connsiteX0" fmla="*/ 0 w 199855"/>
                  <a:gd name="connsiteY0" fmla="*/ 733787 h 1367693"/>
                  <a:gd name="connsiteX1" fmla="*/ 199855 w 199855"/>
                  <a:gd name="connsiteY1" fmla="*/ 0 h 1367693"/>
                  <a:gd name="connsiteX2" fmla="*/ 199855 w 199855"/>
                  <a:gd name="connsiteY2" fmla="*/ 1016000 h 1367693"/>
                  <a:gd name="connsiteX3" fmla="*/ 4470 w 199855"/>
                  <a:gd name="connsiteY3" fmla="*/ 1367693 h 1367693"/>
                  <a:gd name="connsiteX4" fmla="*/ 0 w 199855"/>
                  <a:gd name="connsiteY4" fmla="*/ 733787 h 1367693"/>
                  <a:gd name="connsiteX0" fmla="*/ 25203 w 225058"/>
                  <a:gd name="connsiteY0" fmla="*/ 733787 h 1361758"/>
                  <a:gd name="connsiteX1" fmla="*/ 225058 w 225058"/>
                  <a:gd name="connsiteY1" fmla="*/ 0 h 1361758"/>
                  <a:gd name="connsiteX2" fmla="*/ 225058 w 225058"/>
                  <a:gd name="connsiteY2" fmla="*/ 1016000 h 1361758"/>
                  <a:gd name="connsiteX3" fmla="*/ 0 w 225058"/>
                  <a:gd name="connsiteY3" fmla="*/ 1361758 h 1361758"/>
                  <a:gd name="connsiteX4" fmla="*/ 25203 w 225058"/>
                  <a:gd name="connsiteY4" fmla="*/ 733787 h 1361758"/>
                  <a:gd name="connsiteX0" fmla="*/ 25203 w 230992"/>
                  <a:gd name="connsiteY0" fmla="*/ 787197 h 1415168"/>
                  <a:gd name="connsiteX1" fmla="*/ 230992 w 230992"/>
                  <a:gd name="connsiteY1" fmla="*/ 0 h 1415168"/>
                  <a:gd name="connsiteX2" fmla="*/ 225058 w 230992"/>
                  <a:gd name="connsiteY2" fmla="*/ 1069410 h 1415168"/>
                  <a:gd name="connsiteX3" fmla="*/ 0 w 230992"/>
                  <a:gd name="connsiteY3" fmla="*/ 1415168 h 1415168"/>
                  <a:gd name="connsiteX4" fmla="*/ 25203 w 230992"/>
                  <a:gd name="connsiteY4" fmla="*/ 787197 h 1415168"/>
                  <a:gd name="connsiteX0" fmla="*/ 0 w 205789"/>
                  <a:gd name="connsiteY0" fmla="*/ 787197 h 1427037"/>
                  <a:gd name="connsiteX1" fmla="*/ 205789 w 205789"/>
                  <a:gd name="connsiteY1" fmla="*/ 0 h 1427037"/>
                  <a:gd name="connsiteX2" fmla="*/ 199855 w 205789"/>
                  <a:gd name="connsiteY2" fmla="*/ 1069410 h 1427037"/>
                  <a:gd name="connsiteX3" fmla="*/ 4471 w 205789"/>
                  <a:gd name="connsiteY3" fmla="*/ 1427037 h 1427037"/>
                  <a:gd name="connsiteX4" fmla="*/ 0 w 205789"/>
                  <a:gd name="connsiteY4" fmla="*/ 787197 h 1427037"/>
                  <a:gd name="connsiteX0" fmla="*/ 0 w 199855"/>
                  <a:gd name="connsiteY0" fmla="*/ 745656 h 1385496"/>
                  <a:gd name="connsiteX1" fmla="*/ 193920 w 199855"/>
                  <a:gd name="connsiteY1" fmla="*/ 0 h 1385496"/>
                  <a:gd name="connsiteX2" fmla="*/ 199855 w 199855"/>
                  <a:gd name="connsiteY2" fmla="*/ 1027869 h 1385496"/>
                  <a:gd name="connsiteX3" fmla="*/ 4471 w 199855"/>
                  <a:gd name="connsiteY3" fmla="*/ 1385496 h 1385496"/>
                  <a:gd name="connsiteX4" fmla="*/ 0 w 199855"/>
                  <a:gd name="connsiteY4" fmla="*/ 745656 h 1385496"/>
                  <a:gd name="connsiteX0" fmla="*/ 20385 w 220240"/>
                  <a:gd name="connsiteY0" fmla="*/ 745656 h 1058154"/>
                  <a:gd name="connsiteX1" fmla="*/ 214305 w 220240"/>
                  <a:gd name="connsiteY1" fmla="*/ 0 h 1058154"/>
                  <a:gd name="connsiteX2" fmla="*/ 220240 w 220240"/>
                  <a:gd name="connsiteY2" fmla="*/ 1027869 h 1058154"/>
                  <a:gd name="connsiteX3" fmla="*/ 68 w 220240"/>
                  <a:gd name="connsiteY3" fmla="*/ 986902 h 1058154"/>
                  <a:gd name="connsiteX4" fmla="*/ 20385 w 220240"/>
                  <a:gd name="connsiteY4" fmla="*/ 745656 h 1058154"/>
                  <a:gd name="connsiteX0" fmla="*/ 20385 w 220240"/>
                  <a:gd name="connsiteY0" fmla="*/ 745656 h 1068836"/>
                  <a:gd name="connsiteX1" fmla="*/ 214305 w 220240"/>
                  <a:gd name="connsiteY1" fmla="*/ 0 h 1068836"/>
                  <a:gd name="connsiteX2" fmla="*/ 220240 w 220240"/>
                  <a:gd name="connsiteY2" fmla="*/ 1027869 h 1068836"/>
                  <a:gd name="connsiteX3" fmla="*/ 68 w 220240"/>
                  <a:gd name="connsiteY3" fmla="*/ 986902 h 1068836"/>
                  <a:gd name="connsiteX4" fmla="*/ 20385 w 220240"/>
                  <a:gd name="connsiteY4" fmla="*/ 745656 h 1068836"/>
                  <a:gd name="connsiteX0" fmla="*/ 15446 w 215301"/>
                  <a:gd name="connsiteY0" fmla="*/ 745656 h 1057581"/>
                  <a:gd name="connsiteX1" fmla="*/ 209366 w 215301"/>
                  <a:gd name="connsiteY1" fmla="*/ 0 h 1057581"/>
                  <a:gd name="connsiteX2" fmla="*/ 215301 w 215301"/>
                  <a:gd name="connsiteY2" fmla="*/ 1027869 h 1057581"/>
                  <a:gd name="connsiteX3" fmla="*/ 87 w 215301"/>
                  <a:gd name="connsiteY3" fmla="*/ 888484 h 1057581"/>
                  <a:gd name="connsiteX4" fmla="*/ 15446 w 215301"/>
                  <a:gd name="connsiteY4" fmla="*/ 745656 h 1057581"/>
                  <a:gd name="connsiteX0" fmla="*/ 15446 w 215301"/>
                  <a:gd name="connsiteY0" fmla="*/ 745656 h 1063397"/>
                  <a:gd name="connsiteX1" fmla="*/ 209366 w 215301"/>
                  <a:gd name="connsiteY1" fmla="*/ 0 h 1063397"/>
                  <a:gd name="connsiteX2" fmla="*/ 215301 w 215301"/>
                  <a:gd name="connsiteY2" fmla="*/ 1027869 h 1063397"/>
                  <a:gd name="connsiteX3" fmla="*/ 87 w 215301"/>
                  <a:gd name="connsiteY3" fmla="*/ 888484 h 1063397"/>
                  <a:gd name="connsiteX4" fmla="*/ 15446 w 215301"/>
                  <a:gd name="connsiteY4" fmla="*/ 745656 h 1063397"/>
                  <a:gd name="connsiteX0" fmla="*/ 15446 w 215301"/>
                  <a:gd name="connsiteY0" fmla="*/ 745656 h 1027869"/>
                  <a:gd name="connsiteX1" fmla="*/ 209366 w 215301"/>
                  <a:gd name="connsiteY1" fmla="*/ 0 h 1027869"/>
                  <a:gd name="connsiteX2" fmla="*/ 215301 w 215301"/>
                  <a:gd name="connsiteY2" fmla="*/ 1027869 h 1027869"/>
                  <a:gd name="connsiteX3" fmla="*/ 87 w 215301"/>
                  <a:gd name="connsiteY3" fmla="*/ 888484 h 1027869"/>
                  <a:gd name="connsiteX4" fmla="*/ 15446 w 215301"/>
                  <a:gd name="connsiteY4" fmla="*/ 745656 h 1027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5301" h="1027869">
                    <a:moveTo>
                      <a:pt x="15446" y="745656"/>
                    </a:moveTo>
                    <a:lnTo>
                      <a:pt x="209366" y="0"/>
                    </a:lnTo>
                    <a:cubicBezTo>
                      <a:pt x="211344" y="342623"/>
                      <a:pt x="213323" y="685246"/>
                      <a:pt x="215301" y="1027869"/>
                    </a:cubicBezTo>
                    <a:cubicBezTo>
                      <a:pt x="115469" y="960083"/>
                      <a:pt x="99918" y="931665"/>
                      <a:pt x="87" y="888484"/>
                    </a:cubicBezTo>
                    <a:cubicBezTo>
                      <a:pt x="-1403" y="675204"/>
                      <a:pt x="16936" y="958936"/>
                      <a:pt x="15446" y="745656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</a:srgbClr>
                  </a:gs>
                  <a:gs pos="100000">
                    <a:srgbClr val="2D2DB9">
                      <a:lumMod val="20000"/>
                      <a:lumOff val="80000"/>
                    </a:srgbClr>
                  </a:gs>
                </a:gsLst>
                <a:lin ang="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grpSp>
            <p:nvGrpSpPr>
              <p:cNvPr id="878" name="Group 950">
                <a:extLst>
                  <a:ext uri="{FF2B5EF4-FFF2-40B4-BE49-F238E27FC236}">
                    <a16:creationId xmlns:a16="http://schemas.microsoft.com/office/drawing/2014/main" id="{6265B51A-C625-0E46-B1CD-1B0CC4EAE2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90227" y="3351862"/>
                <a:ext cx="251561" cy="564103"/>
                <a:chOff x="4140" y="429"/>
                <a:chExt cx="1425" cy="2396"/>
              </a:xfrm>
            </p:grpSpPr>
            <p:sp>
              <p:nvSpPr>
                <p:cNvPr id="880" name="Freeform 951">
                  <a:extLst>
                    <a:ext uri="{FF2B5EF4-FFF2-40B4-BE49-F238E27FC236}">
                      <a16:creationId xmlns:a16="http://schemas.microsoft.com/office/drawing/2014/main" id="{A5BA354F-B231-C647-9049-264E94760E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81" name="Rectangle 952">
                  <a:extLst>
                    <a:ext uri="{FF2B5EF4-FFF2-40B4-BE49-F238E27FC236}">
                      <a16:creationId xmlns:a16="http://schemas.microsoft.com/office/drawing/2014/main" id="{4CD802A5-F6DB-4B4A-9C9B-E57940A6AE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82" name="Freeform 953">
                  <a:extLst>
                    <a:ext uri="{FF2B5EF4-FFF2-40B4-BE49-F238E27FC236}">
                      <a16:creationId xmlns:a16="http://schemas.microsoft.com/office/drawing/2014/main" id="{79259F7C-2EC8-F74E-9E7F-4095E5E5CF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83" name="Freeform 954">
                  <a:extLst>
                    <a:ext uri="{FF2B5EF4-FFF2-40B4-BE49-F238E27FC236}">
                      <a16:creationId xmlns:a16="http://schemas.microsoft.com/office/drawing/2014/main" id="{451FA157-6D0F-9145-8122-26E1DA1A23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84" name="Rectangle 955">
                  <a:extLst>
                    <a:ext uri="{FF2B5EF4-FFF2-40B4-BE49-F238E27FC236}">
                      <a16:creationId xmlns:a16="http://schemas.microsoft.com/office/drawing/2014/main" id="{C2607605-6DA4-EE4D-8DD3-849C75A056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885" name="Group 956">
                  <a:extLst>
                    <a:ext uri="{FF2B5EF4-FFF2-40B4-BE49-F238E27FC236}">
                      <a16:creationId xmlns:a16="http://schemas.microsoft.com/office/drawing/2014/main" id="{9869AF7B-AAFD-8D4B-8E7F-90CCD375562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910" name="AutoShape 957">
                    <a:extLst>
                      <a:ext uri="{FF2B5EF4-FFF2-40B4-BE49-F238E27FC236}">
                        <a16:creationId xmlns:a16="http://schemas.microsoft.com/office/drawing/2014/main" id="{C9AB02AE-DBB7-4942-87E6-03EAC872AF5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11" name="AutoShape 958">
                    <a:extLst>
                      <a:ext uri="{FF2B5EF4-FFF2-40B4-BE49-F238E27FC236}">
                        <a16:creationId xmlns:a16="http://schemas.microsoft.com/office/drawing/2014/main" id="{A1397CEF-8A99-9C43-984B-80BD60AFF6D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886" name="Rectangle 959">
                  <a:extLst>
                    <a:ext uri="{FF2B5EF4-FFF2-40B4-BE49-F238E27FC236}">
                      <a16:creationId xmlns:a16="http://schemas.microsoft.com/office/drawing/2014/main" id="{E8594A77-9042-2641-ABFC-F29E8FF40D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887" name="Group 960">
                  <a:extLst>
                    <a:ext uri="{FF2B5EF4-FFF2-40B4-BE49-F238E27FC236}">
                      <a16:creationId xmlns:a16="http://schemas.microsoft.com/office/drawing/2014/main" id="{1262AD39-4096-D741-A742-CED9CF146D7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908" name="AutoShape 961">
                    <a:extLst>
                      <a:ext uri="{FF2B5EF4-FFF2-40B4-BE49-F238E27FC236}">
                        <a16:creationId xmlns:a16="http://schemas.microsoft.com/office/drawing/2014/main" id="{59E4897D-95E8-2A4B-9BA9-0B7172ED7B8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09" name="AutoShape 962">
                    <a:extLst>
                      <a:ext uri="{FF2B5EF4-FFF2-40B4-BE49-F238E27FC236}">
                        <a16:creationId xmlns:a16="http://schemas.microsoft.com/office/drawing/2014/main" id="{2382242C-86DC-C04B-94D5-2B4545FC2AD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888" name="Rectangle 963">
                  <a:extLst>
                    <a:ext uri="{FF2B5EF4-FFF2-40B4-BE49-F238E27FC236}">
                      <a16:creationId xmlns:a16="http://schemas.microsoft.com/office/drawing/2014/main" id="{CBBEA7CF-B701-8748-AA95-11773F0862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89" name="Rectangle 964">
                  <a:extLst>
                    <a:ext uri="{FF2B5EF4-FFF2-40B4-BE49-F238E27FC236}">
                      <a16:creationId xmlns:a16="http://schemas.microsoft.com/office/drawing/2014/main" id="{2840794F-AC07-854C-A963-38CAEB8594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890" name="Group 965">
                  <a:extLst>
                    <a:ext uri="{FF2B5EF4-FFF2-40B4-BE49-F238E27FC236}">
                      <a16:creationId xmlns:a16="http://schemas.microsoft.com/office/drawing/2014/main" id="{00D85896-AE73-FC4F-A921-B401C2ABE62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906" name="AutoShape 966">
                    <a:extLst>
                      <a:ext uri="{FF2B5EF4-FFF2-40B4-BE49-F238E27FC236}">
                        <a16:creationId xmlns:a16="http://schemas.microsoft.com/office/drawing/2014/main" id="{924B40FA-21E3-834D-911F-D56CADE5EC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07" name="AutoShape 967">
                    <a:extLst>
                      <a:ext uri="{FF2B5EF4-FFF2-40B4-BE49-F238E27FC236}">
                        <a16:creationId xmlns:a16="http://schemas.microsoft.com/office/drawing/2014/main" id="{47F8F0C4-6D37-9543-9F00-43D5F28FB2C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891" name="Freeform 968">
                  <a:extLst>
                    <a:ext uri="{FF2B5EF4-FFF2-40B4-BE49-F238E27FC236}">
                      <a16:creationId xmlns:a16="http://schemas.microsoft.com/office/drawing/2014/main" id="{1DAD0535-0585-3A48-B18F-8CFD540ADB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892" name="Group 969">
                  <a:extLst>
                    <a:ext uri="{FF2B5EF4-FFF2-40B4-BE49-F238E27FC236}">
                      <a16:creationId xmlns:a16="http://schemas.microsoft.com/office/drawing/2014/main" id="{66D816ED-1F9A-D04E-95EE-62CBF7E44ED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904" name="AutoShape 970">
                    <a:extLst>
                      <a:ext uri="{FF2B5EF4-FFF2-40B4-BE49-F238E27FC236}">
                        <a16:creationId xmlns:a16="http://schemas.microsoft.com/office/drawing/2014/main" id="{8C0B4415-0AC2-3945-92F3-A694CD6600D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05" name="AutoShape 971">
                    <a:extLst>
                      <a:ext uri="{FF2B5EF4-FFF2-40B4-BE49-F238E27FC236}">
                        <a16:creationId xmlns:a16="http://schemas.microsoft.com/office/drawing/2014/main" id="{0B3FE1DC-EC1B-BE41-BD3D-DA207D617D5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893" name="Rectangle 972">
                  <a:extLst>
                    <a:ext uri="{FF2B5EF4-FFF2-40B4-BE49-F238E27FC236}">
                      <a16:creationId xmlns:a16="http://schemas.microsoft.com/office/drawing/2014/main" id="{D76687F0-DEBC-0F4A-B4AF-5C24DB379F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94" name="Freeform 973">
                  <a:extLst>
                    <a:ext uri="{FF2B5EF4-FFF2-40B4-BE49-F238E27FC236}">
                      <a16:creationId xmlns:a16="http://schemas.microsoft.com/office/drawing/2014/main" id="{9E9FD877-5F4F-754A-87E4-3CF2A2B868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95" name="Freeform 974">
                  <a:extLst>
                    <a:ext uri="{FF2B5EF4-FFF2-40B4-BE49-F238E27FC236}">
                      <a16:creationId xmlns:a16="http://schemas.microsoft.com/office/drawing/2014/main" id="{42A0B2EC-7CC7-B240-8E62-08161F3699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96" name="Oval 975">
                  <a:extLst>
                    <a:ext uri="{FF2B5EF4-FFF2-40B4-BE49-F238E27FC236}">
                      <a16:creationId xmlns:a16="http://schemas.microsoft.com/office/drawing/2014/main" id="{924FB68E-8166-014C-89D3-D4305C34F3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97" name="Freeform 976">
                  <a:extLst>
                    <a:ext uri="{FF2B5EF4-FFF2-40B4-BE49-F238E27FC236}">
                      <a16:creationId xmlns:a16="http://schemas.microsoft.com/office/drawing/2014/main" id="{97FE5EBC-22BA-6044-8980-CAE0308120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98" name="AutoShape 977">
                  <a:extLst>
                    <a:ext uri="{FF2B5EF4-FFF2-40B4-BE49-F238E27FC236}">
                      <a16:creationId xmlns:a16="http://schemas.microsoft.com/office/drawing/2014/main" id="{A5F87333-9B58-984B-975F-83AEC14824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99" name="AutoShape 978">
                  <a:extLst>
                    <a:ext uri="{FF2B5EF4-FFF2-40B4-BE49-F238E27FC236}">
                      <a16:creationId xmlns:a16="http://schemas.microsoft.com/office/drawing/2014/main" id="{A819AAE6-0355-8D4F-8137-BD2B7A2B72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00" name="Oval 979">
                  <a:extLst>
                    <a:ext uri="{FF2B5EF4-FFF2-40B4-BE49-F238E27FC236}">
                      <a16:creationId xmlns:a16="http://schemas.microsoft.com/office/drawing/2014/main" id="{7425A734-37C7-AE46-A20A-FA4A597671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01" name="Oval 980">
                  <a:extLst>
                    <a:ext uri="{FF2B5EF4-FFF2-40B4-BE49-F238E27FC236}">
                      <a16:creationId xmlns:a16="http://schemas.microsoft.com/office/drawing/2014/main" id="{820B07E3-33AF-1341-B1D5-46C41ACB74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02" name="Oval 981">
                  <a:extLst>
                    <a:ext uri="{FF2B5EF4-FFF2-40B4-BE49-F238E27FC236}">
                      <a16:creationId xmlns:a16="http://schemas.microsoft.com/office/drawing/2014/main" id="{44036096-87EC-A746-8FE7-7773B3B32B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03" name="Rectangle 982">
                  <a:extLst>
                    <a:ext uri="{FF2B5EF4-FFF2-40B4-BE49-F238E27FC236}">
                      <a16:creationId xmlns:a16="http://schemas.microsoft.com/office/drawing/2014/main" id="{4C8AA049-B48E-C24E-91A9-8455F58271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879" name="TextBox 878">
                <a:extLst>
                  <a:ext uri="{FF2B5EF4-FFF2-40B4-BE49-F238E27FC236}">
                    <a16:creationId xmlns:a16="http://schemas.microsoft.com/office/drawing/2014/main" id="{BD391945-30B0-AF4B-9B16-8435026C785B}"/>
                  </a:ext>
                </a:extLst>
              </p:cNvPr>
              <p:cNvSpPr txBox="1"/>
              <p:nvPr/>
            </p:nvSpPr>
            <p:spPr>
              <a:xfrm>
                <a:off x="5377031" y="3090332"/>
                <a:ext cx="2659202" cy="6155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SDN Controller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(network operating system)</a:t>
                </a:r>
              </a:p>
            </p:txBody>
          </p:sp>
        </p:grpSp>
        <p:sp>
          <p:nvSpPr>
            <p:cNvPr id="858" name="TextBox 857">
              <a:extLst>
                <a:ext uri="{FF2B5EF4-FFF2-40B4-BE49-F238E27FC236}">
                  <a16:creationId xmlns:a16="http://schemas.microsoft.com/office/drawing/2014/main" id="{460A62D4-F61E-134D-905E-F48547E04AB7}"/>
                </a:ext>
              </a:extLst>
            </p:cNvPr>
            <p:cNvSpPr txBox="1"/>
            <p:nvPr/>
          </p:nvSpPr>
          <p:spPr>
            <a:xfrm>
              <a:off x="6837708" y="1058305"/>
              <a:ext cx="595035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…</a:t>
              </a:r>
            </a:p>
          </p:txBody>
        </p:sp>
        <p:grpSp>
          <p:nvGrpSpPr>
            <p:cNvPr id="859" name="Group 858">
              <a:extLst>
                <a:ext uri="{FF2B5EF4-FFF2-40B4-BE49-F238E27FC236}">
                  <a16:creationId xmlns:a16="http://schemas.microsoft.com/office/drawing/2014/main" id="{C04C3E74-140C-174C-86ED-F87FDFEFCDEE}"/>
                </a:ext>
              </a:extLst>
            </p:cNvPr>
            <p:cNvGrpSpPr/>
            <p:nvPr/>
          </p:nvGrpSpPr>
          <p:grpSpPr>
            <a:xfrm>
              <a:off x="5165914" y="1277466"/>
              <a:ext cx="1023471" cy="590176"/>
              <a:chOff x="4721412" y="1277470"/>
              <a:chExt cx="1023471" cy="590176"/>
            </a:xfrm>
          </p:grpSpPr>
          <p:sp>
            <p:nvSpPr>
              <p:cNvPr id="874" name="Oval 873">
                <a:extLst>
                  <a:ext uri="{FF2B5EF4-FFF2-40B4-BE49-F238E27FC236}">
                    <a16:creationId xmlns:a16="http://schemas.microsoft.com/office/drawing/2014/main" id="{4ECE1B24-7462-554F-B043-548B485E42D6}"/>
                  </a:ext>
                </a:extLst>
              </p:cNvPr>
              <p:cNvSpPr/>
              <p:nvPr/>
            </p:nvSpPr>
            <p:spPr bwMode="auto">
              <a:xfrm>
                <a:off x="4721412" y="1277470"/>
                <a:ext cx="1023471" cy="590176"/>
              </a:xfrm>
              <a:prstGeom prst="ellipse">
                <a:avLst/>
              </a:prstGeom>
              <a:solidFill>
                <a:srgbClr val="008000">
                  <a:alpha val="70000"/>
                </a:srgbClr>
              </a:solidFill>
              <a:ln w="9525" cap="flat" cmpd="sng" algn="ctr">
                <a:solidFill>
                  <a:srgbClr val="008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875" name="TextBox 874">
                <a:extLst>
                  <a:ext uri="{FF2B5EF4-FFF2-40B4-BE49-F238E27FC236}">
                    <a16:creationId xmlns:a16="http://schemas.microsoft.com/office/drawing/2014/main" id="{8832E712-F1F9-5E47-90F8-8A9C1FCF21E9}"/>
                  </a:ext>
                </a:extLst>
              </p:cNvPr>
              <p:cNvSpPr txBox="1"/>
              <p:nvPr/>
            </p:nvSpPr>
            <p:spPr>
              <a:xfrm>
                <a:off x="4792385" y="1374585"/>
                <a:ext cx="8904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routing</a:t>
                </a:r>
              </a:p>
            </p:txBody>
          </p:sp>
        </p:grpSp>
        <p:grpSp>
          <p:nvGrpSpPr>
            <p:cNvPr id="860" name="Group 859">
              <a:extLst>
                <a:ext uri="{FF2B5EF4-FFF2-40B4-BE49-F238E27FC236}">
                  <a16:creationId xmlns:a16="http://schemas.microsoft.com/office/drawing/2014/main" id="{94FF35AA-DC45-2445-BD7D-65CD25F3EB23}"/>
                </a:ext>
              </a:extLst>
            </p:cNvPr>
            <p:cNvGrpSpPr/>
            <p:nvPr/>
          </p:nvGrpSpPr>
          <p:grpSpPr>
            <a:xfrm>
              <a:off x="6000628" y="1798416"/>
              <a:ext cx="1023471" cy="590176"/>
              <a:chOff x="6106459" y="1967753"/>
              <a:chExt cx="1023471" cy="590176"/>
            </a:xfrm>
          </p:grpSpPr>
          <p:sp>
            <p:nvSpPr>
              <p:cNvPr id="872" name="Oval 871">
                <a:extLst>
                  <a:ext uri="{FF2B5EF4-FFF2-40B4-BE49-F238E27FC236}">
                    <a16:creationId xmlns:a16="http://schemas.microsoft.com/office/drawing/2014/main" id="{3821BD45-E196-1B47-B58A-8DE288ED4A33}"/>
                  </a:ext>
                </a:extLst>
              </p:cNvPr>
              <p:cNvSpPr/>
              <p:nvPr/>
            </p:nvSpPr>
            <p:spPr bwMode="auto">
              <a:xfrm>
                <a:off x="6106459" y="1967753"/>
                <a:ext cx="1023471" cy="590176"/>
              </a:xfrm>
              <a:prstGeom prst="ellipse">
                <a:avLst/>
              </a:prstGeom>
              <a:solidFill>
                <a:srgbClr val="008000">
                  <a:alpha val="70000"/>
                </a:srgbClr>
              </a:solidFill>
              <a:ln w="9525" cap="flat" cmpd="sng" algn="ctr">
                <a:solidFill>
                  <a:srgbClr val="008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873" name="TextBox 872">
                <a:extLst>
                  <a:ext uri="{FF2B5EF4-FFF2-40B4-BE49-F238E27FC236}">
                    <a16:creationId xmlns:a16="http://schemas.microsoft.com/office/drawing/2014/main" id="{09503A04-2C2E-F941-9ED5-3A37B498CDA9}"/>
                  </a:ext>
                </a:extLst>
              </p:cNvPr>
              <p:cNvSpPr txBox="1"/>
              <p:nvPr/>
            </p:nvSpPr>
            <p:spPr>
              <a:xfrm>
                <a:off x="6177429" y="1997637"/>
                <a:ext cx="903087" cy="54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access 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control</a:t>
                </a:r>
              </a:p>
            </p:txBody>
          </p:sp>
        </p:grpSp>
        <p:grpSp>
          <p:nvGrpSpPr>
            <p:cNvPr id="861" name="Group 860">
              <a:extLst>
                <a:ext uri="{FF2B5EF4-FFF2-40B4-BE49-F238E27FC236}">
                  <a16:creationId xmlns:a16="http://schemas.microsoft.com/office/drawing/2014/main" id="{F4CEBF5F-0D71-6B41-996D-0354922EB612}"/>
                </a:ext>
              </a:extLst>
            </p:cNvPr>
            <p:cNvGrpSpPr/>
            <p:nvPr/>
          </p:nvGrpSpPr>
          <p:grpSpPr>
            <a:xfrm>
              <a:off x="7230837" y="1756871"/>
              <a:ext cx="1023471" cy="590176"/>
              <a:chOff x="6938682" y="977153"/>
              <a:chExt cx="1023471" cy="590176"/>
            </a:xfrm>
          </p:grpSpPr>
          <p:sp>
            <p:nvSpPr>
              <p:cNvPr id="870" name="Oval 869">
                <a:extLst>
                  <a:ext uri="{FF2B5EF4-FFF2-40B4-BE49-F238E27FC236}">
                    <a16:creationId xmlns:a16="http://schemas.microsoft.com/office/drawing/2014/main" id="{2D855133-90E2-7042-AF1B-8352C3CC5BF7}"/>
                  </a:ext>
                </a:extLst>
              </p:cNvPr>
              <p:cNvSpPr/>
              <p:nvPr/>
            </p:nvSpPr>
            <p:spPr bwMode="auto">
              <a:xfrm>
                <a:off x="6938682" y="977153"/>
                <a:ext cx="1023471" cy="590176"/>
              </a:xfrm>
              <a:prstGeom prst="ellipse">
                <a:avLst/>
              </a:prstGeom>
              <a:solidFill>
                <a:srgbClr val="008000">
                  <a:alpha val="70000"/>
                </a:srgbClr>
              </a:solidFill>
              <a:ln w="9525" cap="flat" cmpd="sng" algn="ctr">
                <a:solidFill>
                  <a:srgbClr val="008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871" name="TextBox 870">
                <a:extLst>
                  <a:ext uri="{FF2B5EF4-FFF2-40B4-BE49-F238E27FC236}">
                    <a16:creationId xmlns:a16="http://schemas.microsoft.com/office/drawing/2014/main" id="{3D7D80F7-46BE-EC48-B7D7-3C763154D621}"/>
                  </a:ext>
                </a:extLst>
              </p:cNvPr>
              <p:cNvSpPr txBox="1"/>
              <p:nvPr/>
            </p:nvSpPr>
            <p:spPr>
              <a:xfrm>
                <a:off x="6964568" y="1007037"/>
                <a:ext cx="993256" cy="54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load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balance</a:t>
                </a:r>
              </a:p>
            </p:txBody>
          </p:sp>
        </p:grpSp>
        <p:cxnSp>
          <p:nvCxnSpPr>
            <p:cNvPr id="862" name="Straight Arrow Connector 861">
              <a:extLst>
                <a:ext uri="{FF2B5EF4-FFF2-40B4-BE49-F238E27FC236}">
                  <a16:creationId xmlns:a16="http://schemas.microsoft.com/office/drawing/2014/main" id="{7BDC462A-14A0-764C-A672-5D241FEED1DE}"/>
                </a:ext>
              </a:extLst>
            </p:cNvPr>
            <p:cNvCxnSpPr/>
            <p:nvPr/>
          </p:nvCxnSpPr>
          <p:spPr bwMode="auto">
            <a:xfrm flipV="1">
              <a:off x="8627245" y="1217948"/>
              <a:ext cx="0" cy="1248832"/>
            </a:xfrm>
            <a:prstGeom prst="straightConnector1">
              <a:avLst/>
            </a:prstGeom>
            <a:solidFill>
              <a:srgbClr val="00CC99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3" name="Straight Arrow Connector 862">
              <a:extLst>
                <a:ext uri="{FF2B5EF4-FFF2-40B4-BE49-F238E27FC236}">
                  <a16:creationId xmlns:a16="http://schemas.microsoft.com/office/drawing/2014/main" id="{456B3B86-566B-B74B-A02C-E7472619477F}"/>
                </a:ext>
              </a:extLst>
            </p:cNvPr>
            <p:cNvCxnSpPr/>
            <p:nvPr/>
          </p:nvCxnSpPr>
          <p:spPr bwMode="auto">
            <a:xfrm>
              <a:off x="8652645" y="2966181"/>
              <a:ext cx="0" cy="1524424"/>
            </a:xfrm>
            <a:prstGeom prst="straightConnector1">
              <a:avLst/>
            </a:prstGeom>
            <a:solidFill>
              <a:srgbClr val="00CC99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4" name="Straight Arrow Connector 863">
              <a:extLst>
                <a:ext uri="{FF2B5EF4-FFF2-40B4-BE49-F238E27FC236}">
                  <a16:creationId xmlns:a16="http://schemas.microsoft.com/office/drawing/2014/main" id="{8EE09DB2-3F15-2A46-A79B-D24A8CF3014A}"/>
                </a:ext>
              </a:extLst>
            </p:cNvPr>
            <p:cNvCxnSpPr/>
            <p:nvPr/>
          </p:nvCxnSpPr>
          <p:spPr bwMode="auto">
            <a:xfrm>
              <a:off x="8661016" y="5381629"/>
              <a:ext cx="0" cy="414864"/>
            </a:xfrm>
            <a:prstGeom prst="straightConnector1">
              <a:avLst/>
            </a:prstGeom>
            <a:solidFill>
              <a:srgbClr val="00CC99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5" name="Straight Arrow Connector 864">
              <a:extLst>
                <a:ext uri="{FF2B5EF4-FFF2-40B4-BE49-F238E27FC236}">
                  <a16:creationId xmlns:a16="http://schemas.microsoft.com/office/drawing/2014/main" id="{602E5161-3933-E44A-A9CD-F172C848B87B}"/>
                </a:ext>
              </a:extLst>
            </p:cNvPr>
            <p:cNvCxnSpPr/>
            <p:nvPr/>
          </p:nvCxnSpPr>
          <p:spPr bwMode="auto">
            <a:xfrm flipV="1">
              <a:off x="8653320" y="4546025"/>
              <a:ext cx="0" cy="414864"/>
            </a:xfrm>
            <a:prstGeom prst="straightConnector1">
              <a:avLst/>
            </a:prstGeom>
            <a:solidFill>
              <a:srgbClr val="00CC99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66" name="TextBox 399">
              <a:extLst>
                <a:ext uri="{FF2B5EF4-FFF2-40B4-BE49-F238E27FC236}">
                  <a16:creationId xmlns:a16="http://schemas.microsoft.com/office/drawing/2014/main" id="{7DE1AEF7-BBBD-CE47-95BE-236511149F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0715" y="4235599"/>
              <a:ext cx="1635889" cy="284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southbound API</a:t>
              </a:r>
            </a:p>
          </p:txBody>
        </p:sp>
        <p:sp>
          <p:nvSpPr>
            <p:cNvPr id="867" name="TextBox 399">
              <a:extLst>
                <a:ext uri="{FF2B5EF4-FFF2-40B4-BE49-F238E27FC236}">
                  <a16:creationId xmlns:a16="http://schemas.microsoft.com/office/drawing/2014/main" id="{033F372B-9E56-9B43-9893-2EBEDF887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46778" y="2717781"/>
              <a:ext cx="1635889" cy="284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northbound API</a:t>
              </a:r>
            </a:p>
          </p:txBody>
        </p:sp>
        <p:sp>
          <p:nvSpPr>
            <p:cNvPr id="868" name="TextBox 399">
              <a:extLst>
                <a:ext uri="{FF2B5EF4-FFF2-40B4-BE49-F238E27FC236}">
                  <a16:creationId xmlns:a16="http://schemas.microsoft.com/office/drawing/2014/main" id="{16B44057-72D3-5E46-935C-9EED28D7FD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7651" y="5795718"/>
              <a:ext cx="2302688" cy="284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SDN-controlled switches</a:t>
              </a:r>
            </a:p>
          </p:txBody>
        </p:sp>
        <p:sp>
          <p:nvSpPr>
            <p:cNvPr id="869" name="TextBox 399">
              <a:extLst>
                <a:ext uri="{FF2B5EF4-FFF2-40B4-BE49-F238E27FC236}">
                  <a16:creationId xmlns:a16="http://schemas.microsoft.com/office/drawing/2014/main" id="{862C44EB-1706-6C4E-AFA2-ACADCAC1D4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07907" y="910464"/>
              <a:ext cx="2381659" cy="284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network-control applications</a:t>
              </a:r>
            </a:p>
          </p:txBody>
        </p:sp>
      </p:grpSp>
      <p:sp>
        <p:nvSpPr>
          <p:cNvPr id="971" name="Rectangle 970">
            <a:extLst>
              <a:ext uri="{FF2B5EF4-FFF2-40B4-BE49-F238E27FC236}">
                <a16:creationId xmlns:a16="http://schemas.microsoft.com/office/drawing/2014/main" id="{CF79C9C5-C35F-9D4D-A4B3-C17F7845845A}"/>
              </a:ext>
            </a:extLst>
          </p:cNvPr>
          <p:cNvSpPr/>
          <p:nvPr/>
        </p:nvSpPr>
        <p:spPr bwMode="auto">
          <a:xfrm>
            <a:off x="6602169" y="1221758"/>
            <a:ext cx="4134334" cy="3901387"/>
          </a:xfrm>
          <a:prstGeom prst="rect">
            <a:avLst/>
          </a:prstGeom>
          <a:solidFill>
            <a:srgbClr val="FFFFFF">
              <a:alpha val="77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5300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8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CD85E7-B9DB-9043-B7EC-8C0919E8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4139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/>
              <a:t>Software defined networking (SDN)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71119-17C6-6045-B8FE-FECA68C80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850" name="Content Placeholder 6">
            <a:extLst>
              <a:ext uri="{FF2B5EF4-FFF2-40B4-BE49-F238E27FC236}">
                <a16:creationId xmlns:a16="http://schemas.microsoft.com/office/drawing/2014/main" id="{BCBBA01E-E6B7-6244-BCD8-8FA9A6E5AB79}"/>
              </a:ext>
            </a:extLst>
          </p:cNvPr>
          <p:cNvSpPr txBox="1">
            <a:spLocks/>
          </p:cNvSpPr>
          <p:nvPr/>
        </p:nvSpPr>
        <p:spPr bwMode="auto">
          <a:xfrm>
            <a:off x="826717" y="1581356"/>
            <a:ext cx="5643355" cy="5010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>
              <a:buNone/>
            </a:pPr>
            <a:r>
              <a:rPr lang="en-US" sz="3200" dirty="0">
                <a:solidFill>
                  <a:srgbClr val="0000A8"/>
                </a:solidFill>
              </a:rPr>
              <a:t>SDN controller (network OS): </a:t>
            </a:r>
          </a:p>
          <a:p>
            <a:pPr indent="-274638">
              <a:lnSpc>
                <a:spcPct val="95000"/>
              </a:lnSpc>
            </a:pPr>
            <a:r>
              <a:rPr lang="en-US" dirty="0"/>
              <a:t>maintain network state information</a:t>
            </a:r>
          </a:p>
          <a:p>
            <a:pPr indent="-274638">
              <a:lnSpc>
                <a:spcPct val="95000"/>
              </a:lnSpc>
            </a:pPr>
            <a:r>
              <a:rPr lang="en-US" dirty="0"/>
              <a:t>interacts with network control applications “above” via northbound API</a:t>
            </a:r>
          </a:p>
          <a:p>
            <a:pPr indent="-274638">
              <a:lnSpc>
                <a:spcPct val="95000"/>
              </a:lnSpc>
            </a:pPr>
            <a:r>
              <a:rPr lang="en-US" dirty="0"/>
              <a:t>interacts with network switches “below” via southbound API</a:t>
            </a:r>
          </a:p>
          <a:p>
            <a:pPr indent="-274638">
              <a:lnSpc>
                <a:spcPct val="95000"/>
              </a:lnSpc>
            </a:pPr>
            <a:r>
              <a:rPr lang="en-US" dirty="0"/>
              <a:t>implemented as distributed system for performance, scalability, fault-tolerance, robustness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ＭＳ Ｐゴシック" charset="0"/>
            </a:endParaRPr>
          </a:p>
        </p:txBody>
      </p:sp>
      <p:grpSp>
        <p:nvGrpSpPr>
          <p:cNvPr id="851" name="Group 850">
            <a:extLst>
              <a:ext uri="{FF2B5EF4-FFF2-40B4-BE49-F238E27FC236}">
                <a16:creationId xmlns:a16="http://schemas.microsoft.com/office/drawing/2014/main" id="{CE55C0D3-06CC-DF41-88F6-A273370E03E8}"/>
              </a:ext>
            </a:extLst>
          </p:cNvPr>
          <p:cNvGrpSpPr/>
          <p:nvPr/>
        </p:nvGrpSpPr>
        <p:grpSpPr>
          <a:xfrm>
            <a:off x="6806501" y="1476134"/>
            <a:ext cx="3846765" cy="5169840"/>
            <a:chOff x="4990227" y="910464"/>
            <a:chExt cx="3846765" cy="5169840"/>
          </a:xfrm>
        </p:grpSpPr>
        <p:sp>
          <p:nvSpPr>
            <p:cNvPr id="852" name="TextBox 399">
              <a:extLst>
                <a:ext uri="{FF2B5EF4-FFF2-40B4-BE49-F238E27FC236}">
                  <a16:creationId xmlns:a16="http://schemas.microsoft.com/office/drawing/2014/main" id="{5EA34F1E-D60F-4E46-99D4-53221197BE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18490" y="4936685"/>
              <a:ext cx="286930" cy="471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data</a:t>
              </a:r>
            </a:p>
            <a:p>
              <a:pPr marL="0" marR="0" lvl="0" indent="0" algn="ctr" defTabSz="91440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plane</a:t>
              </a:r>
            </a:p>
          </p:txBody>
        </p:sp>
        <p:sp>
          <p:nvSpPr>
            <p:cNvPr id="853" name="TextBox 400">
              <a:extLst>
                <a:ext uri="{FF2B5EF4-FFF2-40B4-BE49-F238E27FC236}">
                  <a16:creationId xmlns:a16="http://schemas.microsoft.com/office/drawing/2014/main" id="{DE759E4F-F356-5946-9CC4-A4E5C9A1D6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94972" y="2474327"/>
              <a:ext cx="342020" cy="471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control</a:t>
              </a:r>
            </a:p>
            <a:p>
              <a:pPr marL="0" marR="0" lvl="0" indent="0" algn="ctr" defTabSz="91440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plane</a:t>
              </a:r>
            </a:p>
          </p:txBody>
        </p:sp>
        <p:cxnSp>
          <p:nvCxnSpPr>
            <p:cNvPr id="854" name="Straight Connector 853">
              <a:extLst>
                <a:ext uri="{FF2B5EF4-FFF2-40B4-BE49-F238E27FC236}">
                  <a16:creationId xmlns:a16="http://schemas.microsoft.com/office/drawing/2014/main" id="{1A2102D6-7949-1844-8DED-B73B0057D3CF}"/>
                </a:ext>
              </a:extLst>
            </p:cNvPr>
            <p:cNvCxnSpPr/>
            <p:nvPr/>
          </p:nvCxnSpPr>
          <p:spPr bwMode="auto">
            <a:xfrm flipV="1">
              <a:off x="5272718" y="4529666"/>
              <a:ext cx="2791783" cy="14329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dash"/>
            </a:ln>
            <a:effectLst/>
          </p:spPr>
        </p:cxnSp>
        <p:cxnSp>
          <p:nvCxnSpPr>
            <p:cNvPr id="855" name="Straight Connector 854">
              <a:extLst>
                <a:ext uri="{FF2B5EF4-FFF2-40B4-BE49-F238E27FC236}">
                  <a16:creationId xmlns:a16="http://schemas.microsoft.com/office/drawing/2014/main" id="{41F5119B-91DF-204A-A96B-FEEB6C0969E0}"/>
                </a:ext>
              </a:extLst>
            </p:cNvPr>
            <p:cNvCxnSpPr/>
            <p:nvPr/>
          </p:nvCxnSpPr>
          <p:spPr bwMode="auto">
            <a:xfrm flipV="1">
              <a:off x="5192283" y="2709335"/>
              <a:ext cx="3041550" cy="18563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dash"/>
            </a:ln>
            <a:effectLst/>
          </p:spPr>
        </p:cxnSp>
        <p:grpSp>
          <p:nvGrpSpPr>
            <p:cNvPr id="856" name="Group 855">
              <a:extLst>
                <a:ext uri="{FF2B5EF4-FFF2-40B4-BE49-F238E27FC236}">
                  <a16:creationId xmlns:a16="http://schemas.microsoft.com/office/drawing/2014/main" id="{4A072938-7333-B54B-8E85-AA4AB0118ED1}"/>
                </a:ext>
              </a:extLst>
            </p:cNvPr>
            <p:cNvGrpSpPr/>
            <p:nvPr/>
          </p:nvGrpSpPr>
          <p:grpSpPr>
            <a:xfrm>
              <a:off x="5164667" y="4826000"/>
              <a:ext cx="2979208" cy="973667"/>
              <a:chOff x="2592388" y="5601756"/>
              <a:chExt cx="4027487" cy="939800"/>
            </a:xfrm>
          </p:grpSpPr>
          <p:sp>
            <p:nvSpPr>
              <p:cNvPr id="912" name="Freeform 2">
                <a:extLst>
                  <a:ext uri="{FF2B5EF4-FFF2-40B4-BE49-F238E27FC236}">
                    <a16:creationId xmlns:a16="http://schemas.microsoft.com/office/drawing/2014/main" id="{71DEC372-158B-D843-AAA9-444950279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2388" y="5601756"/>
                <a:ext cx="4027487" cy="939800"/>
              </a:xfrm>
              <a:custGeom>
                <a:avLst/>
                <a:gdLst>
                  <a:gd name="T0" fmla="*/ 648763 w 10001"/>
                  <a:gd name="T1" fmla="*/ 34777612 h 10125"/>
                  <a:gd name="T2" fmla="*/ 115976403 w 10001"/>
                  <a:gd name="T3" fmla="*/ 13733703 h 10125"/>
                  <a:gd name="T4" fmla="*/ 507700960 w 10001"/>
                  <a:gd name="T5" fmla="*/ 8662125 h 10125"/>
                  <a:gd name="T6" fmla="*/ 810212713 w 10001"/>
                  <a:gd name="T7" fmla="*/ 0 h 10125"/>
                  <a:gd name="T8" fmla="*/ 1090015738 w 10001"/>
                  <a:gd name="T9" fmla="*/ 8687929 h 10125"/>
                  <a:gd name="T10" fmla="*/ 1310938763 w 10001"/>
                  <a:gd name="T11" fmla="*/ 4279362 h 10125"/>
                  <a:gd name="T12" fmla="*/ 1620263134 w 10001"/>
                  <a:gd name="T13" fmla="*/ 25736690 h 10125"/>
                  <a:gd name="T14" fmla="*/ 1394798364 w 10001"/>
                  <a:gd name="T15" fmla="*/ 58525268 h 10125"/>
                  <a:gd name="T16" fmla="*/ 1134622140 w 10001"/>
                  <a:gd name="T17" fmla="*/ 80266624 h 10125"/>
                  <a:gd name="T18" fmla="*/ 860820276 w 10001"/>
                  <a:gd name="T19" fmla="*/ 76142271 h 10125"/>
                  <a:gd name="T20" fmla="*/ 708996782 w 10001"/>
                  <a:gd name="T21" fmla="*/ 85346835 h 10125"/>
                  <a:gd name="T22" fmla="*/ 509322667 w 10001"/>
                  <a:gd name="T23" fmla="*/ 86268164 h 10125"/>
                  <a:gd name="T24" fmla="*/ 353443899 w 10001"/>
                  <a:gd name="T25" fmla="*/ 67979516 h 10125"/>
                  <a:gd name="T26" fmla="*/ 192536914 w 10001"/>
                  <a:gd name="T27" fmla="*/ 64535347 h 10125"/>
                  <a:gd name="T28" fmla="*/ 648763 w 10001"/>
                  <a:gd name="T29" fmla="*/ 34777612 h 101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0001" h="10125">
                    <a:moveTo>
                      <a:pt x="4" y="4039"/>
                    </a:moveTo>
                    <a:cubicBezTo>
                      <a:pt x="-29" y="2271"/>
                      <a:pt x="194" y="2100"/>
                      <a:pt x="715" y="1595"/>
                    </a:cubicBezTo>
                    <a:cubicBezTo>
                      <a:pt x="1236" y="1089"/>
                      <a:pt x="2417" y="1272"/>
                      <a:pt x="3130" y="1006"/>
                    </a:cubicBezTo>
                    <a:cubicBezTo>
                      <a:pt x="3843" y="740"/>
                      <a:pt x="4397" y="0"/>
                      <a:pt x="4995" y="0"/>
                    </a:cubicBezTo>
                    <a:cubicBezTo>
                      <a:pt x="5593" y="1"/>
                      <a:pt x="6206" y="926"/>
                      <a:pt x="6720" y="1009"/>
                    </a:cubicBezTo>
                    <a:cubicBezTo>
                      <a:pt x="7234" y="1092"/>
                      <a:pt x="7536" y="241"/>
                      <a:pt x="8082" y="497"/>
                    </a:cubicBezTo>
                    <a:cubicBezTo>
                      <a:pt x="8628" y="756"/>
                      <a:pt x="9854" y="442"/>
                      <a:pt x="9989" y="2989"/>
                    </a:cubicBezTo>
                    <a:cubicBezTo>
                      <a:pt x="10124" y="5536"/>
                      <a:pt x="9098" y="5742"/>
                      <a:pt x="8599" y="6797"/>
                    </a:cubicBezTo>
                    <a:cubicBezTo>
                      <a:pt x="8100" y="7852"/>
                      <a:pt x="7544" y="8981"/>
                      <a:pt x="6995" y="9322"/>
                    </a:cubicBezTo>
                    <a:cubicBezTo>
                      <a:pt x="6446" y="9663"/>
                      <a:pt x="5793" y="8957"/>
                      <a:pt x="5307" y="8843"/>
                    </a:cubicBezTo>
                    <a:cubicBezTo>
                      <a:pt x="4819" y="8726"/>
                      <a:pt x="4628" y="10048"/>
                      <a:pt x="4371" y="9912"/>
                    </a:cubicBezTo>
                    <a:cubicBezTo>
                      <a:pt x="4114" y="9775"/>
                      <a:pt x="3505" y="10355"/>
                      <a:pt x="3140" y="10019"/>
                    </a:cubicBezTo>
                    <a:cubicBezTo>
                      <a:pt x="2774" y="9683"/>
                      <a:pt x="2820" y="8138"/>
                      <a:pt x="2179" y="7895"/>
                    </a:cubicBezTo>
                    <a:cubicBezTo>
                      <a:pt x="1586" y="6800"/>
                      <a:pt x="1549" y="8137"/>
                      <a:pt x="1187" y="7495"/>
                    </a:cubicBezTo>
                    <a:cubicBezTo>
                      <a:pt x="825" y="6852"/>
                      <a:pt x="-7" y="6157"/>
                      <a:pt x="4" y="4039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cxnSp>
            <p:nvCxnSpPr>
              <p:cNvPr id="913" name="Straight Connector 912">
                <a:extLst>
                  <a:ext uri="{FF2B5EF4-FFF2-40B4-BE49-F238E27FC236}">
                    <a16:creationId xmlns:a16="http://schemas.microsoft.com/office/drawing/2014/main" id="{B0A5E970-BE5B-924E-8E27-2F517326B70B}"/>
                  </a:ext>
                </a:extLst>
              </p:cNvPr>
              <p:cNvCxnSpPr/>
              <p:nvPr/>
            </p:nvCxnSpPr>
            <p:spPr>
              <a:xfrm flipV="1">
                <a:off x="3262941" y="5752569"/>
                <a:ext cx="1316038" cy="131762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914" name="Straight Connector 913">
                <a:extLst>
                  <a:ext uri="{FF2B5EF4-FFF2-40B4-BE49-F238E27FC236}">
                    <a16:creationId xmlns:a16="http://schemas.microsoft.com/office/drawing/2014/main" id="{4BCA3B8C-279D-E840-87D5-1E0642D09387}"/>
                  </a:ext>
                </a:extLst>
              </p:cNvPr>
              <p:cNvCxnSpPr/>
              <p:nvPr/>
            </p:nvCxnSpPr>
            <p:spPr>
              <a:xfrm>
                <a:off x="3151816" y="5939894"/>
                <a:ext cx="2259013" cy="298450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915" name="Straight Connector 914">
                <a:extLst>
                  <a:ext uri="{FF2B5EF4-FFF2-40B4-BE49-F238E27FC236}">
                    <a16:creationId xmlns:a16="http://schemas.microsoft.com/office/drawing/2014/main" id="{CD10DAC3-DC6D-E045-A194-1C410416865B}"/>
                  </a:ext>
                </a:extLst>
              </p:cNvPr>
              <p:cNvCxnSpPr/>
              <p:nvPr/>
            </p:nvCxnSpPr>
            <p:spPr>
              <a:xfrm>
                <a:off x="3164516" y="6044669"/>
                <a:ext cx="714375" cy="276225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916" name="Straight Connector 915">
                <a:extLst>
                  <a:ext uri="{FF2B5EF4-FFF2-40B4-BE49-F238E27FC236}">
                    <a16:creationId xmlns:a16="http://schemas.microsoft.com/office/drawing/2014/main" id="{E2A8FB26-91FF-3E4C-8347-A2AE524A00A4}"/>
                  </a:ext>
                </a:extLst>
              </p:cNvPr>
              <p:cNvCxnSpPr/>
              <p:nvPr/>
            </p:nvCxnSpPr>
            <p:spPr>
              <a:xfrm flipV="1">
                <a:off x="4182104" y="6238344"/>
                <a:ext cx="1247775" cy="82550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917" name="Straight Connector 916">
                <a:extLst>
                  <a:ext uri="{FF2B5EF4-FFF2-40B4-BE49-F238E27FC236}">
                    <a16:creationId xmlns:a16="http://schemas.microsoft.com/office/drawing/2014/main" id="{FC84CD0A-6A0B-954A-A0C2-9433ED84E08F}"/>
                  </a:ext>
                </a:extLst>
              </p:cNvPr>
              <p:cNvCxnSpPr/>
              <p:nvPr/>
            </p:nvCxnSpPr>
            <p:spPr>
              <a:xfrm>
                <a:off x="4842504" y="5785906"/>
                <a:ext cx="1057275" cy="123825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918" name="Straight Connector 917">
                <a:extLst>
                  <a:ext uri="{FF2B5EF4-FFF2-40B4-BE49-F238E27FC236}">
                    <a16:creationId xmlns:a16="http://schemas.microsoft.com/office/drawing/2014/main" id="{F20F73DF-CC1A-414D-AA37-5C7FA5314FCC}"/>
                  </a:ext>
                </a:extLst>
              </p:cNvPr>
              <p:cNvCxnSpPr/>
              <p:nvPr/>
            </p:nvCxnSpPr>
            <p:spPr>
              <a:xfrm flipV="1">
                <a:off x="4126541" y="5939894"/>
                <a:ext cx="1790700" cy="298450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919" name="Straight Connector 918">
                <a:extLst>
                  <a:ext uri="{FF2B5EF4-FFF2-40B4-BE49-F238E27FC236}">
                    <a16:creationId xmlns:a16="http://schemas.microsoft.com/office/drawing/2014/main" id="{AC31F3CF-B52D-E042-B7DB-4F44E715F9A8}"/>
                  </a:ext>
                </a:extLst>
              </p:cNvPr>
              <p:cNvCxnSpPr/>
              <p:nvPr/>
            </p:nvCxnSpPr>
            <p:spPr>
              <a:xfrm flipV="1">
                <a:off x="5453691" y="5968469"/>
                <a:ext cx="588963" cy="269875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920" name="Straight Connector 919">
                <a:extLst>
                  <a:ext uri="{FF2B5EF4-FFF2-40B4-BE49-F238E27FC236}">
                    <a16:creationId xmlns:a16="http://schemas.microsoft.com/office/drawing/2014/main" id="{48C7DC80-D2A7-B248-9A8F-1B651F5CEB39}"/>
                  </a:ext>
                </a:extLst>
              </p:cNvPr>
              <p:cNvCxnSpPr/>
              <p:nvPr/>
            </p:nvCxnSpPr>
            <p:spPr>
              <a:xfrm>
                <a:off x="4596441" y="5752569"/>
                <a:ext cx="814388" cy="401637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grpSp>
            <p:nvGrpSpPr>
              <p:cNvPr id="921" name="Group 347">
                <a:extLst>
                  <a:ext uri="{FF2B5EF4-FFF2-40B4-BE49-F238E27FC236}">
                    <a16:creationId xmlns:a16="http://schemas.microsoft.com/office/drawing/2014/main" id="{A2DC2A2D-4327-FB49-8F37-6B6A7EBE1D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856401" y="5796097"/>
                <a:ext cx="588970" cy="242608"/>
                <a:chOff x="1871277" y="1576300"/>
                <a:chExt cx="1128371" cy="437861"/>
              </a:xfrm>
            </p:grpSpPr>
            <p:sp>
              <p:nvSpPr>
                <p:cNvPr id="962" name="Oval 961">
                  <a:extLst>
                    <a:ext uri="{FF2B5EF4-FFF2-40B4-BE49-F238E27FC236}">
                      <a16:creationId xmlns:a16="http://schemas.microsoft.com/office/drawing/2014/main" id="{9B6F5CD8-4D1E-1A4F-9507-95200A73998A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3" name="Rectangle 962">
                  <a:extLst>
                    <a:ext uri="{FF2B5EF4-FFF2-40B4-BE49-F238E27FC236}">
                      <a16:creationId xmlns:a16="http://schemas.microsoft.com/office/drawing/2014/main" id="{C28B8F5B-8431-1A46-AAE4-9B0ED530F25B}"/>
                    </a:ext>
                  </a:extLst>
                </p:cNvPr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4" name="Oval 963">
                  <a:extLst>
                    <a:ext uri="{FF2B5EF4-FFF2-40B4-BE49-F238E27FC236}">
                      <a16:creationId xmlns:a16="http://schemas.microsoft.com/office/drawing/2014/main" id="{F1F79620-841F-DD4E-87FC-51E7153EC005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5" name="Freeform 964">
                  <a:extLst>
                    <a:ext uri="{FF2B5EF4-FFF2-40B4-BE49-F238E27FC236}">
                      <a16:creationId xmlns:a16="http://schemas.microsoft.com/office/drawing/2014/main" id="{E98A7BEC-9D56-6B49-8125-0F5CDE1FC0B8}"/>
                    </a:ext>
                  </a:extLst>
                </p:cNvPr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6" name="Freeform 965">
                  <a:extLst>
                    <a:ext uri="{FF2B5EF4-FFF2-40B4-BE49-F238E27FC236}">
                      <a16:creationId xmlns:a16="http://schemas.microsoft.com/office/drawing/2014/main" id="{6905DB74-EB71-3644-AC3F-2EDDA70861AB}"/>
                    </a:ext>
                  </a:extLst>
                </p:cNvPr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7" name="Freeform 966">
                  <a:extLst>
                    <a:ext uri="{FF2B5EF4-FFF2-40B4-BE49-F238E27FC236}">
                      <a16:creationId xmlns:a16="http://schemas.microsoft.com/office/drawing/2014/main" id="{62D3DDB5-3EA7-214C-8C31-BA38971C9A74}"/>
                    </a:ext>
                  </a:extLst>
                </p:cNvPr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8" name="Freeform 967">
                  <a:extLst>
                    <a:ext uri="{FF2B5EF4-FFF2-40B4-BE49-F238E27FC236}">
                      <a16:creationId xmlns:a16="http://schemas.microsoft.com/office/drawing/2014/main" id="{B71B4E2A-E351-6C49-9DFD-6BB4843D451F}"/>
                    </a:ext>
                  </a:extLst>
                </p:cNvPr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69" name="Straight Connector 968">
                  <a:extLst>
                    <a:ext uri="{FF2B5EF4-FFF2-40B4-BE49-F238E27FC236}">
                      <a16:creationId xmlns:a16="http://schemas.microsoft.com/office/drawing/2014/main" id="{7146C111-B5B3-8141-95C1-2CADFE9B32BF}"/>
                    </a:ext>
                  </a:extLst>
                </p:cNvPr>
                <p:cNvCxnSpPr>
                  <a:endCxn id="964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970" name="Straight Connector 969">
                  <a:extLst>
                    <a:ext uri="{FF2B5EF4-FFF2-40B4-BE49-F238E27FC236}">
                      <a16:creationId xmlns:a16="http://schemas.microsoft.com/office/drawing/2014/main" id="{DFA6A355-A08F-F241-92FA-D0E6992CE4F5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922" name="Group 347">
                <a:extLst>
                  <a:ext uri="{FF2B5EF4-FFF2-40B4-BE49-F238E27FC236}">
                    <a16:creationId xmlns:a16="http://schemas.microsoft.com/office/drawing/2014/main" id="{46EDC75E-59E6-4645-85A7-E2C58E5451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75328" y="5654000"/>
                <a:ext cx="588970" cy="242608"/>
                <a:chOff x="1871277" y="1576300"/>
                <a:chExt cx="1128371" cy="437861"/>
              </a:xfrm>
            </p:grpSpPr>
            <p:sp>
              <p:nvSpPr>
                <p:cNvPr id="953" name="Oval 952">
                  <a:extLst>
                    <a:ext uri="{FF2B5EF4-FFF2-40B4-BE49-F238E27FC236}">
                      <a16:creationId xmlns:a16="http://schemas.microsoft.com/office/drawing/2014/main" id="{9DACA189-A149-9949-BCF3-95B569BB6477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4" name="Rectangle 953">
                  <a:extLst>
                    <a:ext uri="{FF2B5EF4-FFF2-40B4-BE49-F238E27FC236}">
                      <a16:creationId xmlns:a16="http://schemas.microsoft.com/office/drawing/2014/main" id="{08EC0937-ACA9-3840-8439-8223BB848980}"/>
                    </a:ext>
                  </a:extLst>
                </p:cNvPr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5" name="Oval 954">
                  <a:extLst>
                    <a:ext uri="{FF2B5EF4-FFF2-40B4-BE49-F238E27FC236}">
                      <a16:creationId xmlns:a16="http://schemas.microsoft.com/office/drawing/2014/main" id="{E17B98F5-9CEF-6F4F-BBA9-BB8DE0D91B36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6" name="Freeform 955">
                  <a:extLst>
                    <a:ext uri="{FF2B5EF4-FFF2-40B4-BE49-F238E27FC236}">
                      <a16:creationId xmlns:a16="http://schemas.microsoft.com/office/drawing/2014/main" id="{61234B09-DC44-7342-A70C-06AC8A581E23}"/>
                    </a:ext>
                  </a:extLst>
                </p:cNvPr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7" name="Freeform 956">
                  <a:extLst>
                    <a:ext uri="{FF2B5EF4-FFF2-40B4-BE49-F238E27FC236}">
                      <a16:creationId xmlns:a16="http://schemas.microsoft.com/office/drawing/2014/main" id="{03AF34FD-E240-F04C-9158-920D29213255}"/>
                    </a:ext>
                  </a:extLst>
                </p:cNvPr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8" name="Freeform 957">
                  <a:extLst>
                    <a:ext uri="{FF2B5EF4-FFF2-40B4-BE49-F238E27FC236}">
                      <a16:creationId xmlns:a16="http://schemas.microsoft.com/office/drawing/2014/main" id="{526E50F3-60FD-0E45-BC3A-3C6066FB7D8A}"/>
                    </a:ext>
                  </a:extLst>
                </p:cNvPr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9" name="Freeform 958">
                  <a:extLst>
                    <a:ext uri="{FF2B5EF4-FFF2-40B4-BE49-F238E27FC236}">
                      <a16:creationId xmlns:a16="http://schemas.microsoft.com/office/drawing/2014/main" id="{FEE1E3A7-C090-734C-9180-457004D9D039}"/>
                    </a:ext>
                  </a:extLst>
                </p:cNvPr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60" name="Straight Connector 959">
                  <a:extLst>
                    <a:ext uri="{FF2B5EF4-FFF2-40B4-BE49-F238E27FC236}">
                      <a16:creationId xmlns:a16="http://schemas.microsoft.com/office/drawing/2014/main" id="{99A3F99A-570C-8A42-9492-3585D770DA95}"/>
                    </a:ext>
                  </a:extLst>
                </p:cNvPr>
                <p:cNvCxnSpPr>
                  <a:endCxn id="955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961" name="Straight Connector 960">
                  <a:extLst>
                    <a:ext uri="{FF2B5EF4-FFF2-40B4-BE49-F238E27FC236}">
                      <a16:creationId xmlns:a16="http://schemas.microsoft.com/office/drawing/2014/main" id="{5F18512F-CA24-4444-95DF-016FA49178DB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923" name="Group 347">
                <a:extLst>
                  <a:ext uri="{FF2B5EF4-FFF2-40B4-BE49-F238E27FC236}">
                    <a16:creationId xmlns:a16="http://schemas.microsoft.com/office/drawing/2014/main" id="{4B02C431-99D3-6D48-8159-7B4877B83A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48241" y="5847813"/>
                <a:ext cx="588970" cy="242608"/>
                <a:chOff x="1871277" y="1576300"/>
                <a:chExt cx="1128371" cy="437861"/>
              </a:xfrm>
            </p:grpSpPr>
            <p:sp>
              <p:nvSpPr>
                <p:cNvPr id="944" name="Oval 943">
                  <a:extLst>
                    <a:ext uri="{FF2B5EF4-FFF2-40B4-BE49-F238E27FC236}">
                      <a16:creationId xmlns:a16="http://schemas.microsoft.com/office/drawing/2014/main" id="{0FF0DF6F-D87B-2346-B35F-0DD610115E22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5" name="Rectangle 944">
                  <a:extLst>
                    <a:ext uri="{FF2B5EF4-FFF2-40B4-BE49-F238E27FC236}">
                      <a16:creationId xmlns:a16="http://schemas.microsoft.com/office/drawing/2014/main" id="{0A88A3D0-6A43-9C4F-B2B8-C62A5B975479}"/>
                    </a:ext>
                  </a:extLst>
                </p:cNvPr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6" name="Oval 945">
                  <a:extLst>
                    <a:ext uri="{FF2B5EF4-FFF2-40B4-BE49-F238E27FC236}">
                      <a16:creationId xmlns:a16="http://schemas.microsoft.com/office/drawing/2014/main" id="{A97EE425-A6D3-754D-B745-A46539A9BCE9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7" name="Freeform 946">
                  <a:extLst>
                    <a:ext uri="{FF2B5EF4-FFF2-40B4-BE49-F238E27FC236}">
                      <a16:creationId xmlns:a16="http://schemas.microsoft.com/office/drawing/2014/main" id="{D4B205B1-4191-B84B-8CA4-DD171806AD2E}"/>
                    </a:ext>
                  </a:extLst>
                </p:cNvPr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8" name="Freeform 947">
                  <a:extLst>
                    <a:ext uri="{FF2B5EF4-FFF2-40B4-BE49-F238E27FC236}">
                      <a16:creationId xmlns:a16="http://schemas.microsoft.com/office/drawing/2014/main" id="{1BBBF1EF-3ED2-5848-B3F0-7F8463BE28C7}"/>
                    </a:ext>
                  </a:extLst>
                </p:cNvPr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9" name="Freeform 948">
                  <a:extLst>
                    <a:ext uri="{FF2B5EF4-FFF2-40B4-BE49-F238E27FC236}">
                      <a16:creationId xmlns:a16="http://schemas.microsoft.com/office/drawing/2014/main" id="{AE727D85-0B80-AB43-A858-E12A22DEF74E}"/>
                    </a:ext>
                  </a:extLst>
                </p:cNvPr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0" name="Freeform 949">
                  <a:extLst>
                    <a:ext uri="{FF2B5EF4-FFF2-40B4-BE49-F238E27FC236}">
                      <a16:creationId xmlns:a16="http://schemas.microsoft.com/office/drawing/2014/main" id="{E087DF11-E1FC-A24A-A90A-56EFAAF5ED33}"/>
                    </a:ext>
                  </a:extLst>
                </p:cNvPr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51" name="Straight Connector 950">
                  <a:extLst>
                    <a:ext uri="{FF2B5EF4-FFF2-40B4-BE49-F238E27FC236}">
                      <a16:creationId xmlns:a16="http://schemas.microsoft.com/office/drawing/2014/main" id="{63B2769E-5BF0-4C43-BDCD-E08BBCA40A60}"/>
                    </a:ext>
                  </a:extLst>
                </p:cNvPr>
                <p:cNvCxnSpPr>
                  <a:endCxn id="946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952" name="Straight Connector 951">
                  <a:extLst>
                    <a:ext uri="{FF2B5EF4-FFF2-40B4-BE49-F238E27FC236}">
                      <a16:creationId xmlns:a16="http://schemas.microsoft.com/office/drawing/2014/main" id="{D9643885-03AC-8C44-B9B3-97EEFAB93F73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924" name="Group 347">
                <a:extLst>
                  <a:ext uri="{FF2B5EF4-FFF2-40B4-BE49-F238E27FC236}">
                    <a16:creationId xmlns:a16="http://schemas.microsoft.com/office/drawing/2014/main" id="{59383640-B92E-3B49-9F91-B00C1816C4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66757" y="6114152"/>
                <a:ext cx="588970" cy="242608"/>
                <a:chOff x="1871277" y="1576300"/>
                <a:chExt cx="1128371" cy="437861"/>
              </a:xfrm>
            </p:grpSpPr>
            <p:sp>
              <p:nvSpPr>
                <p:cNvPr id="935" name="Oval 934">
                  <a:extLst>
                    <a:ext uri="{FF2B5EF4-FFF2-40B4-BE49-F238E27FC236}">
                      <a16:creationId xmlns:a16="http://schemas.microsoft.com/office/drawing/2014/main" id="{5018BF36-5D40-234D-B43E-166D4365DFC7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36" name="Rectangle 935">
                  <a:extLst>
                    <a:ext uri="{FF2B5EF4-FFF2-40B4-BE49-F238E27FC236}">
                      <a16:creationId xmlns:a16="http://schemas.microsoft.com/office/drawing/2014/main" id="{F3CF2F53-1F91-DA4A-B9DD-A5E958F02DF9}"/>
                    </a:ext>
                  </a:extLst>
                </p:cNvPr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37" name="Oval 936">
                  <a:extLst>
                    <a:ext uri="{FF2B5EF4-FFF2-40B4-BE49-F238E27FC236}">
                      <a16:creationId xmlns:a16="http://schemas.microsoft.com/office/drawing/2014/main" id="{DE201E6A-02EE-B14D-8F1B-DC21CC87BE80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38" name="Freeform 937">
                  <a:extLst>
                    <a:ext uri="{FF2B5EF4-FFF2-40B4-BE49-F238E27FC236}">
                      <a16:creationId xmlns:a16="http://schemas.microsoft.com/office/drawing/2014/main" id="{FB05CF2E-83B0-2640-93AB-853D8763B115}"/>
                    </a:ext>
                  </a:extLst>
                </p:cNvPr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39" name="Freeform 938">
                  <a:extLst>
                    <a:ext uri="{FF2B5EF4-FFF2-40B4-BE49-F238E27FC236}">
                      <a16:creationId xmlns:a16="http://schemas.microsoft.com/office/drawing/2014/main" id="{E2067AB0-285F-1D49-84B3-34E74A8258AC}"/>
                    </a:ext>
                  </a:extLst>
                </p:cNvPr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0" name="Freeform 939">
                  <a:extLst>
                    <a:ext uri="{FF2B5EF4-FFF2-40B4-BE49-F238E27FC236}">
                      <a16:creationId xmlns:a16="http://schemas.microsoft.com/office/drawing/2014/main" id="{E1588A39-233E-9A43-89F2-A2C023D3DD50}"/>
                    </a:ext>
                  </a:extLst>
                </p:cNvPr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1" name="Freeform 940">
                  <a:extLst>
                    <a:ext uri="{FF2B5EF4-FFF2-40B4-BE49-F238E27FC236}">
                      <a16:creationId xmlns:a16="http://schemas.microsoft.com/office/drawing/2014/main" id="{7E4670CD-E442-5648-B94B-92AF3B894755}"/>
                    </a:ext>
                  </a:extLst>
                </p:cNvPr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42" name="Straight Connector 941">
                  <a:extLst>
                    <a:ext uri="{FF2B5EF4-FFF2-40B4-BE49-F238E27FC236}">
                      <a16:creationId xmlns:a16="http://schemas.microsoft.com/office/drawing/2014/main" id="{759AD6F2-B641-0B45-9023-2F9E18420F9E}"/>
                    </a:ext>
                  </a:extLst>
                </p:cNvPr>
                <p:cNvCxnSpPr>
                  <a:endCxn id="937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943" name="Straight Connector 942">
                  <a:extLst>
                    <a:ext uri="{FF2B5EF4-FFF2-40B4-BE49-F238E27FC236}">
                      <a16:creationId xmlns:a16="http://schemas.microsoft.com/office/drawing/2014/main" id="{BD308E44-0EFE-944D-83E1-D1B7C02C2983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925" name="Group 347">
                <a:extLst>
                  <a:ext uri="{FF2B5EF4-FFF2-40B4-BE49-F238E27FC236}">
                    <a16:creationId xmlns:a16="http://schemas.microsoft.com/office/drawing/2014/main" id="{885312C2-0E07-194B-BEF1-237808F2C1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04088" y="6206732"/>
                <a:ext cx="588970" cy="242608"/>
                <a:chOff x="1871277" y="1576300"/>
                <a:chExt cx="1128371" cy="437861"/>
              </a:xfrm>
            </p:grpSpPr>
            <p:sp>
              <p:nvSpPr>
                <p:cNvPr id="926" name="Oval 925">
                  <a:extLst>
                    <a:ext uri="{FF2B5EF4-FFF2-40B4-BE49-F238E27FC236}">
                      <a16:creationId xmlns:a16="http://schemas.microsoft.com/office/drawing/2014/main" id="{DB1F6E96-DE25-304B-B7D0-FD1D59509C9D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27" name="Rectangle 926">
                  <a:extLst>
                    <a:ext uri="{FF2B5EF4-FFF2-40B4-BE49-F238E27FC236}">
                      <a16:creationId xmlns:a16="http://schemas.microsoft.com/office/drawing/2014/main" id="{C6F722AF-47B6-754C-8E9E-EFEB45831A89}"/>
                    </a:ext>
                  </a:extLst>
                </p:cNvPr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28" name="Oval 927">
                  <a:extLst>
                    <a:ext uri="{FF2B5EF4-FFF2-40B4-BE49-F238E27FC236}">
                      <a16:creationId xmlns:a16="http://schemas.microsoft.com/office/drawing/2014/main" id="{B7EFF65E-E3E4-7743-90E8-6E0DED7FF48C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29" name="Freeform 928">
                  <a:extLst>
                    <a:ext uri="{FF2B5EF4-FFF2-40B4-BE49-F238E27FC236}">
                      <a16:creationId xmlns:a16="http://schemas.microsoft.com/office/drawing/2014/main" id="{A6419AFD-CC26-B146-A541-B565AEA3805C}"/>
                    </a:ext>
                  </a:extLst>
                </p:cNvPr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30" name="Freeform 929">
                  <a:extLst>
                    <a:ext uri="{FF2B5EF4-FFF2-40B4-BE49-F238E27FC236}">
                      <a16:creationId xmlns:a16="http://schemas.microsoft.com/office/drawing/2014/main" id="{0147F8D3-CAD7-8542-B967-4F72DDDE3A54}"/>
                    </a:ext>
                  </a:extLst>
                </p:cNvPr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31" name="Freeform 930">
                  <a:extLst>
                    <a:ext uri="{FF2B5EF4-FFF2-40B4-BE49-F238E27FC236}">
                      <a16:creationId xmlns:a16="http://schemas.microsoft.com/office/drawing/2014/main" id="{AAF1E1A5-D576-1A4A-9BFD-6C323830CFC5}"/>
                    </a:ext>
                  </a:extLst>
                </p:cNvPr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32" name="Freeform 931">
                  <a:extLst>
                    <a:ext uri="{FF2B5EF4-FFF2-40B4-BE49-F238E27FC236}">
                      <a16:creationId xmlns:a16="http://schemas.microsoft.com/office/drawing/2014/main" id="{00B23D7F-A468-7B41-B882-C74692A46B5A}"/>
                    </a:ext>
                  </a:extLst>
                </p:cNvPr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33" name="Straight Connector 932">
                  <a:extLst>
                    <a:ext uri="{FF2B5EF4-FFF2-40B4-BE49-F238E27FC236}">
                      <a16:creationId xmlns:a16="http://schemas.microsoft.com/office/drawing/2014/main" id="{A710DADF-5A66-4E4D-9212-3DB6E5790B57}"/>
                    </a:ext>
                  </a:extLst>
                </p:cNvPr>
                <p:cNvCxnSpPr>
                  <a:endCxn id="928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934" name="Straight Connector 933">
                  <a:extLst>
                    <a:ext uri="{FF2B5EF4-FFF2-40B4-BE49-F238E27FC236}">
                      <a16:creationId xmlns:a16="http://schemas.microsoft.com/office/drawing/2014/main" id="{59A3775F-4767-2F47-9662-6CCEC729A7A8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</p:grpSp>
        <p:grpSp>
          <p:nvGrpSpPr>
            <p:cNvPr id="857" name="Group 856">
              <a:extLst>
                <a:ext uri="{FF2B5EF4-FFF2-40B4-BE49-F238E27FC236}">
                  <a16:creationId xmlns:a16="http://schemas.microsoft.com/office/drawing/2014/main" id="{54A52462-5258-B74E-939D-5568EFF6BF9A}"/>
                </a:ext>
              </a:extLst>
            </p:cNvPr>
            <p:cNvGrpSpPr/>
            <p:nvPr/>
          </p:nvGrpSpPr>
          <p:grpSpPr>
            <a:xfrm>
              <a:off x="4990227" y="3046752"/>
              <a:ext cx="3116606" cy="1053561"/>
              <a:chOff x="4990227" y="2877416"/>
              <a:chExt cx="3116606" cy="1053561"/>
            </a:xfrm>
          </p:grpSpPr>
          <p:sp>
            <p:nvSpPr>
              <p:cNvPr id="876" name="Rectangle 875">
                <a:extLst>
                  <a:ext uri="{FF2B5EF4-FFF2-40B4-BE49-F238E27FC236}">
                    <a16:creationId xmlns:a16="http://schemas.microsoft.com/office/drawing/2014/main" id="{A13ADE3B-72C2-1D43-B7E3-53ACC236F401}"/>
                  </a:ext>
                </a:extLst>
              </p:cNvPr>
              <p:cNvSpPr/>
              <p:nvPr/>
            </p:nvSpPr>
            <p:spPr bwMode="auto">
              <a:xfrm>
                <a:off x="5418665" y="2913389"/>
                <a:ext cx="2688168" cy="1017588"/>
              </a:xfrm>
              <a:prstGeom prst="rect">
                <a:avLst/>
              </a:prstGeom>
              <a:solidFill>
                <a:srgbClr val="2D2DB9">
                  <a:lumMod val="20000"/>
                  <a:lumOff val="80000"/>
                </a:srgbClr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877" name="Freeform 876">
                <a:extLst>
                  <a:ext uri="{FF2B5EF4-FFF2-40B4-BE49-F238E27FC236}">
                    <a16:creationId xmlns:a16="http://schemas.microsoft.com/office/drawing/2014/main" id="{8479C132-9D4A-964F-A8E8-7EB2EAA9863B}"/>
                  </a:ext>
                </a:extLst>
              </p:cNvPr>
              <p:cNvSpPr/>
              <p:nvPr/>
            </p:nvSpPr>
            <p:spPr bwMode="auto">
              <a:xfrm>
                <a:off x="5218221" y="2877416"/>
                <a:ext cx="213773" cy="1028160"/>
              </a:xfrm>
              <a:custGeom>
                <a:avLst/>
                <a:gdLst>
                  <a:gd name="connsiteX0" fmla="*/ 0 w 312616"/>
                  <a:gd name="connsiteY0" fmla="*/ 644770 h 1367693"/>
                  <a:gd name="connsiteX1" fmla="*/ 312616 w 312616"/>
                  <a:gd name="connsiteY1" fmla="*/ 0 h 1367693"/>
                  <a:gd name="connsiteX2" fmla="*/ 312616 w 312616"/>
                  <a:gd name="connsiteY2" fmla="*/ 1016000 h 1367693"/>
                  <a:gd name="connsiteX3" fmla="*/ 117231 w 312616"/>
                  <a:gd name="connsiteY3" fmla="*/ 1367693 h 1367693"/>
                  <a:gd name="connsiteX4" fmla="*/ 0 w 312616"/>
                  <a:gd name="connsiteY4" fmla="*/ 644770 h 1367693"/>
                  <a:gd name="connsiteX0" fmla="*/ 0 w 199855"/>
                  <a:gd name="connsiteY0" fmla="*/ 733787 h 1367693"/>
                  <a:gd name="connsiteX1" fmla="*/ 199855 w 199855"/>
                  <a:gd name="connsiteY1" fmla="*/ 0 h 1367693"/>
                  <a:gd name="connsiteX2" fmla="*/ 199855 w 199855"/>
                  <a:gd name="connsiteY2" fmla="*/ 1016000 h 1367693"/>
                  <a:gd name="connsiteX3" fmla="*/ 4470 w 199855"/>
                  <a:gd name="connsiteY3" fmla="*/ 1367693 h 1367693"/>
                  <a:gd name="connsiteX4" fmla="*/ 0 w 199855"/>
                  <a:gd name="connsiteY4" fmla="*/ 733787 h 1367693"/>
                  <a:gd name="connsiteX0" fmla="*/ 25203 w 225058"/>
                  <a:gd name="connsiteY0" fmla="*/ 733787 h 1361758"/>
                  <a:gd name="connsiteX1" fmla="*/ 225058 w 225058"/>
                  <a:gd name="connsiteY1" fmla="*/ 0 h 1361758"/>
                  <a:gd name="connsiteX2" fmla="*/ 225058 w 225058"/>
                  <a:gd name="connsiteY2" fmla="*/ 1016000 h 1361758"/>
                  <a:gd name="connsiteX3" fmla="*/ 0 w 225058"/>
                  <a:gd name="connsiteY3" fmla="*/ 1361758 h 1361758"/>
                  <a:gd name="connsiteX4" fmla="*/ 25203 w 225058"/>
                  <a:gd name="connsiteY4" fmla="*/ 733787 h 1361758"/>
                  <a:gd name="connsiteX0" fmla="*/ 25203 w 230992"/>
                  <a:gd name="connsiteY0" fmla="*/ 787197 h 1415168"/>
                  <a:gd name="connsiteX1" fmla="*/ 230992 w 230992"/>
                  <a:gd name="connsiteY1" fmla="*/ 0 h 1415168"/>
                  <a:gd name="connsiteX2" fmla="*/ 225058 w 230992"/>
                  <a:gd name="connsiteY2" fmla="*/ 1069410 h 1415168"/>
                  <a:gd name="connsiteX3" fmla="*/ 0 w 230992"/>
                  <a:gd name="connsiteY3" fmla="*/ 1415168 h 1415168"/>
                  <a:gd name="connsiteX4" fmla="*/ 25203 w 230992"/>
                  <a:gd name="connsiteY4" fmla="*/ 787197 h 1415168"/>
                  <a:gd name="connsiteX0" fmla="*/ 0 w 205789"/>
                  <a:gd name="connsiteY0" fmla="*/ 787197 h 1427037"/>
                  <a:gd name="connsiteX1" fmla="*/ 205789 w 205789"/>
                  <a:gd name="connsiteY1" fmla="*/ 0 h 1427037"/>
                  <a:gd name="connsiteX2" fmla="*/ 199855 w 205789"/>
                  <a:gd name="connsiteY2" fmla="*/ 1069410 h 1427037"/>
                  <a:gd name="connsiteX3" fmla="*/ 4471 w 205789"/>
                  <a:gd name="connsiteY3" fmla="*/ 1427037 h 1427037"/>
                  <a:gd name="connsiteX4" fmla="*/ 0 w 205789"/>
                  <a:gd name="connsiteY4" fmla="*/ 787197 h 1427037"/>
                  <a:gd name="connsiteX0" fmla="*/ 0 w 199855"/>
                  <a:gd name="connsiteY0" fmla="*/ 745656 h 1385496"/>
                  <a:gd name="connsiteX1" fmla="*/ 193920 w 199855"/>
                  <a:gd name="connsiteY1" fmla="*/ 0 h 1385496"/>
                  <a:gd name="connsiteX2" fmla="*/ 199855 w 199855"/>
                  <a:gd name="connsiteY2" fmla="*/ 1027869 h 1385496"/>
                  <a:gd name="connsiteX3" fmla="*/ 4471 w 199855"/>
                  <a:gd name="connsiteY3" fmla="*/ 1385496 h 1385496"/>
                  <a:gd name="connsiteX4" fmla="*/ 0 w 199855"/>
                  <a:gd name="connsiteY4" fmla="*/ 745656 h 1385496"/>
                  <a:gd name="connsiteX0" fmla="*/ 20385 w 220240"/>
                  <a:gd name="connsiteY0" fmla="*/ 745656 h 1058154"/>
                  <a:gd name="connsiteX1" fmla="*/ 214305 w 220240"/>
                  <a:gd name="connsiteY1" fmla="*/ 0 h 1058154"/>
                  <a:gd name="connsiteX2" fmla="*/ 220240 w 220240"/>
                  <a:gd name="connsiteY2" fmla="*/ 1027869 h 1058154"/>
                  <a:gd name="connsiteX3" fmla="*/ 68 w 220240"/>
                  <a:gd name="connsiteY3" fmla="*/ 986902 h 1058154"/>
                  <a:gd name="connsiteX4" fmla="*/ 20385 w 220240"/>
                  <a:gd name="connsiteY4" fmla="*/ 745656 h 1058154"/>
                  <a:gd name="connsiteX0" fmla="*/ 20385 w 220240"/>
                  <a:gd name="connsiteY0" fmla="*/ 745656 h 1068836"/>
                  <a:gd name="connsiteX1" fmla="*/ 214305 w 220240"/>
                  <a:gd name="connsiteY1" fmla="*/ 0 h 1068836"/>
                  <a:gd name="connsiteX2" fmla="*/ 220240 w 220240"/>
                  <a:gd name="connsiteY2" fmla="*/ 1027869 h 1068836"/>
                  <a:gd name="connsiteX3" fmla="*/ 68 w 220240"/>
                  <a:gd name="connsiteY3" fmla="*/ 986902 h 1068836"/>
                  <a:gd name="connsiteX4" fmla="*/ 20385 w 220240"/>
                  <a:gd name="connsiteY4" fmla="*/ 745656 h 1068836"/>
                  <a:gd name="connsiteX0" fmla="*/ 15446 w 215301"/>
                  <a:gd name="connsiteY0" fmla="*/ 745656 h 1057581"/>
                  <a:gd name="connsiteX1" fmla="*/ 209366 w 215301"/>
                  <a:gd name="connsiteY1" fmla="*/ 0 h 1057581"/>
                  <a:gd name="connsiteX2" fmla="*/ 215301 w 215301"/>
                  <a:gd name="connsiteY2" fmla="*/ 1027869 h 1057581"/>
                  <a:gd name="connsiteX3" fmla="*/ 87 w 215301"/>
                  <a:gd name="connsiteY3" fmla="*/ 888484 h 1057581"/>
                  <a:gd name="connsiteX4" fmla="*/ 15446 w 215301"/>
                  <a:gd name="connsiteY4" fmla="*/ 745656 h 1057581"/>
                  <a:gd name="connsiteX0" fmla="*/ 15446 w 215301"/>
                  <a:gd name="connsiteY0" fmla="*/ 745656 h 1063397"/>
                  <a:gd name="connsiteX1" fmla="*/ 209366 w 215301"/>
                  <a:gd name="connsiteY1" fmla="*/ 0 h 1063397"/>
                  <a:gd name="connsiteX2" fmla="*/ 215301 w 215301"/>
                  <a:gd name="connsiteY2" fmla="*/ 1027869 h 1063397"/>
                  <a:gd name="connsiteX3" fmla="*/ 87 w 215301"/>
                  <a:gd name="connsiteY3" fmla="*/ 888484 h 1063397"/>
                  <a:gd name="connsiteX4" fmla="*/ 15446 w 215301"/>
                  <a:gd name="connsiteY4" fmla="*/ 745656 h 1063397"/>
                  <a:gd name="connsiteX0" fmla="*/ 15446 w 215301"/>
                  <a:gd name="connsiteY0" fmla="*/ 745656 h 1027869"/>
                  <a:gd name="connsiteX1" fmla="*/ 209366 w 215301"/>
                  <a:gd name="connsiteY1" fmla="*/ 0 h 1027869"/>
                  <a:gd name="connsiteX2" fmla="*/ 215301 w 215301"/>
                  <a:gd name="connsiteY2" fmla="*/ 1027869 h 1027869"/>
                  <a:gd name="connsiteX3" fmla="*/ 87 w 215301"/>
                  <a:gd name="connsiteY3" fmla="*/ 888484 h 1027869"/>
                  <a:gd name="connsiteX4" fmla="*/ 15446 w 215301"/>
                  <a:gd name="connsiteY4" fmla="*/ 745656 h 1027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5301" h="1027869">
                    <a:moveTo>
                      <a:pt x="15446" y="745656"/>
                    </a:moveTo>
                    <a:lnTo>
                      <a:pt x="209366" y="0"/>
                    </a:lnTo>
                    <a:cubicBezTo>
                      <a:pt x="211344" y="342623"/>
                      <a:pt x="213323" y="685246"/>
                      <a:pt x="215301" y="1027869"/>
                    </a:cubicBezTo>
                    <a:cubicBezTo>
                      <a:pt x="115469" y="960083"/>
                      <a:pt x="99918" y="931665"/>
                      <a:pt x="87" y="888484"/>
                    </a:cubicBezTo>
                    <a:cubicBezTo>
                      <a:pt x="-1403" y="675204"/>
                      <a:pt x="16936" y="958936"/>
                      <a:pt x="15446" y="745656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</a:srgbClr>
                  </a:gs>
                  <a:gs pos="100000">
                    <a:srgbClr val="2D2DB9">
                      <a:lumMod val="20000"/>
                      <a:lumOff val="80000"/>
                    </a:srgbClr>
                  </a:gs>
                </a:gsLst>
                <a:lin ang="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grpSp>
            <p:nvGrpSpPr>
              <p:cNvPr id="878" name="Group 950">
                <a:extLst>
                  <a:ext uri="{FF2B5EF4-FFF2-40B4-BE49-F238E27FC236}">
                    <a16:creationId xmlns:a16="http://schemas.microsoft.com/office/drawing/2014/main" id="{6265B51A-C625-0E46-B1CD-1B0CC4EAE2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90227" y="3351862"/>
                <a:ext cx="251561" cy="564103"/>
                <a:chOff x="4140" y="429"/>
                <a:chExt cx="1425" cy="2396"/>
              </a:xfrm>
            </p:grpSpPr>
            <p:sp>
              <p:nvSpPr>
                <p:cNvPr id="880" name="Freeform 951">
                  <a:extLst>
                    <a:ext uri="{FF2B5EF4-FFF2-40B4-BE49-F238E27FC236}">
                      <a16:creationId xmlns:a16="http://schemas.microsoft.com/office/drawing/2014/main" id="{A5BA354F-B231-C647-9049-264E94760E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81" name="Rectangle 952">
                  <a:extLst>
                    <a:ext uri="{FF2B5EF4-FFF2-40B4-BE49-F238E27FC236}">
                      <a16:creationId xmlns:a16="http://schemas.microsoft.com/office/drawing/2014/main" id="{4CD802A5-F6DB-4B4A-9C9B-E57940A6AE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82" name="Freeform 953">
                  <a:extLst>
                    <a:ext uri="{FF2B5EF4-FFF2-40B4-BE49-F238E27FC236}">
                      <a16:creationId xmlns:a16="http://schemas.microsoft.com/office/drawing/2014/main" id="{79259F7C-2EC8-F74E-9E7F-4095E5E5CF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83" name="Freeform 954">
                  <a:extLst>
                    <a:ext uri="{FF2B5EF4-FFF2-40B4-BE49-F238E27FC236}">
                      <a16:creationId xmlns:a16="http://schemas.microsoft.com/office/drawing/2014/main" id="{451FA157-6D0F-9145-8122-26E1DA1A23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84" name="Rectangle 955">
                  <a:extLst>
                    <a:ext uri="{FF2B5EF4-FFF2-40B4-BE49-F238E27FC236}">
                      <a16:creationId xmlns:a16="http://schemas.microsoft.com/office/drawing/2014/main" id="{C2607605-6DA4-EE4D-8DD3-849C75A056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885" name="Group 956">
                  <a:extLst>
                    <a:ext uri="{FF2B5EF4-FFF2-40B4-BE49-F238E27FC236}">
                      <a16:creationId xmlns:a16="http://schemas.microsoft.com/office/drawing/2014/main" id="{9869AF7B-AAFD-8D4B-8E7F-90CCD375562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910" name="AutoShape 957">
                    <a:extLst>
                      <a:ext uri="{FF2B5EF4-FFF2-40B4-BE49-F238E27FC236}">
                        <a16:creationId xmlns:a16="http://schemas.microsoft.com/office/drawing/2014/main" id="{C9AB02AE-DBB7-4942-87E6-03EAC872AF5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11" name="AutoShape 958">
                    <a:extLst>
                      <a:ext uri="{FF2B5EF4-FFF2-40B4-BE49-F238E27FC236}">
                        <a16:creationId xmlns:a16="http://schemas.microsoft.com/office/drawing/2014/main" id="{A1397CEF-8A99-9C43-984B-80BD60AFF6D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886" name="Rectangle 959">
                  <a:extLst>
                    <a:ext uri="{FF2B5EF4-FFF2-40B4-BE49-F238E27FC236}">
                      <a16:creationId xmlns:a16="http://schemas.microsoft.com/office/drawing/2014/main" id="{E8594A77-9042-2641-ABFC-F29E8FF40D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887" name="Group 960">
                  <a:extLst>
                    <a:ext uri="{FF2B5EF4-FFF2-40B4-BE49-F238E27FC236}">
                      <a16:creationId xmlns:a16="http://schemas.microsoft.com/office/drawing/2014/main" id="{1262AD39-4096-D741-A742-CED9CF146D7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908" name="AutoShape 961">
                    <a:extLst>
                      <a:ext uri="{FF2B5EF4-FFF2-40B4-BE49-F238E27FC236}">
                        <a16:creationId xmlns:a16="http://schemas.microsoft.com/office/drawing/2014/main" id="{59E4897D-95E8-2A4B-9BA9-0B7172ED7B8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09" name="AutoShape 962">
                    <a:extLst>
                      <a:ext uri="{FF2B5EF4-FFF2-40B4-BE49-F238E27FC236}">
                        <a16:creationId xmlns:a16="http://schemas.microsoft.com/office/drawing/2014/main" id="{2382242C-86DC-C04B-94D5-2B4545FC2AD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888" name="Rectangle 963">
                  <a:extLst>
                    <a:ext uri="{FF2B5EF4-FFF2-40B4-BE49-F238E27FC236}">
                      <a16:creationId xmlns:a16="http://schemas.microsoft.com/office/drawing/2014/main" id="{CBBEA7CF-B701-8748-AA95-11773F0862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89" name="Rectangle 964">
                  <a:extLst>
                    <a:ext uri="{FF2B5EF4-FFF2-40B4-BE49-F238E27FC236}">
                      <a16:creationId xmlns:a16="http://schemas.microsoft.com/office/drawing/2014/main" id="{2840794F-AC07-854C-A963-38CAEB8594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890" name="Group 965">
                  <a:extLst>
                    <a:ext uri="{FF2B5EF4-FFF2-40B4-BE49-F238E27FC236}">
                      <a16:creationId xmlns:a16="http://schemas.microsoft.com/office/drawing/2014/main" id="{00D85896-AE73-FC4F-A921-B401C2ABE62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906" name="AutoShape 966">
                    <a:extLst>
                      <a:ext uri="{FF2B5EF4-FFF2-40B4-BE49-F238E27FC236}">
                        <a16:creationId xmlns:a16="http://schemas.microsoft.com/office/drawing/2014/main" id="{924B40FA-21E3-834D-911F-D56CADE5EC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07" name="AutoShape 967">
                    <a:extLst>
                      <a:ext uri="{FF2B5EF4-FFF2-40B4-BE49-F238E27FC236}">
                        <a16:creationId xmlns:a16="http://schemas.microsoft.com/office/drawing/2014/main" id="{47F8F0C4-6D37-9543-9F00-43D5F28FB2C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891" name="Freeform 968">
                  <a:extLst>
                    <a:ext uri="{FF2B5EF4-FFF2-40B4-BE49-F238E27FC236}">
                      <a16:creationId xmlns:a16="http://schemas.microsoft.com/office/drawing/2014/main" id="{1DAD0535-0585-3A48-B18F-8CFD540ADB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892" name="Group 969">
                  <a:extLst>
                    <a:ext uri="{FF2B5EF4-FFF2-40B4-BE49-F238E27FC236}">
                      <a16:creationId xmlns:a16="http://schemas.microsoft.com/office/drawing/2014/main" id="{66D816ED-1F9A-D04E-95EE-62CBF7E44ED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904" name="AutoShape 970">
                    <a:extLst>
                      <a:ext uri="{FF2B5EF4-FFF2-40B4-BE49-F238E27FC236}">
                        <a16:creationId xmlns:a16="http://schemas.microsoft.com/office/drawing/2014/main" id="{8C0B4415-0AC2-3945-92F3-A694CD6600D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05" name="AutoShape 971">
                    <a:extLst>
                      <a:ext uri="{FF2B5EF4-FFF2-40B4-BE49-F238E27FC236}">
                        <a16:creationId xmlns:a16="http://schemas.microsoft.com/office/drawing/2014/main" id="{0B3FE1DC-EC1B-BE41-BD3D-DA207D617D5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893" name="Rectangle 972">
                  <a:extLst>
                    <a:ext uri="{FF2B5EF4-FFF2-40B4-BE49-F238E27FC236}">
                      <a16:creationId xmlns:a16="http://schemas.microsoft.com/office/drawing/2014/main" id="{D76687F0-DEBC-0F4A-B4AF-5C24DB379F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94" name="Freeform 973">
                  <a:extLst>
                    <a:ext uri="{FF2B5EF4-FFF2-40B4-BE49-F238E27FC236}">
                      <a16:creationId xmlns:a16="http://schemas.microsoft.com/office/drawing/2014/main" id="{9E9FD877-5F4F-754A-87E4-3CF2A2B868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95" name="Freeform 974">
                  <a:extLst>
                    <a:ext uri="{FF2B5EF4-FFF2-40B4-BE49-F238E27FC236}">
                      <a16:creationId xmlns:a16="http://schemas.microsoft.com/office/drawing/2014/main" id="{42A0B2EC-7CC7-B240-8E62-08161F3699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96" name="Oval 975">
                  <a:extLst>
                    <a:ext uri="{FF2B5EF4-FFF2-40B4-BE49-F238E27FC236}">
                      <a16:creationId xmlns:a16="http://schemas.microsoft.com/office/drawing/2014/main" id="{924FB68E-8166-014C-89D3-D4305C34F3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97" name="Freeform 976">
                  <a:extLst>
                    <a:ext uri="{FF2B5EF4-FFF2-40B4-BE49-F238E27FC236}">
                      <a16:creationId xmlns:a16="http://schemas.microsoft.com/office/drawing/2014/main" id="{97FE5EBC-22BA-6044-8980-CAE0308120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98" name="AutoShape 977">
                  <a:extLst>
                    <a:ext uri="{FF2B5EF4-FFF2-40B4-BE49-F238E27FC236}">
                      <a16:creationId xmlns:a16="http://schemas.microsoft.com/office/drawing/2014/main" id="{A5F87333-9B58-984B-975F-83AEC14824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99" name="AutoShape 978">
                  <a:extLst>
                    <a:ext uri="{FF2B5EF4-FFF2-40B4-BE49-F238E27FC236}">
                      <a16:creationId xmlns:a16="http://schemas.microsoft.com/office/drawing/2014/main" id="{A819AAE6-0355-8D4F-8137-BD2B7A2B72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00" name="Oval 979">
                  <a:extLst>
                    <a:ext uri="{FF2B5EF4-FFF2-40B4-BE49-F238E27FC236}">
                      <a16:creationId xmlns:a16="http://schemas.microsoft.com/office/drawing/2014/main" id="{7425A734-37C7-AE46-A20A-FA4A597671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01" name="Oval 980">
                  <a:extLst>
                    <a:ext uri="{FF2B5EF4-FFF2-40B4-BE49-F238E27FC236}">
                      <a16:creationId xmlns:a16="http://schemas.microsoft.com/office/drawing/2014/main" id="{820B07E3-33AF-1341-B1D5-46C41ACB74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02" name="Oval 981">
                  <a:extLst>
                    <a:ext uri="{FF2B5EF4-FFF2-40B4-BE49-F238E27FC236}">
                      <a16:creationId xmlns:a16="http://schemas.microsoft.com/office/drawing/2014/main" id="{44036096-87EC-A746-8FE7-7773B3B32B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03" name="Rectangle 982">
                  <a:extLst>
                    <a:ext uri="{FF2B5EF4-FFF2-40B4-BE49-F238E27FC236}">
                      <a16:creationId xmlns:a16="http://schemas.microsoft.com/office/drawing/2014/main" id="{4C8AA049-B48E-C24E-91A9-8455F58271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879" name="TextBox 878">
                <a:extLst>
                  <a:ext uri="{FF2B5EF4-FFF2-40B4-BE49-F238E27FC236}">
                    <a16:creationId xmlns:a16="http://schemas.microsoft.com/office/drawing/2014/main" id="{BD391945-30B0-AF4B-9B16-8435026C785B}"/>
                  </a:ext>
                </a:extLst>
              </p:cNvPr>
              <p:cNvSpPr txBox="1"/>
              <p:nvPr/>
            </p:nvSpPr>
            <p:spPr>
              <a:xfrm>
                <a:off x="5377031" y="3090332"/>
                <a:ext cx="2659202" cy="6155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SDN Controller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(network operating system)</a:t>
                </a:r>
              </a:p>
            </p:txBody>
          </p:sp>
        </p:grpSp>
        <p:sp>
          <p:nvSpPr>
            <p:cNvPr id="858" name="TextBox 857">
              <a:extLst>
                <a:ext uri="{FF2B5EF4-FFF2-40B4-BE49-F238E27FC236}">
                  <a16:creationId xmlns:a16="http://schemas.microsoft.com/office/drawing/2014/main" id="{460A62D4-F61E-134D-905E-F48547E04AB7}"/>
                </a:ext>
              </a:extLst>
            </p:cNvPr>
            <p:cNvSpPr txBox="1"/>
            <p:nvPr/>
          </p:nvSpPr>
          <p:spPr>
            <a:xfrm>
              <a:off x="6837708" y="1058305"/>
              <a:ext cx="595035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…</a:t>
              </a:r>
            </a:p>
          </p:txBody>
        </p:sp>
        <p:grpSp>
          <p:nvGrpSpPr>
            <p:cNvPr id="859" name="Group 858">
              <a:extLst>
                <a:ext uri="{FF2B5EF4-FFF2-40B4-BE49-F238E27FC236}">
                  <a16:creationId xmlns:a16="http://schemas.microsoft.com/office/drawing/2014/main" id="{C04C3E74-140C-174C-86ED-F87FDFEFCDEE}"/>
                </a:ext>
              </a:extLst>
            </p:cNvPr>
            <p:cNvGrpSpPr/>
            <p:nvPr/>
          </p:nvGrpSpPr>
          <p:grpSpPr>
            <a:xfrm>
              <a:off x="5165914" y="1277466"/>
              <a:ext cx="1023471" cy="590176"/>
              <a:chOff x="4721412" y="1277470"/>
              <a:chExt cx="1023471" cy="590176"/>
            </a:xfrm>
          </p:grpSpPr>
          <p:sp>
            <p:nvSpPr>
              <p:cNvPr id="874" name="Oval 873">
                <a:extLst>
                  <a:ext uri="{FF2B5EF4-FFF2-40B4-BE49-F238E27FC236}">
                    <a16:creationId xmlns:a16="http://schemas.microsoft.com/office/drawing/2014/main" id="{4ECE1B24-7462-554F-B043-548B485E42D6}"/>
                  </a:ext>
                </a:extLst>
              </p:cNvPr>
              <p:cNvSpPr/>
              <p:nvPr/>
            </p:nvSpPr>
            <p:spPr bwMode="auto">
              <a:xfrm>
                <a:off x="4721412" y="1277470"/>
                <a:ext cx="1023471" cy="590176"/>
              </a:xfrm>
              <a:prstGeom prst="ellipse">
                <a:avLst/>
              </a:prstGeom>
              <a:solidFill>
                <a:srgbClr val="008000">
                  <a:alpha val="70000"/>
                </a:srgbClr>
              </a:solidFill>
              <a:ln w="9525" cap="flat" cmpd="sng" algn="ctr">
                <a:solidFill>
                  <a:srgbClr val="008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875" name="TextBox 874">
                <a:extLst>
                  <a:ext uri="{FF2B5EF4-FFF2-40B4-BE49-F238E27FC236}">
                    <a16:creationId xmlns:a16="http://schemas.microsoft.com/office/drawing/2014/main" id="{8832E712-F1F9-5E47-90F8-8A9C1FCF21E9}"/>
                  </a:ext>
                </a:extLst>
              </p:cNvPr>
              <p:cNvSpPr txBox="1"/>
              <p:nvPr/>
            </p:nvSpPr>
            <p:spPr>
              <a:xfrm>
                <a:off x="4792385" y="1374585"/>
                <a:ext cx="8904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routing</a:t>
                </a:r>
              </a:p>
            </p:txBody>
          </p:sp>
        </p:grpSp>
        <p:grpSp>
          <p:nvGrpSpPr>
            <p:cNvPr id="860" name="Group 859">
              <a:extLst>
                <a:ext uri="{FF2B5EF4-FFF2-40B4-BE49-F238E27FC236}">
                  <a16:creationId xmlns:a16="http://schemas.microsoft.com/office/drawing/2014/main" id="{94FF35AA-DC45-2445-BD7D-65CD25F3EB23}"/>
                </a:ext>
              </a:extLst>
            </p:cNvPr>
            <p:cNvGrpSpPr/>
            <p:nvPr/>
          </p:nvGrpSpPr>
          <p:grpSpPr>
            <a:xfrm>
              <a:off x="6000628" y="1798416"/>
              <a:ext cx="1023471" cy="590176"/>
              <a:chOff x="6106459" y="1967753"/>
              <a:chExt cx="1023471" cy="590176"/>
            </a:xfrm>
          </p:grpSpPr>
          <p:sp>
            <p:nvSpPr>
              <p:cNvPr id="872" name="Oval 871">
                <a:extLst>
                  <a:ext uri="{FF2B5EF4-FFF2-40B4-BE49-F238E27FC236}">
                    <a16:creationId xmlns:a16="http://schemas.microsoft.com/office/drawing/2014/main" id="{3821BD45-E196-1B47-B58A-8DE288ED4A33}"/>
                  </a:ext>
                </a:extLst>
              </p:cNvPr>
              <p:cNvSpPr/>
              <p:nvPr/>
            </p:nvSpPr>
            <p:spPr bwMode="auto">
              <a:xfrm>
                <a:off x="6106459" y="1967753"/>
                <a:ext cx="1023471" cy="590176"/>
              </a:xfrm>
              <a:prstGeom prst="ellipse">
                <a:avLst/>
              </a:prstGeom>
              <a:solidFill>
                <a:srgbClr val="008000">
                  <a:alpha val="70000"/>
                </a:srgbClr>
              </a:solidFill>
              <a:ln w="9525" cap="flat" cmpd="sng" algn="ctr">
                <a:solidFill>
                  <a:srgbClr val="008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873" name="TextBox 872">
                <a:extLst>
                  <a:ext uri="{FF2B5EF4-FFF2-40B4-BE49-F238E27FC236}">
                    <a16:creationId xmlns:a16="http://schemas.microsoft.com/office/drawing/2014/main" id="{09503A04-2C2E-F941-9ED5-3A37B498CDA9}"/>
                  </a:ext>
                </a:extLst>
              </p:cNvPr>
              <p:cNvSpPr txBox="1"/>
              <p:nvPr/>
            </p:nvSpPr>
            <p:spPr>
              <a:xfrm>
                <a:off x="6177429" y="1997637"/>
                <a:ext cx="903087" cy="54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access 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control</a:t>
                </a:r>
              </a:p>
            </p:txBody>
          </p:sp>
        </p:grpSp>
        <p:grpSp>
          <p:nvGrpSpPr>
            <p:cNvPr id="861" name="Group 860">
              <a:extLst>
                <a:ext uri="{FF2B5EF4-FFF2-40B4-BE49-F238E27FC236}">
                  <a16:creationId xmlns:a16="http://schemas.microsoft.com/office/drawing/2014/main" id="{F4CEBF5F-0D71-6B41-996D-0354922EB612}"/>
                </a:ext>
              </a:extLst>
            </p:cNvPr>
            <p:cNvGrpSpPr/>
            <p:nvPr/>
          </p:nvGrpSpPr>
          <p:grpSpPr>
            <a:xfrm>
              <a:off x="7230837" y="1756871"/>
              <a:ext cx="1023471" cy="590176"/>
              <a:chOff x="6938682" y="977153"/>
              <a:chExt cx="1023471" cy="590176"/>
            </a:xfrm>
          </p:grpSpPr>
          <p:sp>
            <p:nvSpPr>
              <p:cNvPr id="870" name="Oval 869">
                <a:extLst>
                  <a:ext uri="{FF2B5EF4-FFF2-40B4-BE49-F238E27FC236}">
                    <a16:creationId xmlns:a16="http://schemas.microsoft.com/office/drawing/2014/main" id="{2D855133-90E2-7042-AF1B-8352C3CC5BF7}"/>
                  </a:ext>
                </a:extLst>
              </p:cNvPr>
              <p:cNvSpPr/>
              <p:nvPr/>
            </p:nvSpPr>
            <p:spPr bwMode="auto">
              <a:xfrm>
                <a:off x="6938682" y="977153"/>
                <a:ext cx="1023471" cy="590176"/>
              </a:xfrm>
              <a:prstGeom prst="ellipse">
                <a:avLst/>
              </a:prstGeom>
              <a:solidFill>
                <a:srgbClr val="008000">
                  <a:alpha val="70000"/>
                </a:srgbClr>
              </a:solidFill>
              <a:ln w="9525" cap="flat" cmpd="sng" algn="ctr">
                <a:solidFill>
                  <a:srgbClr val="008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871" name="TextBox 870">
                <a:extLst>
                  <a:ext uri="{FF2B5EF4-FFF2-40B4-BE49-F238E27FC236}">
                    <a16:creationId xmlns:a16="http://schemas.microsoft.com/office/drawing/2014/main" id="{3D7D80F7-46BE-EC48-B7D7-3C763154D621}"/>
                  </a:ext>
                </a:extLst>
              </p:cNvPr>
              <p:cNvSpPr txBox="1"/>
              <p:nvPr/>
            </p:nvSpPr>
            <p:spPr>
              <a:xfrm>
                <a:off x="6964568" y="1007037"/>
                <a:ext cx="993256" cy="54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load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balance</a:t>
                </a:r>
              </a:p>
            </p:txBody>
          </p:sp>
        </p:grpSp>
        <p:cxnSp>
          <p:nvCxnSpPr>
            <p:cNvPr id="862" name="Straight Arrow Connector 861">
              <a:extLst>
                <a:ext uri="{FF2B5EF4-FFF2-40B4-BE49-F238E27FC236}">
                  <a16:creationId xmlns:a16="http://schemas.microsoft.com/office/drawing/2014/main" id="{7BDC462A-14A0-764C-A672-5D241FEED1DE}"/>
                </a:ext>
              </a:extLst>
            </p:cNvPr>
            <p:cNvCxnSpPr/>
            <p:nvPr/>
          </p:nvCxnSpPr>
          <p:spPr bwMode="auto">
            <a:xfrm flipV="1">
              <a:off x="8627245" y="1217948"/>
              <a:ext cx="0" cy="1248832"/>
            </a:xfrm>
            <a:prstGeom prst="straightConnector1">
              <a:avLst/>
            </a:prstGeom>
            <a:solidFill>
              <a:srgbClr val="00CC99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3" name="Straight Arrow Connector 862">
              <a:extLst>
                <a:ext uri="{FF2B5EF4-FFF2-40B4-BE49-F238E27FC236}">
                  <a16:creationId xmlns:a16="http://schemas.microsoft.com/office/drawing/2014/main" id="{456B3B86-566B-B74B-A02C-E7472619477F}"/>
                </a:ext>
              </a:extLst>
            </p:cNvPr>
            <p:cNvCxnSpPr/>
            <p:nvPr/>
          </p:nvCxnSpPr>
          <p:spPr bwMode="auto">
            <a:xfrm>
              <a:off x="8652645" y="2966181"/>
              <a:ext cx="0" cy="1524424"/>
            </a:xfrm>
            <a:prstGeom prst="straightConnector1">
              <a:avLst/>
            </a:prstGeom>
            <a:solidFill>
              <a:srgbClr val="00CC99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4" name="Straight Arrow Connector 863">
              <a:extLst>
                <a:ext uri="{FF2B5EF4-FFF2-40B4-BE49-F238E27FC236}">
                  <a16:creationId xmlns:a16="http://schemas.microsoft.com/office/drawing/2014/main" id="{8EE09DB2-3F15-2A46-A79B-D24A8CF3014A}"/>
                </a:ext>
              </a:extLst>
            </p:cNvPr>
            <p:cNvCxnSpPr/>
            <p:nvPr/>
          </p:nvCxnSpPr>
          <p:spPr bwMode="auto">
            <a:xfrm>
              <a:off x="8661016" y="5381629"/>
              <a:ext cx="0" cy="414864"/>
            </a:xfrm>
            <a:prstGeom prst="straightConnector1">
              <a:avLst/>
            </a:prstGeom>
            <a:solidFill>
              <a:srgbClr val="00CC99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5" name="Straight Arrow Connector 864">
              <a:extLst>
                <a:ext uri="{FF2B5EF4-FFF2-40B4-BE49-F238E27FC236}">
                  <a16:creationId xmlns:a16="http://schemas.microsoft.com/office/drawing/2014/main" id="{602E5161-3933-E44A-A9CD-F172C848B87B}"/>
                </a:ext>
              </a:extLst>
            </p:cNvPr>
            <p:cNvCxnSpPr/>
            <p:nvPr/>
          </p:nvCxnSpPr>
          <p:spPr bwMode="auto">
            <a:xfrm flipV="1">
              <a:off x="8653320" y="4546025"/>
              <a:ext cx="0" cy="414864"/>
            </a:xfrm>
            <a:prstGeom prst="straightConnector1">
              <a:avLst/>
            </a:prstGeom>
            <a:solidFill>
              <a:srgbClr val="00CC99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66" name="TextBox 399">
              <a:extLst>
                <a:ext uri="{FF2B5EF4-FFF2-40B4-BE49-F238E27FC236}">
                  <a16:creationId xmlns:a16="http://schemas.microsoft.com/office/drawing/2014/main" id="{7DE1AEF7-BBBD-CE47-95BE-236511149F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0715" y="4235599"/>
              <a:ext cx="1635889" cy="284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southbound API</a:t>
              </a:r>
            </a:p>
          </p:txBody>
        </p:sp>
        <p:sp>
          <p:nvSpPr>
            <p:cNvPr id="867" name="TextBox 399">
              <a:extLst>
                <a:ext uri="{FF2B5EF4-FFF2-40B4-BE49-F238E27FC236}">
                  <a16:creationId xmlns:a16="http://schemas.microsoft.com/office/drawing/2014/main" id="{033F372B-9E56-9B43-9893-2EBEDF887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46778" y="2717781"/>
              <a:ext cx="1635889" cy="284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northbound API</a:t>
              </a:r>
            </a:p>
          </p:txBody>
        </p:sp>
        <p:sp>
          <p:nvSpPr>
            <p:cNvPr id="868" name="TextBox 399">
              <a:extLst>
                <a:ext uri="{FF2B5EF4-FFF2-40B4-BE49-F238E27FC236}">
                  <a16:creationId xmlns:a16="http://schemas.microsoft.com/office/drawing/2014/main" id="{16B44057-72D3-5E46-935C-9EED28D7FD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7651" y="5795718"/>
              <a:ext cx="2302688" cy="284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SDN-controlled switches</a:t>
              </a:r>
            </a:p>
          </p:txBody>
        </p:sp>
        <p:sp>
          <p:nvSpPr>
            <p:cNvPr id="869" name="TextBox 399">
              <a:extLst>
                <a:ext uri="{FF2B5EF4-FFF2-40B4-BE49-F238E27FC236}">
                  <a16:creationId xmlns:a16="http://schemas.microsoft.com/office/drawing/2014/main" id="{862C44EB-1706-6C4E-AFA2-ACADCAC1D4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07907" y="910464"/>
              <a:ext cx="2381659" cy="284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network-control applications</a:t>
              </a:r>
            </a:p>
          </p:txBody>
        </p:sp>
      </p:grpSp>
      <p:sp>
        <p:nvSpPr>
          <p:cNvPr id="971" name="Rectangle 970">
            <a:extLst>
              <a:ext uri="{FF2B5EF4-FFF2-40B4-BE49-F238E27FC236}">
                <a16:creationId xmlns:a16="http://schemas.microsoft.com/office/drawing/2014/main" id="{CF79C9C5-C35F-9D4D-A4B3-C17F7845845A}"/>
              </a:ext>
            </a:extLst>
          </p:cNvPr>
          <p:cNvSpPr/>
          <p:nvPr/>
        </p:nvSpPr>
        <p:spPr bwMode="auto">
          <a:xfrm>
            <a:off x="6602169" y="1209232"/>
            <a:ext cx="4134334" cy="1797015"/>
          </a:xfrm>
          <a:prstGeom prst="rect">
            <a:avLst/>
          </a:prstGeom>
          <a:solidFill>
            <a:srgbClr val="FFFFFF">
              <a:alpha val="77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C8ACC79C-3DA0-964D-9E40-DA4E67217D81}"/>
              </a:ext>
            </a:extLst>
          </p:cNvPr>
          <p:cNvSpPr/>
          <p:nvPr/>
        </p:nvSpPr>
        <p:spPr bwMode="auto">
          <a:xfrm>
            <a:off x="6929934" y="5060985"/>
            <a:ext cx="3767293" cy="1527705"/>
          </a:xfrm>
          <a:prstGeom prst="rect">
            <a:avLst/>
          </a:prstGeom>
          <a:solidFill>
            <a:srgbClr val="FFFFFF">
              <a:alpha val="77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0296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CD85E7-B9DB-9043-B7EC-8C0919E8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4139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/>
              <a:t>Software defined networking (SDN)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71119-17C6-6045-B8FE-FECA68C80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850" name="Content Placeholder 6">
            <a:extLst>
              <a:ext uri="{FF2B5EF4-FFF2-40B4-BE49-F238E27FC236}">
                <a16:creationId xmlns:a16="http://schemas.microsoft.com/office/drawing/2014/main" id="{BCBBA01E-E6B7-6244-BCD8-8FA9A6E5AB79}"/>
              </a:ext>
            </a:extLst>
          </p:cNvPr>
          <p:cNvSpPr txBox="1">
            <a:spLocks/>
          </p:cNvSpPr>
          <p:nvPr/>
        </p:nvSpPr>
        <p:spPr bwMode="auto">
          <a:xfrm>
            <a:off x="826718" y="1581356"/>
            <a:ext cx="5010411" cy="3614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>
              <a:buNone/>
            </a:pPr>
            <a:r>
              <a:rPr lang="en-US" sz="3200" dirty="0">
                <a:solidFill>
                  <a:srgbClr val="0000A8"/>
                </a:solidFill>
              </a:rPr>
              <a:t>network-control apps:</a:t>
            </a:r>
          </a:p>
          <a:p>
            <a:pPr>
              <a:lnSpc>
                <a:spcPct val="100000"/>
              </a:lnSpc>
            </a:pPr>
            <a:r>
              <a:rPr lang="en-US" dirty="0"/>
              <a:t>“brains” of control:  implement control functions using lower-level services, API provided by SDN controller</a:t>
            </a:r>
          </a:p>
          <a:p>
            <a:pPr>
              <a:lnSpc>
                <a:spcPct val="100000"/>
              </a:lnSpc>
            </a:pPr>
            <a:r>
              <a:rPr lang="en-US" i="1" dirty="0">
                <a:solidFill>
                  <a:srgbClr val="000000"/>
                </a:solidFill>
              </a:rPr>
              <a:t>unbundled: </a:t>
            </a:r>
            <a:r>
              <a:rPr lang="en-US" dirty="0"/>
              <a:t>can be provided by 3</a:t>
            </a:r>
            <a:r>
              <a:rPr lang="en-US" baseline="30000" dirty="0"/>
              <a:t>rd</a:t>
            </a:r>
            <a:r>
              <a:rPr lang="en-US" dirty="0"/>
              <a:t> party: distinct from routing vendor, or SDN controller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ＭＳ Ｐゴシック" charset="0"/>
            </a:endParaRPr>
          </a:p>
        </p:txBody>
      </p:sp>
      <p:grpSp>
        <p:nvGrpSpPr>
          <p:cNvPr id="851" name="Group 850">
            <a:extLst>
              <a:ext uri="{FF2B5EF4-FFF2-40B4-BE49-F238E27FC236}">
                <a16:creationId xmlns:a16="http://schemas.microsoft.com/office/drawing/2014/main" id="{CE55C0D3-06CC-DF41-88F6-A273370E03E8}"/>
              </a:ext>
            </a:extLst>
          </p:cNvPr>
          <p:cNvGrpSpPr/>
          <p:nvPr/>
        </p:nvGrpSpPr>
        <p:grpSpPr>
          <a:xfrm>
            <a:off x="6806501" y="1476134"/>
            <a:ext cx="3846765" cy="5169840"/>
            <a:chOff x="4990227" y="910464"/>
            <a:chExt cx="3846765" cy="5169840"/>
          </a:xfrm>
        </p:grpSpPr>
        <p:sp>
          <p:nvSpPr>
            <p:cNvPr id="852" name="TextBox 399">
              <a:extLst>
                <a:ext uri="{FF2B5EF4-FFF2-40B4-BE49-F238E27FC236}">
                  <a16:creationId xmlns:a16="http://schemas.microsoft.com/office/drawing/2014/main" id="{5EA34F1E-D60F-4E46-99D4-53221197BE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18490" y="4936685"/>
              <a:ext cx="286930" cy="471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data</a:t>
              </a:r>
            </a:p>
            <a:p>
              <a:pPr marL="0" marR="0" lvl="0" indent="0" algn="ctr" defTabSz="91440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plane</a:t>
              </a:r>
            </a:p>
          </p:txBody>
        </p:sp>
        <p:sp>
          <p:nvSpPr>
            <p:cNvPr id="853" name="TextBox 400">
              <a:extLst>
                <a:ext uri="{FF2B5EF4-FFF2-40B4-BE49-F238E27FC236}">
                  <a16:creationId xmlns:a16="http://schemas.microsoft.com/office/drawing/2014/main" id="{DE759E4F-F356-5946-9CC4-A4E5C9A1D6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94972" y="2474327"/>
              <a:ext cx="342020" cy="471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control</a:t>
              </a:r>
            </a:p>
            <a:p>
              <a:pPr marL="0" marR="0" lvl="0" indent="0" algn="ctr" defTabSz="91440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plane</a:t>
              </a:r>
            </a:p>
          </p:txBody>
        </p:sp>
        <p:cxnSp>
          <p:nvCxnSpPr>
            <p:cNvPr id="854" name="Straight Connector 853">
              <a:extLst>
                <a:ext uri="{FF2B5EF4-FFF2-40B4-BE49-F238E27FC236}">
                  <a16:creationId xmlns:a16="http://schemas.microsoft.com/office/drawing/2014/main" id="{1A2102D6-7949-1844-8DED-B73B0057D3CF}"/>
                </a:ext>
              </a:extLst>
            </p:cNvPr>
            <p:cNvCxnSpPr/>
            <p:nvPr/>
          </p:nvCxnSpPr>
          <p:spPr bwMode="auto">
            <a:xfrm flipV="1">
              <a:off x="5272718" y="4529666"/>
              <a:ext cx="2791783" cy="14329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dash"/>
            </a:ln>
            <a:effectLst/>
          </p:spPr>
        </p:cxnSp>
        <p:cxnSp>
          <p:nvCxnSpPr>
            <p:cNvPr id="855" name="Straight Connector 854">
              <a:extLst>
                <a:ext uri="{FF2B5EF4-FFF2-40B4-BE49-F238E27FC236}">
                  <a16:creationId xmlns:a16="http://schemas.microsoft.com/office/drawing/2014/main" id="{41F5119B-91DF-204A-A96B-FEEB6C0969E0}"/>
                </a:ext>
              </a:extLst>
            </p:cNvPr>
            <p:cNvCxnSpPr/>
            <p:nvPr/>
          </p:nvCxnSpPr>
          <p:spPr bwMode="auto">
            <a:xfrm flipV="1">
              <a:off x="5192283" y="2709335"/>
              <a:ext cx="3041550" cy="18563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dash"/>
            </a:ln>
            <a:effectLst/>
          </p:spPr>
        </p:cxnSp>
        <p:grpSp>
          <p:nvGrpSpPr>
            <p:cNvPr id="856" name="Group 855">
              <a:extLst>
                <a:ext uri="{FF2B5EF4-FFF2-40B4-BE49-F238E27FC236}">
                  <a16:creationId xmlns:a16="http://schemas.microsoft.com/office/drawing/2014/main" id="{4A072938-7333-B54B-8E85-AA4AB0118ED1}"/>
                </a:ext>
              </a:extLst>
            </p:cNvPr>
            <p:cNvGrpSpPr/>
            <p:nvPr/>
          </p:nvGrpSpPr>
          <p:grpSpPr>
            <a:xfrm>
              <a:off x="5164667" y="4826000"/>
              <a:ext cx="2979208" cy="973667"/>
              <a:chOff x="2592388" y="5601756"/>
              <a:chExt cx="4027487" cy="939800"/>
            </a:xfrm>
          </p:grpSpPr>
          <p:sp>
            <p:nvSpPr>
              <p:cNvPr id="912" name="Freeform 2">
                <a:extLst>
                  <a:ext uri="{FF2B5EF4-FFF2-40B4-BE49-F238E27FC236}">
                    <a16:creationId xmlns:a16="http://schemas.microsoft.com/office/drawing/2014/main" id="{71DEC372-158B-D843-AAA9-444950279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2388" y="5601756"/>
                <a:ext cx="4027487" cy="939800"/>
              </a:xfrm>
              <a:custGeom>
                <a:avLst/>
                <a:gdLst>
                  <a:gd name="T0" fmla="*/ 648763 w 10001"/>
                  <a:gd name="T1" fmla="*/ 34777612 h 10125"/>
                  <a:gd name="T2" fmla="*/ 115976403 w 10001"/>
                  <a:gd name="T3" fmla="*/ 13733703 h 10125"/>
                  <a:gd name="T4" fmla="*/ 507700960 w 10001"/>
                  <a:gd name="T5" fmla="*/ 8662125 h 10125"/>
                  <a:gd name="T6" fmla="*/ 810212713 w 10001"/>
                  <a:gd name="T7" fmla="*/ 0 h 10125"/>
                  <a:gd name="T8" fmla="*/ 1090015738 w 10001"/>
                  <a:gd name="T9" fmla="*/ 8687929 h 10125"/>
                  <a:gd name="T10" fmla="*/ 1310938763 w 10001"/>
                  <a:gd name="T11" fmla="*/ 4279362 h 10125"/>
                  <a:gd name="T12" fmla="*/ 1620263134 w 10001"/>
                  <a:gd name="T13" fmla="*/ 25736690 h 10125"/>
                  <a:gd name="T14" fmla="*/ 1394798364 w 10001"/>
                  <a:gd name="T15" fmla="*/ 58525268 h 10125"/>
                  <a:gd name="T16" fmla="*/ 1134622140 w 10001"/>
                  <a:gd name="T17" fmla="*/ 80266624 h 10125"/>
                  <a:gd name="T18" fmla="*/ 860820276 w 10001"/>
                  <a:gd name="T19" fmla="*/ 76142271 h 10125"/>
                  <a:gd name="T20" fmla="*/ 708996782 w 10001"/>
                  <a:gd name="T21" fmla="*/ 85346835 h 10125"/>
                  <a:gd name="T22" fmla="*/ 509322667 w 10001"/>
                  <a:gd name="T23" fmla="*/ 86268164 h 10125"/>
                  <a:gd name="T24" fmla="*/ 353443899 w 10001"/>
                  <a:gd name="T25" fmla="*/ 67979516 h 10125"/>
                  <a:gd name="T26" fmla="*/ 192536914 w 10001"/>
                  <a:gd name="T27" fmla="*/ 64535347 h 10125"/>
                  <a:gd name="T28" fmla="*/ 648763 w 10001"/>
                  <a:gd name="T29" fmla="*/ 34777612 h 101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0001" h="10125">
                    <a:moveTo>
                      <a:pt x="4" y="4039"/>
                    </a:moveTo>
                    <a:cubicBezTo>
                      <a:pt x="-29" y="2271"/>
                      <a:pt x="194" y="2100"/>
                      <a:pt x="715" y="1595"/>
                    </a:cubicBezTo>
                    <a:cubicBezTo>
                      <a:pt x="1236" y="1089"/>
                      <a:pt x="2417" y="1272"/>
                      <a:pt x="3130" y="1006"/>
                    </a:cubicBezTo>
                    <a:cubicBezTo>
                      <a:pt x="3843" y="740"/>
                      <a:pt x="4397" y="0"/>
                      <a:pt x="4995" y="0"/>
                    </a:cubicBezTo>
                    <a:cubicBezTo>
                      <a:pt x="5593" y="1"/>
                      <a:pt x="6206" y="926"/>
                      <a:pt x="6720" y="1009"/>
                    </a:cubicBezTo>
                    <a:cubicBezTo>
                      <a:pt x="7234" y="1092"/>
                      <a:pt x="7536" y="241"/>
                      <a:pt x="8082" y="497"/>
                    </a:cubicBezTo>
                    <a:cubicBezTo>
                      <a:pt x="8628" y="756"/>
                      <a:pt x="9854" y="442"/>
                      <a:pt x="9989" y="2989"/>
                    </a:cubicBezTo>
                    <a:cubicBezTo>
                      <a:pt x="10124" y="5536"/>
                      <a:pt x="9098" y="5742"/>
                      <a:pt x="8599" y="6797"/>
                    </a:cubicBezTo>
                    <a:cubicBezTo>
                      <a:pt x="8100" y="7852"/>
                      <a:pt x="7544" y="8981"/>
                      <a:pt x="6995" y="9322"/>
                    </a:cubicBezTo>
                    <a:cubicBezTo>
                      <a:pt x="6446" y="9663"/>
                      <a:pt x="5793" y="8957"/>
                      <a:pt x="5307" y="8843"/>
                    </a:cubicBezTo>
                    <a:cubicBezTo>
                      <a:pt x="4819" y="8726"/>
                      <a:pt x="4628" y="10048"/>
                      <a:pt x="4371" y="9912"/>
                    </a:cubicBezTo>
                    <a:cubicBezTo>
                      <a:pt x="4114" y="9775"/>
                      <a:pt x="3505" y="10355"/>
                      <a:pt x="3140" y="10019"/>
                    </a:cubicBezTo>
                    <a:cubicBezTo>
                      <a:pt x="2774" y="9683"/>
                      <a:pt x="2820" y="8138"/>
                      <a:pt x="2179" y="7895"/>
                    </a:cubicBezTo>
                    <a:cubicBezTo>
                      <a:pt x="1586" y="6800"/>
                      <a:pt x="1549" y="8137"/>
                      <a:pt x="1187" y="7495"/>
                    </a:cubicBezTo>
                    <a:cubicBezTo>
                      <a:pt x="825" y="6852"/>
                      <a:pt x="-7" y="6157"/>
                      <a:pt x="4" y="4039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cxnSp>
            <p:nvCxnSpPr>
              <p:cNvPr id="913" name="Straight Connector 912">
                <a:extLst>
                  <a:ext uri="{FF2B5EF4-FFF2-40B4-BE49-F238E27FC236}">
                    <a16:creationId xmlns:a16="http://schemas.microsoft.com/office/drawing/2014/main" id="{B0A5E970-BE5B-924E-8E27-2F517326B70B}"/>
                  </a:ext>
                </a:extLst>
              </p:cNvPr>
              <p:cNvCxnSpPr/>
              <p:nvPr/>
            </p:nvCxnSpPr>
            <p:spPr>
              <a:xfrm flipV="1">
                <a:off x="3262941" y="5752569"/>
                <a:ext cx="1316038" cy="131762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914" name="Straight Connector 913">
                <a:extLst>
                  <a:ext uri="{FF2B5EF4-FFF2-40B4-BE49-F238E27FC236}">
                    <a16:creationId xmlns:a16="http://schemas.microsoft.com/office/drawing/2014/main" id="{4BCA3B8C-279D-E840-87D5-1E0642D09387}"/>
                  </a:ext>
                </a:extLst>
              </p:cNvPr>
              <p:cNvCxnSpPr/>
              <p:nvPr/>
            </p:nvCxnSpPr>
            <p:spPr>
              <a:xfrm>
                <a:off x="3151816" y="5939894"/>
                <a:ext cx="2259013" cy="298450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915" name="Straight Connector 914">
                <a:extLst>
                  <a:ext uri="{FF2B5EF4-FFF2-40B4-BE49-F238E27FC236}">
                    <a16:creationId xmlns:a16="http://schemas.microsoft.com/office/drawing/2014/main" id="{CD10DAC3-DC6D-E045-A194-1C410416865B}"/>
                  </a:ext>
                </a:extLst>
              </p:cNvPr>
              <p:cNvCxnSpPr/>
              <p:nvPr/>
            </p:nvCxnSpPr>
            <p:spPr>
              <a:xfrm>
                <a:off x="3164516" y="6044669"/>
                <a:ext cx="714375" cy="276225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916" name="Straight Connector 915">
                <a:extLst>
                  <a:ext uri="{FF2B5EF4-FFF2-40B4-BE49-F238E27FC236}">
                    <a16:creationId xmlns:a16="http://schemas.microsoft.com/office/drawing/2014/main" id="{E2A8FB26-91FF-3E4C-8347-A2AE524A00A4}"/>
                  </a:ext>
                </a:extLst>
              </p:cNvPr>
              <p:cNvCxnSpPr/>
              <p:nvPr/>
            </p:nvCxnSpPr>
            <p:spPr>
              <a:xfrm flipV="1">
                <a:off x="4182104" y="6238344"/>
                <a:ext cx="1247775" cy="82550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917" name="Straight Connector 916">
                <a:extLst>
                  <a:ext uri="{FF2B5EF4-FFF2-40B4-BE49-F238E27FC236}">
                    <a16:creationId xmlns:a16="http://schemas.microsoft.com/office/drawing/2014/main" id="{FC84CD0A-6A0B-954A-A0C2-9433ED84E08F}"/>
                  </a:ext>
                </a:extLst>
              </p:cNvPr>
              <p:cNvCxnSpPr/>
              <p:nvPr/>
            </p:nvCxnSpPr>
            <p:spPr>
              <a:xfrm>
                <a:off x="4842504" y="5785906"/>
                <a:ext cx="1057275" cy="123825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918" name="Straight Connector 917">
                <a:extLst>
                  <a:ext uri="{FF2B5EF4-FFF2-40B4-BE49-F238E27FC236}">
                    <a16:creationId xmlns:a16="http://schemas.microsoft.com/office/drawing/2014/main" id="{F20F73DF-CC1A-414D-AA37-5C7FA5314FCC}"/>
                  </a:ext>
                </a:extLst>
              </p:cNvPr>
              <p:cNvCxnSpPr/>
              <p:nvPr/>
            </p:nvCxnSpPr>
            <p:spPr>
              <a:xfrm flipV="1">
                <a:off x="4126541" y="5939894"/>
                <a:ext cx="1790700" cy="298450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919" name="Straight Connector 918">
                <a:extLst>
                  <a:ext uri="{FF2B5EF4-FFF2-40B4-BE49-F238E27FC236}">
                    <a16:creationId xmlns:a16="http://schemas.microsoft.com/office/drawing/2014/main" id="{AC31F3CF-B52D-E042-B7DB-4F44E715F9A8}"/>
                  </a:ext>
                </a:extLst>
              </p:cNvPr>
              <p:cNvCxnSpPr/>
              <p:nvPr/>
            </p:nvCxnSpPr>
            <p:spPr>
              <a:xfrm flipV="1">
                <a:off x="5453691" y="5968469"/>
                <a:ext cx="588963" cy="269875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920" name="Straight Connector 919">
                <a:extLst>
                  <a:ext uri="{FF2B5EF4-FFF2-40B4-BE49-F238E27FC236}">
                    <a16:creationId xmlns:a16="http://schemas.microsoft.com/office/drawing/2014/main" id="{48C7DC80-D2A7-B248-9A8F-1B651F5CEB39}"/>
                  </a:ext>
                </a:extLst>
              </p:cNvPr>
              <p:cNvCxnSpPr/>
              <p:nvPr/>
            </p:nvCxnSpPr>
            <p:spPr>
              <a:xfrm>
                <a:off x="4596441" y="5752569"/>
                <a:ext cx="814388" cy="401637"/>
              </a:xfrm>
              <a:prstGeom prst="line">
                <a:avLst/>
              </a:prstGeom>
              <a:noFill/>
              <a:ln w="1270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grpSp>
            <p:nvGrpSpPr>
              <p:cNvPr id="921" name="Group 347">
                <a:extLst>
                  <a:ext uri="{FF2B5EF4-FFF2-40B4-BE49-F238E27FC236}">
                    <a16:creationId xmlns:a16="http://schemas.microsoft.com/office/drawing/2014/main" id="{A2DC2A2D-4327-FB49-8F37-6B6A7EBE1D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856401" y="5796097"/>
                <a:ext cx="588970" cy="242608"/>
                <a:chOff x="1871277" y="1576300"/>
                <a:chExt cx="1128371" cy="437861"/>
              </a:xfrm>
            </p:grpSpPr>
            <p:sp>
              <p:nvSpPr>
                <p:cNvPr id="962" name="Oval 961">
                  <a:extLst>
                    <a:ext uri="{FF2B5EF4-FFF2-40B4-BE49-F238E27FC236}">
                      <a16:creationId xmlns:a16="http://schemas.microsoft.com/office/drawing/2014/main" id="{9B6F5CD8-4D1E-1A4F-9507-95200A73998A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3" name="Rectangle 962">
                  <a:extLst>
                    <a:ext uri="{FF2B5EF4-FFF2-40B4-BE49-F238E27FC236}">
                      <a16:creationId xmlns:a16="http://schemas.microsoft.com/office/drawing/2014/main" id="{C28B8F5B-8431-1A46-AAE4-9B0ED530F25B}"/>
                    </a:ext>
                  </a:extLst>
                </p:cNvPr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4" name="Oval 963">
                  <a:extLst>
                    <a:ext uri="{FF2B5EF4-FFF2-40B4-BE49-F238E27FC236}">
                      <a16:creationId xmlns:a16="http://schemas.microsoft.com/office/drawing/2014/main" id="{F1F79620-841F-DD4E-87FC-51E7153EC005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5" name="Freeform 964">
                  <a:extLst>
                    <a:ext uri="{FF2B5EF4-FFF2-40B4-BE49-F238E27FC236}">
                      <a16:creationId xmlns:a16="http://schemas.microsoft.com/office/drawing/2014/main" id="{E98A7BEC-9D56-6B49-8125-0F5CDE1FC0B8}"/>
                    </a:ext>
                  </a:extLst>
                </p:cNvPr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6" name="Freeform 965">
                  <a:extLst>
                    <a:ext uri="{FF2B5EF4-FFF2-40B4-BE49-F238E27FC236}">
                      <a16:creationId xmlns:a16="http://schemas.microsoft.com/office/drawing/2014/main" id="{6905DB74-EB71-3644-AC3F-2EDDA70861AB}"/>
                    </a:ext>
                  </a:extLst>
                </p:cNvPr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7" name="Freeform 966">
                  <a:extLst>
                    <a:ext uri="{FF2B5EF4-FFF2-40B4-BE49-F238E27FC236}">
                      <a16:creationId xmlns:a16="http://schemas.microsoft.com/office/drawing/2014/main" id="{62D3DDB5-3EA7-214C-8C31-BA38971C9A74}"/>
                    </a:ext>
                  </a:extLst>
                </p:cNvPr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8" name="Freeform 967">
                  <a:extLst>
                    <a:ext uri="{FF2B5EF4-FFF2-40B4-BE49-F238E27FC236}">
                      <a16:creationId xmlns:a16="http://schemas.microsoft.com/office/drawing/2014/main" id="{B71B4E2A-E351-6C49-9DFD-6BB4843D451F}"/>
                    </a:ext>
                  </a:extLst>
                </p:cNvPr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69" name="Straight Connector 968">
                  <a:extLst>
                    <a:ext uri="{FF2B5EF4-FFF2-40B4-BE49-F238E27FC236}">
                      <a16:creationId xmlns:a16="http://schemas.microsoft.com/office/drawing/2014/main" id="{7146C111-B5B3-8141-95C1-2CADFE9B32BF}"/>
                    </a:ext>
                  </a:extLst>
                </p:cNvPr>
                <p:cNvCxnSpPr>
                  <a:endCxn id="964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970" name="Straight Connector 969">
                  <a:extLst>
                    <a:ext uri="{FF2B5EF4-FFF2-40B4-BE49-F238E27FC236}">
                      <a16:creationId xmlns:a16="http://schemas.microsoft.com/office/drawing/2014/main" id="{DFA6A355-A08F-F241-92FA-D0E6992CE4F5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922" name="Group 347">
                <a:extLst>
                  <a:ext uri="{FF2B5EF4-FFF2-40B4-BE49-F238E27FC236}">
                    <a16:creationId xmlns:a16="http://schemas.microsoft.com/office/drawing/2014/main" id="{46EDC75E-59E6-4645-85A7-E2C58E5451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75328" y="5654000"/>
                <a:ext cx="588970" cy="242608"/>
                <a:chOff x="1871277" y="1576300"/>
                <a:chExt cx="1128371" cy="437861"/>
              </a:xfrm>
            </p:grpSpPr>
            <p:sp>
              <p:nvSpPr>
                <p:cNvPr id="953" name="Oval 952">
                  <a:extLst>
                    <a:ext uri="{FF2B5EF4-FFF2-40B4-BE49-F238E27FC236}">
                      <a16:creationId xmlns:a16="http://schemas.microsoft.com/office/drawing/2014/main" id="{9DACA189-A149-9949-BCF3-95B569BB6477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4" name="Rectangle 953">
                  <a:extLst>
                    <a:ext uri="{FF2B5EF4-FFF2-40B4-BE49-F238E27FC236}">
                      <a16:creationId xmlns:a16="http://schemas.microsoft.com/office/drawing/2014/main" id="{08EC0937-ACA9-3840-8439-8223BB848980}"/>
                    </a:ext>
                  </a:extLst>
                </p:cNvPr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5" name="Oval 954">
                  <a:extLst>
                    <a:ext uri="{FF2B5EF4-FFF2-40B4-BE49-F238E27FC236}">
                      <a16:creationId xmlns:a16="http://schemas.microsoft.com/office/drawing/2014/main" id="{E17B98F5-9CEF-6F4F-BBA9-BB8DE0D91B36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6" name="Freeform 955">
                  <a:extLst>
                    <a:ext uri="{FF2B5EF4-FFF2-40B4-BE49-F238E27FC236}">
                      <a16:creationId xmlns:a16="http://schemas.microsoft.com/office/drawing/2014/main" id="{61234B09-DC44-7342-A70C-06AC8A581E23}"/>
                    </a:ext>
                  </a:extLst>
                </p:cNvPr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7" name="Freeform 956">
                  <a:extLst>
                    <a:ext uri="{FF2B5EF4-FFF2-40B4-BE49-F238E27FC236}">
                      <a16:creationId xmlns:a16="http://schemas.microsoft.com/office/drawing/2014/main" id="{03AF34FD-E240-F04C-9158-920D29213255}"/>
                    </a:ext>
                  </a:extLst>
                </p:cNvPr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8" name="Freeform 957">
                  <a:extLst>
                    <a:ext uri="{FF2B5EF4-FFF2-40B4-BE49-F238E27FC236}">
                      <a16:creationId xmlns:a16="http://schemas.microsoft.com/office/drawing/2014/main" id="{526E50F3-60FD-0E45-BC3A-3C6066FB7D8A}"/>
                    </a:ext>
                  </a:extLst>
                </p:cNvPr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9" name="Freeform 958">
                  <a:extLst>
                    <a:ext uri="{FF2B5EF4-FFF2-40B4-BE49-F238E27FC236}">
                      <a16:creationId xmlns:a16="http://schemas.microsoft.com/office/drawing/2014/main" id="{FEE1E3A7-C090-734C-9180-457004D9D039}"/>
                    </a:ext>
                  </a:extLst>
                </p:cNvPr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60" name="Straight Connector 959">
                  <a:extLst>
                    <a:ext uri="{FF2B5EF4-FFF2-40B4-BE49-F238E27FC236}">
                      <a16:creationId xmlns:a16="http://schemas.microsoft.com/office/drawing/2014/main" id="{99A3F99A-570C-8A42-9492-3585D770DA95}"/>
                    </a:ext>
                  </a:extLst>
                </p:cNvPr>
                <p:cNvCxnSpPr>
                  <a:endCxn id="955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961" name="Straight Connector 960">
                  <a:extLst>
                    <a:ext uri="{FF2B5EF4-FFF2-40B4-BE49-F238E27FC236}">
                      <a16:creationId xmlns:a16="http://schemas.microsoft.com/office/drawing/2014/main" id="{5F18512F-CA24-4444-95DF-016FA49178DB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923" name="Group 347">
                <a:extLst>
                  <a:ext uri="{FF2B5EF4-FFF2-40B4-BE49-F238E27FC236}">
                    <a16:creationId xmlns:a16="http://schemas.microsoft.com/office/drawing/2014/main" id="{4B02C431-99D3-6D48-8159-7B4877B83A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48241" y="5847813"/>
                <a:ext cx="588970" cy="242608"/>
                <a:chOff x="1871277" y="1576300"/>
                <a:chExt cx="1128371" cy="437861"/>
              </a:xfrm>
            </p:grpSpPr>
            <p:sp>
              <p:nvSpPr>
                <p:cNvPr id="944" name="Oval 943">
                  <a:extLst>
                    <a:ext uri="{FF2B5EF4-FFF2-40B4-BE49-F238E27FC236}">
                      <a16:creationId xmlns:a16="http://schemas.microsoft.com/office/drawing/2014/main" id="{0FF0DF6F-D87B-2346-B35F-0DD610115E22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5" name="Rectangle 944">
                  <a:extLst>
                    <a:ext uri="{FF2B5EF4-FFF2-40B4-BE49-F238E27FC236}">
                      <a16:creationId xmlns:a16="http://schemas.microsoft.com/office/drawing/2014/main" id="{0A88A3D0-6A43-9C4F-B2B8-C62A5B975479}"/>
                    </a:ext>
                  </a:extLst>
                </p:cNvPr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6" name="Oval 945">
                  <a:extLst>
                    <a:ext uri="{FF2B5EF4-FFF2-40B4-BE49-F238E27FC236}">
                      <a16:creationId xmlns:a16="http://schemas.microsoft.com/office/drawing/2014/main" id="{A97EE425-A6D3-754D-B745-A46539A9BCE9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7" name="Freeform 946">
                  <a:extLst>
                    <a:ext uri="{FF2B5EF4-FFF2-40B4-BE49-F238E27FC236}">
                      <a16:creationId xmlns:a16="http://schemas.microsoft.com/office/drawing/2014/main" id="{D4B205B1-4191-B84B-8CA4-DD171806AD2E}"/>
                    </a:ext>
                  </a:extLst>
                </p:cNvPr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8" name="Freeform 947">
                  <a:extLst>
                    <a:ext uri="{FF2B5EF4-FFF2-40B4-BE49-F238E27FC236}">
                      <a16:creationId xmlns:a16="http://schemas.microsoft.com/office/drawing/2014/main" id="{1BBBF1EF-3ED2-5848-B3F0-7F8463BE28C7}"/>
                    </a:ext>
                  </a:extLst>
                </p:cNvPr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9" name="Freeform 948">
                  <a:extLst>
                    <a:ext uri="{FF2B5EF4-FFF2-40B4-BE49-F238E27FC236}">
                      <a16:creationId xmlns:a16="http://schemas.microsoft.com/office/drawing/2014/main" id="{AE727D85-0B80-AB43-A858-E12A22DEF74E}"/>
                    </a:ext>
                  </a:extLst>
                </p:cNvPr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0" name="Freeform 949">
                  <a:extLst>
                    <a:ext uri="{FF2B5EF4-FFF2-40B4-BE49-F238E27FC236}">
                      <a16:creationId xmlns:a16="http://schemas.microsoft.com/office/drawing/2014/main" id="{E087DF11-E1FC-A24A-A90A-56EFAAF5ED33}"/>
                    </a:ext>
                  </a:extLst>
                </p:cNvPr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51" name="Straight Connector 950">
                  <a:extLst>
                    <a:ext uri="{FF2B5EF4-FFF2-40B4-BE49-F238E27FC236}">
                      <a16:creationId xmlns:a16="http://schemas.microsoft.com/office/drawing/2014/main" id="{63B2769E-5BF0-4C43-BDCD-E08BBCA40A60}"/>
                    </a:ext>
                  </a:extLst>
                </p:cNvPr>
                <p:cNvCxnSpPr>
                  <a:endCxn id="946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952" name="Straight Connector 951">
                  <a:extLst>
                    <a:ext uri="{FF2B5EF4-FFF2-40B4-BE49-F238E27FC236}">
                      <a16:creationId xmlns:a16="http://schemas.microsoft.com/office/drawing/2014/main" id="{D9643885-03AC-8C44-B9B3-97EEFAB93F73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924" name="Group 347">
                <a:extLst>
                  <a:ext uri="{FF2B5EF4-FFF2-40B4-BE49-F238E27FC236}">
                    <a16:creationId xmlns:a16="http://schemas.microsoft.com/office/drawing/2014/main" id="{59383640-B92E-3B49-9F91-B00C1816C4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66757" y="6114152"/>
                <a:ext cx="588970" cy="242608"/>
                <a:chOff x="1871277" y="1576300"/>
                <a:chExt cx="1128371" cy="437861"/>
              </a:xfrm>
            </p:grpSpPr>
            <p:sp>
              <p:nvSpPr>
                <p:cNvPr id="935" name="Oval 934">
                  <a:extLst>
                    <a:ext uri="{FF2B5EF4-FFF2-40B4-BE49-F238E27FC236}">
                      <a16:creationId xmlns:a16="http://schemas.microsoft.com/office/drawing/2014/main" id="{5018BF36-5D40-234D-B43E-166D4365DFC7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36" name="Rectangle 935">
                  <a:extLst>
                    <a:ext uri="{FF2B5EF4-FFF2-40B4-BE49-F238E27FC236}">
                      <a16:creationId xmlns:a16="http://schemas.microsoft.com/office/drawing/2014/main" id="{F3CF2F53-1F91-DA4A-B9DD-A5E958F02DF9}"/>
                    </a:ext>
                  </a:extLst>
                </p:cNvPr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37" name="Oval 936">
                  <a:extLst>
                    <a:ext uri="{FF2B5EF4-FFF2-40B4-BE49-F238E27FC236}">
                      <a16:creationId xmlns:a16="http://schemas.microsoft.com/office/drawing/2014/main" id="{DE201E6A-02EE-B14D-8F1B-DC21CC87BE80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38" name="Freeform 937">
                  <a:extLst>
                    <a:ext uri="{FF2B5EF4-FFF2-40B4-BE49-F238E27FC236}">
                      <a16:creationId xmlns:a16="http://schemas.microsoft.com/office/drawing/2014/main" id="{FB05CF2E-83B0-2640-93AB-853D8763B115}"/>
                    </a:ext>
                  </a:extLst>
                </p:cNvPr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39" name="Freeform 938">
                  <a:extLst>
                    <a:ext uri="{FF2B5EF4-FFF2-40B4-BE49-F238E27FC236}">
                      <a16:creationId xmlns:a16="http://schemas.microsoft.com/office/drawing/2014/main" id="{E2067AB0-285F-1D49-84B3-34E74A8258AC}"/>
                    </a:ext>
                  </a:extLst>
                </p:cNvPr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0" name="Freeform 939">
                  <a:extLst>
                    <a:ext uri="{FF2B5EF4-FFF2-40B4-BE49-F238E27FC236}">
                      <a16:creationId xmlns:a16="http://schemas.microsoft.com/office/drawing/2014/main" id="{E1588A39-233E-9A43-89F2-A2C023D3DD50}"/>
                    </a:ext>
                  </a:extLst>
                </p:cNvPr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1" name="Freeform 940">
                  <a:extLst>
                    <a:ext uri="{FF2B5EF4-FFF2-40B4-BE49-F238E27FC236}">
                      <a16:creationId xmlns:a16="http://schemas.microsoft.com/office/drawing/2014/main" id="{7E4670CD-E442-5648-B94B-92AF3B894755}"/>
                    </a:ext>
                  </a:extLst>
                </p:cNvPr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42" name="Straight Connector 941">
                  <a:extLst>
                    <a:ext uri="{FF2B5EF4-FFF2-40B4-BE49-F238E27FC236}">
                      <a16:creationId xmlns:a16="http://schemas.microsoft.com/office/drawing/2014/main" id="{759AD6F2-B641-0B45-9023-2F9E18420F9E}"/>
                    </a:ext>
                  </a:extLst>
                </p:cNvPr>
                <p:cNvCxnSpPr>
                  <a:endCxn id="937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943" name="Straight Connector 942">
                  <a:extLst>
                    <a:ext uri="{FF2B5EF4-FFF2-40B4-BE49-F238E27FC236}">
                      <a16:creationId xmlns:a16="http://schemas.microsoft.com/office/drawing/2014/main" id="{BD308E44-0EFE-944D-83E1-D1B7C02C2983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  <p:grpSp>
            <p:nvGrpSpPr>
              <p:cNvPr id="925" name="Group 347">
                <a:extLst>
                  <a:ext uri="{FF2B5EF4-FFF2-40B4-BE49-F238E27FC236}">
                    <a16:creationId xmlns:a16="http://schemas.microsoft.com/office/drawing/2014/main" id="{885312C2-0E07-194B-BEF1-237808F2C1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04088" y="6206732"/>
                <a:ext cx="588970" cy="242608"/>
                <a:chOff x="1871277" y="1576300"/>
                <a:chExt cx="1128371" cy="437861"/>
              </a:xfrm>
            </p:grpSpPr>
            <p:sp>
              <p:nvSpPr>
                <p:cNvPr id="926" name="Oval 925">
                  <a:extLst>
                    <a:ext uri="{FF2B5EF4-FFF2-40B4-BE49-F238E27FC236}">
                      <a16:creationId xmlns:a16="http://schemas.microsoft.com/office/drawing/2014/main" id="{DB1F6E96-DE25-304B-B7D0-FD1D59509C9D}"/>
                    </a:ext>
                  </a:extLst>
                </p:cNvPr>
                <p:cNvSpPr/>
                <p:nvPr/>
              </p:nvSpPr>
              <p:spPr bwMode="auto">
                <a:xfrm flipV="1">
                  <a:off x="1874446" y="1694641"/>
                  <a:ext cx="1125202" cy="3195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0" scaled="1"/>
                  <a:tileRect/>
                </a:gra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27" name="Rectangle 926">
                  <a:extLst>
                    <a:ext uri="{FF2B5EF4-FFF2-40B4-BE49-F238E27FC236}">
                      <a16:creationId xmlns:a16="http://schemas.microsoft.com/office/drawing/2014/main" id="{C6F722AF-47B6-754C-8E9E-EFEB45831A89}"/>
                    </a:ext>
                  </a:extLst>
                </p:cNvPr>
                <p:cNvSpPr/>
                <p:nvPr/>
              </p:nvSpPr>
              <p:spPr bwMode="auto"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75000"/>
                      </a:srgbClr>
                    </a:gs>
                    <a:gs pos="53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08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28" name="Oval 927">
                  <a:extLst>
                    <a:ext uri="{FF2B5EF4-FFF2-40B4-BE49-F238E27FC236}">
                      <a16:creationId xmlns:a16="http://schemas.microsoft.com/office/drawing/2014/main" id="{B7EFF65E-E3E4-7743-90E8-6E0DED7FF48C}"/>
                    </a:ext>
                  </a:extLst>
                </p:cNvPr>
                <p:cNvSpPr/>
                <p:nvPr/>
              </p:nvSpPr>
              <p:spPr bwMode="auto">
                <a:xfrm flipV="1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FFFFFF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29" name="Freeform 928">
                  <a:extLst>
                    <a:ext uri="{FF2B5EF4-FFF2-40B4-BE49-F238E27FC236}">
                      <a16:creationId xmlns:a16="http://schemas.microsoft.com/office/drawing/2014/main" id="{A6419AFD-CC26-B146-A541-B565AEA3805C}"/>
                    </a:ext>
                  </a:extLst>
                </p:cNvPr>
                <p:cNvSpPr/>
                <p:nvPr/>
              </p:nvSpPr>
              <p:spPr bwMode="auto">
                <a:xfrm>
                  <a:off x="2159708" y="1673340"/>
                  <a:ext cx="548339" cy="160943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30" name="Freeform 929">
                  <a:extLst>
                    <a:ext uri="{FF2B5EF4-FFF2-40B4-BE49-F238E27FC236}">
                      <a16:creationId xmlns:a16="http://schemas.microsoft.com/office/drawing/2014/main" id="{0147F8D3-CAD7-8542-B967-4F72DDDE3A54}"/>
                    </a:ext>
                  </a:extLst>
                </p:cNvPr>
                <p:cNvSpPr/>
                <p:nvPr/>
              </p:nvSpPr>
              <p:spPr bwMode="auto">
                <a:xfrm>
                  <a:off x="2102655" y="1633103"/>
                  <a:ext cx="662444" cy="111241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31" name="Freeform 930">
                  <a:extLst>
                    <a:ext uri="{FF2B5EF4-FFF2-40B4-BE49-F238E27FC236}">
                      <a16:creationId xmlns:a16="http://schemas.microsoft.com/office/drawing/2014/main" id="{AAF1E1A5-D576-1A4A-9BFD-6C323830CFC5}"/>
                    </a:ext>
                  </a:extLst>
                </p:cNvPr>
                <p:cNvSpPr/>
                <p:nvPr/>
              </p:nvSpPr>
              <p:spPr bwMode="auto">
                <a:xfrm>
                  <a:off x="2536889" y="1727776"/>
                  <a:ext cx="244057" cy="9704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32" name="Freeform 931">
                  <a:extLst>
                    <a:ext uri="{FF2B5EF4-FFF2-40B4-BE49-F238E27FC236}">
                      <a16:creationId xmlns:a16="http://schemas.microsoft.com/office/drawing/2014/main" id="{00B23D7F-A468-7B41-B882-C74692A46B5A}"/>
                    </a:ext>
                  </a:extLst>
                </p:cNvPr>
                <p:cNvSpPr/>
                <p:nvPr/>
              </p:nvSpPr>
              <p:spPr bwMode="auto">
                <a:xfrm>
                  <a:off x="2089977" y="1730144"/>
                  <a:ext cx="240888" cy="97039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33" name="Straight Connector 932">
                  <a:extLst>
                    <a:ext uri="{FF2B5EF4-FFF2-40B4-BE49-F238E27FC236}">
                      <a16:creationId xmlns:a16="http://schemas.microsoft.com/office/drawing/2014/main" id="{A710DADF-5A66-4E4D-9212-3DB6E5790B57}"/>
                    </a:ext>
                  </a:extLst>
                </p:cNvPr>
                <p:cNvCxnSpPr>
                  <a:endCxn id="928" idx="2"/>
                </p:cNvCxnSpPr>
                <p:nvPr/>
              </p:nvCxnSpPr>
              <p:spPr bwMode="auto">
                <a:xfrm flipH="1" flipV="1">
                  <a:off x="1871277" y="1737243"/>
                  <a:ext cx="3169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934" name="Straight Connector 933">
                  <a:extLst>
                    <a:ext uri="{FF2B5EF4-FFF2-40B4-BE49-F238E27FC236}">
                      <a16:creationId xmlns:a16="http://schemas.microsoft.com/office/drawing/2014/main" id="{59A3775F-4767-2F47-9662-6CCEC729A7A8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2996477" y="1734877"/>
                  <a:ext cx="3171" cy="12307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</p:cxnSp>
          </p:grpSp>
        </p:grpSp>
        <p:grpSp>
          <p:nvGrpSpPr>
            <p:cNvPr id="857" name="Group 856">
              <a:extLst>
                <a:ext uri="{FF2B5EF4-FFF2-40B4-BE49-F238E27FC236}">
                  <a16:creationId xmlns:a16="http://schemas.microsoft.com/office/drawing/2014/main" id="{54A52462-5258-B74E-939D-5568EFF6BF9A}"/>
                </a:ext>
              </a:extLst>
            </p:cNvPr>
            <p:cNvGrpSpPr/>
            <p:nvPr/>
          </p:nvGrpSpPr>
          <p:grpSpPr>
            <a:xfrm>
              <a:off x="4990227" y="3046752"/>
              <a:ext cx="3116606" cy="1053561"/>
              <a:chOff x="4990227" y="2877416"/>
              <a:chExt cx="3116606" cy="1053561"/>
            </a:xfrm>
          </p:grpSpPr>
          <p:sp>
            <p:nvSpPr>
              <p:cNvPr id="876" name="Rectangle 875">
                <a:extLst>
                  <a:ext uri="{FF2B5EF4-FFF2-40B4-BE49-F238E27FC236}">
                    <a16:creationId xmlns:a16="http://schemas.microsoft.com/office/drawing/2014/main" id="{A13ADE3B-72C2-1D43-B7E3-53ACC236F401}"/>
                  </a:ext>
                </a:extLst>
              </p:cNvPr>
              <p:cNvSpPr/>
              <p:nvPr/>
            </p:nvSpPr>
            <p:spPr bwMode="auto">
              <a:xfrm>
                <a:off x="5418665" y="2913389"/>
                <a:ext cx="2688168" cy="1017588"/>
              </a:xfrm>
              <a:prstGeom prst="rect">
                <a:avLst/>
              </a:prstGeom>
              <a:solidFill>
                <a:srgbClr val="2D2DB9">
                  <a:lumMod val="20000"/>
                  <a:lumOff val="80000"/>
                </a:srgbClr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877" name="Freeform 876">
                <a:extLst>
                  <a:ext uri="{FF2B5EF4-FFF2-40B4-BE49-F238E27FC236}">
                    <a16:creationId xmlns:a16="http://schemas.microsoft.com/office/drawing/2014/main" id="{8479C132-9D4A-964F-A8E8-7EB2EAA9863B}"/>
                  </a:ext>
                </a:extLst>
              </p:cNvPr>
              <p:cNvSpPr/>
              <p:nvPr/>
            </p:nvSpPr>
            <p:spPr bwMode="auto">
              <a:xfrm>
                <a:off x="5218221" y="2877416"/>
                <a:ext cx="213773" cy="1028160"/>
              </a:xfrm>
              <a:custGeom>
                <a:avLst/>
                <a:gdLst>
                  <a:gd name="connsiteX0" fmla="*/ 0 w 312616"/>
                  <a:gd name="connsiteY0" fmla="*/ 644770 h 1367693"/>
                  <a:gd name="connsiteX1" fmla="*/ 312616 w 312616"/>
                  <a:gd name="connsiteY1" fmla="*/ 0 h 1367693"/>
                  <a:gd name="connsiteX2" fmla="*/ 312616 w 312616"/>
                  <a:gd name="connsiteY2" fmla="*/ 1016000 h 1367693"/>
                  <a:gd name="connsiteX3" fmla="*/ 117231 w 312616"/>
                  <a:gd name="connsiteY3" fmla="*/ 1367693 h 1367693"/>
                  <a:gd name="connsiteX4" fmla="*/ 0 w 312616"/>
                  <a:gd name="connsiteY4" fmla="*/ 644770 h 1367693"/>
                  <a:gd name="connsiteX0" fmla="*/ 0 w 199855"/>
                  <a:gd name="connsiteY0" fmla="*/ 733787 h 1367693"/>
                  <a:gd name="connsiteX1" fmla="*/ 199855 w 199855"/>
                  <a:gd name="connsiteY1" fmla="*/ 0 h 1367693"/>
                  <a:gd name="connsiteX2" fmla="*/ 199855 w 199855"/>
                  <a:gd name="connsiteY2" fmla="*/ 1016000 h 1367693"/>
                  <a:gd name="connsiteX3" fmla="*/ 4470 w 199855"/>
                  <a:gd name="connsiteY3" fmla="*/ 1367693 h 1367693"/>
                  <a:gd name="connsiteX4" fmla="*/ 0 w 199855"/>
                  <a:gd name="connsiteY4" fmla="*/ 733787 h 1367693"/>
                  <a:gd name="connsiteX0" fmla="*/ 25203 w 225058"/>
                  <a:gd name="connsiteY0" fmla="*/ 733787 h 1361758"/>
                  <a:gd name="connsiteX1" fmla="*/ 225058 w 225058"/>
                  <a:gd name="connsiteY1" fmla="*/ 0 h 1361758"/>
                  <a:gd name="connsiteX2" fmla="*/ 225058 w 225058"/>
                  <a:gd name="connsiteY2" fmla="*/ 1016000 h 1361758"/>
                  <a:gd name="connsiteX3" fmla="*/ 0 w 225058"/>
                  <a:gd name="connsiteY3" fmla="*/ 1361758 h 1361758"/>
                  <a:gd name="connsiteX4" fmla="*/ 25203 w 225058"/>
                  <a:gd name="connsiteY4" fmla="*/ 733787 h 1361758"/>
                  <a:gd name="connsiteX0" fmla="*/ 25203 w 230992"/>
                  <a:gd name="connsiteY0" fmla="*/ 787197 h 1415168"/>
                  <a:gd name="connsiteX1" fmla="*/ 230992 w 230992"/>
                  <a:gd name="connsiteY1" fmla="*/ 0 h 1415168"/>
                  <a:gd name="connsiteX2" fmla="*/ 225058 w 230992"/>
                  <a:gd name="connsiteY2" fmla="*/ 1069410 h 1415168"/>
                  <a:gd name="connsiteX3" fmla="*/ 0 w 230992"/>
                  <a:gd name="connsiteY3" fmla="*/ 1415168 h 1415168"/>
                  <a:gd name="connsiteX4" fmla="*/ 25203 w 230992"/>
                  <a:gd name="connsiteY4" fmla="*/ 787197 h 1415168"/>
                  <a:gd name="connsiteX0" fmla="*/ 0 w 205789"/>
                  <a:gd name="connsiteY0" fmla="*/ 787197 h 1427037"/>
                  <a:gd name="connsiteX1" fmla="*/ 205789 w 205789"/>
                  <a:gd name="connsiteY1" fmla="*/ 0 h 1427037"/>
                  <a:gd name="connsiteX2" fmla="*/ 199855 w 205789"/>
                  <a:gd name="connsiteY2" fmla="*/ 1069410 h 1427037"/>
                  <a:gd name="connsiteX3" fmla="*/ 4471 w 205789"/>
                  <a:gd name="connsiteY3" fmla="*/ 1427037 h 1427037"/>
                  <a:gd name="connsiteX4" fmla="*/ 0 w 205789"/>
                  <a:gd name="connsiteY4" fmla="*/ 787197 h 1427037"/>
                  <a:gd name="connsiteX0" fmla="*/ 0 w 199855"/>
                  <a:gd name="connsiteY0" fmla="*/ 745656 h 1385496"/>
                  <a:gd name="connsiteX1" fmla="*/ 193920 w 199855"/>
                  <a:gd name="connsiteY1" fmla="*/ 0 h 1385496"/>
                  <a:gd name="connsiteX2" fmla="*/ 199855 w 199855"/>
                  <a:gd name="connsiteY2" fmla="*/ 1027869 h 1385496"/>
                  <a:gd name="connsiteX3" fmla="*/ 4471 w 199855"/>
                  <a:gd name="connsiteY3" fmla="*/ 1385496 h 1385496"/>
                  <a:gd name="connsiteX4" fmla="*/ 0 w 199855"/>
                  <a:gd name="connsiteY4" fmla="*/ 745656 h 1385496"/>
                  <a:gd name="connsiteX0" fmla="*/ 20385 w 220240"/>
                  <a:gd name="connsiteY0" fmla="*/ 745656 h 1058154"/>
                  <a:gd name="connsiteX1" fmla="*/ 214305 w 220240"/>
                  <a:gd name="connsiteY1" fmla="*/ 0 h 1058154"/>
                  <a:gd name="connsiteX2" fmla="*/ 220240 w 220240"/>
                  <a:gd name="connsiteY2" fmla="*/ 1027869 h 1058154"/>
                  <a:gd name="connsiteX3" fmla="*/ 68 w 220240"/>
                  <a:gd name="connsiteY3" fmla="*/ 986902 h 1058154"/>
                  <a:gd name="connsiteX4" fmla="*/ 20385 w 220240"/>
                  <a:gd name="connsiteY4" fmla="*/ 745656 h 1058154"/>
                  <a:gd name="connsiteX0" fmla="*/ 20385 w 220240"/>
                  <a:gd name="connsiteY0" fmla="*/ 745656 h 1068836"/>
                  <a:gd name="connsiteX1" fmla="*/ 214305 w 220240"/>
                  <a:gd name="connsiteY1" fmla="*/ 0 h 1068836"/>
                  <a:gd name="connsiteX2" fmla="*/ 220240 w 220240"/>
                  <a:gd name="connsiteY2" fmla="*/ 1027869 h 1068836"/>
                  <a:gd name="connsiteX3" fmla="*/ 68 w 220240"/>
                  <a:gd name="connsiteY3" fmla="*/ 986902 h 1068836"/>
                  <a:gd name="connsiteX4" fmla="*/ 20385 w 220240"/>
                  <a:gd name="connsiteY4" fmla="*/ 745656 h 1068836"/>
                  <a:gd name="connsiteX0" fmla="*/ 15446 w 215301"/>
                  <a:gd name="connsiteY0" fmla="*/ 745656 h 1057581"/>
                  <a:gd name="connsiteX1" fmla="*/ 209366 w 215301"/>
                  <a:gd name="connsiteY1" fmla="*/ 0 h 1057581"/>
                  <a:gd name="connsiteX2" fmla="*/ 215301 w 215301"/>
                  <a:gd name="connsiteY2" fmla="*/ 1027869 h 1057581"/>
                  <a:gd name="connsiteX3" fmla="*/ 87 w 215301"/>
                  <a:gd name="connsiteY3" fmla="*/ 888484 h 1057581"/>
                  <a:gd name="connsiteX4" fmla="*/ 15446 w 215301"/>
                  <a:gd name="connsiteY4" fmla="*/ 745656 h 1057581"/>
                  <a:gd name="connsiteX0" fmla="*/ 15446 w 215301"/>
                  <a:gd name="connsiteY0" fmla="*/ 745656 h 1063397"/>
                  <a:gd name="connsiteX1" fmla="*/ 209366 w 215301"/>
                  <a:gd name="connsiteY1" fmla="*/ 0 h 1063397"/>
                  <a:gd name="connsiteX2" fmla="*/ 215301 w 215301"/>
                  <a:gd name="connsiteY2" fmla="*/ 1027869 h 1063397"/>
                  <a:gd name="connsiteX3" fmla="*/ 87 w 215301"/>
                  <a:gd name="connsiteY3" fmla="*/ 888484 h 1063397"/>
                  <a:gd name="connsiteX4" fmla="*/ 15446 w 215301"/>
                  <a:gd name="connsiteY4" fmla="*/ 745656 h 1063397"/>
                  <a:gd name="connsiteX0" fmla="*/ 15446 w 215301"/>
                  <a:gd name="connsiteY0" fmla="*/ 745656 h 1027869"/>
                  <a:gd name="connsiteX1" fmla="*/ 209366 w 215301"/>
                  <a:gd name="connsiteY1" fmla="*/ 0 h 1027869"/>
                  <a:gd name="connsiteX2" fmla="*/ 215301 w 215301"/>
                  <a:gd name="connsiteY2" fmla="*/ 1027869 h 1027869"/>
                  <a:gd name="connsiteX3" fmla="*/ 87 w 215301"/>
                  <a:gd name="connsiteY3" fmla="*/ 888484 h 1027869"/>
                  <a:gd name="connsiteX4" fmla="*/ 15446 w 215301"/>
                  <a:gd name="connsiteY4" fmla="*/ 745656 h 1027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5301" h="1027869">
                    <a:moveTo>
                      <a:pt x="15446" y="745656"/>
                    </a:moveTo>
                    <a:lnTo>
                      <a:pt x="209366" y="0"/>
                    </a:lnTo>
                    <a:cubicBezTo>
                      <a:pt x="211344" y="342623"/>
                      <a:pt x="213323" y="685246"/>
                      <a:pt x="215301" y="1027869"/>
                    </a:cubicBezTo>
                    <a:cubicBezTo>
                      <a:pt x="115469" y="960083"/>
                      <a:pt x="99918" y="931665"/>
                      <a:pt x="87" y="888484"/>
                    </a:cubicBezTo>
                    <a:cubicBezTo>
                      <a:pt x="-1403" y="675204"/>
                      <a:pt x="16936" y="958936"/>
                      <a:pt x="15446" y="745656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lumMod val="95000"/>
                    </a:srgbClr>
                  </a:gs>
                  <a:gs pos="100000">
                    <a:srgbClr val="2D2DB9">
                      <a:lumMod val="20000"/>
                      <a:lumOff val="80000"/>
                    </a:srgbClr>
                  </a:gs>
                </a:gsLst>
                <a:lin ang="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grpSp>
            <p:nvGrpSpPr>
              <p:cNvPr id="878" name="Group 950">
                <a:extLst>
                  <a:ext uri="{FF2B5EF4-FFF2-40B4-BE49-F238E27FC236}">
                    <a16:creationId xmlns:a16="http://schemas.microsoft.com/office/drawing/2014/main" id="{6265B51A-C625-0E46-B1CD-1B0CC4EAE2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90227" y="3351862"/>
                <a:ext cx="251561" cy="564103"/>
                <a:chOff x="4140" y="429"/>
                <a:chExt cx="1425" cy="2396"/>
              </a:xfrm>
            </p:grpSpPr>
            <p:sp>
              <p:nvSpPr>
                <p:cNvPr id="880" name="Freeform 951">
                  <a:extLst>
                    <a:ext uri="{FF2B5EF4-FFF2-40B4-BE49-F238E27FC236}">
                      <a16:creationId xmlns:a16="http://schemas.microsoft.com/office/drawing/2014/main" id="{A5BA354F-B231-C647-9049-264E94760E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81" name="Rectangle 952">
                  <a:extLst>
                    <a:ext uri="{FF2B5EF4-FFF2-40B4-BE49-F238E27FC236}">
                      <a16:creationId xmlns:a16="http://schemas.microsoft.com/office/drawing/2014/main" id="{4CD802A5-F6DB-4B4A-9C9B-E57940A6AE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82" name="Freeform 953">
                  <a:extLst>
                    <a:ext uri="{FF2B5EF4-FFF2-40B4-BE49-F238E27FC236}">
                      <a16:creationId xmlns:a16="http://schemas.microsoft.com/office/drawing/2014/main" id="{79259F7C-2EC8-F74E-9E7F-4095E5E5CF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83" name="Freeform 954">
                  <a:extLst>
                    <a:ext uri="{FF2B5EF4-FFF2-40B4-BE49-F238E27FC236}">
                      <a16:creationId xmlns:a16="http://schemas.microsoft.com/office/drawing/2014/main" id="{451FA157-6D0F-9145-8122-26E1DA1A23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84" name="Rectangle 955">
                  <a:extLst>
                    <a:ext uri="{FF2B5EF4-FFF2-40B4-BE49-F238E27FC236}">
                      <a16:creationId xmlns:a16="http://schemas.microsoft.com/office/drawing/2014/main" id="{C2607605-6DA4-EE4D-8DD3-849C75A056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885" name="Group 956">
                  <a:extLst>
                    <a:ext uri="{FF2B5EF4-FFF2-40B4-BE49-F238E27FC236}">
                      <a16:creationId xmlns:a16="http://schemas.microsoft.com/office/drawing/2014/main" id="{9869AF7B-AAFD-8D4B-8E7F-90CCD375562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910" name="AutoShape 957">
                    <a:extLst>
                      <a:ext uri="{FF2B5EF4-FFF2-40B4-BE49-F238E27FC236}">
                        <a16:creationId xmlns:a16="http://schemas.microsoft.com/office/drawing/2014/main" id="{C9AB02AE-DBB7-4942-87E6-03EAC872AF5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11" name="AutoShape 958">
                    <a:extLst>
                      <a:ext uri="{FF2B5EF4-FFF2-40B4-BE49-F238E27FC236}">
                        <a16:creationId xmlns:a16="http://schemas.microsoft.com/office/drawing/2014/main" id="{A1397CEF-8A99-9C43-984B-80BD60AFF6D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886" name="Rectangle 959">
                  <a:extLst>
                    <a:ext uri="{FF2B5EF4-FFF2-40B4-BE49-F238E27FC236}">
                      <a16:creationId xmlns:a16="http://schemas.microsoft.com/office/drawing/2014/main" id="{E8594A77-9042-2641-ABFC-F29E8FF40D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887" name="Group 960">
                  <a:extLst>
                    <a:ext uri="{FF2B5EF4-FFF2-40B4-BE49-F238E27FC236}">
                      <a16:creationId xmlns:a16="http://schemas.microsoft.com/office/drawing/2014/main" id="{1262AD39-4096-D741-A742-CED9CF146D7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908" name="AutoShape 961">
                    <a:extLst>
                      <a:ext uri="{FF2B5EF4-FFF2-40B4-BE49-F238E27FC236}">
                        <a16:creationId xmlns:a16="http://schemas.microsoft.com/office/drawing/2014/main" id="{59E4897D-95E8-2A4B-9BA9-0B7172ED7B8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09" name="AutoShape 962">
                    <a:extLst>
                      <a:ext uri="{FF2B5EF4-FFF2-40B4-BE49-F238E27FC236}">
                        <a16:creationId xmlns:a16="http://schemas.microsoft.com/office/drawing/2014/main" id="{2382242C-86DC-C04B-94D5-2B4545FC2AD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888" name="Rectangle 963">
                  <a:extLst>
                    <a:ext uri="{FF2B5EF4-FFF2-40B4-BE49-F238E27FC236}">
                      <a16:creationId xmlns:a16="http://schemas.microsoft.com/office/drawing/2014/main" id="{CBBEA7CF-B701-8748-AA95-11773F0862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89" name="Rectangle 964">
                  <a:extLst>
                    <a:ext uri="{FF2B5EF4-FFF2-40B4-BE49-F238E27FC236}">
                      <a16:creationId xmlns:a16="http://schemas.microsoft.com/office/drawing/2014/main" id="{2840794F-AC07-854C-A963-38CAEB8594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890" name="Group 965">
                  <a:extLst>
                    <a:ext uri="{FF2B5EF4-FFF2-40B4-BE49-F238E27FC236}">
                      <a16:creationId xmlns:a16="http://schemas.microsoft.com/office/drawing/2014/main" id="{00D85896-AE73-FC4F-A921-B401C2ABE62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906" name="AutoShape 966">
                    <a:extLst>
                      <a:ext uri="{FF2B5EF4-FFF2-40B4-BE49-F238E27FC236}">
                        <a16:creationId xmlns:a16="http://schemas.microsoft.com/office/drawing/2014/main" id="{924B40FA-21E3-834D-911F-D56CADE5EC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07" name="AutoShape 967">
                    <a:extLst>
                      <a:ext uri="{FF2B5EF4-FFF2-40B4-BE49-F238E27FC236}">
                        <a16:creationId xmlns:a16="http://schemas.microsoft.com/office/drawing/2014/main" id="{47F8F0C4-6D37-9543-9F00-43D5F28FB2C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891" name="Freeform 968">
                  <a:extLst>
                    <a:ext uri="{FF2B5EF4-FFF2-40B4-BE49-F238E27FC236}">
                      <a16:creationId xmlns:a16="http://schemas.microsoft.com/office/drawing/2014/main" id="{1DAD0535-0585-3A48-B18F-8CFD540ADB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grpSp>
              <p:nvGrpSpPr>
                <p:cNvPr id="892" name="Group 969">
                  <a:extLst>
                    <a:ext uri="{FF2B5EF4-FFF2-40B4-BE49-F238E27FC236}">
                      <a16:creationId xmlns:a16="http://schemas.microsoft.com/office/drawing/2014/main" id="{66D816ED-1F9A-D04E-95EE-62CBF7E44ED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904" name="AutoShape 970">
                    <a:extLst>
                      <a:ext uri="{FF2B5EF4-FFF2-40B4-BE49-F238E27FC236}">
                        <a16:creationId xmlns:a16="http://schemas.microsoft.com/office/drawing/2014/main" id="{8C0B4415-0AC2-3945-92F3-A694CD6600D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905" name="AutoShape 971">
                    <a:extLst>
                      <a:ext uri="{FF2B5EF4-FFF2-40B4-BE49-F238E27FC236}">
                        <a16:creationId xmlns:a16="http://schemas.microsoft.com/office/drawing/2014/main" id="{0B3FE1DC-EC1B-BE41-BD3D-DA207D617D5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893" name="Rectangle 972">
                  <a:extLst>
                    <a:ext uri="{FF2B5EF4-FFF2-40B4-BE49-F238E27FC236}">
                      <a16:creationId xmlns:a16="http://schemas.microsoft.com/office/drawing/2014/main" id="{D76687F0-DEBC-0F4A-B4AF-5C24DB379F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94" name="Freeform 973">
                  <a:extLst>
                    <a:ext uri="{FF2B5EF4-FFF2-40B4-BE49-F238E27FC236}">
                      <a16:creationId xmlns:a16="http://schemas.microsoft.com/office/drawing/2014/main" id="{9E9FD877-5F4F-754A-87E4-3CF2A2B868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95" name="Freeform 974">
                  <a:extLst>
                    <a:ext uri="{FF2B5EF4-FFF2-40B4-BE49-F238E27FC236}">
                      <a16:creationId xmlns:a16="http://schemas.microsoft.com/office/drawing/2014/main" id="{42A0B2EC-7CC7-B240-8E62-08161F3699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96" name="Oval 975">
                  <a:extLst>
                    <a:ext uri="{FF2B5EF4-FFF2-40B4-BE49-F238E27FC236}">
                      <a16:creationId xmlns:a16="http://schemas.microsoft.com/office/drawing/2014/main" id="{924FB68E-8166-014C-89D3-D4305C34F3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97" name="Freeform 976">
                  <a:extLst>
                    <a:ext uri="{FF2B5EF4-FFF2-40B4-BE49-F238E27FC236}">
                      <a16:creationId xmlns:a16="http://schemas.microsoft.com/office/drawing/2014/main" id="{97FE5EBC-22BA-6044-8980-CAE0308120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98" name="AutoShape 977">
                  <a:extLst>
                    <a:ext uri="{FF2B5EF4-FFF2-40B4-BE49-F238E27FC236}">
                      <a16:creationId xmlns:a16="http://schemas.microsoft.com/office/drawing/2014/main" id="{A5F87333-9B58-984B-975F-83AEC14824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899" name="AutoShape 978">
                  <a:extLst>
                    <a:ext uri="{FF2B5EF4-FFF2-40B4-BE49-F238E27FC236}">
                      <a16:creationId xmlns:a16="http://schemas.microsoft.com/office/drawing/2014/main" id="{A819AAE6-0355-8D4F-8137-BD2B7A2B72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00" name="Oval 979">
                  <a:extLst>
                    <a:ext uri="{FF2B5EF4-FFF2-40B4-BE49-F238E27FC236}">
                      <a16:creationId xmlns:a16="http://schemas.microsoft.com/office/drawing/2014/main" id="{7425A734-37C7-AE46-A20A-FA4A597671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01" name="Oval 980">
                  <a:extLst>
                    <a:ext uri="{FF2B5EF4-FFF2-40B4-BE49-F238E27FC236}">
                      <a16:creationId xmlns:a16="http://schemas.microsoft.com/office/drawing/2014/main" id="{820B07E3-33AF-1341-B1D5-46C41ACB74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02" name="Oval 981">
                  <a:extLst>
                    <a:ext uri="{FF2B5EF4-FFF2-40B4-BE49-F238E27FC236}">
                      <a16:creationId xmlns:a16="http://schemas.microsoft.com/office/drawing/2014/main" id="{44036096-87EC-A746-8FE7-7773B3B32B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903" name="Rectangle 982">
                  <a:extLst>
                    <a:ext uri="{FF2B5EF4-FFF2-40B4-BE49-F238E27FC236}">
                      <a16:creationId xmlns:a16="http://schemas.microsoft.com/office/drawing/2014/main" id="{4C8AA049-B48E-C24E-91A9-8455F58271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879" name="TextBox 878">
                <a:extLst>
                  <a:ext uri="{FF2B5EF4-FFF2-40B4-BE49-F238E27FC236}">
                    <a16:creationId xmlns:a16="http://schemas.microsoft.com/office/drawing/2014/main" id="{BD391945-30B0-AF4B-9B16-8435026C785B}"/>
                  </a:ext>
                </a:extLst>
              </p:cNvPr>
              <p:cNvSpPr txBox="1"/>
              <p:nvPr/>
            </p:nvSpPr>
            <p:spPr>
              <a:xfrm>
                <a:off x="5377031" y="3090332"/>
                <a:ext cx="2659202" cy="6155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SDN Controller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(network operating system)</a:t>
                </a:r>
              </a:p>
            </p:txBody>
          </p:sp>
        </p:grpSp>
        <p:sp>
          <p:nvSpPr>
            <p:cNvPr id="858" name="TextBox 857">
              <a:extLst>
                <a:ext uri="{FF2B5EF4-FFF2-40B4-BE49-F238E27FC236}">
                  <a16:creationId xmlns:a16="http://schemas.microsoft.com/office/drawing/2014/main" id="{460A62D4-F61E-134D-905E-F48547E04AB7}"/>
                </a:ext>
              </a:extLst>
            </p:cNvPr>
            <p:cNvSpPr txBox="1"/>
            <p:nvPr/>
          </p:nvSpPr>
          <p:spPr>
            <a:xfrm>
              <a:off x="6837708" y="1058305"/>
              <a:ext cx="595035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…</a:t>
              </a:r>
            </a:p>
          </p:txBody>
        </p:sp>
        <p:grpSp>
          <p:nvGrpSpPr>
            <p:cNvPr id="859" name="Group 858">
              <a:extLst>
                <a:ext uri="{FF2B5EF4-FFF2-40B4-BE49-F238E27FC236}">
                  <a16:creationId xmlns:a16="http://schemas.microsoft.com/office/drawing/2014/main" id="{C04C3E74-140C-174C-86ED-F87FDFEFCDEE}"/>
                </a:ext>
              </a:extLst>
            </p:cNvPr>
            <p:cNvGrpSpPr/>
            <p:nvPr/>
          </p:nvGrpSpPr>
          <p:grpSpPr>
            <a:xfrm>
              <a:off x="5165914" y="1277466"/>
              <a:ext cx="1023471" cy="590176"/>
              <a:chOff x="4721412" y="1277470"/>
              <a:chExt cx="1023471" cy="590176"/>
            </a:xfrm>
          </p:grpSpPr>
          <p:sp>
            <p:nvSpPr>
              <p:cNvPr id="874" name="Oval 873">
                <a:extLst>
                  <a:ext uri="{FF2B5EF4-FFF2-40B4-BE49-F238E27FC236}">
                    <a16:creationId xmlns:a16="http://schemas.microsoft.com/office/drawing/2014/main" id="{4ECE1B24-7462-554F-B043-548B485E42D6}"/>
                  </a:ext>
                </a:extLst>
              </p:cNvPr>
              <p:cNvSpPr/>
              <p:nvPr/>
            </p:nvSpPr>
            <p:spPr bwMode="auto">
              <a:xfrm>
                <a:off x="4721412" y="1277470"/>
                <a:ext cx="1023471" cy="590176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  <a:alpha val="70000"/>
                </a:schemeClr>
              </a:solidFill>
              <a:ln w="9525" cap="flat" cmpd="sng" algn="ctr">
                <a:solidFill>
                  <a:srgbClr val="008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875" name="TextBox 874">
                <a:extLst>
                  <a:ext uri="{FF2B5EF4-FFF2-40B4-BE49-F238E27FC236}">
                    <a16:creationId xmlns:a16="http://schemas.microsoft.com/office/drawing/2014/main" id="{8832E712-F1F9-5E47-90F8-8A9C1FCF21E9}"/>
                  </a:ext>
                </a:extLst>
              </p:cNvPr>
              <p:cNvSpPr txBox="1"/>
              <p:nvPr/>
            </p:nvSpPr>
            <p:spPr>
              <a:xfrm>
                <a:off x="4792385" y="1374585"/>
                <a:ext cx="8904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routing</a:t>
                </a:r>
              </a:p>
            </p:txBody>
          </p:sp>
        </p:grpSp>
        <p:grpSp>
          <p:nvGrpSpPr>
            <p:cNvPr id="860" name="Group 859">
              <a:extLst>
                <a:ext uri="{FF2B5EF4-FFF2-40B4-BE49-F238E27FC236}">
                  <a16:creationId xmlns:a16="http://schemas.microsoft.com/office/drawing/2014/main" id="{94FF35AA-DC45-2445-BD7D-65CD25F3EB23}"/>
                </a:ext>
              </a:extLst>
            </p:cNvPr>
            <p:cNvGrpSpPr/>
            <p:nvPr/>
          </p:nvGrpSpPr>
          <p:grpSpPr>
            <a:xfrm>
              <a:off x="6000628" y="1798416"/>
              <a:ext cx="1023471" cy="590176"/>
              <a:chOff x="6106459" y="1967753"/>
              <a:chExt cx="1023471" cy="590176"/>
            </a:xfrm>
          </p:grpSpPr>
          <p:sp>
            <p:nvSpPr>
              <p:cNvPr id="872" name="Oval 871">
                <a:extLst>
                  <a:ext uri="{FF2B5EF4-FFF2-40B4-BE49-F238E27FC236}">
                    <a16:creationId xmlns:a16="http://schemas.microsoft.com/office/drawing/2014/main" id="{3821BD45-E196-1B47-B58A-8DE288ED4A33}"/>
                  </a:ext>
                </a:extLst>
              </p:cNvPr>
              <p:cNvSpPr/>
              <p:nvPr/>
            </p:nvSpPr>
            <p:spPr bwMode="auto">
              <a:xfrm>
                <a:off x="6106459" y="1967753"/>
                <a:ext cx="1023471" cy="590176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  <a:alpha val="70000"/>
                </a:schemeClr>
              </a:solidFill>
              <a:ln w="9525" cap="flat" cmpd="sng" algn="ctr">
                <a:solidFill>
                  <a:srgbClr val="008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873" name="TextBox 872">
                <a:extLst>
                  <a:ext uri="{FF2B5EF4-FFF2-40B4-BE49-F238E27FC236}">
                    <a16:creationId xmlns:a16="http://schemas.microsoft.com/office/drawing/2014/main" id="{09503A04-2C2E-F941-9ED5-3A37B498CDA9}"/>
                  </a:ext>
                </a:extLst>
              </p:cNvPr>
              <p:cNvSpPr txBox="1"/>
              <p:nvPr/>
            </p:nvSpPr>
            <p:spPr>
              <a:xfrm>
                <a:off x="6177429" y="1997637"/>
                <a:ext cx="903087" cy="54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access 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control</a:t>
                </a:r>
              </a:p>
            </p:txBody>
          </p:sp>
        </p:grpSp>
        <p:grpSp>
          <p:nvGrpSpPr>
            <p:cNvPr id="861" name="Group 860">
              <a:extLst>
                <a:ext uri="{FF2B5EF4-FFF2-40B4-BE49-F238E27FC236}">
                  <a16:creationId xmlns:a16="http://schemas.microsoft.com/office/drawing/2014/main" id="{F4CEBF5F-0D71-6B41-996D-0354922EB612}"/>
                </a:ext>
              </a:extLst>
            </p:cNvPr>
            <p:cNvGrpSpPr/>
            <p:nvPr/>
          </p:nvGrpSpPr>
          <p:grpSpPr>
            <a:xfrm>
              <a:off x="7230837" y="1756871"/>
              <a:ext cx="1023471" cy="590176"/>
              <a:chOff x="6938682" y="977153"/>
              <a:chExt cx="1023471" cy="590176"/>
            </a:xfrm>
          </p:grpSpPr>
          <p:sp>
            <p:nvSpPr>
              <p:cNvPr id="870" name="Oval 869">
                <a:extLst>
                  <a:ext uri="{FF2B5EF4-FFF2-40B4-BE49-F238E27FC236}">
                    <a16:creationId xmlns:a16="http://schemas.microsoft.com/office/drawing/2014/main" id="{2D855133-90E2-7042-AF1B-8352C3CC5BF7}"/>
                  </a:ext>
                </a:extLst>
              </p:cNvPr>
              <p:cNvSpPr/>
              <p:nvPr/>
            </p:nvSpPr>
            <p:spPr bwMode="auto">
              <a:xfrm>
                <a:off x="6938682" y="977153"/>
                <a:ext cx="1023471" cy="590176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  <a:alpha val="70000"/>
                </a:schemeClr>
              </a:solidFill>
              <a:ln w="9525" cap="flat" cmpd="sng" algn="ctr">
                <a:solidFill>
                  <a:srgbClr val="008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871" name="TextBox 870">
                <a:extLst>
                  <a:ext uri="{FF2B5EF4-FFF2-40B4-BE49-F238E27FC236}">
                    <a16:creationId xmlns:a16="http://schemas.microsoft.com/office/drawing/2014/main" id="{3D7D80F7-46BE-EC48-B7D7-3C763154D621}"/>
                  </a:ext>
                </a:extLst>
              </p:cNvPr>
              <p:cNvSpPr txBox="1"/>
              <p:nvPr/>
            </p:nvSpPr>
            <p:spPr>
              <a:xfrm>
                <a:off x="6964568" y="1007037"/>
                <a:ext cx="993256" cy="54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load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balance</a:t>
                </a:r>
              </a:p>
            </p:txBody>
          </p:sp>
        </p:grpSp>
        <p:cxnSp>
          <p:nvCxnSpPr>
            <p:cNvPr id="862" name="Straight Arrow Connector 861">
              <a:extLst>
                <a:ext uri="{FF2B5EF4-FFF2-40B4-BE49-F238E27FC236}">
                  <a16:creationId xmlns:a16="http://schemas.microsoft.com/office/drawing/2014/main" id="{7BDC462A-14A0-764C-A672-5D241FEED1DE}"/>
                </a:ext>
              </a:extLst>
            </p:cNvPr>
            <p:cNvCxnSpPr/>
            <p:nvPr/>
          </p:nvCxnSpPr>
          <p:spPr bwMode="auto">
            <a:xfrm flipV="1">
              <a:off x="8627245" y="1217948"/>
              <a:ext cx="0" cy="1248832"/>
            </a:xfrm>
            <a:prstGeom prst="straightConnector1">
              <a:avLst/>
            </a:prstGeom>
            <a:solidFill>
              <a:srgbClr val="00CC99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3" name="Straight Arrow Connector 862">
              <a:extLst>
                <a:ext uri="{FF2B5EF4-FFF2-40B4-BE49-F238E27FC236}">
                  <a16:creationId xmlns:a16="http://schemas.microsoft.com/office/drawing/2014/main" id="{456B3B86-566B-B74B-A02C-E7472619477F}"/>
                </a:ext>
              </a:extLst>
            </p:cNvPr>
            <p:cNvCxnSpPr/>
            <p:nvPr/>
          </p:nvCxnSpPr>
          <p:spPr bwMode="auto">
            <a:xfrm>
              <a:off x="8652645" y="2966181"/>
              <a:ext cx="0" cy="1524424"/>
            </a:xfrm>
            <a:prstGeom prst="straightConnector1">
              <a:avLst/>
            </a:prstGeom>
            <a:solidFill>
              <a:srgbClr val="00CC99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4" name="Straight Arrow Connector 863">
              <a:extLst>
                <a:ext uri="{FF2B5EF4-FFF2-40B4-BE49-F238E27FC236}">
                  <a16:creationId xmlns:a16="http://schemas.microsoft.com/office/drawing/2014/main" id="{8EE09DB2-3F15-2A46-A79B-D24A8CF3014A}"/>
                </a:ext>
              </a:extLst>
            </p:cNvPr>
            <p:cNvCxnSpPr/>
            <p:nvPr/>
          </p:nvCxnSpPr>
          <p:spPr bwMode="auto">
            <a:xfrm>
              <a:off x="8661016" y="5381629"/>
              <a:ext cx="0" cy="414864"/>
            </a:xfrm>
            <a:prstGeom prst="straightConnector1">
              <a:avLst/>
            </a:prstGeom>
            <a:solidFill>
              <a:srgbClr val="00CC99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5" name="Straight Arrow Connector 864">
              <a:extLst>
                <a:ext uri="{FF2B5EF4-FFF2-40B4-BE49-F238E27FC236}">
                  <a16:creationId xmlns:a16="http://schemas.microsoft.com/office/drawing/2014/main" id="{602E5161-3933-E44A-A9CD-F172C848B87B}"/>
                </a:ext>
              </a:extLst>
            </p:cNvPr>
            <p:cNvCxnSpPr/>
            <p:nvPr/>
          </p:nvCxnSpPr>
          <p:spPr bwMode="auto">
            <a:xfrm flipV="1">
              <a:off x="8653320" y="4546025"/>
              <a:ext cx="0" cy="414864"/>
            </a:xfrm>
            <a:prstGeom prst="straightConnector1">
              <a:avLst/>
            </a:prstGeom>
            <a:solidFill>
              <a:srgbClr val="00CC99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66" name="TextBox 399">
              <a:extLst>
                <a:ext uri="{FF2B5EF4-FFF2-40B4-BE49-F238E27FC236}">
                  <a16:creationId xmlns:a16="http://schemas.microsoft.com/office/drawing/2014/main" id="{7DE1AEF7-BBBD-CE47-95BE-236511149F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0715" y="4235599"/>
              <a:ext cx="1635889" cy="284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southbound API</a:t>
              </a:r>
            </a:p>
          </p:txBody>
        </p:sp>
        <p:sp>
          <p:nvSpPr>
            <p:cNvPr id="867" name="TextBox 399">
              <a:extLst>
                <a:ext uri="{FF2B5EF4-FFF2-40B4-BE49-F238E27FC236}">
                  <a16:creationId xmlns:a16="http://schemas.microsoft.com/office/drawing/2014/main" id="{033F372B-9E56-9B43-9893-2EBEDF887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46778" y="2717781"/>
              <a:ext cx="1635889" cy="284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northbound API</a:t>
              </a:r>
            </a:p>
          </p:txBody>
        </p:sp>
        <p:sp>
          <p:nvSpPr>
            <p:cNvPr id="868" name="TextBox 399">
              <a:extLst>
                <a:ext uri="{FF2B5EF4-FFF2-40B4-BE49-F238E27FC236}">
                  <a16:creationId xmlns:a16="http://schemas.microsoft.com/office/drawing/2014/main" id="{16B44057-72D3-5E46-935C-9EED28D7FD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7651" y="5795718"/>
              <a:ext cx="2302688" cy="284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SDN-controlled switches</a:t>
              </a:r>
            </a:p>
          </p:txBody>
        </p:sp>
        <p:sp>
          <p:nvSpPr>
            <p:cNvPr id="869" name="TextBox 399">
              <a:extLst>
                <a:ext uri="{FF2B5EF4-FFF2-40B4-BE49-F238E27FC236}">
                  <a16:creationId xmlns:a16="http://schemas.microsoft.com/office/drawing/2014/main" id="{862C44EB-1706-6C4E-AFA2-ACADCAC1D4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07907" y="910464"/>
              <a:ext cx="2381659" cy="284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network-control applications</a:t>
              </a:r>
            </a:p>
          </p:txBody>
        </p:sp>
      </p:grpSp>
      <p:sp>
        <p:nvSpPr>
          <p:cNvPr id="971" name="Rectangle 970">
            <a:extLst>
              <a:ext uri="{FF2B5EF4-FFF2-40B4-BE49-F238E27FC236}">
                <a16:creationId xmlns:a16="http://schemas.microsoft.com/office/drawing/2014/main" id="{CF79C9C5-C35F-9D4D-A4B3-C17F7845845A}"/>
              </a:ext>
            </a:extLst>
          </p:cNvPr>
          <p:cNvSpPr/>
          <p:nvPr/>
        </p:nvSpPr>
        <p:spPr bwMode="auto">
          <a:xfrm>
            <a:off x="6727429" y="3557392"/>
            <a:ext cx="4134334" cy="1167008"/>
          </a:xfrm>
          <a:prstGeom prst="rect">
            <a:avLst/>
          </a:prstGeom>
          <a:solidFill>
            <a:srgbClr val="FFFFFF">
              <a:alpha val="77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C8ACC79C-3DA0-964D-9E40-DA4E67217D81}"/>
              </a:ext>
            </a:extLst>
          </p:cNvPr>
          <p:cNvSpPr/>
          <p:nvPr/>
        </p:nvSpPr>
        <p:spPr bwMode="auto">
          <a:xfrm>
            <a:off x="6929934" y="5060985"/>
            <a:ext cx="3767293" cy="1527705"/>
          </a:xfrm>
          <a:prstGeom prst="rect">
            <a:avLst/>
          </a:prstGeom>
          <a:solidFill>
            <a:srgbClr val="FFFFFF">
              <a:alpha val="77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4819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CD85E7-B9DB-9043-B7EC-8C0919E8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4139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/>
              <a:t>Components of SDN controller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71119-17C6-6045-B8FE-FECA68C80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944E854B-8227-5B4D-85A7-A109A955A3A0}"/>
              </a:ext>
            </a:extLst>
          </p:cNvPr>
          <p:cNvSpPr/>
          <p:nvPr/>
        </p:nvSpPr>
        <p:spPr bwMode="auto">
          <a:xfrm>
            <a:off x="4808857" y="2082088"/>
            <a:ext cx="5228030" cy="3568673"/>
          </a:xfrm>
          <a:prstGeom prst="rect">
            <a:avLst/>
          </a:prstGeom>
          <a:solidFill>
            <a:srgbClr val="2D2DB9">
              <a:lumMod val="20000"/>
              <a:lumOff val="80000"/>
            </a:srgbClr>
          </a:solidFill>
          <a:ln w="3175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DCAD6B67-C824-F345-91DB-5A5B5F846C20}"/>
              </a:ext>
            </a:extLst>
          </p:cNvPr>
          <p:cNvCxnSpPr>
            <a:endCxn id="401" idx="4"/>
          </p:cNvCxnSpPr>
          <p:nvPr/>
        </p:nvCxnSpPr>
        <p:spPr bwMode="auto">
          <a:xfrm flipH="1" flipV="1">
            <a:off x="8244907" y="1910774"/>
            <a:ext cx="605" cy="407737"/>
          </a:xfrm>
          <a:prstGeom prst="line">
            <a:avLst/>
          </a:prstGeom>
          <a:solidFill>
            <a:srgbClr val="00CC99"/>
          </a:solidFill>
          <a:ln w="9525" cap="flat" cmpd="sng" algn="ctr">
            <a:solidFill>
              <a:srgbClr val="808080">
                <a:lumMod val="75000"/>
              </a:srgbClr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7" name="Rounded Rectangle 286">
            <a:extLst>
              <a:ext uri="{FF2B5EF4-FFF2-40B4-BE49-F238E27FC236}">
                <a16:creationId xmlns:a16="http://schemas.microsoft.com/office/drawing/2014/main" id="{B0C05023-542D-7B4C-94D1-9A99FB8BB403}"/>
              </a:ext>
            </a:extLst>
          </p:cNvPr>
          <p:cNvSpPr/>
          <p:nvPr/>
        </p:nvSpPr>
        <p:spPr>
          <a:xfrm>
            <a:off x="4947365" y="3165861"/>
            <a:ext cx="4945030" cy="1553784"/>
          </a:xfrm>
          <a:prstGeom prst="roundRect">
            <a:avLst/>
          </a:prstGeom>
          <a:solidFill>
            <a:srgbClr val="AAE2CA">
              <a:lumMod val="75000"/>
            </a:srgb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88" name="Rounded Rectangle 287">
            <a:extLst>
              <a:ext uri="{FF2B5EF4-FFF2-40B4-BE49-F238E27FC236}">
                <a16:creationId xmlns:a16="http://schemas.microsoft.com/office/drawing/2014/main" id="{287C38A3-0850-C44D-B7B8-A9745DE5768E}"/>
              </a:ext>
            </a:extLst>
          </p:cNvPr>
          <p:cNvSpPr/>
          <p:nvPr/>
        </p:nvSpPr>
        <p:spPr>
          <a:xfrm>
            <a:off x="4947365" y="4779178"/>
            <a:ext cx="4959028" cy="737977"/>
          </a:xfrm>
          <a:prstGeom prst="roundRect">
            <a:avLst/>
          </a:prstGeom>
          <a:solidFill>
            <a:srgbClr val="AAE2CA">
              <a:lumMod val="75000"/>
            </a:srgb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1BA3E4C1-2167-2941-8758-AC27C65BF336}"/>
              </a:ext>
            </a:extLst>
          </p:cNvPr>
          <p:cNvCxnSpPr/>
          <p:nvPr/>
        </p:nvCxnSpPr>
        <p:spPr bwMode="auto">
          <a:xfrm>
            <a:off x="5032372" y="5687428"/>
            <a:ext cx="4860022" cy="0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FEF8BDCE-10A3-4945-890E-07302A2DDCE0}"/>
              </a:ext>
            </a:extLst>
          </p:cNvPr>
          <p:cNvSpPr txBox="1"/>
          <p:nvPr/>
        </p:nvSpPr>
        <p:spPr>
          <a:xfrm>
            <a:off x="4964055" y="3773215"/>
            <a:ext cx="5089063" cy="325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rgbClr val="000000"/>
                </a:solidFill>
                <a:latin typeface="Arial"/>
                <a:ea typeface="ＭＳ Ｐゴシック" charset="0"/>
                <a:cs typeface="Arial"/>
              </a:rPr>
              <a:t>Network-wide distributed, robust  state management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1233DE24-DE17-EB41-94D3-7D3C67F566A0}"/>
              </a:ext>
            </a:extLst>
          </p:cNvPr>
          <p:cNvSpPr txBox="1"/>
          <p:nvPr/>
        </p:nvSpPr>
        <p:spPr>
          <a:xfrm>
            <a:off x="5352533" y="5171961"/>
            <a:ext cx="4033912" cy="325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rgbClr val="000000"/>
                </a:solidFill>
                <a:latin typeface="Arial"/>
                <a:ea typeface="ＭＳ Ｐゴシック" charset="0"/>
                <a:cs typeface="Arial"/>
              </a:rPr>
              <a:t>Communication to/from controlled devices</a:t>
            </a:r>
          </a:p>
        </p:txBody>
      </p: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A4106C39-6826-F649-8BAE-952782ACDF47}"/>
              </a:ext>
            </a:extLst>
          </p:cNvPr>
          <p:cNvGrpSpPr/>
          <p:nvPr/>
        </p:nvGrpSpPr>
        <p:grpSpPr>
          <a:xfrm>
            <a:off x="5266463" y="4140643"/>
            <a:ext cx="1244650" cy="459826"/>
            <a:chOff x="3128876" y="457817"/>
            <a:chExt cx="1432326" cy="459826"/>
          </a:xfrm>
        </p:grpSpPr>
        <p:sp>
          <p:nvSpPr>
            <p:cNvPr id="293" name="Rounded Rectangle 292">
              <a:extLst>
                <a:ext uri="{FF2B5EF4-FFF2-40B4-BE49-F238E27FC236}">
                  <a16:creationId xmlns:a16="http://schemas.microsoft.com/office/drawing/2014/main" id="{785F579F-89F0-D849-A148-DA31C29E0478}"/>
                </a:ext>
              </a:extLst>
            </p:cNvPr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rgbClr val="00CC99">
                <a:lumMod val="60000"/>
                <a:lumOff val="40000"/>
              </a:srgbClr>
            </a:solidFill>
            <a:ln w="12700">
              <a:solidFill>
                <a:srgbClr val="00CC99">
                  <a:lumMod val="20000"/>
                  <a:lumOff val="80000"/>
                </a:srgbClr>
              </a:solidFill>
            </a:ln>
            <a:effectLst>
              <a:outerShdw blurRad="50800" dist="38100" dir="2700000" algn="tl" rotWithShape="0">
                <a:srgbClr val="00CC99">
                  <a:lumMod val="75000"/>
                  <a:alpha val="99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1B01F0F3-3B0B-D24E-8AFF-8E64FA3EA2AD}"/>
                </a:ext>
              </a:extLst>
            </p:cNvPr>
            <p:cNvSpPr txBox="1"/>
            <p:nvPr/>
          </p:nvSpPr>
          <p:spPr>
            <a:xfrm>
              <a:off x="3198388" y="541671"/>
              <a:ext cx="1302385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rPr>
                <a:t>Link-state info</a:t>
              </a:r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B35AF95D-2A6B-4940-967F-D3EC1899BFE0}"/>
              </a:ext>
            </a:extLst>
          </p:cNvPr>
          <p:cNvGrpSpPr/>
          <p:nvPr/>
        </p:nvGrpSpPr>
        <p:grpSpPr>
          <a:xfrm>
            <a:off x="8350067" y="4140643"/>
            <a:ext cx="1022824" cy="459826"/>
            <a:chOff x="3086839" y="457817"/>
            <a:chExt cx="1525489" cy="459826"/>
          </a:xfrm>
        </p:grpSpPr>
        <p:sp>
          <p:nvSpPr>
            <p:cNvPr id="296" name="Rounded Rectangle 295">
              <a:extLst>
                <a:ext uri="{FF2B5EF4-FFF2-40B4-BE49-F238E27FC236}">
                  <a16:creationId xmlns:a16="http://schemas.microsoft.com/office/drawing/2014/main" id="{8817EFC4-E482-D24A-BC32-D4E6D7FB0BEB}"/>
                </a:ext>
              </a:extLst>
            </p:cNvPr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rgbClr val="00CC99">
                <a:lumMod val="60000"/>
                <a:lumOff val="40000"/>
              </a:srgbClr>
            </a:solidFill>
            <a:ln w="12700">
              <a:solidFill>
                <a:srgbClr val="00CC99">
                  <a:lumMod val="20000"/>
                  <a:lumOff val="80000"/>
                </a:srgbClr>
              </a:solidFill>
            </a:ln>
            <a:effectLst>
              <a:outerShdw blurRad="50800" dist="38100" dir="2700000" algn="tl" rotWithShape="0">
                <a:srgbClr val="00CC99">
                  <a:lumMod val="75000"/>
                  <a:alpha val="99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7" name="TextBox 296">
              <a:extLst>
                <a:ext uri="{FF2B5EF4-FFF2-40B4-BE49-F238E27FC236}">
                  <a16:creationId xmlns:a16="http://schemas.microsoft.com/office/drawing/2014/main" id="{D6EF1E4C-EDB2-F241-A1EC-CF4C0EFEB0B3}"/>
                </a:ext>
              </a:extLst>
            </p:cNvPr>
            <p:cNvSpPr txBox="1"/>
            <p:nvPr/>
          </p:nvSpPr>
          <p:spPr>
            <a:xfrm>
              <a:off x="3086839" y="541671"/>
              <a:ext cx="1525489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rPr>
                <a:t>switch info</a:t>
              </a:r>
            </a:p>
          </p:txBody>
        </p:sp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B962C98D-D27D-1643-B4D4-A64979111543}"/>
              </a:ext>
            </a:extLst>
          </p:cNvPr>
          <p:cNvGrpSpPr/>
          <p:nvPr/>
        </p:nvGrpSpPr>
        <p:grpSpPr>
          <a:xfrm>
            <a:off x="6658595" y="4140643"/>
            <a:ext cx="960359" cy="459826"/>
            <a:chOff x="3128876" y="457817"/>
            <a:chExt cx="1432326" cy="459826"/>
          </a:xfrm>
        </p:grpSpPr>
        <p:sp>
          <p:nvSpPr>
            <p:cNvPr id="299" name="Rounded Rectangle 298">
              <a:extLst>
                <a:ext uri="{FF2B5EF4-FFF2-40B4-BE49-F238E27FC236}">
                  <a16:creationId xmlns:a16="http://schemas.microsoft.com/office/drawing/2014/main" id="{0C279289-40E0-5040-BA32-5B9616160FE8}"/>
                </a:ext>
              </a:extLst>
            </p:cNvPr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rgbClr val="00CC99">
                <a:lumMod val="60000"/>
                <a:lumOff val="40000"/>
              </a:srgbClr>
            </a:solidFill>
            <a:ln w="12700">
              <a:solidFill>
                <a:srgbClr val="00CC99">
                  <a:lumMod val="20000"/>
                  <a:lumOff val="80000"/>
                </a:srgbClr>
              </a:solidFill>
            </a:ln>
            <a:effectLst>
              <a:outerShdw blurRad="50800" dist="38100" dir="2700000" algn="tl" rotWithShape="0">
                <a:srgbClr val="00CC99">
                  <a:lumMod val="75000"/>
                  <a:alpha val="99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A7C14CC9-7CB6-7649-8072-8CBF922116B8}"/>
                </a:ext>
              </a:extLst>
            </p:cNvPr>
            <p:cNvSpPr txBox="1"/>
            <p:nvPr/>
          </p:nvSpPr>
          <p:spPr>
            <a:xfrm>
              <a:off x="3205754" y="541671"/>
              <a:ext cx="1287660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rPr>
                <a:t>host info</a:t>
              </a:r>
            </a:p>
          </p:txBody>
        </p:sp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6A5844DE-E6C0-BB4D-9B7E-4CF779271B24}"/>
              </a:ext>
            </a:extLst>
          </p:cNvPr>
          <p:cNvGrpSpPr/>
          <p:nvPr/>
        </p:nvGrpSpPr>
        <p:grpSpPr>
          <a:xfrm>
            <a:off x="6114701" y="3277496"/>
            <a:ext cx="889706" cy="459826"/>
            <a:chOff x="3128876" y="457817"/>
            <a:chExt cx="1432326" cy="459826"/>
          </a:xfrm>
        </p:grpSpPr>
        <p:sp>
          <p:nvSpPr>
            <p:cNvPr id="302" name="Rounded Rectangle 301">
              <a:extLst>
                <a:ext uri="{FF2B5EF4-FFF2-40B4-BE49-F238E27FC236}">
                  <a16:creationId xmlns:a16="http://schemas.microsoft.com/office/drawing/2014/main" id="{72A6745C-527A-3346-B849-6DEC25931482}"/>
                </a:ext>
              </a:extLst>
            </p:cNvPr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rgbClr val="00CC99">
                <a:lumMod val="60000"/>
                <a:lumOff val="40000"/>
              </a:srgbClr>
            </a:solidFill>
            <a:ln w="12700">
              <a:solidFill>
                <a:srgbClr val="00CC99">
                  <a:lumMod val="20000"/>
                  <a:lumOff val="80000"/>
                </a:srgbClr>
              </a:solidFill>
            </a:ln>
            <a:effectLst>
              <a:outerShdw blurRad="50800" dist="38100" dir="2700000" algn="tl" rotWithShape="0">
                <a:srgbClr val="00CC99">
                  <a:lumMod val="75000"/>
                  <a:alpha val="99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2ECECAEC-466F-424C-8A9E-2E1366735B04}"/>
                </a:ext>
              </a:extLst>
            </p:cNvPr>
            <p:cNvSpPr txBox="1"/>
            <p:nvPr/>
          </p:nvSpPr>
          <p:spPr>
            <a:xfrm>
              <a:off x="3198565" y="541671"/>
              <a:ext cx="1302042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rPr>
                <a:t>statistics</a:t>
              </a:r>
            </a:p>
          </p:txBody>
        </p:sp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B6AF6F6C-63E0-B641-814D-98A200A1FD88}"/>
              </a:ext>
            </a:extLst>
          </p:cNvPr>
          <p:cNvGrpSpPr/>
          <p:nvPr/>
        </p:nvGrpSpPr>
        <p:grpSpPr>
          <a:xfrm>
            <a:off x="7912675" y="3289355"/>
            <a:ext cx="1032905" cy="459826"/>
            <a:chOff x="3079326" y="457817"/>
            <a:chExt cx="1540525" cy="459826"/>
          </a:xfrm>
        </p:grpSpPr>
        <p:sp>
          <p:nvSpPr>
            <p:cNvPr id="305" name="Rounded Rectangle 304">
              <a:extLst>
                <a:ext uri="{FF2B5EF4-FFF2-40B4-BE49-F238E27FC236}">
                  <a16:creationId xmlns:a16="http://schemas.microsoft.com/office/drawing/2014/main" id="{E293BA32-8AD1-2E4F-BF8B-655127670D8C}"/>
                </a:ext>
              </a:extLst>
            </p:cNvPr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rgbClr val="00CC99">
                <a:lumMod val="60000"/>
                <a:lumOff val="40000"/>
              </a:srgbClr>
            </a:solidFill>
            <a:ln w="12700">
              <a:solidFill>
                <a:srgbClr val="00CC99">
                  <a:lumMod val="20000"/>
                  <a:lumOff val="80000"/>
                </a:srgbClr>
              </a:solidFill>
            </a:ln>
            <a:effectLst>
              <a:outerShdw blurRad="50800" dist="38100" dir="2700000" algn="tl" rotWithShape="0">
                <a:srgbClr val="00CC99">
                  <a:lumMod val="75000"/>
                  <a:alpha val="99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6AB6CD59-D22E-8349-864F-6C31B0E9C461}"/>
                </a:ext>
              </a:extLst>
            </p:cNvPr>
            <p:cNvSpPr txBox="1"/>
            <p:nvPr/>
          </p:nvSpPr>
          <p:spPr>
            <a:xfrm>
              <a:off x="3079326" y="541671"/>
              <a:ext cx="1540525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rPr>
                <a:t>flow tables</a:t>
              </a:r>
            </a:p>
          </p:txBody>
        </p:sp>
      </p:grpSp>
      <p:sp>
        <p:nvSpPr>
          <p:cNvPr id="307" name="TextBox 306">
            <a:extLst>
              <a:ext uri="{FF2B5EF4-FFF2-40B4-BE49-F238E27FC236}">
                <a16:creationId xmlns:a16="http://schemas.microsoft.com/office/drawing/2014/main" id="{9CB3D047-79BA-D64C-96E0-34616543CDAB}"/>
              </a:ext>
            </a:extLst>
          </p:cNvPr>
          <p:cNvSpPr txBox="1"/>
          <p:nvPr/>
        </p:nvSpPr>
        <p:spPr>
          <a:xfrm>
            <a:off x="7135050" y="3073206"/>
            <a:ext cx="5702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00CC99">
                    <a:lumMod val="60000"/>
                    <a:lumOff val="40000"/>
                  </a:srgbClr>
                </a:solidFill>
                <a:latin typeface="Arial" charset="0"/>
                <a:ea typeface="ＭＳ Ｐゴシック" charset="0"/>
              </a:rPr>
              <a:t>…  </a:t>
            </a: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0FE2F351-A5BF-7E4A-BD31-F4DFA935F67B}"/>
              </a:ext>
            </a:extLst>
          </p:cNvPr>
          <p:cNvSpPr txBox="1"/>
          <p:nvPr/>
        </p:nvSpPr>
        <p:spPr>
          <a:xfrm>
            <a:off x="7681571" y="3979419"/>
            <a:ext cx="5950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00CC99">
                    <a:lumMod val="60000"/>
                    <a:lumOff val="40000"/>
                  </a:srgbClr>
                </a:solidFill>
                <a:latin typeface="Arial" charset="0"/>
                <a:ea typeface="ＭＳ Ｐゴシック" charset="0"/>
              </a:rPr>
              <a:t>…  </a:t>
            </a:r>
          </a:p>
        </p:txBody>
      </p: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C901DDE8-8F94-DF4E-AEA7-AB34CE631912}"/>
              </a:ext>
            </a:extLst>
          </p:cNvPr>
          <p:cNvGrpSpPr/>
          <p:nvPr/>
        </p:nvGrpSpPr>
        <p:grpSpPr>
          <a:xfrm>
            <a:off x="5868362" y="4871857"/>
            <a:ext cx="1257452" cy="286824"/>
            <a:chOff x="3128876" y="457775"/>
            <a:chExt cx="1432326" cy="459868"/>
          </a:xfrm>
        </p:grpSpPr>
        <p:sp>
          <p:nvSpPr>
            <p:cNvPr id="310" name="Rounded Rectangle 309">
              <a:extLst>
                <a:ext uri="{FF2B5EF4-FFF2-40B4-BE49-F238E27FC236}">
                  <a16:creationId xmlns:a16="http://schemas.microsoft.com/office/drawing/2014/main" id="{D70B5B43-83B8-D248-A4C5-56B1B99D7540}"/>
                </a:ext>
              </a:extLst>
            </p:cNvPr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rgbClr val="00CC99">
                <a:lumMod val="60000"/>
                <a:lumOff val="40000"/>
              </a:srgbClr>
            </a:solidFill>
            <a:ln w="12700">
              <a:solidFill>
                <a:srgbClr val="00CC99">
                  <a:lumMod val="20000"/>
                  <a:lumOff val="80000"/>
                </a:srgbClr>
              </a:solidFill>
            </a:ln>
            <a:effectLst>
              <a:outerShdw blurRad="50800" dist="38100" dir="2700000" algn="tl" rotWithShape="0">
                <a:srgbClr val="00CC99">
                  <a:lumMod val="75000"/>
                  <a:alpha val="99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707CFE23-BA4A-304C-8158-B6005BD4628C}"/>
                </a:ext>
              </a:extLst>
            </p:cNvPr>
            <p:cNvSpPr txBox="1"/>
            <p:nvPr/>
          </p:nvSpPr>
          <p:spPr>
            <a:xfrm>
              <a:off x="3278378" y="457775"/>
              <a:ext cx="1142401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rPr>
                <a:t>OpenFlow</a:t>
              </a:r>
            </a:p>
          </p:txBody>
        </p:sp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225246EF-DB30-AC4C-B08B-6E7F57977112}"/>
              </a:ext>
            </a:extLst>
          </p:cNvPr>
          <p:cNvGrpSpPr/>
          <p:nvPr/>
        </p:nvGrpSpPr>
        <p:grpSpPr>
          <a:xfrm>
            <a:off x="7737594" y="4876640"/>
            <a:ext cx="1244650" cy="307410"/>
            <a:chOff x="3128876" y="457817"/>
            <a:chExt cx="1432326" cy="459826"/>
          </a:xfrm>
        </p:grpSpPr>
        <p:sp>
          <p:nvSpPr>
            <p:cNvPr id="313" name="Rounded Rectangle 312">
              <a:extLst>
                <a:ext uri="{FF2B5EF4-FFF2-40B4-BE49-F238E27FC236}">
                  <a16:creationId xmlns:a16="http://schemas.microsoft.com/office/drawing/2014/main" id="{85D1F457-4FAB-1547-8FDB-F99750CAEB89}"/>
                </a:ext>
              </a:extLst>
            </p:cNvPr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rgbClr val="00CC99">
                <a:lumMod val="60000"/>
                <a:lumOff val="40000"/>
              </a:srgbClr>
            </a:solidFill>
            <a:ln w="12700">
              <a:solidFill>
                <a:srgbClr val="00CC99">
                  <a:lumMod val="20000"/>
                  <a:lumOff val="80000"/>
                </a:srgbClr>
              </a:solidFill>
            </a:ln>
            <a:effectLst>
              <a:outerShdw blurRad="50800" dist="38100" dir="2700000" algn="tl" rotWithShape="0">
                <a:srgbClr val="00CC99">
                  <a:lumMod val="75000"/>
                  <a:alpha val="99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6EFCEB90-AD54-3A47-8F53-87BD63754EA5}"/>
                </a:ext>
              </a:extLst>
            </p:cNvPr>
            <p:cNvSpPr txBox="1"/>
            <p:nvPr/>
          </p:nvSpPr>
          <p:spPr>
            <a:xfrm>
              <a:off x="3446730" y="484746"/>
              <a:ext cx="805702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rPr>
                <a:t>SNMP</a:t>
              </a:r>
            </a:p>
          </p:txBody>
        </p:sp>
      </p:grpSp>
      <p:sp>
        <p:nvSpPr>
          <p:cNvPr id="315" name="TextBox 314">
            <a:extLst>
              <a:ext uri="{FF2B5EF4-FFF2-40B4-BE49-F238E27FC236}">
                <a16:creationId xmlns:a16="http://schemas.microsoft.com/office/drawing/2014/main" id="{B03FB035-AB1A-294C-B7DD-352BD9267278}"/>
              </a:ext>
            </a:extLst>
          </p:cNvPr>
          <p:cNvSpPr txBox="1"/>
          <p:nvPr/>
        </p:nvSpPr>
        <p:spPr>
          <a:xfrm>
            <a:off x="7120351" y="4585147"/>
            <a:ext cx="5950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00CC99">
                    <a:lumMod val="60000"/>
                    <a:lumOff val="40000"/>
                  </a:srgbClr>
                </a:solidFill>
                <a:latin typeface="Arial" charset="0"/>
                <a:ea typeface="ＭＳ Ｐゴシック" charset="0"/>
              </a:rPr>
              <a:t>…  </a:t>
            </a: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CD1F0B93-D931-0C4E-87E4-C4619ADB5AA2}"/>
              </a:ext>
            </a:extLst>
          </p:cNvPr>
          <p:cNvCxnSpPr>
            <a:endCxn id="395" idx="4"/>
          </p:cNvCxnSpPr>
          <p:nvPr/>
        </p:nvCxnSpPr>
        <p:spPr bwMode="auto">
          <a:xfrm flipV="1">
            <a:off x="5836375" y="1866354"/>
            <a:ext cx="4943" cy="388092"/>
          </a:xfrm>
          <a:prstGeom prst="line">
            <a:avLst/>
          </a:prstGeom>
          <a:solidFill>
            <a:srgbClr val="00CC99"/>
          </a:solidFill>
          <a:ln w="9525" cap="flat" cmpd="sng" algn="ctr">
            <a:solidFill>
              <a:srgbClr val="808080">
                <a:lumMod val="75000"/>
              </a:srgbClr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DBD16687-671D-8E4F-AC2B-6CA2B1C9791D}"/>
              </a:ext>
            </a:extLst>
          </p:cNvPr>
          <p:cNvCxnSpPr>
            <a:endCxn id="399" idx="2"/>
          </p:cNvCxnSpPr>
          <p:nvPr/>
        </p:nvCxnSpPr>
        <p:spPr bwMode="auto">
          <a:xfrm flipH="1" flipV="1">
            <a:off x="7065792" y="1876324"/>
            <a:ext cx="5609" cy="302391"/>
          </a:xfrm>
          <a:prstGeom prst="line">
            <a:avLst/>
          </a:prstGeom>
          <a:solidFill>
            <a:srgbClr val="00CC99"/>
          </a:solidFill>
          <a:ln w="9525" cap="flat" cmpd="sng" algn="ctr">
            <a:solidFill>
              <a:srgbClr val="808080">
                <a:lumMod val="75000"/>
              </a:srgbClr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AAC72143-3408-7D48-BDA7-B08476C2E2F1}"/>
              </a:ext>
            </a:extLst>
          </p:cNvPr>
          <p:cNvCxnSpPr/>
          <p:nvPr/>
        </p:nvCxnSpPr>
        <p:spPr bwMode="auto">
          <a:xfrm>
            <a:off x="5074063" y="2342893"/>
            <a:ext cx="4818331" cy="0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9" name="Rounded Rectangle 318">
            <a:extLst>
              <a:ext uri="{FF2B5EF4-FFF2-40B4-BE49-F238E27FC236}">
                <a16:creationId xmlns:a16="http://schemas.microsoft.com/office/drawing/2014/main" id="{9FC19565-BA27-CF4F-9461-F1C46FCA8EEF}"/>
              </a:ext>
            </a:extLst>
          </p:cNvPr>
          <p:cNvSpPr/>
          <p:nvPr/>
        </p:nvSpPr>
        <p:spPr>
          <a:xfrm>
            <a:off x="4947365" y="2182258"/>
            <a:ext cx="4951677" cy="932987"/>
          </a:xfrm>
          <a:prstGeom prst="roundRect">
            <a:avLst/>
          </a:prstGeom>
          <a:solidFill>
            <a:srgbClr val="AAE2CA">
              <a:lumMod val="75000"/>
            </a:srgb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5CF34090-DC88-0F4E-91D9-F0247D2A62D6}"/>
              </a:ext>
            </a:extLst>
          </p:cNvPr>
          <p:cNvGrpSpPr/>
          <p:nvPr/>
        </p:nvGrpSpPr>
        <p:grpSpPr>
          <a:xfrm>
            <a:off x="5436759" y="2550631"/>
            <a:ext cx="1033900" cy="504412"/>
            <a:chOff x="3103238" y="432317"/>
            <a:chExt cx="1461287" cy="504412"/>
          </a:xfrm>
        </p:grpSpPr>
        <p:sp>
          <p:nvSpPr>
            <p:cNvPr id="321" name="Rounded Rectangle 320">
              <a:extLst>
                <a:ext uri="{FF2B5EF4-FFF2-40B4-BE49-F238E27FC236}">
                  <a16:creationId xmlns:a16="http://schemas.microsoft.com/office/drawing/2014/main" id="{70508080-4FED-294C-9D0D-78B9AED5A157}"/>
                </a:ext>
              </a:extLst>
            </p:cNvPr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rgbClr val="00CC99">
                <a:lumMod val="60000"/>
                <a:lumOff val="40000"/>
              </a:srgbClr>
            </a:solidFill>
            <a:ln w="12700">
              <a:solidFill>
                <a:srgbClr val="00CC99">
                  <a:lumMod val="20000"/>
                  <a:lumOff val="80000"/>
                </a:srgbClr>
              </a:solidFill>
            </a:ln>
            <a:effectLst>
              <a:outerShdw blurRad="50800" dist="38100" dir="2700000" algn="tl" rotWithShape="0">
                <a:srgbClr val="00CC99">
                  <a:lumMod val="75000"/>
                  <a:alpha val="99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279335A2-63A5-2348-BB92-942367EA7593}"/>
                </a:ext>
              </a:extLst>
            </p:cNvPr>
            <p:cNvSpPr txBox="1"/>
            <p:nvPr/>
          </p:nvSpPr>
          <p:spPr>
            <a:xfrm>
              <a:off x="3103238" y="432317"/>
              <a:ext cx="1461287" cy="5044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rPr>
                <a:t>network graph</a:t>
              </a:r>
            </a:p>
          </p:txBody>
        </p:sp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18C6437C-95C3-4D46-A63F-C3C9819DF5E5}"/>
              </a:ext>
            </a:extLst>
          </p:cNvPr>
          <p:cNvGrpSpPr/>
          <p:nvPr/>
        </p:nvGrpSpPr>
        <p:grpSpPr>
          <a:xfrm>
            <a:off x="8404313" y="2596585"/>
            <a:ext cx="1033900" cy="459826"/>
            <a:chOff x="3103238" y="457817"/>
            <a:chExt cx="1461287" cy="459826"/>
          </a:xfrm>
        </p:grpSpPr>
        <p:sp>
          <p:nvSpPr>
            <p:cNvPr id="324" name="Rounded Rectangle 323">
              <a:extLst>
                <a:ext uri="{FF2B5EF4-FFF2-40B4-BE49-F238E27FC236}">
                  <a16:creationId xmlns:a16="http://schemas.microsoft.com/office/drawing/2014/main" id="{238BD2F6-10FC-6749-9824-BF523F2C8381}"/>
                </a:ext>
              </a:extLst>
            </p:cNvPr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rgbClr val="00CC99">
                <a:lumMod val="60000"/>
                <a:lumOff val="40000"/>
              </a:srgbClr>
            </a:solidFill>
            <a:ln w="12700">
              <a:solidFill>
                <a:srgbClr val="00CC99">
                  <a:lumMod val="20000"/>
                  <a:lumOff val="80000"/>
                </a:srgbClr>
              </a:solidFill>
            </a:ln>
            <a:effectLst>
              <a:outerShdw blurRad="50800" dist="38100" dir="2700000" algn="tl" rotWithShape="0">
                <a:srgbClr val="00CC99">
                  <a:lumMod val="75000"/>
                  <a:alpha val="99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25" name="TextBox 324">
              <a:extLst>
                <a:ext uri="{FF2B5EF4-FFF2-40B4-BE49-F238E27FC236}">
                  <a16:creationId xmlns:a16="http://schemas.microsoft.com/office/drawing/2014/main" id="{2DD75364-1DD6-0C40-8C94-2D6B3B0AE27B}"/>
                </a:ext>
              </a:extLst>
            </p:cNvPr>
            <p:cNvSpPr txBox="1"/>
            <p:nvPr/>
          </p:nvSpPr>
          <p:spPr>
            <a:xfrm>
              <a:off x="3103238" y="553253"/>
              <a:ext cx="1461287" cy="2992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rPr>
                <a:t>intent</a:t>
              </a:r>
            </a:p>
          </p:txBody>
        </p:sp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B351C480-6414-DF4C-984A-5F6B5B95B110}"/>
              </a:ext>
            </a:extLst>
          </p:cNvPr>
          <p:cNvGrpSpPr/>
          <p:nvPr/>
        </p:nvGrpSpPr>
        <p:grpSpPr>
          <a:xfrm>
            <a:off x="6628386" y="2549087"/>
            <a:ext cx="1033900" cy="504412"/>
            <a:chOff x="3103238" y="432317"/>
            <a:chExt cx="1461287" cy="504412"/>
          </a:xfrm>
        </p:grpSpPr>
        <p:sp>
          <p:nvSpPr>
            <p:cNvPr id="327" name="Rounded Rectangle 326">
              <a:extLst>
                <a:ext uri="{FF2B5EF4-FFF2-40B4-BE49-F238E27FC236}">
                  <a16:creationId xmlns:a16="http://schemas.microsoft.com/office/drawing/2014/main" id="{F5B67F4E-4B50-0049-AB26-880C7EF3F117}"/>
                </a:ext>
              </a:extLst>
            </p:cNvPr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rgbClr val="00CC99">
                <a:lumMod val="60000"/>
                <a:lumOff val="40000"/>
              </a:srgbClr>
            </a:solidFill>
            <a:ln w="12700">
              <a:solidFill>
                <a:srgbClr val="00CC99">
                  <a:lumMod val="20000"/>
                  <a:lumOff val="80000"/>
                </a:srgbClr>
              </a:solidFill>
            </a:ln>
            <a:effectLst>
              <a:outerShdw blurRad="50800" dist="38100" dir="2700000" algn="tl" rotWithShape="0">
                <a:srgbClr val="00CC99">
                  <a:lumMod val="75000"/>
                  <a:alpha val="99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id="{61B5B352-7E46-F74D-8F6E-F72F87CAA4F9}"/>
                </a:ext>
              </a:extLst>
            </p:cNvPr>
            <p:cNvSpPr txBox="1"/>
            <p:nvPr/>
          </p:nvSpPr>
          <p:spPr>
            <a:xfrm>
              <a:off x="3103238" y="432317"/>
              <a:ext cx="1461287" cy="5044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rPr>
                <a:t>RESTful</a:t>
              </a:r>
            </a:p>
            <a:p>
              <a:pPr marL="0" marR="0" lvl="0" indent="0" algn="ctr" defTabSz="91440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rPr>
                <a:t>API</a:t>
              </a:r>
            </a:p>
          </p:txBody>
        </p:sp>
      </p:grpSp>
      <p:sp>
        <p:nvSpPr>
          <p:cNvPr id="329" name="TextBox 328">
            <a:extLst>
              <a:ext uri="{FF2B5EF4-FFF2-40B4-BE49-F238E27FC236}">
                <a16:creationId xmlns:a16="http://schemas.microsoft.com/office/drawing/2014/main" id="{38B852BE-9C6C-474A-AD5F-393039D0D661}"/>
              </a:ext>
            </a:extLst>
          </p:cNvPr>
          <p:cNvSpPr txBox="1"/>
          <p:nvPr/>
        </p:nvSpPr>
        <p:spPr>
          <a:xfrm>
            <a:off x="7750348" y="2399633"/>
            <a:ext cx="62790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00CC99">
                    <a:lumMod val="60000"/>
                    <a:lumOff val="40000"/>
                  </a:srgbClr>
                </a:solidFill>
                <a:latin typeface="Arial" charset="0"/>
                <a:ea typeface="ＭＳ Ｐゴシック" charset="0"/>
              </a:rPr>
              <a:t>…  </a:t>
            </a: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CD58AB62-EE81-684F-AAAA-1262DCBC90EF}"/>
              </a:ext>
            </a:extLst>
          </p:cNvPr>
          <p:cNvSpPr txBox="1"/>
          <p:nvPr/>
        </p:nvSpPr>
        <p:spPr>
          <a:xfrm>
            <a:off x="5178244" y="2216488"/>
            <a:ext cx="4914815" cy="325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rgbClr val="000000"/>
                </a:solidFill>
                <a:latin typeface="Arial"/>
                <a:ea typeface="ＭＳ Ｐゴシック" charset="0"/>
                <a:cs typeface="Arial"/>
              </a:rPr>
              <a:t>Interface, abstractions for network control apps</a:t>
            </a:r>
          </a:p>
        </p:txBody>
      </p: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B8830464-03B5-0F4C-9648-5F38F26A43A3}"/>
              </a:ext>
            </a:extLst>
          </p:cNvPr>
          <p:cNvCxnSpPr/>
          <p:nvPr/>
        </p:nvCxnSpPr>
        <p:spPr bwMode="auto">
          <a:xfrm>
            <a:off x="5028809" y="2010842"/>
            <a:ext cx="4753400" cy="19546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2" name="TextBox 331">
            <a:extLst>
              <a:ext uri="{FF2B5EF4-FFF2-40B4-BE49-F238E27FC236}">
                <a16:creationId xmlns:a16="http://schemas.microsoft.com/office/drawing/2014/main" id="{F10FE23D-E107-B445-859B-E6027DF19076}"/>
              </a:ext>
            </a:extLst>
          </p:cNvPr>
          <p:cNvSpPr txBox="1"/>
          <p:nvPr/>
        </p:nvSpPr>
        <p:spPr>
          <a:xfrm>
            <a:off x="10299705" y="3308646"/>
            <a:ext cx="17879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SDN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ea typeface="ＭＳ Ｐゴシック" charset="0"/>
              </a:rPr>
              <a:t>controller</a:t>
            </a:r>
          </a:p>
        </p:txBody>
      </p: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6F122871-9C9E-8742-A165-2E8D5CBDC4DB}"/>
              </a:ext>
            </a:extLst>
          </p:cNvPr>
          <p:cNvGrpSpPr/>
          <p:nvPr/>
        </p:nvGrpSpPr>
        <p:grpSpPr>
          <a:xfrm>
            <a:off x="5939083" y="5780474"/>
            <a:ext cx="2979208" cy="973667"/>
            <a:chOff x="2592388" y="5601756"/>
            <a:chExt cx="4027487" cy="939800"/>
          </a:xfrm>
        </p:grpSpPr>
        <p:sp>
          <p:nvSpPr>
            <p:cNvPr id="334" name="Freeform 2">
              <a:extLst>
                <a:ext uri="{FF2B5EF4-FFF2-40B4-BE49-F238E27FC236}">
                  <a16:creationId xmlns:a16="http://schemas.microsoft.com/office/drawing/2014/main" id="{8F556373-6AC3-BC46-B91B-948F5051B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2388" y="5601756"/>
              <a:ext cx="4027487" cy="939800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001" h="10125">
                  <a:moveTo>
                    <a:pt x="4" y="4039"/>
                  </a:moveTo>
                  <a:cubicBezTo>
                    <a:pt x="-29" y="2271"/>
                    <a:pt x="194" y="2100"/>
                    <a:pt x="715" y="1595"/>
                  </a:cubicBezTo>
                  <a:cubicBezTo>
                    <a:pt x="1236" y="1089"/>
                    <a:pt x="2417" y="1272"/>
                    <a:pt x="3130" y="1006"/>
                  </a:cubicBezTo>
                  <a:cubicBezTo>
                    <a:pt x="3843" y="740"/>
                    <a:pt x="4397" y="0"/>
                    <a:pt x="4995" y="0"/>
                  </a:cubicBezTo>
                  <a:cubicBezTo>
                    <a:pt x="5593" y="1"/>
                    <a:pt x="6206" y="926"/>
                    <a:pt x="6720" y="1009"/>
                  </a:cubicBezTo>
                  <a:cubicBezTo>
                    <a:pt x="7234" y="1092"/>
                    <a:pt x="7536" y="241"/>
                    <a:pt x="8082" y="497"/>
                  </a:cubicBezTo>
                  <a:cubicBezTo>
                    <a:pt x="8628" y="756"/>
                    <a:pt x="9854" y="442"/>
                    <a:pt x="9989" y="2989"/>
                  </a:cubicBezTo>
                  <a:cubicBezTo>
                    <a:pt x="10124" y="5536"/>
                    <a:pt x="9098" y="5742"/>
                    <a:pt x="8599" y="6797"/>
                  </a:cubicBezTo>
                  <a:cubicBezTo>
                    <a:pt x="8100" y="7852"/>
                    <a:pt x="7544" y="8981"/>
                    <a:pt x="6995" y="9322"/>
                  </a:cubicBezTo>
                  <a:cubicBezTo>
                    <a:pt x="6446" y="9663"/>
                    <a:pt x="5793" y="8957"/>
                    <a:pt x="5307" y="8843"/>
                  </a:cubicBezTo>
                  <a:cubicBezTo>
                    <a:pt x="4819" y="8726"/>
                    <a:pt x="4628" y="10048"/>
                    <a:pt x="4371" y="9912"/>
                  </a:cubicBezTo>
                  <a:cubicBezTo>
                    <a:pt x="4114" y="9775"/>
                    <a:pt x="3505" y="10355"/>
                    <a:pt x="3140" y="10019"/>
                  </a:cubicBezTo>
                  <a:cubicBezTo>
                    <a:pt x="2774" y="9683"/>
                    <a:pt x="2820" y="8138"/>
                    <a:pt x="2179" y="7895"/>
                  </a:cubicBezTo>
                  <a:cubicBezTo>
                    <a:pt x="1586" y="6800"/>
                    <a:pt x="1549" y="8137"/>
                    <a:pt x="1187" y="7495"/>
                  </a:cubicBezTo>
                  <a:cubicBezTo>
                    <a:pt x="825" y="6852"/>
                    <a:pt x="-7" y="6157"/>
                    <a:pt x="4" y="4039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0BB78303-17DC-B343-9F0D-F9A7ED581968}"/>
                </a:ext>
              </a:extLst>
            </p:cNvPr>
            <p:cNvCxnSpPr/>
            <p:nvPr/>
          </p:nvCxnSpPr>
          <p:spPr>
            <a:xfrm flipV="1">
              <a:off x="3262941" y="5752569"/>
              <a:ext cx="1316038" cy="131762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378BCE47-94A6-AD4D-9534-753D35D83682}"/>
                </a:ext>
              </a:extLst>
            </p:cNvPr>
            <p:cNvCxnSpPr/>
            <p:nvPr/>
          </p:nvCxnSpPr>
          <p:spPr>
            <a:xfrm>
              <a:off x="3151816" y="5939894"/>
              <a:ext cx="2259013" cy="29845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0966C145-EBBB-3E46-AE1C-E53119D51C33}"/>
                </a:ext>
              </a:extLst>
            </p:cNvPr>
            <p:cNvCxnSpPr/>
            <p:nvPr/>
          </p:nvCxnSpPr>
          <p:spPr>
            <a:xfrm>
              <a:off x="3164516" y="6044669"/>
              <a:ext cx="714375" cy="276225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FF1259B8-9E31-BF46-A4BD-B09A7F5E0970}"/>
                </a:ext>
              </a:extLst>
            </p:cNvPr>
            <p:cNvCxnSpPr/>
            <p:nvPr/>
          </p:nvCxnSpPr>
          <p:spPr>
            <a:xfrm flipV="1">
              <a:off x="4182104" y="6238344"/>
              <a:ext cx="1247775" cy="8255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4B27F46F-B544-0340-8CCB-C19A314BCE16}"/>
                </a:ext>
              </a:extLst>
            </p:cNvPr>
            <p:cNvCxnSpPr/>
            <p:nvPr/>
          </p:nvCxnSpPr>
          <p:spPr>
            <a:xfrm>
              <a:off x="4842504" y="5785906"/>
              <a:ext cx="1057275" cy="123825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EDF02737-E9AA-8145-A607-2A6B9F09249E}"/>
                </a:ext>
              </a:extLst>
            </p:cNvPr>
            <p:cNvCxnSpPr/>
            <p:nvPr/>
          </p:nvCxnSpPr>
          <p:spPr>
            <a:xfrm flipV="1">
              <a:off x="4126541" y="5939894"/>
              <a:ext cx="1790700" cy="29845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6360387A-0467-6343-B8B8-64CAC24C2FC9}"/>
                </a:ext>
              </a:extLst>
            </p:cNvPr>
            <p:cNvCxnSpPr/>
            <p:nvPr/>
          </p:nvCxnSpPr>
          <p:spPr>
            <a:xfrm flipV="1">
              <a:off x="5453691" y="5968469"/>
              <a:ext cx="588963" cy="269875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22A8E4F5-F729-F544-B0FB-47A8F9669D90}"/>
                </a:ext>
              </a:extLst>
            </p:cNvPr>
            <p:cNvCxnSpPr/>
            <p:nvPr/>
          </p:nvCxnSpPr>
          <p:spPr>
            <a:xfrm>
              <a:off x="4596441" y="5752569"/>
              <a:ext cx="814388" cy="401637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</a:ln>
            <a:effectLst/>
          </p:spPr>
        </p:cxnSp>
        <p:grpSp>
          <p:nvGrpSpPr>
            <p:cNvPr id="343" name="Group 347">
              <a:extLst>
                <a:ext uri="{FF2B5EF4-FFF2-40B4-BE49-F238E27FC236}">
                  <a16:creationId xmlns:a16="http://schemas.microsoft.com/office/drawing/2014/main" id="{CA6931F2-3933-7741-856F-589301B986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56401" y="5796097"/>
              <a:ext cx="588970" cy="242608"/>
              <a:chOff x="1871277" y="1576300"/>
              <a:chExt cx="1128371" cy="437861"/>
            </a:xfrm>
          </p:grpSpPr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48DB66FC-C226-214E-A3AD-816994155EA5}"/>
                  </a:ext>
                </a:extLst>
              </p:cNvPr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85" name="Rectangle 384">
                <a:extLst>
                  <a:ext uri="{FF2B5EF4-FFF2-40B4-BE49-F238E27FC236}">
                    <a16:creationId xmlns:a16="http://schemas.microsoft.com/office/drawing/2014/main" id="{6F1FB35D-4E67-0241-9D81-538E169881C2}"/>
                  </a:ext>
                </a:extLst>
              </p:cNvPr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86" name="Oval 385">
                <a:extLst>
                  <a:ext uri="{FF2B5EF4-FFF2-40B4-BE49-F238E27FC236}">
                    <a16:creationId xmlns:a16="http://schemas.microsoft.com/office/drawing/2014/main" id="{0B0777CF-F074-354A-B449-F61D52E9C711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87" name="Freeform 386">
                <a:extLst>
                  <a:ext uri="{FF2B5EF4-FFF2-40B4-BE49-F238E27FC236}">
                    <a16:creationId xmlns:a16="http://schemas.microsoft.com/office/drawing/2014/main" id="{40749788-4A07-1F45-921B-FB7E7B066A72}"/>
                  </a:ext>
                </a:extLst>
              </p:cNvPr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88" name="Freeform 387">
                <a:extLst>
                  <a:ext uri="{FF2B5EF4-FFF2-40B4-BE49-F238E27FC236}">
                    <a16:creationId xmlns:a16="http://schemas.microsoft.com/office/drawing/2014/main" id="{4B69D8B0-A3DF-A64E-A30E-5C0D05CBABD5}"/>
                  </a:ext>
                </a:extLst>
              </p:cNvPr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89" name="Freeform 388">
                <a:extLst>
                  <a:ext uri="{FF2B5EF4-FFF2-40B4-BE49-F238E27FC236}">
                    <a16:creationId xmlns:a16="http://schemas.microsoft.com/office/drawing/2014/main" id="{37894BB3-6720-8B4C-8987-B8BD549D8243}"/>
                  </a:ext>
                </a:extLst>
              </p:cNvPr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90" name="Freeform 389">
                <a:extLst>
                  <a:ext uri="{FF2B5EF4-FFF2-40B4-BE49-F238E27FC236}">
                    <a16:creationId xmlns:a16="http://schemas.microsoft.com/office/drawing/2014/main" id="{088D6419-9EB3-664B-A8BD-39BF61462CFF}"/>
                  </a:ext>
                </a:extLst>
              </p:cNvPr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0093B11F-AF87-4346-9F4A-0300F556B11D}"/>
                  </a:ext>
                </a:extLst>
              </p:cNvPr>
              <p:cNvCxnSpPr>
                <a:endCxn id="386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80794115-B184-A04B-AD5C-ACFDEA80333C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344" name="Group 347">
              <a:extLst>
                <a:ext uri="{FF2B5EF4-FFF2-40B4-BE49-F238E27FC236}">
                  <a16:creationId xmlns:a16="http://schemas.microsoft.com/office/drawing/2014/main" id="{053AA106-8CA6-6647-A8AF-DC27A47964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75328" y="5654000"/>
              <a:ext cx="588970" cy="242608"/>
              <a:chOff x="1871277" y="1576300"/>
              <a:chExt cx="1128371" cy="437861"/>
            </a:xfrm>
          </p:grpSpPr>
          <p:sp>
            <p:nvSpPr>
              <p:cNvPr id="375" name="Oval 374">
                <a:extLst>
                  <a:ext uri="{FF2B5EF4-FFF2-40B4-BE49-F238E27FC236}">
                    <a16:creationId xmlns:a16="http://schemas.microsoft.com/office/drawing/2014/main" id="{7653AF3D-D35F-FD4C-B735-F75B497459B7}"/>
                  </a:ext>
                </a:extLst>
              </p:cNvPr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76" name="Rectangle 375">
                <a:extLst>
                  <a:ext uri="{FF2B5EF4-FFF2-40B4-BE49-F238E27FC236}">
                    <a16:creationId xmlns:a16="http://schemas.microsoft.com/office/drawing/2014/main" id="{A5FF5362-BFCE-014B-8FF8-38A939FB6131}"/>
                  </a:ext>
                </a:extLst>
              </p:cNvPr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77" name="Oval 376">
                <a:extLst>
                  <a:ext uri="{FF2B5EF4-FFF2-40B4-BE49-F238E27FC236}">
                    <a16:creationId xmlns:a16="http://schemas.microsoft.com/office/drawing/2014/main" id="{AE891AB1-8072-4E4A-B919-4175A357BF24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78" name="Freeform 377">
                <a:extLst>
                  <a:ext uri="{FF2B5EF4-FFF2-40B4-BE49-F238E27FC236}">
                    <a16:creationId xmlns:a16="http://schemas.microsoft.com/office/drawing/2014/main" id="{8F02B480-0020-064C-9816-2B563E830AC3}"/>
                  </a:ext>
                </a:extLst>
              </p:cNvPr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79" name="Freeform 378">
                <a:extLst>
                  <a:ext uri="{FF2B5EF4-FFF2-40B4-BE49-F238E27FC236}">
                    <a16:creationId xmlns:a16="http://schemas.microsoft.com/office/drawing/2014/main" id="{2009FB24-534D-EB44-8BB9-69D3DFCDAD41}"/>
                  </a:ext>
                </a:extLst>
              </p:cNvPr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80" name="Freeform 379">
                <a:extLst>
                  <a:ext uri="{FF2B5EF4-FFF2-40B4-BE49-F238E27FC236}">
                    <a16:creationId xmlns:a16="http://schemas.microsoft.com/office/drawing/2014/main" id="{9F418A13-C33D-1643-A7D9-7927114050A7}"/>
                  </a:ext>
                </a:extLst>
              </p:cNvPr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81" name="Freeform 380">
                <a:extLst>
                  <a:ext uri="{FF2B5EF4-FFF2-40B4-BE49-F238E27FC236}">
                    <a16:creationId xmlns:a16="http://schemas.microsoft.com/office/drawing/2014/main" id="{B3989D97-22F3-1542-8DA4-F63BD5051A18}"/>
                  </a:ext>
                </a:extLst>
              </p:cNvPr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82" name="Straight Connector 381">
                <a:extLst>
                  <a:ext uri="{FF2B5EF4-FFF2-40B4-BE49-F238E27FC236}">
                    <a16:creationId xmlns:a16="http://schemas.microsoft.com/office/drawing/2014/main" id="{3CA87B05-0DAB-F946-AAC8-B471385201F1}"/>
                  </a:ext>
                </a:extLst>
              </p:cNvPr>
              <p:cNvCxnSpPr>
                <a:endCxn id="377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383" name="Straight Connector 382">
                <a:extLst>
                  <a:ext uri="{FF2B5EF4-FFF2-40B4-BE49-F238E27FC236}">
                    <a16:creationId xmlns:a16="http://schemas.microsoft.com/office/drawing/2014/main" id="{A916D2A4-0DB9-D74D-8538-C35B39DCF98F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345" name="Group 347">
              <a:extLst>
                <a:ext uri="{FF2B5EF4-FFF2-40B4-BE49-F238E27FC236}">
                  <a16:creationId xmlns:a16="http://schemas.microsoft.com/office/drawing/2014/main" id="{8FB35C13-917B-4A4A-A204-F46152658E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8241" y="5847813"/>
              <a:ext cx="588970" cy="242608"/>
              <a:chOff x="1871277" y="1576300"/>
              <a:chExt cx="1128371" cy="437861"/>
            </a:xfrm>
          </p:grpSpPr>
          <p:sp>
            <p:nvSpPr>
              <p:cNvPr id="366" name="Oval 365">
                <a:extLst>
                  <a:ext uri="{FF2B5EF4-FFF2-40B4-BE49-F238E27FC236}">
                    <a16:creationId xmlns:a16="http://schemas.microsoft.com/office/drawing/2014/main" id="{C4D3AE02-4ED8-F84D-84D8-6CC7BB3D5EA7}"/>
                  </a:ext>
                </a:extLst>
              </p:cNvPr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67" name="Rectangle 366">
                <a:extLst>
                  <a:ext uri="{FF2B5EF4-FFF2-40B4-BE49-F238E27FC236}">
                    <a16:creationId xmlns:a16="http://schemas.microsoft.com/office/drawing/2014/main" id="{3D39641A-0CCF-0F4A-8403-25F548A37BB2}"/>
                  </a:ext>
                </a:extLst>
              </p:cNvPr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68" name="Oval 367">
                <a:extLst>
                  <a:ext uri="{FF2B5EF4-FFF2-40B4-BE49-F238E27FC236}">
                    <a16:creationId xmlns:a16="http://schemas.microsoft.com/office/drawing/2014/main" id="{E0250449-6C02-FD4F-AB7A-5573C2BCFD2F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69" name="Freeform 368">
                <a:extLst>
                  <a:ext uri="{FF2B5EF4-FFF2-40B4-BE49-F238E27FC236}">
                    <a16:creationId xmlns:a16="http://schemas.microsoft.com/office/drawing/2014/main" id="{269FA8FF-6E3D-4344-B115-9D21E37CD2EE}"/>
                  </a:ext>
                </a:extLst>
              </p:cNvPr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70" name="Freeform 369">
                <a:extLst>
                  <a:ext uri="{FF2B5EF4-FFF2-40B4-BE49-F238E27FC236}">
                    <a16:creationId xmlns:a16="http://schemas.microsoft.com/office/drawing/2014/main" id="{45EC1E83-559B-E64C-87B3-E40B9BE6ECCA}"/>
                  </a:ext>
                </a:extLst>
              </p:cNvPr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71" name="Freeform 370">
                <a:extLst>
                  <a:ext uri="{FF2B5EF4-FFF2-40B4-BE49-F238E27FC236}">
                    <a16:creationId xmlns:a16="http://schemas.microsoft.com/office/drawing/2014/main" id="{11688BC8-FCED-4845-9FAC-107EE9A389C8}"/>
                  </a:ext>
                </a:extLst>
              </p:cNvPr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72" name="Freeform 371">
                <a:extLst>
                  <a:ext uri="{FF2B5EF4-FFF2-40B4-BE49-F238E27FC236}">
                    <a16:creationId xmlns:a16="http://schemas.microsoft.com/office/drawing/2014/main" id="{3CBE5CCC-CB5E-FD4B-8983-D6A89E8CC059}"/>
                  </a:ext>
                </a:extLst>
              </p:cNvPr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73" name="Straight Connector 372">
                <a:extLst>
                  <a:ext uri="{FF2B5EF4-FFF2-40B4-BE49-F238E27FC236}">
                    <a16:creationId xmlns:a16="http://schemas.microsoft.com/office/drawing/2014/main" id="{70D3FB1B-60FC-EE42-BD50-0FC40F8CE64C}"/>
                  </a:ext>
                </a:extLst>
              </p:cNvPr>
              <p:cNvCxnSpPr>
                <a:endCxn id="368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374" name="Straight Connector 373">
                <a:extLst>
                  <a:ext uri="{FF2B5EF4-FFF2-40B4-BE49-F238E27FC236}">
                    <a16:creationId xmlns:a16="http://schemas.microsoft.com/office/drawing/2014/main" id="{44533DD3-DC46-F74A-9F05-7B7AF127E05B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346" name="Group 347">
              <a:extLst>
                <a:ext uri="{FF2B5EF4-FFF2-40B4-BE49-F238E27FC236}">
                  <a16:creationId xmlns:a16="http://schemas.microsoft.com/office/drawing/2014/main" id="{866BBC8A-DA7A-BF4D-ADA1-043BFD712A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66757" y="6114152"/>
              <a:ext cx="588970" cy="242608"/>
              <a:chOff x="1871277" y="1576300"/>
              <a:chExt cx="1128371" cy="437861"/>
            </a:xfrm>
          </p:grpSpPr>
          <p:sp>
            <p:nvSpPr>
              <p:cNvPr id="357" name="Oval 356">
                <a:extLst>
                  <a:ext uri="{FF2B5EF4-FFF2-40B4-BE49-F238E27FC236}">
                    <a16:creationId xmlns:a16="http://schemas.microsoft.com/office/drawing/2014/main" id="{E560D67C-D07B-FB4B-AD14-57E0C043ABA3}"/>
                  </a:ext>
                </a:extLst>
              </p:cNvPr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58" name="Rectangle 357">
                <a:extLst>
                  <a:ext uri="{FF2B5EF4-FFF2-40B4-BE49-F238E27FC236}">
                    <a16:creationId xmlns:a16="http://schemas.microsoft.com/office/drawing/2014/main" id="{83E3175C-0E27-0D46-9EBE-0BB7FC50E72D}"/>
                  </a:ext>
                </a:extLst>
              </p:cNvPr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59" name="Oval 358">
                <a:extLst>
                  <a:ext uri="{FF2B5EF4-FFF2-40B4-BE49-F238E27FC236}">
                    <a16:creationId xmlns:a16="http://schemas.microsoft.com/office/drawing/2014/main" id="{7D63531B-B1B4-BD40-8A9B-CB60BE4CFFD5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60" name="Freeform 359">
                <a:extLst>
                  <a:ext uri="{FF2B5EF4-FFF2-40B4-BE49-F238E27FC236}">
                    <a16:creationId xmlns:a16="http://schemas.microsoft.com/office/drawing/2014/main" id="{BCF2A578-96C9-E24A-9FFD-9B4B6CBEBAC6}"/>
                  </a:ext>
                </a:extLst>
              </p:cNvPr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61" name="Freeform 360">
                <a:extLst>
                  <a:ext uri="{FF2B5EF4-FFF2-40B4-BE49-F238E27FC236}">
                    <a16:creationId xmlns:a16="http://schemas.microsoft.com/office/drawing/2014/main" id="{A3198C2C-5107-694D-BA7D-15A1D5D9F806}"/>
                  </a:ext>
                </a:extLst>
              </p:cNvPr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62" name="Freeform 361">
                <a:extLst>
                  <a:ext uri="{FF2B5EF4-FFF2-40B4-BE49-F238E27FC236}">
                    <a16:creationId xmlns:a16="http://schemas.microsoft.com/office/drawing/2014/main" id="{10E1F221-C7E5-4B4B-A17A-BB3D255FA2E9}"/>
                  </a:ext>
                </a:extLst>
              </p:cNvPr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63" name="Freeform 362">
                <a:extLst>
                  <a:ext uri="{FF2B5EF4-FFF2-40B4-BE49-F238E27FC236}">
                    <a16:creationId xmlns:a16="http://schemas.microsoft.com/office/drawing/2014/main" id="{7AE6CC35-5E36-4F4A-ADBA-8FAD8BB3BAC6}"/>
                  </a:ext>
                </a:extLst>
              </p:cNvPr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64" name="Straight Connector 363">
                <a:extLst>
                  <a:ext uri="{FF2B5EF4-FFF2-40B4-BE49-F238E27FC236}">
                    <a16:creationId xmlns:a16="http://schemas.microsoft.com/office/drawing/2014/main" id="{0A44EE1A-BA03-AD4A-94FE-845895881C99}"/>
                  </a:ext>
                </a:extLst>
              </p:cNvPr>
              <p:cNvCxnSpPr>
                <a:endCxn id="359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365" name="Straight Connector 364">
                <a:extLst>
                  <a:ext uri="{FF2B5EF4-FFF2-40B4-BE49-F238E27FC236}">
                    <a16:creationId xmlns:a16="http://schemas.microsoft.com/office/drawing/2014/main" id="{82195786-42DD-904D-A897-7E003292A476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347" name="Group 347">
              <a:extLst>
                <a:ext uri="{FF2B5EF4-FFF2-40B4-BE49-F238E27FC236}">
                  <a16:creationId xmlns:a16="http://schemas.microsoft.com/office/drawing/2014/main" id="{FF036DA1-84A3-F442-B64F-08E07A13D8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04088" y="6206732"/>
              <a:ext cx="588970" cy="242608"/>
              <a:chOff x="1871277" y="1576300"/>
              <a:chExt cx="1128371" cy="437861"/>
            </a:xfrm>
          </p:grpSpPr>
          <p:sp>
            <p:nvSpPr>
              <p:cNvPr id="348" name="Oval 347">
                <a:extLst>
                  <a:ext uri="{FF2B5EF4-FFF2-40B4-BE49-F238E27FC236}">
                    <a16:creationId xmlns:a16="http://schemas.microsoft.com/office/drawing/2014/main" id="{F1068B44-FB9D-CD44-AA1B-DDD653525B39}"/>
                  </a:ext>
                </a:extLst>
              </p:cNvPr>
              <p:cNvSpPr/>
              <p:nvPr/>
            </p:nvSpPr>
            <p:spPr bwMode="auto">
              <a:xfrm flipV="1">
                <a:off x="1874446" y="1694641"/>
                <a:ext cx="1125202" cy="319520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49" name="Rectangle 348">
                <a:extLst>
                  <a:ext uri="{FF2B5EF4-FFF2-40B4-BE49-F238E27FC236}">
                    <a16:creationId xmlns:a16="http://schemas.microsoft.com/office/drawing/2014/main" id="{94C8193D-0579-714E-A8A8-46350B76C947}"/>
                  </a:ext>
                </a:extLst>
              </p:cNvPr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50" name="Oval 349">
                <a:extLst>
                  <a:ext uri="{FF2B5EF4-FFF2-40B4-BE49-F238E27FC236}">
                    <a16:creationId xmlns:a16="http://schemas.microsoft.com/office/drawing/2014/main" id="{D811CDBE-BBD6-654D-978B-33DCF1AD67DC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51" name="Freeform 350">
                <a:extLst>
                  <a:ext uri="{FF2B5EF4-FFF2-40B4-BE49-F238E27FC236}">
                    <a16:creationId xmlns:a16="http://schemas.microsoft.com/office/drawing/2014/main" id="{26CEB383-ECE8-9144-8160-823E88728B7F}"/>
                  </a:ext>
                </a:extLst>
              </p:cNvPr>
              <p:cNvSpPr/>
              <p:nvPr/>
            </p:nvSpPr>
            <p:spPr bwMode="auto">
              <a:xfrm>
                <a:off x="2159708" y="1673340"/>
                <a:ext cx="548339" cy="160943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52" name="Freeform 351">
                <a:extLst>
                  <a:ext uri="{FF2B5EF4-FFF2-40B4-BE49-F238E27FC236}">
                    <a16:creationId xmlns:a16="http://schemas.microsoft.com/office/drawing/2014/main" id="{53A4B417-9A2E-904E-A597-2EA9919C9F8D}"/>
                  </a:ext>
                </a:extLst>
              </p:cNvPr>
              <p:cNvSpPr/>
              <p:nvPr/>
            </p:nvSpPr>
            <p:spPr bwMode="auto">
              <a:xfrm>
                <a:off x="2102655" y="1633103"/>
                <a:ext cx="662444" cy="111241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53" name="Freeform 352">
                <a:extLst>
                  <a:ext uri="{FF2B5EF4-FFF2-40B4-BE49-F238E27FC236}">
                    <a16:creationId xmlns:a16="http://schemas.microsoft.com/office/drawing/2014/main" id="{DD57B720-5F7D-504F-8573-3A28FCC16067}"/>
                  </a:ext>
                </a:extLst>
              </p:cNvPr>
              <p:cNvSpPr/>
              <p:nvPr/>
            </p:nvSpPr>
            <p:spPr bwMode="auto">
              <a:xfrm>
                <a:off x="2536889" y="1727776"/>
                <a:ext cx="244057" cy="97040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54" name="Freeform 353">
                <a:extLst>
                  <a:ext uri="{FF2B5EF4-FFF2-40B4-BE49-F238E27FC236}">
                    <a16:creationId xmlns:a16="http://schemas.microsoft.com/office/drawing/2014/main" id="{AA6C51CF-2638-7845-9E9C-2485530B8934}"/>
                  </a:ext>
                </a:extLst>
              </p:cNvPr>
              <p:cNvSpPr/>
              <p:nvPr/>
            </p:nvSpPr>
            <p:spPr bwMode="auto">
              <a:xfrm>
                <a:off x="2089977" y="1730144"/>
                <a:ext cx="240888" cy="97039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55" name="Straight Connector 354">
                <a:extLst>
                  <a:ext uri="{FF2B5EF4-FFF2-40B4-BE49-F238E27FC236}">
                    <a16:creationId xmlns:a16="http://schemas.microsoft.com/office/drawing/2014/main" id="{D39CE6BF-A688-D547-B314-CB4669EEEF09}"/>
                  </a:ext>
                </a:extLst>
              </p:cNvPr>
              <p:cNvCxnSpPr>
                <a:endCxn id="350" idx="2"/>
              </p:cNvCxnSpPr>
              <p:nvPr/>
            </p:nvCxnSpPr>
            <p:spPr bwMode="auto">
              <a:xfrm flipH="1" flipV="1">
                <a:off x="1871277" y="1737243"/>
                <a:ext cx="3169" cy="123074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356" name="Straight Connector 355">
                <a:extLst>
                  <a:ext uri="{FF2B5EF4-FFF2-40B4-BE49-F238E27FC236}">
                    <a16:creationId xmlns:a16="http://schemas.microsoft.com/office/drawing/2014/main" id="{0C46B6DE-6006-AD4F-838A-60B5C8E9300E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4877"/>
                <a:ext cx="3171" cy="123074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</p:grpSp>
      <p:sp>
        <p:nvSpPr>
          <p:cNvPr id="393" name="Rectangle 392">
            <a:extLst>
              <a:ext uri="{FF2B5EF4-FFF2-40B4-BE49-F238E27FC236}">
                <a16:creationId xmlns:a16="http://schemas.microsoft.com/office/drawing/2014/main" id="{55267C50-DB8C-4F4C-AB99-A2AA1F869909}"/>
              </a:ext>
            </a:extLst>
          </p:cNvPr>
          <p:cNvSpPr/>
          <p:nvPr/>
        </p:nvSpPr>
        <p:spPr>
          <a:xfrm>
            <a:off x="5074486" y="5724971"/>
            <a:ext cx="5334198" cy="1133029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6F7A3894-18C1-8A4D-8806-6A0BF48BF4AD}"/>
              </a:ext>
            </a:extLst>
          </p:cNvPr>
          <p:cNvGrpSpPr/>
          <p:nvPr/>
        </p:nvGrpSpPr>
        <p:grpSpPr>
          <a:xfrm>
            <a:off x="5329582" y="1276178"/>
            <a:ext cx="1023471" cy="590176"/>
            <a:chOff x="4721412" y="1277470"/>
            <a:chExt cx="1023471" cy="590176"/>
          </a:xfrm>
        </p:grpSpPr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D21295F4-CBC3-D74D-91E9-84EB0A8312B3}"/>
                </a:ext>
              </a:extLst>
            </p:cNvPr>
            <p:cNvSpPr/>
            <p:nvPr/>
          </p:nvSpPr>
          <p:spPr bwMode="auto">
            <a:xfrm>
              <a:off x="4721412" y="1277470"/>
              <a:ext cx="1023471" cy="590176"/>
            </a:xfrm>
            <a:prstGeom prst="ellipse">
              <a:avLst/>
            </a:prstGeom>
            <a:solidFill>
              <a:srgbClr val="008000">
                <a:alpha val="70000"/>
              </a:srgbClr>
            </a:solidFill>
            <a:ln w="9525" cap="flat" cmpd="sng" algn="ctr">
              <a:solidFill>
                <a:srgbClr val="008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396" name="TextBox 395">
              <a:extLst>
                <a:ext uri="{FF2B5EF4-FFF2-40B4-BE49-F238E27FC236}">
                  <a16:creationId xmlns:a16="http://schemas.microsoft.com/office/drawing/2014/main" id="{9709A8B2-452F-074F-9A07-F4CEB75B0EC1}"/>
                </a:ext>
              </a:extLst>
            </p:cNvPr>
            <p:cNvSpPr txBox="1"/>
            <p:nvPr/>
          </p:nvSpPr>
          <p:spPr>
            <a:xfrm>
              <a:off x="4792385" y="1374585"/>
              <a:ext cx="8904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routing</a:t>
              </a:r>
            </a:p>
          </p:txBody>
        </p:sp>
      </p:grpSp>
      <p:grpSp>
        <p:nvGrpSpPr>
          <p:cNvPr id="397" name="Group 396">
            <a:extLst>
              <a:ext uri="{FF2B5EF4-FFF2-40B4-BE49-F238E27FC236}">
                <a16:creationId xmlns:a16="http://schemas.microsoft.com/office/drawing/2014/main" id="{832BB644-26F9-EB49-B2B9-F35C18A9794E}"/>
              </a:ext>
            </a:extLst>
          </p:cNvPr>
          <p:cNvGrpSpPr/>
          <p:nvPr/>
        </p:nvGrpSpPr>
        <p:grpSpPr>
          <a:xfrm>
            <a:off x="6543278" y="1301675"/>
            <a:ext cx="1023471" cy="590176"/>
            <a:chOff x="6106459" y="1967753"/>
            <a:chExt cx="1023471" cy="590176"/>
          </a:xfrm>
        </p:grpSpPr>
        <p:sp>
          <p:nvSpPr>
            <p:cNvPr id="398" name="Oval 397">
              <a:extLst>
                <a:ext uri="{FF2B5EF4-FFF2-40B4-BE49-F238E27FC236}">
                  <a16:creationId xmlns:a16="http://schemas.microsoft.com/office/drawing/2014/main" id="{0FD850DE-43F1-404C-8812-C9CBCEABB43C}"/>
                </a:ext>
              </a:extLst>
            </p:cNvPr>
            <p:cNvSpPr/>
            <p:nvPr/>
          </p:nvSpPr>
          <p:spPr bwMode="auto">
            <a:xfrm>
              <a:off x="6106459" y="1967753"/>
              <a:ext cx="1023471" cy="590176"/>
            </a:xfrm>
            <a:prstGeom prst="ellipse">
              <a:avLst/>
            </a:prstGeom>
            <a:solidFill>
              <a:srgbClr val="008000">
                <a:alpha val="70000"/>
              </a:srgbClr>
            </a:solidFill>
            <a:ln w="9525" cap="flat" cmpd="sng" algn="ctr">
              <a:solidFill>
                <a:srgbClr val="008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399" name="TextBox 398">
              <a:extLst>
                <a:ext uri="{FF2B5EF4-FFF2-40B4-BE49-F238E27FC236}">
                  <a16:creationId xmlns:a16="http://schemas.microsoft.com/office/drawing/2014/main" id="{F822B2FB-C8DC-DC4C-9085-9658B29E1669}"/>
                </a:ext>
              </a:extLst>
            </p:cNvPr>
            <p:cNvSpPr txBox="1"/>
            <p:nvPr/>
          </p:nvSpPr>
          <p:spPr>
            <a:xfrm>
              <a:off x="6177429" y="1997637"/>
              <a:ext cx="903087" cy="5447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access 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control</a:t>
              </a:r>
            </a:p>
          </p:txBody>
        </p:sp>
      </p:grpSp>
      <p:grpSp>
        <p:nvGrpSpPr>
          <p:cNvPr id="400" name="Group 399">
            <a:extLst>
              <a:ext uri="{FF2B5EF4-FFF2-40B4-BE49-F238E27FC236}">
                <a16:creationId xmlns:a16="http://schemas.microsoft.com/office/drawing/2014/main" id="{DA2CF06A-DF85-0143-ACE7-1A34A68C8B3F}"/>
              </a:ext>
            </a:extLst>
          </p:cNvPr>
          <p:cNvGrpSpPr/>
          <p:nvPr/>
        </p:nvGrpSpPr>
        <p:grpSpPr>
          <a:xfrm>
            <a:off x="7733171" y="1320598"/>
            <a:ext cx="1023471" cy="590176"/>
            <a:chOff x="6938682" y="977153"/>
            <a:chExt cx="1023471" cy="590176"/>
          </a:xfrm>
        </p:grpSpPr>
        <p:sp>
          <p:nvSpPr>
            <p:cNvPr id="401" name="Oval 400">
              <a:extLst>
                <a:ext uri="{FF2B5EF4-FFF2-40B4-BE49-F238E27FC236}">
                  <a16:creationId xmlns:a16="http://schemas.microsoft.com/office/drawing/2014/main" id="{4D110F55-2027-6B4C-BB63-6FA816C4CABE}"/>
                </a:ext>
              </a:extLst>
            </p:cNvPr>
            <p:cNvSpPr/>
            <p:nvPr/>
          </p:nvSpPr>
          <p:spPr bwMode="auto">
            <a:xfrm>
              <a:off x="6938682" y="977153"/>
              <a:ext cx="1023471" cy="590176"/>
            </a:xfrm>
            <a:prstGeom prst="ellipse">
              <a:avLst/>
            </a:prstGeom>
            <a:solidFill>
              <a:srgbClr val="008000">
                <a:alpha val="70000"/>
              </a:srgbClr>
            </a:solidFill>
            <a:ln w="9525" cap="flat" cmpd="sng" algn="ctr">
              <a:solidFill>
                <a:srgbClr val="008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02" name="TextBox 401">
              <a:extLst>
                <a:ext uri="{FF2B5EF4-FFF2-40B4-BE49-F238E27FC236}">
                  <a16:creationId xmlns:a16="http://schemas.microsoft.com/office/drawing/2014/main" id="{FD86D31D-1B63-D042-8A15-34502F51C96A}"/>
                </a:ext>
              </a:extLst>
            </p:cNvPr>
            <p:cNvSpPr txBox="1"/>
            <p:nvPr/>
          </p:nvSpPr>
          <p:spPr>
            <a:xfrm>
              <a:off x="6964568" y="1007037"/>
              <a:ext cx="993256" cy="5447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load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balance</a:t>
              </a:r>
            </a:p>
          </p:txBody>
        </p:sp>
      </p:grpSp>
      <p:sp>
        <p:nvSpPr>
          <p:cNvPr id="403" name="Rectangle 402">
            <a:extLst>
              <a:ext uri="{FF2B5EF4-FFF2-40B4-BE49-F238E27FC236}">
                <a16:creationId xmlns:a16="http://schemas.microsoft.com/office/drawing/2014/main" id="{A5E34BB8-C23B-0F4C-98F2-59913F2820C7}"/>
              </a:ext>
            </a:extLst>
          </p:cNvPr>
          <p:cNvSpPr/>
          <p:nvPr/>
        </p:nvSpPr>
        <p:spPr>
          <a:xfrm>
            <a:off x="4711309" y="1143000"/>
            <a:ext cx="4965002" cy="78359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04" name="Freeform 403">
            <a:extLst>
              <a:ext uri="{FF2B5EF4-FFF2-40B4-BE49-F238E27FC236}">
                <a16:creationId xmlns:a16="http://schemas.microsoft.com/office/drawing/2014/main" id="{44A4BE97-C4AC-5C44-9AA1-75DF573B3767}"/>
              </a:ext>
            </a:extLst>
          </p:cNvPr>
          <p:cNvSpPr/>
          <p:nvPr/>
        </p:nvSpPr>
        <p:spPr bwMode="auto">
          <a:xfrm rot="10800000">
            <a:off x="10030194" y="4626242"/>
            <a:ext cx="222179" cy="1166655"/>
          </a:xfrm>
          <a:custGeom>
            <a:avLst/>
            <a:gdLst>
              <a:gd name="connsiteX0" fmla="*/ 0 w 312616"/>
              <a:gd name="connsiteY0" fmla="*/ 644770 h 1367693"/>
              <a:gd name="connsiteX1" fmla="*/ 312616 w 312616"/>
              <a:gd name="connsiteY1" fmla="*/ 0 h 1367693"/>
              <a:gd name="connsiteX2" fmla="*/ 312616 w 312616"/>
              <a:gd name="connsiteY2" fmla="*/ 1016000 h 1367693"/>
              <a:gd name="connsiteX3" fmla="*/ 117231 w 312616"/>
              <a:gd name="connsiteY3" fmla="*/ 1367693 h 1367693"/>
              <a:gd name="connsiteX4" fmla="*/ 0 w 312616"/>
              <a:gd name="connsiteY4" fmla="*/ 644770 h 1367693"/>
              <a:gd name="connsiteX0" fmla="*/ 0 w 199855"/>
              <a:gd name="connsiteY0" fmla="*/ 733787 h 1367693"/>
              <a:gd name="connsiteX1" fmla="*/ 199855 w 199855"/>
              <a:gd name="connsiteY1" fmla="*/ 0 h 1367693"/>
              <a:gd name="connsiteX2" fmla="*/ 199855 w 199855"/>
              <a:gd name="connsiteY2" fmla="*/ 1016000 h 1367693"/>
              <a:gd name="connsiteX3" fmla="*/ 4470 w 199855"/>
              <a:gd name="connsiteY3" fmla="*/ 1367693 h 1367693"/>
              <a:gd name="connsiteX4" fmla="*/ 0 w 199855"/>
              <a:gd name="connsiteY4" fmla="*/ 733787 h 1367693"/>
              <a:gd name="connsiteX0" fmla="*/ 25203 w 225058"/>
              <a:gd name="connsiteY0" fmla="*/ 733787 h 1361758"/>
              <a:gd name="connsiteX1" fmla="*/ 225058 w 225058"/>
              <a:gd name="connsiteY1" fmla="*/ 0 h 1361758"/>
              <a:gd name="connsiteX2" fmla="*/ 225058 w 225058"/>
              <a:gd name="connsiteY2" fmla="*/ 1016000 h 1361758"/>
              <a:gd name="connsiteX3" fmla="*/ 0 w 225058"/>
              <a:gd name="connsiteY3" fmla="*/ 1361758 h 1361758"/>
              <a:gd name="connsiteX4" fmla="*/ 25203 w 225058"/>
              <a:gd name="connsiteY4" fmla="*/ 733787 h 1361758"/>
              <a:gd name="connsiteX0" fmla="*/ 25203 w 230992"/>
              <a:gd name="connsiteY0" fmla="*/ 787197 h 1415168"/>
              <a:gd name="connsiteX1" fmla="*/ 230992 w 230992"/>
              <a:gd name="connsiteY1" fmla="*/ 0 h 1415168"/>
              <a:gd name="connsiteX2" fmla="*/ 225058 w 230992"/>
              <a:gd name="connsiteY2" fmla="*/ 1069410 h 1415168"/>
              <a:gd name="connsiteX3" fmla="*/ 0 w 230992"/>
              <a:gd name="connsiteY3" fmla="*/ 1415168 h 1415168"/>
              <a:gd name="connsiteX4" fmla="*/ 25203 w 230992"/>
              <a:gd name="connsiteY4" fmla="*/ 787197 h 1415168"/>
              <a:gd name="connsiteX0" fmla="*/ 0 w 205789"/>
              <a:gd name="connsiteY0" fmla="*/ 787197 h 1427037"/>
              <a:gd name="connsiteX1" fmla="*/ 205789 w 205789"/>
              <a:gd name="connsiteY1" fmla="*/ 0 h 1427037"/>
              <a:gd name="connsiteX2" fmla="*/ 199855 w 205789"/>
              <a:gd name="connsiteY2" fmla="*/ 1069410 h 1427037"/>
              <a:gd name="connsiteX3" fmla="*/ 4471 w 205789"/>
              <a:gd name="connsiteY3" fmla="*/ 1427037 h 1427037"/>
              <a:gd name="connsiteX4" fmla="*/ 0 w 205789"/>
              <a:gd name="connsiteY4" fmla="*/ 787197 h 1427037"/>
              <a:gd name="connsiteX0" fmla="*/ 0 w 199855"/>
              <a:gd name="connsiteY0" fmla="*/ 745656 h 1385496"/>
              <a:gd name="connsiteX1" fmla="*/ 193920 w 199855"/>
              <a:gd name="connsiteY1" fmla="*/ 0 h 1385496"/>
              <a:gd name="connsiteX2" fmla="*/ 199855 w 199855"/>
              <a:gd name="connsiteY2" fmla="*/ 1027869 h 1385496"/>
              <a:gd name="connsiteX3" fmla="*/ 4471 w 199855"/>
              <a:gd name="connsiteY3" fmla="*/ 1385496 h 1385496"/>
              <a:gd name="connsiteX4" fmla="*/ 0 w 199855"/>
              <a:gd name="connsiteY4" fmla="*/ 745656 h 1385496"/>
              <a:gd name="connsiteX0" fmla="*/ 20385 w 220240"/>
              <a:gd name="connsiteY0" fmla="*/ 745656 h 1058154"/>
              <a:gd name="connsiteX1" fmla="*/ 214305 w 220240"/>
              <a:gd name="connsiteY1" fmla="*/ 0 h 1058154"/>
              <a:gd name="connsiteX2" fmla="*/ 220240 w 220240"/>
              <a:gd name="connsiteY2" fmla="*/ 1027869 h 1058154"/>
              <a:gd name="connsiteX3" fmla="*/ 68 w 220240"/>
              <a:gd name="connsiteY3" fmla="*/ 986902 h 1058154"/>
              <a:gd name="connsiteX4" fmla="*/ 20385 w 220240"/>
              <a:gd name="connsiteY4" fmla="*/ 745656 h 1058154"/>
              <a:gd name="connsiteX0" fmla="*/ 20385 w 220240"/>
              <a:gd name="connsiteY0" fmla="*/ 745656 h 1068836"/>
              <a:gd name="connsiteX1" fmla="*/ 214305 w 220240"/>
              <a:gd name="connsiteY1" fmla="*/ 0 h 1068836"/>
              <a:gd name="connsiteX2" fmla="*/ 220240 w 220240"/>
              <a:gd name="connsiteY2" fmla="*/ 1027869 h 1068836"/>
              <a:gd name="connsiteX3" fmla="*/ 68 w 220240"/>
              <a:gd name="connsiteY3" fmla="*/ 986902 h 1068836"/>
              <a:gd name="connsiteX4" fmla="*/ 20385 w 220240"/>
              <a:gd name="connsiteY4" fmla="*/ 745656 h 1068836"/>
              <a:gd name="connsiteX0" fmla="*/ 15446 w 215301"/>
              <a:gd name="connsiteY0" fmla="*/ 745656 h 1057581"/>
              <a:gd name="connsiteX1" fmla="*/ 209366 w 215301"/>
              <a:gd name="connsiteY1" fmla="*/ 0 h 1057581"/>
              <a:gd name="connsiteX2" fmla="*/ 215301 w 215301"/>
              <a:gd name="connsiteY2" fmla="*/ 1027869 h 1057581"/>
              <a:gd name="connsiteX3" fmla="*/ 87 w 215301"/>
              <a:gd name="connsiteY3" fmla="*/ 888484 h 1057581"/>
              <a:gd name="connsiteX4" fmla="*/ 15446 w 215301"/>
              <a:gd name="connsiteY4" fmla="*/ 745656 h 1057581"/>
              <a:gd name="connsiteX0" fmla="*/ 15446 w 215301"/>
              <a:gd name="connsiteY0" fmla="*/ 745656 h 1063397"/>
              <a:gd name="connsiteX1" fmla="*/ 209366 w 215301"/>
              <a:gd name="connsiteY1" fmla="*/ 0 h 1063397"/>
              <a:gd name="connsiteX2" fmla="*/ 215301 w 215301"/>
              <a:gd name="connsiteY2" fmla="*/ 1027869 h 1063397"/>
              <a:gd name="connsiteX3" fmla="*/ 87 w 215301"/>
              <a:gd name="connsiteY3" fmla="*/ 888484 h 1063397"/>
              <a:gd name="connsiteX4" fmla="*/ 15446 w 215301"/>
              <a:gd name="connsiteY4" fmla="*/ 745656 h 1063397"/>
              <a:gd name="connsiteX0" fmla="*/ 15446 w 215301"/>
              <a:gd name="connsiteY0" fmla="*/ 745656 h 1027869"/>
              <a:gd name="connsiteX1" fmla="*/ 209366 w 215301"/>
              <a:gd name="connsiteY1" fmla="*/ 0 h 1027869"/>
              <a:gd name="connsiteX2" fmla="*/ 215301 w 215301"/>
              <a:gd name="connsiteY2" fmla="*/ 1027869 h 1027869"/>
              <a:gd name="connsiteX3" fmla="*/ 87 w 215301"/>
              <a:gd name="connsiteY3" fmla="*/ 888484 h 1027869"/>
              <a:gd name="connsiteX4" fmla="*/ 15446 w 215301"/>
              <a:gd name="connsiteY4" fmla="*/ 745656 h 1027869"/>
              <a:gd name="connsiteX0" fmla="*/ 2945 w 215465"/>
              <a:gd name="connsiteY0" fmla="*/ 0 h 1166325"/>
              <a:gd name="connsiteX1" fmla="*/ 209530 w 215465"/>
              <a:gd name="connsiteY1" fmla="*/ 138456 h 1166325"/>
              <a:gd name="connsiteX2" fmla="*/ 215465 w 215465"/>
              <a:gd name="connsiteY2" fmla="*/ 1166325 h 1166325"/>
              <a:gd name="connsiteX3" fmla="*/ 251 w 215465"/>
              <a:gd name="connsiteY3" fmla="*/ 1026940 h 1166325"/>
              <a:gd name="connsiteX4" fmla="*/ 2945 w 215465"/>
              <a:gd name="connsiteY4" fmla="*/ 0 h 1166325"/>
              <a:gd name="connsiteX0" fmla="*/ 11247 w 223767"/>
              <a:gd name="connsiteY0" fmla="*/ 0 h 1166325"/>
              <a:gd name="connsiteX1" fmla="*/ 217832 w 223767"/>
              <a:gd name="connsiteY1" fmla="*/ 138456 h 1166325"/>
              <a:gd name="connsiteX2" fmla="*/ 223767 w 223767"/>
              <a:gd name="connsiteY2" fmla="*/ 1166325 h 1166325"/>
              <a:gd name="connsiteX3" fmla="*/ 110 w 223767"/>
              <a:gd name="connsiteY3" fmla="*/ 226631 h 1166325"/>
              <a:gd name="connsiteX4" fmla="*/ 11247 w 223767"/>
              <a:gd name="connsiteY4" fmla="*/ 0 h 1166325"/>
              <a:gd name="connsiteX0" fmla="*/ 11247 w 223767"/>
              <a:gd name="connsiteY0" fmla="*/ 0 h 1166325"/>
              <a:gd name="connsiteX1" fmla="*/ 217832 w 223767"/>
              <a:gd name="connsiteY1" fmla="*/ 138456 h 1166325"/>
              <a:gd name="connsiteX2" fmla="*/ 223767 w 223767"/>
              <a:gd name="connsiteY2" fmla="*/ 1166325 h 1166325"/>
              <a:gd name="connsiteX3" fmla="*/ 110 w 223767"/>
              <a:gd name="connsiteY3" fmla="*/ 226631 h 1166325"/>
              <a:gd name="connsiteX4" fmla="*/ 11247 w 223767"/>
              <a:gd name="connsiteY4" fmla="*/ 0 h 1166325"/>
              <a:gd name="connsiteX0" fmla="*/ 11247 w 223767"/>
              <a:gd name="connsiteY0" fmla="*/ 0 h 1166325"/>
              <a:gd name="connsiteX1" fmla="*/ 217832 w 223767"/>
              <a:gd name="connsiteY1" fmla="*/ 138456 h 1166325"/>
              <a:gd name="connsiteX2" fmla="*/ 223767 w 223767"/>
              <a:gd name="connsiteY2" fmla="*/ 1166325 h 1166325"/>
              <a:gd name="connsiteX3" fmla="*/ 110 w 223767"/>
              <a:gd name="connsiteY3" fmla="*/ 226631 h 1166325"/>
              <a:gd name="connsiteX4" fmla="*/ 11247 w 223767"/>
              <a:gd name="connsiteY4" fmla="*/ 0 h 1166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767" h="1166325">
                <a:moveTo>
                  <a:pt x="11247" y="0"/>
                </a:moveTo>
                <a:lnTo>
                  <a:pt x="217832" y="138456"/>
                </a:lnTo>
                <a:cubicBezTo>
                  <a:pt x="219810" y="481079"/>
                  <a:pt x="221789" y="823702"/>
                  <a:pt x="223767" y="1166325"/>
                </a:cubicBezTo>
                <a:cubicBezTo>
                  <a:pt x="98607" y="641817"/>
                  <a:pt x="99941" y="672062"/>
                  <a:pt x="110" y="226631"/>
                </a:cubicBezTo>
                <a:cubicBezTo>
                  <a:pt x="-1380" y="13351"/>
                  <a:pt x="12737" y="213280"/>
                  <a:pt x="11247" y="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lumMod val="95000"/>
                </a:srgbClr>
              </a:gs>
              <a:gs pos="100000">
                <a:srgbClr val="2D2DB9">
                  <a:lumMod val="20000"/>
                  <a:lumOff val="80000"/>
                </a:srgbClr>
              </a:gs>
            </a:gsLst>
            <a:lin ang="0" scaled="0"/>
          </a:gradFill>
          <a:ln w="9525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grpSp>
        <p:nvGrpSpPr>
          <p:cNvPr id="405" name="Group 950">
            <a:extLst>
              <a:ext uri="{FF2B5EF4-FFF2-40B4-BE49-F238E27FC236}">
                <a16:creationId xmlns:a16="http://schemas.microsoft.com/office/drawing/2014/main" id="{52617F47-C1D0-4D49-AE97-8CA391BBFFB0}"/>
              </a:ext>
            </a:extLst>
          </p:cNvPr>
          <p:cNvGrpSpPr>
            <a:grpSpLocks/>
          </p:cNvGrpSpPr>
          <p:nvPr/>
        </p:nvGrpSpPr>
        <p:grpSpPr bwMode="auto">
          <a:xfrm>
            <a:off x="10230703" y="5170004"/>
            <a:ext cx="251561" cy="564103"/>
            <a:chOff x="4140" y="429"/>
            <a:chExt cx="1425" cy="2396"/>
          </a:xfrm>
        </p:grpSpPr>
        <p:sp>
          <p:nvSpPr>
            <p:cNvPr id="406" name="Freeform 951">
              <a:extLst>
                <a:ext uri="{FF2B5EF4-FFF2-40B4-BE49-F238E27FC236}">
                  <a16:creationId xmlns:a16="http://schemas.microsoft.com/office/drawing/2014/main" id="{1877567D-590F-FF4B-A303-3A0911BFE1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7" name="Rectangle 952">
              <a:extLst>
                <a:ext uri="{FF2B5EF4-FFF2-40B4-BE49-F238E27FC236}">
                  <a16:creationId xmlns:a16="http://schemas.microsoft.com/office/drawing/2014/main" id="{C193F19E-C53C-CB4D-8337-28B24D6789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8" name="Freeform 953">
              <a:extLst>
                <a:ext uri="{FF2B5EF4-FFF2-40B4-BE49-F238E27FC236}">
                  <a16:creationId xmlns:a16="http://schemas.microsoft.com/office/drawing/2014/main" id="{A98C8085-6A07-3747-8DF9-BB2C3858E1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9" name="Freeform 954">
              <a:extLst>
                <a:ext uri="{FF2B5EF4-FFF2-40B4-BE49-F238E27FC236}">
                  <a16:creationId xmlns:a16="http://schemas.microsoft.com/office/drawing/2014/main" id="{584A0456-C36C-224D-95CF-99F1C2856D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0" name="Rectangle 955">
              <a:extLst>
                <a:ext uri="{FF2B5EF4-FFF2-40B4-BE49-F238E27FC236}">
                  <a16:creationId xmlns:a16="http://schemas.microsoft.com/office/drawing/2014/main" id="{34E86CA5-847C-E04D-A41A-6CBD1EDC52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411" name="Group 956">
              <a:extLst>
                <a:ext uri="{FF2B5EF4-FFF2-40B4-BE49-F238E27FC236}">
                  <a16:creationId xmlns:a16="http://schemas.microsoft.com/office/drawing/2014/main" id="{DBDC7094-4338-604D-B4E5-9801E831DF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36" name="AutoShape 957">
                <a:extLst>
                  <a:ext uri="{FF2B5EF4-FFF2-40B4-BE49-F238E27FC236}">
                    <a16:creationId xmlns:a16="http://schemas.microsoft.com/office/drawing/2014/main" id="{7D10BCA5-BA18-1F4A-A591-F166F9AF3C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37" name="AutoShape 958">
                <a:extLst>
                  <a:ext uri="{FF2B5EF4-FFF2-40B4-BE49-F238E27FC236}">
                    <a16:creationId xmlns:a16="http://schemas.microsoft.com/office/drawing/2014/main" id="{45689A41-20A9-1C4F-93E8-542BB62FA2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412" name="Rectangle 959">
              <a:extLst>
                <a:ext uri="{FF2B5EF4-FFF2-40B4-BE49-F238E27FC236}">
                  <a16:creationId xmlns:a16="http://schemas.microsoft.com/office/drawing/2014/main" id="{853349CC-5FA4-6D44-8143-775B178D4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413" name="Group 960">
              <a:extLst>
                <a:ext uri="{FF2B5EF4-FFF2-40B4-BE49-F238E27FC236}">
                  <a16:creationId xmlns:a16="http://schemas.microsoft.com/office/drawing/2014/main" id="{56377391-0F55-D14D-948C-BC7E08C40F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34" name="AutoShape 961">
                <a:extLst>
                  <a:ext uri="{FF2B5EF4-FFF2-40B4-BE49-F238E27FC236}">
                    <a16:creationId xmlns:a16="http://schemas.microsoft.com/office/drawing/2014/main" id="{4C4AFD26-70F6-A941-A9F0-04DD1A2268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35" name="AutoShape 962">
                <a:extLst>
                  <a:ext uri="{FF2B5EF4-FFF2-40B4-BE49-F238E27FC236}">
                    <a16:creationId xmlns:a16="http://schemas.microsoft.com/office/drawing/2014/main" id="{3C65D175-CAC7-8B43-988F-73D814A354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414" name="Rectangle 963">
              <a:extLst>
                <a:ext uri="{FF2B5EF4-FFF2-40B4-BE49-F238E27FC236}">
                  <a16:creationId xmlns:a16="http://schemas.microsoft.com/office/drawing/2014/main" id="{9A1F0DC2-3DCE-4649-A0D2-A22A6E9BAF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5" name="Rectangle 964">
              <a:extLst>
                <a:ext uri="{FF2B5EF4-FFF2-40B4-BE49-F238E27FC236}">
                  <a16:creationId xmlns:a16="http://schemas.microsoft.com/office/drawing/2014/main" id="{FA6D6911-9874-F549-9C02-3608B7D22A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416" name="Group 965">
              <a:extLst>
                <a:ext uri="{FF2B5EF4-FFF2-40B4-BE49-F238E27FC236}">
                  <a16:creationId xmlns:a16="http://schemas.microsoft.com/office/drawing/2014/main" id="{24CF5AC7-BF55-1348-ADA8-EB7A9C16E3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32" name="AutoShape 966">
                <a:extLst>
                  <a:ext uri="{FF2B5EF4-FFF2-40B4-BE49-F238E27FC236}">
                    <a16:creationId xmlns:a16="http://schemas.microsoft.com/office/drawing/2014/main" id="{58A87E0F-D5D2-3C41-BA13-970F26F914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33" name="AutoShape 967">
                <a:extLst>
                  <a:ext uri="{FF2B5EF4-FFF2-40B4-BE49-F238E27FC236}">
                    <a16:creationId xmlns:a16="http://schemas.microsoft.com/office/drawing/2014/main" id="{787FF90A-D408-FE40-86E8-18D1D250E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417" name="Freeform 968">
              <a:extLst>
                <a:ext uri="{FF2B5EF4-FFF2-40B4-BE49-F238E27FC236}">
                  <a16:creationId xmlns:a16="http://schemas.microsoft.com/office/drawing/2014/main" id="{BED5794D-41F5-5A45-9EAD-C96FE37F82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418" name="Group 969">
              <a:extLst>
                <a:ext uri="{FF2B5EF4-FFF2-40B4-BE49-F238E27FC236}">
                  <a16:creationId xmlns:a16="http://schemas.microsoft.com/office/drawing/2014/main" id="{CDA75218-F78E-6247-A5D9-2F05D0CCEA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30" name="AutoShape 970">
                <a:extLst>
                  <a:ext uri="{FF2B5EF4-FFF2-40B4-BE49-F238E27FC236}">
                    <a16:creationId xmlns:a16="http://schemas.microsoft.com/office/drawing/2014/main" id="{CE06864D-BF8C-3F46-BEBA-C9D3E7C2D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31" name="AutoShape 971">
                <a:extLst>
                  <a:ext uri="{FF2B5EF4-FFF2-40B4-BE49-F238E27FC236}">
                    <a16:creationId xmlns:a16="http://schemas.microsoft.com/office/drawing/2014/main" id="{F71E2E3D-084A-6E41-BFE8-203830EBC8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419" name="Rectangle 972">
              <a:extLst>
                <a:ext uri="{FF2B5EF4-FFF2-40B4-BE49-F238E27FC236}">
                  <a16:creationId xmlns:a16="http://schemas.microsoft.com/office/drawing/2014/main" id="{3C21695C-3CBC-214E-B575-3A414E77F7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0" name="Freeform 973">
              <a:extLst>
                <a:ext uri="{FF2B5EF4-FFF2-40B4-BE49-F238E27FC236}">
                  <a16:creationId xmlns:a16="http://schemas.microsoft.com/office/drawing/2014/main" id="{3DF132D8-92AF-704D-ADED-E54AD352C9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1" name="Freeform 974">
              <a:extLst>
                <a:ext uri="{FF2B5EF4-FFF2-40B4-BE49-F238E27FC236}">
                  <a16:creationId xmlns:a16="http://schemas.microsoft.com/office/drawing/2014/main" id="{285BE7D0-0CB2-594F-9222-784EA37CC2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2" name="Oval 975">
              <a:extLst>
                <a:ext uri="{FF2B5EF4-FFF2-40B4-BE49-F238E27FC236}">
                  <a16:creationId xmlns:a16="http://schemas.microsoft.com/office/drawing/2014/main" id="{376BBC3E-D29B-9A4F-A519-2571921C81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3" name="Freeform 976">
              <a:extLst>
                <a:ext uri="{FF2B5EF4-FFF2-40B4-BE49-F238E27FC236}">
                  <a16:creationId xmlns:a16="http://schemas.microsoft.com/office/drawing/2014/main" id="{8B3C1CC2-B0C4-E84C-BB19-E6C62641D3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4" name="AutoShape 977">
              <a:extLst>
                <a:ext uri="{FF2B5EF4-FFF2-40B4-BE49-F238E27FC236}">
                  <a16:creationId xmlns:a16="http://schemas.microsoft.com/office/drawing/2014/main" id="{2941789A-2ED5-AF49-91BD-F70F5B12E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5" name="AutoShape 978">
              <a:extLst>
                <a:ext uri="{FF2B5EF4-FFF2-40B4-BE49-F238E27FC236}">
                  <a16:creationId xmlns:a16="http://schemas.microsoft.com/office/drawing/2014/main" id="{B1327524-6037-444C-B79A-1892DCAAD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6" name="Oval 979">
              <a:extLst>
                <a:ext uri="{FF2B5EF4-FFF2-40B4-BE49-F238E27FC236}">
                  <a16:creationId xmlns:a16="http://schemas.microsoft.com/office/drawing/2014/main" id="{95FF13D4-DE0B-9945-BC13-4A84638A9B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7" name="Oval 980">
              <a:extLst>
                <a:ext uri="{FF2B5EF4-FFF2-40B4-BE49-F238E27FC236}">
                  <a16:creationId xmlns:a16="http://schemas.microsoft.com/office/drawing/2014/main" id="{54E49FD3-0578-3040-8398-37DFF03FF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8" name="Oval 981">
              <a:extLst>
                <a:ext uri="{FF2B5EF4-FFF2-40B4-BE49-F238E27FC236}">
                  <a16:creationId xmlns:a16="http://schemas.microsoft.com/office/drawing/2014/main" id="{0A8BB100-B111-0847-A2AA-E6107BA58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9" name="Rectangle 982">
              <a:extLst>
                <a:ext uri="{FF2B5EF4-FFF2-40B4-BE49-F238E27FC236}">
                  <a16:creationId xmlns:a16="http://schemas.microsoft.com/office/drawing/2014/main" id="{D514F7EC-0F45-4744-BA7B-7CC3DE0E7D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38" name="TextBox 437">
            <a:extLst>
              <a:ext uri="{FF2B5EF4-FFF2-40B4-BE49-F238E27FC236}">
                <a16:creationId xmlns:a16="http://schemas.microsoft.com/office/drawing/2014/main" id="{680C9B80-3207-1745-AC49-44A2EC7C04CE}"/>
              </a:ext>
            </a:extLst>
          </p:cNvPr>
          <p:cNvSpPr txBox="1"/>
          <p:nvPr/>
        </p:nvSpPr>
        <p:spPr>
          <a:xfrm>
            <a:off x="776613" y="4804221"/>
            <a:ext cx="4033380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i="1" dirty="0">
                <a:solidFill>
                  <a:srgbClr val="CC0000"/>
                </a:solidFill>
                <a:ea typeface="ＭＳ Ｐゴシック" charset="0"/>
              </a:rPr>
              <a:t>communication</a:t>
            </a: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: communicate between SDN controller and controlled switches</a:t>
            </a:r>
          </a:p>
        </p:txBody>
      </p:sp>
      <p:sp>
        <p:nvSpPr>
          <p:cNvPr id="439" name="TextBox 438">
            <a:extLst>
              <a:ext uri="{FF2B5EF4-FFF2-40B4-BE49-F238E27FC236}">
                <a16:creationId xmlns:a16="http://schemas.microsoft.com/office/drawing/2014/main" id="{F5135EA7-4D97-574F-9DD5-FBB4B7FF77AA}"/>
              </a:ext>
            </a:extLst>
          </p:cNvPr>
          <p:cNvSpPr txBox="1"/>
          <p:nvPr/>
        </p:nvSpPr>
        <p:spPr>
          <a:xfrm>
            <a:off x="764087" y="3239842"/>
            <a:ext cx="4158641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CC0000"/>
                </a:solidFill>
                <a:ea typeface="ＭＳ Ｐゴシック" charset="0"/>
              </a:rPr>
              <a:t>network-wide state management </a:t>
            </a: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: state of networks links, switches, services: a </a:t>
            </a:r>
            <a:r>
              <a:rPr lang="en-US" sz="2400" i="1" dirty="0">
                <a:solidFill>
                  <a:srgbClr val="000099"/>
                </a:solidFill>
                <a:ea typeface="ＭＳ Ｐゴシック" charset="0"/>
              </a:rPr>
              <a:t>distributed database</a:t>
            </a:r>
          </a:p>
        </p:txBody>
      </p:sp>
      <p:sp>
        <p:nvSpPr>
          <p:cNvPr id="440" name="TextBox 439">
            <a:extLst>
              <a:ext uri="{FF2B5EF4-FFF2-40B4-BE49-F238E27FC236}">
                <a16:creationId xmlns:a16="http://schemas.microsoft.com/office/drawing/2014/main" id="{DBC448FE-87C5-8449-B9FC-78D9333E9024}"/>
              </a:ext>
            </a:extLst>
          </p:cNvPr>
          <p:cNvSpPr txBox="1"/>
          <p:nvPr/>
        </p:nvSpPr>
        <p:spPr>
          <a:xfrm>
            <a:off x="764087" y="2232898"/>
            <a:ext cx="407333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CC0000"/>
                </a:solidFill>
                <a:ea typeface="ＭＳ Ｐゴシック" charset="0"/>
              </a:rPr>
              <a:t>interface layer to network control apps: </a:t>
            </a: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abstractions API</a:t>
            </a:r>
            <a:endParaRPr lang="en-US" sz="2400" i="1" dirty="0">
              <a:solidFill>
                <a:srgbClr val="000000"/>
              </a:solidFill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53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8" grpId="0"/>
      <p:bldP spid="439" grpId="0"/>
      <p:bldP spid="44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CD85E7-B9DB-9043-B7EC-8C0919E8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4139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/>
              <a:t>OpenFlow protocol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71119-17C6-6045-B8FE-FECA68C80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247" name="Content Placeholder 3">
            <a:extLst>
              <a:ext uri="{FF2B5EF4-FFF2-40B4-BE49-F238E27FC236}">
                <a16:creationId xmlns:a16="http://schemas.microsoft.com/office/drawing/2014/main" id="{A2095929-467E-784A-A05A-6CE113CF3D5B}"/>
              </a:ext>
            </a:extLst>
          </p:cNvPr>
          <p:cNvSpPr txBox="1">
            <a:spLocks/>
          </p:cNvSpPr>
          <p:nvPr/>
        </p:nvSpPr>
        <p:spPr bwMode="auto">
          <a:xfrm>
            <a:off x="863251" y="1363220"/>
            <a:ext cx="6088694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R="0" lvl="0" indent="-2809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operates between controller, switch</a:t>
            </a:r>
          </a:p>
          <a:p>
            <a:pPr marR="0" lvl="0" indent="-2809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TCP used to exchange messages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optional encryption</a:t>
            </a:r>
          </a:p>
          <a:p>
            <a:pPr marR="0" lvl="0" indent="-2809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three classes of  OpenFlow messages: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controller-to-switch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asynchronous (switch to controller)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symmetric (misc.)</a:t>
            </a: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F49B015-168B-FE46-A826-60399DD149DA}"/>
              </a:ext>
            </a:extLst>
          </p:cNvPr>
          <p:cNvGrpSpPr/>
          <p:nvPr/>
        </p:nvGrpSpPr>
        <p:grpSpPr>
          <a:xfrm>
            <a:off x="7839227" y="1446146"/>
            <a:ext cx="3616623" cy="3732173"/>
            <a:chOff x="7686822" y="1446146"/>
            <a:chExt cx="3616623" cy="3732173"/>
          </a:xfrm>
        </p:grpSpPr>
        <p:grpSp>
          <p:nvGrpSpPr>
            <p:cNvPr id="129" name="Group 950">
              <a:extLst>
                <a:ext uri="{FF2B5EF4-FFF2-40B4-BE49-F238E27FC236}">
                  <a16:creationId xmlns:a16="http://schemas.microsoft.com/office/drawing/2014/main" id="{4EAEDFFF-3D36-3C46-916B-C2D3D9CB05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11490" y="2119745"/>
              <a:ext cx="440889" cy="845230"/>
              <a:chOff x="4140" y="429"/>
              <a:chExt cx="1425" cy="2396"/>
            </a:xfrm>
          </p:grpSpPr>
          <p:sp>
            <p:nvSpPr>
              <p:cNvPr id="174" name="Freeform 951">
                <a:extLst>
                  <a:ext uri="{FF2B5EF4-FFF2-40B4-BE49-F238E27FC236}">
                    <a16:creationId xmlns:a16="http://schemas.microsoft.com/office/drawing/2014/main" id="{E50181C5-B5C7-D144-8F88-D9495C0276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5" name="Rectangle 952">
                <a:extLst>
                  <a:ext uri="{FF2B5EF4-FFF2-40B4-BE49-F238E27FC236}">
                    <a16:creationId xmlns:a16="http://schemas.microsoft.com/office/drawing/2014/main" id="{6D544F60-D94E-BF42-A834-2624BAF7E2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6" name="Freeform 953">
                <a:extLst>
                  <a:ext uri="{FF2B5EF4-FFF2-40B4-BE49-F238E27FC236}">
                    <a16:creationId xmlns:a16="http://schemas.microsoft.com/office/drawing/2014/main" id="{6365F75B-01F3-BC49-8C0D-968B42419A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7" name="Freeform 954">
                <a:extLst>
                  <a:ext uri="{FF2B5EF4-FFF2-40B4-BE49-F238E27FC236}">
                    <a16:creationId xmlns:a16="http://schemas.microsoft.com/office/drawing/2014/main" id="{AD10B147-8033-E449-A9CC-C6DA33E27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78" name="Rectangle 955">
                <a:extLst>
                  <a:ext uri="{FF2B5EF4-FFF2-40B4-BE49-F238E27FC236}">
                    <a16:creationId xmlns:a16="http://schemas.microsoft.com/office/drawing/2014/main" id="{CC48B4AE-5026-594F-8FAE-41F6043B7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79" name="Group 956">
                <a:extLst>
                  <a:ext uri="{FF2B5EF4-FFF2-40B4-BE49-F238E27FC236}">
                    <a16:creationId xmlns:a16="http://schemas.microsoft.com/office/drawing/2014/main" id="{D2E1673F-B93C-1148-8E72-90A5B78006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04" name="AutoShape 957">
                  <a:extLst>
                    <a:ext uri="{FF2B5EF4-FFF2-40B4-BE49-F238E27FC236}">
                      <a16:creationId xmlns:a16="http://schemas.microsoft.com/office/drawing/2014/main" id="{D8FC1F4B-C0C9-784D-A739-318F038F09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5" name="AutoShape 958">
                  <a:extLst>
                    <a:ext uri="{FF2B5EF4-FFF2-40B4-BE49-F238E27FC236}">
                      <a16:creationId xmlns:a16="http://schemas.microsoft.com/office/drawing/2014/main" id="{65BAD390-C86E-AA4A-983B-F2D1ADC47C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80" name="Rectangle 959">
                <a:extLst>
                  <a:ext uri="{FF2B5EF4-FFF2-40B4-BE49-F238E27FC236}">
                    <a16:creationId xmlns:a16="http://schemas.microsoft.com/office/drawing/2014/main" id="{8B5742DE-8AB6-FF46-B2CB-15394CEA95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81" name="Group 960">
                <a:extLst>
                  <a:ext uri="{FF2B5EF4-FFF2-40B4-BE49-F238E27FC236}">
                    <a16:creationId xmlns:a16="http://schemas.microsoft.com/office/drawing/2014/main" id="{CB198750-F812-314C-B037-7CB761A825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02" name="AutoShape 961">
                  <a:extLst>
                    <a:ext uri="{FF2B5EF4-FFF2-40B4-BE49-F238E27FC236}">
                      <a16:creationId xmlns:a16="http://schemas.microsoft.com/office/drawing/2014/main" id="{9A3CDB15-9708-D54E-AE51-5DCBE21432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AutoShape 962">
                  <a:extLst>
                    <a:ext uri="{FF2B5EF4-FFF2-40B4-BE49-F238E27FC236}">
                      <a16:creationId xmlns:a16="http://schemas.microsoft.com/office/drawing/2014/main" id="{1B614F73-328E-9B46-8372-C05FD228D8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82" name="Rectangle 963">
                <a:extLst>
                  <a:ext uri="{FF2B5EF4-FFF2-40B4-BE49-F238E27FC236}">
                    <a16:creationId xmlns:a16="http://schemas.microsoft.com/office/drawing/2014/main" id="{C7864970-6BAA-E749-8CC8-880FD65284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83" name="Rectangle 964">
                <a:extLst>
                  <a:ext uri="{FF2B5EF4-FFF2-40B4-BE49-F238E27FC236}">
                    <a16:creationId xmlns:a16="http://schemas.microsoft.com/office/drawing/2014/main" id="{C314F0FD-DD34-D049-9E08-214DAC6B2B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84" name="Group 965">
                <a:extLst>
                  <a:ext uri="{FF2B5EF4-FFF2-40B4-BE49-F238E27FC236}">
                    <a16:creationId xmlns:a16="http://schemas.microsoft.com/office/drawing/2014/main" id="{57C2B453-F0FA-3047-A392-73DDDAC427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00" name="AutoShape 966">
                  <a:extLst>
                    <a:ext uri="{FF2B5EF4-FFF2-40B4-BE49-F238E27FC236}">
                      <a16:creationId xmlns:a16="http://schemas.microsoft.com/office/drawing/2014/main" id="{C3F05126-FC6A-734C-AD6D-6E1253A924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AutoShape 967">
                  <a:extLst>
                    <a:ext uri="{FF2B5EF4-FFF2-40B4-BE49-F238E27FC236}">
                      <a16:creationId xmlns:a16="http://schemas.microsoft.com/office/drawing/2014/main" id="{B3C3A5F4-977D-F84A-80F3-B37CF27DE5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85" name="Freeform 968">
                <a:extLst>
                  <a:ext uri="{FF2B5EF4-FFF2-40B4-BE49-F238E27FC236}">
                    <a16:creationId xmlns:a16="http://schemas.microsoft.com/office/drawing/2014/main" id="{43A2C07E-B17C-F445-8DBC-DDABEBD29F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86" name="Group 969">
                <a:extLst>
                  <a:ext uri="{FF2B5EF4-FFF2-40B4-BE49-F238E27FC236}">
                    <a16:creationId xmlns:a16="http://schemas.microsoft.com/office/drawing/2014/main" id="{25DE9E61-3604-6F41-9F89-0E868DFA90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98" name="AutoShape 970">
                  <a:extLst>
                    <a:ext uri="{FF2B5EF4-FFF2-40B4-BE49-F238E27FC236}">
                      <a16:creationId xmlns:a16="http://schemas.microsoft.com/office/drawing/2014/main" id="{A3413F55-A30D-AC41-9350-CF1AD0C40A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AutoShape 971">
                  <a:extLst>
                    <a:ext uri="{FF2B5EF4-FFF2-40B4-BE49-F238E27FC236}">
                      <a16:creationId xmlns:a16="http://schemas.microsoft.com/office/drawing/2014/main" id="{B28D2635-07A0-7D49-B7EE-CBF050FB62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187" name="Rectangle 972">
                <a:extLst>
                  <a:ext uri="{FF2B5EF4-FFF2-40B4-BE49-F238E27FC236}">
                    <a16:creationId xmlns:a16="http://schemas.microsoft.com/office/drawing/2014/main" id="{10DF400F-0ACE-DB49-842A-73AB186E86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88" name="Freeform 973">
                <a:extLst>
                  <a:ext uri="{FF2B5EF4-FFF2-40B4-BE49-F238E27FC236}">
                    <a16:creationId xmlns:a16="http://schemas.microsoft.com/office/drawing/2014/main" id="{5EC94EAA-0027-F54D-9ED6-6198AA076A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89" name="Freeform 974">
                <a:extLst>
                  <a:ext uri="{FF2B5EF4-FFF2-40B4-BE49-F238E27FC236}">
                    <a16:creationId xmlns:a16="http://schemas.microsoft.com/office/drawing/2014/main" id="{003F7FD5-07C0-FB4E-8CB0-734592819F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0" name="Oval 975">
                <a:extLst>
                  <a:ext uri="{FF2B5EF4-FFF2-40B4-BE49-F238E27FC236}">
                    <a16:creationId xmlns:a16="http://schemas.microsoft.com/office/drawing/2014/main" id="{1B9B91C9-7D7A-D340-B15B-E033A6AFE9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1" name="Freeform 976">
                <a:extLst>
                  <a:ext uri="{FF2B5EF4-FFF2-40B4-BE49-F238E27FC236}">
                    <a16:creationId xmlns:a16="http://schemas.microsoft.com/office/drawing/2014/main" id="{987C363B-CD17-8347-A056-CAD2A8B0CF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2" name="AutoShape 977">
                <a:extLst>
                  <a:ext uri="{FF2B5EF4-FFF2-40B4-BE49-F238E27FC236}">
                    <a16:creationId xmlns:a16="http://schemas.microsoft.com/office/drawing/2014/main" id="{28BE7A7C-DB8F-3241-9B21-709E16D767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3" name="AutoShape 978">
                <a:extLst>
                  <a:ext uri="{FF2B5EF4-FFF2-40B4-BE49-F238E27FC236}">
                    <a16:creationId xmlns:a16="http://schemas.microsoft.com/office/drawing/2014/main" id="{D496DCB1-EFB0-FD44-9DBE-23B1B1A1D4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4" name="Oval 979">
                <a:extLst>
                  <a:ext uri="{FF2B5EF4-FFF2-40B4-BE49-F238E27FC236}">
                    <a16:creationId xmlns:a16="http://schemas.microsoft.com/office/drawing/2014/main" id="{0F4C12C7-2098-0740-868B-6A9FC2AD88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5" name="Oval 980">
                <a:extLst>
                  <a:ext uri="{FF2B5EF4-FFF2-40B4-BE49-F238E27FC236}">
                    <a16:creationId xmlns:a16="http://schemas.microsoft.com/office/drawing/2014/main" id="{80492F51-F7D5-D743-A620-557FFF4FFA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6" name="Oval 981">
                <a:extLst>
                  <a:ext uri="{FF2B5EF4-FFF2-40B4-BE49-F238E27FC236}">
                    <a16:creationId xmlns:a16="http://schemas.microsoft.com/office/drawing/2014/main" id="{6979A032-F4F5-384B-8E44-130565B7C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7" name="Rectangle 982">
                <a:extLst>
                  <a:ext uri="{FF2B5EF4-FFF2-40B4-BE49-F238E27FC236}">
                    <a16:creationId xmlns:a16="http://schemas.microsoft.com/office/drawing/2014/main" id="{46FB30CB-D1BF-2C4E-B9AE-7B4A293A09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pic>
          <p:nvPicPr>
            <p:cNvPr id="130" name="Picture 4">
              <a:extLst>
                <a:ext uri="{FF2B5EF4-FFF2-40B4-BE49-F238E27FC236}">
                  <a16:creationId xmlns:a16="http://schemas.microsoft.com/office/drawing/2014/main" id="{1881A099-3B50-ED48-93A5-C6CAB9F181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1361" y="2246085"/>
              <a:ext cx="1629624" cy="431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D1F5F539-0080-624A-B682-A35FA596187E}"/>
                </a:ext>
              </a:extLst>
            </p:cNvPr>
            <p:cNvSpPr txBox="1"/>
            <p:nvPr/>
          </p:nvSpPr>
          <p:spPr>
            <a:xfrm>
              <a:off x="7757772" y="1446146"/>
              <a:ext cx="32223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ea typeface="ＭＳ Ｐゴシック" charset="0"/>
                </a:rPr>
                <a:t>OpenFlow Controller</a:t>
              </a:r>
            </a:p>
          </p:txBody>
        </p:sp>
        <p:sp>
          <p:nvSpPr>
            <p:cNvPr id="132" name="Freeform 3">
              <a:extLst>
                <a:ext uri="{FF2B5EF4-FFF2-40B4-BE49-F238E27FC236}">
                  <a16:creationId xmlns:a16="http://schemas.microsoft.com/office/drawing/2014/main" id="{B6C19C6C-8BE5-EF4F-B46F-A4BCBA072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6822" y="3573747"/>
              <a:ext cx="3616623" cy="1604572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  <a:gd name="connsiteX0" fmla="*/ 0 w 9831"/>
                <a:gd name="connsiteY0" fmla="*/ 4265 h 9728"/>
                <a:gd name="connsiteX1" fmla="*/ 973 w 9831"/>
                <a:gd name="connsiteY1" fmla="*/ 2114 h 9728"/>
                <a:gd name="connsiteX2" fmla="*/ 2351 w 9831"/>
                <a:gd name="connsiteY2" fmla="*/ 84 h 9728"/>
                <a:gd name="connsiteX3" fmla="*/ 6893 w 9831"/>
                <a:gd name="connsiteY3" fmla="*/ 624 h 9728"/>
                <a:gd name="connsiteX4" fmla="*/ 8909 w 9831"/>
                <a:gd name="connsiteY4" fmla="*/ 2780 h 9728"/>
                <a:gd name="connsiteX5" fmla="*/ 9773 w 9831"/>
                <a:gd name="connsiteY5" fmla="*/ 6266 h 9728"/>
                <a:gd name="connsiteX6" fmla="*/ 7373 w 9831"/>
                <a:gd name="connsiteY6" fmla="*/ 9162 h 9728"/>
                <a:gd name="connsiteX7" fmla="*/ 4413 w 9831"/>
                <a:gd name="connsiteY7" fmla="*/ 9673 h 9728"/>
                <a:gd name="connsiteX8" fmla="*/ 2067 w 9831"/>
                <a:gd name="connsiteY8" fmla="*/ 9460 h 9728"/>
                <a:gd name="connsiteX9" fmla="*/ 453 w 9831"/>
                <a:gd name="connsiteY9" fmla="*/ 7416 h 9728"/>
                <a:gd name="connsiteX10" fmla="*/ 0 w 9831"/>
                <a:gd name="connsiteY10" fmla="*/ 4265 h 9728"/>
                <a:gd name="connsiteX0" fmla="*/ 0 w 10003"/>
                <a:gd name="connsiteY0" fmla="*/ 4299 h 9915"/>
                <a:gd name="connsiteX1" fmla="*/ 990 w 10003"/>
                <a:gd name="connsiteY1" fmla="*/ 2088 h 9915"/>
                <a:gd name="connsiteX2" fmla="*/ 2391 w 10003"/>
                <a:gd name="connsiteY2" fmla="*/ 1 h 9915"/>
                <a:gd name="connsiteX3" fmla="*/ 6715 w 10003"/>
                <a:gd name="connsiteY3" fmla="*/ 1965 h 9915"/>
                <a:gd name="connsiteX4" fmla="*/ 9062 w 10003"/>
                <a:gd name="connsiteY4" fmla="*/ 2773 h 9915"/>
                <a:gd name="connsiteX5" fmla="*/ 9941 w 10003"/>
                <a:gd name="connsiteY5" fmla="*/ 6356 h 9915"/>
                <a:gd name="connsiteX6" fmla="*/ 7500 w 10003"/>
                <a:gd name="connsiteY6" fmla="*/ 9333 h 9915"/>
                <a:gd name="connsiteX7" fmla="*/ 4489 w 10003"/>
                <a:gd name="connsiteY7" fmla="*/ 9858 h 9915"/>
                <a:gd name="connsiteX8" fmla="*/ 2103 w 10003"/>
                <a:gd name="connsiteY8" fmla="*/ 9640 h 9915"/>
                <a:gd name="connsiteX9" fmla="*/ 461 w 10003"/>
                <a:gd name="connsiteY9" fmla="*/ 7538 h 9915"/>
                <a:gd name="connsiteX10" fmla="*/ 0 w 10003"/>
                <a:gd name="connsiteY10" fmla="*/ 4299 h 9915"/>
                <a:gd name="connsiteX0" fmla="*/ 0 w 10000"/>
                <a:gd name="connsiteY0" fmla="*/ 4336 h 10000"/>
                <a:gd name="connsiteX1" fmla="*/ 990 w 10000"/>
                <a:gd name="connsiteY1" fmla="*/ 2106 h 10000"/>
                <a:gd name="connsiteX2" fmla="*/ 2390 w 10000"/>
                <a:gd name="connsiteY2" fmla="*/ 1 h 10000"/>
                <a:gd name="connsiteX3" fmla="*/ 6713 w 10000"/>
                <a:gd name="connsiteY3" fmla="*/ 1982 h 10000"/>
                <a:gd name="connsiteX4" fmla="*/ 9059 w 10000"/>
                <a:gd name="connsiteY4" fmla="*/ 2797 h 10000"/>
                <a:gd name="connsiteX5" fmla="*/ 9938 w 10000"/>
                <a:gd name="connsiteY5" fmla="*/ 6410 h 10000"/>
                <a:gd name="connsiteX6" fmla="*/ 7498 w 10000"/>
                <a:gd name="connsiteY6" fmla="*/ 9413 h 10000"/>
                <a:gd name="connsiteX7" fmla="*/ 4488 w 10000"/>
                <a:gd name="connsiteY7" fmla="*/ 9943 h 10000"/>
                <a:gd name="connsiteX8" fmla="*/ 2102 w 10000"/>
                <a:gd name="connsiteY8" fmla="*/ 9723 h 10000"/>
                <a:gd name="connsiteX9" fmla="*/ 461 w 10000"/>
                <a:gd name="connsiteY9" fmla="*/ 7603 h 10000"/>
                <a:gd name="connsiteX10" fmla="*/ 0 w 10000"/>
                <a:gd name="connsiteY10" fmla="*/ 4336 h 10000"/>
                <a:gd name="connsiteX0" fmla="*/ 0 w 10000"/>
                <a:gd name="connsiteY0" fmla="*/ 4336 h 10000"/>
                <a:gd name="connsiteX1" fmla="*/ 990 w 10000"/>
                <a:gd name="connsiteY1" fmla="*/ 2106 h 10000"/>
                <a:gd name="connsiteX2" fmla="*/ 2390 w 10000"/>
                <a:gd name="connsiteY2" fmla="*/ 1 h 10000"/>
                <a:gd name="connsiteX3" fmla="*/ 6713 w 10000"/>
                <a:gd name="connsiteY3" fmla="*/ 1982 h 10000"/>
                <a:gd name="connsiteX4" fmla="*/ 9059 w 10000"/>
                <a:gd name="connsiteY4" fmla="*/ 2797 h 10000"/>
                <a:gd name="connsiteX5" fmla="*/ 9938 w 10000"/>
                <a:gd name="connsiteY5" fmla="*/ 6410 h 10000"/>
                <a:gd name="connsiteX6" fmla="*/ 7498 w 10000"/>
                <a:gd name="connsiteY6" fmla="*/ 9413 h 10000"/>
                <a:gd name="connsiteX7" fmla="*/ 4488 w 10000"/>
                <a:gd name="connsiteY7" fmla="*/ 9943 h 10000"/>
                <a:gd name="connsiteX8" fmla="*/ 2102 w 10000"/>
                <a:gd name="connsiteY8" fmla="*/ 9723 h 10000"/>
                <a:gd name="connsiteX9" fmla="*/ 461 w 10000"/>
                <a:gd name="connsiteY9" fmla="*/ 7603 h 10000"/>
                <a:gd name="connsiteX10" fmla="*/ 0 w 10000"/>
                <a:gd name="connsiteY10" fmla="*/ 4336 h 10000"/>
                <a:gd name="connsiteX0" fmla="*/ 0 w 10000"/>
                <a:gd name="connsiteY0" fmla="*/ 4002 h 9666"/>
                <a:gd name="connsiteX1" fmla="*/ 990 w 10000"/>
                <a:gd name="connsiteY1" fmla="*/ 1772 h 9666"/>
                <a:gd name="connsiteX2" fmla="*/ 3804 w 10000"/>
                <a:gd name="connsiteY2" fmla="*/ 1 h 9666"/>
                <a:gd name="connsiteX3" fmla="*/ 6713 w 10000"/>
                <a:gd name="connsiteY3" fmla="*/ 1648 h 9666"/>
                <a:gd name="connsiteX4" fmla="*/ 9059 w 10000"/>
                <a:gd name="connsiteY4" fmla="*/ 2463 h 9666"/>
                <a:gd name="connsiteX5" fmla="*/ 9938 w 10000"/>
                <a:gd name="connsiteY5" fmla="*/ 6076 h 9666"/>
                <a:gd name="connsiteX6" fmla="*/ 7498 w 10000"/>
                <a:gd name="connsiteY6" fmla="*/ 9079 h 9666"/>
                <a:gd name="connsiteX7" fmla="*/ 4488 w 10000"/>
                <a:gd name="connsiteY7" fmla="*/ 9609 h 9666"/>
                <a:gd name="connsiteX8" fmla="*/ 2102 w 10000"/>
                <a:gd name="connsiteY8" fmla="*/ 9389 h 9666"/>
                <a:gd name="connsiteX9" fmla="*/ 461 w 10000"/>
                <a:gd name="connsiteY9" fmla="*/ 7269 h 9666"/>
                <a:gd name="connsiteX10" fmla="*/ 0 w 10000"/>
                <a:gd name="connsiteY10" fmla="*/ 4002 h 9666"/>
                <a:gd name="connsiteX0" fmla="*/ 103 w 9643"/>
                <a:gd name="connsiteY0" fmla="*/ 4486 h 10000"/>
                <a:gd name="connsiteX1" fmla="*/ 633 w 9643"/>
                <a:gd name="connsiteY1" fmla="*/ 1833 h 10000"/>
                <a:gd name="connsiteX2" fmla="*/ 3447 w 9643"/>
                <a:gd name="connsiteY2" fmla="*/ 1 h 10000"/>
                <a:gd name="connsiteX3" fmla="*/ 6356 w 9643"/>
                <a:gd name="connsiteY3" fmla="*/ 1705 h 10000"/>
                <a:gd name="connsiteX4" fmla="*/ 8702 w 9643"/>
                <a:gd name="connsiteY4" fmla="*/ 2548 h 10000"/>
                <a:gd name="connsiteX5" fmla="*/ 9581 w 9643"/>
                <a:gd name="connsiteY5" fmla="*/ 6286 h 10000"/>
                <a:gd name="connsiteX6" fmla="*/ 7141 w 9643"/>
                <a:gd name="connsiteY6" fmla="*/ 9393 h 10000"/>
                <a:gd name="connsiteX7" fmla="*/ 4131 w 9643"/>
                <a:gd name="connsiteY7" fmla="*/ 9941 h 10000"/>
                <a:gd name="connsiteX8" fmla="*/ 1745 w 9643"/>
                <a:gd name="connsiteY8" fmla="*/ 9713 h 10000"/>
                <a:gd name="connsiteX9" fmla="*/ 104 w 9643"/>
                <a:gd name="connsiteY9" fmla="*/ 7520 h 10000"/>
                <a:gd name="connsiteX10" fmla="*/ 103 w 9643"/>
                <a:gd name="connsiteY10" fmla="*/ 4486 h 10000"/>
                <a:gd name="connsiteX0" fmla="*/ 107 w 10000"/>
                <a:gd name="connsiteY0" fmla="*/ 4486 h 10000"/>
                <a:gd name="connsiteX1" fmla="*/ 1304 w 10000"/>
                <a:gd name="connsiteY1" fmla="*/ 2006 h 10000"/>
                <a:gd name="connsiteX2" fmla="*/ 3575 w 10000"/>
                <a:gd name="connsiteY2" fmla="*/ 1 h 10000"/>
                <a:gd name="connsiteX3" fmla="*/ 6591 w 10000"/>
                <a:gd name="connsiteY3" fmla="*/ 1705 h 10000"/>
                <a:gd name="connsiteX4" fmla="*/ 9024 w 10000"/>
                <a:gd name="connsiteY4" fmla="*/ 2548 h 10000"/>
                <a:gd name="connsiteX5" fmla="*/ 9936 w 10000"/>
                <a:gd name="connsiteY5" fmla="*/ 6286 h 10000"/>
                <a:gd name="connsiteX6" fmla="*/ 7405 w 10000"/>
                <a:gd name="connsiteY6" fmla="*/ 9393 h 10000"/>
                <a:gd name="connsiteX7" fmla="*/ 4284 w 10000"/>
                <a:gd name="connsiteY7" fmla="*/ 9941 h 10000"/>
                <a:gd name="connsiteX8" fmla="*/ 1810 w 10000"/>
                <a:gd name="connsiteY8" fmla="*/ 9713 h 10000"/>
                <a:gd name="connsiteX9" fmla="*/ 108 w 10000"/>
                <a:gd name="connsiteY9" fmla="*/ 7520 h 10000"/>
                <a:gd name="connsiteX10" fmla="*/ 107 w 10000"/>
                <a:gd name="connsiteY10" fmla="*/ 4486 h 10000"/>
                <a:gd name="connsiteX0" fmla="*/ 0 w 9893"/>
                <a:gd name="connsiteY0" fmla="*/ 4486 h 10000"/>
                <a:gd name="connsiteX1" fmla="*/ 1197 w 9893"/>
                <a:gd name="connsiteY1" fmla="*/ 2006 h 10000"/>
                <a:gd name="connsiteX2" fmla="*/ 3468 w 9893"/>
                <a:gd name="connsiteY2" fmla="*/ 1 h 10000"/>
                <a:gd name="connsiteX3" fmla="*/ 6484 w 9893"/>
                <a:gd name="connsiteY3" fmla="*/ 1705 h 10000"/>
                <a:gd name="connsiteX4" fmla="*/ 8917 w 9893"/>
                <a:gd name="connsiteY4" fmla="*/ 2548 h 10000"/>
                <a:gd name="connsiteX5" fmla="*/ 9829 w 9893"/>
                <a:gd name="connsiteY5" fmla="*/ 6286 h 10000"/>
                <a:gd name="connsiteX6" fmla="*/ 7298 w 9893"/>
                <a:gd name="connsiteY6" fmla="*/ 9393 h 10000"/>
                <a:gd name="connsiteX7" fmla="*/ 4177 w 9893"/>
                <a:gd name="connsiteY7" fmla="*/ 9941 h 10000"/>
                <a:gd name="connsiteX8" fmla="*/ 1703 w 9893"/>
                <a:gd name="connsiteY8" fmla="*/ 9713 h 10000"/>
                <a:gd name="connsiteX9" fmla="*/ 645 w 9893"/>
                <a:gd name="connsiteY9" fmla="*/ 7520 h 10000"/>
                <a:gd name="connsiteX10" fmla="*/ 0 w 9893"/>
                <a:gd name="connsiteY10" fmla="*/ 4486 h 10000"/>
                <a:gd name="connsiteX0" fmla="*/ 0 w 10000"/>
                <a:gd name="connsiteY0" fmla="*/ 4486 h 10041"/>
                <a:gd name="connsiteX1" fmla="*/ 1210 w 10000"/>
                <a:gd name="connsiteY1" fmla="*/ 2006 h 10041"/>
                <a:gd name="connsiteX2" fmla="*/ 3506 w 10000"/>
                <a:gd name="connsiteY2" fmla="*/ 1 h 10041"/>
                <a:gd name="connsiteX3" fmla="*/ 6554 w 10000"/>
                <a:gd name="connsiteY3" fmla="*/ 1705 h 10041"/>
                <a:gd name="connsiteX4" fmla="*/ 9013 w 10000"/>
                <a:gd name="connsiteY4" fmla="*/ 2548 h 10041"/>
                <a:gd name="connsiteX5" fmla="*/ 9935 w 10000"/>
                <a:gd name="connsiteY5" fmla="*/ 6286 h 10041"/>
                <a:gd name="connsiteX6" fmla="*/ 7377 w 10000"/>
                <a:gd name="connsiteY6" fmla="*/ 9393 h 10041"/>
                <a:gd name="connsiteX7" fmla="*/ 4222 w 10000"/>
                <a:gd name="connsiteY7" fmla="*/ 9941 h 10041"/>
                <a:gd name="connsiteX8" fmla="*/ 1951 w 10000"/>
                <a:gd name="connsiteY8" fmla="*/ 7983 h 10041"/>
                <a:gd name="connsiteX9" fmla="*/ 652 w 10000"/>
                <a:gd name="connsiteY9" fmla="*/ 7520 h 10041"/>
                <a:gd name="connsiteX10" fmla="*/ 0 w 10000"/>
                <a:gd name="connsiteY10" fmla="*/ 4486 h 10041"/>
                <a:gd name="connsiteX0" fmla="*/ 0 w 10000"/>
                <a:gd name="connsiteY0" fmla="*/ 4486 h 10041"/>
                <a:gd name="connsiteX1" fmla="*/ 1210 w 10000"/>
                <a:gd name="connsiteY1" fmla="*/ 2006 h 10041"/>
                <a:gd name="connsiteX2" fmla="*/ 3506 w 10000"/>
                <a:gd name="connsiteY2" fmla="*/ 1 h 10041"/>
                <a:gd name="connsiteX3" fmla="*/ 6554 w 10000"/>
                <a:gd name="connsiteY3" fmla="*/ 1705 h 10041"/>
                <a:gd name="connsiteX4" fmla="*/ 9013 w 10000"/>
                <a:gd name="connsiteY4" fmla="*/ 2548 h 10041"/>
                <a:gd name="connsiteX5" fmla="*/ 9935 w 10000"/>
                <a:gd name="connsiteY5" fmla="*/ 6286 h 10041"/>
                <a:gd name="connsiteX6" fmla="*/ 7377 w 10000"/>
                <a:gd name="connsiteY6" fmla="*/ 9393 h 10041"/>
                <a:gd name="connsiteX7" fmla="*/ 4222 w 10000"/>
                <a:gd name="connsiteY7" fmla="*/ 9941 h 10041"/>
                <a:gd name="connsiteX8" fmla="*/ 1951 w 10000"/>
                <a:gd name="connsiteY8" fmla="*/ 7983 h 10041"/>
                <a:gd name="connsiteX9" fmla="*/ 652 w 10000"/>
                <a:gd name="connsiteY9" fmla="*/ 7520 h 10041"/>
                <a:gd name="connsiteX10" fmla="*/ 0 w 10000"/>
                <a:gd name="connsiteY10" fmla="*/ 4486 h 10041"/>
                <a:gd name="connsiteX0" fmla="*/ 0 w 10000"/>
                <a:gd name="connsiteY0" fmla="*/ 4486 h 10041"/>
                <a:gd name="connsiteX1" fmla="*/ 1210 w 10000"/>
                <a:gd name="connsiteY1" fmla="*/ 2006 h 10041"/>
                <a:gd name="connsiteX2" fmla="*/ 3506 w 10000"/>
                <a:gd name="connsiteY2" fmla="*/ 1 h 10041"/>
                <a:gd name="connsiteX3" fmla="*/ 6554 w 10000"/>
                <a:gd name="connsiteY3" fmla="*/ 1705 h 10041"/>
                <a:gd name="connsiteX4" fmla="*/ 9013 w 10000"/>
                <a:gd name="connsiteY4" fmla="*/ 2548 h 10041"/>
                <a:gd name="connsiteX5" fmla="*/ 9935 w 10000"/>
                <a:gd name="connsiteY5" fmla="*/ 6286 h 10041"/>
                <a:gd name="connsiteX6" fmla="*/ 7377 w 10000"/>
                <a:gd name="connsiteY6" fmla="*/ 9393 h 10041"/>
                <a:gd name="connsiteX7" fmla="*/ 4222 w 10000"/>
                <a:gd name="connsiteY7" fmla="*/ 9941 h 10041"/>
                <a:gd name="connsiteX8" fmla="*/ 1951 w 10000"/>
                <a:gd name="connsiteY8" fmla="*/ 7983 h 10041"/>
                <a:gd name="connsiteX9" fmla="*/ 652 w 10000"/>
                <a:gd name="connsiteY9" fmla="*/ 7520 h 10041"/>
                <a:gd name="connsiteX10" fmla="*/ 0 w 10000"/>
                <a:gd name="connsiteY10" fmla="*/ 4486 h 10041"/>
                <a:gd name="connsiteX0" fmla="*/ 0 w 10000"/>
                <a:gd name="connsiteY0" fmla="*/ 4486 h 10041"/>
                <a:gd name="connsiteX1" fmla="*/ 1210 w 10000"/>
                <a:gd name="connsiteY1" fmla="*/ 2006 h 10041"/>
                <a:gd name="connsiteX2" fmla="*/ 3506 w 10000"/>
                <a:gd name="connsiteY2" fmla="*/ 1 h 10041"/>
                <a:gd name="connsiteX3" fmla="*/ 6554 w 10000"/>
                <a:gd name="connsiteY3" fmla="*/ 1705 h 10041"/>
                <a:gd name="connsiteX4" fmla="*/ 9013 w 10000"/>
                <a:gd name="connsiteY4" fmla="*/ 2548 h 10041"/>
                <a:gd name="connsiteX5" fmla="*/ 9935 w 10000"/>
                <a:gd name="connsiteY5" fmla="*/ 6286 h 10041"/>
                <a:gd name="connsiteX6" fmla="*/ 7377 w 10000"/>
                <a:gd name="connsiteY6" fmla="*/ 9393 h 10041"/>
                <a:gd name="connsiteX7" fmla="*/ 4222 w 10000"/>
                <a:gd name="connsiteY7" fmla="*/ 9941 h 10041"/>
                <a:gd name="connsiteX8" fmla="*/ 1951 w 10000"/>
                <a:gd name="connsiteY8" fmla="*/ 7983 h 10041"/>
                <a:gd name="connsiteX9" fmla="*/ 652 w 10000"/>
                <a:gd name="connsiteY9" fmla="*/ 7520 h 10041"/>
                <a:gd name="connsiteX10" fmla="*/ 0 w 10000"/>
                <a:gd name="connsiteY10" fmla="*/ 4486 h 10041"/>
                <a:gd name="connsiteX0" fmla="*/ 0 w 10000"/>
                <a:gd name="connsiteY0" fmla="*/ 4486 h 10016"/>
                <a:gd name="connsiteX1" fmla="*/ 1210 w 10000"/>
                <a:gd name="connsiteY1" fmla="*/ 2006 h 10016"/>
                <a:gd name="connsiteX2" fmla="*/ 3506 w 10000"/>
                <a:gd name="connsiteY2" fmla="*/ 1 h 10016"/>
                <a:gd name="connsiteX3" fmla="*/ 6554 w 10000"/>
                <a:gd name="connsiteY3" fmla="*/ 1705 h 10016"/>
                <a:gd name="connsiteX4" fmla="*/ 9013 w 10000"/>
                <a:gd name="connsiteY4" fmla="*/ 2548 h 10016"/>
                <a:gd name="connsiteX5" fmla="*/ 9935 w 10000"/>
                <a:gd name="connsiteY5" fmla="*/ 6286 h 10016"/>
                <a:gd name="connsiteX6" fmla="*/ 7377 w 10000"/>
                <a:gd name="connsiteY6" fmla="*/ 9393 h 10016"/>
                <a:gd name="connsiteX7" fmla="*/ 4222 w 10000"/>
                <a:gd name="connsiteY7" fmla="*/ 9941 h 10016"/>
                <a:gd name="connsiteX8" fmla="*/ 2296 w 10000"/>
                <a:gd name="connsiteY8" fmla="*/ 8329 h 10016"/>
                <a:gd name="connsiteX9" fmla="*/ 652 w 10000"/>
                <a:gd name="connsiteY9" fmla="*/ 7520 h 10016"/>
                <a:gd name="connsiteX10" fmla="*/ 0 w 10000"/>
                <a:gd name="connsiteY10" fmla="*/ 4486 h 10016"/>
                <a:gd name="connsiteX0" fmla="*/ 0 w 10000"/>
                <a:gd name="connsiteY0" fmla="*/ 4486 h 10016"/>
                <a:gd name="connsiteX1" fmla="*/ 1210 w 10000"/>
                <a:gd name="connsiteY1" fmla="*/ 2006 h 10016"/>
                <a:gd name="connsiteX2" fmla="*/ 3506 w 10000"/>
                <a:gd name="connsiteY2" fmla="*/ 1 h 10016"/>
                <a:gd name="connsiteX3" fmla="*/ 6554 w 10000"/>
                <a:gd name="connsiteY3" fmla="*/ 1705 h 10016"/>
                <a:gd name="connsiteX4" fmla="*/ 9013 w 10000"/>
                <a:gd name="connsiteY4" fmla="*/ 2548 h 10016"/>
                <a:gd name="connsiteX5" fmla="*/ 9935 w 10000"/>
                <a:gd name="connsiteY5" fmla="*/ 6286 h 10016"/>
                <a:gd name="connsiteX6" fmla="*/ 7377 w 10000"/>
                <a:gd name="connsiteY6" fmla="*/ 9393 h 10016"/>
                <a:gd name="connsiteX7" fmla="*/ 4222 w 10000"/>
                <a:gd name="connsiteY7" fmla="*/ 9941 h 10016"/>
                <a:gd name="connsiteX8" fmla="*/ 2296 w 10000"/>
                <a:gd name="connsiteY8" fmla="*/ 8329 h 10016"/>
                <a:gd name="connsiteX9" fmla="*/ 652 w 10000"/>
                <a:gd name="connsiteY9" fmla="*/ 7520 h 10016"/>
                <a:gd name="connsiteX10" fmla="*/ 0 w 10000"/>
                <a:gd name="connsiteY10" fmla="*/ 4486 h 10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00" h="10016">
                  <a:moveTo>
                    <a:pt x="0" y="4486"/>
                  </a:moveTo>
                  <a:cubicBezTo>
                    <a:pt x="23" y="3587"/>
                    <a:pt x="627" y="2754"/>
                    <a:pt x="1210" y="2006"/>
                  </a:cubicBezTo>
                  <a:cubicBezTo>
                    <a:pt x="1794" y="1258"/>
                    <a:pt x="2615" y="51"/>
                    <a:pt x="3506" y="1"/>
                  </a:cubicBezTo>
                  <a:cubicBezTo>
                    <a:pt x="4396" y="-49"/>
                    <a:pt x="5636" y="1281"/>
                    <a:pt x="6554" y="1705"/>
                  </a:cubicBezTo>
                  <a:cubicBezTo>
                    <a:pt x="7473" y="2129"/>
                    <a:pt x="8449" y="1784"/>
                    <a:pt x="9013" y="2548"/>
                  </a:cubicBezTo>
                  <a:cubicBezTo>
                    <a:pt x="9577" y="3312"/>
                    <a:pt x="10207" y="5145"/>
                    <a:pt x="9935" y="6286"/>
                  </a:cubicBezTo>
                  <a:cubicBezTo>
                    <a:pt x="9662" y="7428"/>
                    <a:pt x="8329" y="8783"/>
                    <a:pt x="7377" y="9393"/>
                  </a:cubicBezTo>
                  <a:cubicBezTo>
                    <a:pt x="6425" y="10002"/>
                    <a:pt x="5069" y="10118"/>
                    <a:pt x="4222" y="9941"/>
                  </a:cubicBezTo>
                  <a:cubicBezTo>
                    <a:pt x="3375" y="9764"/>
                    <a:pt x="2767" y="8820"/>
                    <a:pt x="2296" y="8329"/>
                  </a:cubicBezTo>
                  <a:cubicBezTo>
                    <a:pt x="1825" y="7838"/>
                    <a:pt x="1035" y="8161"/>
                    <a:pt x="652" y="7520"/>
                  </a:cubicBezTo>
                  <a:cubicBezTo>
                    <a:pt x="269" y="6879"/>
                    <a:pt x="99" y="5188"/>
                    <a:pt x="0" y="448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1631D570-361B-0A4F-97D0-9A6BC12FB245}"/>
                </a:ext>
              </a:extLst>
            </p:cNvPr>
            <p:cNvCxnSpPr/>
            <p:nvPr/>
          </p:nvCxnSpPr>
          <p:spPr>
            <a:xfrm flipV="1">
              <a:off x="7988607" y="3775213"/>
              <a:ext cx="1203228" cy="660205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3CFA908F-632E-CA4F-8984-0B2DE97C4A0F}"/>
                </a:ext>
              </a:extLst>
            </p:cNvPr>
            <p:cNvCxnSpPr/>
            <p:nvPr/>
          </p:nvCxnSpPr>
          <p:spPr>
            <a:xfrm>
              <a:off x="7988607" y="4435418"/>
              <a:ext cx="1203228" cy="517808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32FBFAA0-0EE3-BB43-9152-4969B38C1A49}"/>
                </a:ext>
              </a:extLst>
            </p:cNvPr>
            <p:cNvCxnSpPr/>
            <p:nvPr/>
          </p:nvCxnSpPr>
          <p:spPr>
            <a:xfrm>
              <a:off x="8998012" y="3982336"/>
              <a:ext cx="319671" cy="828494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94E0B832-3FC5-574B-9F1E-BD22C743D1D6}"/>
                </a:ext>
              </a:extLst>
            </p:cNvPr>
            <p:cNvCxnSpPr/>
            <p:nvPr/>
          </p:nvCxnSpPr>
          <p:spPr>
            <a:xfrm>
              <a:off x="9268742" y="3917611"/>
              <a:ext cx="1307416" cy="271850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7861FF87-C6D9-EB4C-B9B8-43772439ACFF}"/>
                </a:ext>
              </a:extLst>
            </p:cNvPr>
            <p:cNvCxnSpPr/>
            <p:nvPr/>
          </p:nvCxnSpPr>
          <p:spPr>
            <a:xfrm flipV="1">
              <a:off x="9461009" y="4344802"/>
              <a:ext cx="1115149" cy="608426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</p:cxn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A353D82E-8FA0-F74A-85EB-A42A69F92293}"/>
                </a:ext>
              </a:extLst>
            </p:cNvPr>
            <p:cNvGrpSpPr/>
            <p:nvPr/>
          </p:nvGrpSpPr>
          <p:grpSpPr>
            <a:xfrm>
              <a:off x="10288073" y="4115087"/>
              <a:ext cx="753999" cy="373786"/>
              <a:chOff x="7493876" y="2774731"/>
              <a:chExt cx="1481958" cy="894622"/>
            </a:xfrm>
          </p:grpSpPr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295CCF8A-262B-154E-ACD3-3D59F4E8955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8A4983CB-966A-E34A-9835-7569FFD43B72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69" name="Group 168">
                <a:extLst>
                  <a:ext uri="{FF2B5EF4-FFF2-40B4-BE49-F238E27FC236}">
                    <a16:creationId xmlns:a16="http://schemas.microsoft.com/office/drawing/2014/main" id="{F3D8239B-E01B-8D4C-8B1A-79D3EE3F0132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70" name="Freeform 169">
                  <a:extLst>
                    <a:ext uri="{FF2B5EF4-FFF2-40B4-BE49-F238E27FC236}">
                      <a16:creationId xmlns:a16="http://schemas.microsoft.com/office/drawing/2014/main" id="{FF83420E-44BC-194B-9ED3-FE9DB736B0ED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1" name="Freeform 170">
                  <a:extLst>
                    <a:ext uri="{FF2B5EF4-FFF2-40B4-BE49-F238E27FC236}">
                      <a16:creationId xmlns:a16="http://schemas.microsoft.com/office/drawing/2014/main" id="{0039DC68-C120-8442-8133-04DCB027676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2" name="Freeform 171">
                  <a:extLst>
                    <a:ext uri="{FF2B5EF4-FFF2-40B4-BE49-F238E27FC236}">
                      <a16:creationId xmlns:a16="http://schemas.microsoft.com/office/drawing/2014/main" id="{86B0594D-D566-464E-84AD-60F69E34FE1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3" name="Freeform 172">
                  <a:extLst>
                    <a:ext uri="{FF2B5EF4-FFF2-40B4-BE49-F238E27FC236}">
                      <a16:creationId xmlns:a16="http://schemas.microsoft.com/office/drawing/2014/main" id="{96535EE5-5F15-9B47-9FA3-5462D1D6FF4A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D1794D50-2655-4143-ACDC-7B9CFFD28EFB}"/>
                </a:ext>
              </a:extLst>
            </p:cNvPr>
            <p:cNvGrpSpPr/>
            <p:nvPr/>
          </p:nvGrpSpPr>
          <p:grpSpPr>
            <a:xfrm>
              <a:off x="7988218" y="4212069"/>
              <a:ext cx="753999" cy="373786"/>
              <a:chOff x="7493876" y="2774731"/>
              <a:chExt cx="1481958" cy="894622"/>
            </a:xfrm>
          </p:grpSpPr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58FB7B2A-678F-9040-8CE2-202A5D74D9F1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50925578-96EF-A045-933D-24AC50637F65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62" name="Group 161">
                <a:extLst>
                  <a:ext uri="{FF2B5EF4-FFF2-40B4-BE49-F238E27FC236}">
                    <a16:creationId xmlns:a16="http://schemas.microsoft.com/office/drawing/2014/main" id="{5ACC5AD1-9C97-D644-ACEC-58FCE6231EF7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3" name="Freeform 162">
                  <a:extLst>
                    <a:ext uri="{FF2B5EF4-FFF2-40B4-BE49-F238E27FC236}">
                      <a16:creationId xmlns:a16="http://schemas.microsoft.com/office/drawing/2014/main" id="{06F669DD-6374-054C-96DB-43D4F0CF15B5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4" name="Freeform 163">
                  <a:extLst>
                    <a:ext uri="{FF2B5EF4-FFF2-40B4-BE49-F238E27FC236}">
                      <a16:creationId xmlns:a16="http://schemas.microsoft.com/office/drawing/2014/main" id="{5D9C6DF2-C338-9544-B84B-DB02CBE1E8B1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5" name="Freeform 164">
                  <a:extLst>
                    <a:ext uri="{FF2B5EF4-FFF2-40B4-BE49-F238E27FC236}">
                      <a16:creationId xmlns:a16="http://schemas.microsoft.com/office/drawing/2014/main" id="{FCCD833C-4225-454C-A629-302312E6CED8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6" name="Freeform 165">
                  <a:extLst>
                    <a:ext uri="{FF2B5EF4-FFF2-40B4-BE49-F238E27FC236}">
                      <a16:creationId xmlns:a16="http://schemas.microsoft.com/office/drawing/2014/main" id="{2DE50C89-24A0-8B4D-92C5-C55DFA736F10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3B48D140-AAB4-3A4F-B8B8-518AF7CF2C69}"/>
                </a:ext>
              </a:extLst>
            </p:cNvPr>
            <p:cNvGrpSpPr/>
            <p:nvPr/>
          </p:nvGrpSpPr>
          <p:grpSpPr>
            <a:xfrm>
              <a:off x="8971890" y="4738542"/>
              <a:ext cx="753999" cy="373786"/>
              <a:chOff x="7493876" y="2774731"/>
              <a:chExt cx="1481958" cy="894622"/>
            </a:xfrm>
          </p:grpSpPr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FE57807F-1447-D44F-B404-966015075C73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43982EE3-3449-C044-BD0D-7EC81F99F665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55" name="Group 154">
                <a:extLst>
                  <a:ext uri="{FF2B5EF4-FFF2-40B4-BE49-F238E27FC236}">
                    <a16:creationId xmlns:a16="http://schemas.microsoft.com/office/drawing/2014/main" id="{F97DEDA5-BA9C-A943-A3C1-4F4B817EB4F4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6" name="Freeform 155">
                  <a:extLst>
                    <a:ext uri="{FF2B5EF4-FFF2-40B4-BE49-F238E27FC236}">
                      <a16:creationId xmlns:a16="http://schemas.microsoft.com/office/drawing/2014/main" id="{61EADF13-F44B-2B43-AE78-D55E1114272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7" name="Freeform 156">
                  <a:extLst>
                    <a:ext uri="{FF2B5EF4-FFF2-40B4-BE49-F238E27FC236}">
                      <a16:creationId xmlns:a16="http://schemas.microsoft.com/office/drawing/2014/main" id="{2E5C14A0-91A6-AA42-839B-AD29DA604A21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8" name="Freeform 157">
                  <a:extLst>
                    <a:ext uri="{FF2B5EF4-FFF2-40B4-BE49-F238E27FC236}">
                      <a16:creationId xmlns:a16="http://schemas.microsoft.com/office/drawing/2014/main" id="{F1AF5CF0-5119-584D-81B5-A48CA73C5E14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9" name="Freeform 158">
                  <a:extLst>
                    <a:ext uri="{FF2B5EF4-FFF2-40B4-BE49-F238E27FC236}">
                      <a16:creationId xmlns:a16="http://schemas.microsoft.com/office/drawing/2014/main" id="{D38DA429-3201-3D46-B754-F37B6FE97457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5021D291-26C6-AF49-86BA-158481992C2F}"/>
                </a:ext>
              </a:extLst>
            </p:cNvPr>
            <p:cNvGrpSpPr/>
            <p:nvPr/>
          </p:nvGrpSpPr>
          <p:grpSpPr>
            <a:xfrm>
              <a:off x="8736362" y="3768724"/>
              <a:ext cx="753999" cy="373786"/>
              <a:chOff x="7493876" y="2774731"/>
              <a:chExt cx="1481958" cy="894622"/>
            </a:xfrm>
          </p:grpSpPr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E5938199-49B6-0D4A-B490-7D3711D704B0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21D43069-C751-2543-86B4-57B2E71B3BF3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89012458-7BC8-5F41-B066-C6EEBE266705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49" name="Freeform 148">
                  <a:extLst>
                    <a:ext uri="{FF2B5EF4-FFF2-40B4-BE49-F238E27FC236}">
                      <a16:creationId xmlns:a16="http://schemas.microsoft.com/office/drawing/2014/main" id="{C8E0D58E-F804-C844-8DA3-3B4F45236E2C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0" name="Freeform 149">
                  <a:extLst>
                    <a:ext uri="{FF2B5EF4-FFF2-40B4-BE49-F238E27FC236}">
                      <a16:creationId xmlns:a16="http://schemas.microsoft.com/office/drawing/2014/main" id="{B4B68733-8B68-FC45-B05B-1D541028D8F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1" name="Freeform 150">
                  <a:extLst>
                    <a:ext uri="{FF2B5EF4-FFF2-40B4-BE49-F238E27FC236}">
                      <a16:creationId xmlns:a16="http://schemas.microsoft.com/office/drawing/2014/main" id="{8592BC0A-4A10-094F-A09B-B3161A165614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2" name="Freeform 151">
                  <a:extLst>
                    <a:ext uri="{FF2B5EF4-FFF2-40B4-BE49-F238E27FC236}">
                      <a16:creationId xmlns:a16="http://schemas.microsoft.com/office/drawing/2014/main" id="{91BE8D3E-3653-6444-98C3-CB3C3D3F6ABA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42" name="Up-Down Arrow 141">
              <a:extLst>
                <a:ext uri="{FF2B5EF4-FFF2-40B4-BE49-F238E27FC236}">
                  <a16:creationId xmlns:a16="http://schemas.microsoft.com/office/drawing/2014/main" id="{7FF81446-291C-C947-8585-019F3F6E8813}"/>
                </a:ext>
              </a:extLst>
            </p:cNvPr>
            <p:cNvSpPr/>
            <p:nvPr/>
          </p:nvSpPr>
          <p:spPr>
            <a:xfrm rot="18842452">
              <a:off x="9773071" y="2749725"/>
              <a:ext cx="110632" cy="1621438"/>
            </a:xfrm>
            <a:prstGeom prst="upDownArrow">
              <a:avLst/>
            </a:prstGeom>
            <a:solidFill>
              <a:srgbClr val="CC0000">
                <a:alpha val="78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43" name="Up-Down Arrow 142">
              <a:extLst>
                <a:ext uri="{FF2B5EF4-FFF2-40B4-BE49-F238E27FC236}">
                  <a16:creationId xmlns:a16="http://schemas.microsoft.com/office/drawing/2014/main" id="{B95589CC-8F98-4C4F-8BA3-9B58BDC84044}"/>
                </a:ext>
              </a:extLst>
            </p:cNvPr>
            <p:cNvSpPr/>
            <p:nvPr/>
          </p:nvSpPr>
          <p:spPr>
            <a:xfrm rot="1544330">
              <a:off x="8498334" y="2913840"/>
              <a:ext cx="132567" cy="1340938"/>
            </a:xfrm>
            <a:prstGeom prst="upDownArrow">
              <a:avLst/>
            </a:prstGeom>
            <a:solidFill>
              <a:srgbClr val="CC0000">
                <a:alpha val="78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44" name="Up-Down Arrow 143">
              <a:extLst>
                <a:ext uri="{FF2B5EF4-FFF2-40B4-BE49-F238E27FC236}">
                  <a16:creationId xmlns:a16="http://schemas.microsoft.com/office/drawing/2014/main" id="{BE98B4E9-6553-B246-8910-F619C6ED59AE}"/>
                </a:ext>
              </a:extLst>
            </p:cNvPr>
            <p:cNvSpPr/>
            <p:nvPr/>
          </p:nvSpPr>
          <p:spPr>
            <a:xfrm>
              <a:off x="8891032" y="2979040"/>
              <a:ext cx="132567" cy="794393"/>
            </a:xfrm>
            <a:prstGeom prst="upDownArrow">
              <a:avLst/>
            </a:prstGeom>
            <a:solidFill>
              <a:srgbClr val="CC0000">
                <a:alpha val="78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45" name="Up-Down Arrow 144">
              <a:extLst>
                <a:ext uri="{FF2B5EF4-FFF2-40B4-BE49-F238E27FC236}">
                  <a16:creationId xmlns:a16="http://schemas.microsoft.com/office/drawing/2014/main" id="{A1AEE8AC-6840-3746-9F54-9B18D3E5C055}"/>
                </a:ext>
              </a:extLst>
            </p:cNvPr>
            <p:cNvSpPr/>
            <p:nvPr/>
          </p:nvSpPr>
          <p:spPr>
            <a:xfrm rot="21168731">
              <a:off x="9181573" y="2978458"/>
              <a:ext cx="132567" cy="1740801"/>
            </a:xfrm>
            <a:prstGeom prst="upDownArrow">
              <a:avLst/>
            </a:prstGeom>
            <a:solidFill>
              <a:srgbClr val="CC0000">
                <a:alpha val="78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2261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CD85E7-B9DB-9043-B7EC-8C0919E8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457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OpenFlow: </a:t>
            </a:r>
            <a:r>
              <a:rPr lang="en-US" dirty="0"/>
              <a:t>controller-to-switch messages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71119-17C6-6045-B8FE-FECA68C80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610955-4D70-5844-AF3C-17FCA079A4DB}"/>
              </a:ext>
            </a:extLst>
          </p:cNvPr>
          <p:cNvSpPr/>
          <p:nvPr/>
        </p:nvSpPr>
        <p:spPr>
          <a:xfrm>
            <a:off x="918575" y="1523276"/>
            <a:ext cx="6058423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0090"/>
                </a:solidFill>
              </a:rPr>
              <a:t>Key controller-to-switch messages</a:t>
            </a:r>
          </a:p>
          <a:p>
            <a:pPr marL="342900" indent="-280988">
              <a:buClr>
                <a:srgbClr val="0000A8"/>
              </a:buClr>
              <a:buFont typeface="Wingdings" pitchFamily="2" charset="2"/>
              <a:buChar char="§"/>
            </a:pPr>
            <a:r>
              <a:rPr lang="en-US" sz="2800" i="1" dirty="0">
                <a:solidFill>
                  <a:srgbClr val="CC0000"/>
                </a:solidFill>
              </a:rPr>
              <a:t>features: </a:t>
            </a:r>
            <a:r>
              <a:rPr lang="en-US" sz="2800" dirty="0"/>
              <a:t>controller queries switch features, switch replies</a:t>
            </a:r>
          </a:p>
          <a:p>
            <a:pPr marL="342900" indent="-280988">
              <a:buClr>
                <a:srgbClr val="0000A8"/>
              </a:buClr>
              <a:buFont typeface="Wingdings" pitchFamily="2" charset="2"/>
              <a:buChar char="§"/>
            </a:pPr>
            <a:r>
              <a:rPr lang="en-US" sz="2800" i="1" dirty="0">
                <a:solidFill>
                  <a:srgbClr val="CC0000"/>
                </a:solidFill>
              </a:rPr>
              <a:t>configure: </a:t>
            </a:r>
            <a:r>
              <a:rPr lang="en-US" sz="2800" dirty="0"/>
              <a:t>controller queries/sets switch configuration parameters</a:t>
            </a:r>
          </a:p>
          <a:p>
            <a:pPr marL="342900" indent="-280988">
              <a:buClr>
                <a:srgbClr val="0000A8"/>
              </a:buClr>
              <a:buFont typeface="Wingdings" pitchFamily="2" charset="2"/>
              <a:buChar char="§"/>
            </a:pPr>
            <a:r>
              <a:rPr lang="en-US" sz="2800" i="1" dirty="0">
                <a:solidFill>
                  <a:srgbClr val="CC0000"/>
                </a:solidFill>
              </a:rPr>
              <a:t>modify-state: </a:t>
            </a:r>
            <a:r>
              <a:rPr lang="en-US" sz="2800" dirty="0"/>
              <a:t>add, delete, modify flow entries in the OpenFlow tables</a:t>
            </a:r>
          </a:p>
          <a:p>
            <a:pPr marL="342900" indent="-280988">
              <a:buClr>
                <a:srgbClr val="0000A8"/>
              </a:buClr>
              <a:buFont typeface="Wingdings" pitchFamily="2" charset="2"/>
              <a:buChar char="§"/>
            </a:pPr>
            <a:r>
              <a:rPr lang="en-US" sz="2800" i="1" dirty="0">
                <a:solidFill>
                  <a:srgbClr val="CC0000"/>
                </a:solidFill>
              </a:rPr>
              <a:t>packet-out: </a:t>
            </a:r>
            <a:r>
              <a:rPr lang="en-US" sz="2800" dirty="0"/>
              <a:t>controller can send this packet out of specific switch port</a:t>
            </a:r>
          </a:p>
        </p:txBody>
      </p: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0113BED9-58BA-0E4C-982E-AE0EDD7B0E96}"/>
              </a:ext>
            </a:extLst>
          </p:cNvPr>
          <p:cNvGrpSpPr/>
          <p:nvPr/>
        </p:nvGrpSpPr>
        <p:grpSpPr>
          <a:xfrm>
            <a:off x="7839227" y="1446146"/>
            <a:ext cx="3616623" cy="3732173"/>
            <a:chOff x="7686822" y="1446146"/>
            <a:chExt cx="3616623" cy="3732173"/>
          </a:xfrm>
        </p:grpSpPr>
        <p:grpSp>
          <p:nvGrpSpPr>
            <p:cNvPr id="179" name="Group 950">
              <a:extLst>
                <a:ext uri="{FF2B5EF4-FFF2-40B4-BE49-F238E27FC236}">
                  <a16:creationId xmlns:a16="http://schemas.microsoft.com/office/drawing/2014/main" id="{C87BE356-E809-EF48-A80D-4A417DAFE4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11490" y="2119745"/>
              <a:ext cx="440889" cy="845230"/>
              <a:chOff x="4140" y="429"/>
              <a:chExt cx="1425" cy="2396"/>
            </a:xfrm>
          </p:grpSpPr>
          <p:sp>
            <p:nvSpPr>
              <p:cNvPr id="224" name="Freeform 951">
                <a:extLst>
                  <a:ext uri="{FF2B5EF4-FFF2-40B4-BE49-F238E27FC236}">
                    <a16:creationId xmlns:a16="http://schemas.microsoft.com/office/drawing/2014/main" id="{8B755082-0279-7A40-9C72-674AB2F7D5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5" name="Rectangle 952">
                <a:extLst>
                  <a:ext uri="{FF2B5EF4-FFF2-40B4-BE49-F238E27FC236}">
                    <a16:creationId xmlns:a16="http://schemas.microsoft.com/office/drawing/2014/main" id="{06E02BA7-5429-0541-8F8D-A4483DC7BE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6" name="Freeform 953">
                <a:extLst>
                  <a:ext uri="{FF2B5EF4-FFF2-40B4-BE49-F238E27FC236}">
                    <a16:creationId xmlns:a16="http://schemas.microsoft.com/office/drawing/2014/main" id="{B5F45512-74FD-D844-85E9-BD3B03BACE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7" name="Freeform 954">
                <a:extLst>
                  <a:ext uri="{FF2B5EF4-FFF2-40B4-BE49-F238E27FC236}">
                    <a16:creationId xmlns:a16="http://schemas.microsoft.com/office/drawing/2014/main" id="{D8C02203-D9C6-F34B-AC03-3C858C0800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8" name="Rectangle 955">
                <a:extLst>
                  <a:ext uri="{FF2B5EF4-FFF2-40B4-BE49-F238E27FC236}">
                    <a16:creationId xmlns:a16="http://schemas.microsoft.com/office/drawing/2014/main" id="{6F5DF8ED-356A-1F48-89F6-988C453DD7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229" name="Group 956">
                <a:extLst>
                  <a:ext uri="{FF2B5EF4-FFF2-40B4-BE49-F238E27FC236}">
                    <a16:creationId xmlns:a16="http://schemas.microsoft.com/office/drawing/2014/main" id="{5692F48A-AD68-9C40-A365-9BA8519139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54" name="AutoShape 957">
                  <a:extLst>
                    <a:ext uri="{FF2B5EF4-FFF2-40B4-BE49-F238E27FC236}">
                      <a16:creationId xmlns:a16="http://schemas.microsoft.com/office/drawing/2014/main" id="{02BFDCD0-FDDC-2947-BDE5-8CD4058533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55" name="AutoShape 958">
                  <a:extLst>
                    <a:ext uri="{FF2B5EF4-FFF2-40B4-BE49-F238E27FC236}">
                      <a16:creationId xmlns:a16="http://schemas.microsoft.com/office/drawing/2014/main" id="{5B2B27AD-5761-7540-842C-82291E43BE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230" name="Rectangle 959">
                <a:extLst>
                  <a:ext uri="{FF2B5EF4-FFF2-40B4-BE49-F238E27FC236}">
                    <a16:creationId xmlns:a16="http://schemas.microsoft.com/office/drawing/2014/main" id="{76391211-601A-8C4A-A897-DFF32EBD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231" name="Group 960">
                <a:extLst>
                  <a:ext uri="{FF2B5EF4-FFF2-40B4-BE49-F238E27FC236}">
                    <a16:creationId xmlns:a16="http://schemas.microsoft.com/office/drawing/2014/main" id="{4A898D0A-BA19-C241-A002-318AA4A734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52" name="AutoShape 961">
                  <a:extLst>
                    <a:ext uri="{FF2B5EF4-FFF2-40B4-BE49-F238E27FC236}">
                      <a16:creationId xmlns:a16="http://schemas.microsoft.com/office/drawing/2014/main" id="{DEC50F88-815B-C24E-A746-BF72E29A4B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53" name="AutoShape 962">
                  <a:extLst>
                    <a:ext uri="{FF2B5EF4-FFF2-40B4-BE49-F238E27FC236}">
                      <a16:creationId xmlns:a16="http://schemas.microsoft.com/office/drawing/2014/main" id="{5671BDCF-839B-8F47-8971-DA91198ACE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232" name="Rectangle 963">
                <a:extLst>
                  <a:ext uri="{FF2B5EF4-FFF2-40B4-BE49-F238E27FC236}">
                    <a16:creationId xmlns:a16="http://schemas.microsoft.com/office/drawing/2014/main" id="{B5952670-8B35-7A47-8424-CACDB8CA4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3" name="Rectangle 964">
                <a:extLst>
                  <a:ext uri="{FF2B5EF4-FFF2-40B4-BE49-F238E27FC236}">
                    <a16:creationId xmlns:a16="http://schemas.microsoft.com/office/drawing/2014/main" id="{4422A870-3BD1-D34E-8CDA-00C00B708A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234" name="Group 965">
                <a:extLst>
                  <a:ext uri="{FF2B5EF4-FFF2-40B4-BE49-F238E27FC236}">
                    <a16:creationId xmlns:a16="http://schemas.microsoft.com/office/drawing/2014/main" id="{7BD4432F-75CD-5A4E-8DAB-BC0C436775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50" name="AutoShape 966">
                  <a:extLst>
                    <a:ext uri="{FF2B5EF4-FFF2-40B4-BE49-F238E27FC236}">
                      <a16:creationId xmlns:a16="http://schemas.microsoft.com/office/drawing/2014/main" id="{C4C30E79-C938-2042-9CE7-B4778F899E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51" name="AutoShape 967">
                  <a:extLst>
                    <a:ext uri="{FF2B5EF4-FFF2-40B4-BE49-F238E27FC236}">
                      <a16:creationId xmlns:a16="http://schemas.microsoft.com/office/drawing/2014/main" id="{DC3F7F0B-6562-E448-8B3E-D4FEFDCED3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235" name="Freeform 968">
                <a:extLst>
                  <a:ext uri="{FF2B5EF4-FFF2-40B4-BE49-F238E27FC236}">
                    <a16:creationId xmlns:a16="http://schemas.microsoft.com/office/drawing/2014/main" id="{E28409B3-F332-2440-A29A-38392FADE5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236" name="Group 969">
                <a:extLst>
                  <a:ext uri="{FF2B5EF4-FFF2-40B4-BE49-F238E27FC236}">
                    <a16:creationId xmlns:a16="http://schemas.microsoft.com/office/drawing/2014/main" id="{1FF28CE3-79C0-BE4F-853E-9C567B0F5A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48" name="AutoShape 970">
                  <a:extLst>
                    <a:ext uri="{FF2B5EF4-FFF2-40B4-BE49-F238E27FC236}">
                      <a16:creationId xmlns:a16="http://schemas.microsoft.com/office/drawing/2014/main" id="{3AAB8674-EC1E-BE4D-8DB2-C08A9FA50A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49" name="AutoShape 971">
                  <a:extLst>
                    <a:ext uri="{FF2B5EF4-FFF2-40B4-BE49-F238E27FC236}">
                      <a16:creationId xmlns:a16="http://schemas.microsoft.com/office/drawing/2014/main" id="{A28B1EC1-8CC0-1744-813E-EA7223658E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237" name="Rectangle 972">
                <a:extLst>
                  <a:ext uri="{FF2B5EF4-FFF2-40B4-BE49-F238E27FC236}">
                    <a16:creationId xmlns:a16="http://schemas.microsoft.com/office/drawing/2014/main" id="{08FF9A56-98A2-4547-99BE-094F811ABF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8" name="Freeform 973">
                <a:extLst>
                  <a:ext uri="{FF2B5EF4-FFF2-40B4-BE49-F238E27FC236}">
                    <a16:creationId xmlns:a16="http://schemas.microsoft.com/office/drawing/2014/main" id="{7E8CEB32-B8AA-CB4E-85C5-D96A7437C0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9" name="Freeform 974">
                <a:extLst>
                  <a:ext uri="{FF2B5EF4-FFF2-40B4-BE49-F238E27FC236}">
                    <a16:creationId xmlns:a16="http://schemas.microsoft.com/office/drawing/2014/main" id="{63DD5A39-8435-7A4D-BE8A-4626DB36CA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40" name="Oval 975">
                <a:extLst>
                  <a:ext uri="{FF2B5EF4-FFF2-40B4-BE49-F238E27FC236}">
                    <a16:creationId xmlns:a16="http://schemas.microsoft.com/office/drawing/2014/main" id="{2F96D7D3-E797-7D4A-930E-A888E52C67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41" name="Freeform 976">
                <a:extLst>
                  <a:ext uri="{FF2B5EF4-FFF2-40B4-BE49-F238E27FC236}">
                    <a16:creationId xmlns:a16="http://schemas.microsoft.com/office/drawing/2014/main" id="{0AC0D9D6-FAB0-2149-AB34-1A7502AFDA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42" name="AutoShape 977">
                <a:extLst>
                  <a:ext uri="{FF2B5EF4-FFF2-40B4-BE49-F238E27FC236}">
                    <a16:creationId xmlns:a16="http://schemas.microsoft.com/office/drawing/2014/main" id="{2BB3F677-6C0A-9244-B2D3-C6578659C6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43" name="AutoShape 978">
                <a:extLst>
                  <a:ext uri="{FF2B5EF4-FFF2-40B4-BE49-F238E27FC236}">
                    <a16:creationId xmlns:a16="http://schemas.microsoft.com/office/drawing/2014/main" id="{9B575564-0643-C840-BEC1-EA0A874905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44" name="Oval 979">
                <a:extLst>
                  <a:ext uri="{FF2B5EF4-FFF2-40B4-BE49-F238E27FC236}">
                    <a16:creationId xmlns:a16="http://schemas.microsoft.com/office/drawing/2014/main" id="{42DAB0D6-0E47-E246-A457-039BA6634E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45" name="Oval 980">
                <a:extLst>
                  <a:ext uri="{FF2B5EF4-FFF2-40B4-BE49-F238E27FC236}">
                    <a16:creationId xmlns:a16="http://schemas.microsoft.com/office/drawing/2014/main" id="{26D69774-403D-214E-BF62-A85CBE6513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46" name="Oval 981">
                <a:extLst>
                  <a:ext uri="{FF2B5EF4-FFF2-40B4-BE49-F238E27FC236}">
                    <a16:creationId xmlns:a16="http://schemas.microsoft.com/office/drawing/2014/main" id="{26DC7522-3EF5-7241-AF1E-E415C56DD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47" name="Rectangle 982">
                <a:extLst>
                  <a:ext uri="{FF2B5EF4-FFF2-40B4-BE49-F238E27FC236}">
                    <a16:creationId xmlns:a16="http://schemas.microsoft.com/office/drawing/2014/main" id="{8DEF73AD-782C-4544-88F5-4A758E6606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pic>
          <p:nvPicPr>
            <p:cNvPr id="180" name="Picture 4">
              <a:extLst>
                <a:ext uri="{FF2B5EF4-FFF2-40B4-BE49-F238E27FC236}">
                  <a16:creationId xmlns:a16="http://schemas.microsoft.com/office/drawing/2014/main" id="{C1C7DF53-B6EC-4E47-9C75-9D5334D96A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1361" y="2246085"/>
              <a:ext cx="1629624" cy="431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9B6AB8F7-2F1B-B247-9F4F-49854BA9BB07}"/>
                </a:ext>
              </a:extLst>
            </p:cNvPr>
            <p:cNvSpPr txBox="1"/>
            <p:nvPr/>
          </p:nvSpPr>
          <p:spPr>
            <a:xfrm>
              <a:off x="7757772" y="1446146"/>
              <a:ext cx="32223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ea typeface="ＭＳ Ｐゴシック" charset="0"/>
                </a:rPr>
                <a:t>OpenFlow Controller</a:t>
              </a:r>
            </a:p>
          </p:txBody>
        </p:sp>
        <p:sp>
          <p:nvSpPr>
            <p:cNvPr id="182" name="Freeform 3">
              <a:extLst>
                <a:ext uri="{FF2B5EF4-FFF2-40B4-BE49-F238E27FC236}">
                  <a16:creationId xmlns:a16="http://schemas.microsoft.com/office/drawing/2014/main" id="{C2351F8B-C157-A844-9FBF-33F526E5C07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6822" y="3573747"/>
              <a:ext cx="3616623" cy="1604572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  <a:gd name="connsiteX0" fmla="*/ 0 w 9831"/>
                <a:gd name="connsiteY0" fmla="*/ 4265 h 9728"/>
                <a:gd name="connsiteX1" fmla="*/ 973 w 9831"/>
                <a:gd name="connsiteY1" fmla="*/ 2114 h 9728"/>
                <a:gd name="connsiteX2" fmla="*/ 2351 w 9831"/>
                <a:gd name="connsiteY2" fmla="*/ 84 h 9728"/>
                <a:gd name="connsiteX3" fmla="*/ 6893 w 9831"/>
                <a:gd name="connsiteY3" fmla="*/ 624 h 9728"/>
                <a:gd name="connsiteX4" fmla="*/ 8909 w 9831"/>
                <a:gd name="connsiteY4" fmla="*/ 2780 h 9728"/>
                <a:gd name="connsiteX5" fmla="*/ 9773 w 9831"/>
                <a:gd name="connsiteY5" fmla="*/ 6266 h 9728"/>
                <a:gd name="connsiteX6" fmla="*/ 7373 w 9831"/>
                <a:gd name="connsiteY6" fmla="*/ 9162 h 9728"/>
                <a:gd name="connsiteX7" fmla="*/ 4413 w 9831"/>
                <a:gd name="connsiteY7" fmla="*/ 9673 h 9728"/>
                <a:gd name="connsiteX8" fmla="*/ 2067 w 9831"/>
                <a:gd name="connsiteY8" fmla="*/ 9460 h 9728"/>
                <a:gd name="connsiteX9" fmla="*/ 453 w 9831"/>
                <a:gd name="connsiteY9" fmla="*/ 7416 h 9728"/>
                <a:gd name="connsiteX10" fmla="*/ 0 w 9831"/>
                <a:gd name="connsiteY10" fmla="*/ 4265 h 9728"/>
                <a:gd name="connsiteX0" fmla="*/ 0 w 10003"/>
                <a:gd name="connsiteY0" fmla="*/ 4299 h 9915"/>
                <a:gd name="connsiteX1" fmla="*/ 990 w 10003"/>
                <a:gd name="connsiteY1" fmla="*/ 2088 h 9915"/>
                <a:gd name="connsiteX2" fmla="*/ 2391 w 10003"/>
                <a:gd name="connsiteY2" fmla="*/ 1 h 9915"/>
                <a:gd name="connsiteX3" fmla="*/ 6715 w 10003"/>
                <a:gd name="connsiteY3" fmla="*/ 1965 h 9915"/>
                <a:gd name="connsiteX4" fmla="*/ 9062 w 10003"/>
                <a:gd name="connsiteY4" fmla="*/ 2773 h 9915"/>
                <a:gd name="connsiteX5" fmla="*/ 9941 w 10003"/>
                <a:gd name="connsiteY5" fmla="*/ 6356 h 9915"/>
                <a:gd name="connsiteX6" fmla="*/ 7500 w 10003"/>
                <a:gd name="connsiteY6" fmla="*/ 9333 h 9915"/>
                <a:gd name="connsiteX7" fmla="*/ 4489 w 10003"/>
                <a:gd name="connsiteY7" fmla="*/ 9858 h 9915"/>
                <a:gd name="connsiteX8" fmla="*/ 2103 w 10003"/>
                <a:gd name="connsiteY8" fmla="*/ 9640 h 9915"/>
                <a:gd name="connsiteX9" fmla="*/ 461 w 10003"/>
                <a:gd name="connsiteY9" fmla="*/ 7538 h 9915"/>
                <a:gd name="connsiteX10" fmla="*/ 0 w 10003"/>
                <a:gd name="connsiteY10" fmla="*/ 4299 h 9915"/>
                <a:gd name="connsiteX0" fmla="*/ 0 w 10000"/>
                <a:gd name="connsiteY0" fmla="*/ 4336 h 10000"/>
                <a:gd name="connsiteX1" fmla="*/ 990 w 10000"/>
                <a:gd name="connsiteY1" fmla="*/ 2106 h 10000"/>
                <a:gd name="connsiteX2" fmla="*/ 2390 w 10000"/>
                <a:gd name="connsiteY2" fmla="*/ 1 h 10000"/>
                <a:gd name="connsiteX3" fmla="*/ 6713 w 10000"/>
                <a:gd name="connsiteY3" fmla="*/ 1982 h 10000"/>
                <a:gd name="connsiteX4" fmla="*/ 9059 w 10000"/>
                <a:gd name="connsiteY4" fmla="*/ 2797 h 10000"/>
                <a:gd name="connsiteX5" fmla="*/ 9938 w 10000"/>
                <a:gd name="connsiteY5" fmla="*/ 6410 h 10000"/>
                <a:gd name="connsiteX6" fmla="*/ 7498 w 10000"/>
                <a:gd name="connsiteY6" fmla="*/ 9413 h 10000"/>
                <a:gd name="connsiteX7" fmla="*/ 4488 w 10000"/>
                <a:gd name="connsiteY7" fmla="*/ 9943 h 10000"/>
                <a:gd name="connsiteX8" fmla="*/ 2102 w 10000"/>
                <a:gd name="connsiteY8" fmla="*/ 9723 h 10000"/>
                <a:gd name="connsiteX9" fmla="*/ 461 w 10000"/>
                <a:gd name="connsiteY9" fmla="*/ 7603 h 10000"/>
                <a:gd name="connsiteX10" fmla="*/ 0 w 10000"/>
                <a:gd name="connsiteY10" fmla="*/ 4336 h 10000"/>
                <a:gd name="connsiteX0" fmla="*/ 0 w 10000"/>
                <a:gd name="connsiteY0" fmla="*/ 4336 h 10000"/>
                <a:gd name="connsiteX1" fmla="*/ 990 w 10000"/>
                <a:gd name="connsiteY1" fmla="*/ 2106 h 10000"/>
                <a:gd name="connsiteX2" fmla="*/ 2390 w 10000"/>
                <a:gd name="connsiteY2" fmla="*/ 1 h 10000"/>
                <a:gd name="connsiteX3" fmla="*/ 6713 w 10000"/>
                <a:gd name="connsiteY3" fmla="*/ 1982 h 10000"/>
                <a:gd name="connsiteX4" fmla="*/ 9059 w 10000"/>
                <a:gd name="connsiteY4" fmla="*/ 2797 h 10000"/>
                <a:gd name="connsiteX5" fmla="*/ 9938 w 10000"/>
                <a:gd name="connsiteY5" fmla="*/ 6410 h 10000"/>
                <a:gd name="connsiteX6" fmla="*/ 7498 w 10000"/>
                <a:gd name="connsiteY6" fmla="*/ 9413 h 10000"/>
                <a:gd name="connsiteX7" fmla="*/ 4488 w 10000"/>
                <a:gd name="connsiteY7" fmla="*/ 9943 h 10000"/>
                <a:gd name="connsiteX8" fmla="*/ 2102 w 10000"/>
                <a:gd name="connsiteY8" fmla="*/ 9723 h 10000"/>
                <a:gd name="connsiteX9" fmla="*/ 461 w 10000"/>
                <a:gd name="connsiteY9" fmla="*/ 7603 h 10000"/>
                <a:gd name="connsiteX10" fmla="*/ 0 w 10000"/>
                <a:gd name="connsiteY10" fmla="*/ 4336 h 10000"/>
                <a:gd name="connsiteX0" fmla="*/ 0 w 10000"/>
                <a:gd name="connsiteY0" fmla="*/ 4002 h 9666"/>
                <a:gd name="connsiteX1" fmla="*/ 990 w 10000"/>
                <a:gd name="connsiteY1" fmla="*/ 1772 h 9666"/>
                <a:gd name="connsiteX2" fmla="*/ 3804 w 10000"/>
                <a:gd name="connsiteY2" fmla="*/ 1 h 9666"/>
                <a:gd name="connsiteX3" fmla="*/ 6713 w 10000"/>
                <a:gd name="connsiteY3" fmla="*/ 1648 h 9666"/>
                <a:gd name="connsiteX4" fmla="*/ 9059 w 10000"/>
                <a:gd name="connsiteY4" fmla="*/ 2463 h 9666"/>
                <a:gd name="connsiteX5" fmla="*/ 9938 w 10000"/>
                <a:gd name="connsiteY5" fmla="*/ 6076 h 9666"/>
                <a:gd name="connsiteX6" fmla="*/ 7498 w 10000"/>
                <a:gd name="connsiteY6" fmla="*/ 9079 h 9666"/>
                <a:gd name="connsiteX7" fmla="*/ 4488 w 10000"/>
                <a:gd name="connsiteY7" fmla="*/ 9609 h 9666"/>
                <a:gd name="connsiteX8" fmla="*/ 2102 w 10000"/>
                <a:gd name="connsiteY8" fmla="*/ 9389 h 9666"/>
                <a:gd name="connsiteX9" fmla="*/ 461 w 10000"/>
                <a:gd name="connsiteY9" fmla="*/ 7269 h 9666"/>
                <a:gd name="connsiteX10" fmla="*/ 0 w 10000"/>
                <a:gd name="connsiteY10" fmla="*/ 4002 h 9666"/>
                <a:gd name="connsiteX0" fmla="*/ 103 w 9643"/>
                <a:gd name="connsiteY0" fmla="*/ 4486 h 10000"/>
                <a:gd name="connsiteX1" fmla="*/ 633 w 9643"/>
                <a:gd name="connsiteY1" fmla="*/ 1833 h 10000"/>
                <a:gd name="connsiteX2" fmla="*/ 3447 w 9643"/>
                <a:gd name="connsiteY2" fmla="*/ 1 h 10000"/>
                <a:gd name="connsiteX3" fmla="*/ 6356 w 9643"/>
                <a:gd name="connsiteY3" fmla="*/ 1705 h 10000"/>
                <a:gd name="connsiteX4" fmla="*/ 8702 w 9643"/>
                <a:gd name="connsiteY4" fmla="*/ 2548 h 10000"/>
                <a:gd name="connsiteX5" fmla="*/ 9581 w 9643"/>
                <a:gd name="connsiteY5" fmla="*/ 6286 h 10000"/>
                <a:gd name="connsiteX6" fmla="*/ 7141 w 9643"/>
                <a:gd name="connsiteY6" fmla="*/ 9393 h 10000"/>
                <a:gd name="connsiteX7" fmla="*/ 4131 w 9643"/>
                <a:gd name="connsiteY7" fmla="*/ 9941 h 10000"/>
                <a:gd name="connsiteX8" fmla="*/ 1745 w 9643"/>
                <a:gd name="connsiteY8" fmla="*/ 9713 h 10000"/>
                <a:gd name="connsiteX9" fmla="*/ 104 w 9643"/>
                <a:gd name="connsiteY9" fmla="*/ 7520 h 10000"/>
                <a:gd name="connsiteX10" fmla="*/ 103 w 9643"/>
                <a:gd name="connsiteY10" fmla="*/ 4486 h 10000"/>
                <a:gd name="connsiteX0" fmla="*/ 107 w 10000"/>
                <a:gd name="connsiteY0" fmla="*/ 4486 h 10000"/>
                <a:gd name="connsiteX1" fmla="*/ 1304 w 10000"/>
                <a:gd name="connsiteY1" fmla="*/ 2006 h 10000"/>
                <a:gd name="connsiteX2" fmla="*/ 3575 w 10000"/>
                <a:gd name="connsiteY2" fmla="*/ 1 h 10000"/>
                <a:gd name="connsiteX3" fmla="*/ 6591 w 10000"/>
                <a:gd name="connsiteY3" fmla="*/ 1705 h 10000"/>
                <a:gd name="connsiteX4" fmla="*/ 9024 w 10000"/>
                <a:gd name="connsiteY4" fmla="*/ 2548 h 10000"/>
                <a:gd name="connsiteX5" fmla="*/ 9936 w 10000"/>
                <a:gd name="connsiteY5" fmla="*/ 6286 h 10000"/>
                <a:gd name="connsiteX6" fmla="*/ 7405 w 10000"/>
                <a:gd name="connsiteY6" fmla="*/ 9393 h 10000"/>
                <a:gd name="connsiteX7" fmla="*/ 4284 w 10000"/>
                <a:gd name="connsiteY7" fmla="*/ 9941 h 10000"/>
                <a:gd name="connsiteX8" fmla="*/ 1810 w 10000"/>
                <a:gd name="connsiteY8" fmla="*/ 9713 h 10000"/>
                <a:gd name="connsiteX9" fmla="*/ 108 w 10000"/>
                <a:gd name="connsiteY9" fmla="*/ 7520 h 10000"/>
                <a:gd name="connsiteX10" fmla="*/ 107 w 10000"/>
                <a:gd name="connsiteY10" fmla="*/ 4486 h 10000"/>
                <a:gd name="connsiteX0" fmla="*/ 0 w 9893"/>
                <a:gd name="connsiteY0" fmla="*/ 4486 h 10000"/>
                <a:gd name="connsiteX1" fmla="*/ 1197 w 9893"/>
                <a:gd name="connsiteY1" fmla="*/ 2006 h 10000"/>
                <a:gd name="connsiteX2" fmla="*/ 3468 w 9893"/>
                <a:gd name="connsiteY2" fmla="*/ 1 h 10000"/>
                <a:gd name="connsiteX3" fmla="*/ 6484 w 9893"/>
                <a:gd name="connsiteY3" fmla="*/ 1705 h 10000"/>
                <a:gd name="connsiteX4" fmla="*/ 8917 w 9893"/>
                <a:gd name="connsiteY4" fmla="*/ 2548 h 10000"/>
                <a:gd name="connsiteX5" fmla="*/ 9829 w 9893"/>
                <a:gd name="connsiteY5" fmla="*/ 6286 h 10000"/>
                <a:gd name="connsiteX6" fmla="*/ 7298 w 9893"/>
                <a:gd name="connsiteY6" fmla="*/ 9393 h 10000"/>
                <a:gd name="connsiteX7" fmla="*/ 4177 w 9893"/>
                <a:gd name="connsiteY7" fmla="*/ 9941 h 10000"/>
                <a:gd name="connsiteX8" fmla="*/ 1703 w 9893"/>
                <a:gd name="connsiteY8" fmla="*/ 9713 h 10000"/>
                <a:gd name="connsiteX9" fmla="*/ 645 w 9893"/>
                <a:gd name="connsiteY9" fmla="*/ 7520 h 10000"/>
                <a:gd name="connsiteX10" fmla="*/ 0 w 9893"/>
                <a:gd name="connsiteY10" fmla="*/ 4486 h 10000"/>
                <a:gd name="connsiteX0" fmla="*/ 0 w 10000"/>
                <a:gd name="connsiteY0" fmla="*/ 4486 h 10041"/>
                <a:gd name="connsiteX1" fmla="*/ 1210 w 10000"/>
                <a:gd name="connsiteY1" fmla="*/ 2006 h 10041"/>
                <a:gd name="connsiteX2" fmla="*/ 3506 w 10000"/>
                <a:gd name="connsiteY2" fmla="*/ 1 h 10041"/>
                <a:gd name="connsiteX3" fmla="*/ 6554 w 10000"/>
                <a:gd name="connsiteY3" fmla="*/ 1705 h 10041"/>
                <a:gd name="connsiteX4" fmla="*/ 9013 w 10000"/>
                <a:gd name="connsiteY4" fmla="*/ 2548 h 10041"/>
                <a:gd name="connsiteX5" fmla="*/ 9935 w 10000"/>
                <a:gd name="connsiteY5" fmla="*/ 6286 h 10041"/>
                <a:gd name="connsiteX6" fmla="*/ 7377 w 10000"/>
                <a:gd name="connsiteY6" fmla="*/ 9393 h 10041"/>
                <a:gd name="connsiteX7" fmla="*/ 4222 w 10000"/>
                <a:gd name="connsiteY7" fmla="*/ 9941 h 10041"/>
                <a:gd name="connsiteX8" fmla="*/ 1951 w 10000"/>
                <a:gd name="connsiteY8" fmla="*/ 7983 h 10041"/>
                <a:gd name="connsiteX9" fmla="*/ 652 w 10000"/>
                <a:gd name="connsiteY9" fmla="*/ 7520 h 10041"/>
                <a:gd name="connsiteX10" fmla="*/ 0 w 10000"/>
                <a:gd name="connsiteY10" fmla="*/ 4486 h 10041"/>
                <a:gd name="connsiteX0" fmla="*/ 0 w 10000"/>
                <a:gd name="connsiteY0" fmla="*/ 4486 h 10041"/>
                <a:gd name="connsiteX1" fmla="*/ 1210 w 10000"/>
                <a:gd name="connsiteY1" fmla="*/ 2006 h 10041"/>
                <a:gd name="connsiteX2" fmla="*/ 3506 w 10000"/>
                <a:gd name="connsiteY2" fmla="*/ 1 h 10041"/>
                <a:gd name="connsiteX3" fmla="*/ 6554 w 10000"/>
                <a:gd name="connsiteY3" fmla="*/ 1705 h 10041"/>
                <a:gd name="connsiteX4" fmla="*/ 9013 w 10000"/>
                <a:gd name="connsiteY4" fmla="*/ 2548 h 10041"/>
                <a:gd name="connsiteX5" fmla="*/ 9935 w 10000"/>
                <a:gd name="connsiteY5" fmla="*/ 6286 h 10041"/>
                <a:gd name="connsiteX6" fmla="*/ 7377 w 10000"/>
                <a:gd name="connsiteY6" fmla="*/ 9393 h 10041"/>
                <a:gd name="connsiteX7" fmla="*/ 4222 w 10000"/>
                <a:gd name="connsiteY7" fmla="*/ 9941 h 10041"/>
                <a:gd name="connsiteX8" fmla="*/ 1951 w 10000"/>
                <a:gd name="connsiteY8" fmla="*/ 7983 h 10041"/>
                <a:gd name="connsiteX9" fmla="*/ 652 w 10000"/>
                <a:gd name="connsiteY9" fmla="*/ 7520 h 10041"/>
                <a:gd name="connsiteX10" fmla="*/ 0 w 10000"/>
                <a:gd name="connsiteY10" fmla="*/ 4486 h 10041"/>
                <a:gd name="connsiteX0" fmla="*/ 0 w 10000"/>
                <a:gd name="connsiteY0" fmla="*/ 4486 h 10041"/>
                <a:gd name="connsiteX1" fmla="*/ 1210 w 10000"/>
                <a:gd name="connsiteY1" fmla="*/ 2006 h 10041"/>
                <a:gd name="connsiteX2" fmla="*/ 3506 w 10000"/>
                <a:gd name="connsiteY2" fmla="*/ 1 h 10041"/>
                <a:gd name="connsiteX3" fmla="*/ 6554 w 10000"/>
                <a:gd name="connsiteY3" fmla="*/ 1705 h 10041"/>
                <a:gd name="connsiteX4" fmla="*/ 9013 w 10000"/>
                <a:gd name="connsiteY4" fmla="*/ 2548 h 10041"/>
                <a:gd name="connsiteX5" fmla="*/ 9935 w 10000"/>
                <a:gd name="connsiteY5" fmla="*/ 6286 h 10041"/>
                <a:gd name="connsiteX6" fmla="*/ 7377 w 10000"/>
                <a:gd name="connsiteY6" fmla="*/ 9393 h 10041"/>
                <a:gd name="connsiteX7" fmla="*/ 4222 w 10000"/>
                <a:gd name="connsiteY7" fmla="*/ 9941 h 10041"/>
                <a:gd name="connsiteX8" fmla="*/ 1951 w 10000"/>
                <a:gd name="connsiteY8" fmla="*/ 7983 h 10041"/>
                <a:gd name="connsiteX9" fmla="*/ 652 w 10000"/>
                <a:gd name="connsiteY9" fmla="*/ 7520 h 10041"/>
                <a:gd name="connsiteX10" fmla="*/ 0 w 10000"/>
                <a:gd name="connsiteY10" fmla="*/ 4486 h 10041"/>
                <a:gd name="connsiteX0" fmla="*/ 0 w 10000"/>
                <a:gd name="connsiteY0" fmla="*/ 4486 h 10041"/>
                <a:gd name="connsiteX1" fmla="*/ 1210 w 10000"/>
                <a:gd name="connsiteY1" fmla="*/ 2006 h 10041"/>
                <a:gd name="connsiteX2" fmla="*/ 3506 w 10000"/>
                <a:gd name="connsiteY2" fmla="*/ 1 h 10041"/>
                <a:gd name="connsiteX3" fmla="*/ 6554 w 10000"/>
                <a:gd name="connsiteY3" fmla="*/ 1705 h 10041"/>
                <a:gd name="connsiteX4" fmla="*/ 9013 w 10000"/>
                <a:gd name="connsiteY4" fmla="*/ 2548 h 10041"/>
                <a:gd name="connsiteX5" fmla="*/ 9935 w 10000"/>
                <a:gd name="connsiteY5" fmla="*/ 6286 h 10041"/>
                <a:gd name="connsiteX6" fmla="*/ 7377 w 10000"/>
                <a:gd name="connsiteY6" fmla="*/ 9393 h 10041"/>
                <a:gd name="connsiteX7" fmla="*/ 4222 w 10000"/>
                <a:gd name="connsiteY7" fmla="*/ 9941 h 10041"/>
                <a:gd name="connsiteX8" fmla="*/ 1951 w 10000"/>
                <a:gd name="connsiteY8" fmla="*/ 7983 h 10041"/>
                <a:gd name="connsiteX9" fmla="*/ 652 w 10000"/>
                <a:gd name="connsiteY9" fmla="*/ 7520 h 10041"/>
                <a:gd name="connsiteX10" fmla="*/ 0 w 10000"/>
                <a:gd name="connsiteY10" fmla="*/ 4486 h 10041"/>
                <a:gd name="connsiteX0" fmla="*/ 0 w 10000"/>
                <a:gd name="connsiteY0" fmla="*/ 4486 h 10016"/>
                <a:gd name="connsiteX1" fmla="*/ 1210 w 10000"/>
                <a:gd name="connsiteY1" fmla="*/ 2006 h 10016"/>
                <a:gd name="connsiteX2" fmla="*/ 3506 w 10000"/>
                <a:gd name="connsiteY2" fmla="*/ 1 h 10016"/>
                <a:gd name="connsiteX3" fmla="*/ 6554 w 10000"/>
                <a:gd name="connsiteY3" fmla="*/ 1705 h 10016"/>
                <a:gd name="connsiteX4" fmla="*/ 9013 w 10000"/>
                <a:gd name="connsiteY4" fmla="*/ 2548 h 10016"/>
                <a:gd name="connsiteX5" fmla="*/ 9935 w 10000"/>
                <a:gd name="connsiteY5" fmla="*/ 6286 h 10016"/>
                <a:gd name="connsiteX6" fmla="*/ 7377 w 10000"/>
                <a:gd name="connsiteY6" fmla="*/ 9393 h 10016"/>
                <a:gd name="connsiteX7" fmla="*/ 4222 w 10000"/>
                <a:gd name="connsiteY7" fmla="*/ 9941 h 10016"/>
                <a:gd name="connsiteX8" fmla="*/ 2296 w 10000"/>
                <a:gd name="connsiteY8" fmla="*/ 8329 h 10016"/>
                <a:gd name="connsiteX9" fmla="*/ 652 w 10000"/>
                <a:gd name="connsiteY9" fmla="*/ 7520 h 10016"/>
                <a:gd name="connsiteX10" fmla="*/ 0 w 10000"/>
                <a:gd name="connsiteY10" fmla="*/ 4486 h 10016"/>
                <a:gd name="connsiteX0" fmla="*/ 0 w 10000"/>
                <a:gd name="connsiteY0" fmla="*/ 4486 h 10016"/>
                <a:gd name="connsiteX1" fmla="*/ 1210 w 10000"/>
                <a:gd name="connsiteY1" fmla="*/ 2006 h 10016"/>
                <a:gd name="connsiteX2" fmla="*/ 3506 w 10000"/>
                <a:gd name="connsiteY2" fmla="*/ 1 h 10016"/>
                <a:gd name="connsiteX3" fmla="*/ 6554 w 10000"/>
                <a:gd name="connsiteY3" fmla="*/ 1705 h 10016"/>
                <a:gd name="connsiteX4" fmla="*/ 9013 w 10000"/>
                <a:gd name="connsiteY4" fmla="*/ 2548 h 10016"/>
                <a:gd name="connsiteX5" fmla="*/ 9935 w 10000"/>
                <a:gd name="connsiteY5" fmla="*/ 6286 h 10016"/>
                <a:gd name="connsiteX6" fmla="*/ 7377 w 10000"/>
                <a:gd name="connsiteY6" fmla="*/ 9393 h 10016"/>
                <a:gd name="connsiteX7" fmla="*/ 4222 w 10000"/>
                <a:gd name="connsiteY7" fmla="*/ 9941 h 10016"/>
                <a:gd name="connsiteX8" fmla="*/ 2296 w 10000"/>
                <a:gd name="connsiteY8" fmla="*/ 8329 h 10016"/>
                <a:gd name="connsiteX9" fmla="*/ 652 w 10000"/>
                <a:gd name="connsiteY9" fmla="*/ 7520 h 10016"/>
                <a:gd name="connsiteX10" fmla="*/ 0 w 10000"/>
                <a:gd name="connsiteY10" fmla="*/ 4486 h 10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00" h="10016">
                  <a:moveTo>
                    <a:pt x="0" y="4486"/>
                  </a:moveTo>
                  <a:cubicBezTo>
                    <a:pt x="23" y="3587"/>
                    <a:pt x="627" y="2754"/>
                    <a:pt x="1210" y="2006"/>
                  </a:cubicBezTo>
                  <a:cubicBezTo>
                    <a:pt x="1794" y="1258"/>
                    <a:pt x="2615" y="51"/>
                    <a:pt x="3506" y="1"/>
                  </a:cubicBezTo>
                  <a:cubicBezTo>
                    <a:pt x="4396" y="-49"/>
                    <a:pt x="5636" y="1281"/>
                    <a:pt x="6554" y="1705"/>
                  </a:cubicBezTo>
                  <a:cubicBezTo>
                    <a:pt x="7473" y="2129"/>
                    <a:pt x="8449" y="1784"/>
                    <a:pt x="9013" y="2548"/>
                  </a:cubicBezTo>
                  <a:cubicBezTo>
                    <a:pt x="9577" y="3312"/>
                    <a:pt x="10207" y="5145"/>
                    <a:pt x="9935" y="6286"/>
                  </a:cubicBezTo>
                  <a:cubicBezTo>
                    <a:pt x="9662" y="7428"/>
                    <a:pt x="8329" y="8783"/>
                    <a:pt x="7377" y="9393"/>
                  </a:cubicBezTo>
                  <a:cubicBezTo>
                    <a:pt x="6425" y="10002"/>
                    <a:pt x="5069" y="10118"/>
                    <a:pt x="4222" y="9941"/>
                  </a:cubicBezTo>
                  <a:cubicBezTo>
                    <a:pt x="3375" y="9764"/>
                    <a:pt x="2767" y="8820"/>
                    <a:pt x="2296" y="8329"/>
                  </a:cubicBezTo>
                  <a:cubicBezTo>
                    <a:pt x="1825" y="7838"/>
                    <a:pt x="1035" y="8161"/>
                    <a:pt x="652" y="7520"/>
                  </a:cubicBezTo>
                  <a:cubicBezTo>
                    <a:pt x="269" y="6879"/>
                    <a:pt x="99" y="5188"/>
                    <a:pt x="0" y="448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4F9DD47E-E6C7-254B-9D7A-8386B96CFBA3}"/>
                </a:ext>
              </a:extLst>
            </p:cNvPr>
            <p:cNvCxnSpPr/>
            <p:nvPr/>
          </p:nvCxnSpPr>
          <p:spPr>
            <a:xfrm flipV="1">
              <a:off x="7988607" y="3775213"/>
              <a:ext cx="1203228" cy="660205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63CDEDC8-E645-5647-87E8-71F346110444}"/>
                </a:ext>
              </a:extLst>
            </p:cNvPr>
            <p:cNvCxnSpPr/>
            <p:nvPr/>
          </p:nvCxnSpPr>
          <p:spPr>
            <a:xfrm>
              <a:off x="7988607" y="4435418"/>
              <a:ext cx="1203228" cy="517808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3C4CA3CC-7C14-9C43-9C88-18B3AC78DF59}"/>
                </a:ext>
              </a:extLst>
            </p:cNvPr>
            <p:cNvCxnSpPr/>
            <p:nvPr/>
          </p:nvCxnSpPr>
          <p:spPr>
            <a:xfrm>
              <a:off x="8998012" y="3982336"/>
              <a:ext cx="319671" cy="828494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88CC3EBD-E425-184C-894C-EAB5273767D9}"/>
                </a:ext>
              </a:extLst>
            </p:cNvPr>
            <p:cNvCxnSpPr/>
            <p:nvPr/>
          </p:nvCxnSpPr>
          <p:spPr>
            <a:xfrm>
              <a:off x="9268742" y="3917611"/>
              <a:ext cx="1307416" cy="271850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FEF48E80-646F-7F47-A7F6-ED0682948DB1}"/>
                </a:ext>
              </a:extLst>
            </p:cNvPr>
            <p:cNvCxnSpPr/>
            <p:nvPr/>
          </p:nvCxnSpPr>
          <p:spPr>
            <a:xfrm flipV="1">
              <a:off x="9461009" y="4344802"/>
              <a:ext cx="1115149" cy="608426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</p:cxn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0C804D6D-5E6C-524E-BD9D-63A040FEC0E8}"/>
                </a:ext>
              </a:extLst>
            </p:cNvPr>
            <p:cNvGrpSpPr/>
            <p:nvPr/>
          </p:nvGrpSpPr>
          <p:grpSpPr>
            <a:xfrm>
              <a:off x="10288073" y="4115087"/>
              <a:ext cx="753999" cy="373786"/>
              <a:chOff x="7493876" y="2774731"/>
              <a:chExt cx="1481958" cy="894622"/>
            </a:xfrm>
          </p:grpSpPr>
          <p:sp>
            <p:nvSpPr>
              <p:cNvPr id="217" name="Freeform 216">
                <a:extLst>
                  <a:ext uri="{FF2B5EF4-FFF2-40B4-BE49-F238E27FC236}">
                    <a16:creationId xmlns:a16="http://schemas.microsoft.com/office/drawing/2014/main" id="{1AEAF277-EC15-C74A-A897-429ECC402C31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18" name="Oval 217">
                <a:extLst>
                  <a:ext uri="{FF2B5EF4-FFF2-40B4-BE49-F238E27FC236}">
                    <a16:creationId xmlns:a16="http://schemas.microsoft.com/office/drawing/2014/main" id="{2A985C30-AA68-A449-AE2D-96537804B421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19" name="Group 218">
                <a:extLst>
                  <a:ext uri="{FF2B5EF4-FFF2-40B4-BE49-F238E27FC236}">
                    <a16:creationId xmlns:a16="http://schemas.microsoft.com/office/drawing/2014/main" id="{24F1D6E1-F974-6F44-8BEC-75356C5B094E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20" name="Freeform 219">
                  <a:extLst>
                    <a:ext uri="{FF2B5EF4-FFF2-40B4-BE49-F238E27FC236}">
                      <a16:creationId xmlns:a16="http://schemas.microsoft.com/office/drawing/2014/main" id="{D2D2DF33-027B-624E-9924-24F57D13560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1" name="Freeform 220">
                  <a:extLst>
                    <a:ext uri="{FF2B5EF4-FFF2-40B4-BE49-F238E27FC236}">
                      <a16:creationId xmlns:a16="http://schemas.microsoft.com/office/drawing/2014/main" id="{FD076409-B5DE-A74C-BF70-A33601526BB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2" name="Freeform 221">
                  <a:extLst>
                    <a:ext uri="{FF2B5EF4-FFF2-40B4-BE49-F238E27FC236}">
                      <a16:creationId xmlns:a16="http://schemas.microsoft.com/office/drawing/2014/main" id="{E72E3A76-24C6-EC4C-8E11-1C51A153027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3" name="Freeform 222">
                  <a:extLst>
                    <a:ext uri="{FF2B5EF4-FFF2-40B4-BE49-F238E27FC236}">
                      <a16:creationId xmlns:a16="http://schemas.microsoft.com/office/drawing/2014/main" id="{49634892-5A40-3442-A58E-C4B4759475C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B6461273-4C3C-0849-8B76-2FDBB4CC2A8B}"/>
                </a:ext>
              </a:extLst>
            </p:cNvPr>
            <p:cNvGrpSpPr/>
            <p:nvPr/>
          </p:nvGrpSpPr>
          <p:grpSpPr>
            <a:xfrm>
              <a:off x="7988218" y="4212069"/>
              <a:ext cx="753999" cy="373786"/>
              <a:chOff x="7493876" y="2774731"/>
              <a:chExt cx="1481958" cy="894622"/>
            </a:xfrm>
          </p:grpSpPr>
          <p:sp>
            <p:nvSpPr>
              <p:cNvPr id="210" name="Freeform 209">
                <a:extLst>
                  <a:ext uri="{FF2B5EF4-FFF2-40B4-BE49-F238E27FC236}">
                    <a16:creationId xmlns:a16="http://schemas.microsoft.com/office/drawing/2014/main" id="{0B58449A-7556-5A49-A023-3F0D33B630A8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8186502C-C7FD-5E47-ACE6-24FC52D26CA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12" name="Group 211">
                <a:extLst>
                  <a:ext uri="{FF2B5EF4-FFF2-40B4-BE49-F238E27FC236}">
                    <a16:creationId xmlns:a16="http://schemas.microsoft.com/office/drawing/2014/main" id="{826D19B7-26A5-6F41-8DE5-1C7D29CC3B5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13" name="Freeform 212">
                  <a:extLst>
                    <a:ext uri="{FF2B5EF4-FFF2-40B4-BE49-F238E27FC236}">
                      <a16:creationId xmlns:a16="http://schemas.microsoft.com/office/drawing/2014/main" id="{8AFF7ABF-7E52-BA4F-B603-86430FC57D6F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" name="Freeform 213">
                  <a:extLst>
                    <a:ext uri="{FF2B5EF4-FFF2-40B4-BE49-F238E27FC236}">
                      <a16:creationId xmlns:a16="http://schemas.microsoft.com/office/drawing/2014/main" id="{990D02A4-17F1-4148-A484-7A3E4098F2B8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" name="Freeform 214">
                  <a:extLst>
                    <a:ext uri="{FF2B5EF4-FFF2-40B4-BE49-F238E27FC236}">
                      <a16:creationId xmlns:a16="http://schemas.microsoft.com/office/drawing/2014/main" id="{C9431E55-EC7D-724C-BFA7-F051A9194A8C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6" name="Freeform 215">
                  <a:extLst>
                    <a:ext uri="{FF2B5EF4-FFF2-40B4-BE49-F238E27FC236}">
                      <a16:creationId xmlns:a16="http://schemas.microsoft.com/office/drawing/2014/main" id="{AE2A32CC-B405-C94F-84DA-694071AE6CFB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A76B67DA-7126-4047-8481-D05777A4AF59}"/>
                </a:ext>
              </a:extLst>
            </p:cNvPr>
            <p:cNvGrpSpPr/>
            <p:nvPr/>
          </p:nvGrpSpPr>
          <p:grpSpPr>
            <a:xfrm>
              <a:off x="8971890" y="4738542"/>
              <a:ext cx="753999" cy="373786"/>
              <a:chOff x="7493876" y="2774731"/>
              <a:chExt cx="1481958" cy="894622"/>
            </a:xfrm>
          </p:grpSpPr>
          <p:sp>
            <p:nvSpPr>
              <p:cNvPr id="203" name="Freeform 202">
                <a:extLst>
                  <a:ext uri="{FF2B5EF4-FFF2-40B4-BE49-F238E27FC236}">
                    <a16:creationId xmlns:a16="http://schemas.microsoft.com/office/drawing/2014/main" id="{0E61F05A-5C6C-BA45-A2A0-3E2645B8EE6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0FA1DFC2-AB5D-C54C-9442-B2A75748131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90A54D4C-3F79-C743-9C80-084991D41200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06" name="Freeform 205">
                  <a:extLst>
                    <a:ext uri="{FF2B5EF4-FFF2-40B4-BE49-F238E27FC236}">
                      <a16:creationId xmlns:a16="http://schemas.microsoft.com/office/drawing/2014/main" id="{1E26A4E5-AF3D-4947-B66A-F398E4D69CB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" name="Freeform 206">
                  <a:extLst>
                    <a:ext uri="{FF2B5EF4-FFF2-40B4-BE49-F238E27FC236}">
                      <a16:creationId xmlns:a16="http://schemas.microsoft.com/office/drawing/2014/main" id="{108468E8-5985-1D44-89B2-DDB119754CD6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8" name="Freeform 207">
                  <a:extLst>
                    <a:ext uri="{FF2B5EF4-FFF2-40B4-BE49-F238E27FC236}">
                      <a16:creationId xmlns:a16="http://schemas.microsoft.com/office/drawing/2014/main" id="{6EE1E107-11AB-F041-8F7D-A8495BAABDD8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" name="Freeform 208">
                  <a:extLst>
                    <a:ext uri="{FF2B5EF4-FFF2-40B4-BE49-F238E27FC236}">
                      <a16:creationId xmlns:a16="http://schemas.microsoft.com/office/drawing/2014/main" id="{78CC0B5F-254D-0F46-A315-DC344F1CAB1B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1B1C1707-4E61-344B-83ED-C9AB38B851B6}"/>
                </a:ext>
              </a:extLst>
            </p:cNvPr>
            <p:cNvGrpSpPr/>
            <p:nvPr/>
          </p:nvGrpSpPr>
          <p:grpSpPr>
            <a:xfrm>
              <a:off x="8736362" y="3768724"/>
              <a:ext cx="753999" cy="373786"/>
              <a:chOff x="7493876" y="2774731"/>
              <a:chExt cx="1481958" cy="894622"/>
            </a:xfrm>
          </p:grpSpPr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8FE70426-9A03-474A-BFF9-2E4D882C6CBF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97" name="Oval 196">
                <a:extLst>
                  <a:ext uri="{FF2B5EF4-FFF2-40B4-BE49-F238E27FC236}">
                    <a16:creationId xmlns:a16="http://schemas.microsoft.com/office/drawing/2014/main" id="{8BF428C1-730C-E94C-B289-CC31047CC392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98" name="Group 197">
                <a:extLst>
                  <a:ext uri="{FF2B5EF4-FFF2-40B4-BE49-F238E27FC236}">
                    <a16:creationId xmlns:a16="http://schemas.microsoft.com/office/drawing/2014/main" id="{138A4A7A-09DC-8A49-8467-DF8F2FD046F4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9" name="Freeform 198">
                  <a:extLst>
                    <a:ext uri="{FF2B5EF4-FFF2-40B4-BE49-F238E27FC236}">
                      <a16:creationId xmlns:a16="http://schemas.microsoft.com/office/drawing/2014/main" id="{7EBACC77-0606-D34F-BFE6-DF15F0FDF53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" name="Freeform 199">
                  <a:extLst>
                    <a:ext uri="{FF2B5EF4-FFF2-40B4-BE49-F238E27FC236}">
                      <a16:creationId xmlns:a16="http://schemas.microsoft.com/office/drawing/2014/main" id="{1DEC1B92-3C4E-444D-8F87-8E4953BA090E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1" name="Freeform 200">
                  <a:extLst>
                    <a:ext uri="{FF2B5EF4-FFF2-40B4-BE49-F238E27FC236}">
                      <a16:creationId xmlns:a16="http://schemas.microsoft.com/office/drawing/2014/main" id="{C2399E85-9E76-C24E-AAB4-E6CD2D0D44E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2" name="Freeform 201">
                  <a:extLst>
                    <a:ext uri="{FF2B5EF4-FFF2-40B4-BE49-F238E27FC236}">
                      <a16:creationId xmlns:a16="http://schemas.microsoft.com/office/drawing/2014/main" id="{0E184E1F-EE40-B843-B55F-8DB9C1387453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92" name="Up-Down Arrow 191">
              <a:extLst>
                <a:ext uri="{FF2B5EF4-FFF2-40B4-BE49-F238E27FC236}">
                  <a16:creationId xmlns:a16="http://schemas.microsoft.com/office/drawing/2014/main" id="{9CE87CD0-C188-3E4C-B71D-8AE494AD257B}"/>
                </a:ext>
              </a:extLst>
            </p:cNvPr>
            <p:cNvSpPr/>
            <p:nvPr/>
          </p:nvSpPr>
          <p:spPr>
            <a:xfrm rot="18842452">
              <a:off x="9773071" y="2749725"/>
              <a:ext cx="110632" cy="1621438"/>
            </a:xfrm>
            <a:prstGeom prst="upDownArrow">
              <a:avLst/>
            </a:prstGeom>
            <a:solidFill>
              <a:srgbClr val="CC0000">
                <a:alpha val="78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3" name="Up-Down Arrow 192">
              <a:extLst>
                <a:ext uri="{FF2B5EF4-FFF2-40B4-BE49-F238E27FC236}">
                  <a16:creationId xmlns:a16="http://schemas.microsoft.com/office/drawing/2014/main" id="{F49C411D-1F42-6D46-925C-79C8590CCA79}"/>
                </a:ext>
              </a:extLst>
            </p:cNvPr>
            <p:cNvSpPr/>
            <p:nvPr/>
          </p:nvSpPr>
          <p:spPr>
            <a:xfrm rot="1544330">
              <a:off x="8498334" y="2913840"/>
              <a:ext cx="132567" cy="1340938"/>
            </a:xfrm>
            <a:prstGeom prst="upDownArrow">
              <a:avLst/>
            </a:prstGeom>
            <a:solidFill>
              <a:srgbClr val="CC0000">
                <a:alpha val="78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4" name="Up-Down Arrow 193">
              <a:extLst>
                <a:ext uri="{FF2B5EF4-FFF2-40B4-BE49-F238E27FC236}">
                  <a16:creationId xmlns:a16="http://schemas.microsoft.com/office/drawing/2014/main" id="{7B4919E6-79AD-8A4F-B81F-ABA9415D1A52}"/>
                </a:ext>
              </a:extLst>
            </p:cNvPr>
            <p:cNvSpPr/>
            <p:nvPr/>
          </p:nvSpPr>
          <p:spPr>
            <a:xfrm>
              <a:off x="8891032" y="2979040"/>
              <a:ext cx="132567" cy="794393"/>
            </a:xfrm>
            <a:prstGeom prst="upDownArrow">
              <a:avLst/>
            </a:prstGeom>
            <a:solidFill>
              <a:srgbClr val="CC0000">
                <a:alpha val="78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5" name="Up-Down Arrow 194">
              <a:extLst>
                <a:ext uri="{FF2B5EF4-FFF2-40B4-BE49-F238E27FC236}">
                  <a16:creationId xmlns:a16="http://schemas.microsoft.com/office/drawing/2014/main" id="{7FC3545F-3992-AC46-9AF7-CA1EA8A14152}"/>
                </a:ext>
              </a:extLst>
            </p:cNvPr>
            <p:cNvSpPr/>
            <p:nvPr/>
          </p:nvSpPr>
          <p:spPr>
            <a:xfrm rot="21168731">
              <a:off x="9181573" y="2978458"/>
              <a:ext cx="132567" cy="1740801"/>
            </a:xfrm>
            <a:prstGeom prst="upDownArrow">
              <a:avLst/>
            </a:prstGeom>
            <a:solidFill>
              <a:srgbClr val="CC0000">
                <a:alpha val="78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149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CD85E7-B9DB-9043-B7EC-8C0919E8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457"/>
            <a:ext cx="10515600" cy="894622"/>
          </a:xfrm>
        </p:spPr>
        <p:txBody>
          <a:bodyPr>
            <a:normAutofit/>
          </a:bodyPr>
          <a:lstStyle/>
          <a:p>
            <a:r>
              <a:rPr lang="en-US" sz="5400" dirty="0"/>
              <a:t>OpenFlow: </a:t>
            </a:r>
            <a:r>
              <a:rPr lang="en-US" sz="4800" dirty="0"/>
              <a:t>switch-to-controller messages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71119-17C6-6045-B8FE-FECA68C80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610955-4D70-5844-AF3C-17FCA079A4DB}"/>
              </a:ext>
            </a:extLst>
          </p:cNvPr>
          <p:cNvSpPr/>
          <p:nvPr/>
        </p:nvSpPr>
        <p:spPr>
          <a:xfrm>
            <a:off x="805841" y="1385490"/>
            <a:ext cx="6446729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0090"/>
                </a:solidFill>
              </a:rPr>
              <a:t>Key switch-to-controller messages</a:t>
            </a:r>
          </a:p>
          <a:p>
            <a:pPr marL="347663" indent="-285750">
              <a:buClr>
                <a:srgbClr val="0000A8"/>
              </a:buClr>
              <a:buFont typeface="Wingdings" pitchFamily="2" charset="2"/>
              <a:buChar char="§"/>
            </a:pPr>
            <a:r>
              <a:rPr lang="en-US" sz="2800" i="1" dirty="0">
                <a:solidFill>
                  <a:srgbClr val="CC0000"/>
                </a:solidFill>
              </a:rPr>
              <a:t>packet-in: </a:t>
            </a:r>
            <a:r>
              <a:rPr lang="en-US" sz="2800" dirty="0"/>
              <a:t>transfer packet (and its control) to controller.  See packet-out message from controller</a:t>
            </a:r>
          </a:p>
          <a:p>
            <a:pPr marL="347663" indent="-285750">
              <a:buClr>
                <a:srgbClr val="0000A8"/>
              </a:buClr>
              <a:buFont typeface="Wingdings" pitchFamily="2" charset="2"/>
              <a:buChar char="§"/>
            </a:pPr>
            <a:r>
              <a:rPr lang="en-US" sz="2800" i="1" dirty="0">
                <a:solidFill>
                  <a:srgbClr val="CC0000"/>
                </a:solidFill>
              </a:rPr>
              <a:t>flow-removed: </a:t>
            </a:r>
            <a:r>
              <a:rPr lang="en-US" sz="2800" dirty="0"/>
              <a:t>flow table entry deleted at switch</a:t>
            </a:r>
          </a:p>
          <a:p>
            <a:pPr marL="347663" indent="-285750">
              <a:buClr>
                <a:srgbClr val="0000A8"/>
              </a:buClr>
              <a:buFont typeface="Wingdings" pitchFamily="2" charset="2"/>
              <a:buChar char="§"/>
            </a:pPr>
            <a:r>
              <a:rPr lang="en-US" sz="2800" i="1" dirty="0">
                <a:solidFill>
                  <a:srgbClr val="CC0000"/>
                </a:solidFill>
              </a:rPr>
              <a:t>port status: </a:t>
            </a:r>
            <a:r>
              <a:rPr lang="en-US" sz="2800" dirty="0"/>
              <a:t>inform controller of a change on a port</a:t>
            </a:r>
            <a:r>
              <a:rPr lang="en-US" sz="32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8E958E-D892-2844-99B6-42522891E40E}"/>
              </a:ext>
            </a:extLst>
          </p:cNvPr>
          <p:cNvSpPr txBox="1"/>
          <p:nvPr/>
        </p:nvSpPr>
        <p:spPr>
          <a:xfrm>
            <a:off x="977029" y="5497334"/>
            <a:ext cx="1042165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Fortunately, network operators don’t “program” switches by creating/sending OpenFlow messages directly.  Instead use higher-level abstraction at controller</a:t>
            </a:r>
          </a:p>
          <a:p>
            <a:endParaRPr lang="en-US" dirty="0"/>
          </a:p>
        </p:txBody>
      </p: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05C1E192-3943-264E-808F-6249874B1A90}"/>
              </a:ext>
            </a:extLst>
          </p:cNvPr>
          <p:cNvGrpSpPr/>
          <p:nvPr/>
        </p:nvGrpSpPr>
        <p:grpSpPr>
          <a:xfrm>
            <a:off x="7839227" y="1446146"/>
            <a:ext cx="3616623" cy="3732173"/>
            <a:chOff x="7686822" y="1446146"/>
            <a:chExt cx="3616623" cy="3732173"/>
          </a:xfrm>
        </p:grpSpPr>
        <p:grpSp>
          <p:nvGrpSpPr>
            <p:cNvPr id="179" name="Group 950">
              <a:extLst>
                <a:ext uri="{FF2B5EF4-FFF2-40B4-BE49-F238E27FC236}">
                  <a16:creationId xmlns:a16="http://schemas.microsoft.com/office/drawing/2014/main" id="{ED88F4A4-5370-FC45-B097-B21D7F69D8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11490" y="2119745"/>
              <a:ext cx="440889" cy="845230"/>
              <a:chOff x="4140" y="429"/>
              <a:chExt cx="1425" cy="2396"/>
            </a:xfrm>
          </p:grpSpPr>
          <p:sp>
            <p:nvSpPr>
              <p:cNvPr id="224" name="Freeform 951">
                <a:extLst>
                  <a:ext uri="{FF2B5EF4-FFF2-40B4-BE49-F238E27FC236}">
                    <a16:creationId xmlns:a16="http://schemas.microsoft.com/office/drawing/2014/main" id="{8D022F74-05A3-F946-90D6-8934EA188F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5" name="Rectangle 952">
                <a:extLst>
                  <a:ext uri="{FF2B5EF4-FFF2-40B4-BE49-F238E27FC236}">
                    <a16:creationId xmlns:a16="http://schemas.microsoft.com/office/drawing/2014/main" id="{6494FE2D-440B-9E49-AA10-826B0BF674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6" name="Freeform 953">
                <a:extLst>
                  <a:ext uri="{FF2B5EF4-FFF2-40B4-BE49-F238E27FC236}">
                    <a16:creationId xmlns:a16="http://schemas.microsoft.com/office/drawing/2014/main" id="{84F74045-C7A2-DC4D-9204-B67518C2E6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7" name="Freeform 954">
                <a:extLst>
                  <a:ext uri="{FF2B5EF4-FFF2-40B4-BE49-F238E27FC236}">
                    <a16:creationId xmlns:a16="http://schemas.microsoft.com/office/drawing/2014/main" id="{CDADCCE7-7390-5449-B3A0-3CB4987A2A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8" name="Rectangle 955">
                <a:extLst>
                  <a:ext uri="{FF2B5EF4-FFF2-40B4-BE49-F238E27FC236}">
                    <a16:creationId xmlns:a16="http://schemas.microsoft.com/office/drawing/2014/main" id="{03799953-C230-BF4C-B1AF-FCDEDB55B2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229" name="Group 956">
                <a:extLst>
                  <a:ext uri="{FF2B5EF4-FFF2-40B4-BE49-F238E27FC236}">
                    <a16:creationId xmlns:a16="http://schemas.microsoft.com/office/drawing/2014/main" id="{BF026E67-31D1-1044-9990-DBE10FF35E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54" name="AutoShape 957">
                  <a:extLst>
                    <a:ext uri="{FF2B5EF4-FFF2-40B4-BE49-F238E27FC236}">
                      <a16:creationId xmlns:a16="http://schemas.microsoft.com/office/drawing/2014/main" id="{D10904F7-5809-B44A-AA68-E56B9AF410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55" name="AutoShape 958">
                  <a:extLst>
                    <a:ext uri="{FF2B5EF4-FFF2-40B4-BE49-F238E27FC236}">
                      <a16:creationId xmlns:a16="http://schemas.microsoft.com/office/drawing/2014/main" id="{478D1C0E-669A-8A4C-9FD6-DF7DE2B551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230" name="Rectangle 959">
                <a:extLst>
                  <a:ext uri="{FF2B5EF4-FFF2-40B4-BE49-F238E27FC236}">
                    <a16:creationId xmlns:a16="http://schemas.microsoft.com/office/drawing/2014/main" id="{ECCCA03F-6C83-4847-8B32-FD635E3CBD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231" name="Group 960">
                <a:extLst>
                  <a:ext uri="{FF2B5EF4-FFF2-40B4-BE49-F238E27FC236}">
                    <a16:creationId xmlns:a16="http://schemas.microsoft.com/office/drawing/2014/main" id="{0804097F-BA94-F74B-A0B7-2F9289D757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52" name="AutoShape 961">
                  <a:extLst>
                    <a:ext uri="{FF2B5EF4-FFF2-40B4-BE49-F238E27FC236}">
                      <a16:creationId xmlns:a16="http://schemas.microsoft.com/office/drawing/2014/main" id="{D0EAF987-F31A-CD44-9881-D658696193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53" name="AutoShape 962">
                  <a:extLst>
                    <a:ext uri="{FF2B5EF4-FFF2-40B4-BE49-F238E27FC236}">
                      <a16:creationId xmlns:a16="http://schemas.microsoft.com/office/drawing/2014/main" id="{60EC5489-D035-9B4B-A4F5-96DDBFD05E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232" name="Rectangle 963">
                <a:extLst>
                  <a:ext uri="{FF2B5EF4-FFF2-40B4-BE49-F238E27FC236}">
                    <a16:creationId xmlns:a16="http://schemas.microsoft.com/office/drawing/2014/main" id="{916372AD-6FE4-0C47-88A5-A7F42E6F33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3" name="Rectangle 964">
                <a:extLst>
                  <a:ext uri="{FF2B5EF4-FFF2-40B4-BE49-F238E27FC236}">
                    <a16:creationId xmlns:a16="http://schemas.microsoft.com/office/drawing/2014/main" id="{C683EB98-4D0D-9C46-9199-45671D6234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234" name="Group 965">
                <a:extLst>
                  <a:ext uri="{FF2B5EF4-FFF2-40B4-BE49-F238E27FC236}">
                    <a16:creationId xmlns:a16="http://schemas.microsoft.com/office/drawing/2014/main" id="{CF0C4A90-DBEC-954E-8086-480578A797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50" name="AutoShape 966">
                  <a:extLst>
                    <a:ext uri="{FF2B5EF4-FFF2-40B4-BE49-F238E27FC236}">
                      <a16:creationId xmlns:a16="http://schemas.microsoft.com/office/drawing/2014/main" id="{0F93C577-0D34-C543-977D-0F60E9400A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51" name="AutoShape 967">
                  <a:extLst>
                    <a:ext uri="{FF2B5EF4-FFF2-40B4-BE49-F238E27FC236}">
                      <a16:creationId xmlns:a16="http://schemas.microsoft.com/office/drawing/2014/main" id="{F6998813-5124-CA4D-A29E-CED92C6786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235" name="Freeform 968">
                <a:extLst>
                  <a:ext uri="{FF2B5EF4-FFF2-40B4-BE49-F238E27FC236}">
                    <a16:creationId xmlns:a16="http://schemas.microsoft.com/office/drawing/2014/main" id="{3340235E-8B73-BB4A-9B6A-15B1053864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236" name="Group 969">
                <a:extLst>
                  <a:ext uri="{FF2B5EF4-FFF2-40B4-BE49-F238E27FC236}">
                    <a16:creationId xmlns:a16="http://schemas.microsoft.com/office/drawing/2014/main" id="{0E42419B-D2AA-0846-8F75-77A9FA9EB5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48" name="AutoShape 970">
                  <a:extLst>
                    <a:ext uri="{FF2B5EF4-FFF2-40B4-BE49-F238E27FC236}">
                      <a16:creationId xmlns:a16="http://schemas.microsoft.com/office/drawing/2014/main" id="{DB7D3A5D-962D-CB4C-B5A6-5E12BB47FD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49" name="AutoShape 971">
                  <a:extLst>
                    <a:ext uri="{FF2B5EF4-FFF2-40B4-BE49-F238E27FC236}">
                      <a16:creationId xmlns:a16="http://schemas.microsoft.com/office/drawing/2014/main" id="{FCCD4FE2-901D-8A49-91C6-E78A340780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237" name="Rectangle 972">
                <a:extLst>
                  <a:ext uri="{FF2B5EF4-FFF2-40B4-BE49-F238E27FC236}">
                    <a16:creationId xmlns:a16="http://schemas.microsoft.com/office/drawing/2014/main" id="{4BF8D1A2-C396-EF44-9A08-CC78595907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8" name="Freeform 973">
                <a:extLst>
                  <a:ext uri="{FF2B5EF4-FFF2-40B4-BE49-F238E27FC236}">
                    <a16:creationId xmlns:a16="http://schemas.microsoft.com/office/drawing/2014/main" id="{65A953F5-2FD0-5248-A466-4C952B2397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9" name="Freeform 974">
                <a:extLst>
                  <a:ext uri="{FF2B5EF4-FFF2-40B4-BE49-F238E27FC236}">
                    <a16:creationId xmlns:a16="http://schemas.microsoft.com/office/drawing/2014/main" id="{5B291DF5-93D6-2D4F-B5FE-FF4C935D03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40" name="Oval 975">
                <a:extLst>
                  <a:ext uri="{FF2B5EF4-FFF2-40B4-BE49-F238E27FC236}">
                    <a16:creationId xmlns:a16="http://schemas.microsoft.com/office/drawing/2014/main" id="{F97A395F-5F78-0544-9F2A-B54ED781E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41" name="Freeform 976">
                <a:extLst>
                  <a:ext uri="{FF2B5EF4-FFF2-40B4-BE49-F238E27FC236}">
                    <a16:creationId xmlns:a16="http://schemas.microsoft.com/office/drawing/2014/main" id="{31A267CC-4663-FA49-AE86-BC76EBFDF3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42" name="AutoShape 977">
                <a:extLst>
                  <a:ext uri="{FF2B5EF4-FFF2-40B4-BE49-F238E27FC236}">
                    <a16:creationId xmlns:a16="http://schemas.microsoft.com/office/drawing/2014/main" id="{35462EBA-8A38-2B46-9524-E22DB06B15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43" name="AutoShape 978">
                <a:extLst>
                  <a:ext uri="{FF2B5EF4-FFF2-40B4-BE49-F238E27FC236}">
                    <a16:creationId xmlns:a16="http://schemas.microsoft.com/office/drawing/2014/main" id="{AE34B956-F883-AF4E-B0B2-D6B6F7FB79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44" name="Oval 979">
                <a:extLst>
                  <a:ext uri="{FF2B5EF4-FFF2-40B4-BE49-F238E27FC236}">
                    <a16:creationId xmlns:a16="http://schemas.microsoft.com/office/drawing/2014/main" id="{9961BA94-561E-1E45-A972-55B4657D78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45" name="Oval 980">
                <a:extLst>
                  <a:ext uri="{FF2B5EF4-FFF2-40B4-BE49-F238E27FC236}">
                    <a16:creationId xmlns:a16="http://schemas.microsoft.com/office/drawing/2014/main" id="{211B158E-F0A5-DC41-A61F-CF9975C6C3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46" name="Oval 981">
                <a:extLst>
                  <a:ext uri="{FF2B5EF4-FFF2-40B4-BE49-F238E27FC236}">
                    <a16:creationId xmlns:a16="http://schemas.microsoft.com/office/drawing/2014/main" id="{1FA20AE6-7C51-CE49-AFEA-25559B77B3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47" name="Rectangle 982">
                <a:extLst>
                  <a:ext uri="{FF2B5EF4-FFF2-40B4-BE49-F238E27FC236}">
                    <a16:creationId xmlns:a16="http://schemas.microsoft.com/office/drawing/2014/main" id="{F3093C32-3005-3F4D-8D5F-537AD20A0C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pic>
          <p:nvPicPr>
            <p:cNvPr id="180" name="Picture 4">
              <a:extLst>
                <a:ext uri="{FF2B5EF4-FFF2-40B4-BE49-F238E27FC236}">
                  <a16:creationId xmlns:a16="http://schemas.microsoft.com/office/drawing/2014/main" id="{64F6B4D6-D900-BA4F-A6AC-21C186EF14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1361" y="2246085"/>
              <a:ext cx="1629624" cy="431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97A37A37-AE4E-3340-AC58-0D411013A587}"/>
                </a:ext>
              </a:extLst>
            </p:cNvPr>
            <p:cNvSpPr txBox="1"/>
            <p:nvPr/>
          </p:nvSpPr>
          <p:spPr>
            <a:xfrm>
              <a:off x="7757772" y="1446146"/>
              <a:ext cx="32223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A8"/>
                  </a:solidFill>
                  <a:effectLst/>
                  <a:uLnTx/>
                  <a:uFillTx/>
                  <a:ea typeface="ＭＳ Ｐゴシック" charset="0"/>
                </a:rPr>
                <a:t>OpenFlow Controller</a:t>
              </a:r>
            </a:p>
          </p:txBody>
        </p:sp>
        <p:sp>
          <p:nvSpPr>
            <p:cNvPr id="182" name="Freeform 3">
              <a:extLst>
                <a:ext uri="{FF2B5EF4-FFF2-40B4-BE49-F238E27FC236}">
                  <a16:creationId xmlns:a16="http://schemas.microsoft.com/office/drawing/2014/main" id="{54FD3CCF-B127-EE47-AD35-99BFCEDA5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6822" y="3573747"/>
              <a:ext cx="3616623" cy="1604572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  <a:gd name="connsiteX0" fmla="*/ 0 w 9831"/>
                <a:gd name="connsiteY0" fmla="*/ 4265 h 9728"/>
                <a:gd name="connsiteX1" fmla="*/ 973 w 9831"/>
                <a:gd name="connsiteY1" fmla="*/ 2114 h 9728"/>
                <a:gd name="connsiteX2" fmla="*/ 2351 w 9831"/>
                <a:gd name="connsiteY2" fmla="*/ 84 h 9728"/>
                <a:gd name="connsiteX3" fmla="*/ 6893 w 9831"/>
                <a:gd name="connsiteY3" fmla="*/ 624 h 9728"/>
                <a:gd name="connsiteX4" fmla="*/ 8909 w 9831"/>
                <a:gd name="connsiteY4" fmla="*/ 2780 h 9728"/>
                <a:gd name="connsiteX5" fmla="*/ 9773 w 9831"/>
                <a:gd name="connsiteY5" fmla="*/ 6266 h 9728"/>
                <a:gd name="connsiteX6" fmla="*/ 7373 w 9831"/>
                <a:gd name="connsiteY6" fmla="*/ 9162 h 9728"/>
                <a:gd name="connsiteX7" fmla="*/ 4413 w 9831"/>
                <a:gd name="connsiteY7" fmla="*/ 9673 h 9728"/>
                <a:gd name="connsiteX8" fmla="*/ 2067 w 9831"/>
                <a:gd name="connsiteY8" fmla="*/ 9460 h 9728"/>
                <a:gd name="connsiteX9" fmla="*/ 453 w 9831"/>
                <a:gd name="connsiteY9" fmla="*/ 7416 h 9728"/>
                <a:gd name="connsiteX10" fmla="*/ 0 w 9831"/>
                <a:gd name="connsiteY10" fmla="*/ 4265 h 9728"/>
                <a:gd name="connsiteX0" fmla="*/ 0 w 10003"/>
                <a:gd name="connsiteY0" fmla="*/ 4299 h 9915"/>
                <a:gd name="connsiteX1" fmla="*/ 990 w 10003"/>
                <a:gd name="connsiteY1" fmla="*/ 2088 h 9915"/>
                <a:gd name="connsiteX2" fmla="*/ 2391 w 10003"/>
                <a:gd name="connsiteY2" fmla="*/ 1 h 9915"/>
                <a:gd name="connsiteX3" fmla="*/ 6715 w 10003"/>
                <a:gd name="connsiteY3" fmla="*/ 1965 h 9915"/>
                <a:gd name="connsiteX4" fmla="*/ 9062 w 10003"/>
                <a:gd name="connsiteY4" fmla="*/ 2773 h 9915"/>
                <a:gd name="connsiteX5" fmla="*/ 9941 w 10003"/>
                <a:gd name="connsiteY5" fmla="*/ 6356 h 9915"/>
                <a:gd name="connsiteX6" fmla="*/ 7500 w 10003"/>
                <a:gd name="connsiteY6" fmla="*/ 9333 h 9915"/>
                <a:gd name="connsiteX7" fmla="*/ 4489 w 10003"/>
                <a:gd name="connsiteY7" fmla="*/ 9858 h 9915"/>
                <a:gd name="connsiteX8" fmla="*/ 2103 w 10003"/>
                <a:gd name="connsiteY8" fmla="*/ 9640 h 9915"/>
                <a:gd name="connsiteX9" fmla="*/ 461 w 10003"/>
                <a:gd name="connsiteY9" fmla="*/ 7538 h 9915"/>
                <a:gd name="connsiteX10" fmla="*/ 0 w 10003"/>
                <a:gd name="connsiteY10" fmla="*/ 4299 h 9915"/>
                <a:gd name="connsiteX0" fmla="*/ 0 w 10000"/>
                <a:gd name="connsiteY0" fmla="*/ 4336 h 10000"/>
                <a:gd name="connsiteX1" fmla="*/ 990 w 10000"/>
                <a:gd name="connsiteY1" fmla="*/ 2106 h 10000"/>
                <a:gd name="connsiteX2" fmla="*/ 2390 w 10000"/>
                <a:gd name="connsiteY2" fmla="*/ 1 h 10000"/>
                <a:gd name="connsiteX3" fmla="*/ 6713 w 10000"/>
                <a:gd name="connsiteY3" fmla="*/ 1982 h 10000"/>
                <a:gd name="connsiteX4" fmla="*/ 9059 w 10000"/>
                <a:gd name="connsiteY4" fmla="*/ 2797 h 10000"/>
                <a:gd name="connsiteX5" fmla="*/ 9938 w 10000"/>
                <a:gd name="connsiteY5" fmla="*/ 6410 h 10000"/>
                <a:gd name="connsiteX6" fmla="*/ 7498 w 10000"/>
                <a:gd name="connsiteY6" fmla="*/ 9413 h 10000"/>
                <a:gd name="connsiteX7" fmla="*/ 4488 w 10000"/>
                <a:gd name="connsiteY7" fmla="*/ 9943 h 10000"/>
                <a:gd name="connsiteX8" fmla="*/ 2102 w 10000"/>
                <a:gd name="connsiteY8" fmla="*/ 9723 h 10000"/>
                <a:gd name="connsiteX9" fmla="*/ 461 w 10000"/>
                <a:gd name="connsiteY9" fmla="*/ 7603 h 10000"/>
                <a:gd name="connsiteX10" fmla="*/ 0 w 10000"/>
                <a:gd name="connsiteY10" fmla="*/ 4336 h 10000"/>
                <a:gd name="connsiteX0" fmla="*/ 0 w 10000"/>
                <a:gd name="connsiteY0" fmla="*/ 4336 h 10000"/>
                <a:gd name="connsiteX1" fmla="*/ 990 w 10000"/>
                <a:gd name="connsiteY1" fmla="*/ 2106 h 10000"/>
                <a:gd name="connsiteX2" fmla="*/ 2390 w 10000"/>
                <a:gd name="connsiteY2" fmla="*/ 1 h 10000"/>
                <a:gd name="connsiteX3" fmla="*/ 6713 w 10000"/>
                <a:gd name="connsiteY3" fmla="*/ 1982 h 10000"/>
                <a:gd name="connsiteX4" fmla="*/ 9059 w 10000"/>
                <a:gd name="connsiteY4" fmla="*/ 2797 h 10000"/>
                <a:gd name="connsiteX5" fmla="*/ 9938 w 10000"/>
                <a:gd name="connsiteY5" fmla="*/ 6410 h 10000"/>
                <a:gd name="connsiteX6" fmla="*/ 7498 w 10000"/>
                <a:gd name="connsiteY6" fmla="*/ 9413 h 10000"/>
                <a:gd name="connsiteX7" fmla="*/ 4488 w 10000"/>
                <a:gd name="connsiteY7" fmla="*/ 9943 h 10000"/>
                <a:gd name="connsiteX8" fmla="*/ 2102 w 10000"/>
                <a:gd name="connsiteY8" fmla="*/ 9723 h 10000"/>
                <a:gd name="connsiteX9" fmla="*/ 461 w 10000"/>
                <a:gd name="connsiteY9" fmla="*/ 7603 h 10000"/>
                <a:gd name="connsiteX10" fmla="*/ 0 w 10000"/>
                <a:gd name="connsiteY10" fmla="*/ 4336 h 10000"/>
                <a:gd name="connsiteX0" fmla="*/ 0 w 10000"/>
                <a:gd name="connsiteY0" fmla="*/ 4002 h 9666"/>
                <a:gd name="connsiteX1" fmla="*/ 990 w 10000"/>
                <a:gd name="connsiteY1" fmla="*/ 1772 h 9666"/>
                <a:gd name="connsiteX2" fmla="*/ 3804 w 10000"/>
                <a:gd name="connsiteY2" fmla="*/ 1 h 9666"/>
                <a:gd name="connsiteX3" fmla="*/ 6713 w 10000"/>
                <a:gd name="connsiteY3" fmla="*/ 1648 h 9666"/>
                <a:gd name="connsiteX4" fmla="*/ 9059 w 10000"/>
                <a:gd name="connsiteY4" fmla="*/ 2463 h 9666"/>
                <a:gd name="connsiteX5" fmla="*/ 9938 w 10000"/>
                <a:gd name="connsiteY5" fmla="*/ 6076 h 9666"/>
                <a:gd name="connsiteX6" fmla="*/ 7498 w 10000"/>
                <a:gd name="connsiteY6" fmla="*/ 9079 h 9666"/>
                <a:gd name="connsiteX7" fmla="*/ 4488 w 10000"/>
                <a:gd name="connsiteY7" fmla="*/ 9609 h 9666"/>
                <a:gd name="connsiteX8" fmla="*/ 2102 w 10000"/>
                <a:gd name="connsiteY8" fmla="*/ 9389 h 9666"/>
                <a:gd name="connsiteX9" fmla="*/ 461 w 10000"/>
                <a:gd name="connsiteY9" fmla="*/ 7269 h 9666"/>
                <a:gd name="connsiteX10" fmla="*/ 0 w 10000"/>
                <a:gd name="connsiteY10" fmla="*/ 4002 h 9666"/>
                <a:gd name="connsiteX0" fmla="*/ 103 w 9643"/>
                <a:gd name="connsiteY0" fmla="*/ 4486 h 10000"/>
                <a:gd name="connsiteX1" fmla="*/ 633 w 9643"/>
                <a:gd name="connsiteY1" fmla="*/ 1833 h 10000"/>
                <a:gd name="connsiteX2" fmla="*/ 3447 w 9643"/>
                <a:gd name="connsiteY2" fmla="*/ 1 h 10000"/>
                <a:gd name="connsiteX3" fmla="*/ 6356 w 9643"/>
                <a:gd name="connsiteY3" fmla="*/ 1705 h 10000"/>
                <a:gd name="connsiteX4" fmla="*/ 8702 w 9643"/>
                <a:gd name="connsiteY4" fmla="*/ 2548 h 10000"/>
                <a:gd name="connsiteX5" fmla="*/ 9581 w 9643"/>
                <a:gd name="connsiteY5" fmla="*/ 6286 h 10000"/>
                <a:gd name="connsiteX6" fmla="*/ 7141 w 9643"/>
                <a:gd name="connsiteY6" fmla="*/ 9393 h 10000"/>
                <a:gd name="connsiteX7" fmla="*/ 4131 w 9643"/>
                <a:gd name="connsiteY7" fmla="*/ 9941 h 10000"/>
                <a:gd name="connsiteX8" fmla="*/ 1745 w 9643"/>
                <a:gd name="connsiteY8" fmla="*/ 9713 h 10000"/>
                <a:gd name="connsiteX9" fmla="*/ 104 w 9643"/>
                <a:gd name="connsiteY9" fmla="*/ 7520 h 10000"/>
                <a:gd name="connsiteX10" fmla="*/ 103 w 9643"/>
                <a:gd name="connsiteY10" fmla="*/ 4486 h 10000"/>
                <a:gd name="connsiteX0" fmla="*/ 107 w 10000"/>
                <a:gd name="connsiteY0" fmla="*/ 4486 h 10000"/>
                <a:gd name="connsiteX1" fmla="*/ 1304 w 10000"/>
                <a:gd name="connsiteY1" fmla="*/ 2006 h 10000"/>
                <a:gd name="connsiteX2" fmla="*/ 3575 w 10000"/>
                <a:gd name="connsiteY2" fmla="*/ 1 h 10000"/>
                <a:gd name="connsiteX3" fmla="*/ 6591 w 10000"/>
                <a:gd name="connsiteY3" fmla="*/ 1705 h 10000"/>
                <a:gd name="connsiteX4" fmla="*/ 9024 w 10000"/>
                <a:gd name="connsiteY4" fmla="*/ 2548 h 10000"/>
                <a:gd name="connsiteX5" fmla="*/ 9936 w 10000"/>
                <a:gd name="connsiteY5" fmla="*/ 6286 h 10000"/>
                <a:gd name="connsiteX6" fmla="*/ 7405 w 10000"/>
                <a:gd name="connsiteY6" fmla="*/ 9393 h 10000"/>
                <a:gd name="connsiteX7" fmla="*/ 4284 w 10000"/>
                <a:gd name="connsiteY7" fmla="*/ 9941 h 10000"/>
                <a:gd name="connsiteX8" fmla="*/ 1810 w 10000"/>
                <a:gd name="connsiteY8" fmla="*/ 9713 h 10000"/>
                <a:gd name="connsiteX9" fmla="*/ 108 w 10000"/>
                <a:gd name="connsiteY9" fmla="*/ 7520 h 10000"/>
                <a:gd name="connsiteX10" fmla="*/ 107 w 10000"/>
                <a:gd name="connsiteY10" fmla="*/ 4486 h 10000"/>
                <a:gd name="connsiteX0" fmla="*/ 0 w 9893"/>
                <a:gd name="connsiteY0" fmla="*/ 4486 h 10000"/>
                <a:gd name="connsiteX1" fmla="*/ 1197 w 9893"/>
                <a:gd name="connsiteY1" fmla="*/ 2006 h 10000"/>
                <a:gd name="connsiteX2" fmla="*/ 3468 w 9893"/>
                <a:gd name="connsiteY2" fmla="*/ 1 h 10000"/>
                <a:gd name="connsiteX3" fmla="*/ 6484 w 9893"/>
                <a:gd name="connsiteY3" fmla="*/ 1705 h 10000"/>
                <a:gd name="connsiteX4" fmla="*/ 8917 w 9893"/>
                <a:gd name="connsiteY4" fmla="*/ 2548 h 10000"/>
                <a:gd name="connsiteX5" fmla="*/ 9829 w 9893"/>
                <a:gd name="connsiteY5" fmla="*/ 6286 h 10000"/>
                <a:gd name="connsiteX6" fmla="*/ 7298 w 9893"/>
                <a:gd name="connsiteY6" fmla="*/ 9393 h 10000"/>
                <a:gd name="connsiteX7" fmla="*/ 4177 w 9893"/>
                <a:gd name="connsiteY7" fmla="*/ 9941 h 10000"/>
                <a:gd name="connsiteX8" fmla="*/ 1703 w 9893"/>
                <a:gd name="connsiteY8" fmla="*/ 9713 h 10000"/>
                <a:gd name="connsiteX9" fmla="*/ 645 w 9893"/>
                <a:gd name="connsiteY9" fmla="*/ 7520 h 10000"/>
                <a:gd name="connsiteX10" fmla="*/ 0 w 9893"/>
                <a:gd name="connsiteY10" fmla="*/ 4486 h 10000"/>
                <a:gd name="connsiteX0" fmla="*/ 0 w 10000"/>
                <a:gd name="connsiteY0" fmla="*/ 4486 h 10041"/>
                <a:gd name="connsiteX1" fmla="*/ 1210 w 10000"/>
                <a:gd name="connsiteY1" fmla="*/ 2006 h 10041"/>
                <a:gd name="connsiteX2" fmla="*/ 3506 w 10000"/>
                <a:gd name="connsiteY2" fmla="*/ 1 h 10041"/>
                <a:gd name="connsiteX3" fmla="*/ 6554 w 10000"/>
                <a:gd name="connsiteY3" fmla="*/ 1705 h 10041"/>
                <a:gd name="connsiteX4" fmla="*/ 9013 w 10000"/>
                <a:gd name="connsiteY4" fmla="*/ 2548 h 10041"/>
                <a:gd name="connsiteX5" fmla="*/ 9935 w 10000"/>
                <a:gd name="connsiteY5" fmla="*/ 6286 h 10041"/>
                <a:gd name="connsiteX6" fmla="*/ 7377 w 10000"/>
                <a:gd name="connsiteY6" fmla="*/ 9393 h 10041"/>
                <a:gd name="connsiteX7" fmla="*/ 4222 w 10000"/>
                <a:gd name="connsiteY7" fmla="*/ 9941 h 10041"/>
                <a:gd name="connsiteX8" fmla="*/ 1951 w 10000"/>
                <a:gd name="connsiteY8" fmla="*/ 7983 h 10041"/>
                <a:gd name="connsiteX9" fmla="*/ 652 w 10000"/>
                <a:gd name="connsiteY9" fmla="*/ 7520 h 10041"/>
                <a:gd name="connsiteX10" fmla="*/ 0 w 10000"/>
                <a:gd name="connsiteY10" fmla="*/ 4486 h 10041"/>
                <a:gd name="connsiteX0" fmla="*/ 0 w 10000"/>
                <a:gd name="connsiteY0" fmla="*/ 4486 h 10041"/>
                <a:gd name="connsiteX1" fmla="*/ 1210 w 10000"/>
                <a:gd name="connsiteY1" fmla="*/ 2006 h 10041"/>
                <a:gd name="connsiteX2" fmla="*/ 3506 w 10000"/>
                <a:gd name="connsiteY2" fmla="*/ 1 h 10041"/>
                <a:gd name="connsiteX3" fmla="*/ 6554 w 10000"/>
                <a:gd name="connsiteY3" fmla="*/ 1705 h 10041"/>
                <a:gd name="connsiteX4" fmla="*/ 9013 w 10000"/>
                <a:gd name="connsiteY4" fmla="*/ 2548 h 10041"/>
                <a:gd name="connsiteX5" fmla="*/ 9935 w 10000"/>
                <a:gd name="connsiteY5" fmla="*/ 6286 h 10041"/>
                <a:gd name="connsiteX6" fmla="*/ 7377 w 10000"/>
                <a:gd name="connsiteY6" fmla="*/ 9393 h 10041"/>
                <a:gd name="connsiteX7" fmla="*/ 4222 w 10000"/>
                <a:gd name="connsiteY7" fmla="*/ 9941 h 10041"/>
                <a:gd name="connsiteX8" fmla="*/ 1951 w 10000"/>
                <a:gd name="connsiteY8" fmla="*/ 7983 h 10041"/>
                <a:gd name="connsiteX9" fmla="*/ 652 w 10000"/>
                <a:gd name="connsiteY9" fmla="*/ 7520 h 10041"/>
                <a:gd name="connsiteX10" fmla="*/ 0 w 10000"/>
                <a:gd name="connsiteY10" fmla="*/ 4486 h 10041"/>
                <a:gd name="connsiteX0" fmla="*/ 0 w 10000"/>
                <a:gd name="connsiteY0" fmla="*/ 4486 h 10041"/>
                <a:gd name="connsiteX1" fmla="*/ 1210 w 10000"/>
                <a:gd name="connsiteY1" fmla="*/ 2006 h 10041"/>
                <a:gd name="connsiteX2" fmla="*/ 3506 w 10000"/>
                <a:gd name="connsiteY2" fmla="*/ 1 h 10041"/>
                <a:gd name="connsiteX3" fmla="*/ 6554 w 10000"/>
                <a:gd name="connsiteY3" fmla="*/ 1705 h 10041"/>
                <a:gd name="connsiteX4" fmla="*/ 9013 w 10000"/>
                <a:gd name="connsiteY4" fmla="*/ 2548 h 10041"/>
                <a:gd name="connsiteX5" fmla="*/ 9935 w 10000"/>
                <a:gd name="connsiteY5" fmla="*/ 6286 h 10041"/>
                <a:gd name="connsiteX6" fmla="*/ 7377 w 10000"/>
                <a:gd name="connsiteY6" fmla="*/ 9393 h 10041"/>
                <a:gd name="connsiteX7" fmla="*/ 4222 w 10000"/>
                <a:gd name="connsiteY7" fmla="*/ 9941 h 10041"/>
                <a:gd name="connsiteX8" fmla="*/ 1951 w 10000"/>
                <a:gd name="connsiteY8" fmla="*/ 7983 h 10041"/>
                <a:gd name="connsiteX9" fmla="*/ 652 w 10000"/>
                <a:gd name="connsiteY9" fmla="*/ 7520 h 10041"/>
                <a:gd name="connsiteX10" fmla="*/ 0 w 10000"/>
                <a:gd name="connsiteY10" fmla="*/ 4486 h 10041"/>
                <a:gd name="connsiteX0" fmla="*/ 0 w 10000"/>
                <a:gd name="connsiteY0" fmla="*/ 4486 h 10041"/>
                <a:gd name="connsiteX1" fmla="*/ 1210 w 10000"/>
                <a:gd name="connsiteY1" fmla="*/ 2006 h 10041"/>
                <a:gd name="connsiteX2" fmla="*/ 3506 w 10000"/>
                <a:gd name="connsiteY2" fmla="*/ 1 h 10041"/>
                <a:gd name="connsiteX3" fmla="*/ 6554 w 10000"/>
                <a:gd name="connsiteY3" fmla="*/ 1705 h 10041"/>
                <a:gd name="connsiteX4" fmla="*/ 9013 w 10000"/>
                <a:gd name="connsiteY4" fmla="*/ 2548 h 10041"/>
                <a:gd name="connsiteX5" fmla="*/ 9935 w 10000"/>
                <a:gd name="connsiteY5" fmla="*/ 6286 h 10041"/>
                <a:gd name="connsiteX6" fmla="*/ 7377 w 10000"/>
                <a:gd name="connsiteY6" fmla="*/ 9393 h 10041"/>
                <a:gd name="connsiteX7" fmla="*/ 4222 w 10000"/>
                <a:gd name="connsiteY7" fmla="*/ 9941 h 10041"/>
                <a:gd name="connsiteX8" fmla="*/ 1951 w 10000"/>
                <a:gd name="connsiteY8" fmla="*/ 7983 h 10041"/>
                <a:gd name="connsiteX9" fmla="*/ 652 w 10000"/>
                <a:gd name="connsiteY9" fmla="*/ 7520 h 10041"/>
                <a:gd name="connsiteX10" fmla="*/ 0 w 10000"/>
                <a:gd name="connsiteY10" fmla="*/ 4486 h 10041"/>
                <a:gd name="connsiteX0" fmla="*/ 0 w 10000"/>
                <a:gd name="connsiteY0" fmla="*/ 4486 h 10016"/>
                <a:gd name="connsiteX1" fmla="*/ 1210 w 10000"/>
                <a:gd name="connsiteY1" fmla="*/ 2006 h 10016"/>
                <a:gd name="connsiteX2" fmla="*/ 3506 w 10000"/>
                <a:gd name="connsiteY2" fmla="*/ 1 h 10016"/>
                <a:gd name="connsiteX3" fmla="*/ 6554 w 10000"/>
                <a:gd name="connsiteY3" fmla="*/ 1705 h 10016"/>
                <a:gd name="connsiteX4" fmla="*/ 9013 w 10000"/>
                <a:gd name="connsiteY4" fmla="*/ 2548 h 10016"/>
                <a:gd name="connsiteX5" fmla="*/ 9935 w 10000"/>
                <a:gd name="connsiteY5" fmla="*/ 6286 h 10016"/>
                <a:gd name="connsiteX6" fmla="*/ 7377 w 10000"/>
                <a:gd name="connsiteY6" fmla="*/ 9393 h 10016"/>
                <a:gd name="connsiteX7" fmla="*/ 4222 w 10000"/>
                <a:gd name="connsiteY7" fmla="*/ 9941 h 10016"/>
                <a:gd name="connsiteX8" fmla="*/ 2296 w 10000"/>
                <a:gd name="connsiteY8" fmla="*/ 8329 h 10016"/>
                <a:gd name="connsiteX9" fmla="*/ 652 w 10000"/>
                <a:gd name="connsiteY9" fmla="*/ 7520 h 10016"/>
                <a:gd name="connsiteX10" fmla="*/ 0 w 10000"/>
                <a:gd name="connsiteY10" fmla="*/ 4486 h 10016"/>
                <a:gd name="connsiteX0" fmla="*/ 0 w 10000"/>
                <a:gd name="connsiteY0" fmla="*/ 4486 h 10016"/>
                <a:gd name="connsiteX1" fmla="*/ 1210 w 10000"/>
                <a:gd name="connsiteY1" fmla="*/ 2006 h 10016"/>
                <a:gd name="connsiteX2" fmla="*/ 3506 w 10000"/>
                <a:gd name="connsiteY2" fmla="*/ 1 h 10016"/>
                <a:gd name="connsiteX3" fmla="*/ 6554 w 10000"/>
                <a:gd name="connsiteY3" fmla="*/ 1705 h 10016"/>
                <a:gd name="connsiteX4" fmla="*/ 9013 w 10000"/>
                <a:gd name="connsiteY4" fmla="*/ 2548 h 10016"/>
                <a:gd name="connsiteX5" fmla="*/ 9935 w 10000"/>
                <a:gd name="connsiteY5" fmla="*/ 6286 h 10016"/>
                <a:gd name="connsiteX6" fmla="*/ 7377 w 10000"/>
                <a:gd name="connsiteY6" fmla="*/ 9393 h 10016"/>
                <a:gd name="connsiteX7" fmla="*/ 4222 w 10000"/>
                <a:gd name="connsiteY7" fmla="*/ 9941 h 10016"/>
                <a:gd name="connsiteX8" fmla="*/ 2296 w 10000"/>
                <a:gd name="connsiteY8" fmla="*/ 8329 h 10016"/>
                <a:gd name="connsiteX9" fmla="*/ 652 w 10000"/>
                <a:gd name="connsiteY9" fmla="*/ 7520 h 10016"/>
                <a:gd name="connsiteX10" fmla="*/ 0 w 10000"/>
                <a:gd name="connsiteY10" fmla="*/ 4486 h 10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00" h="10016">
                  <a:moveTo>
                    <a:pt x="0" y="4486"/>
                  </a:moveTo>
                  <a:cubicBezTo>
                    <a:pt x="23" y="3587"/>
                    <a:pt x="627" y="2754"/>
                    <a:pt x="1210" y="2006"/>
                  </a:cubicBezTo>
                  <a:cubicBezTo>
                    <a:pt x="1794" y="1258"/>
                    <a:pt x="2615" y="51"/>
                    <a:pt x="3506" y="1"/>
                  </a:cubicBezTo>
                  <a:cubicBezTo>
                    <a:pt x="4396" y="-49"/>
                    <a:pt x="5636" y="1281"/>
                    <a:pt x="6554" y="1705"/>
                  </a:cubicBezTo>
                  <a:cubicBezTo>
                    <a:pt x="7473" y="2129"/>
                    <a:pt x="8449" y="1784"/>
                    <a:pt x="9013" y="2548"/>
                  </a:cubicBezTo>
                  <a:cubicBezTo>
                    <a:pt x="9577" y="3312"/>
                    <a:pt x="10207" y="5145"/>
                    <a:pt x="9935" y="6286"/>
                  </a:cubicBezTo>
                  <a:cubicBezTo>
                    <a:pt x="9662" y="7428"/>
                    <a:pt x="8329" y="8783"/>
                    <a:pt x="7377" y="9393"/>
                  </a:cubicBezTo>
                  <a:cubicBezTo>
                    <a:pt x="6425" y="10002"/>
                    <a:pt x="5069" y="10118"/>
                    <a:pt x="4222" y="9941"/>
                  </a:cubicBezTo>
                  <a:cubicBezTo>
                    <a:pt x="3375" y="9764"/>
                    <a:pt x="2767" y="8820"/>
                    <a:pt x="2296" y="8329"/>
                  </a:cubicBezTo>
                  <a:cubicBezTo>
                    <a:pt x="1825" y="7838"/>
                    <a:pt x="1035" y="8161"/>
                    <a:pt x="652" y="7520"/>
                  </a:cubicBezTo>
                  <a:cubicBezTo>
                    <a:pt x="269" y="6879"/>
                    <a:pt x="99" y="5188"/>
                    <a:pt x="0" y="448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1D84AED9-6BA5-604F-8E6C-11A72E61C06B}"/>
                </a:ext>
              </a:extLst>
            </p:cNvPr>
            <p:cNvCxnSpPr/>
            <p:nvPr/>
          </p:nvCxnSpPr>
          <p:spPr>
            <a:xfrm flipV="1">
              <a:off x="7988607" y="3775213"/>
              <a:ext cx="1203228" cy="660205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B4390229-331E-5444-AF63-6E5782A98B94}"/>
                </a:ext>
              </a:extLst>
            </p:cNvPr>
            <p:cNvCxnSpPr/>
            <p:nvPr/>
          </p:nvCxnSpPr>
          <p:spPr>
            <a:xfrm>
              <a:off x="7988607" y="4435418"/>
              <a:ext cx="1203228" cy="517808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DFB9B0AD-2ACD-A843-97CA-75D5471523AA}"/>
                </a:ext>
              </a:extLst>
            </p:cNvPr>
            <p:cNvCxnSpPr/>
            <p:nvPr/>
          </p:nvCxnSpPr>
          <p:spPr>
            <a:xfrm>
              <a:off x="8998012" y="3982336"/>
              <a:ext cx="319671" cy="828494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AF6DD7B2-65F3-A348-8F7B-042958844DF4}"/>
                </a:ext>
              </a:extLst>
            </p:cNvPr>
            <p:cNvCxnSpPr/>
            <p:nvPr/>
          </p:nvCxnSpPr>
          <p:spPr>
            <a:xfrm>
              <a:off x="9268742" y="3917611"/>
              <a:ext cx="1307416" cy="271850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F3F9C352-8615-9E48-86B7-1581130D71A9}"/>
                </a:ext>
              </a:extLst>
            </p:cNvPr>
            <p:cNvCxnSpPr/>
            <p:nvPr/>
          </p:nvCxnSpPr>
          <p:spPr>
            <a:xfrm flipV="1">
              <a:off x="9461009" y="4344802"/>
              <a:ext cx="1115149" cy="608426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</a:ln>
            <a:effectLst/>
          </p:spPr>
        </p:cxn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C522FD38-55CF-7A4B-9A35-5C821D9004B4}"/>
                </a:ext>
              </a:extLst>
            </p:cNvPr>
            <p:cNvGrpSpPr/>
            <p:nvPr/>
          </p:nvGrpSpPr>
          <p:grpSpPr>
            <a:xfrm>
              <a:off x="10288073" y="4115087"/>
              <a:ext cx="753999" cy="373786"/>
              <a:chOff x="7493876" y="2774731"/>
              <a:chExt cx="1481958" cy="894622"/>
            </a:xfrm>
          </p:grpSpPr>
          <p:sp>
            <p:nvSpPr>
              <p:cNvPr id="217" name="Freeform 216">
                <a:extLst>
                  <a:ext uri="{FF2B5EF4-FFF2-40B4-BE49-F238E27FC236}">
                    <a16:creationId xmlns:a16="http://schemas.microsoft.com/office/drawing/2014/main" id="{869C965F-3B45-6641-93EC-B4195C569FA4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18" name="Oval 217">
                <a:extLst>
                  <a:ext uri="{FF2B5EF4-FFF2-40B4-BE49-F238E27FC236}">
                    <a16:creationId xmlns:a16="http://schemas.microsoft.com/office/drawing/2014/main" id="{DB26611F-8306-3648-A55C-D397BA18B4E8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19" name="Group 218">
                <a:extLst>
                  <a:ext uri="{FF2B5EF4-FFF2-40B4-BE49-F238E27FC236}">
                    <a16:creationId xmlns:a16="http://schemas.microsoft.com/office/drawing/2014/main" id="{752E43F4-F228-BA4D-BC39-B4CB01149E4C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20" name="Freeform 219">
                  <a:extLst>
                    <a:ext uri="{FF2B5EF4-FFF2-40B4-BE49-F238E27FC236}">
                      <a16:creationId xmlns:a16="http://schemas.microsoft.com/office/drawing/2014/main" id="{59B1C7B3-31CE-B24A-AE5F-B2F7A74D33A1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1" name="Freeform 220">
                  <a:extLst>
                    <a:ext uri="{FF2B5EF4-FFF2-40B4-BE49-F238E27FC236}">
                      <a16:creationId xmlns:a16="http://schemas.microsoft.com/office/drawing/2014/main" id="{C08841AA-A94F-F94F-873B-6D3084A49448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2" name="Freeform 221">
                  <a:extLst>
                    <a:ext uri="{FF2B5EF4-FFF2-40B4-BE49-F238E27FC236}">
                      <a16:creationId xmlns:a16="http://schemas.microsoft.com/office/drawing/2014/main" id="{9B6B1DED-0785-124F-9887-8A1FC7DFDB2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3" name="Freeform 222">
                  <a:extLst>
                    <a:ext uri="{FF2B5EF4-FFF2-40B4-BE49-F238E27FC236}">
                      <a16:creationId xmlns:a16="http://schemas.microsoft.com/office/drawing/2014/main" id="{11EC627D-1981-B849-B140-30CB8661FF8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B40CECD0-49AE-FB41-9F96-68CCF72316C9}"/>
                </a:ext>
              </a:extLst>
            </p:cNvPr>
            <p:cNvGrpSpPr/>
            <p:nvPr/>
          </p:nvGrpSpPr>
          <p:grpSpPr>
            <a:xfrm>
              <a:off x="7988218" y="4212069"/>
              <a:ext cx="753999" cy="373786"/>
              <a:chOff x="7493876" y="2774731"/>
              <a:chExt cx="1481958" cy="894622"/>
            </a:xfrm>
          </p:grpSpPr>
          <p:sp>
            <p:nvSpPr>
              <p:cNvPr id="210" name="Freeform 209">
                <a:extLst>
                  <a:ext uri="{FF2B5EF4-FFF2-40B4-BE49-F238E27FC236}">
                    <a16:creationId xmlns:a16="http://schemas.microsoft.com/office/drawing/2014/main" id="{A7C4764E-24DB-A047-99F6-3DBE6983B612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F741EDFB-6243-E24D-B5BF-A9D294BAEED5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12" name="Group 211">
                <a:extLst>
                  <a:ext uri="{FF2B5EF4-FFF2-40B4-BE49-F238E27FC236}">
                    <a16:creationId xmlns:a16="http://schemas.microsoft.com/office/drawing/2014/main" id="{7CE34015-4D02-4946-9B76-2DF282A68899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13" name="Freeform 212">
                  <a:extLst>
                    <a:ext uri="{FF2B5EF4-FFF2-40B4-BE49-F238E27FC236}">
                      <a16:creationId xmlns:a16="http://schemas.microsoft.com/office/drawing/2014/main" id="{17F8A9CB-A73C-7546-8BDB-A37A94696A6C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" name="Freeform 213">
                  <a:extLst>
                    <a:ext uri="{FF2B5EF4-FFF2-40B4-BE49-F238E27FC236}">
                      <a16:creationId xmlns:a16="http://schemas.microsoft.com/office/drawing/2014/main" id="{C1CBDBCE-EA5B-D345-8591-E5BF7383258C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" name="Freeform 214">
                  <a:extLst>
                    <a:ext uri="{FF2B5EF4-FFF2-40B4-BE49-F238E27FC236}">
                      <a16:creationId xmlns:a16="http://schemas.microsoft.com/office/drawing/2014/main" id="{3D28C298-F0C7-8241-B8A9-A923470630E9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6" name="Freeform 215">
                  <a:extLst>
                    <a:ext uri="{FF2B5EF4-FFF2-40B4-BE49-F238E27FC236}">
                      <a16:creationId xmlns:a16="http://schemas.microsoft.com/office/drawing/2014/main" id="{AFBA7058-1BB8-E143-A99E-2D88BA178338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27B28F7C-56F1-BE43-AA43-32D01C7C54FE}"/>
                </a:ext>
              </a:extLst>
            </p:cNvPr>
            <p:cNvGrpSpPr/>
            <p:nvPr/>
          </p:nvGrpSpPr>
          <p:grpSpPr>
            <a:xfrm>
              <a:off x="8971890" y="4738542"/>
              <a:ext cx="753999" cy="373786"/>
              <a:chOff x="7493876" y="2774731"/>
              <a:chExt cx="1481958" cy="894622"/>
            </a:xfrm>
          </p:grpSpPr>
          <p:sp>
            <p:nvSpPr>
              <p:cNvPr id="203" name="Freeform 202">
                <a:extLst>
                  <a:ext uri="{FF2B5EF4-FFF2-40B4-BE49-F238E27FC236}">
                    <a16:creationId xmlns:a16="http://schemas.microsoft.com/office/drawing/2014/main" id="{1C4A2479-EF6B-5B4C-A959-B30CE906CD9E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D44C0515-019A-CC4C-97DA-1120D58576AA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8BDFEB46-6F5A-A24E-A578-5E94DC623A9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06" name="Freeform 205">
                  <a:extLst>
                    <a:ext uri="{FF2B5EF4-FFF2-40B4-BE49-F238E27FC236}">
                      <a16:creationId xmlns:a16="http://schemas.microsoft.com/office/drawing/2014/main" id="{144E3D98-45D5-5D45-B85D-9EF0A8C6E201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" name="Freeform 206">
                  <a:extLst>
                    <a:ext uri="{FF2B5EF4-FFF2-40B4-BE49-F238E27FC236}">
                      <a16:creationId xmlns:a16="http://schemas.microsoft.com/office/drawing/2014/main" id="{D631B7E2-2EAB-E44C-8FBF-9713FEA10E3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8" name="Freeform 207">
                  <a:extLst>
                    <a:ext uri="{FF2B5EF4-FFF2-40B4-BE49-F238E27FC236}">
                      <a16:creationId xmlns:a16="http://schemas.microsoft.com/office/drawing/2014/main" id="{433AA9E5-7018-7A4E-BA11-815432A8EA52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" name="Freeform 208">
                  <a:extLst>
                    <a:ext uri="{FF2B5EF4-FFF2-40B4-BE49-F238E27FC236}">
                      <a16:creationId xmlns:a16="http://schemas.microsoft.com/office/drawing/2014/main" id="{6212BFF3-E70B-6843-BA1F-02E366A5976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B42AD403-50EF-3E4B-9989-B68D82E414CB}"/>
                </a:ext>
              </a:extLst>
            </p:cNvPr>
            <p:cNvGrpSpPr/>
            <p:nvPr/>
          </p:nvGrpSpPr>
          <p:grpSpPr>
            <a:xfrm>
              <a:off x="8736362" y="3768724"/>
              <a:ext cx="753999" cy="373786"/>
              <a:chOff x="7493876" y="2774731"/>
              <a:chExt cx="1481958" cy="894622"/>
            </a:xfrm>
          </p:grpSpPr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B052A106-FBCD-1D49-AF8F-257B4D8BF094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97" name="Oval 196">
                <a:extLst>
                  <a:ext uri="{FF2B5EF4-FFF2-40B4-BE49-F238E27FC236}">
                    <a16:creationId xmlns:a16="http://schemas.microsoft.com/office/drawing/2014/main" id="{1573664B-E1B9-5F43-A5FD-918D0B3DD933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98" name="Group 197">
                <a:extLst>
                  <a:ext uri="{FF2B5EF4-FFF2-40B4-BE49-F238E27FC236}">
                    <a16:creationId xmlns:a16="http://schemas.microsoft.com/office/drawing/2014/main" id="{EFE998AB-5E6A-E44D-B228-2F1E2AD25009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9" name="Freeform 198">
                  <a:extLst>
                    <a:ext uri="{FF2B5EF4-FFF2-40B4-BE49-F238E27FC236}">
                      <a16:creationId xmlns:a16="http://schemas.microsoft.com/office/drawing/2014/main" id="{EFE2C3E2-8D68-6044-8D28-EB7E1EDF79C1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" name="Freeform 199">
                  <a:extLst>
                    <a:ext uri="{FF2B5EF4-FFF2-40B4-BE49-F238E27FC236}">
                      <a16:creationId xmlns:a16="http://schemas.microsoft.com/office/drawing/2014/main" id="{638CAAB7-888B-7549-BE62-EE803BA82DF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1" name="Freeform 200">
                  <a:extLst>
                    <a:ext uri="{FF2B5EF4-FFF2-40B4-BE49-F238E27FC236}">
                      <a16:creationId xmlns:a16="http://schemas.microsoft.com/office/drawing/2014/main" id="{946C451F-A552-EE4D-BD40-16A17FD4A00D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2" name="Freeform 201">
                  <a:extLst>
                    <a:ext uri="{FF2B5EF4-FFF2-40B4-BE49-F238E27FC236}">
                      <a16:creationId xmlns:a16="http://schemas.microsoft.com/office/drawing/2014/main" id="{3A3E8969-C83C-164C-8601-C0AB3B9843CF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92" name="Up-Down Arrow 191">
              <a:extLst>
                <a:ext uri="{FF2B5EF4-FFF2-40B4-BE49-F238E27FC236}">
                  <a16:creationId xmlns:a16="http://schemas.microsoft.com/office/drawing/2014/main" id="{B01770F3-ACAF-5048-A1B2-5D7A6DF4C093}"/>
                </a:ext>
              </a:extLst>
            </p:cNvPr>
            <p:cNvSpPr/>
            <p:nvPr/>
          </p:nvSpPr>
          <p:spPr>
            <a:xfrm rot="18842452">
              <a:off x="9773071" y="2749725"/>
              <a:ext cx="110632" cy="1621438"/>
            </a:xfrm>
            <a:prstGeom prst="upDownArrow">
              <a:avLst/>
            </a:prstGeom>
            <a:solidFill>
              <a:srgbClr val="CC0000">
                <a:alpha val="78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3" name="Up-Down Arrow 192">
              <a:extLst>
                <a:ext uri="{FF2B5EF4-FFF2-40B4-BE49-F238E27FC236}">
                  <a16:creationId xmlns:a16="http://schemas.microsoft.com/office/drawing/2014/main" id="{AB757BA5-0C24-C146-AA7E-79A947FB7B05}"/>
                </a:ext>
              </a:extLst>
            </p:cNvPr>
            <p:cNvSpPr/>
            <p:nvPr/>
          </p:nvSpPr>
          <p:spPr>
            <a:xfrm rot="1544330">
              <a:off x="8498334" y="2913840"/>
              <a:ext cx="132567" cy="1340938"/>
            </a:xfrm>
            <a:prstGeom prst="upDownArrow">
              <a:avLst/>
            </a:prstGeom>
            <a:solidFill>
              <a:srgbClr val="CC0000">
                <a:alpha val="78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4" name="Up-Down Arrow 193">
              <a:extLst>
                <a:ext uri="{FF2B5EF4-FFF2-40B4-BE49-F238E27FC236}">
                  <a16:creationId xmlns:a16="http://schemas.microsoft.com/office/drawing/2014/main" id="{E13386F3-16D9-6044-A873-1E221BB1655F}"/>
                </a:ext>
              </a:extLst>
            </p:cNvPr>
            <p:cNvSpPr/>
            <p:nvPr/>
          </p:nvSpPr>
          <p:spPr>
            <a:xfrm>
              <a:off x="8891032" y="2979040"/>
              <a:ext cx="132567" cy="794393"/>
            </a:xfrm>
            <a:prstGeom prst="upDownArrow">
              <a:avLst/>
            </a:prstGeom>
            <a:solidFill>
              <a:srgbClr val="CC0000">
                <a:alpha val="78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5" name="Up-Down Arrow 194">
              <a:extLst>
                <a:ext uri="{FF2B5EF4-FFF2-40B4-BE49-F238E27FC236}">
                  <a16:creationId xmlns:a16="http://schemas.microsoft.com/office/drawing/2014/main" id="{A30B77AA-A0AC-DB4E-9B97-AA2AA751FB9C}"/>
                </a:ext>
              </a:extLst>
            </p:cNvPr>
            <p:cNvSpPr/>
            <p:nvPr/>
          </p:nvSpPr>
          <p:spPr>
            <a:xfrm rot="21168731">
              <a:off x="9181573" y="2978458"/>
              <a:ext cx="132567" cy="1740801"/>
            </a:xfrm>
            <a:prstGeom prst="upDownArrow">
              <a:avLst/>
            </a:prstGeom>
            <a:solidFill>
              <a:srgbClr val="CC0000">
                <a:alpha val="78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6877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CD85E7-B9DB-9043-B7EC-8C0919E8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457"/>
            <a:ext cx="10998896" cy="894622"/>
          </a:xfrm>
        </p:spPr>
        <p:txBody>
          <a:bodyPr>
            <a:noAutofit/>
          </a:bodyPr>
          <a:lstStyle/>
          <a:p>
            <a:r>
              <a:rPr lang="en-US" b="0" dirty="0"/>
              <a:t>SDN: control/data plane interaction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71119-17C6-6045-B8FE-FECA68C80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48D9D971-BB7B-A045-8126-3F6D89A80BFA}"/>
              </a:ext>
            </a:extLst>
          </p:cNvPr>
          <p:cNvSpPr/>
          <p:nvPr/>
        </p:nvSpPr>
        <p:spPr>
          <a:xfrm>
            <a:off x="1267886" y="2781457"/>
            <a:ext cx="4211052" cy="1062452"/>
          </a:xfrm>
          <a:prstGeom prst="roundRect">
            <a:avLst/>
          </a:prstGeom>
          <a:solidFill>
            <a:srgbClr val="AAE2CA">
              <a:lumMod val="75000"/>
            </a:srgb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26" name="Rounded Rectangle 325">
            <a:extLst>
              <a:ext uri="{FF2B5EF4-FFF2-40B4-BE49-F238E27FC236}">
                <a16:creationId xmlns:a16="http://schemas.microsoft.com/office/drawing/2014/main" id="{6862D1C0-D760-D24C-B4CE-1C62437307F2}"/>
              </a:ext>
            </a:extLst>
          </p:cNvPr>
          <p:cNvSpPr/>
          <p:nvPr/>
        </p:nvSpPr>
        <p:spPr>
          <a:xfrm>
            <a:off x="1294622" y="3977998"/>
            <a:ext cx="4184316" cy="545543"/>
          </a:xfrm>
          <a:prstGeom prst="roundRect">
            <a:avLst/>
          </a:prstGeom>
          <a:solidFill>
            <a:srgbClr val="AAE2CA">
              <a:lumMod val="75000"/>
            </a:srgb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cxnSp>
        <p:nvCxnSpPr>
          <p:cNvPr id="327" name="Straight Connector 326">
            <a:extLst>
              <a:ext uri="{FF2B5EF4-FFF2-40B4-BE49-F238E27FC236}">
                <a16:creationId xmlns:a16="http://schemas.microsoft.com/office/drawing/2014/main" id="{6EC76F04-CB84-9D4C-B614-CCAAF77DF086}"/>
              </a:ext>
            </a:extLst>
          </p:cNvPr>
          <p:cNvCxnSpPr/>
          <p:nvPr/>
        </p:nvCxnSpPr>
        <p:spPr bwMode="auto">
          <a:xfrm>
            <a:off x="1334724" y="4626321"/>
            <a:ext cx="4104106" cy="0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538C6E4D-0EC4-B64C-9EEA-03480A17D18A}"/>
              </a:ext>
            </a:extLst>
          </p:cNvPr>
          <p:cNvGrpSpPr/>
          <p:nvPr/>
        </p:nvGrpSpPr>
        <p:grpSpPr>
          <a:xfrm>
            <a:off x="1416854" y="3356297"/>
            <a:ext cx="1244650" cy="411995"/>
            <a:chOff x="3128876" y="457817"/>
            <a:chExt cx="1432326" cy="459826"/>
          </a:xfrm>
        </p:grpSpPr>
        <p:sp>
          <p:nvSpPr>
            <p:cNvPr id="329" name="Rounded Rectangle 328">
              <a:extLst>
                <a:ext uri="{FF2B5EF4-FFF2-40B4-BE49-F238E27FC236}">
                  <a16:creationId xmlns:a16="http://schemas.microsoft.com/office/drawing/2014/main" id="{464725F4-EA3D-B943-BC4E-A498A91255EC}"/>
                </a:ext>
              </a:extLst>
            </p:cNvPr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/>
              </a:solidFill>
            </a:ln>
            <a:effectLst>
              <a:outerShdw blurRad="50800" dist="38100" dir="2700000" algn="tl" rotWithShape="0">
                <a:srgbClr val="00CC99">
                  <a:lumMod val="75000"/>
                  <a:alpha val="99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id="{2A7D9926-304F-C44B-B971-A050DC450537}"/>
                </a:ext>
              </a:extLst>
            </p:cNvPr>
            <p:cNvSpPr txBox="1"/>
            <p:nvPr/>
          </p:nvSpPr>
          <p:spPr>
            <a:xfrm>
              <a:off x="3178769" y="541671"/>
              <a:ext cx="1302385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rPr>
                <a:t>Link-state info</a:t>
              </a:r>
            </a:p>
          </p:txBody>
        </p:sp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10349B34-1073-E946-BED7-17B6AC84FDD7}"/>
              </a:ext>
            </a:extLst>
          </p:cNvPr>
          <p:cNvGrpSpPr/>
          <p:nvPr/>
        </p:nvGrpSpPr>
        <p:grpSpPr>
          <a:xfrm>
            <a:off x="4286570" y="3369666"/>
            <a:ext cx="1165638" cy="398626"/>
            <a:chOff x="3034354" y="534843"/>
            <a:chExt cx="1525489" cy="382800"/>
          </a:xfrm>
        </p:grpSpPr>
        <p:sp>
          <p:nvSpPr>
            <p:cNvPr id="332" name="Rounded Rectangle 331">
              <a:extLst>
                <a:ext uri="{FF2B5EF4-FFF2-40B4-BE49-F238E27FC236}">
                  <a16:creationId xmlns:a16="http://schemas.microsoft.com/office/drawing/2014/main" id="{AE8DBF36-59D4-DA45-9025-632817AB39EF}"/>
                </a:ext>
              </a:extLst>
            </p:cNvPr>
            <p:cNvSpPr/>
            <p:nvPr/>
          </p:nvSpPr>
          <p:spPr>
            <a:xfrm>
              <a:off x="3128876" y="534843"/>
              <a:ext cx="1325987" cy="3828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/>
              </a:solidFill>
            </a:ln>
            <a:effectLst>
              <a:outerShdw blurRad="50800" dist="38100" dir="2700000" algn="tl" rotWithShape="0">
                <a:srgbClr val="00CC99">
                  <a:lumMod val="75000"/>
                  <a:alpha val="99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3E75B4C3-6891-C540-A01D-98C3E46528AD}"/>
                </a:ext>
              </a:extLst>
            </p:cNvPr>
            <p:cNvSpPr txBox="1"/>
            <p:nvPr/>
          </p:nvSpPr>
          <p:spPr>
            <a:xfrm>
              <a:off x="3034354" y="593020"/>
              <a:ext cx="1525489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rPr>
                <a:t>switch info</a:t>
              </a: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8F3F5407-B5E1-9B4F-BD20-988E773EE5FA}"/>
              </a:ext>
            </a:extLst>
          </p:cNvPr>
          <p:cNvGrpSpPr/>
          <p:nvPr/>
        </p:nvGrpSpPr>
        <p:grpSpPr>
          <a:xfrm>
            <a:off x="2808986" y="3356297"/>
            <a:ext cx="960359" cy="411995"/>
            <a:chOff x="3128876" y="457817"/>
            <a:chExt cx="1432326" cy="459826"/>
          </a:xfrm>
        </p:grpSpPr>
        <p:sp>
          <p:nvSpPr>
            <p:cNvPr id="335" name="Rounded Rectangle 334">
              <a:extLst>
                <a:ext uri="{FF2B5EF4-FFF2-40B4-BE49-F238E27FC236}">
                  <a16:creationId xmlns:a16="http://schemas.microsoft.com/office/drawing/2014/main" id="{589761B3-634F-4D4E-8310-EAF4A00ABB80}"/>
                </a:ext>
              </a:extLst>
            </p:cNvPr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/>
              </a:solidFill>
            </a:ln>
            <a:effectLst>
              <a:outerShdw blurRad="50800" dist="38100" dir="2700000" algn="tl" rotWithShape="0">
                <a:srgbClr val="00CC99">
                  <a:lumMod val="75000"/>
                  <a:alpha val="99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593FEDEB-709E-A744-82FA-1F11F32B47D9}"/>
                </a:ext>
              </a:extLst>
            </p:cNvPr>
            <p:cNvSpPr txBox="1"/>
            <p:nvPr/>
          </p:nvSpPr>
          <p:spPr>
            <a:xfrm>
              <a:off x="3205754" y="541671"/>
              <a:ext cx="1287660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rPr>
                <a:t>host info</a:t>
              </a:r>
            </a:p>
          </p:txBody>
        </p:sp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903E5C88-7668-CB49-A22D-7C59D5AAAAD6}"/>
              </a:ext>
            </a:extLst>
          </p:cNvPr>
          <p:cNvGrpSpPr/>
          <p:nvPr/>
        </p:nvGrpSpPr>
        <p:grpSpPr>
          <a:xfrm>
            <a:off x="1348650" y="2861665"/>
            <a:ext cx="889706" cy="382826"/>
            <a:chOff x="3128876" y="457817"/>
            <a:chExt cx="1432326" cy="459826"/>
          </a:xfrm>
        </p:grpSpPr>
        <p:sp>
          <p:nvSpPr>
            <p:cNvPr id="338" name="Rounded Rectangle 337">
              <a:extLst>
                <a:ext uri="{FF2B5EF4-FFF2-40B4-BE49-F238E27FC236}">
                  <a16:creationId xmlns:a16="http://schemas.microsoft.com/office/drawing/2014/main" id="{23AAB04A-9878-E54F-BF21-2E106D80B968}"/>
                </a:ext>
              </a:extLst>
            </p:cNvPr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/>
              </a:solidFill>
            </a:ln>
            <a:effectLst>
              <a:outerShdw blurRad="50800" dist="38100" dir="2700000" algn="tl" rotWithShape="0">
                <a:srgbClr val="00CC99">
                  <a:lumMod val="75000"/>
                  <a:alpha val="99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39" name="TextBox 338">
              <a:extLst>
                <a:ext uri="{FF2B5EF4-FFF2-40B4-BE49-F238E27FC236}">
                  <a16:creationId xmlns:a16="http://schemas.microsoft.com/office/drawing/2014/main" id="{FC21FA7A-D97F-1543-A6AE-45B535C51BA0}"/>
                </a:ext>
              </a:extLst>
            </p:cNvPr>
            <p:cNvSpPr txBox="1"/>
            <p:nvPr/>
          </p:nvSpPr>
          <p:spPr>
            <a:xfrm>
              <a:off x="3198565" y="509557"/>
              <a:ext cx="1302043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rPr>
                <a:t>statistics</a:t>
              </a:r>
            </a:p>
          </p:txBody>
        </p:sp>
      </p:grp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18BB9737-9A62-2F4B-87FB-C077CBE2553C}"/>
              </a:ext>
            </a:extLst>
          </p:cNvPr>
          <p:cNvGrpSpPr/>
          <p:nvPr/>
        </p:nvGrpSpPr>
        <p:grpSpPr>
          <a:xfrm>
            <a:off x="4076434" y="2848295"/>
            <a:ext cx="1032905" cy="404965"/>
            <a:chOff x="3099264" y="457817"/>
            <a:chExt cx="1540525" cy="459826"/>
          </a:xfrm>
        </p:grpSpPr>
        <p:sp>
          <p:nvSpPr>
            <p:cNvPr id="341" name="Rounded Rectangle 340">
              <a:extLst>
                <a:ext uri="{FF2B5EF4-FFF2-40B4-BE49-F238E27FC236}">
                  <a16:creationId xmlns:a16="http://schemas.microsoft.com/office/drawing/2014/main" id="{4D3F5800-CF27-754D-AE05-FFEBBFEB49CB}"/>
                </a:ext>
              </a:extLst>
            </p:cNvPr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/>
              </a:solidFill>
            </a:ln>
            <a:effectLst>
              <a:outerShdw blurRad="50800" dist="38100" dir="2700000" algn="tl" rotWithShape="0">
                <a:srgbClr val="00CC99">
                  <a:lumMod val="75000"/>
                  <a:alpha val="99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id="{6544BEEF-458E-4941-8F67-37983515D46C}"/>
                </a:ext>
              </a:extLst>
            </p:cNvPr>
            <p:cNvSpPr txBox="1"/>
            <p:nvPr/>
          </p:nvSpPr>
          <p:spPr>
            <a:xfrm>
              <a:off x="3099264" y="526493"/>
              <a:ext cx="1540525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rPr>
                <a:t>flow tables</a:t>
              </a:r>
            </a:p>
          </p:txBody>
        </p:sp>
      </p:grpSp>
      <p:sp>
        <p:nvSpPr>
          <p:cNvPr id="343" name="TextBox 342">
            <a:extLst>
              <a:ext uri="{FF2B5EF4-FFF2-40B4-BE49-F238E27FC236}">
                <a16:creationId xmlns:a16="http://schemas.microsoft.com/office/drawing/2014/main" id="{B06AE2E9-5D9A-B44C-93D5-4692DB85C76F}"/>
              </a:ext>
            </a:extLst>
          </p:cNvPr>
          <p:cNvSpPr txBox="1"/>
          <p:nvPr/>
        </p:nvSpPr>
        <p:spPr>
          <a:xfrm>
            <a:off x="3285441" y="2483710"/>
            <a:ext cx="5702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00CC99">
                    <a:lumMod val="60000"/>
                    <a:lumOff val="40000"/>
                  </a:srgbClr>
                </a:solidFill>
                <a:latin typeface="Arial" charset="0"/>
                <a:ea typeface="ＭＳ Ｐゴシック" charset="0"/>
              </a:rPr>
              <a:t>…  </a:t>
            </a: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2AEF0D30-3607-F64E-9BF7-3B4D8188FFA7}"/>
              </a:ext>
            </a:extLst>
          </p:cNvPr>
          <p:cNvSpPr txBox="1"/>
          <p:nvPr/>
        </p:nvSpPr>
        <p:spPr>
          <a:xfrm>
            <a:off x="3831962" y="3120507"/>
            <a:ext cx="5950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00CC99">
                    <a:lumMod val="60000"/>
                    <a:lumOff val="40000"/>
                  </a:srgbClr>
                </a:solidFill>
                <a:latin typeface="Arial" charset="0"/>
                <a:ea typeface="ＭＳ Ｐゴシック" charset="0"/>
              </a:rPr>
              <a:t>…  </a:t>
            </a:r>
          </a:p>
        </p:txBody>
      </p: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9AC041BA-4E56-114C-A10B-C89A72B445FD}"/>
              </a:ext>
            </a:extLst>
          </p:cNvPr>
          <p:cNvGrpSpPr/>
          <p:nvPr/>
        </p:nvGrpSpPr>
        <p:grpSpPr>
          <a:xfrm>
            <a:off x="1903313" y="4109165"/>
            <a:ext cx="1257452" cy="286824"/>
            <a:chOff x="3128876" y="457775"/>
            <a:chExt cx="1432326" cy="459868"/>
          </a:xfrm>
        </p:grpSpPr>
        <p:sp>
          <p:nvSpPr>
            <p:cNvPr id="346" name="Rounded Rectangle 345">
              <a:extLst>
                <a:ext uri="{FF2B5EF4-FFF2-40B4-BE49-F238E27FC236}">
                  <a16:creationId xmlns:a16="http://schemas.microsoft.com/office/drawing/2014/main" id="{3203E766-79AA-5C46-8089-29917954888A}"/>
                </a:ext>
              </a:extLst>
            </p:cNvPr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/>
              </a:solidFill>
            </a:ln>
            <a:effectLst>
              <a:outerShdw blurRad="50800" dist="38100" dir="2700000" algn="tl" rotWithShape="0">
                <a:srgbClr val="00CC99">
                  <a:lumMod val="75000"/>
                  <a:alpha val="99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47" name="TextBox 346">
              <a:extLst>
                <a:ext uri="{FF2B5EF4-FFF2-40B4-BE49-F238E27FC236}">
                  <a16:creationId xmlns:a16="http://schemas.microsoft.com/office/drawing/2014/main" id="{BEFEA1C3-120C-DE4E-8293-55C57A6E3ED3}"/>
                </a:ext>
              </a:extLst>
            </p:cNvPr>
            <p:cNvSpPr txBox="1"/>
            <p:nvPr/>
          </p:nvSpPr>
          <p:spPr>
            <a:xfrm>
              <a:off x="3278378" y="457775"/>
              <a:ext cx="1142401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rPr>
                <a:t>OpenFlow</a:t>
              </a:r>
            </a:p>
          </p:txBody>
        </p:sp>
      </p:grpSp>
      <p:grpSp>
        <p:nvGrpSpPr>
          <p:cNvPr id="348" name="Group 347">
            <a:extLst>
              <a:ext uri="{FF2B5EF4-FFF2-40B4-BE49-F238E27FC236}">
                <a16:creationId xmlns:a16="http://schemas.microsoft.com/office/drawing/2014/main" id="{8AF280CF-E1A1-AB42-9FF4-B37E4883A9E7}"/>
              </a:ext>
            </a:extLst>
          </p:cNvPr>
          <p:cNvGrpSpPr/>
          <p:nvPr/>
        </p:nvGrpSpPr>
        <p:grpSpPr>
          <a:xfrm>
            <a:off x="3772545" y="4113948"/>
            <a:ext cx="1244650" cy="307410"/>
            <a:chOff x="3128876" y="457817"/>
            <a:chExt cx="1432326" cy="459826"/>
          </a:xfrm>
        </p:grpSpPr>
        <p:sp>
          <p:nvSpPr>
            <p:cNvPr id="349" name="Rounded Rectangle 348">
              <a:extLst>
                <a:ext uri="{FF2B5EF4-FFF2-40B4-BE49-F238E27FC236}">
                  <a16:creationId xmlns:a16="http://schemas.microsoft.com/office/drawing/2014/main" id="{24A7F498-3B8E-B44A-9994-2A592D6CBD54}"/>
                </a:ext>
              </a:extLst>
            </p:cNvPr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/>
              </a:solidFill>
            </a:ln>
            <a:effectLst>
              <a:outerShdw blurRad="50800" dist="38100" dir="2700000" algn="tl" rotWithShape="0">
                <a:srgbClr val="00CC99">
                  <a:lumMod val="75000"/>
                  <a:alpha val="99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0CD76FBA-C002-924A-A27E-4000B9B46A3F}"/>
                </a:ext>
              </a:extLst>
            </p:cNvPr>
            <p:cNvSpPr txBox="1"/>
            <p:nvPr/>
          </p:nvSpPr>
          <p:spPr>
            <a:xfrm>
              <a:off x="3446730" y="484746"/>
              <a:ext cx="805702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rPr>
                <a:t>SNMP</a:t>
              </a:r>
            </a:p>
          </p:txBody>
        </p:sp>
      </p:grpSp>
      <p:sp>
        <p:nvSpPr>
          <p:cNvPr id="351" name="TextBox 350">
            <a:extLst>
              <a:ext uri="{FF2B5EF4-FFF2-40B4-BE49-F238E27FC236}">
                <a16:creationId xmlns:a16="http://schemas.microsoft.com/office/drawing/2014/main" id="{DF810222-B66A-6647-AF73-EAEA8633E33C}"/>
              </a:ext>
            </a:extLst>
          </p:cNvPr>
          <p:cNvSpPr txBox="1"/>
          <p:nvPr/>
        </p:nvSpPr>
        <p:spPr>
          <a:xfrm>
            <a:off x="3155302" y="3783967"/>
            <a:ext cx="5950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00CC99">
                    <a:lumMod val="60000"/>
                    <a:lumOff val="40000"/>
                  </a:srgbClr>
                </a:solidFill>
                <a:latin typeface="Arial" charset="0"/>
                <a:ea typeface="ＭＳ Ｐゴシック" charset="0"/>
              </a:rPr>
              <a:t>…  </a:t>
            </a:r>
          </a:p>
        </p:txBody>
      </p:sp>
      <p:sp>
        <p:nvSpPr>
          <p:cNvPr id="352" name="Rounded Rectangle 351">
            <a:extLst>
              <a:ext uri="{FF2B5EF4-FFF2-40B4-BE49-F238E27FC236}">
                <a16:creationId xmlns:a16="http://schemas.microsoft.com/office/drawing/2014/main" id="{7A53E111-B2D7-164C-A257-1817B32657FD}"/>
              </a:ext>
            </a:extLst>
          </p:cNvPr>
          <p:cNvSpPr/>
          <p:nvPr/>
        </p:nvSpPr>
        <p:spPr>
          <a:xfrm>
            <a:off x="1267885" y="2086297"/>
            <a:ext cx="4211053" cy="574748"/>
          </a:xfrm>
          <a:prstGeom prst="roundRect">
            <a:avLst/>
          </a:prstGeom>
          <a:solidFill>
            <a:srgbClr val="AAE2CA">
              <a:lumMod val="75000"/>
            </a:srgb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DE1E488E-DB00-8741-AD76-181DDF5D1007}"/>
              </a:ext>
            </a:extLst>
          </p:cNvPr>
          <p:cNvGrpSpPr/>
          <p:nvPr/>
        </p:nvGrpSpPr>
        <p:grpSpPr>
          <a:xfrm>
            <a:off x="1313282" y="2123346"/>
            <a:ext cx="1080377" cy="504412"/>
            <a:chOff x="3034225" y="436756"/>
            <a:chExt cx="1526977" cy="504412"/>
          </a:xfrm>
        </p:grpSpPr>
        <p:sp>
          <p:nvSpPr>
            <p:cNvPr id="354" name="Rounded Rectangle 353">
              <a:extLst>
                <a:ext uri="{FF2B5EF4-FFF2-40B4-BE49-F238E27FC236}">
                  <a16:creationId xmlns:a16="http://schemas.microsoft.com/office/drawing/2014/main" id="{98A13ABA-9455-A942-B524-6D0883B28B57}"/>
                </a:ext>
              </a:extLst>
            </p:cNvPr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/>
              </a:solidFill>
            </a:ln>
            <a:effectLst>
              <a:outerShdw blurRad="50800" dist="38100" dir="2700000" algn="tl" rotWithShape="0">
                <a:srgbClr val="00CC99">
                  <a:lumMod val="75000"/>
                  <a:alpha val="99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5" name="TextBox 354">
              <a:extLst>
                <a:ext uri="{FF2B5EF4-FFF2-40B4-BE49-F238E27FC236}">
                  <a16:creationId xmlns:a16="http://schemas.microsoft.com/office/drawing/2014/main" id="{9E5F4888-C152-6048-B38F-5BC74A5A16D9}"/>
                </a:ext>
              </a:extLst>
            </p:cNvPr>
            <p:cNvSpPr txBox="1"/>
            <p:nvPr/>
          </p:nvSpPr>
          <p:spPr>
            <a:xfrm>
              <a:off x="3034225" y="436756"/>
              <a:ext cx="1461287" cy="5044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rPr>
                <a:t>network graph</a:t>
              </a:r>
            </a:p>
          </p:txBody>
        </p:sp>
      </p:grpSp>
      <p:grpSp>
        <p:nvGrpSpPr>
          <p:cNvPr id="356" name="Group 355">
            <a:extLst>
              <a:ext uri="{FF2B5EF4-FFF2-40B4-BE49-F238E27FC236}">
                <a16:creationId xmlns:a16="http://schemas.microsoft.com/office/drawing/2014/main" id="{E40FDC48-BF32-B04B-8DBD-D61CF18EF743}"/>
              </a:ext>
            </a:extLst>
          </p:cNvPr>
          <p:cNvGrpSpPr/>
          <p:nvPr/>
        </p:nvGrpSpPr>
        <p:grpSpPr>
          <a:xfrm>
            <a:off x="4335616" y="2144194"/>
            <a:ext cx="1033900" cy="459826"/>
            <a:chOff x="3103238" y="457817"/>
            <a:chExt cx="1461287" cy="459826"/>
          </a:xfrm>
        </p:grpSpPr>
        <p:sp>
          <p:nvSpPr>
            <p:cNvPr id="357" name="Rounded Rectangle 356">
              <a:extLst>
                <a:ext uri="{FF2B5EF4-FFF2-40B4-BE49-F238E27FC236}">
                  <a16:creationId xmlns:a16="http://schemas.microsoft.com/office/drawing/2014/main" id="{9DB16644-5102-554D-99C0-889DCE0F0D2B}"/>
                </a:ext>
              </a:extLst>
            </p:cNvPr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/>
              </a:solidFill>
            </a:ln>
            <a:effectLst>
              <a:outerShdw blurRad="50800" dist="38100" dir="2700000" algn="tl" rotWithShape="0">
                <a:srgbClr val="00CC99">
                  <a:lumMod val="75000"/>
                  <a:alpha val="99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2A90B65C-4C25-C144-B2DD-D173E975D024}"/>
                </a:ext>
              </a:extLst>
            </p:cNvPr>
            <p:cNvSpPr txBox="1"/>
            <p:nvPr/>
          </p:nvSpPr>
          <p:spPr>
            <a:xfrm>
              <a:off x="3103238" y="553253"/>
              <a:ext cx="1461287" cy="2992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rPr>
                <a:t>intent</a:t>
              </a:r>
            </a:p>
          </p:txBody>
        </p:sp>
      </p:grpSp>
      <p:grpSp>
        <p:nvGrpSpPr>
          <p:cNvPr id="359" name="Group 358">
            <a:extLst>
              <a:ext uri="{FF2B5EF4-FFF2-40B4-BE49-F238E27FC236}">
                <a16:creationId xmlns:a16="http://schemas.microsoft.com/office/drawing/2014/main" id="{4DDA363C-D004-AB4D-9D62-44DAC7279759}"/>
              </a:ext>
            </a:extLst>
          </p:cNvPr>
          <p:cNvGrpSpPr/>
          <p:nvPr/>
        </p:nvGrpSpPr>
        <p:grpSpPr>
          <a:xfrm>
            <a:off x="2796533" y="2139558"/>
            <a:ext cx="1033900" cy="504412"/>
            <a:chOff x="3128334" y="454512"/>
            <a:chExt cx="1461287" cy="504412"/>
          </a:xfrm>
        </p:grpSpPr>
        <p:sp>
          <p:nvSpPr>
            <p:cNvPr id="360" name="Rounded Rectangle 359">
              <a:extLst>
                <a:ext uri="{FF2B5EF4-FFF2-40B4-BE49-F238E27FC236}">
                  <a16:creationId xmlns:a16="http://schemas.microsoft.com/office/drawing/2014/main" id="{59AAEC82-22A5-1A44-925D-3607D0F39D69}"/>
                </a:ext>
              </a:extLst>
            </p:cNvPr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/>
              </a:solidFill>
            </a:ln>
            <a:effectLst>
              <a:outerShdw blurRad="50800" dist="38100" dir="2700000" algn="tl" rotWithShape="0">
                <a:srgbClr val="00CC99">
                  <a:lumMod val="75000"/>
                  <a:alpha val="99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20C049F2-C1CA-DF4D-AA67-194E1C4F4CC3}"/>
                </a:ext>
              </a:extLst>
            </p:cNvPr>
            <p:cNvSpPr txBox="1"/>
            <p:nvPr/>
          </p:nvSpPr>
          <p:spPr>
            <a:xfrm>
              <a:off x="3128334" y="454512"/>
              <a:ext cx="1461287" cy="5044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rPr>
                <a:t>RESTful</a:t>
              </a:r>
            </a:p>
            <a:p>
              <a:pPr marL="0" marR="0" lvl="0" indent="0" algn="ctr" defTabSz="91440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rPr>
                <a:t>API</a:t>
              </a:r>
            </a:p>
          </p:txBody>
        </p:sp>
      </p:grpSp>
      <p:sp>
        <p:nvSpPr>
          <p:cNvPr id="362" name="TextBox 361">
            <a:extLst>
              <a:ext uri="{FF2B5EF4-FFF2-40B4-BE49-F238E27FC236}">
                <a16:creationId xmlns:a16="http://schemas.microsoft.com/office/drawing/2014/main" id="{D3A9C18D-A188-6A48-9CCB-C7A54C894F1D}"/>
              </a:ext>
            </a:extLst>
          </p:cNvPr>
          <p:cNvSpPr txBox="1"/>
          <p:nvPr/>
        </p:nvSpPr>
        <p:spPr>
          <a:xfrm>
            <a:off x="3833899" y="1945433"/>
            <a:ext cx="62790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00CC99">
                    <a:lumMod val="60000"/>
                    <a:lumOff val="40000"/>
                  </a:srgbClr>
                </a:solidFill>
                <a:latin typeface="Arial" charset="0"/>
                <a:ea typeface="ＭＳ Ｐゴシック" charset="0"/>
              </a:rPr>
              <a:t>…  </a:t>
            </a:r>
          </a:p>
        </p:txBody>
      </p:sp>
      <p:cxnSp>
        <p:nvCxnSpPr>
          <p:cNvPr id="363" name="Straight Connector 362">
            <a:extLst>
              <a:ext uri="{FF2B5EF4-FFF2-40B4-BE49-F238E27FC236}">
                <a16:creationId xmlns:a16="http://schemas.microsoft.com/office/drawing/2014/main" id="{1A4CD936-7BB9-DA49-90F7-EC6321F19D96}"/>
              </a:ext>
            </a:extLst>
          </p:cNvPr>
          <p:cNvCxnSpPr/>
          <p:nvPr/>
        </p:nvCxnSpPr>
        <p:spPr bwMode="auto">
          <a:xfrm flipV="1">
            <a:off x="1348096" y="1912530"/>
            <a:ext cx="4117474" cy="1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4" name="Freeform 2">
            <a:extLst>
              <a:ext uri="{FF2B5EF4-FFF2-40B4-BE49-F238E27FC236}">
                <a16:creationId xmlns:a16="http://schemas.microsoft.com/office/drawing/2014/main" id="{D9FEE928-6718-BA41-9C6C-C313FC8AC356}"/>
              </a:ext>
            </a:extLst>
          </p:cNvPr>
          <p:cNvSpPr>
            <a:spLocks/>
          </p:cNvSpPr>
          <p:nvPr/>
        </p:nvSpPr>
        <p:spPr bwMode="auto">
          <a:xfrm>
            <a:off x="1335792" y="5057443"/>
            <a:ext cx="4057421" cy="1393030"/>
          </a:xfrm>
          <a:custGeom>
            <a:avLst/>
            <a:gdLst>
              <a:gd name="T0" fmla="*/ 6 w 1794"/>
              <a:gd name="T1" fmla="*/ 483 h 933"/>
              <a:gd name="T2" fmla="*/ 108 w 1794"/>
              <a:gd name="T3" fmla="*/ 125 h 933"/>
              <a:gd name="T4" fmla="*/ 559 w 1794"/>
              <a:gd name="T5" fmla="*/ 100 h 933"/>
              <a:gd name="T6" fmla="*/ 1128 w 1794"/>
              <a:gd name="T7" fmla="*/ 29 h 933"/>
              <a:gd name="T8" fmla="*/ 1716 w 1794"/>
              <a:gd name="T9" fmla="*/ 275 h 933"/>
              <a:gd name="T10" fmla="*/ 1596 w 1794"/>
              <a:gd name="T11" fmla="*/ 827 h 933"/>
              <a:gd name="T12" fmla="*/ 1380 w 1794"/>
              <a:gd name="T13" fmla="*/ 911 h 933"/>
              <a:gd name="T14" fmla="*/ 840 w 1794"/>
              <a:gd name="T15" fmla="*/ 929 h 933"/>
              <a:gd name="T16" fmla="*/ 414 w 1794"/>
              <a:gd name="T17" fmla="*/ 911 h 933"/>
              <a:gd name="T18" fmla="*/ 143 w 1794"/>
              <a:gd name="T19" fmla="*/ 832 h 933"/>
              <a:gd name="T20" fmla="*/ 6 w 1794"/>
              <a:gd name="T21" fmla="*/ 483 h 93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794"/>
              <a:gd name="T34" fmla="*/ 0 h 933"/>
              <a:gd name="T35" fmla="*/ 1794 w 1794"/>
              <a:gd name="T36" fmla="*/ 933 h 93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cxnSp>
        <p:nvCxnSpPr>
          <p:cNvPr id="365" name="Straight Connector 364">
            <a:extLst>
              <a:ext uri="{FF2B5EF4-FFF2-40B4-BE49-F238E27FC236}">
                <a16:creationId xmlns:a16="http://schemas.microsoft.com/office/drawing/2014/main" id="{16DF309C-D74C-8948-A0B0-6218C9680A4C}"/>
              </a:ext>
            </a:extLst>
          </p:cNvPr>
          <p:cNvCxnSpPr/>
          <p:nvPr/>
        </p:nvCxnSpPr>
        <p:spPr bwMode="auto">
          <a:xfrm flipV="1">
            <a:off x="2418861" y="5441004"/>
            <a:ext cx="615520" cy="282224"/>
          </a:xfrm>
          <a:prstGeom prst="line">
            <a:avLst/>
          </a:prstGeom>
          <a:solidFill>
            <a:srgbClr val="00CC99"/>
          </a:solidFill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6" name="Straight Connector 365">
            <a:extLst>
              <a:ext uri="{FF2B5EF4-FFF2-40B4-BE49-F238E27FC236}">
                <a16:creationId xmlns:a16="http://schemas.microsoft.com/office/drawing/2014/main" id="{0A3E7D89-360D-EB45-9252-C3E555C87095}"/>
              </a:ext>
            </a:extLst>
          </p:cNvPr>
          <p:cNvCxnSpPr/>
          <p:nvPr/>
        </p:nvCxnSpPr>
        <p:spPr bwMode="auto">
          <a:xfrm>
            <a:off x="2408645" y="5746872"/>
            <a:ext cx="1651340" cy="138604"/>
          </a:xfrm>
          <a:prstGeom prst="line">
            <a:avLst/>
          </a:prstGeom>
          <a:solidFill>
            <a:srgbClr val="00CC99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7" name="Straight Connector 366">
            <a:extLst>
              <a:ext uri="{FF2B5EF4-FFF2-40B4-BE49-F238E27FC236}">
                <a16:creationId xmlns:a16="http://schemas.microsoft.com/office/drawing/2014/main" id="{9583D0EA-64B5-0042-BD81-C740B20D5AE4}"/>
              </a:ext>
            </a:extLst>
          </p:cNvPr>
          <p:cNvCxnSpPr>
            <a:endCxn id="429" idx="1"/>
          </p:cNvCxnSpPr>
          <p:nvPr/>
        </p:nvCxnSpPr>
        <p:spPr bwMode="auto">
          <a:xfrm>
            <a:off x="2418861" y="5803538"/>
            <a:ext cx="318002" cy="387552"/>
          </a:xfrm>
          <a:prstGeom prst="line">
            <a:avLst/>
          </a:prstGeom>
          <a:solidFill>
            <a:srgbClr val="00CC99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" name="Straight Connector 367">
            <a:extLst>
              <a:ext uri="{FF2B5EF4-FFF2-40B4-BE49-F238E27FC236}">
                <a16:creationId xmlns:a16="http://schemas.microsoft.com/office/drawing/2014/main" id="{0F05C6A0-5516-BC46-901A-CA7728C924B1}"/>
              </a:ext>
            </a:extLst>
          </p:cNvPr>
          <p:cNvCxnSpPr>
            <a:stCxn id="415" idx="3"/>
          </p:cNvCxnSpPr>
          <p:nvPr/>
        </p:nvCxnSpPr>
        <p:spPr bwMode="auto">
          <a:xfrm>
            <a:off x="3720713" y="5436854"/>
            <a:ext cx="333142" cy="421301"/>
          </a:xfrm>
          <a:prstGeom prst="line">
            <a:avLst/>
          </a:prstGeom>
          <a:solidFill>
            <a:srgbClr val="00CC99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9" name="Straight Connector 368">
            <a:extLst>
              <a:ext uri="{FF2B5EF4-FFF2-40B4-BE49-F238E27FC236}">
                <a16:creationId xmlns:a16="http://schemas.microsoft.com/office/drawing/2014/main" id="{37AC2CE6-5A12-0444-986F-EE08319CD185}"/>
              </a:ext>
            </a:extLst>
          </p:cNvPr>
          <p:cNvCxnSpPr/>
          <p:nvPr/>
        </p:nvCxnSpPr>
        <p:spPr bwMode="auto">
          <a:xfrm flipV="1">
            <a:off x="3198290" y="5944167"/>
            <a:ext cx="861695" cy="275422"/>
          </a:xfrm>
          <a:prstGeom prst="line">
            <a:avLst/>
          </a:prstGeom>
          <a:solidFill>
            <a:srgbClr val="00CC99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3" name="Oval 392">
            <a:extLst>
              <a:ext uri="{FF2B5EF4-FFF2-40B4-BE49-F238E27FC236}">
                <a16:creationId xmlns:a16="http://schemas.microsoft.com/office/drawing/2014/main" id="{F2D3F4DC-8BE9-C14E-910F-F66395DBEAA7}"/>
              </a:ext>
            </a:extLst>
          </p:cNvPr>
          <p:cNvSpPr/>
          <p:nvPr/>
        </p:nvSpPr>
        <p:spPr>
          <a:xfrm rot="5400000">
            <a:off x="2797134" y="407053"/>
            <a:ext cx="631007" cy="22352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tailEnd type="arrow"/>
          </a:ln>
          <a:effectLst>
            <a:outerShdw blurRad="50800" dist="38100" dir="18900000" algn="b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94" name="TextBox 393">
            <a:extLst>
              <a:ext uri="{FF2B5EF4-FFF2-40B4-BE49-F238E27FC236}">
                <a16:creationId xmlns:a16="http://schemas.microsoft.com/office/drawing/2014/main" id="{1FF52C02-7BC1-5C4B-9901-8DEEC502937C}"/>
              </a:ext>
            </a:extLst>
          </p:cNvPr>
          <p:cNvSpPr txBox="1"/>
          <p:nvPr/>
        </p:nvSpPr>
        <p:spPr>
          <a:xfrm>
            <a:off x="2135351" y="1323574"/>
            <a:ext cx="1947456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0" fontAlgn="base" hangingPunct="0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rgbClr val="000000"/>
                </a:solidFill>
                <a:latin typeface="Arial"/>
                <a:ea typeface="ＭＳ Ｐゴシック" charset="0"/>
                <a:cs typeface="Arial"/>
              </a:rPr>
              <a:t>Dijkstra’s link-state </a:t>
            </a:r>
          </a:p>
          <a:p>
            <a:pPr algn="ctr" eaLnBrk="0" fontAlgn="base" hangingPunct="0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rgbClr val="000000"/>
                </a:solidFill>
                <a:latin typeface="Arial"/>
                <a:ea typeface="ＭＳ Ｐゴシック" charset="0"/>
                <a:cs typeface="Arial"/>
              </a:rPr>
              <a:t>routing</a:t>
            </a:r>
          </a:p>
        </p:txBody>
      </p:sp>
      <p:grpSp>
        <p:nvGrpSpPr>
          <p:cNvPr id="395" name="Group 394">
            <a:extLst>
              <a:ext uri="{FF2B5EF4-FFF2-40B4-BE49-F238E27FC236}">
                <a16:creationId xmlns:a16="http://schemas.microsoft.com/office/drawing/2014/main" id="{3283CCE9-8CB6-8949-A9E8-23B833E8424F}"/>
              </a:ext>
            </a:extLst>
          </p:cNvPr>
          <p:cNvGrpSpPr/>
          <p:nvPr/>
        </p:nvGrpSpPr>
        <p:grpSpPr>
          <a:xfrm>
            <a:off x="1748590" y="5523964"/>
            <a:ext cx="687402" cy="470408"/>
            <a:chOff x="1736090" y="2893762"/>
            <a:chExt cx="565150" cy="340093"/>
          </a:xfrm>
        </p:grpSpPr>
        <p:grpSp>
          <p:nvGrpSpPr>
            <p:cNvPr id="396" name="Group 327">
              <a:extLst>
                <a:ext uri="{FF2B5EF4-FFF2-40B4-BE49-F238E27FC236}">
                  <a16:creationId xmlns:a16="http://schemas.microsoft.com/office/drawing/2014/main" id="{0A1998BC-6377-8E45-9B2B-8FE80CE093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400" name="Oval 399">
                <a:extLst>
                  <a:ext uri="{FF2B5EF4-FFF2-40B4-BE49-F238E27FC236}">
                    <a16:creationId xmlns:a16="http://schemas.microsoft.com/office/drawing/2014/main" id="{BB1B85D3-D01B-A041-93EE-FAB34FB8179A}"/>
                  </a:ext>
                </a:extLst>
              </p:cNvPr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01" name="Rectangle 400">
                <a:extLst>
                  <a:ext uri="{FF2B5EF4-FFF2-40B4-BE49-F238E27FC236}">
                    <a16:creationId xmlns:a16="http://schemas.microsoft.com/office/drawing/2014/main" id="{F1DCDAB1-5AC7-A342-A0A8-F8590A65D091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02" name="Oval 401">
                <a:extLst>
                  <a:ext uri="{FF2B5EF4-FFF2-40B4-BE49-F238E27FC236}">
                    <a16:creationId xmlns:a16="http://schemas.microsoft.com/office/drawing/2014/main" id="{364EE120-3A52-AC47-A765-DBFBE82B6044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03" name="Freeform 402">
                <a:extLst>
                  <a:ext uri="{FF2B5EF4-FFF2-40B4-BE49-F238E27FC236}">
                    <a16:creationId xmlns:a16="http://schemas.microsoft.com/office/drawing/2014/main" id="{0F7E9595-A4D4-9943-A2EE-06309FBD4155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04" name="Freeform 403">
                <a:extLst>
                  <a:ext uri="{FF2B5EF4-FFF2-40B4-BE49-F238E27FC236}">
                    <a16:creationId xmlns:a16="http://schemas.microsoft.com/office/drawing/2014/main" id="{27FC021A-5D6B-D44C-BE45-9A0B3E244E16}"/>
                  </a:ext>
                </a:extLst>
              </p:cNvPr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05" name="Freeform 404">
                <a:extLst>
                  <a:ext uri="{FF2B5EF4-FFF2-40B4-BE49-F238E27FC236}">
                    <a16:creationId xmlns:a16="http://schemas.microsoft.com/office/drawing/2014/main" id="{9CFC2A2E-5A8E-6D41-8416-E8B2C50779BB}"/>
                  </a:ext>
                </a:extLst>
              </p:cNvPr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06" name="Freeform 405">
                <a:extLst>
                  <a:ext uri="{FF2B5EF4-FFF2-40B4-BE49-F238E27FC236}">
                    <a16:creationId xmlns:a16="http://schemas.microsoft.com/office/drawing/2014/main" id="{04026D95-DA4A-F347-A7FF-424B9B469AB4}"/>
                  </a:ext>
                </a:extLst>
              </p:cNvPr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407" name="Straight Connector 406">
                <a:extLst>
                  <a:ext uri="{FF2B5EF4-FFF2-40B4-BE49-F238E27FC236}">
                    <a16:creationId xmlns:a16="http://schemas.microsoft.com/office/drawing/2014/main" id="{9D59DF6F-A7C9-6242-8CB4-771105A9C5D6}"/>
                  </a:ext>
                </a:extLst>
              </p:cNvPr>
              <p:cNvCxnSpPr>
                <a:endCxn id="402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408" name="Straight Connector 407">
                <a:extLst>
                  <a:ext uri="{FF2B5EF4-FFF2-40B4-BE49-F238E27FC236}">
                    <a16:creationId xmlns:a16="http://schemas.microsoft.com/office/drawing/2014/main" id="{A22BF780-EF6F-7948-A466-B756EA5EADA3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397" name="Group 396">
              <a:extLst>
                <a:ext uri="{FF2B5EF4-FFF2-40B4-BE49-F238E27FC236}">
                  <a16:creationId xmlns:a16="http://schemas.microsoft.com/office/drawing/2014/main" id="{37FD8073-5589-3940-BA2A-2C9406219C6F}"/>
                </a:ext>
              </a:extLst>
            </p:cNvPr>
            <p:cNvGrpSpPr/>
            <p:nvPr/>
          </p:nvGrpSpPr>
          <p:grpSpPr>
            <a:xfrm>
              <a:off x="1828502" y="2944584"/>
              <a:ext cx="374530" cy="289271"/>
              <a:chOff x="725185" y="1779875"/>
              <a:chExt cx="374530" cy="289271"/>
            </a:xfrm>
          </p:grpSpPr>
          <p:sp>
            <p:nvSpPr>
              <p:cNvPr id="398" name="Oval 397">
                <a:extLst>
                  <a:ext uri="{FF2B5EF4-FFF2-40B4-BE49-F238E27FC236}">
                    <a16:creationId xmlns:a16="http://schemas.microsoft.com/office/drawing/2014/main" id="{86A11B54-4339-BD4F-A52D-E772621B01BB}"/>
                  </a:ext>
                </a:extLst>
              </p:cNvPr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99" name="TextBox 398">
                <a:extLst>
                  <a:ext uri="{FF2B5EF4-FFF2-40B4-BE49-F238E27FC236}">
                    <a16:creationId xmlns:a16="http://schemas.microsoft.com/office/drawing/2014/main" id="{AD15C9A1-58C1-6D4D-A5E6-F245674F5399}"/>
                  </a:ext>
                </a:extLst>
              </p:cNvPr>
              <p:cNvSpPr txBox="1"/>
              <p:nvPr/>
            </p:nvSpPr>
            <p:spPr>
              <a:xfrm>
                <a:off x="725185" y="1779875"/>
                <a:ext cx="374530" cy="2892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s1</a:t>
                </a:r>
              </a:p>
            </p:txBody>
          </p:sp>
        </p:grpSp>
      </p:grpSp>
      <p:grpSp>
        <p:nvGrpSpPr>
          <p:cNvPr id="409" name="Group 408">
            <a:extLst>
              <a:ext uri="{FF2B5EF4-FFF2-40B4-BE49-F238E27FC236}">
                <a16:creationId xmlns:a16="http://schemas.microsoft.com/office/drawing/2014/main" id="{65CE0717-7A43-6447-982B-2A6BF5776D66}"/>
              </a:ext>
            </a:extLst>
          </p:cNvPr>
          <p:cNvGrpSpPr/>
          <p:nvPr/>
        </p:nvGrpSpPr>
        <p:grpSpPr>
          <a:xfrm>
            <a:off x="3033311" y="5232644"/>
            <a:ext cx="687402" cy="470406"/>
            <a:chOff x="1736090" y="2893762"/>
            <a:chExt cx="565150" cy="340091"/>
          </a:xfrm>
        </p:grpSpPr>
        <p:grpSp>
          <p:nvGrpSpPr>
            <p:cNvPr id="410" name="Group 327">
              <a:extLst>
                <a:ext uri="{FF2B5EF4-FFF2-40B4-BE49-F238E27FC236}">
                  <a16:creationId xmlns:a16="http://schemas.microsoft.com/office/drawing/2014/main" id="{88AF1197-A59E-F341-9C2F-D7BB75696E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414" name="Oval 413">
                <a:extLst>
                  <a:ext uri="{FF2B5EF4-FFF2-40B4-BE49-F238E27FC236}">
                    <a16:creationId xmlns:a16="http://schemas.microsoft.com/office/drawing/2014/main" id="{1514A7C7-412D-CB40-95FD-A73F84446469}"/>
                  </a:ext>
                </a:extLst>
              </p:cNvPr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15" name="Rectangle 414">
                <a:extLst>
                  <a:ext uri="{FF2B5EF4-FFF2-40B4-BE49-F238E27FC236}">
                    <a16:creationId xmlns:a16="http://schemas.microsoft.com/office/drawing/2014/main" id="{4EC25DBB-C079-B044-90B4-D4608AAEB2F9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16" name="Oval 415">
                <a:extLst>
                  <a:ext uri="{FF2B5EF4-FFF2-40B4-BE49-F238E27FC236}">
                    <a16:creationId xmlns:a16="http://schemas.microsoft.com/office/drawing/2014/main" id="{E0B0DE30-BB65-BC4A-A519-ABE38833F5C9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17" name="Freeform 416">
                <a:extLst>
                  <a:ext uri="{FF2B5EF4-FFF2-40B4-BE49-F238E27FC236}">
                    <a16:creationId xmlns:a16="http://schemas.microsoft.com/office/drawing/2014/main" id="{5D73B332-8201-9845-83B3-7991D1D29848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18" name="Freeform 417">
                <a:extLst>
                  <a:ext uri="{FF2B5EF4-FFF2-40B4-BE49-F238E27FC236}">
                    <a16:creationId xmlns:a16="http://schemas.microsoft.com/office/drawing/2014/main" id="{874F3D24-C6D1-0242-9071-675EAE55CF17}"/>
                  </a:ext>
                </a:extLst>
              </p:cNvPr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19" name="Freeform 418">
                <a:extLst>
                  <a:ext uri="{FF2B5EF4-FFF2-40B4-BE49-F238E27FC236}">
                    <a16:creationId xmlns:a16="http://schemas.microsoft.com/office/drawing/2014/main" id="{CC4308C1-A1A7-AB4B-AE6B-92E38956E380}"/>
                  </a:ext>
                </a:extLst>
              </p:cNvPr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20" name="Freeform 419">
                <a:extLst>
                  <a:ext uri="{FF2B5EF4-FFF2-40B4-BE49-F238E27FC236}">
                    <a16:creationId xmlns:a16="http://schemas.microsoft.com/office/drawing/2014/main" id="{24C8152F-6350-2844-826D-CCECEC749FCC}"/>
                  </a:ext>
                </a:extLst>
              </p:cNvPr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421" name="Straight Connector 420">
                <a:extLst>
                  <a:ext uri="{FF2B5EF4-FFF2-40B4-BE49-F238E27FC236}">
                    <a16:creationId xmlns:a16="http://schemas.microsoft.com/office/drawing/2014/main" id="{7AF20622-97B2-7746-9A48-1D87235CA032}"/>
                  </a:ext>
                </a:extLst>
              </p:cNvPr>
              <p:cNvCxnSpPr>
                <a:endCxn id="416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422" name="Straight Connector 421">
                <a:extLst>
                  <a:ext uri="{FF2B5EF4-FFF2-40B4-BE49-F238E27FC236}">
                    <a16:creationId xmlns:a16="http://schemas.microsoft.com/office/drawing/2014/main" id="{1A56332A-BABA-0C44-9EA7-63E7AE314A39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411" name="Group 410">
              <a:extLst>
                <a:ext uri="{FF2B5EF4-FFF2-40B4-BE49-F238E27FC236}">
                  <a16:creationId xmlns:a16="http://schemas.microsoft.com/office/drawing/2014/main" id="{88585B74-A4A2-9240-A305-4B257FDDF9BB}"/>
                </a:ext>
              </a:extLst>
            </p:cNvPr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412" name="Oval 411">
                <a:extLst>
                  <a:ext uri="{FF2B5EF4-FFF2-40B4-BE49-F238E27FC236}">
                    <a16:creationId xmlns:a16="http://schemas.microsoft.com/office/drawing/2014/main" id="{B715D4F7-EE1C-8243-B41D-D4E9D84A48C3}"/>
                  </a:ext>
                </a:extLst>
              </p:cNvPr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13" name="TextBox 412">
                <a:extLst>
                  <a:ext uri="{FF2B5EF4-FFF2-40B4-BE49-F238E27FC236}">
                    <a16:creationId xmlns:a16="http://schemas.microsoft.com/office/drawing/2014/main" id="{22A0E80F-D57D-4844-8977-0D000DE99B5D}"/>
                  </a:ext>
                </a:extLst>
              </p:cNvPr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s2</a:t>
                </a:r>
              </a:p>
            </p:txBody>
          </p:sp>
        </p:grpSp>
      </p:grpSp>
      <p:grpSp>
        <p:nvGrpSpPr>
          <p:cNvPr id="423" name="Group 422">
            <a:extLst>
              <a:ext uri="{FF2B5EF4-FFF2-40B4-BE49-F238E27FC236}">
                <a16:creationId xmlns:a16="http://schemas.microsoft.com/office/drawing/2014/main" id="{D213BA70-EF35-D34A-BC9C-DFEBDCF60751}"/>
              </a:ext>
            </a:extLst>
          </p:cNvPr>
          <p:cNvGrpSpPr/>
          <p:nvPr/>
        </p:nvGrpSpPr>
        <p:grpSpPr>
          <a:xfrm>
            <a:off x="2736863" y="5986880"/>
            <a:ext cx="687402" cy="470406"/>
            <a:chOff x="1736090" y="2893762"/>
            <a:chExt cx="565150" cy="340091"/>
          </a:xfrm>
        </p:grpSpPr>
        <p:grpSp>
          <p:nvGrpSpPr>
            <p:cNvPr id="424" name="Group 327">
              <a:extLst>
                <a:ext uri="{FF2B5EF4-FFF2-40B4-BE49-F238E27FC236}">
                  <a16:creationId xmlns:a16="http://schemas.microsoft.com/office/drawing/2014/main" id="{59C9C19B-2D7B-5446-993D-684F106169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428" name="Oval 427">
                <a:extLst>
                  <a:ext uri="{FF2B5EF4-FFF2-40B4-BE49-F238E27FC236}">
                    <a16:creationId xmlns:a16="http://schemas.microsoft.com/office/drawing/2014/main" id="{40008AEE-3152-C849-906C-3CAF9DFF25CC}"/>
                  </a:ext>
                </a:extLst>
              </p:cNvPr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29" name="Rectangle 428">
                <a:extLst>
                  <a:ext uri="{FF2B5EF4-FFF2-40B4-BE49-F238E27FC236}">
                    <a16:creationId xmlns:a16="http://schemas.microsoft.com/office/drawing/2014/main" id="{111839D8-9177-6249-A367-46D180572BB8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30" name="Oval 429">
                <a:extLst>
                  <a:ext uri="{FF2B5EF4-FFF2-40B4-BE49-F238E27FC236}">
                    <a16:creationId xmlns:a16="http://schemas.microsoft.com/office/drawing/2014/main" id="{1F1E42A9-4DE8-2641-85A4-A097587AE18A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31" name="Freeform 430">
                <a:extLst>
                  <a:ext uri="{FF2B5EF4-FFF2-40B4-BE49-F238E27FC236}">
                    <a16:creationId xmlns:a16="http://schemas.microsoft.com/office/drawing/2014/main" id="{98851B8A-DFDB-7446-ACF4-8D81FB5AA157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32" name="Freeform 431">
                <a:extLst>
                  <a:ext uri="{FF2B5EF4-FFF2-40B4-BE49-F238E27FC236}">
                    <a16:creationId xmlns:a16="http://schemas.microsoft.com/office/drawing/2014/main" id="{723991A2-A1E6-0D4F-9B5D-068A5496B054}"/>
                  </a:ext>
                </a:extLst>
              </p:cNvPr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33" name="Freeform 432">
                <a:extLst>
                  <a:ext uri="{FF2B5EF4-FFF2-40B4-BE49-F238E27FC236}">
                    <a16:creationId xmlns:a16="http://schemas.microsoft.com/office/drawing/2014/main" id="{7AACA8F0-9C63-A846-90C3-AAAB6E3910F1}"/>
                  </a:ext>
                </a:extLst>
              </p:cNvPr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34" name="Freeform 433">
                <a:extLst>
                  <a:ext uri="{FF2B5EF4-FFF2-40B4-BE49-F238E27FC236}">
                    <a16:creationId xmlns:a16="http://schemas.microsoft.com/office/drawing/2014/main" id="{5C925CD4-A1D8-4B4C-B630-EA0FF87CCF67}"/>
                  </a:ext>
                </a:extLst>
              </p:cNvPr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435" name="Straight Connector 434">
                <a:extLst>
                  <a:ext uri="{FF2B5EF4-FFF2-40B4-BE49-F238E27FC236}">
                    <a16:creationId xmlns:a16="http://schemas.microsoft.com/office/drawing/2014/main" id="{482CEABD-D59C-9146-B260-F80C556208AE}"/>
                  </a:ext>
                </a:extLst>
              </p:cNvPr>
              <p:cNvCxnSpPr>
                <a:endCxn id="430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436" name="Straight Connector 435">
                <a:extLst>
                  <a:ext uri="{FF2B5EF4-FFF2-40B4-BE49-F238E27FC236}">
                    <a16:creationId xmlns:a16="http://schemas.microsoft.com/office/drawing/2014/main" id="{852B68BC-F922-3848-9565-4D2178DB93AA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425" name="Group 424">
              <a:extLst>
                <a:ext uri="{FF2B5EF4-FFF2-40B4-BE49-F238E27FC236}">
                  <a16:creationId xmlns:a16="http://schemas.microsoft.com/office/drawing/2014/main" id="{B7439C84-CDB5-F347-BD13-C9965624FE17}"/>
                </a:ext>
              </a:extLst>
            </p:cNvPr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426" name="Oval 425">
                <a:extLst>
                  <a:ext uri="{FF2B5EF4-FFF2-40B4-BE49-F238E27FC236}">
                    <a16:creationId xmlns:a16="http://schemas.microsoft.com/office/drawing/2014/main" id="{01C7B7FA-5596-BC43-9C90-8E052B54FC11}"/>
                  </a:ext>
                </a:extLst>
              </p:cNvPr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6ECC707E-E1D7-4546-96A1-2387735089B7}"/>
                  </a:ext>
                </a:extLst>
              </p:cNvPr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s3</a:t>
                </a:r>
              </a:p>
            </p:txBody>
          </p:sp>
        </p:grpSp>
      </p:grpSp>
      <p:grpSp>
        <p:nvGrpSpPr>
          <p:cNvPr id="437" name="Group 436">
            <a:extLst>
              <a:ext uri="{FF2B5EF4-FFF2-40B4-BE49-F238E27FC236}">
                <a16:creationId xmlns:a16="http://schemas.microsoft.com/office/drawing/2014/main" id="{15A32C9A-E7F3-5346-87C4-CA4940C18BF9}"/>
              </a:ext>
            </a:extLst>
          </p:cNvPr>
          <p:cNvGrpSpPr/>
          <p:nvPr/>
        </p:nvGrpSpPr>
        <p:grpSpPr>
          <a:xfrm>
            <a:off x="3904271" y="5705754"/>
            <a:ext cx="687402" cy="470406"/>
            <a:chOff x="1736090" y="2893762"/>
            <a:chExt cx="565150" cy="340091"/>
          </a:xfrm>
        </p:grpSpPr>
        <p:grpSp>
          <p:nvGrpSpPr>
            <p:cNvPr id="438" name="Group 327">
              <a:extLst>
                <a:ext uri="{FF2B5EF4-FFF2-40B4-BE49-F238E27FC236}">
                  <a16:creationId xmlns:a16="http://schemas.microsoft.com/office/drawing/2014/main" id="{91239979-A6B3-3D4E-ABD7-F92D10C27A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442" name="Oval 441">
                <a:extLst>
                  <a:ext uri="{FF2B5EF4-FFF2-40B4-BE49-F238E27FC236}">
                    <a16:creationId xmlns:a16="http://schemas.microsoft.com/office/drawing/2014/main" id="{9FCAC59C-42CC-CE4C-96BD-FE920D1C2A77}"/>
                  </a:ext>
                </a:extLst>
              </p:cNvPr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43" name="Rectangle 442">
                <a:extLst>
                  <a:ext uri="{FF2B5EF4-FFF2-40B4-BE49-F238E27FC236}">
                    <a16:creationId xmlns:a16="http://schemas.microsoft.com/office/drawing/2014/main" id="{3FBEAA77-D815-D445-A86F-68B0D4452BC3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44" name="Oval 443">
                <a:extLst>
                  <a:ext uri="{FF2B5EF4-FFF2-40B4-BE49-F238E27FC236}">
                    <a16:creationId xmlns:a16="http://schemas.microsoft.com/office/drawing/2014/main" id="{2D6A81D7-4183-0C4B-9BE0-36028959107F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45" name="Freeform 444">
                <a:extLst>
                  <a:ext uri="{FF2B5EF4-FFF2-40B4-BE49-F238E27FC236}">
                    <a16:creationId xmlns:a16="http://schemas.microsoft.com/office/drawing/2014/main" id="{4EB08DF1-BFF0-D94C-9005-60CA113EB70F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46" name="Freeform 445">
                <a:extLst>
                  <a:ext uri="{FF2B5EF4-FFF2-40B4-BE49-F238E27FC236}">
                    <a16:creationId xmlns:a16="http://schemas.microsoft.com/office/drawing/2014/main" id="{37A92998-42D7-3647-9DAB-4B474843B9D7}"/>
                  </a:ext>
                </a:extLst>
              </p:cNvPr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47" name="Freeform 446">
                <a:extLst>
                  <a:ext uri="{FF2B5EF4-FFF2-40B4-BE49-F238E27FC236}">
                    <a16:creationId xmlns:a16="http://schemas.microsoft.com/office/drawing/2014/main" id="{C10BF816-5EDC-5D4D-AA34-D16A44C5ACC4}"/>
                  </a:ext>
                </a:extLst>
              </p:cNvPr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48" name="Freeform 447">
                <a:extLst>
                  <a:ext uri="{FF2B5EF4-FFF2-40B4-BE49-F238E27FC236}">
                    <a16:creationId xmlns:a16="http://schemas.microsoft.com/office/drawing/2014/main" id="{5EDE6095-F96A-8147-96D3-B6AC4A7604E9}"/>
                  </a:ext>
                </a:extLst>
              </p:cNvPr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449" name="Straight Connector 448">
                <a:extLst>
                  <a:ext uri="{FF2B5EF4-FFF2-40B4-BE49-F238E27FC236}">
                    <a16:creationId xmlns:a16="http://schemas.microsoft.com/office/drawing/2014/main" id="{18F6547F-EE28-D440-B02C-859463240B3B}"/>
                  </a:ext>
                </a:extLst>
              </p:cNvPr>
              <p:cNvCxnSpPr>
                <a:endCxn id="444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450" name="Straight Connector 449">
                <a:extLst>
                  <a:ext uri="{FF2B5EF4-FFF2-40B4-BE49-F238E27FC236}">
                    <a16:creationId xmlns:a16="http://schemas.microsoft.com/office/drawing/2014/main" id="{C75462DD-9379-4145-B1BA-38B9E3C33BD1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439" name="Group 438">
              <a:extLst>
                <a:ext uri="{FF2B5EF4-FFF2-40B4-BE49-F238E27FC236}">
                  <a16:creationId xmlns:a16="http://schemas.microsoft.com/office/drawing/2014/main" id="{0D413191-8CF2-CC46-9D2F-BF1C4542E2EB}"/>
                </a:ext>
              </a:extLst>
            </p:cNvPr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440" name="Oval 439">
                <a:extLst>
                  <a:ext uri="{FF2B5EF4-FFF2-40B4-BE49-F238E27FC236}">
                    <a16:creationId xmlns:a16="http://schemas.microsoft.com/office/drawing/2014/main" id="{C665F85B-B221-3349-A8A9-423CB064E829}"/>
                  </a:ext>
                </a:extLst>
              </p:cNvPr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41" name="TextBox 440">
                <a:extLst>
                  <a:ext uri="{FF2B5EF4-FFF2-40B4-BE49-F238E27FC236}">
                    <a16:creationId xmlns:a16="http://schemas.microsoft.com/office/drawing/2014/main" id="{FA49AD3B-122F-4C4B-A918-544A3BF1895E}"/>
                  </a:ext>
                </a:extLst>
              </p:cNvPr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s4</a:t>
                </a:r>
              </a:p>
            </p:txBody>
          </p:sp>
        </p:grpSp>
      </p:grpSp>
      <p:grpSp>
        <p:nvGrpSpPr>
          <p:cNvPr id="452" name="Group 451">
            <a:extLst>
              <a:ext uri="{FF2B5EF4-FFF2-40B4-BE49-F238E27FC236}">
                <a16:creationId xmlns:a16="http://schemas.microsoft.com/office/drawing/2014/main" id="{F109F0CB-C7A7-9F4C-9F78-1DFE6E2E92FF}"/>
              </a:ext>
            </a:extLst>
          </p:cNvPr>
          <p:cNvGrpSpPr/>
          <p:nvPr/>
        </p:nvGrpSpPr>
        <p:grpSpPr>
          <a:xfrm>
            <a:off x="6763892" y="1425421"/>
            <a:ext cx="4822682" cy="1122684"/>
            <a:chOff x="5326799" y="1281868"/>
            <a:chExt cx="4822682" cy="1122684"/>
          </a:xfrm>
        </p:grpSpPr>
        <p:sp>
          <p:nvSpPr>
            <p:cNvPr id="453" name="TextBox 452">
              <a:extLst>
                <a:ext uri="{FF2B5EF4-FFF2-40B4-BE49-F238E27FC236}">
                  <a16:creationId xmlns:a16="http://schemas.microsoft.com/office/drawing/2014/main" id="{E06A1FC5-2F8F-E746-8AEE-58223238D3E6}"/>
                </a:ext>
              </a:extLst>
            </p:cNvPr>
            <p:cNvSpPr txBox="1"/>
            <p:nvPr/>
          </p:nvSpPr>
          <p:spPr>
            <a:xfrm>
              <a:off x="5654650" y="1315023"/>
              <a:ext cx="4494831" cy="1089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rPr>
                <a:t>S1, experiencing link failure uses OpenFlow port status message to notify controller</a:t>
              </a:r>
            </a:p>
          </p:txBody>
        </p:sp>
        <p:grpSp>
          <p:nvGrpSpPr>
            <p:cNvPr id="454" name="Group 453">
              <a:extLst>
                <a:ext uri="{FF2B5EF4-FFF2-40B4-BE49-F238E27FC236}">
                  <a16:creationId xmlns:a16="http://schemas.microsoft.com/office/drawing/2014/main" id="{0F995241-55DC-D948-B009-B3415184F93C}"/>
                </a:ext>
              </a:extLst>
            </p:cNvPr>
            <p:cNvGrpSpPr/>
            <p:nvPr/>
          </p:nvGrpSpPr>
          <p:grpSpPr>
            <a:xfrm>
              <a:off x="5326799" y="1281868"/>
              <a:ext cx="314510" cy="400110"/>
              <a:chOff x="430693" y="1944861"/>
              <a:chExt cx="291062" cy="400110"/>
            </a:xfrm>
          </p:grpSpPr>
          <p:sp>
            <p:nvSpPr>
              <p:cNvPr id="455" name="Oval 454">
                <a:extLst>
                  <a:ext uri="{FF2B5EF4-FFF2-40B4-BE49-F238E27FC236}">
                    <a16:creationId xmlns:a16="http://schemas.microsoft.com/office/drawing/2014/main" id="{838418A2-0530-6D4D-B957-9B73EC90CAF5}"/>
                  </a:ext>
                </a:extLst>
              </p:cNvPr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C00000"/>
                </a:solidFill>
              </a:ln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456" name="TextBox 455">
                <a:extLst>
                  <a:ext uri="{FF2B5EF4-FFF2-40B4-BE49-F238E27FC236}">
                    <a16:creationId xmlns:a16="http://schemas.microsoft.com/office/drawing/2014/main" id="{EECCC49B-4360-6A44-857F-C6612A4A5A91}"/>
                  </a:ext>
                </a:extLst>
              </p:cNvPr>
              <p:cNvSpPr txBox="1"/>
              <p:nvPr/>
            </p:nvSpPr>
            <p:spPr>
              <a:xfrm>
                <a:off x="430693" y="1944861"/>
                <a:ext cx="29106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ea typeface="ＭＳ Ｐゴシック" charset="0"/>
                    <a:cs typeface="Arial"/>
                  </a:rPr>
                  <a:t>1</a:t>
                </a:r>
              </a:p>
            </p:txBody>
          </p:sp>
        </p:grpSp>
      </p:grpSp>
      <p:grpSp>
        <p:nvGrpSpPr>
          <p:cNvPr id="457" name="Group 456">
            <a:extLst>
              <a:ext uri="{FF2B5EF4-FFF2-40B4-BE49-F238E27FC236}">
                <a16:creationId xmlns:a16="http://schemas.microsoft.com/office/drawing/2014/main" id="{E094A808-83E3-F44E-8311-B49C7768D728}"/>
              </a:ext>
            </a:extLst>
          </p:cNvPr>
          <p:cNvGrpSpPr/>
          <p:nvPr/>
        </p:nvGrpSpPr>
        <p:grpSpPr>
          <a:xfrm>
            <a:off x="6812552" y="2632974"/>
            <a:ext cx="5024543" cy="790285"/>
            <a:chOff x="5330006" y="1281868"/>
            <a:chExt cx="5024543" cy="790285"/>
          </a:xfrm>
        </p:grpSpPr>
        <p:sp>
          <p:nvSpPr>
            <p:cNvPr id="458" name="TextBox 457">
              <a:extLst>
                <a:ext uri="{FF2B5EF4-FFF2-40B4-BE49-F238E27FC236}">
                  <a16:creationId xmlns:a16="http://schemas.microsoft.com/office/drawing/2014/main" id="{5A66128A-E3A6-114A-91B5-2FE1B075D1FB}"/>
                </a:ext>
              </a:extLst>
            </p:cNvPr>
            <p:cNvSpPr txBox="1"/>
            <p:nvPr/>
          </p:nvSpPr>
          <p:spPr>
            <a:xfrm>
              <a:off x="5654650" y="1315023"/>
              <a:ext cx="4699899" cy="75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rPr>
                <a:t>SDN controller receives OpenFlow message, updates link status info</a:t>
              </a:r>
            </a:p>
          </p:txBody>
        </p:sp>
        <p:grpSp>
          <p:nvGrpSpPr>
            <p:cNvPr id="459" name="Group 458">
              <a:extLst>
                <a:ext uri="{FF2B5EF4-FFF2-40B4-BE49-F238E27FC236}">
                  <a16:creationId xmlns:a16="http://schemas.microsoft.com/office/drawing/2014/main" id="{0680D512-D870-4A4E-A672-2D42E18257F4}"/>
                </a:ext>
              </a:extLst>
            </p:cNvPr>
            <p:cNvGrpSpPr/>
            <p:nvPr/>
          </p:nvGrpSpPr>
          <p:grpSpPr>
            <a:xfrm>
              <a:off x="5330006" y="1281868"/>
              <a:ext cx="314510" cy="400110"/>
              <a:chOff x="433661" y="1944861"/>
              <a:chExt cx="291062" cy="400110"/>
            </a:xfrm>
          </p:grpSpPr>
          <p:sp>
            <p:nvSpPr>
              <p:cNvPr id="460" name="Oval 459">
                <a:extLst>
                  <a:ext uri="{FF2B5EF4-FFF2-40B4-BE49-F238E27FC236}">
                    <a16:creationId xmlns:a16="http://schemas.microsoft.com/office/drawing/2014/main" id="{C54CA8A5-88FD-0B43-B39C-06EA5B196E08}"/>
                  </a:ext>
                </a:extLst>
              </p:cNvPr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C00000"/>
                </a:solidFill>
              </a:ln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461" name="TextBox 460">
                <a:extLst>
                  <a:ext uri="{FF2B5EF4-FFF2-40B4-BE49-F238E27FC236}">
                    <a16:creationId xmlns:a16="http://schemas.microsoft.com/office/drawing/2014/main" id="{98241409-350B-3C48-8CD4-8EC73830F0DD}"/>
                  </a:ext>
                </a:extLst>
              </p:cNvPr>
              <p:cNvSpPr txBox="1"/>
              <p:nvPr/>
            </p:nvSpPr>
            <p:spPr>
              <a:xfrm>
                <a:off x="433661" y="1944861"/>
                <a:ext cx="29106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ea typeface="ＭＳ Ｐゴシック" charset="0"/>
                    <a:cs typeface="Arial"/>
                  </a:rPr>
                  <a:t>2</a:t>
                </a:r>
              </a:p>
            </p:txBody>
          </p:sp>
        </p:grpSp>
      </p:grpSp>
      <p:grpSp>
        <p:nvGrpSpPr>
          <p:cNvPr id="462" name="Group 461">
            <a:extLst>
              <a:ext uri="{FF2B5EF4-FFF2-40B4-BE49-F238E27FC236}">
                <a16:creationId xmlns:a16="http://schemas.microsoft.com/office/drawing/2014/main" id="{A90C1603-EE2D-5C46-96D7-DD144E7597AC}"/>
              </a:ext>
            </a:extLst>
          </p:cNvPr>
          <p:cNvGrpSpPr/>
          <p:nvPr/>
        </p:nvGrpSpPr>
        <p:grpSpPr>
          <a:xfrm>
            <a:off x="6821113" y="3557841"/>
            <a:ext cx="5253976" cy="1445458"/>
            <a:chOff x="5333217" y="1291493"/>
            <a:chExt cx="5253976" cy="1445458"/>
          </a:xfrm>
        </p:grpSpPr>
        <p:sp>
          <p:nvSpPr>
            <p:cNvPr id="463" name="TextBox 462">
              <a:extLst>
                <a:ext uri="{FF2B5EF4-FFF2-40B4-BE49-F238E27FC236}">
                  <a16:creationId xmlns:a16="http://schemas.microsoft.com/office/drawing/2014/main" id="{7B9E44CE-B140-1542-AAC2-4DAF6F5BCDFC}"/>
                </a:ext>
              </a:extLst>
            </p:cNvPr>
            <p:cNvSpPr txBox="1"/>
            <p:nvPr/>
          </p:nvSpPr>
          <p:spPr>
            <a:xfrm>
              <a:off x="5654650" y="1315023"/>
              <a:ext cx="4932543" cy="1421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rPr>
                <a:t>Dijkstra’s routing algorithm application has previously registered to be called when ever link status changes.  It is called.</a:t>
              </a:r>
            </a:p>
          </p:txBody>
        </p:sp>
        <p:grpSp>
          <p:nvGrpSpPr>
            <p:cNvPr id="464" name="Group 463">
              <a:extLst>
                <a:ext uri="{FF2B5EF4-FFF2-40B4-BE49-F238E27FC236}">
                  <a16:creationId xmlns:a16="http://schemas.microsoft.com/office/drawing/2014/main" id="{4AA4F08F-919D-6D43-A245-B36CE88D136C}"/>
                </a:ext>
              </a:extLst>
            </p:cNvPr>
            <p:cNvGrpSpPr/>
            <p:nvPr/>
          </p:nvGrpSpPr>
          <p:grpSpPr>
            <a:xfrm>
              <a:off x="5333217" y="1291493"/>
              <a:ext cx="314510" cy="400110"/>
              <a:chOff x="436633" y="1954486"/>
              <a:chExt cx="291062" cy="400110"/>
            </a:xfrm>
          </p:grpSpPr>
          <p:sp>
            <p:nvSpPr>
              <p:cNvPr id="465" name="Oval 464">
                <a:extLst>
                  <a:ext uri="{FF2B5EF4-FFF2-40B4-BE49-F238E27FC236}">
                    <a16:creationId xmlns:a16="http://schemas.microsoft.com/office/drawing/2014/main" id="{474762E3-AFBB-FD48-BEF6-8AF863920A29}"/>
                  </a:ext>
                </a:extLst>
              </p:cNvPr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C00000"/>
                </a:solidFill>
              </a:ln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466" name="TextBox 465">
                <a:extLst>
                  <a:ext uri="{FF2B5EF4-FFF2-40B4-BE49-F238E27FC236}">
                    <a16:creationId xmlns:a16="http://schemas.microsoft.com/office/drawing/2014/main" id="{C0B243D3-CD77-354D-AF47-3C3867EAD742}"/>
                  </a:ext>
                </a:extLst>
              </p:cNvPr>
              <p:cNvSpPr txBox="1"/>
              <p:nvPr/>
            </p:nvSpPr>
            <p:spPr>
              <a:xfrm>
                <a:off x="436633" y="1954486"/>
                <a:ext cx="29106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ea typeface="ＭＳ Ｐゴシック" charset="0"/>
                    <a:cs typeface="Arial"/>
                  </a:rPr>
                  <a:t>3</a:t>
                </a:r>
              </a:p>
            </p:txBody>
          </p:sp>
        </p:grpSp>
      </p:grp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9B04D695-515C-F643-A6A8-EB313B26D25D}"/>
              </a:ext>
            </a:extLst>
          </p:cNvPr>
          <p:cNvGrpSpPr/>
          <p:nvPr/>
        </p:nvGrpSpPr>
        <p:grpSpPr>
          <a:xfrm>
            <a:off x="6800258" y="5062185"/>
            <a:ext cx="4748738" cy="1448665"/>
            <a:chOff x="5320381" y="1288286"/>
            <a:chExt cx="4748738" cy="1448665"/>
          </a:xfrm>
        </p:grpSpPr>
        <p:sp>
          <p:nvSpPr>
            <p:cNvPr id="468" name="TextBox 467">
              <a:extLst>
                <a:ext uri="{FF2B5EF4-FFF2-40B4-BE49-F238E27FC236}">
                  <a16:creationId xmlns:a16="http://schemas.microsoft.com/office/drawing/2014/main" id="{B0A5DC12-CD7F-7947-8638-FCA31A28E2B0}"/>
                </a:ext>
              </a:extLst>
            </p:cNvPr>
            <p:cNvSpPr txBox="1"/>
            <p:nvPr/>
          </p:nvSpPr>
          <p:spPr>
            <a:xfrm>
              <a:off x="5654650" y="1315023"/>
              <a:ext cx="4414469" cy="1421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rPr>
                <a:t>Dijkstra’s routing algorithm access network graph info, link state info in controller,  computes new routes</a:t>
              </a:r>
            </a:p>
          </p:txBody>
        </p:sp>
        <p:grpSp>
          <p:nvGrpSpPr>
            <p:cNvPr id="469" name="Group 468">
              <a:extLst>
                <a:ext uri="{FF2B5EF4-FFF2-40B4-BE49-F238E27FC236}">
                  <a16:creationId xmlns:a16="http://schemas.microsoft.com/office/drawing/2014/main" id="{E780A433-81AB-8640-801E-3E36D0C8A814}"/>
                </a:ext>
              </a:extLst>
            </p:cNvPr>
            <p:cNvGrpSpPr/>
            <p:nvPr/>
          </p:nvGrpSpPr>
          <p:grpSpPr>
            <a:xfrm>
              <a:off x="5320381" y="1288286"/>
              <a:ext cx="314510" cy="400110"/>
              <a:chOff x="424754" y="1951279"/>
              <a:chExt cx="291062" cy="400110"/>
            </a:xfrm>
          </p:grpSpPr>
          <p:sp>
            <p:nvSpPr>
              <p:cNvPr id="470" name="Oval 469">
                <a:extLst>
                  <a:ext uri="{FF2B5EF4-FFF2-40B4-BE49-F238E27FC236}">
                    <a16:creationId xmlns:a16="http://schemas.microsoft.com/office/drawing/2014/main" id="{13BA4AD6-9B8B-B34F-8638-37047BF2F57A}"/>
                  </a:ext>
                </a:extLst>
              </p:cNvPr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C00000"/>
                </a:solidFill>
              </a:ln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471" name="TextBox 470">
                <a:extLst>
                  <a:ext uri="{FF2B5EF4-FFF2-40B4-BE49-F238E27FC236}">
                    <a16:creationId xmlns:a16="http://schemas.microsoft.com/office/drawing/2014/main" id="{B0922FC9-7A3B-0A4F-A08D-B0BBA98A59FF}"/>
                  </a:ext>
                </a:extLst>
              </p:cNvPr>
              <p:cNvSpPr txBox="1"/>
              <p:nvPr/>
            </p:nvSpPr>
            <p:spPr>
              <a:xfrm>
                <a:off x="424754" y="1951279"/>
                <a:ext cx="29106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ea typeface="ＭＳ Ｐゴシック" charset="0"/>
                    <a:cs typeface="Arial"/>
                  </a:rPr>
                  <a:t>4</a:t>
                </a:r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D028D42-5816-5541-A673-C6433AD9D499}"/>
              </a:ext>
            </a:extLst>
          </p:cNvPr>
          <p:cNvGrpSpPr/>
          <p:nvPr/>
        </p:nvGrpSpPr>
        <p:grpSpPr>
          <a:xfrm>
            <a:off x="2312276" y="4225159"/>
            <a:ext cx="677917" cy="1261241"/>
            <a:chOff x="2312276" y="4225159"/>
            <a:chExt cx="677917" cy="12612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218DA33A-26D6-314C-A500-DD7DB353ACAB}"/>
                </a:ext>
              </a:extLst>
            </p:cNvPr>
            <p:cNvSpPr/>
            <p:nvPr/>
          </p:nvSpPr>
          <p:spPr>
            <a:xfrm>
              <a:off x="2312276" y="4225159"/>
              <a:ext cx="677917" cy="1261241"/>
            </a:xfrm>
            <a:custGeom>
              <a:avLst/>
              <a:gdLst>
                <a:gd name="connsiteX0" fmla="*/ 0 w 677917"/>
                <a:gd name="connsiteY0" fmla="*/ 1261241 h 1261241"/>
                <a:gd name="connsiteX1" fmla="*/ 677917 w 677917"/>
                <a:gd name="connsiteY1" fmla="*/ 178675 h 1261241"/>
                <a:gd name="connsiteX2" fmla="*/ 677917 w 677917"/>
                <a:gd name="connsiteY2" fmla="*/ 0 h 1261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7917" h="1261241">
                  <a:moveTo>
                    <a:pt x="0" y="1261241"/>
                  </a:moveTo>
                  <a:lnTo>
                    <a:pt x="677917" y="178675"/>
                  </a:lnTo>
                  <a:lnTo>
                    <a:pt x="677917" y="0"/>
                  </a:lnTo>
                </a:path>
              </a:pathLst>
            </a:cu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71" name="Group 370">
              <a:extLst>
                <a:ext uri="{FF2B5EF4-FFF2-40B4-BE49-F238E27FC236}">
                  <a16:creationId xmlns:a16="http://schemas.microsoft.com/office/drawing/2014/main" id="{77BAE01A-4364-4544-BF42-8FF701463BAC}"/>
                </a:ext>
              </a:extLst>
            </p:cNvPr>
            <p:cNvGrpSpPr/>
            <p:nvPr/>
          </p:nvGrpSpPr>
          <p:grpSpPr>
            <a:xfrm>
              <a:off x="2499117" y="4791488"/>
              <a:ext cx="313044" cy="369332"/>
              <a:chOff x="-17363" y="1958857"/>
              <a:chExt cx="313044" cy="369332"/>
            </a:xfrm>
          </p:grpSpPr>
          <p:sp>
            <p:nvSpPr>
              <p:cNvPr id="372" name="Oval 371">
                <a:extLst>
                  <a:ext uri="{FF2B5EF4-FFF2-40B4-BE49-F238E27FC236}">
                    <a16:creationId xmlns:a16="http://schemas.microsoft.com/office/drawing/2014/main" id="{64D78EC7-F7C7-3F45-961B-64EA2E033912}"/>
                  </a:ext>
                </a:extLst>
              </p:cNvPr>
              <p:cNvSpPr/>
              <p:nvPr/>
            </p:nvSpPr>
            <p:spPr>
              <a:xfrm>
                <a:off x="17117" y="2010412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C00000"/>
                </a:solidFill>
              </a:ln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373" name="TextBox 372">
                <a:extLst>
                  <a:ext uri="{FF2B5EF4-FFF2-40B4-BE49-F238E27FC236}">
                    <a16:creationId xmlns:a16="http://schemas.microsoft.com/office/drawing/2014/main" id="{3E26F343-9456-5D42-A9FA-964E247D2550}"/>
                  </a:ext>
                </a:extLst>
              </p:cNvPr>
              <p:cNvSpPr txBox="1"/>
              <p:nvPr/>
            </p:nvSpPr>
            <p:spPr>
              <a:xfrm>
                <a:off x="-17363" y="1958857"/>
                <a:ext cx="3130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rPr>
                  <a:t>1</a:t>
                </a:r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CB6F412-7995-3B46-8E64-A0D13B5F777D}"/>
              </a:ext>
            </a:extLst>
          </p:cNvPr>
          <p:cNvGrpSpPr/>
          <p:nvPr/>
        </p:nvGrpSpPr>
        <p:grpSpPr>
          <a:xfrm>
            <a:off x="2292350" y="3432175"/>
            <a:ext cx="698500" cy="793750"/>
            <a:chOff x="2292350" y="3432175"/>
            <a:chExt cx="698500" cy="793750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50C530D-3872-7E44-B659-707925E00FB5}"/>
                </a:ext>
              </a:extLst>
            </p:cNvPr>
            <p:cNvSpPr/>
            <p:nvPr/>
          </p:nvSpPr>
          <p:spPr>
            <a:xfrm>
              <a:off x="2292350" y="3432175"/>
              <a:ext cx="698500" cy="793750"/>
            </a:xfrm>
            <a:custGeom>
              <a:avLst/>
              <a:gdLst>
                <a:gd name="connsiteX0" fmla="*/ 698500 w 698500"/>
                <a:gd name="connsiteY0" fmla="*/ 793750 h 793750"/>
                <a:gd name="connsiteX1" fmla="*/ 698500 w 698500"/>
                <a:gd name="connsiteY1" fmla="*/ 508000 h 793750"/>
                <a:gd name="connsiteX2" fmla="*/ 0 w 698500"/>
                <a:gd name="connsiteY2" fmla="*/ 269875 h 793750"/>
                <a:gd name="connsiteX3" fmla="*/ 0 w 698500"/>
                <a:gd name="connsiteY3" fmla="*/ 0 h 793750"/>
                <a:gd name="connsiteX4" fmla="*/ 0 w 698500"/>
                <a:gd name="connsiteY4" fmla="*/ 3175 h 79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8500" h="793750">
                  <a:moveTo>
                    <a:pt x="698500" y="793750"/>
                  </a:moveTo>
                  <a:lnTo>
                    <a:pt x="698500" y="508000"/>
                  </a:lnTo>
                  <a:lnTo>
                    <a:pt x="0" y="269875"/>
                  </a:lnTo>
                  <a:lnTo>
                    <a:pt x="0" y="0"/>
                  </a:lnTo>
                  <a:lnTo>
                    <a:pt x="0" y="3175"/>
                  </a:lnTo>
                </a:path>
              </a:pathLst>
            </a:cu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E2BF29E-5D7E-3445-97B2-B00E46F50CB0}"/>
                </a:ext>
              </a:extLst>
            </p:cNvPr>
            <p:cNvGrpSpPr/>
            <p:nvPr/>
          </p:nvGrpSpPr>
          <p:grpSpPr>
            <a:xfrm>
              <a:off x="2576070" y="3664008"/>
              <a:ext cx="313044" cy="369332"/>
              <a:chOff x="2576070" y="3664008"/>
              <a:chExt cx="313044" cy="369332"/>
            </a:xfrm>
          </p:grpSpPr>
          <p:sp>
            <p:nvSpPr>
              <p:cNvPr id="375" name="Oval 374">
                <a:extLst>
                  <a:ext uri="{FF2B5EF4-FFF2-40B4-BE49-F238E27FC236}">
                    <a16:creationId xmlns:a16="http://schemas.microsoft.com/office/drawing/2014/main" id="{8730936C-BFF8-424D-8C52-3FBAACA75D29}"/>
                  </a:ext>
                </a:extLst>
              </p:cNvPr>
              <p:cNvSpPr/>
              <p:nvPr/>
            </p:nvSpPr>
            <p:spPr>
              <a:xfrm>
                <a:off x="2602120" y="3719723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C00000"/>
                </a:solidFill>
              </a:ln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376" name="TextBox 375">
                <a:extLst>
                  <a:ext uri="{FF2B5EF4-FFF2-40B4-BE49-F238E27FC236}">
                    <a16:creationId xmlns:a16="http://schemas.microsoft.com/office/drawing/2014/main" id="{FCDD7064-D7DA-984B-8288-7014FD5FA49C}"/>
                  </a:ext>
                </a:extLst>
              </p:cNvPr>
              <p:cNvSpPr txBox="1"/>
              <p:nvPr/>
            </p:nvSpPr>
            <p:spPr>
              <a:xfrm>
                <a:off x="2576070" y="3664008"/>
                <a:ext cx="3130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rPr>
                  <a:t>2</a:t>
                </a: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9BE2FC1-14EF-EF41-B834-5B22F3837E94}"/>
              </a:ext>
            </a:extLst>
          </p:cNvPr>
          <p:cNvGrpSpPr/>
          <p:nvPr/>
        </p:nvGrpSpPr>
        <p:grpSpPr>
          <a:xfrm>
            <a:off x="2137625" y="1774825"/>
            <a:ext cx="313044" cy="1663700"/>
            <a:chOff x="2134450" y="1762125"/>
            <a:chExt cx="313044" cy="1663700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78CDCAC-EDD7-0E4E-8BD0-4FB5320ED675}"/>
                </a:ext>
              </a:extLst>
            </p:cNvPr>
            <p:cNvSpPr/>
            <p:nvPr/>
          </p:nvSpPr>
          <p:spPr>
            <a:xfrm>
              <a:off x="2273300" y="1762125"/>
              <a:ext cx="15875" cy="1663700"/>
            </a:xfrm>
            <a:custGeom>
              <a:avLst/>
              <a:gdLst>
                <a:gd name="connsiteX0" fmla="*/ 15875 w 15875"/>
                <a:gd name="connsiteY0" fmla="*/ 1663700 h 1663700"/>
                <a:gd name="connsiteX1" fmla="*/ 15875 w 15875"/>
                <a:gd name="connsiteY1" fmla="*/ 0 h 1663700"/>
                <a:gd name="connsiteX2" fmla="*/ 0 w 15875"/>
                <a:gd name="connsiteY2" fmla="*/ 0 h 1663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875" h="1663700">
                  <a:moveTo>
                    <a:pt x="15875" y="1663700"/>
                  </a:moveTo>
                  <a:lnTo>
                    <a:pt x="15875" y="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C0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A2102A-B985-AC47-85E1-BFD474A7D9D2}"/>
                </a:ext>
              </a:extLst>
            </p:cNvPr>
            <p:cNvGrpSpPr/>
            <p:nvPr/>
          </p:nvGrpSpPr>
          <p:grpSpPr>
            <a:xfrm>
              <a:off x="2134450" y="2567187"/>
              <a:ext cx="313044" cy="369332"/>
              <a:chOff x="1712175" y="2510037"/>
              <a:chExt cx="313044" cy="369332"/>
            </a:xfrm>
          </p:grpSpPr>
          <p:sp>
            <p:nvSpPr>
              <p:cNvPr id="378" name="Oval 377">
                <a:extLst>
                  <a:ext uri="{FF2B5EF4-FFF2-40B4-BE49-F238E27FC236}">
                    <a16:creationId xmlns:a16="http://schemas.microsoft.com/office/drawing/2014/main" id="{DC0871FF-D3D8-2643-B38B-DAEBEB8EA107}"/>
                  </a:ext>
                </a:extLst>
              </p:cNvPr>
              <p:cNvSpPr/>
              <p:nvPr/>
            </p:nvSpPr>
            <p:spPr>
              <a:xfrm>
                <a:off x="1744575" y="256892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C00000"/>
                </a:solidFill>
              </a:ln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379" name="TextBox 378">
                <a:extLst>
                  <a:ext uri="{FF2B5EF4-FFF2-40B4-BE49-F238E27FC236}">
                    <a16:creationId xmlns:a16="http://schemas.microsoft.com/office/drawing/2014/main" id="{965BF2B8-2DC2-A24B-A21E-51E530B25818}"/>
                  </a:ext>
                </a:extLst>
              </p:cNvPr>
              <p:cNvSpPr txBox="1"/>
              <p:nvPr/>
            </p:nvSpPr>
            <p:spPr>
              <a:xfrm>
                <a:off x="1712175" y="2510037"/>
                <a:ext cx="3130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rPr>
                  <a:t>3</a:t>
                </a: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BA13A42-84D2-5F46-9A6B-6BA30F8EDC2D}"/>
              </a:ext>
            </a:extLst>
          </p:cNvPr>
          <p:cNvGrpSpPr/>
          <p:nvPr/>
        </p:nvGrpSpPr>
        <p:grpSpPr>
          <a:xfrm>
            <a:off x="2349183" y="1803400"/>
            <a:ext cx="313044" cy="1539875"/>
            <a:chOff x="2349183" y="1803400"/>
            <a:chExt cx="313044" cy="1539875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FBD088A-94D4-CC45-A539-772D0FEB312B}"/>
                </a:ext>
              </a:extLst>
            </p:cNvPr>
            <p:cNvCxnSpPr/>
            <p:nvPr/>
          </p:nvCxnSpPr>
          <p:spPr>
            <a:xfrm>
              <a:off x="2498725" y="1803400"/>
              <a:ext cx="0" cy="1539875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1" name="Group 380">
              <a:extLst>
                <a:ext uri="{FF2B5EF4-FFF2-40B4-BE49-F238E27FC236}">
                  <a16:creationId xmlns:a16="http://schemas.microsoft.com/office/drawing/2014/main" id="{76F79744-5FA1-7449-B121-428DFE2E2D6C}"/>
                </a:ext>
              </a:extLst>
            </p:cNvPr>
            <p:cNvGrpSpPr/>
            <p:nvPr/>
          </p:nvGrpSpPr>
          <p:grpSpPr>
            <a:xfrm>
              <a:off x="2349183" y="1906331"/>
              <a:ext cx="313044" cy="369332"/>
              <a:chOff x="415641" y="1967287"/>
              <a:chExt cx="313044" cy="369332"/>
            </a:xfrm>
          </p:grpSpPr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9FD5CC65-BB19-764E-927A-898AD871E876}"/>
                  </a:ext>
                </a:extLst>
              </p:cNvPr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C00000"/>
                </a:solidFill>
              </a:ln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383" name="TextBox 382">
                <a:extLst>
                  <a:ext uri="{FF2B5EF4-FFF2-40B4-BE49-F238E27FC236}">
                    <a16:creationId xmlns:a16="http://schemas.microsoft.com/office/drawing/2014/main" id="{571E5AEF-2D67-A64A-8835-73795045CED6}"/>
                  </a:ext>
                </a:extLst>
              </p:cNvPr>
              <p:cNvSpPr txBox="1"/>
              <p:nvPr/>
            </p:nvSpPr>
            <p:spPr>
              <a:xfrm>
                <a:off x="415641" y="1967287"/>
                <a:ext cx="3130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rPr>
                  <a:t>4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62888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CD85E7-B9DB-9043-B7EC-8C0919E8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457"/>
            <a:ext cx="10998896" cy="894622"/>
          </a:xfrm>
        </p:spPr>
        <p:txBody>
          <a:bodyPr>
            <a:noAutofit/>
          </a:bodyPr>
          <a:lstStyle/>
          <a:p>
            <a:r>
              <a:rPr lang="en-US" b="0" dirty="0"/>
              <a:t>SDN: control/data plane interaction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71119-17C6-6045-B8FE-FECA68C80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48D9D971-BB7B-A045-8126-3F6D89A80BFA}"/>
              </a:ext>
            </a:extLst>
          </p:cNvPr>
          <p:cNvSpPr/>
          <p:nvPr/>
        </p:nvSpPr>
        <p:spPr>
          <a:xfrm>
            <a:off x="1267886" y="2781457"/>
            <a:ext cx="4211052" cy="1062452"/>
          </a:xfrm>
          <a:prstGeom prst="roundRect">
            <a:avLst/>
          </a:prstGeom>
          <a:solidFill>
            <a:srgbClr val="AAE2CA">
              <a:lumMod val="75000"/>
            </a:srgb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26" name="Rounded Rectangle 325">
            <a:extLst>
              <a:ext uri="{FF2B5EF4-FFF2-40B4-BE49-F238E27FC236}">
                <a16:creationId xmlns:a16="http://schemas.microsoft.com/office/drawing/2014/main" id="{6862D1C0-D760-D24C-B4CE-1C62437307F2}"/>
              </a:ext>
            </a:extLst>
          </p:cNvPr>
          <p:cNvSpPr/>
          <p:nvPr/>
        </p:nvSpPr>
        <p:spPr>
          <a:xfrm>
            <a:off x="1294622" y="3977998"/>
            <a:ext cx="4184316" cy="545543"/>
          </a:xfrm>
          <a:prstGeom prst="roundRect">
            <a:avLst/>
          </a:prstGeom>
          <a:solidFill>
            <a:srgbClr val="AAE2CA">
              <a:lumMod val="75000"/>
            </a:srgb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cxnSp>
        <p:nvCxnSpPr>
          <p:cNvPr id="327" name="Straight Connector 326">
            <a:extLst>
              <a:ext uri="{FF2B5EF4-FFF2-40B4-BE49-F238E27FC236}">
                <a16:creationId xmlns:a16="http://schemas.microsoft.com/office/drawing/2014/main" id="{6EC76F04-CB84-9D4C-B614-CCAAF77DF086}"/>
              </a:ext>
            </a:extLst>
          </p:cNvPr>
          <p:cNvCxnSpPr/>
          <p:nvPr/>
        </p:nvCxnSpPr>
        <p:spPr bwMode="auto">
          <a:xfrm>
            <a:off x="1334724" y="4626321"/>
            <a:ext cx="4104106" cy="0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538C6E4D-0EC4-B64C-9EEA-03480A17D18A}"/>
              </a:ext>
            </a:extLst>
          </p:cNvPr>
          <p:cNvGrpSpPr/>
          <p:nvPr/>
        </p:nvGrpSpPr>
        <p:grpSpPr>
          <a:xfrm>
            <a:off x="1416854" y="3356297"/>
            <a:ext cx="1244650" cy="411995"/>
            <a:chOff x="3128876" y="457817"/>
            <a:chExt cx="1432326" cy="459826"/>
          </a:xfrm>
        </p:grpSpPr>
        <p:sp>
          <p:nvSpPr>
            <p:cNvPr id="329" name="Rounded Rectangle 328">
              <a:extLst>
                <a:ext uri="{FF2B5EF4-FFF2-40B4-BE49-F238E27FC236}">
                  <a16:creationId xmlns:a16="http://schemas.microsoft.com/office/drawing/2014/main" id="{464725F4-EA3D-B943-BC4E-A498A91255EC}"/>
                </a:ext>
              </a:extLst>
            </p:cNvPr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/>
              </a:solidFill>
            </a:ln>
            <a:effectLst>
              <a:outerShdw blurRad="50800" dist="38100" dir="2700000" algn="tl" rotWithShape="0">
                <a:srgbClr val="00CC99">
                  <a:lumMod val="75000"/>
                  <a:alpha val="99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id="{2A7D9926-304F-C44B-B971-A050DC450537}"/>
                </a:ext>
              </a:extLst>
            </p:cNvPr>
            <p:cNvSpPr txBox="1"/>
            <p:nvPr/>
          </p:nvSpPr>
          <p:spPr>
            <a:xfrm>
              <a:off x="3178769" y="541671"/>
              <a:ext cx="1302385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rPr>
                <a:t>Link-state info</a:t>
              </a:r>
            </a:p>
          </p:txBody>
        </p:sp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10349B34-1073-E946-BED7-17B6AC84FDD7}"/>
              </a:ext>
            </a:extLst>
          </p:cNvPr>
          <p:cNvGrpSpPr/>
          <p:nvPr/>
        </p:nvGrpSpPr>
        <p:grpSpPr>
          <a:xfrm>
            <a:off x="4286570" y="3369666"/>
            <a:ext cx="1165638" cy="398626"/>
            <a:chOff x="3034354" y="534843"/>
            <a:chExt cx="1525489" cy="382800"/>
          </a:xfrm>
        </p:grpSpPr>
        <p:sp>
          <p:nvSpPr>
            <p:cNvPr id="332" name="Rounded Rectangle 331">
              <a:extLst>
                <a:ext uri="{FF2B5EF4-FFF2-40B4-BE49-F238E27FC236}">
                  <a16:creationId xmlns:a16="http://schemas.microsoft.com/office/drawing/2014/main" id="{AE8DBF36-59D4-DA45-9025-632817AB39EF}"/>
                </a:ext>
              </a:extLst>
            </p:cNvPr>
            <p:cNvSpPr/>
            <p:nvPr/>
          </p:nvSpPr>
          <p:spPr>
            <a:xfrm>
              <a:off x="3128876" y="534843"/>
              <a:ext cx="1325987" cy="3828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/>
              </a:solidFill>
            </a:ln>
            <a:effectLst>
              <a:outerShdw blurRad="50800" dist="38100" dir="2700000" algn="tl" rotWithShape="0">
                <a:srgbClr val="00CC99">
                  <a:lumMod val="75000"/>
                  <a:alpha val="99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3E75B4C3-6891-C540-A01D-98C3E46528AD}"/>
                </a:ext>
              </a:extLst>
            </p:cNvPr>
            <p:cNvSpPr txBox="1"/>
            <p:nvPr/>
          </p:nvSpPr>
          <p:spPr>
            <a:xfrm>
              <a:off x="3034354" y="593020"/>
              <a:ext cx="1525489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rPr>
                <a:t>switch info</a:t>
              </a: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8F3F5407-B5E1-9B4F-BD20-988E773EE5FA}"/>
              </a:ext>
            </a:extLst>
          </p:cNvPr>
          <p:cNvGrpSpPr/>
          <p:nvPr/>
        </p:nvGrpSpPr>
        <p:grpSpPr>
          <a:xfrm>
            <a:off x="2808986" y="3356297"/>
            <a:ext cx="960359" cy="411995"/>
            <a:chOff x="3128876" y="457817"/>
            <a:chExt cx="1432326" cy="459826"/>
          </a:xfrm>
        </p:grpSpPr>
        <p:sp>
          <p:nvSpPr>
            <p:cNvPr id="335" name="Rounded Rectangle 334">
              <a:extLst>
                <a:ext uri="{FF2B5EF4-FFF2-40B4-BE49-F238E27FC236}">
                  <a16:creationId xmlns:a16="http://schemas.microsoft.com/office/drawing/2014/main" id="{589761B3-634F-4D4E-8310-EAF4A00ABB80}"/>
                </a:ext>
              </a:extLst>
            </p:cNvPr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/>
              </a:solidFill>
            </a:ln>
            <a:effectLst>
              <a:outerShdw blurRad="50800" dist="38100" dir="2700000" algn="tl" rotWithShape="0">
                <a:srgbClr val="00CC99">
                  <a:lumMod val="75000"/>
                  <a:alpha val="99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593FEDEB-709E-A744-82FA-1F11F32B47D9}"/>
                </a:ext>
              </a:extLst>
            </p:cNvPr>
            <p:cNvSpPr txBox="1"/>
            <p:nvPr/>
          </p:nvSpPr>
          <p:spPr>
            <a:xfrm>
              <a:off x="3205754" y="541671"/>
              <a:ext cx="1287660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rPr>
                <a:t>host info</a:t>
              </a:r>
            </a:p>
          </p:txBody>
        </p:sp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903E5C88-7668-CB49-A22D-7C59D5AAAAD6}"/>
              </a:ext>
            </a:extLst>
          </p:cNvPr>
          <p:cNvGrpSpPr/>
          <p:nvPr/>
        </p:nvGrpSpPr>
        <p:grpSpPr>
          <a:xfrm>
            <a:off x="1348650" y="2861665"/>
            <a:ext cx="889706" cy="382826"/>
            <a:chOff x="3128876" y="457817"/>
            <a:chExt cx="1432326" cy="459826"/>
          </a:xfrm>
        </p:grpSpPr>
        <p:sp>
          <p:nvSpPr>
            <p:cNvPr id="338" name="Rounded Rectangle 337">
              <a:extLst>
                <a:ext uri="{FF2B5EF4-FFF2-40B4-BE49-F238E27FC236}">
                  <a16:creationId xmlns:a16="http://schemas.microsoft.com/office/drawing/2014/main" id="{23AAB04A-9878-E54F-BF21-2E106D80B968}"/>
                </a:ext>
              </a:extLst>
            </p:cNvPr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/>
              </a:solidFill>
            </a:ln>
            <a:effectLst>
              <a:outerShdw blurRad="50800" dist="38100" dir="2700000" algn="tl" rotWithShape="0">
                <a:srgbClr val="00CC99">
                  <a:lumMod val="75000"/>
                  <a:alpha val="99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39" name="TextBox 338">
              <a:extLst>
                <a:ext uri="{FF2B5EF4-FFF2-40B4-BE49-F238E27FC236}">
                  <a16:creationId xmlns:a16="http://schemas.microsoft.com/office/drawing/2014/main" id="{FC21FA7A-D97F-1543-A6AE-45B535C51BA0}"/>
                </a:ext>
              </a:extLst>
            </p:cNvPr>
            <p:cNvSpPr txBox="1"/>
            <p:nvPr/>
          </p:nvSpPr>
          <p:spPr>
            <a:xfrm>
              <a:off x="3198565" y="509557"/>
              <a:ext cx="1302043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rPr>
                <a:t>statistics</a:t>
              </a:r>
            </a:p>
          </p:txBody>
        </p:sp>
      </p:grp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18BB9737-9A62-2F4B-87FB-C077CBE2553C}"/>
              </a:ext>
            </a:extLst>
          </p:cNvPr>
          <p:cNvGrpSpPr/>
          <p:nvPr/>
        </p:nvGrpSpPr>
        <p:grpSpPr>
          <a:xfrm>
            <a:off x="4076434" y="2848295"/>
            <a:ext cx="1032905" cy="404965"/>
            <a:chOff x="3099264" y="457817"/>
            <a:chExt cx="1540525" cy="459826"/>
          </a:xfrm>
        </p:grpSpPr>
        <p:sp>
          <p:nvSpPr>
            <p:cNvPr id="341" name="Rounded Rectangle 340">
              <a:extLst>
                <a:ext uri="{FF2B5EF4-FFF2-40B4-BE49-F238E27FC236}">
                  <a16:creationId xmlns:a16="http://schemas.microsoft.com/office/drawing/2014/main" id="{4D3F5800-CF27-754D-AE05-FFEBBFEB49CB}"/>
                </a:ext>
              </a:extLst>
            </p:cNvPr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/>
              </a:solidFill>
            </a:ln>
            <a:effectLst>
              <a:outerShdw blurRad="50800" dist="38100" dir="2700000" algn="tl" rotWithShape="0">
                <a:srgbClr val="00CC99">
                  <a:lumMod val="75000"/>
                  <a:alpha val="99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id="{6544BEEF-458E-4941-8F67-37983515D46C}"/>
                </a:ext>
              </a:extLst>
            </p:cNvPr>
            <p:cNvSpPr txBox="1"/>
            <p:nvPr/>
          </p:nvSpPr>
          <p:spPr>
            <a:xfrm>
              <a:off x="3099264" y="526493"/>
              <a:ext cx="1540525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rPr>
                <a:t>flow tables</a:t>
              </a:r>
            </a:p>
          </p:txBody>
        </p:sp>
      </p:grpSp>
      <p:sp>
        <p:nvSpPr>
          <p:cNvPr id="343" name="TextBox 342">
            <a:extLst>
              <a:ext uri="{FF2B5EF4-FFF2-40B4-BE49-F238E27FC236}">
                <a16:creationId xmlns:a16="http://schemas.microsoft.com/office/drawing/2014/main" id="{B06AE2E9-5D9A-B44C-93D5-4692DB85C76F}"/>
              </a:ext>
            </a:extLst>
          </p:cNvPr>
          <p:cNvSpPr txBox="1"/>
          <p:nvPr/>
        </p:nvSpPr>
        <p:spPr>
          <a:xfrm>
            <a:off x="3285441" y="2483710"/>
            <a:ext cx="5702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00CC99">
                    <a:lumMod val="60000"/>
                    <a:lumOff val="40000"/>
                  </a:srgbClr>
                </a:solidFill>
                <a:latin typeface="Arial" charset="0"/>
                <a:ea typeface="ＭＳ Ｐゴシック" charset="0"/>
              </a:rPr>
              <a:t>…  </a:t>
            </a: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2AEF0D30-3607-F64E-9BF7-3B4D8188FFA7}"/>
              </a:ext>
            </a:extLst>
          </p:cNvPr>
          <p:cNvSpPr txBox="1"/>
          <p:nvPr/>
        </p:nvSpPr>
        <p:spPr>
          <a:xfrm>
            <a:off x="3831962" y="3120507"/>
            <a:ext cx="5950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00CC99">
                    <a:lumMod val="60000"/>
                    <a:lumOff val="40000"/>
                  </a:srgbClr>
                </a:solidFill>
                <a:latin typeface="Arial" charset="0"/>
                <a:ea typeface="ＭＳ Ｐゴシック" charset="0"/>
              </a:rPr>
              <a:t>…  </a:t>
            </a:r>
          </a:p>
        </p:txBody>
      </p: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9AC041BA-4E56-114C-A10B-C89A72B445FD}"/>
              </a:ext>
            </a:extLst>
          </p:cNvPr>
          <p:cNvGrpSpPr/>
          <p:nvPr/>
        </p:nvGrpSpPr>
        <p:grpSpPr>
          <a:xfrm>
            <a:off x="1903313" y="4109165"/>
            <a:ext cx="1257452" cy="286824"/>
            <a:chOff x="3128876" y="457775"/>
            <a:chExt cx="1432326" cy="459868"/>
          </a:xfrm>
        </p:grpSpPr>
        <p:sp>
          <p:nvSpPr>
            <p:cNvPr id="346" name="Rounded Rectangle 345">
              <a:extLst>
                <a:ext uri="{FF2B5EF4-FFF2-40B4-BE49-F238E27FC236}">
                  <a16:creationId xmlns:a16="http://schemas.microsoft.com/office/drawing/2014/main" id="{3203E766-79AA-5C46-8089-29917954888A}"/>
                </a:ext>
              </a:extLst>
            </p:cNvPr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/>
              </a:solidFill>
            </a:ln>
            <a:effectLst>
              <a:outerShdw blurRad="50800" dist="38100" dir="2700000" algn="tl" rotWithShape="0">
                <a:srgbClr val="00CC99">
                  <a:lumMod val="75000"/>
                  <a:alpha val="99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47" name="TextBox 346">
              <a:extLst>
                <a:ext uri="{FF2B5EF4-FFF2-40B4-BE49-F238E27FC236}">
                  <a16:creationId xmlns:a16="http://schemas.microsoft.com/office/drawing/2014/main" id="{BEFEA1C3-120C-DE4E-8293-55C57A6E3ED3}"/>
                </a:ext>
              </a:extLst>
            </p:cNvPr>
            <p:cNvSpPr txBox="1"/>
            <p:nvPr/>
          </p:nvSpPr>
          <p:spPr>
            <a:xfrm>
              <a:off x="3278378" y="457775"/>
              <a:ext cx="1142401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rPr>
                <a:t>OpenFlow</a:t>
              </a:r>
            </a:p>
          </p:txBody>
        </p:sp>
      </p:grpSp>
      <p:grpSp>
        <p:nvGrpSpPr>
          <p:cNvPr id="348" name="Group 347">
            <a:extLst>
              <a:ext uri="{FF2B5EF4-FFF2-40B4-BE49-F238E27FC236}">
                <a16:creationId xmlns:a16="http://schemas.microsoft.com/office/drawing/2014/main" id="{8AF280CF-E1A1-AB42-9FF4-B37E4883A9E7}"/>
              </a:ext>
            </a:extLst>
          </p:cNvPr>
          <p:cNvGrpSpPr/>
          <p:nvPr/>
        </p:nvGrpSpPr>
        <p:grpSpPr>
          <a:xfrm>
            <a:off x="3772545" y="4113948"/>
            <a:ext cx="1244650" cy="307410"/>
            <a:chOff x="3128876" y="457817"/>
            <a:chExt cx="1432326" cy="459826"/>
          </a:xfrm>
        </p:grpSpPr>
        <p:sp>
          <p:nvSpPr>
            <p:cNvPr id="349" name="Rounded Rectangle 348">
              <a:extLst>
                <a:ext uri="{FF2B5EF4-FFF2-40B4-BE49-F238E27FC236}">
                  <a16:creationId xmlns:a16="http://schemas.microsoft.com/office/drawing/2014/main" id="{24A7F498-3B8E-B44A-9994-2A592D6CBD54}"/>
                </a:ext>
              </a:extLst>
            </p:cNvPr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/>
              </a:solidFill>
            </a:ln>
            <a:effectLst>
              <a:outerShdw blurRad="50800" dist="38100" dir="2700000" algn="tl" rotWithShape="0">
                <a:srgbClr val="00CC99">
                  <a:lumMod val="75000"/>
                  <a:alpha val="99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0CD76FBA-C002-924A-A27E-4000B9B46A3F}"/>
                </a:ext>
              </a:extLst>
            </p:cNvPr>
            <p:cNvSpPr txBox="1"/>
            <p:nvPr/>
          </p:nvSpPr>
          <p:spPr>
            <a:xfrm>
              <a:off x="3446730" y="484746"/>
              <a:ext cx="805702" cy="299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rPr>
                <a:t>SNMP</a:t>
              </a:r>
            </a:p>
          </p:txBody>
        </p:sp>
      </p:grpSp>
      <p:sp>
        <p:nvSpPr>
          <p:cNvPr id="351" name="TextBox 350">
            <a:extLst>
              <a:ext uri="{FF2B5EF4-FFF2-40B4-BE49-F238E27FC236}">
                <a16:creationId xmlns:a16="http://schemas.microsoft.com/office/drawing/2014/main" id="{DF810222-B66A-6647-AF73-EAEA8633E33C}"/>
              </a:ext>
            </a:extLst>
          </p:cNvPr>
          <p:cNvSpPr txBox="1"/>
          <p:nvPr/>
        </p:nvSpPr>
        <p:spPr>
          <a:xfrm>
            <a:off x="3155302" y="3783967"/>
            <a:ext cx="5950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00CC99">
                    <a:lumMod val="60000"/>
                    <a:lumOff val="40000"/>
                  </a:srgbClr>
                </a:solidFill>
                <a:latin typeface="Arial" charset="0"/>
                <a:ea typeface="ＭＳ Ｐゴシック" charset="0"/>
              </a:rPr>
              <a:t>…  </a:t>
            </a:r>
          </a:p>
        </p:txBody>
      </p:sp>
      <p:sp>
        <p:nvSpPr>
          <p:cNvPr id="352" name="Rounded Rectangle 351">
            <a:extLst>
              <a:ext uri="{FF2B5EF4-FFF2-40B4-BE49-F238E27FC236}">
                <a16:creationId xmlns:a16="http://schemas.microsoft.com/office/drawing/2014/main" id="{7A53E111-B2D7-164C-A257-1817B32657FD}"/>
              </a:ext>
            </a:extLst>
          </p:cNvPr>
          <p:cNvSpPr/>
          <p:nvPr/>
        </p:nvSpPr>
        <p:spPr>
          <a:xfrm>
            <a:off x="1267885" y="2086297"/>
            <a:ext cx="4211053" cy="574748"/>
          </a:xfrm>
          <a:prstGeom prst="roundRect">
            <a:avLst/>
          </a:prstGeom>
          <a:solidFill>
            <a:srgbClr val="AAE2CA">
              <a:lumMod val="75000"/>
            </a:srgb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DE1E488E-DB00-8741-AD76-181DDF5D1007}"/>
              </a:ext>
            </a:extLst>
          </p:cNvPr>
          <p:cNvGrpSpPr/>
          <p:nvPr/>
        </p:nvGrpSpPr>
        <p:grpSpPr>
          <a:xfrm>
            <a:off x="1313282" y="2123346"/>
            <a:ext cx="1080377" cy="504412"/>
            <a:chOff x="3034225" y="436756"/>
            <a:chExt cx="1526977" cy="504412"/>
          </a:xfrm>
        </p:grpSpPr>
        <p:sp>
          <p:nvSpPr>
            <p:cNvPr id="354" name="Rounded Rectangle 353">
              <a:extLst>
                <a:ext uri="{FF2B5EF4-FFF2-40B4-BE49-F238E27FC236}">
                  <a16:creationId xmlns:a16="http://schemas.microsoft.com/office/drawing/2014/main" id="{98A13ABA-9455-A942-B524-6D0883B28B57}"/>
                </a:ext>
              </a:extLst>
            </p:cNvPr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/>
              </a:solidFill>
            </a:ln>
            <a:effectLst>
              <a:outerShdw blurRad="50800" dist="38100" dir="2700000" algn="tl" rotWithShape="0">
                <a:srgbClr val="00CC99">
                  <a:lumMod val="75000"/>
                  <a:alpha val="99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5" name="TextBox 354">
              <a:extLst>
                <a:ext uri="{FF2B5EF4-FFF2-40B4-BE49-F238E27FC236}">
                  <a16:creationId xmlns:a16="http://schemas.microsoft.com/office/drawing/2014/main" id="{9E5F4888-C152-6048-B38F-5BC74A5A16D9}"/>
                </a:ext>
              </a:extLst>
            </p:cNvPr>
            <p:cNvSpPr txBox="1"/>
            <p:nvPr/>
          </p:nvSpPr>
          <p:spPr>
            <a:xfrm>
              <a:off x="3034225" y="436756"/>
              <a:ext cx="1461287" cy="5044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rPr>
                <a:t>network graph</a:t>
              </a:r>
            </a:p>
          </p:txBody>
        </p:sp>
      </p:grpSp>
      <p:grpSp>
        <p:nvGrpSpPr>
          <p:cNvPr id="356" name="Group 355">
            <a:extLst>
              <a:ext uri="{FF2B5EF4-FFF2-40B4-BE49-F238E27FC236}">
                <a16:creationId xmlns:a16="http://schemas.microsoft.com/office/drawing/2014/main" id="{E40FDC48-BF32-B04B-8DBD-D61CF18EF743}"/>
              </a:ext>
            </a:extLst>
          </p:cNvPr>
          <p:cNvGrpSpPr/>
          <p:nvPr/>
        </p:nvGrpSpPr>
        <p:grpSpPr>
          <a:xfrm>
            <a:off x="4335616" y="2144194"/>
            <a:ext cx="1033900" cy="459826"/>
            <a:chOff x="3103238" y="457817"/>
            <a:chExt cx="1461287" cy="459826"/>
          </a:xfrm>
        </p:grpSpPr>
        <p:sp>
          <p:nvSpPr>
            <p:cNvPr id="357" name="Rounded Rectangle 356">
              <a:extLst>
                <a:ext uri="{FF2B5EF4-FFF2-40B4-BE49-F238E27FC236}">
                  <a16:creationId xmlns:a16="http://schemas.microsoft.com/office/drawing/2014/main" id="{9DB16644-5102-554D-99C0-889DCE0F0D2B}"/>
                </a:ext>
              </a:extLst>
            </p:cNvPr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/>
              </a:solidFill>
            </a:ln>
            <a:effectLst>
              <a:outerShdw blurRad="50800" dist="38100" dir="2700000" algn="tl" rotWithShape="0">
                <a:srgbClr val="00CC99">
                  <a:lumMod val="75000"/>
                  <a:alpha val="99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2A90B65C-4C25-C144-B2DD-D173E975D024}"/>
                </a:ext>
              </a:extLst>
            </p:cNvPr>
            <p:cNvSpPr txBox="1"/>
            <p:nvPr/>
          </p:nvSpPr>
          <p:spPr>
            <a:xfrm>
              <a:off x="3103238" y="553253"/>
              <a:ext cx="1461287" cy="2992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rPr>
                <a:t>intent</a:t>
              </a:r>
            </a:p>
          </p:txBody>
        </p:sp>
      </p:grpSp>
      <p:grpSp>
        <p:nvGrpSpPr>
          <p:cNvPr id="359" name="Group 358">
            <a:extLst>
              <a:ext uri="{FF2B5EF4-FFF2-40B4-BE49-F238E27FC236}">
                <a16:creationId xmlns:a16="http://schemas.microsoft.com/office/drawing/2014/main" id="{4DDA363C-D004-AB4D-9D62-44DAC7279759}"/>
              </a:ext>
            </a:extLst>
          </p:cNvPr>
          <p:cNvGrpSpPr/>
          <p:nvPr/>
        </p:nvGrpSpPr>
        <p:grpSpPr>
          <a:xfrm>
            <a:off x="2796533" y="2139558"/>
            <a:ext cx="1033900" cy="504412"/>
            <a:chOff x="3128334" y="454512"/>
            <a:chExt cx="1461287" cy="504412"/>
          </a:xfrm>
        </p:grpSpPr>
        <p:sp>
          <p:nvSpPr>
            <p:cNvPr id="360" name="Rounded Rectangle 359">
              <a:extLst>
                <a:ext uri="{FF2B5EF4-FFF2-40B4-BE49-F238E27FC236}">
                  <a16:creationId xmlns:a16="http://schemas.microsoft.com/office/drawing/2014/main" id="{59AAEC82-22A5-1A44-925D-3607D0F39D69}"/>
                </a:ext>
              </a:extLst>
            </p:cNvPr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/>
              </a:solidFill>
            </a:ln>
            <a:effectLst>
              <a:outerShdw blurRad="50800" dist="38100" dir="2700000" algn="tl" rotWithShape="0">
                <a:srgbClr val="00CC99">
                  <a:lumMod val="75000"/>
                  <a:alpha val="99000"/>
                </a:srgb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20C049F2-C1CA-DF4D-AA67-194E1C4F4CC3}"/>
                </a:ext>
              </a:extLst>
            </p:cNvPr>
            <p:cNvSpPr txBox="1"/>
            <p:nvPr/>
          </p:nvSpPr>
          <p:spPr>
            <a:xfrm>
              <a:off x="3128334" y="454512"/>
              <a:ext cx="1461287" cy="5044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rPr>
                <a:t>RESTful</a:t>
              </a:r>
            </a:p>
            <a:p>
              <a:pPr marL="0" marR="0" lvl="0" indent="0" algn="ctr" defTabSz="914400" eaLnBrk="0" fontAlgn="base" latinLnBrk="0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rPr>
                <a:t>API</a:t>
              </a:r>
            </a:p>
          </p:txBody>
        </p:sp>
      </p:grpSp>
      <p:sp>
        <p:nvSpPr>
          <p:cNvPr id="362" name="TextBox 361">
            <a:extLst>
              <a:ext uri="{FF2B5EF4-FFF2-40B4-BE49-F238E27FC236}">
                <a16:creationId xmlns:a16="http://schemas.microsoft.com/office/drawing/2014/main" id="{D3A9C18D-A188-6A48-9CCB-C7A54C894F1D}"/>
              </a:ext>
            </a:extLst>
          </p:cNvPr>
          <p:cNvSpPr txBox="1"/>
          <p:nvPr/>
        </p:nvSpPr>
        <p:spPr>
          <a:xfrm>
            <a:off x="3833899" y="1945433"/>
            <a:ext cx="62790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00CC99">
                    <a:lumMod val="60000"/>
                    <a:lumOff val="40000"/>
                  </a:srgbClr>
                </a:solidFill>
                <a:latin typeface="Arial" charset="0"/>
                <a:ea typeface="ＭＳ Ｐゴシック" charset="0"/>
              </a:rPr>
              <a:t>…  </a:t>
            </a:r>
          </a:p>
        </p:txBody>
      </p:sp>
      <p:cxnSp>
        <p:nvCxnSpPr>
          <p:cNvPr id="363" name="Straight Connector 362">
            <a:extLst>
              <a:ext uri="{FF2B5EF4-FFF2-40B4-BE49-F238E27FC236}">
                <a16:creationId xmlns:a16="http://schemas.microsoft.com/office/drawing/2014/main" id="{1A4CD936-7BB9-DA49-90F7-EC6321F19D96}"/>
              </a:ext>
            </a:extLst>
          </p:cNvPr>
          <p:cNvCxnSpPr/>
          <p:nvPr/>
        </p:nvCxnSpPr>
        <p:spPr bwMode="auto">
          <a:xfrm flipV="1">
            <a:off x="1348096" y="1912530"/>
            <a:ext cx="4117474" cy="1"/>
          </a:xfrm>
          <a:prstGeom prst="line">
            <a:avLst/>
          </a:prstGeom>
          <a:solidFill>
            <a:srgbClr val="00CC99"/>
          </a:solidFill>
          <a:ln w="19050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4" name="Freeform 2">
            <a:extLst>
              <a:ext uri="{FF2B5EF4-FFF2-40B4-BE49-F238E27FC236}">
                <a16:creationId xmlns:a16="http://schemas.microsoft.com/office/drawing/2014/main" id="{D9FEE928-6718-BA41-9C6C-C313FC8AC356}"/>
              </a:ext>
            </a:extLst>
          </p:cNvPr>
          <p:cNvSpPr>
            <a:spLocks/>
          </p:cNvSpPr>
          <p:nvPr/>
        </p:nvSpPr>
        <p:spPr bwMode="auto">
          <a:xfrm>
            <a:off x="1335792" y="5057443"/>
            <a:ext cx="4057421" cy="1393030"/>
          </a:xfrm>
          <a:custGeom>
            <a:avLst/>
            <a:gdLst>
              <a:gd name="T0" fmla="*/ 6 w 1794"/>
              <a:gd name="T1" fmla="*/ 483 h 933"/>
              <a:gd name="T2" fmla="*/ 108 w 1794"/>
              <a:gd name="T3" fmla="*/ 125 h 933"/>
              <a:gd name="T4" fmla="*/ 559 w 1794"/>
              <a:gd name="T5" fmla="*/ 100 h 933"/>
              <a:gd name="T6" fmla="*/ 1128 w 1794"/>
              <a:gd name="T7" fmla="*/ 29 h 933"/>
              <a:gd name="T8" fmla="*/ 1716 w 1794"/>
              <a:gd name="T9" fmla="*/ 275 h 933"/>
              <a:gd name="T10" fmla="*/ 1596 w 1794"/>
              <a:gd name="T11" fmla="*/ 827 h 933"/>
              <a:gd name="T12" fmla="*/ 1380 w 1794"/>
              <a:gd name="T13" fmla="*/ 911 h 933"/>
              <a:gd name="T14" fmla="*/ 840 w 1794"/>
              <a:gd name="T15" fmla="*/ 929 h 933"/>
              <a:gd name="T16" fmla="*/ 414 w 1794"/>
              <a:gd name="T17" fmla="*/ 911 h 933"/>
              <a:gd name="T18" fmla="*/ 143 w 1794"/>
              <a:gd name="T19" fmla="*/ 832 h 933"/>
              <a:gd name="T20" fmla="*/ 6 w 1794"/>
              <a:gd name="T21" fmla="*/ 483 h 93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794"/>
              <a:gd name="T34" fmla="*/ 0 h 933"/>
              <a:gd name="T35" fmla="*/ 1794 w 1794"/>
              <a:gd name="T36" fmla="*/ 933 h 93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cxnSp>
        <p:nvCxnSpPr>
          <p:cNvPr id="366" name="Straight Connector 365">
            <a:extLst>
              <a:ext uri="{FF2B5EF4-FFF2-40B4-BE49-F238E27FC236}">
                <a16:creationId xmlns:a16="http://schemas.microsoft.com/office/drawing/2014/main" id="{0A3E7D89-360D-EB45-9252-C3E555C87095}"/>
              </a:ext>
            </a:extLst>
          </p:cNvPr>
          <p:cNvCxnSpPr/>
          <p:nvPr/>
        </p:nvCxnSpPr>
        <p:spPr bwMode="auto">
          <a:xfrm>
            <a:off x="2408645" y="5746872"/>
            <a:ext cx="1651340" cy="138604"/>
          </a:xfrm>
          <a:prstGeom prst="line">
            <a:avLst/>
          </a:prstGeom>
          <a:solidFill>
            <a:srgbClr val="00CC99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7" name="Straight Connector 366">
            <a:extLst>
              <a:ext uri="{FF2B5EF4-FFF2-40B4-BE49-F238E27FC236}">
                <a16:creationId xmlns:a16="http://schemas.microsoft.com/office/drawing/2014/main" id="{9583D0EA-64B5-0042-BD81-C740B20D5AE4}"/>
              </a:ext>
            </a:extLst>
          </p:cNvPr>
          <p:cNvCxnSpPr>
            <a:endCxn id="429" idx="1"/>
          </p:cNvCxnSpPr>
          <p:nvPr/>
        </p:nvCxnSpPr>
        <p:spPr bwMode="auto">
          <a:xfrm>
            <a:off x="2418861" y="5803538"/>
            <a:ext cx="318002" cy="387552"/>
          </a:xfrm>
          <a:prstGeom prst="line">
            <a:avLst/>
          </a:prstGeom>
          <a:solidFill>
            <a:srgbClr val="00CC99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" name="Straight Connector 367">
            <a:extLst>
              <a:ext uri="{FF2B5EF4-FFF2-40B4-BE49-F238E27FC236}">
                <a16:creationId xmlns:a16="http://schemas.microsoft.com/office/drawing/2014/main" id="{0F05C6A0-5516-BC46-901A-CA7728C924B1}"/>
              </a:ext>
            </a:extLst>
          </p:cNvPr>
          <p:cNvCxnSpPr>
            <a:stCxn id="415" idx="3"/>
          </p:cNvCxnSpPr>
          <p:nvPr/>
        </p:nvCxnSpPr>
        <p:spPr bwMode="auto">
          <a:xfrm>
            <a:off x="3720713" y="5436854"/>
            <a:ext cx="333142" cy="421301"/>
          </a:xfrm>
          <a:prstGeom prst="line">
            <a:avLst/>
          </a:prstGeom>
          <a:solidFill>
            <a:srgbClr val="00CC99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9" name="Straight Connector 368">
            <a:extLst>
              <a:ext uri="{FF2B5EF4-FFF2-40B4-BE49-F238E27FC236}">
                <a16:creationId xmlns:a16="http://schemas.microsoft.com/office/drawing/2014/main" id="{37AC2CE6-5A12-0444-986F-EE08319CD185}"/>
              </a:ext>
            </a:extLst>
          </p:cNvPr>
          <p:cNvCxnSpPr/>
          <p:nvPr/>
        </p:nvCxnSpPr>
        <p:spPr bwMode="auto">
          <a:xfrm flipV="1">
            <a:off x="3198290" y="5944167"/>
            <a:ext cx="861695" cy="275422"/>
          </a:xfrm>
          <a:prstGeom prst="line">
            <a:avLst/>
          </a:prstGeom>
          <a:solidFill>
            <a:srgbClr val="00CC99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3" name="Oval 392">
            <a:extLst>
              <a:ext uri="{FF2B5EF4-FFF2-40B4-BE49-F238E27FC236}">
                <a16:creationId xmlns:a16="http://schemas.microsoft.com/office/drawing/2014/main" id="{F2D3F4DC-8BE9-C14E-910F-F66395DBEAA7}"/>
              </a:ext>
            </a:extLst>
          </p:cNvPr>
          <p:cNvSpPr/>
          <p:nvPr/>
        </p:nvSpPr>
        <p:spPr>
          <a:xfrm rot="5400000">
            <a:off x="2797134" y="407053"/>
            <a:ext cx="631007" cy="22352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tailEnd type="arrow"/>
          </a:ln>
          <a:effectLst>
            <a:outerShdw blurRad="50800" dist="38100" dir="18900000" algn="bl" rotWithShape="0">
              <a:schemeClr val="accent6">
                <a:lumMod val="75000"/>
                <a:alpha val="40000"/>
              </a:schemeClr>
            </a:outerShdw>
          </a:effec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94" name="TextBox 393">
            <a:extLst>
              <a:ext uri="{FF2B5EF4-FFF2-40B4-BE49-F238E27FC236}">
                <a16:creationId xmlns:a16="http://schemas.microsoft.com/office/drawing/2014/main" id="{1FF52C02-7BC1-5C4B-9901-8DEEC502937C}"/>
              </a:ext>
            </a:extLst>
          </p:cNvPr>
          <p:cNvSpPr txBox="1"/>
          <p:nvPr/>
        </p:nvSpPr>
        <p:spPr>
          <a:xfrm>
            <a:off x="2135351" y="1323574"/>
            <a:ext cx="1947456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0" fontAlgn="base" hangingPunct="0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rgbClr val="000000"/>
                </a:solidFill>
                <a:latin typeface="Arial"/>
                <a:ea typeface="ＭＳ Ｐゴシック" charset="0"/>
                <a:cs typeface="Arial"/>
              </a:rPr>
              <a:t>Dijkstra’s link-state </a:t>
            </a:r>
          </a:p>
          <a:p>
            <a:pPr algn="ctr" eaLnBrk="0" fontAlgn="base" hangingPunct="0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rgbClr val="000000"/>
                </a:solidFill>
                <a:latin typeface="Arial"/>
                <a:ea typeface="ＭＳ Ｐゴシック" charset="0"/>
                <a:cs typeface="Arial"/>
              </a:rPr>
              <a:t>routing</a:t>
            </a:r>
          </a:p>
        </p:txBody>
      </p:sp>
      <p:grpSp>
        <p:nvGrpSpPr>
          <p:cNvPr id="395" name="Group 394">
            <a:extLst>
              <a:ext uri="{FF2B5EF4-FFF2-40B4-BE49-F238E27FC236}">
                <a16:creationId xmlns:a16="http://schemas.microsoft.com/office/drawing/2014/main" id="{3283CCE9-8CB6-8949-A9E8-23B833E8424F}"/>
              </a:ext>
            </a:extLst>
          </p:cNvPr>
          <p:cNvGrpSpPr/>
          <p:nvPr/>
        </p:nvGrpSpPr>
        <p:grpSpPr>
          <a:xfrm>
            <a:off x="1748590" y="5523964"/>
            <a:ext cx="687402" cy="470408"/>
            <a:chOff x="1736090" y="2893762"/>
            <a:chExt cx="565150" cy="340093"/>
          </a:xfrm>
        </p:grpSpPr>
        <p:grpSp>
          <p:nvGrpSpPr>
            <p:cNvPr id="396" name="Group 327">
              <a:extLst>
                <a:ext uri="{FF2B5EF4-FFF2-40B4-BE49-F238E27FC236}">
                  <a16:creationId xmlns:a16="http://schemas.microsoft.com/office/drawing/2014/main" id="{0A1998BC-6377-8E45-9B2B-8FE80CE093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400" name="Oval 399">
                <a:extLst>
                  <a:ext uri="{FF2B5EF4-FFF2-40B4-BE49-F238E27FC236}">
                    <a16:creationId xmlns:a16="http://schemas.microsoft.com/office/drawing/2014/main" id="{BB1B85D3-D01B-A041-93EE-FAB34FB8179A}"/>
                  </a:ext>
                </a:extLst>
              </p:cNvPr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01" name="Rectangle 400">
                <a:extLst>
                  <a:ext uri="{FF2B5EF4-FFF2-40B4-BE49-F238E27FC236}">
                    <a16:creationId xmlns:a16="http://schemas.microsoft.com/office/drawing/2014/main" id="{F1DCDAB1-5AC7-A342-A0A8-F8590A65D091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02" name="Oval 401">
                <a:extLst>
                  <a:ext uri="{FF2B5EF4-FFF2-40B4-BE49-F238E27FC236}">
                    <a16:creationId xmlns:a16="http://schemas.microsoft.com/office/drawing/2014/main" id="{364EE120-3A52-AC47-A765-DBFBE82B6044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03" name="Freeform 402">
                <a:extLst>
                  <a:ext uri="{FF2B5EF4-FFF2-40B4-BE49-F238E27FC236}">
                    <a16:creationId xmlns:a16="http://schemas.microsoft.com/office/drawing/2014/main" id="{0F7E9595-A4D4-9943-A2EE-06309FBD4155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04" name="Freeform 403">
                <a:extLst>
                  <a:ext uri="{FF2B5EF4-FFF2-40B4-BE49-F238E27FC236}">
                    <a16:creationId xmlns:a16="http://schemas.microsoft.com/office/drawing/2014/main" id="{27FC021A-5D6B-D44C-BE45-9A0B3E244E16}"/>
                  </a:ext>
                </a:extLst>
              </p:cNvPr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05" name="Freeform 404">
                <a:extLst>
                  <a:ext uri="{FF2B5EF4-FFF2-40B4-BE49-F238E27FC236}">
                    <a16:creationId xmlns:a16="http://schemas.microsoft.com/office/drawing/2014/main" id="{9CFC2A2E-5A8E-6D41-8416-E8B2C50779BB}"/>
                  </a:ext>
                </a:extLst>
              </p:cNvPr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06" name="Freeform 405">
                <a:extLst>
                  <a:ext uri="{FF2B5EF4-FFF2-40B4-BE49-F238E27FC236}">
                    <a16:creationId xmlns:a16="http://schemas.microsoft.com/office/drawing/2014/main" id="{04026D95-DA4A-F347-A7FF-424B9B469AB4}"/>
                  </a:ext>
                </a:extLst>
              </p:cNvPr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407" name="Straight Connector 406">
                <a:extLst>
                  <a:ext uri="{FF2B5EF4-FFF2-40B4-BE49-F238E27FC236}">
                    <a16:creationId xmlns:a16="http://schemas.microsoft.com/office/drawing/2014/main" id="{9D59DF6F-A7C9-6242-8CB4-771105A9C5D6}"/>
                  </a:ext>
                </a:extLst>
              </p:cNvPr>
              <p:cNvCxnSpPr>
                <a:endCxn id="402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408" name="Straight Connector 407">
                <a:extLst>
                  <a:ext uri="{FF2B5EF4-FFF2-40B4-BE49-F238E27FC236}">
                    <a16:creationId xmlns:a16="http://schemas.microsoft.com/office/drawing/2014/main" id="{A22BF780-EF6F-7948-A466-B756EA5EADA3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397" name="Group 396">
              <a:extLst>
                <a:ext uri="{FF2B5EF4-FFF2-40B4-BE49-F238E27FC236}">
                  <a16:creationId xmlns:a16="http://schemas.microsoft.com/office/drawing/2014/main" id="{37FD8073-5589-3940-BA2A-2C9406219C6F}"/>
                </a:ext>
              </a:extLst>
            </p:cNvPr>
            <p:cNvGrpSpPr/>
            <p:nvPr/>
          </p:nvGrpSpPr>
          <p:grpSpPr>
            <a:xfrm>
              <a:off x="1828502" y="2944584"/>
              <a:ext cx="374530" cy="289271"/>
              <a:chOff x="725185" y="1779875"/>
              <a:chExt cx="374530" cy="289271"/>
            </a:xfrm>
          </p:grpSpPr>
          <p:sp>
            <p:nvSpPr>
              <p:cNvPr id="398" name="Oval 397">
                <a:extLst>
                  <a:ext uri="{FF2B5EF4-FFF2-40B4-BE49-F238E27FC236}">
                    <a16:creationId xmlns:a16="http://schemas.microsoft.com/office/drawing/2014/main" id="{86A11B54-4339-BD4F-A52D-E772621B01BB}"/>
                  </a:ext>
                </a:extLst>
              </p:cNvPr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399" name="TextBox 398">
                <a:extLst>
                  <a:ext uri="{FF2B5EF4-FFF2-40B4-BE49-F238E27FC236}">
                    <a16:creationId xmlns:a16="http://schemas.microsoft.com/office/drawing/2014/main" id="{AD15C9A1-58C1-6D4D-A5E6-F245674F5399}"/>
                  </a:ext>
                </a:extLst>
              </p:cNvPr>
              <p:cNvSpPr txBox="1"/>
              <p:nvPr/>
            </p:nvSpPr>
            <p:spPr>
              <a:xfrm>
                <a:off x="725185" y="1779875"/>
                <a:ext cx="374530" cy="2892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s1</a:t>
                </a:r>
              </a:p>
            </p:txBody>
          </p:sp>
        </p:grpSp>
      </p:grpSp>
      <p:grpSp>
        <p:nvGrpSpPr>
          <p:cNvPr id="409" name="Group 408">
            <a:extLst>
              <a:ext uri="{FF2B5EF4-FFF2-40B4-BE49-F238E27FC236}">
                <a16:creationId xmlns:a16="http://schemas.microsoft.com/office/drawing/2014/main" id="{65CE0717-7A43-6447-982B-2A6BF5776D66}"/>
              </a:ext>
            </a:extLst>
          </p:cNvPr>
          <p:cNvGrpSpPr/>
          <p:nvPr/>
        </p:nvGrpSpPr>
        <p:grpSpPr>
          <a:xfrm>
            <a:off x="3033311" y="5232644"/>
            <a:ext cx="687402" cy="470406"/>
            <a:chOff x="1736090" y="2893762"/>
            <a:chExt cx="565150" cy="340091"/>
          </a:xfrm>
        </p:grpSpPr>
        <p:grpSp>
          <p:nvGrpSpPr>
            <p:cNvPr id="410" name="Group 327">
              <a:extLst>
                <a:ext uri="{FF2B5EF4-FFF2-40B4-BE49-F238E27FC236}">
                  <a16:creationId xmlns:a16="http://schemas.microsoft.com/office/drawing/2014/main" id="{88AF1197-A59E-F341-9C2F-D7BB75696E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414" name="Oval 413">
                <a:extLst>
                  <a:ext uri="{FF2B5EF4-FFF2-40B4-BE49-F238E27FC236}">
                    <a16:creationId xmlns:a16="http://schemas.microsoft.com/office/drawing/2014/main" id="{1514A7C7-412D-CB40-95FD-A73F84446469}"/>
                  </a:ext>
                </a:extLst>
              </p:cNvPr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15" name="Rectangle 414">
                <a:extLst>
                  <a:ext uri="{FF2B5EF4-FFF2-40B4-BE49-F238E27FC236}">
                    <a16:creationId xmlns:a16="http://schemas.microsoft.com/office/drawing/2014/main" id="{4EC25DBB-C079-B044-90B4-D4608AAEB2F9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16" name="Oval 415">
                <a:extLst>
                  <a:ext uri="{FF2B5EF4-FFF2-40B4-BE49-F238E27FC236}">
                    <a16:creationId xmlns:a16="http://schemas.microsoft.com/office/drawing/2014/main" id="{E0B0DE30-BB65-BC4A-A519-ABE38833F5C9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17" name="Freeform 416">
                <a:extLst>
                  <a:ext uri="{FF2B5EF4-FFF2-40B4-BE49-F238E27FC236}">
                    <a16:creationId xmlns:a16="http://schemas.microsoft.com/office/drawing/2014/main" id="{5D73B332-8201-9845-83B3-7991D1D29848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18" name="Freeform 417">
                <a:extLst>
                  <a:ext uri="{FF2B5EF4-FFF2-40B4-BE49-F238E27FC236}">
                    <a16:creationId xmlns:a16="http://schemas.microsoft.com/office/drawing/2014/main" id="{874F3D24-C6D1-0242-9071-675EAE55CF17}"/>
                  </a:ext>
                </a:extLst>
              </p:cNvPr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19" name="Freeform 418">
                <a:extLst>
                  <a:ext uri="{FF2B5EF4-FFF2-40B4-BE49-F238E27FC236}">
                    <a16:creationId xmlns:a16="http://schemas.microsoft.com/office/drawing/2014/main" id="{CC4308C1-A1A7-AB4B-AE6B-92E38956E380}"/>
                  </a:ext>
                </a:extLst>
              </p:cNvPr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20" name="Freeform 419">
                <a:extLst>
                  <a:ext uri="{FF2B5EF4-FFF2-40B4-BE49-F238E27FC236}">
                    <a16:creationId xmlns:a16="http://schemas.microsoft.com/office/drawing/2014/main" id="{24C8152F-6350-2844-826D-CCECEC749FCC}"/>
                  </a:ext>
                </a:extLst>
              </p:cNvPr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421" name="Straight Connector 420">
                <a:extLst>
                  <a:ext uri="{FF2B5EF4-FFF2-40B4-BE49-F238E27FC236}">
                    <a16:creationId xmlns:a16="http://schemas.microsoft.com/office/drawing/2014/main" id="{7AF20622-97B2-7746-9A48-1D87235CA032}"/>
                  </a:ext>
                </a:extLst>
              </p:cNvPr>
              <p:cNvCxnSpPr>
                <a:endCxn id="416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422" name="Straight Connector 421">
                <a:extLst>
                  <a:ext uri="{FF2B5EF4-FFF2-40B4-BE49-F238E27FC236}">
                    <a16:creationId xmlns:a16="http://schemas.microsoft.com/office/drawing/2014/main" id="{1A56332A-BABA-0C44-9EA7-63E7AE314A39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411" name="Group 410">
              <a:extLst>
                <a:ext uri="{FF2B5EF4-FFF2-40B4-BE49-F238E27FC236}">
                  <a16:creationId xmlns:a16="http://schemas.microsoft.com/office/drawing/2014/main" id="{88585B74-A4A2-9240-A305-4B257FDDF9BB}"/>
                </a:ext>
              </a:extLst>
            </p:cNvPr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412" name="Oval 411">
                <a:extLst>
                  <a:ext uri="{FF2B5EF4-FFF2-40B4-BE49-F238E27FC236}">
                    <a16:creationId xmlns:a16="http://schemas.microsoft.com/office/drawing/2014/main" id="{B715D4F7-EE1C-8243-B41D-D4E9D84A48C3}"/>
                  </a:ext>
                </a:extLst>
              </p:cNvPr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13" name="TextBox 412">
                <a:extLst>
                  <a:ext uri="{FF2B5EF4-FFF2-40B4-BE49-F238E27FC236}">
                    <a16:creationId xmlns:a16="http://schemas.microsoft.com/office/drawing/2014/main" id="{22A0E80F-D57D-4844-8977-0D000DE99B5D}"/>
                  </a:ext>
                </a:extLst>
              </p:cNvPr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s2</a:t>
                </a:r>
              </a:p>
            </p:txBody>
          </p:sp>
        </p:grpSp>
      </p:grpSp>
      <p:grpSp>
        <p:nvGrpSpPr>
          <p:cNvPr id="423" name="Group 422">
            <a:extLst>
              <a:ext uri="{FF2B5EF4-FFF2-40B4-BE49-F238E27FC236}">
                <a16:creationId xmlns:a16="http://schemas.microsoft.com/office/drawing/2014/main" id="{D213BA70-EF35-D34A-BC9C-DFEBDCF60751}"/>
              </a:ext>
            </a:extLst>
          </p:cNvPr>
          <p:cNvGrpSpPr/>
          <p:nvPr/>
        </p:nvGrpSpPr>
        <p:grpSpPr>
          <a:xfrm>
            <a:off x="2736863" y="5986880"/>
            <a:ext cx="687402" cy="470406"/>
            <a:chOff x="1736090" y="2893762"/>
            <a:chExt cx="565150" cy="340091"/>
          </a:xfrm>
        </p:grpSpPr>
        <p:grpSp>
          <p:nvGrpSpPr>
            <p:cNvPr id="424" name="Group 327">
              <a:extLst>
                <a:ext uri="{FF2B5EF4-FFF2-40B4-BE49-F238E27FC236}">
                  <a16:creationId xmlns:a16="http://schemas.microsoft.com/office/drawing/2014/main" id="{59C9C19B-2D7B-5446-993D-684F106169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428" name="Oval 427">
                <a:extLst>
                  <a:ext uri="{FF2B5EF4-FFF2-40B4-BE49-F238E27FC236}">
                    <a16:creationId xmlns:a16="http://schemas.microsoft.com/office/drawing/2014/main" id="{40008AEE-3152-C849-906C-3CAF9DFF25CC}"/>
                  </a:ext>
                </a:extLst>
              </p:cNvPr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29" name="Rectangle 428">
                <a:extLst>
                  <a:ext uri="{FF2B5EF4-FFF2-40B4-BE49-F238E27FC236}">
                    <a16:creationId xmlns:a16="http://schemas.microsoft.com/office/drawing/2014/main" id="{111839D8-9177-6249-A367-46D180572BB8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30" name="Oval 429">
                <a:extLst>
                  <a:ext uri="{FF2B5EF4-FFF2-40B4-BE49-F238E27FC236}">
                    <a16:creationId xmlns:a16="http://schemas.microsoft.com/office/drawing/2014/main" id="{1F1E42A9-4DE8-2641-85A4-A097587AE18A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31" name="Freeform 430">
                <a:extLst>
                  <a:ext uri="{FF2B5EF4-FFF2-40B4-BE49-F238E27FC236}">
                    <a16:creationId xmlns:a16="http://schemas.microsoft.com/office/drawing/2014/main" id="{98851B8A-DFDB-7446-ACF4-8D81FB5AA157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32" name="Freeform 431">
                <a:extLst>
                  <a:ext uri="{FF2B5EF4-FFF2-40B4-BE49-F238E27FC236}">
                    <a16:creationId xmlns:a16="http://schemas.microsoft.com/office/drawing/2014/main" id="{723991A2-A1E6-0D4F-9B5D-068A5496B054}"/>
                  </a:ext>
                </a:extLst>
              </p:cNvPr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33" name="Freeform 432">
                <a:extLst>
                  <a:ext uri="{FF2B5EF4-FFF2-40B4-BE49-F238E27FC236}">
                    <a16:creationId xmlns:a16="http://schemas.microsoft.com/office/drawing/2014/main" id="{7AACA8F0-9C63-A846-90C3-AAAB6E3910F1}"/>
                  </a:ext>
                </a:extLst>
              </p:cNvPr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34" name="Freeform 433">
                <a:extLst>
                  <a:ext uri="{FF2B5EF4-FFF2-40B4-BE49-F238E27FC236}">
                    <a16:creationId xmlns:a16="http://schemas.microsoft.com/office/drawing/2014/main" id="{5C925CD4-A1D8-4B4C-B630-EA0FF87CCF67}"/>
                  </a:ext>
                </a:extLst>
              </p:cNvPr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435" name="Straight Connector 434">
                <a:extLst>
                  <a:ext uri="{FF2B5EF4-FFF2-40B4-BE49-F238E27FC236}">
                    <a16:creationId xmlns:a16="http://schemas.microsoft.com/office/drawing/2014/main" id="{482CEABD-D59C-9146-B260-F80C556208AE}"/>
                  </a:ext>
                </a:extLst>
              </p:cNvPr>
              <p:cNvCxnSpPr>
                <a:endCxn id="430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436" name="Straight Connector 435">
                <a:extLst>
                  <a:ext uri="{FF2B5EF4-FFF2-40B4-BE49-F238E27FC236}">
                    <a16:creationId xmlns:a16="http://schemas.microsoft.com/office/drawing/2014/main" id="{852B68BC-F922-3848-9565-4D2178DB93AA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425" name="Group 424">
              <a:extLst>
                <a:ext uri="{FF2B5EF4-FFF2-40B4-BE49-F238E27FC236}">
                  <a16:creationId xmlns:a16="http://schemas.microsoft.com/office/drawing/2014/main" id="{B7439C84-CDB5-F347-BD13-C9965624FE17}"/>
                </a:ext>
              </a:extLst>
            </p:cNvPr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426" name="Oval 425">
                <a:extLst>
                  <a:ext uri="{FF2B5EF4-FFF2-40B4-BE49-F238E27FC236}">
                    <a16:creationId xmlns:a16="http://schemas.microsoft.com/office/drawing/2014/main" id="{01C7B7FA-5596-BC43-9C90-8E052B54FC11}"/>
                  </a:ext>
                </a:extLst>
              </p:cNvPr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6ECC707E-E1D7-4546-96A1-2387735089B7}"/>
                  </a:ext>
                </a:extLst>
              </p:cNvPr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s3</a:t>
                </a:r>
              </a:p>
            </p:txBody>
          </p:sp>
        </p:grpSp>
      </p:grpSp>
      <p:grpSp>
        <p:nvGrpSpPr>
          <p:cNvPr id="437" name="Group 436">
            <a:extLst>
              <a:ext uri="{FF2B5EF4-FFF2-40B4-BE49-F238E27FC236}">
                <a16:creationId xmlns:a16="http://schemas.microsoft.com/office/drawing/2014/main" id="{15A32C9A-E7F3-5346-87C4-CA4940C18BF9}"/>
              </a:ext>
            </a:extLst>
          </p:cNvPr>
          <p:cNvGrpSpPr/>
          <p:nvPr/>
        </p:nvGrpSpPr>
        <p:grpSpPr>
          <a:xfrm>
            <a:off x="3904271" y="5705754"/>
            <a:ext cx="687402" cy="470406"/>
            <a:chOff x="1736090" y="2893762"/>
            <a:chExt cx="565150" cy="340091"/>
          </a:xfrm>
        </p:grpSpPr>
        <p:grpSp>
          <p:nvGrpSpPr>
            <p:cNvPr id="438" name="Group 327">
              <a:extLst>
                <a:ext uri="{FF2B5EF4-FFF2-40B4-BE49-F238E27FC236}">
                  <a16:creationId xmlns:a16="http://schemas.microsoft.com/office/drawing/2014/main" id="{91239979-A6B3-3D4E-ABD7-F92D10C27A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442" name="Oval 441">
                <a:extLst>
                  <a:ext uri="{FF2B5EF4-FFF2-40B4-BE49-F238E27FC236}">
                    <a16:creationId xmlns:a16="http://schemas.microsoft.com/office/drawing/2014/main" id="{9FCAC59C-42CC-CE4C-96BD-FE920D1C2A77}"/>
                  </a:ext>
                </a:extLst>
              </p:cNvPr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0" scaled="1"/>
                <a:tileRect/>
              </a:gra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43" name="Rectangle 442">
                <a:extLst>
                  <a:ext uri="{FF2B5EF4-FFF2-40B4-BE49-F238E27FC236}">
                    <a16:creationId xmlns:a16="http://schemas.microsoft.com/office/drawing/2014/main" id="{3FBEAA77-D815-D445-A86F-68B0D4452BC3}"/>
                  </a:ext>
                </a:extLst>
              </p:cNvPr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44" name="Oval 443">
                <a:extLst>
                  <a:ext uri="{FF2B5EF4-FFF2-40B4-BE49-F238E27FC236}">
                    <a16:creationId xmlns:a16="http://schemas.microsoft.com/office/drawing/2014/main" id="{2D6A81D7-4183-0C4B-9BE0-36028959107F}"/>
                  </a:ext>
                </a:extLst>
              </p:cNvPr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FFFFFF">
                  <a:lumMod val="75000"/>
                </a:srgbClr>
              </a:solidFill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45" name="Freeform 444">
                <a:extLst>
                  <a:ext uri="{FF2B5EF4-FFF2-40B4-BE49-F238E27FC236}">
                    <a16:creationId xmlns:a16="http://schemas.microsoft.com/office/drawing/2014/main" id="{4EB08DF1-BFF0-D94C-9005-60CA113EB70F}"/>
                  </a:ext>
                </a:extLst>
              </p:cNvPr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46" name="Freeform 445">
                <a:extLst>
                  <a:ext uri="{FF2B5EF4-FFF2-40B4-BE49-F238E27FC236}">
                    <a16:creationId xmlns:a16="http://schemas.microsoft.com/office/drawing/2014/main" id="{37A92998-42D7-3647-9DAB-4B474843B9D7}"/>
                  </a:ext>
                </a:extLst>
              </p:cNvPr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47" name="Freeform 446">
                <a:extLst>
                  <a:ext uri="{FF2B5EF4-FFF2-40B4-BE49-F238E27FC236}">
                    <a16:creationId xmlns:a16="http://schemas.microsoft.com/office/drawing/2014/main" id="{C10BF816-5EDC-5D4D-AA34-D16A44C5ACC4}"/>
                  </a:ext>
                </a:extLst>
              </p:cNvPr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48" name="Freeform 447">
                <a:extLst>
                  <a:ext uri="{FF2B5EF4-FFF2-40B4-BE49-F238E27FC236}">
                    <a16:creationId xmlns:a16="http://schemas.microsoft.com/office/drawing/2014/main" id="{5EDE6095-F96A-8147-96D3-B6AC4A7604E9}"/>
                  </a:ext>
                </a:extLst>
              </p:cNvPr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3333CC">
                  <a:lumMod val="75000"/>
                </a:srgbClr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449" name="Straight Connector 448">
                <a:extLst>
                  <a:ext uri="{FF2B5EF4-FFF2-40B4-BE49-F238E27FC236}">
                    <a16:creationId xmlns:a16="http://schemas.microsoft.com/office/drawing/2014/main" id="{18F6547F-EE28-D440-B02C-859463240B3B}"/>
                  </a:ext>
                </a:extLst>
              </p:cNvPr>
              <p:cNvCxnSpPr>
                <a:endCxn id="444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450" name="Straight Connector 449">
                <a:extLst>
                  <a:ext uri="{FF2B5EF4-FFF2-40B4-BE49-F238E27FC236}">
                    <a16:creationId xmlns:a16="http://schemas.microsoft.com/office/drawing/2014/main" id="{C75462DD-9379-4145-B1BA-38B9E3C33BD1}"/>
                  </a:ext>
                </a:extLst>
              </p:cNvPr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noFill/>
              <a:ln w="6350" cap="flat" cmpd="sng" algn="ctr">
                <a:solidFill>
                  <a:srgbClr val="000000"/>
                </a:solidFill>
                <a:prstDash val="solid"/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</p:cxnSp>
        </p:grpSp>
        <p:grpSp>
          <p:nvGrpSpPr>
            <p:cNvPr id="439" name="Group 438">
              <a:extLst>
                <a:ext uri="{FF2B5EF4-FFF2-40B4-BE49-F238E27FC236}">
                  <a16:creationId xmlns:a16="http://schemas.microsoft.com/office/drawing/2014/main" id="{0D413191-8CF2-CC46-9D2F-BF1C4542E2EB}"/>
                </a:ext>
              </a:extLst>
            </p:cNvPr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440" name="Oval 439">
                <a:extLst>
                  <a:ext uri="{FF2B5EF4-FFF2-40B4-BE49-F238E27FC236}">
                    <a16:creationId xmlns:a16="http://schemas.microsoft.com/office/drawing/2014/main" id="{C665F85B-B221-3349-A8A9-423CB064E829}"/>
                  </a:ext>
                </a:extLst>
              </p:cNvPr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6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441" name="TextBox 440">
                <a:extLst>
                  <a:ext uri="{FF2B5EF4-FFF2-40B4-BE49-F238E27FC236}">
                    <a16:creationId xmlns:a16="http://schemas.microsoft.com/office/drawing/2014/main" id="{FA49AD3B-122F-4C4B-A918-544A3BF1895E}"/>
                  </a:ext>
                </a:extLst>
              </p:cNvPr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s4</a:t>
                </a:r>
              </a:p>
            </p:txBody>
          </p:sp>
        </p:grp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8668EBE0-594D-334C-AB42-480B6F78CF62}"/>
              </a:ext>
            </a:extLst>
          </p:cNvPr>
          <p:cNvGrpSpPr/>
          <p:nvPr/>
        </p:nvGrpSpPr>
        <p:grpSpPr>
          <a:xfrm>
            <a:off x="6821848" y="2223893"/>
            <a:ext cx="4764727" cy="1773227"/>
            <a:chOff x="5333952" y="1296122"/>
            <a:chExt cx="4764727" cy="1773227"/>
          </a:xfrm>
        </p:grpSpPr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952F6C96-8FF4-3F4B-B1DE-5F9882F0CC58}"/>
                </a:ext>
              </a:extLst>
            </p:cNvPr>
            <p:cNvSpPr txBox="1"/>
            <p:nvPr/>
          </p:nvSpPr>
          <p:spPr>
            <a:xfrm>
              <a:off x="5654651" y="1315023"/>
              <a:ext cx="4444028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2400" dirty="0">
                  <a:solidFill>
                    <a:srgbClr val="000000"/>
                  </a:solidFill>
                </a:rPr>
                <a:t>link state routing app interacts with flow-table-computation component in SDN controller, which computes new flow tables needed</a:t>
              </a:r>
            </a:p>
          </p:txBody>
        </p: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9018BCC7-FF6B-C54D-AF18-6386BE6EC922}"/>
                </a:ext>
              </a:extLst>
            </p:cNvPr>
            <p:cNvGrpSpPr/>
            <p:nvPr/>
          </p:nvGrpSpPr>
          <p:grpSpPr>
            <a:xfrm>
              <a:off x="5333952" y="1296122"/>
              <a:ext cx="314510" cy="400110"/>
              <a:chOff x="437313" y="1959115"/>
              <a:chExt cx="291062" cy="400110"/>
            </a:xfrm>
          </p:grpSpPr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725A5CCC-38B4-374B-8E0A-8175948EE0F1}"/>
                  </a:ext>
                </a:extLst>
              </p:cNvPr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C00000"/>
                </a:solidFill>
              </a:ln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cs typeface="Arial"/>
                </a:endParaRP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A359256F-83EF-C14A-A33E-34AFC25A567C}"/>
                  </a:ext>
                </a:extLst>
              </p:cNvPr>
              <p:cNvSpPr txBox="1"/>
              <p:nvPr/>
            </p:nvSpPr>
            <p:spPr>
              <a:xfrm>
                <a:off x="437313" y="1959115"/>
                <a:ext cx="29106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  <a:cs typeface="Arial"/>
                  </a:rPr>
                  <a:t>5</a:t>
                </a:r>
              </a:p>
            </p:txBody>
          </p:sp>
        </p:grp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EBB217E7-01ED-964B-9FE0-F9EE60E028F5}"/>
              </a:ext>
            </a:extLst>
          </p:cNvPr>
          <p:cNvGrpSpPr/>
          <p:nvPr/>
        </p:nvGrpSpPr>
        <p:grpSpPr>
          <a:xfrm>
            <a:off x="6797561" y="4172683"/>
            <a:ext cx="4450811" cy="1103433"/>
            <a:chOff x="5318962" y="1301119"/>
            <a:chExt cx="4450811" cy="1103433"/>
          </a:xfrm>
        </p:grpSpPr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B3598380-1FF6-6F40-973E-B718F074D98B}"/>
                </a:ext>
              </a:extLst>
            </p:cNvPr>
            <p:cNvSpPr txBox="1"/>
            <p:nvPr/>
          </p:nvSpPr>
          <p:spPr>
            <a:xfrm>
              <a:off x="5654650" y="1315023"/>
              <a:ext cx="4115123" cy="1089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2400" dirty="0">
                  <a:solidFill>
                    <a:srgbClr val="000000"/>
                  </a:solidFill>
                </a:rPr>
                <a:t>controller uses OpenFlow to install new tables in switches that need updating</a:t>
              </a:r>
            </a:p>
          </p:txBody>
        </p: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CEC8872E-6260-4E47-A475-2DA8AB05DCE6}"/>
                </a:ext>
              </a:extLst>
            </p:cNvPr>
            <p:cNvGrpSpPr/>
            <p:nvPr/>
          </p:nvGrpSpPr>
          <p:grpSpPr>
            <a:xfrm>
              <a:off x="5318962" y="1301119"/>
              <a:ext cx="314510" cy="400110"/>
              <a:chOff x="423441" y="1964112"/>
              <a:chExt cx="291062" cy="400110"/>
            </a:xfrm>
          </p:grpSpPr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EF374B88-D948-BF43-B4EB-772822FF0073}"/>
                  </a:ext>
                </a:extLst>
              </p:cNvPr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C00000"/>
                </a:solidFill>
              </a:ln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cs typeface="Arial"/>
                </a:endParaRPr>
              </a:p>
            </p:txBody>
          </p: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525ABF71-D17A-5F44-9348-F8715A41D31E}"/>
                  </a:ext>
                </a:extLst>
              </p:cNvPr>
              <p:cNvSpPr txBox="1"/>
              <p:nvPr/>
            </p:nvSpPr>
            <p:spPr>
              <a:xfrm>
                <a:off x="423441" y="1964112"/>
                <a:ext cx="29106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  <a:cs typeface="Arial"/>
                  </a:rPr>
                  <a:t>6</a:t>
                </a: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5539EC0-657C-954F-8B55-28528EDA22A1}"/>
              </a:ext>
            </a:extLst>
          </p:cNvPr>
          <p:cNvGrpSpPr/>
          <p:nvPr/>
        </p:nvGrpSpPr>
        <p:grpSpPr>
          <a:xfrm>
            <a:off x="3994257" y="1633928"/>
            <a:ext cx="313044" cy="1540239"/>
            <a:chOff x="4189129" y="1656413"/>
            <a:chExt cx="313044" cy="1540239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9F848E1-4FB7-8D48-8636-5BFA654772DD}"/>
                </a:ext>
              </a:extLst>
            </p:cNvPr>
            <p:cNvCxnSpPr/>
            <p:nvPr/>
          </p:nvCxnSpPr>
          <p:spPr>
            <a:xfrm>
              <a:off x="4339652" y="1656413"/>
              <a:ext cx="0" cy="1540239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0" name="Group 389">
              <a:extLst>
                <a:ext uri="{FF2B5EF4-FFF2-40B4-BE49-F238E27FC236}">
                  <a16:creationId xmlns:a16="http://schemas.microsoft.com/office/drawing/2014/main" id="{084F1979-21E5-164C-9D7B-CC37AAE3266F}"/>
                </a:ext>
              </a:extLst>
            </p:cNvPr>
            <p:cNvGrpSpPr/>
            <p:nvPr/>
          </p:nvGrpSpPr>
          <p:grpSpPr>
            <a:xfrm>
              <a:off x="4189129" y="1880402"/>
              <a:ext cx="313044" cy="369332"/>
              <a:chOff x="651166" y="1956616"/>
              <a:chExt cx="313044" cy="369332"/>
            </a:xfrm>
          </p:grpSpPr>
          <p:sp>
            <p:nvSpPr>
              <p:cNvPr id="391" name="Oval 390">
                <a:extLst>
                  <a:ext uri="{FF2B5EF4-FFF2-40B4-BE49-F238E27FC236}">
                    <a16:creationId xmlns:a16="http://schemas.microsoft.com/office/drawing/2014/main" id="{73A39CD2-24AA-BD45-B6AD-2B4BA700DC27}"/>
                  </a:ext>
                </a:extLst>
              </p:cNvPr>
              <p:cNvSpPr/>
              <p:nvPr/>
            </p:nvSpPr>
            <p:spPr>
              <a:xfrm>
                <a:off x="676641" y="2003692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C00000"/>
                </a:solidFill>
              </a:ln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392" name="TextBox 391">
                <a:extLst>
                  <a:ext uri="{FF2B5EF4-FFF2-40B4-BE49-F238E27FC236}">
                    <a16:creationId xmlns:a16="http://schemas.microsoft.com/office/drawing/2014/main" id="{D826745D-58BA-BC4B-AA6A-D38C517B3381}"/>
                  </a:ext>
                </a:extLst>
              </p:cNvPr>
              <p:cNvSpPr txBox="1"/>
              <p:nvPr/>
            </p:nvSpPr>
            <p:spPr>
              <a:xfrm>
                <a:off x="651166" y="1956616"/>
                <a:ext cx="3130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rPr>
                  <a:t>5</a:t>
                </a:r>
              </a:p>
            </p:txBody>
          </p:sp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722060-DA29-3642-B211-707588A22B81}"/>
              </a:ext>
            </a:extLst>
          </p:cNvPr>
          <p:cNvGrpSpPr/>
          <p:nvPr/>
        </p:nvGrpSpPr>
        <p:grpSpPr>
          <a:xfrm>
            <a:off x="2457676" y="3166672"/>
            <a:ext cx="1751262" cy="2489017"/>
            <a:chOff x="2457676" y="3166672"/>
            <a:chExt cx="1751262" cy="2489017"/>
          </a:xfrm>
        </p:grpSpPr>
        <p:cxnSp>
          <p:nvCxnSpPr>
            <p:cNvPr id="385" name="Straight Arrow Connector 384">
              <a:extLst>
                <a:ext uri="{FF2B5EF4-FFF2-40B4-BE49-F238E27FC236}">
                  <a16:creationId xmlns:a16="http://schemas.microsoft.com/office/drawing/2014/main" id="{57933768-CFAD-7E4C-8094-C5674C11AD3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271232" y="4980429"/>
              <a:ext cx="0" cy="258633"/>
            </a:xfrm>
            <a:prstGeom prst="straightConnector1">
              <a:avLst/>
            </a:prstGeom>
            <a:solidFill>
              <a:srgbClr val="00CC99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6" name="Straight Arrow Connector 385">
              <a:extLst>
                <a:ext uri="{FF2B5EF4-FFF2-40B4-BE49-F238E27FC236}">
                  <a16:creationId xmlns:a16="http://schemas.microsoft.com/office/drawing/2014/main" id="{F95AAA5D-C6E5-5143-82E1-3C051F45ACA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457676" y="4954249"/>
              <a:ext cx="712744" cy="621210"/>
            </a:xfrm>
            <a:prstGeom prst="straightConnector1">
              <a:avLst/>
            </a:prstGeom>
            <a:solidFill>
              <a:srgbClr val="00CC99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87" name="Group 386">
              <a:extLst>
                <a:ext uri="{FF2B5EF4-FFF2-40B4-BE49-F238E27FC236}">
                  <a16:creationId xmlns:a16="http://schemas.microsoft.com/office/drawing/2014/main" id="{18D00365-C943-3246-B265-4C37A9B81876}"/>
                </a:ext>
              </a:extLst>
            </p:cNvPr>
            <p:cNvGrpSpPr/>
            <p:nvPr/>
          </p:nvGrpSpPr>
          <p:grpSpPr>
            <a:xfrm rot="21446362">
              <a:off x="3106460" y="4663753"/>
              <a:ext cx="313044" cy="369332"/>
              <a:chOff x="418585" y="1969301"/>
              <a:chExt cx="313044" cy="369332"/>
            </a:xfrm>
          </p:grpSpPr>
          <p:sp>
            <p:nvSpPr>
              <p:cNvPr id="388" name="Oval 387">
                <a:extLst>
                  <a:ext uri="{FF2B5EF4-FFF2-40B4-BE49-F238E27FC236}">
                    <a16:creationId xmlns:a16="http://schemas.microsoft.com/office/drawing/2014/main" id="{56FE9D22-DD6A-2D41-935A-D9C78F2DD655}"/>
                  </a:ext>
                </a:extLst>
              </p:cNvPr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C00000"/>
                </a:solidFill>
              </a:ln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389" name="TextBox 388">
                <a:extLst>
                  <a:ext uri="{FF2B5EF4-FFF2-40B4-BE49-F238E27FC236}">
                    <a16:creationId xmlns:a16="http://schemas.microsoft.com/office/drawing/2014/main" id="{F3BD16BE-15C0-AD4A-A570-09F50033ED30}"/>
                  </a:ext>
                </a:extLst>
              </p:cNvPr>
              <p:cNvSpPr txBox="1"/>
              <p:nvPr/>
            </p:nvSpPr>
            <p:spPr>
              <a:xfrm>
                <a:off x="418585" y="1969301"/>
                <a:ext cx="3130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rPr>
                  <a:t>6</a:t>
                </a:r>
              </a:p>
            </p:txBody>
          </p:sp>
        </p:grpSp>
        <p:cxnSp>
          <p:nvCxnSpPr>
            <p:cNvPr id="451" name="Straight Arrow Connector 450">
              <a:extLst>
                <a:ext uri="{FF2B5EF4-FFF2-40B4-BE49-F238E27FC236}">
                  <a16:creationId xmlns:a16="http://schemas.microsoft.com/office/drawing/2014/main" id="{CE154DD1-2C46-6642-BA6D-CE34E436F76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361544" y="4943007"/>
              <a:ext cx="847394" cy="712682"/>
            </a:xfrm>
            <a:prstGeom prst="straightConnector1">
              <a:avLst/>
            </a:prstGeom>
            <a:solidFill>
              <a:srgbClr val="00CC99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3E2CB52-0E57-C940-96B0-586FFA8469C6}"/>
                </a:ext>
              </a:extLst>
            </p:cNvPr>
            <p:cNvSpPr/>
            <p:nvPr/>
          </p:nvSpPr>
          <p:spPr>
            <a:xfrm>
              <a:off x="3256612" y="3166672"/>
              <a:ext cx="888167" cy="1551482"/>
            </a:xfrm>
            <a:custGeom>
              <a:avLst/>
              <a:gdLst>
                <a:gd name="connsiteX0" fmla="*/ 929390 w 929390"/>
                <a:gd name="connsiteY0" fmla="*/ 0 h 1551482"/>
                <a:gd name="connsiteX1" fmla="*/ 929390 w 929390"/>
                <a:gd name="connsiteY1" fmla="*/ 678305 h 1551482"/>
                <a:gd name="connsiteX2" fmla="*/ 0 w 929390"/>
                <a:gd name="connsiteY2" fmla="*/ 813217 h 1551482"/>
                <a:gd name="connsiteX3" fmla="*/ 0 w 929390"/>
                <a:gd name="connsiteY3" fmla="*/ 1551482 h 1551482"/>
                <a:gd name="connsiteX4" fmla="*/ 0 w 929390"/>
                <a:gd name="connsiteY4" fmla="*/ 1551482 h 1551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9390" h="1551482">
                  <a:moveTo>
                    <a:pt x="929390" y="0"/>
                  </a:moveTo>
                  <a:lnTo>
                    <a:pt x="929390" y="678305"/>
                  </a:lnTo>
                  <a:lnTo>
                    <a:pt x="0" y="813217"/>
                  </a:lnTo>
                  <a:lnTo>
                    <a:pt x="0" y="1551482"/>
                  </a:lnTo>
                  <a:lnTo>
                    <a:pt x="0" y="1551482"/>
                  </a:lnTo>
                </a:path>
              </a:pathLst>
            </a:cu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29B85B73-F6B8-D648-BC2D-0EAA63B6C571}"/>
              </a:ext>
            </a:extLst>
          </p:cNvPr>
          <p:cNvGrpSpPr/>
          <p:nvPr/>
        </p:nvGrpSpPr>
        <p:grpSpPr>
          <a:xfrm>
            <a:off x="2312276" y="4225159"/>
            <a:ext cx="677917" cy="1261241"/>
            <a:chOff x="2312276" y="4225159"/>
            <a:chExt cx="677917" cy="1261241"/>
          </a:xfrm>
        </p:grpSpPr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04D9E912-F6EE-2347-946E-2486DFCDC48F}"/>
                </a:ext>
              </a:extLst>
            </p:cNvPr>
            <p:cNvSpPr/>
            <p:nvPr/>
          </p:nvSpPr>
          <p:spPr>
            <a:xfrm>
              <a:off x="2312276" y="4225159"/>
              <a:ext cx="677917" cy="1261241"/>
            </a:xfrm>
            <a:custGeom>
              <a:avLst/>
              <a:gdLst>
                <a:gd name="connsiteX0" fmla="*/ 0 w 677917"/>
                <a:gd name="connsiteY0" fmla="*/ 1261241 h 1261241"/>
                <a:gd name="connsiteX1" fmla="*/ 677917 w 677917"/>
                <a:gd name="connsiteY1" fmla="*/ 178675 h 1261241"/>
                <a:gd name="connsiteX2" fmla="*/ 677917 w 677917"/>
                <a:gd name="connsiteY2" fmla="*/ 0 h 1261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7917" h="1261241">
                  <a:moveTo>
                    <a:pt x="0" y="1261241"/>
                  </a:moveTo>
                  <a:lnTo>
                    <a:pt x="677917" y="178675"/>
                  </a:lnTo>
                  <a:lnTo>
                    <a:pt x="677917" y="0"/>
                  </a:lnTo>
                </a:path>
              </a:pathLst>
            </a:cu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1680272B-5B96-5C46-B6A3-60AE86146178}"/>
                </a:ext>
              </a:extLst>
            </p:cNvPr>
            <p:cNvGrpSpPr/>
            <p:nvPr/>
          </p:nvGrpSpPr>
          <p:grpSpPr>
            <a:xfrm>
              <a:off x="2499117" y="4791488"/>
              <a:ext cx="313044" cy="369332"/>
              <a:chOff x="-17363" y="1958857"/>
              <a:chExt cx="313044" cy="369332"/>
            </a:xfrm>
          </p:grpSpPr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B4B208F5-B08A-1243-A37F-DD13571EA002}"/>
                  </a:ext>
                </a:extLst>
              </p:cNvPr>
              <p:cNvSpPr/>
              <p:nvPr/>
            </p:nvSpPr>
            <p:spPr>
              <a:xfrm>
                <a:off x="17117" y="2010412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C00000"/>
                </a:solidFill>
              </a:ln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48299C7E-5FD4-BE4D-B3BC-B70CB02A4289}"/>
                  </a:ext>
                </a:extLst>
              </p:cNvPr>
              <p:cNvSpPr txBox="1"/>
              <p:nvPr/>
            </p:nvSpPr>
            <p:spPr>
              <a:xfrm>
                <a:off x="-17363" y="1958857"/>
                <a:ext cx="3130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rPr>
                  <a:t>1</a:t>
                </a:r>
              </a:p>
            </p:txBody>
          </p:sp>
        </p:grp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197D5753-825A-E24A-B359-04DEF430F62F}"/>
              </a:ext>
            </a:extLst>
          </p:cNvPr>
          <p:cNvGrpSpPr/>
          <p:nvPr/>
        </p:nvGrpSpPr>
        <p:grpSpPr>
          <a:xfrm>
            <a:off x="2292350" y="3432175"/>
            <a:ext cx="698500" cy="793750"/>
            <a:chOff x="2292350" y="3432175"/>
            <a:chExt cx="698500" cy="793750"/>
          </a:xfrm>
        </p:grpSpPr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id="{8D41C68A-EFC3-7544-907A-3696B071871F}"/>
                </a:ext>
              </a:extLst>
            </p:cNvPr>
            <p:cNvSpPr/>
            <p:nvPr/>
          </p:nvSpPr>
          <p:spPr>
            <a:xfrm>
              <a:off x="2292350" y="3432175"/>
              <a:ext cx="698500" cy="793750"/>
            </a:xfrm>
            <a:custGeom>
              <a:avLst/>
              <a:gdLst>
                <a:gd name="connsiteX0" fmla="*/ 698500 w 698500"/>
                <a:gd name="connsiteY0" fmla="*/ 793750 h 793750"/>
                <a:gd name="connsiteX1" fmla="*/ 698500 w 698500"/>
                <a:gd name="connsiteY1" fmla="*/ 508000 h 793750"/>
                <a:gd name="connsiteX2" fmla="*/ 0 w 698500"/>
                <a:gd name="connsiteY2" fmla="*/ 269875 h 793750"/>
                <a:gd name="connsiteX3" fmla="*/ 0 w 698500"/>
                <a:gd name="connsiteY3" fmla="*/ 0 h 793750"/>
                <a:gd name="connsiteX4" fmla="*/ 0 w 698500"/>
                <a:gd name="connsiteY4" fmla="*/ 3175 h 79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8500" h="793750">
                  <a:moveTo>
                    <a:pt x="698500" y="793750"/>
                  </a:moveTo>
                  <a:lnTo>
                    <a:pt x="698500" y="508000"/>
                  </a:lnTo>
                  <a:lnTo>
                    <a:pt x="0" y="269875"/>
                  </a:lnTo>
                  <a:lnTo>
                    <a:pt x="0" y="0"/>
                  </a:lnTo>
                  <a:lnTo>
                    <a:pt x="0" y="3175"/>
                  </a:lnTo>
                </a:path>
              </a:pathLst>
            </a:cu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0AA64AA5-F628-404D-85EE-A7F9205259DC}"/>
                </a:ext>
              </a:extLst>
            </p:cNvPr>
            <p:cNvGrpSpPr/>
            <p:nvPr/>
          </p:nvGrpSpPr>
          <p:grpSpPr>
            <a:xfrm>
              <a:off x="2576070" y="3664008"/>
              <a:ext cx="313044" cy="369332"/>
              <a:chOff x="2576070" y="3664008"/>
              <a:chExt cx="313044" cy="369332"/>
            </a:xfrm>
          </p:grpSpPr>
          <p:sp>
            <p:nvSpPr>
              <p:cNvPr id="185" name="Oval 184">
                <a:extLst>
                  <a:ext uri="{FF2B5EF4-FFF2-40B4-BE49-F238E27FC236}">
                    <a16:creationId xmlns:a16="http://schemas.microsoft.com/office/drawing/2014/main" id="{391FE4FB-9667-3848-BBC8-71F23A372A09}"/>
                  </a:ext>
                </a:extLst>
              </p:cNvPr>
              <p:cNvSpPr/>
              <p:nvPr/>
            </p:nvSpPr>
            <p:spPr>
              <a:xfrm>
                <a:off x="2602120" y="3719723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C00000"/>
                </a:solidFill>
              </a:ln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05F86FD7-086B-5342-8B29-1089080984FC}"/>
                  </a:ext>
                </a:extLst>
              </p:cNvPr>
              <p:cNvSpPr txBox="1"/>
              <p:nvPr/>
            </p:nvSpPr>
            <p:spPr>
              <a:xfrm>
                <a:off x="2576070" y="3664008"/>
                <a:ext cx="3130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rPr>
                  <a:t>2</a:t>
                </a:r>
              </a:p>
            </p:txBody>
          </p:sp>
        </p:grp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771DD02C-FDB2-8742-B9AD-DAE04FE274DB}"/>
              </a:ext>
            </a:extLst>
          </p:cNvPr>
          <p:cNvGrpSpPr/>
          <p:nvPr/>
        </p:nvGrpSpPr>
        <p:grpSpPr>
          <a:xfrm>
            <a:off x="2137625" y="1774825"/>
            <a:ext cx="313044" cy="1663700"/>
            <a:chOff x="2134450" y="1762125"/>
            <a:chExt cx="313044" cy="1663700"/>
          </a:xfrm>
        </p:grpSpPr>
        <p:sp>
          <p:nvSpPr>
            <p:cNvPr id="188" name="Freeform 187">
              <a:extLst>
                <a:ext uri="{FF2B5EF4-FFF2-40B4-BE49-F238E27FC236}">
                  <a16:creationId xmlns:a16="http://schemas.microsoft.com/office/drawing/2014/main" id="{883ED354-25D1-C04E-892D-211118E43E12}"/>
                </a:ext>
              </a:extLst>
            </p:cNvPr>
            <p:cNvSpPr/>
            <p:nvPr/>
          </p:nvSpPr>
          <p:spPr>
            <a:xfrm>
              <a:off x="2273300" y="1762125"/>
              <a:ext cx="15875" cy="1663700"/>
            </a:xfrm>
            <a:custGeom>
              <a:avLst/>
              <a:gdLst>
                <a:gd name="connsiteX0" fmla="*/ 15875 w 15875"/>
                <a:gd name="connsiteY0" fmla="*/ 1663700 h 1663700"/>
                <a:gd name="connsiteX1" fmla="*/ 15875 w 15875"/>
                <a:gd name="connsiteY1" fmla="*/ 0 h 1663700"/>
                <a:gd name="connsiteX2" fmla="*/ 0 w 15875"/>
                <a:gd name="connsiteY2" fmla="*/ 0 h 1663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875" h="1663700">
                  <a:moveTo>
                    <a:pt x="15875" y="1663700"/>
                  </a:moveTo>
                  <a:lnTo>
                    <a:pt x="15875" y="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C0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507EC540-4062-C043-B3A2-50A19C3A7ED6}"/>
                </a:ext>
              </a:extLst>
            </p:cNvPr>
            <p:cNvGrpSpPr/>
            <p:nvPr/>
          </p:nvGrpSpPr>
          <p:grpSpPr>
            <a:xfrm>
              <a:off x="2134450" y="2567187"/>
              <a:ext cx="313044" cy="369332"/>
              <a:chOff x="1712175" y="2510037"/>
              <a:chExt cx="313044" cy="369332"/>
            </a:xfrm>
          </p:grpSpPr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0977EF44-1278-FE42-A8DE-61716D09F76C}"/>
                  </a:ext>
                </a:extLst>
              </p:cNvPr>
              <p:cNvSpPr/>
              <p:nvPr/>
            </p:nvSpPr>
            <p:spPr>
              <a:xfrm>
                <a:off x="1744575" y="256892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C00000"/>
                </a:solidFill>
              </a:ln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B5432766-828E-C04D-ABCA-C75B145EB832}"/>
                  </a:ext>
                </a:extLst>
              </p:cNvPr>
              <p:cNvSpPr txBox="1"/>
              <p:nvPr/>
            </p:nvSpPr>
            <p:spPr>
              <a:xfrm>
                <a:off x="1712175" y="2510037"/>
                <a:ext cx="3130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rPr>
                  <a:t>3</a:t>
                </a:r>
              </a:p>
            </p:txBody>
          </p:sp>
        </p:grp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ED6C9655-72FC-7545-AA52-6CFDF3B16914}"/>
              </a:ext>
            </a:extLst>
          </p:cNvPr>
          <p:cNvGrpSpPr/>
          <p:nvPr/>
        </p:nvGrpSpPr>
        <p:grpSpPr>
          <a:xfrm>
            <a:off x="2349183" y="1803400"/>
            <a:ext cx="313044" cy="1539875"/>
            <a:chOff x="2349183" y="1803400"/>
            <a:chExt cx="313044" cy="1539875"/>
          </a:xfrm>
        </p:grpSpPr>
        <p:cxnSp>
          <p:nvCxnSpPr>
            <p:cNvPr id="193" name="Straight Arrow Connector 192">
              <a:extLst>
                <a:ext uri="{FF2B5EF4-FFF2-40B4-BE49-F238E27FC236}">
                  <a16:creationId xmlns:a16="http://schemas.microsoft.com/office/drawing/2014/main" id="{6AC89D17-D5C6-6E45-B074-38ECB645CCC6}"/>
                </a:ext>
              </a:extLst>
            </p:cNvPr>
            <p:cNvCxnSpPr/>
            <p:nvPr/>
          </p:nvCxnSpPr>
          <p:spPr>
            <a:xfrm>
              <a:off x="2498725" y="1803400"/>
              <a:ext cx="0" cy="1539875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80049483-7D31-F243-8B3C-B01AB5BDA5CA}"/>
                </a:ext>
              </a:extLst>
            </p:cNvPr>
            <p:cNvGrpSpPr/>
            <p:nvPr/>
          </p:nvGrpSpPr>
          <p:grpSpPr>
            <a:xfrm>
              <a:off x="2349183" y="1906331"/>
              <a:ext cx="313044" cy="369332"/>
              <a:chOff x="415641" y="1967287"/>
              <a:chExt cx="313044" cy="369332"/>
            </a:xfrm>
          </p:grpSpPr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229791A0-9A65-A14B-97D3-B95ED9B13C71}"/>
                  </a:ext>
                </a:extLst>
              </p:cNvPr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C00000"/>
                </a:solidFill>
              </a:ln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FFD05E5B-5187-8143-8FCD-A82AF7D7023C}"/>
                  </a:ext>
                </a:extLst>
              </p:cNvPr>
              <p:cNvSpPr txBox="1"/>
              <p:nvPr/>
            </p:nvSpPr>
            <p:spPr>
              <a:xfrm>
                <a:off x="415641" y="1967287"/>
                <a:ext cx="3130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rPr>
                  <a:t>4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04269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CD85E7-B9DB-9043-B7EC-8C0919E8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457"/>
            <a:ext cx="10998896" cy="894622"/>
          </a:xfrm>
        </p:spPr>
        <p:txBody>
          <a:bodyPr>
            <a:noAutofit/>
          </a:bodyPr>
          <a:lstStyle/>
          <a:p>
            <a:r>
              <a:rPr lang="en-US" b="0" dirty="0"/>
              <a:t>OpenDaylight (ODL) controller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71119-17C6-6045-B8FE-FECA68C80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162" name="Rounded Rectangle 161">
            <a:extLst>
              <a:ext uri="{FF2B5EF4-FFF2-40B4-BE49-F238E27FC236}">
                <a16:creationId xmlns:a16="http://schemas.microsoft.com/office/drawing/2014/main" id="{C8CC017A-00C4-9946-A15C-67BB2E830C62}"/>
              </a:ext>
            </a:extLst>
          </p:cNvPr>
          <p:cNvSpPr/>
          <p:nvPr/>
        </p:nvSpPr>
        <p:spPr>
          <a:xfrm>
            <a:off x="1308970" y="4619179"/>
            <a:ext cx="4650377" cy="608051"/>
          </a:xfrm>
          <a:prstGeom prst="roundRect">
            <a:avLst/>
          </a:prstGeom>
          <a:solidFill>
            <a:srgbClr val="AAE2CA">
              <a:lumMod val="75000"/>
            </a:srgbClr>
          </a:solidFill>
          <a:ln w="12700">
            <a:noFill/>
            <a:tailEnd type="arrow"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6F0F8666-A6F4-624D-80E8-0EF23C207C6A}"/>
              </a:ext>
            </a:extLst>
          </p:cNvPr>
          <p:cNvSpPr txBox="1"/>
          <p:nvPr/>
        </p:nvSpPr>
        <p:spPr>
          <a:xfrm>
            <a:off x="5681552" y="1744109"/>
            <a:ext cx="3822666" cy="268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400" dirty="0"/>
              <a:t>Network Orchestrations and Applications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F004744-3AD2-D540-B9A0-A2DECC02E138}"/>
              </a:ext>
            </a:extLst>
          </p:cNvPr>
          <p:cNvSpPr txBox="1"/>
          <p:nvPr/>
        </p:nvSpPr>
        <p:spPr>
          <a:xfrm>
            <a:off x="5899099" y="5275766"/>
            <a:ext cx="1522626" cy="268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400" dirty="0"/>
              <a:t>Southbound API</a:t>
            </a: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B21516A3-9168-5A49-BB27-52176C92B938}"/>
              </a:ext>
            </a:extLst>
          </p:cNvPr>
          <p:cNvCxnSpPr/>
          <p:nvPr/>
        </p:nvCxnSpPr>
        <p:spPr>
          <a:xfrm>
            <a:off x="1309488" y="2192290"/>
            <a:ext cx="4651048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29BC885E-78A5-8040-BF18-CE689C6B08AA}"/>
              </a:ext>
            </a:extLst>
          </p:cNvPr>
          <p:cNvCxnSpPr/>
          <p:nvPr/>
        </p:nvCxnSpPr>
        <p:spPr>
          <a:xfrm>
            <a:off x="1309488" y="5372503"/>
            <a:ext cx="4651048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7BF5FF90-0F5D-2747-A02F-8A87EA67E8F7}"/>
              </a:ext>
            </a:extLst>
          </p:cNvPr>
          <p:cNvSpPr txBox="1"/>
          <p:nvPr/>
        </p:nvSpPr>
        <p:spPr>
          <a:xfrm>
            <a:off x="5995216" y="4715575"/>
            <a:ext cx="1897871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600" dirty="0"/>
              <a:t>Service Abstraction Layer (SAL)</a:t>
            </a:r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FFB315C9-1489-AE40-95EE-74F812551DAE}"/>
              </a:ext>
            </a:extLst>
          </p:cNvPr>
          <p:cNvGrpSpPr/>
          <p:nvPr/>
        </p:nvGrpSpPr>
        <p:grpSpPr>
          <a:xfrm>
            <a:off x="2093457" y="4642702"/>
            <a:ext cx="1432506" cy="565047"/>
            <a:chOff x="1241687" y="4404708"/>
            <a:chExt cx="1432506" cy="565047"/>
          </a:xfrm>
        </p:grpSpPr>
        <p:sp>
          <p:nvSpPr>
            <p:cNvPr id="169" name="Can 168">
              <a:extLst>
                <a:ext uri="{FF2B5EF4-FFF2-40B4-BE49-F238E27FC236}">
                  <a16:creationId xmlns:a16="http://schemas.microsoft.com/office/drawing/2014/main" id="{9953BCEF-D2AD-5946-98C0-53736B109982}"/>
                </a:ext>
              </a:extLst>
            </p:cNvPr>
            <p:cNvSpPr/>
            <p:nvPr/>
          </p:nvSpPr>
          <p:spPr>
            <a:xfrm>
              <a:off x="1255867" y="4404708"/>
              <a:ext cx="1383280" cy="550146"/>
            </a:xfrm>
            <a:prstGeom prst="can">
              <a:avLst/>
            </a:prstGeom>
            <a:gradFill flip="none" rotWithShape="1">
              <a:gsLst>
                <a:gs pos="2000">
                  <a:schemeClr val="accent6">
                    <a:lumMod val="20000"/>
                    <a:lumOff val="80000"/>
                  </a:schemeClr>
                </a:gs>
                <a:gs pos="100000">
                  <a:schemeClr val="accent6">
                    <a:lumMod val="40000"/>
                    <a:lumOff val="60000"/>
                  </a:schemeClr>
                </a:gs>
              </a:gsLst>
              <a:lin ang="10800000" scaled="0"/>
              <a:tileRect/>
            </a:gradFill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B8FD4CC5-F553-244B-B2C9-9A547EC20D2D}"/>
                </a:ext>
              </a:extLst>
            </p:cNvPr>
            <p:cNvSpPr txBox="1"/>
            <p:nvPr/>
          </p:nvSpPr>
          <p:spPr>
            <a:xfrm>
              <a:off x="1241687" y="4428068"/>
              <a:ext cx="1432506" cy="541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200" dirty="0"/>
                <a:t>config. and operational data store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B7C0880-49B6-4247-948E-F3019F060176}"/>
              </a:ext>
            </a:extLst>
          </p:cNvPr>
          <p:cNvGrpSpPr/>
          <p:nvPr/>
        </p:nvGrpSpPr>
        <p:grpSpPr>
          <a:xfrm>
            <a:off x="1235902" y="2266373"/>
            <a:ext cx="4650377" cy="608051"/>
            <a:chOff x="1235902" y="2266373"/>
            <a:chExt cx="4650377" cy="608051"/>
          </a:xfrm>
        </p:grpSpPr>
        <p:sp>
          <p:nvSpPr>
            <p:cNvPr id="149" name="Rounded Rectangle 148">
              <a:extLst>
                <a:ext uri="{FF2B5EF4-FFF2-40B4-BE49-F238E27FC236}">
                  <a16:creationId xmlns:a16="http://schemas.microsoft.com/office/drawing/2014/main" id="{E99A6AA0-07FB-1C4C-972D-6F9E4C71E394}"/>
                </a:ext>
              </a:extLst>
            </p:cNvPr>
            <p:cNvSpPr/>
            <p:nvPr/>
          </p:nvSpPr>
          <p:spPr>
            <a:xfrm>
              <a:off x="1235902" y="2266373"/>
              <a:ext cx="4650377" cy="608051"/>
            </a:xfrm>
            <a:prstGeom prst="roundRect">
              <a:avLst/>
            </a:prstGeom>
            <a:solidFill>
              <a:srgbClr val="AAE2CA">
                <a:lumMod val="75000"/>
              </a:srgbClr>
            </a:solidFill>
            <a:ln w="12700">
              <a:noFill/>
              <a:tailEnd type="arrow"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98CABA0F-314E-BA45-9AA9-E8C4D3C5FC78}"/>
                </a:ext>
              </a:extLst>
            </p:cNvPr>
            <p:cNvSpPr txBox="1"/>
            <p:nvPr/>
          </p:nvSpPr>
          <p:spPr>
            <a:xfrm>
              <a:off x="1537806" y="2409877"/>
              <a:ext cx="3977869" cy="34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000" dirty="0"/>
                <a:t>REST/RESTCONF/NETCONF APIs</a:t>
              </a:r>
            </a:p>
          </p:txBody>
        </p:sp>
      </p:grpSp>
      <p:sp>
        <p:nvSpPr>
          <p:cNvPr id="172" name="Left-Right Arrow 171">
            <a:extLst>
              <a:ext uri="{FF2B5EF4-FFF2-40B4-BE49-F238E27FC236}">
                <a16:creationId xmlns:a16="http://schemas.microsoft.com/office/drawing/2014/main" id="{CEACD9AC-2092-E047-B4D0-283CE33E7A75}"/>
              </a:ext>
            </a:extLst>
          </p:cNvPr>
          <p:cNvSpPr/>
          <p:nvPr/>
        </p:nvSpPr>
        <p:spPr>
          <a:xfrm>
            <a:off x="3955838" y="4663169"/>
            <a:ext cx="1061570" cy="484632"/>
          </a:xfrm>
          <a:prstGeom prst="leftRightArrow">
            <a:avLst/>
          </a:prstGeom>
          <a:gradFill flip="none" rotWithShape="1">
            <a:gsLst>
              <a:gs pos="50500">
                <a:schemeClr val="accent6">
                  <a:lumMod val="20000"/>
                  <a:lumOff val="80000"/>
                </a:schemeClr>
              </a:gs>
              <a:gs pos="1000">
                <a:schemeClr val="accent6">
                  <a:lumMod val="40000"/>
                  <a:lumOff val="60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10800000" scaled="0"/>
            <a:tileRect/>
          </a:gra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B126688D-F71F-1448-B2A4-406278585436}"/>
              </a:ext>
            </a:extLst>
          </p:cNvPr>
          <p:cNvSpPr txBox="1"/>
          <p:nvPr/>
        </p:nvSpPr>
        <p:spPr>
          <a:xfrm>
            <a:off x="3952599" y="4790714"/>
            <a:ext cx="10928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200" dirty="0"/>
              <a:t>messaging</a:t>
            </a:r>
            <a:endParaRPr lang="en-US" sz="1400" dirty="0"/>
          </a:p>
        </p:txBody>
      </p: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12144A80-6860-1441-8322-658023CCBAA6}"/>
              </a:ext>
            </a:extLst>
          </p:cNvPr>
          <p:cNvGrpSpPr/>
          <p:nvPr/>
        </p:nvGrpSpPr>
        <p:grpSpPr>
          <a:xfrm>
            <a:off x="1277743" y="5455564"/>
            <a:ext cx="822085" cy="280003"/>
            <a:chOff x="1847676" y="5679179"/>
            <a:chExt cx="822085" cy="280003"/>
          </a:xfrm>
        </p:grpSpPr>
        <p:sp>
          <p:nvSpPr>
            <p:cNvPr id="199" name="Rounded Rectangle 198">
              <a:extLst>
                <a:ext uri="{FF2B5EF4-FFF2-40B4-BE49-F238E27FC236}">
                  <a16:creationId xmlns:a16="http://schemas.microsoft.com/office/drawing/2014/main" id="{04C4DFD8-4C4A-5445-B7A8-13E1A3E86DBA}"/>
                </a:ext>
              </a:extLst>
            </p:cNvPr>
            <p:cNvSpPr/>
            <p:nvPr/>
          </p:nvSpPr>
          <p:spPr>
            <a:xfrm>
              <a:off x="1913844" y="5690540"/>
              <a:ext cx="691362" cy="268642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6DCE99D5-D84B-F544-AF96-0E7F5BEEAD82}"/>
                </a:ext>
              </a:extLst>
            </p:cNvPr>
            <p:cNvSpPr txBox="1"/>
            <p:nvPr/>
          </p:nvSpPr>
          <p:spPr>
            <a:xfrm>
              <a:off x="1847676" y="5679179"/>
              <a:ext cx="82208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OpenFlow</a:t>
              </a:r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9705E1AB-CFA9-6D40-930E-63B6C2EA968F}"/>
              </a:ext>
            </a:extLst>
          </p:cNvPr>
          <p:cNvGrpSpPr/>
          <p:nvPr/>
        </p:nvGrpSpPr>
        <p:grpSpPr>
          <a:xfrm>
            <a:off x="2129149" y="5463049"/>
            <a:ext cx="788121" cy="276999"/>
            <a:chOff x="1868224" y="5689452"/>
            <a:chExt cx="788121" cy="276999"/>
          </a:xfrm>
        </p:grpSpPr>
        <p:sp>
          <p:nvSpPr>
            <p:cNvPr id="202" name="Rounded Rectangle 201">
              <a:extLst>
                <a:ext uri="{FF2B5EF4-FFF2-40B4-BE49-F238E27FC236}">
                  <a16:creationId xmlns:a16="http://schemas.microsoft.com/office/drawing/2014/main" id="{B017920D-3916-B147-928C-DF4E2AFFDE5C}"/>
                </a:ext>
              </a:extLst>
            </p:cNvPr>
            <p:cNvSpPr/>
            <p:nvPr/>
          </p:nvSpPr>
          <p:spPr>
            <a:xfrm>
              <a:off x="1913844" y="5690540"/>
              <a:ext cx="691362" cy="268642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9A25D69A-84AB-9F46-B927-5BB89F11808D}"/>
                </a:ext>
              </a:extLst>
            </p:cNvPr>
            <p:cNvSpPr txBox="1"/>
            <p:nvPr/>
          </p:nvSpPr>
          <p:spPr>
            <a:xfrm>
              <a:off x="1868224" y="5689452"/>
              <a:ext cx="7881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NETCONF</a:t>
              </a:r>
            </a:p>
          </p:txBody>
        </p: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2D0E2116-B0E4-764D-B1DA-1FA1C18F1259}"/>
              </a:ext>
            </a:extLst>
          </p:cNvPr>
          <p:cNvGrpSpPr/>
          <p:nvPr/>
        </p:nvGrpSpPr>
        <p:grpSpPr>
          <a:xfrm>
            <a:off x="3026352" y="5450427"/>
            <a:ext cx="691362" cy="285140"/>
            <a:chOff x="1913844" y="5674042"/>
            <a:chExt cx="691362" cy="285140"/>
          </a:xfrm>
        </p:grpSpPr>
        <p:sp>
          <p:nvSpPr>
            <p:cNvPr id="205" name="Rounded Rectangle 204">
              <a:extLst>
                <a:ext uri="{FF2B5EF4-FFF2-40B4-BE49-F238E27FC236}">
                  <a16:creationId xmlns:a16="http://schemas.microsoft.com/office/drawing/2014/main" id="{A1D89E81-8E4F-6C4C-8D7B-E590715089FC}"/>
                </a:ext>
              </a:extLst>
            </p:cNvPr>
            <p:cNvSpPr/>
            <p:nvPr/>
          </p:nvSpPr>
          <p:spPr>
            <a:xfrm>
              <a:off x="1913844" y="5690540"/>
              <a:ext cx="691362" cy="268642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CD57094C-E93F-AA40-8563-CE8F229175DE}"/>
                </a:ext>
              </a:extLst>
            </p:cNvPr>
            <p:cNvSpPr txBox="1"/>
            <p:nvPr/>
          </p:nvSpPr>
          <p:spPr>
            <a:xfrm>
              <a:off x="1960779" y="5674042"/>
              <a:ext cx="56938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SNMP</a:t>
              </a:r>
            </a:p>
          </p:txBody>
        </p: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CB5A64D2-BE93-9945-BDA8-B6C42A99F200}"/>
              </a:ext>
            </a:extLst>
          </p:cNvPr>
          <p:cNvGrpSpPr/>
          <p:nvPr/>
        </p:nvGrpSpPr>
        <p:grpSpPr>
          <a:xfrm>
            <a:off x="3812147" y="5466268"/>
            <a:ext cx="691362" cy="276999"/>
            <a:chOff x="1913844" y="5687320"/>
            <a:chExt cx="691362" cy="276999"/>
          </a:xfrm>
        </p:grpSpPr>
        <p:sp>
          <p:nvSpPr>
            <p:cNvPr id="208" name="Rounded Rectangle 207">
              <a:extLst>
                <a:ext uri="{FF2B5EF4-FFF2-40B4-BE49-F238E27FC236}">
                  <a16:creationId xmlns:a16="http://schemas.microsoft.com/office/drawing/2014/main" id="{23BDE4FD-FFFC-6548-A27B-6E8CDA904615}"/>
                </a:ext>
              </a:extLst>
            </p:cNvPr>
            <p:cNvSpPr/>
            <p:nvPr/>
          </p:nvSpPr>
          <p:spPr>
            <a:xfrm>
              <a:off x="1913844" y="5690540"/>
              <a:ext cx="691362" cy="268642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27BB7915-5F81-B94B-B7C8-490698C477FF}"/>
                </a:ext>
              </a:extLst>
            </p:cNvPr>
            <p:cNvSpPr txBox="1"/>
            <p:nvPr/>
          </p:nvSpPr>
          <p:spPr>
            <a:xfrm>
              <a:off x="1919204" y="5687320"/>
              <a:ext cx="6229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OVSDB</a:t>
              </a:r>
            </a:p>
          </p:txBody>
        </p:sp>
      </p:grpSp>
      <p:sp>
        <p:nvSpPr>
          <p:cNvPr id="210" name="TextBox 209">
            <a:extLst>
              <a:ext uri="{FF2B5EF4-FFF2-40B4-BE49-F238E27FC236}">
                <a16:creationId xmlns:a16="http://schemas.microsoft.com/office/drawing/2014/main" id="{73CC6291-81F0-B648-975A-4070B595AE4F}"/>
              </a:ext>
            </a:extLst>
          </p:cNvPr>
          <p:cNvSpPr txBox="1"/>
          <p:nvPr/>
        </p:nvSpPr>
        <p:spPr>
          <a:xfrm>
            <a:off x="4573494" y="5218336"/>
            <a:ext cx="466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r-IN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</a:t>
            </a:r>
            <a:endParaRPr lang="en-US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5BA7F55D-3522-9D40-A236-6BF6C46857C7}"/>
              </a:ext>
            </a:extLst>
          </p:cNvPr>
          <p:cNvSpPr txBox="1"/>
          <p:nvPr/>
        </p:nvSpPr>
        <p:spPr>
          <a:xfrm>
            <a:off x="5954516" y="2068088"/>
            <a:ext cx="1522626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400" dirty="0"/>
              <a:t>Northbound API</a:t>
            </a: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AB18DFF2-BC57-504A-AB36-36B0759BEDEE}"/>
              </a:ext>
            </a:extLst>
          </p:cNvPr>
          <p:cNvGrpSpPr/>
          <p:nvPr/>
        </p:nvGrpSpPr>
        <p:grpSpPr>
          <a:xfrm>
            <a:off x="1327583" y="1613766"/>
            <a:ext cx="1225156" cy="394344"/>
            <a:chOff x="475813" y="1375772"/>
            <a:chExt cx="1225156" cy="394344"/>
          </a:xfrm>
        </p:grpSpPr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63396159-2590-154F-A47D-AE772D5BD572}"/>
                </a:ext>
              </a:extLst>
            </p:cNvPr>
            <p:cNvSpPr/>
            <p:nvPr/>
          </p:nvSpPr>
          <p:spPr>
            <a:xfrm>
              <a:off x="594967" y="1375772"/>
              <a:ext cx="1008863" cy="38114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41968D74-6568-794B-A367-A89D3B0B6552}"/>
                </a:ext>
              </a:extLst>
            </p:cNvPr>
            <p:cNvSpPr txBox="1"/>
            <p:nvPr/>
          </p:nvSpPr>
          <p:spPr>
            <a:xfrm>
              <a:off x="475813" y="1376162"/>
              <a:ext cx="1225156" cy="3939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200" dirty="0"/>
                <a:t>Traffic Engineering</a:t>
              </a:r>
            </a:p>
          </p:txBody>
        </p: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F7CEA7A9-733D-3645-97DD-66564F60D9A7}"/>
              </a:ext>
            </a:extLst>
          </p:cNvPr>
          <p:cNvSpPr txBox="1"/>
          <p:nvPr/>
        </p:nvSpPr>
        <p:spPr>
          <a:xfrm>
            <a:off x="4836745" y="1497096"/>
            <a:ext cx="466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r-IN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</a:t>
            </a:r>
            <a:endParaRPr lang="en-US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13991DAD-DB63-1340-A476-3DF37E220D29}"/>
              </a:ext>
            </a:extLst>
          </p:cNvPr>
          <p:cNvGrpSpPr/>
          <p:nvPr/>
        </p:nvGrpSpPr>
        <p:grpSpPr>
          <a:xfrm>
            <a:off x="2447988" y="1617619"/>
            <a:ext cx="1225156" cy="381143"/>
            <a:chOff x="507131" y="1375772"/>
            <a:chExt cx="1225156" cy="381143"/>
          </a:xfrm>
        </p:grpSpPr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21E76008-C977-704E-A46B-8762C970FAD4}"/>
                </a:ext>
              </a:extLst>
            </p:cNvPr>
            <p:cNvSpPr/>
            <p:nvPr/>
          </p:nvSpPr>
          <p:spPr>
            <a:xfrm>
              <a:off x="594967" y="1375772"/>
              <a:ext cx="1008863" cy="38114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A5DD32D2-7876-F64E-BF3C-20D33C0606FD}"/>
                </a:ext>
              </a:extLst>
            </p:cNvPr>
            <p:cNvSpPr txBox="1"/>
            <p:nvPr/>
          </p:nvSpPr>
          <p:spPr>
            <a:xfrm>
              <a:off x="507131" y="1457938"/>
              <a:ext cx="1225156" cy="2437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200" dirty="0"/>
                <a:t>Firewalling</a:t>
              </a:r>
            </a:p>
          </p:txBody>
        </p:sp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1438A44C-6F8F-4743-8A29-BC4991DE9161}"/>
              </a:ext>
            </a:extLst>
          </p:cNvPr>
          <p:cNvGrpSpPr/>
          <p:nvPr/>
        </p:nvGrpSpPr>
        <p:grpSpPr>
          <a:xfrm>
            <a:off x="3564622" y="1621540"/>
            <a:ext cx="1225156" cy="381143"/>
            <a:chOff x="482571" y="1375772"/>
            <a:chExt cx="1225156" cy="381143"/>
          </a:xfrm>
        </p:grpSpPr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9C655D12-82F9-2B4F-AD39-3319D0C1C85B}"/>
                </a:ext>
              </a:extLst>
            </p:cNvPr>
            <p:cNvSpPr/>
            <p:nvPr/>
          </p:nvSpPr>
          <p:spPr>
            <a:xfrm>
              <a:off x="594967" y="1375772"/>
              <a:ext cx="1008863" cy="38114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9E604E87-14AE-9B46-9B86-BC9FA65A6ADB}"/>
                </a:ext>
              </a:extLst>
            </p:cNvPr>
            <p:cNvSpPr txBox="1"/>
            <p:nvPr/>
          </p:nvSpPr>
          <p:spPr>
            <a:xfrm>
              <a:off x="482571" y="1457938"/>
              <a:ext cx="1225156" cy="2437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200" dirty="0"/>
                <a:t>Load Balancing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9290A5A-79D8-C54F-BE7D-ED15678C3DE9}"/>
              </a:ext>
            </a:extLst>
          </p:cNvPr>
          <p:cNvGrpSpPr/>
          <p:nvPr/>
        </p:nvGrpSpPr>
        <p:grpSpPr>
          <a:xfrm>
            <a:off x="1197240" y="2940800"/>
            <a:ext cx="4676586" cy="1531953"/>
            <a:chOff x="1197240" y="2940800"/>
            <a:chExt cx="4676586" cy="1531953"/>
          </a:xfrm>
        </p:grpSpPr>
        <p:sp>
          <p:nvSpPr>
            <p:cNvPr id="150" name="Rounded Rectangle 149">
              <a:extLst>
                <a:ext uri="{FF2B5EF4-FFF2-40B4-BE49-F238E27FC236}">
                  <a16:creationId xmlns:a16="http://schemas.microsoft.com/office/drawing/2014/main" id="{EDBC770B-4367-C147-8D54-DA6A9B7E88FA}"/>
                </a:ext>
              </a:extLst>
            </p:cNvPr>
            <p:cNvSpPr/>
            <p:nvPr/>
          </p:nvSpPr>
          <p:spPr>
            <a:xfrm>
              <a:off x="1197240" y="2952351"/>
              <a:ext cx="1608590" cy="1520402"/>
            </a:xfrm>
            <a:prstGeom prst="roundRect">
              <a:avLst/>
            </a:prstGeom>
            <a:solidFill>
              <a:srgbClr val="AAE2CA">
                <a:lumMod val="75000"/>
              </a:srgbClr>
            </a:solidFill>
            <a:ln w="12700">
              <a:noFill/>
              <a:tailEnd type="arrow"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51" name="Rounded Rectangle 150">
              <a:extLst>
                <a:ext uri="{FF2B5EF4-FFF2-40B4-BE49-F238E27FC236}">
                  <a16:creationId xmlns:a16="http://schemas.microsoft.com/office/drawing/2014/main" id="{9938FF66-F3AB-8A45-B90A-ECB4724EDFEC}"/>
                </a:ext>
              </a:extLst>
            </p:cNvPr>
            <p:cNvSpPr/>
            <p:nvPr/>
          </p:nvSpPr>
          <p:spPr>
            <a:xfrm>
              <a:off x="2898692" y="2950264"/>
              <a:ext cx="2975134" cy="1520402"/>
            </a:xfrm>
            <a:prstGeom prst="roundRect">
              <a:avLst/>
            </a:prstGeom>
            <a:solidFill>
              <a:srgbClr val="AAE2CA">
                <a:lumMod val="75000"/>
              </a:srgbClr>
            </a:solidFill>
            <a:ln w="12700">
              <a:noFill/>
              <a:tailEnd type="arrow"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4213E729-5A70-5E4E-BC70-B018322D1E7F}"/>
                </a:ext>
              </a:extLst>
            </p:cNvPr>
            <p:cNvSpPr txBox="1"/>
            <p:nvPr/>
          </p:nvSpPr>
          <p:spPr>
            <a:xfrm>
              <a:off x="3312101" y="2940800"/>
              <a:ext cx="22316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Basic Network Functions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7C0A007C-03C4-CB41-8D89-3696583FC707}"/>
                </a:ext>
              </a:extLst>
            </p:cNvPr>
            <p:cNvSpPr txBox="1"/>
            <p:nvPr/>
          </p:nvSpPr>
          <p:spPr>
            <a:xfrm>
              <a:off x="1371002" y="2955542"/>
              <a:ext cx="1383280" cy="4944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600" dirty="0"/>
                <a:t>Enhanced Services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500AAB80-44EC-1348-87C4-BA8291DA8FF4}"/>
                </a:ext>
              </a:extLst>
            </p:cNvPr>
            <p:cNvSpPr txBox="1"/>
            <p:nvPr/>
          </p:nvSpPr>
          <p:spPr>
            <a:xfrm>
              <a:off x="2282261" y="3351227"/>
              <a:ext cx="4042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mr-IN" sz="2400" b="1" dirty="0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…</a:t>
              </a:r>
              <a:endParaRPr lang="en-US" sz="2400" b="1" dirty="0">
                <a:solidFill>
                  <a:schemeClr val="accent6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292F3003-F2A3-4443-94DA-5316A56B6831}"/>
                </a:ext>
              </a:extLst>
            </p:cNvPr>
            <p:cNvSpPr txBox="1"/>
            <p:nvPr/>
          </p:nvSpPr>
          <p:spPr>
            <a:xfrm>
              <a:off x="1381194" y="3872343"/>
              <a:ext cx="4042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mr-IN" sz="2400" b="1" dirty="0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…</a:t>
              </a:r>
              <a:endParaRPr lang="en-US" sz="2400" b="1" dirty="0">
                <a:solidFill>
                  <a:schemeClr val="accent6">
                    <a:lumMod val="20000"/>
                    <a:lumOff val="80000"/>
                  </a:schemeClr>
                </a:solidFill>
              </a:endParaRPr>
            </a:p>
          </p:txBody>
        </p: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5F06FAE6-C4B3-4747-A707-7FA7D62E6E67}"/>
                </a:ext>
              </a:extLst>
            </p:cNvPr>
            <p:cNvGrpSpPr/>
            <p:nvPr/>
          </p:nvGrpSpPr>
          <p:grpSpPr>
            <a:xfrm>
              <a:off x="3284218" y="3872678"/>
              <a:ext cx="1055484" cy="476495"/>
              <a:chOff x="875110" y="3716838"/>
              <a:chExt cx="1055484" cy="476495"/>
            </a:xfrm>
          </p:grpSpPr>
          <p:sp>
            <p:nvSpPr>
              <p:cNvPr id="223" name="Rounded Rectangle 222">
                <a:extLst>
                  <a:ext uri="{FF2B5EF4-FFF2-40B4-BE49-F238E27FC236}">
                    <a16:creationId xmlns:a16="http://schemas.microsoft.com/office/drawing/2014/main" id="{AD5C4249-4027-FA4F-85D5-4EECC3EC314C}"/>
                  </a:ext>
                </a:extLst>
              </p:cNvPr>
              <p:cNvSpPr/>
              <p:nvPr/>
            </p:nvSpPr>
            <p:spPr>
              <a:xfrm>
                <a:off x="896541" y="3716838"/>
                <a:ext cx="953689" cy="447968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646ACA9A-8D44-EA46-9FFA-45184A98824B}"/>
                  </a:ext>
                </a:extLst>
              </p:cNvPr>
              <p:cNvSpPr txBox="1"/>
              <p:nvPr/>
            </p:nvSpPr>
            <p:spPr>
              <a:xfrm>
                <a:off x="875110" y="3726730"/>
                <a:ext cx="1055484" cy="4666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400" dirty="0"/>
                  <a:t>Forwarding </a:t>
                </a:r>
                <a:r>
                  <a:rPr lang="en-US" sz="1600" dirty="0"/>
                  <a:t>rules mgr.</a:t>
                </a:r>
                <a:endParaRPr lang="en-US" sz="1400" dirty="0"/>
              </a:p>
            </p:txBody>
          </p:sp>
        </p:grp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86B73F20-1720-1B49-B258-5B42001F997F}"/>
                </a:ext>
              </a:extLst>
            </p:cNvPr>
            <p:cNvGrpSpPr/>
            <p:nvPr/>
          </p:nvGrpSpPr>
          <p:grpSpPr>
            <a:xfrm>
              <a:off x="1387402" y="3442864"/>
              <a:ext cx="965146" cy="447968"/>
              <a:chOff x="926157" y="3716838"/>
              <a:chExt cx="965146" cy="447968"/>
            </a:xfrm>
          </p:grpSpPr>
          <p:sp>
            <p:nvSpPr>
              <p:cNvPr id="226" name="Rounded Rectangle 225">
                <a:extLst>
                  <a:ext uri="{FF2B5EF4-FFF2-40B4-BE49-F238E27FC236}">
                    <a16:creationId xmlns:a16="http://schemas.microsoft.com/office/drawing/2014/main" id="{2BDFB3AE-CEF7-CE47-8BBF-EDAE0CCCFE2F}"/>
                  </a:ext>
                </a:extLst>
              </p:cNvPr>
              <p:cNvSpPr/>
              <p:nvPr/>
            </p:nvSpPr>
            <p:spPr>
              <a:xfrm>
                <a:off x="969582" y="3716838"/>
                <a:ext cx="855646" cy="447968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C7169CC0-36BF-0644-AA5B-555597DF2A92}"/>
                  </a:ext>
                </a:extLst>
              </p:cNvPr>
              <p:cNvSpPr txBox="1"/>
              <p:nvPr/>
            </p:nvSpPr>
            <p:spPr>
              <a:xfrm>
                <a:off x="926157" y="3823171"/>
                <a:ext cx="965146" cy="2689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400" dirty="0"/>
                  <a:t>AAA</a:t>
                </a:r>
              </a:p>
            </p:txBody>
          </p:sp>
        </p:grpSp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91EF191B-3D0D-544C-86C3-6E927FE552EB}"/>
                </a:ext>
              </a:extLst>
            </p:cNvPr>
            <p:cNvGrpSpPr/>
            <p:nvPr/>
          </p:nvGrpSpPr>
          <p:grpSpPr>
            <a:xfrm>
              <a:off x="4369916" y="3877805"/>
              <a:ext cx="965146" cy="491225"/>
              <a:chOff x="926156" y="3708871"/>
              <a:chExt cx="965146" cy="491225"/>
            </a:xfrm>
          </p:grpSpPr>
          <p:sp>
            <p:nvSpPr>
              <p:cNvPr id="229" name="Rounded Rectangle 228">
                <a:extLst>
                  <a:ext uri="{FF2B5EF4-FFF2-40B4-BE49-F238E27FC236}">
                    <a16:creationId xmlns:a16="http://schemas.microsoft.com/office/drawing/2014/main" id="{35D34F43-3A1E-1B4A-A7FF-00A19CEAE52A}"/>
                  </a:ext>
                </a:extLst>
              </p:cNvPr>
              <p:cNvSpPr/>
              <p:nvPr/>
            </p:nvSpPr>
            <p:spPr>
              <a:xfrm>
                <a:off x="969581" y="3716838"/>
                <a:ext cx="880649" cy="447968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6B6AA618-FE12-1E48-AE2E-47CEE186AF32}"/>
                  </a:ext>
                </a:extLst>
              </p:cNvPr>
              <p:cNvSpPr txBox="1"/>
              <p:nvPr/>
            </p:nvSpPr>
            <p:spPr>
              <a:xfrm>
                <a:off x="926156" y="3708871"/>
                <a:ext cx="965146" cy="491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dirty="0"/>
                  <a:t>Host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sz="1600" dirty="0"/>
                  <a:t>Tracker</a:t>
                </a:r>
              </a:p>
            </p:txBody>
          </p:sp>
        </p:grp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AFC2E7D5-F172-184E-B926-6C2FCB4FC0F7}"/>
                </a:ext>
              </a:extLst>
            </p:cNvPr>
            <p:cNvGrpSpPr/>
            <p:nvPr/>
          </p:nvGrpSpPr>
          <p:grpSpPr>
            <a:xfrm>
              <a:off x="4879504" y="3294399"/>
              <a:ext cx="965146" cy="491225"/>
              <a:chOff x="926156" y="3708871"/>
              <a:chExt cx="965146" cy="491225"/>
            </a:xfrm>
          </p:grpSpPr>
          <p:sp>
            <p:nvSpPr>
              <p:cNvPr id="232" name="Rounded Rectangle 231">
                <a:extLst>
                  <a:ext uri="{FF2B5EF4-FFF2-40B4-BE49-F238E27FC236}">
                    <a16:creationId xmlns:a16="http://schemas.microsoft.com/office/drawing/2014/main" id="{D1A6B6F0-6AFE-574F-AB3C-F91FD151E6B4}"/>
                  </a:ext>
                </a:extLst>
              </p:cNvPr>
              <p:cNvSpPr/>
              <p:nvPr/>
            </p:nvSpPr>
            <p:spPr>
              <a:xfrm>
                <a:off x="969581" y="3716838"/>
                <a:ext cx="880649" cy="447968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26DCB265-6CFD-A54E-B651-BAEFC6370099}"/>
                  </a:ext>
                </a:extLst>
              </p:cNvPr>
              <p:cNvSpPr txBox="1"/>
              <p:nvPr/>
            </p:nvSpPr>
            <p:spPr>
              <a:xfrm>
                <a:off x="926156" y="3708871"/>
                <a:ext cx="965146" cy="491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dirty="0"/>
                  <a:t>Stats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sz="1600" dirty="0"/>
                  <a:t>mgr.</a:t>
                </a:r>
              </a:p>
            </p:txBody>
          </p:sp>
        </p:grpSp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0471C340-ADA8-A145-BC30-FE064451FE28}"/>
                </a:ext>
              </a:extLst>
            </p:cNvPr>
            <p:cNvGrpSpPr/>
            <p:nvPr/>
          </p:nvGrpSpPr>
          <p:grpSpPr>
            <a:xfrm>
              <a:off x="3910335" y="3296780"/>
              <a:ext cx="965146" cy="491225"/>
              <a:chOff x="926156" y="3708871"/>
              <a:chExt cx="965146" cy="491225"/>
            </a:xfrm>
          </p:grpSpPr>
          <p:sp>
            <p:nvSpPr>
              <p:cNvPr id="235" name="Rounded Rectangle 234">
                <a:extLst>
                  <a:ext uri="{FF2B5EF4-FFF2-40B4-BE49-F238E27FC236}">
                    <a16:creationId xmlns:a16="http://schemas.microsoft.com/office/drawing/2014/main" id="{5ADE8F15-2C08-484D-9F8D-C2D36FEC6C8B}"/>
                  </a:ext>
                </a:extLst>
              </p:cNvPr>
              <p:cNvSpPr/>
              <p:nvPr/>
            </p:nvSpPr>
            <p:spPr>
              <a:xfrm>
                <a:off x="969581" y="3716838"/>
                <a:ext cx="880649" cy="447968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BCBDE58A-306C-A241-A362-4554EB7EBEFB}"/>
                  </a:ext>
                </a:extLst>
              </p:cNvPr>
              <p:cNvSpPr txBox="1"/>
              <p:nvPr/>
            </p:nvSpPr>
            <p:spPr>
              <a:xfrm>
                <a:off x="926156" y="3708871"/>
                <a:ext cx="965146" cy="491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dirty="0"/>
                  <a:t>Switch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sz="1600" dirty="0"/>
                  <a:t>mgr.</a:t>
                </a:r>
              </a:p>
            </p:txBody>
          </p:sp>
        </p:grpSp>
        <p:grpSp>
          <p:nvGrpSpPr>
            <p:cNvPr id="237" name="Group 236">
              <a:extLst>
                <a:ext uri="{FF2B5EF4-FFF2-40B4-BE49-F238E27FC236}">
                  <a16:creationId xmlns:a16="http://schemas.microsoft.com/office/drawing/2014/main" id="{E6313B34-1AF2-6349-8CFA-2978EDA6E37B}"/>
                </a:ext>
              </a:extLst>
            </p:cNvPr>
            <p:cNvGrpSpPr/>
            <p:nvPr/>
          </p:nvGrpSpPr>
          <p:grpSpPr>
            <a:xfrm>
              <a:off x="2962597" y="3320593"/>
              <a:ext cx="965146" cy="465897"/>
              <a:chOff x="944015" y="3716015"/>
              <a:chExt cx="965146" cy="465897"/>
            </a:xfrm>
          </p:grpSpPr>
          <p:sp>
            <p:nvSpPr>
              <p:cNvPr id="238" name="Rounded Rectangle 237">
                <a:extLst>
                  <a:ext uri="{FF2B5EF4-FFF2-40B4-BE49-F238E27FC236}">
                    <a16:creationId xmlns:a16="http://schemas.microsoft.com/office/drawing/2014/main" id="{BEA63EC9-3930-504D-BB05-6D8AC3927D59}"/>
                  </a:ext>
                </a:extLst>
              </p:cNvPr>
              <p:cNvSpPr/>
              <p:nvPr/>
            </p:nvSpPr>
            <p:spPr>
              <a:xfrm>
                <a:off x="969581" y="3716838"/>
                <a:ext cx="880649" cy="447968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3175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450AF479-78E7-F347-89E4-D23398601081}"/>
                  </a:ext>
                </a:extLst>
              </p:cNvPr>
              <p:cNvSpPr txBox="1"/>
              <p:nvPr/>
            </p:nvSpPr>
            <p:spPr>
              <a:xfrm>
                <a:off x="944015" y="3716015"/>
                <a:ext cx="965146" cy="465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dirty="0"/>
                  <a:t>Topology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sz="1400" dirty="0"/>
                  <a:t>processing</a:t>
                </a:r>
                <a:endParaRPr lang="en-US" sz="1200" dirty="0"/>
              </a:p>
            </p:txBody>
          </p:sp>
        </p:grpSp>
      </p:grpSp>
      <p:sp>
        <p:nvSpPr>
          <p:cNvPr id="240" name="Content Placeholder 3">
            <a:extLst>
              <a:ext uri="{FF2B5EF4-FFF2-40B4-BE49-F238E27FC236}">
                <a16:creationId xmlns:a16="http://schemas.microsoft.com/office/drawing/2014/main" id="{BE645AA5-E251-2C44-8CDF-9D01194C8E88}"/>
              </a:ext>
            </a:extLst>
          </p:cNvPr>
          <p:cNvSpPr txBox="1">
            <a:spLocks/>
          </p:cNvSpPr>
          <p:nvPr/>
        </p:nvSpPr>
        <p:spPr>
          <a:xfrm>
            <a:off x="8367386" y="4176785"/>
            <a:ext cx="3551495" cy="17355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Service Abstraction Layer: </a:t>
            </a:r>
          </a:p>
          <a:p>
            <a:pPr indent="-280988">
              <a:buFont typeface="Wingdings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</a:rPr>
              <a:t>interconnects internal, external applications and services</a:t>
            </a:r>
          </a:p>
        </p:txBody>
      </p:sp>
    </p:spTree>
    <p:extLst>
      <p:ext uri="{BB962C8B-B14F-4D97-AF65-F5344CB8AC3E}">
        <p14:creationId xmlns:p14="http://schemas.microsoft.com/office/powerpoint/2010/main" val="1608643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" grpId="0" animBg="1"/>
      <p:bldP spid="167" grpId="0"/>
      <p:bldP spid="172" grpId="0" animBg="1"/>
      <p:bldP spid="173" grpId="0"/>
      <p:bldP spid="24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CD85E7-B9DB-9043-B7EC-8C0919E8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457"/>
            <a:ext cx="10998896" cy="894622"/>
          </a:xfrm>
        </p:spPr>
        <p:txBody>
          <a:bodyPr>
            <a:noAutofit/>
          </a:bodyPr>
          <a:lstStyle/>
          <a:p>
            <a:r>
              <a:rPr lang="en-US" dirty="0"/>
              <a:t>ONOS controller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71119-17C6-6045-B8FE-FECA68C80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6F0F8666-A6F4-624D-80E8-0EF23C207C6A}"/>
              </a:ext>
            </a:extLst>
          </p:cNvPr>
          <p:cNvSpPr txBox="1"/>
          <p:nvPr/>
        </p:nvSpPr>
        <p:spPr>
          <a:xfrm>
            <a:off x="5653843" y="1757963"/>
            <a:ext cx="2700448" cy="268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400" dirty="0"/>
              <a:t>Network Applications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F004744-3AD2-D540-B9A0-A2DECC02E138}"/>
              </a:ext>
            </a:extLst>
          </p:cNvPr>
          <p:cNvSpPr txBox="1"/>
          <p:nvPr/>
        </p:nvSpPr>
        <p:spPr>
          <a:xfrm>
            <a:off x="6218325" y="5420766"/>
            <a:ext cx="1522626" cy="268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400" dirty="0"/>
              <a:t>Southbound API</a:t>
            </a: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B21516A3-9168-5A49-BB27-52176C92B938}"/>
              </a:ext>
            </a:extLst>
          </p:cNvPr>
          <p:cNvCxnSpPr/>
          <p:nvPr/>
        </p:nvCxnSpPr>
        <p:spPr>
          <a:xfrm>
            <a:off x="1309488" y="2192290"/>
            <a:ext cx="4651048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5BA7F55D-3522-9D40-A236-6BF6C46857C7}"/>
              </a:ext>
            </a:extLst>
          </p:cNvPr>
          <p:cNvSpPr txBox="1"/>
          <p:nvPr/>
        </p:nvSpPr>
        <p:spPr>
          <a:xfrm>
            <a:off x="6042960" y="2090104"/>
            <a:ext cx="1522626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400" dirty="0"/>
              <a:t>Northbound API</a:t>
            </a: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AB18DFF2-BC57-504A-AB36-36B0759BEDEE}"/>
              </a:ext>
            </a:extLst>
          </p:cNvPr>
          <p:cNvGrpSpPr/>
          <p:nvPr/>
        </p:nvGrpSpPr>
        <p:grpSpPr>
          <a:xfrm>
            <a:off x="1327583" y="1613766"/>
            <a:ext cx="1225156" cy="394344"/>
            <a:chOff x="475813" y="1375772"/>
            <a:chExt cx="1225156" cy="394344"/>
          </a:xfrm>
        </p:grpSpPr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63396159-2590-154F-A47D-AE772D5BD572}"/>
                </a:ext>
              </a:extLst>
            </p:cNvPr>
            <p:cNvSpPr/>
            <p:nvPr/>
          </p:nvSpPr>
          <p:spPr>
            <a:xfrm>
              <a:off x="594967" y="1375772"/>
              <a:ext cx="1008863" cy="38114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41968D74-6568-794B-A367-A89D3B0B6552}"/>
                </a:ext>
              </a:extLst>
            </p:cNvPr>
            <p:cNvSpPr txBox="1"/>
            <p:nvPr/>
          </p:nvSpPr>
          <p:spPr>
            <a:xfrm>
              <a:off x="475813" y="1376162"/>
              <a:ext cx="1225156" cy="3939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200" dirty="0"/>
                <a:t>Traffic Engineering</a:t>
              </a:r>
            </a:p>
          </p:txBody>
        </p: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F7CEA7A9-733D-3645-97DD-66564F60D9A7}"/>
              </a:ext>
            </a:extLst>
          </p:cNvPr>
          <p:cNvSpPr txBox="1"/>
          <p:nvPr/>
        </p:nvSpPr>
        <p:spPr>
          <a:xfrm>
            <a:off x="4836745" y="1497096"/>
            <a:ext cx="466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r-IN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</a:t>
            </a:r>
            <a:endParaRPr lang="en-US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13991DAD-DB63-1340-A476-3DF37E220D29}"/>
              </a:ext>
            </a:extLst>
          </p:cNvPr>
          <p:cNvGrpSpPr/>
          <p:nvPr/>
        </p:nvGrpSpPr>
        <p:grpSpPr>
          <a:xfrm>
            <a:off x="2447988" y="1617619"/>
            <a:ext cx="1225156" cy="381143"/>
            <a:chOff x="507131" y="1375772"/>
            <a:chExt cx="1225156" cy="381143"/>
          </a:xfrm>
        </p:grpSpPr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21E76008-C977-704E-A46B-8762C970FAD4}"/>
                </a:ext>
              </a:extLst>
            </p:cNvPr>
            <p:cNvSpPr/>
            <p:nvPr/>
          </p:nvSpPr>
          <p:spPr>
            <a:xfrm>
              <a:off x="594967" y="1375772"/>
              <a:ext cx="1008863" cy="38114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A5DD32D2-7876-F64E-BF3C-20D33C0606FD}"/>
                </a:ext>
              </a:extLst>
            </p:cNvPr>
            <p:cNvSpPr txBox="1"/>
            <p:nvPr/>
          </p:nvSpPr>
          <p:spPr>
            <a:xfrm>
              <a:off x="507131" y="1457938"/>
              <a:ext cx="1225156" cy="2437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200" dirty="0"/>
                <a:t>Firewalling</a:t>
              </a:r>
            </a:p>
          </p:txBody>
        </p:sp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1438A44C-6F8F-4743-8A29-BC4991DE9161}"/>
              </a:ext>
            </a:extLst>
          </p:cNvPr>
          <p:cNvGrpSpPr/>
          <p:nvPr/>
        </p:nvGrpSpPr>
        <p:grpSpPr>
          <a:xfrm>
            <a:off x="3564622" y="1621540"/>
            <a:ext cx="1225156" cy="381143"/>
            <a:chOff x="482571" y="1375772"/>
            <a:chExt cx="1225156" cy="381143"/>
          </a:xfrm>
        </p:grpSpPr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9C655D12-82F9-2B4F-AD39-3319D0C1C85B}"/>
                </a:ext>
              </a:extLst>
            </p:cNvPr>
            <p:cNvSpPr/>
            <p:nvPr/>
          </p:nvSpPr>
          <p:spPr>
            <a:xfrm>
              <a:off x="594967" y="1375772"/>
              <a:ext cx="1008863" cy="38114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9E604E87-14AE-9B46-9B86-BC9FA65A6ADB}"/>
                </a:ext>
              </a:extLst>
            </p:cNvPr>
            <p:cNvSpPr txBox="1"/>
            <p:nvPr/>
          </p:nvSpPr>
          <p:spPr>
            <a:xfrm>
              <a:off x="482571" y="1457938"/>
              <a:ext cx="1225156" cy="2437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200" dirty="0"/>
                <a:t>Load Balancing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A6497B1-1E51-3E47-950D-7935E9975370}"/>
              </a:ext>
            </a:extLst>
          </p:cNvPr>
          <p:cNvGrpSpPr/>
          <p:nvPr/>
        </p:nvGrpSpPr>
        <p:grpSpPr>
          <a:xfrm>
            <a:off x="1160341" y="4565785"/>
            <a:ext cx="5202393" cy="914306"/>
            <a:chOff x="7097678" y="3476021"/>
            <a:chExt cx="5202393" cy="914306"/>
          </a:xfrm>
        </p:grpSpPr>
        <p:sp>
          <p:nvSpPr>
            <p:cNvPr id="130" name="Rounded Rectangle 129">
              <a:extLst>
                <a:ext uri="{FF2B5EF4-FFF2-40B4-BE49-F238E27FC236}">
                  <a16:creationId xmlns:a16="http://schemas.microsoft.com/office/drawing/2014/main" id="{7A251338-06E1-1041-B70E-5C3F1AA41418}"/>
                </a:ext>
              </a:extLst>
            </p:cNvPr>
            <p:cNvSpPr/>
            <p:nvPr/>
          </p:nvSpPr>
          <p:spPr>
            <a:xfrm>
              <a:off x="7097678" y="3476021"/>
              <a:ext cx="5005602" cy="880097"/>
            </a:xfrm>
            <a:prstGeom prst="roundRect">
              <a:avLst/>
            </a:prstGeom>
            <a:solidFill>
              <a:srgbClr val="AAE2CA">
                <a:lumMod val="75000"/>
              </a:srgbClr>
            </a:solidFill>
            <a:ln w="12700">
              <a:noFill/>
              <a:tailEnd type="arrow"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5D7A4EA7-33AB-3C4B-8903-EC620B1DA209}"/>
                </a:ext>
              </a:extLst>
            </p:cNvPr>
            <p:cNvSpPr txBox="1"/>
            <p:nvPr/>
          </p:nvSpPr>
          <p:spPr>
            <a:xfrm>
              <a:off x="10689154" y="3544744"/>
              <a:ext cx="1610917" cy="761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ＭＳ Ｐゴシック" charset="0"/>
                  <a:cs typeface="Arial"/>
                </a:rPr>
                <a:t>southbound abstractions,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ＭＳ Ｐゴシック" charset="0"/>
                  <a:cs typeface="Arial"/>
                </a:rPr>
                <a:t>protocols</a:t>
              </a:r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645BCECB-A3EE-2245-A3C4-D35289D11230}"/>
                </a:ext>
              </a:extLst>
            </p:cNvPr>
            <p:cNvGrpSpPr/>
            <p:nvPr/>
          </p:nvGrpSpPr>
          <p:grpSpPr>
            <a:xfrm>
              <a:off x="7191187" y="3962960"/>
              <a:ext cx="1119818" cy="338554"/>
              <a:chOff x="1929852" y="4542126"/>
              <a:chExt cx="1119818" cy="338554"/>
            </a:xfrm>
          </p:grpSpPr>
          <p:sp>
            <p:nvSpPr>
              <p:cNvPr id="136" name="Rounded Rectangle 135">
                <a:extLst>
                  <a:ext uri="{FF2B5EF4-FFF2-40B4-BE49-F238E27FC236}">
                    <a16:creationId xmlns:a16="http://schemas.microsoft.com/office/drawing/2014/main" id="{05178707-EE14-2B43-AECF-B4BD42141483}"/>
                  </a:ext>
                </a:extLst>
              </p:cNvPr>
              <p:cNvSpPr/>
              <p:nvPr/>
            </p:nvSpPr>
            <p:spPr>
              <a:xfrm>
                <a:off x="1951130" y="4566892"/>
                <a:ext cx="1062275" cy="298242"/>
              </a:xfrm>
              <a:prstGeom prst="roundRect">
                <a:avLst/>
              </a:prstGeom>
              <a:solidFill>
                <a:srgbClr val="008000"/>
              </a:solidFill>
              <a:ln w="12700">
                <a:solidFill>
                  <a:srgbClr val="AAE2CA">
                    <a:lumMod val="75000"/>
                  </a:srgbClr>
                </a:solidFill>
                <a:prstDash val="solid"/>
              </a:ln>
              <a:effectLst>
                <a:outerShdw blurRad="50800" dist="38100" dir="2700000" algn="tl" rotWithShape="0">
                  <a:srgbClr val="CCFFCC">
                    <a:alpha val="43000"/>
                  </a:srgbClr>
                </a:outerShdw>
              </a:effectLst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108C85E9-2E74-E843-8014-BE1CE06DACD7}"/>
                  </a:ext>
                </a:extLst>
              </p:cNvPr>
              <p:cNvSpPr txBox="1"/>
              <p:nvPr/>
            </p:nvSpPr>
            <p:spPr>
              <a:xfrm>
                <a:off x="1929852" y="4542126"/>
                <a:ext cx="111981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rPr>
                  <a:t>OpenFlow</a:t>
                </a:r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8D92C902-9BFA-6342-A073-15A925EAAB32}"/>
                </a:ext>
              </a:extLst>
            </p:cNvPr>
            <p:cNvGrpSpPr/>
            <p:nvPr/>
          </p:nvGrpSpPr>
          <p:grpSpPr>
            <a:xfrm>
              <a:off x="8402979" y="3964420"/>
              <a:ext cx="1062275" cy="338554"/>
              <a:chOff x="2774641" y="4248836"/>
              <a:chExt cx="1062275" cy="338554"/>
            </a:xfrm>
          </p:grpSpPr>
          <p:sp>
            <p:nvSpPr>
              <p:cNvPr id="139" name="Rounded Rectangle 138">
                <a:extLst>
                  <a:ext uri="{FF2B5EF4-FFF2-40B4-BE49-F238E27FC236}">
                    <a16:creationId xmlns:a16="http://schemas.microsoft.com/office/drawing/2014/main" id="{2E441FA3-6AF9-AD4A-8647-6D5FC6100AC2}"/>
                  </a:ext>
                </a:extLst>
              </p:cNvPr>
              <p:cNvSpPr/>
              <p:nvPr/>
            </p:nvSpPr>
            <p:spPr>
              <a:xfrm>
                <a:off x="2774641" y="4279216"/>
                <a:ext cx="1062275" cy="298242"/>
              </a:xfrm>
              <a:prstGeom prst="roundRect">
                <a:avLst/>
              </a:prstGeom>
              <a:solidFill>
                <a:srgbClr val="008000"/>
              </a:solidFill>
              <a:ln w="12700">
                <a:solidFill>
                  <a:srgbClr val="AAE2CA">
                    <a:lumMod val="75000"/>
                  </a:srgbClr>
                </a:solidFill>
                <a:prstDash val="solid"/>
              </a:ln>
              <a:effectLst>
                <a:outerShdw blurRad="50800" dist="38100" dir="2700000" algn="tl" rotWithShape="0">
                  <a:srgbClr val="CCFFCC">
                    <a:alpha val="43000"/>
                  </a:srgbClr>
                </a:outerShdw>
              </a:effectLst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7C633A2C-5BB7-0A49-A125-84BE461C6A65}"/>
                  </a:ext>
                </a:extLst>
              </p:cNvPr>
              <p:cNvSpPr txBox="1"/>
              <p:nvPr/>
            </p:nvSpPr>
            <p:spPr>
              <a:xfrm>
                <a:off x="2873106" y="4248836"/>
                <a:ext cx="9028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rPr>
                  <a:t>Netconf</a:t>
                </a:r>
              </a:p>
            </p:txBody>
          </p: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8F8F7297-2B4C-0943-BFD8-3BAA250E8402}"/>
                </a:ext>
              </a:extLst>
            </p:cNvPr>
            <p:cNvGrpSpPr/>
            <p:nvPr/>
          </p:nvGrpSpPr>
          <p:grpSpPr>
            <a:xfrm>
              <a:off x="9655695" y="3976588"/>
              <a:ext cx="858974" cy="413739"/>
              <a:chOff x="4304185" y="4617263"/>
              <a:chExt cx="858974" cy="413739"/>
            </a:xfrm>
          </p:grpSpPr>
          <p:sp>
            <p:nvSpPr>
              <p:cNvPr id="142" name="Rounded Rectangle 141">
                <a:extLst>
                  <a:ext uri="{FF2B5EF4-FFF2-40B4-BE49-F238E27FC236}">
                    <a16:creationId xmlns:a16="http://schemas.microsoft.com/office/drawing/2014/main" id="{C11AAB6D-AD28-5F48-82E9-9B4F3BC04CF1}"/>
                  </a:ext>
                </a:extLst>
              </p:cNvPr>
              <p:cNvSpPr/>
              <p:nvPr/>
            </p:nvSpPr>
            <p:spPr>
              <a:xfrm>
                <a:off x="4304185" y="4647691"/>
                <a:ext cx="858974" cy="298242"/>
              </a:xfrm>
              <a:prstGeom prst="roundRect">
                <a:avLst/>
              </a:prstGeom>
              <a:solidFill>
                <a:srgbClr val="008000"/>
              </a:solidFill>
              <a:ln w="12700">
                <a:solidFill>
                  <a:srgbClr val="AAE2CA">
                    <a:lumMod val="75000"/>
                  </a:srgbClr>
                </a:solidFill>
                <a:prstDash val="solid"/>
              </a:ln>
              <a:effectLst>
                <a:outerShdw blurRad="50800" dist="38100" dir="2700000" algn="tl" rotWithShape="0">
                  <a:srgbClr val="CCFFCC">
                    <a:alpha val="43000"/>
                  </a:srgbClr>
                </a:outerShdw>
              </a:effectLst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62149427-E8EF-9B48-8CB8-175884595355}"/>
                  </a:ext>
                </a:extLst>
              </p:cNvPr>
              <p:cNvSpPr txBox="1"/>
              <p:nvPr/>
            </p:nvSpPr>
            <p:spPr>
              <a:xfrm>
                <a:off x="4307335" y="4617263"/>
                <a:ext cx="842600" cy="4137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rPr>
                  <a:t>OVSDB</a:t>
                </a:r>
              </a:p>
            </p:txBody>
          </p:sp>
        </p:grpSp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A8FBFEF8-78CA-4F40-88DD-75754F270B5F}"/>
                </a:ext>
              </a:extLst>
            </p:cNvPr>
            <p:cNvGrpSpPr/>
            <p:nvPr/>
          </p:nvGrpSpPr>
          <p:grpSpPr>
            <a:xfrm>
              <a:off x="7201206" y="3554472"/>
              <a:ext cx="777777" cy="338554"/>
              <a:chOff x="1929852" y="4542126"/>
              <a:chExt cx="1083553" cy="338554"/>
            </a:xfrm>
          </p:grpSpPr>
          <p:sp>
            <p:nvSpPr>
              <p:cNvPr id="145" name="Rounded Rectangle 144">
                <a:extLst>
                  <a:ext uri="{FF2B5EF4-FFF2-40B4-BE49-F238E27FC236}">
                    <a16:creationId xmlns:a16="http://schemas.microsoft.com/office/drawing/2014/main" id="{F5CD2346-1270-E743-AB0C-C4B160C3F472}"/>
                  </a:ext>
                </a:extLst>
              </p:cNvPr>
              <p:cNvSpPr/>
              <p:nvPr/>
            </p:nvSpPr>
            <p:spPr>
              <a:xfrm>
                <a:off x="1951130" y="4566892"/>
                <a:ext cx="1062275" cy="298242"/>
              </a:xfrm>
              <a:prstGeom prst="roundRect">
                <a:avLst/>
              </a:prstGeom>
              <a:solidFill>
                <a:srgbClr val="008000"/>
              </a:solidFill>
              <a:ln w="12700">
                <a:solidFill>
                  <a:srgbClr val="AAE2CA">
                    <a:lumMod val="75000"/>
                  </a:srgbClr>
                </a:solidFill>
                <a:prstDash val="solid"/>
              </a:ln>
              <a:effectLst>
                <a:outerShdw blurRad="50800" dist="38100" dir="2700000" algn="tl" rotWithShape="0">
                  <a:srgbClr val="8DDFB0">
                    <a:alpha val="40000"/>
                  </a:srgbClr>
                </a:outerShdw>
              </a:effectLst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15C77157-A96E-7743-97FA-E6ABEACB35EF}"/>
                  </a:ext>
                </a:extLst>
              </p:cNvPr>
              <p:cNvSpPr txBox="1"/>
              <p:nvPr/>
            </p:nvSpPr>
            <p:spPr>
              <a:xfrm>
                <a:off x="1929852" y="4542126"/>
                <a:ext cx="77777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rPr>
                  <a:t>device</a:t>
                </a:r>
              </a:p>
            </p:txBody>
          </p:sp>
        </p:grp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2A479BF4-13D0-364B-968D-C82F3932C1B5}"/>
                </a:ext>
              </a:extLst>
            </p:cNvPr>
            <p:cNvGrpSpPr/>
            <p:nvPr/>
          </p:nvGrpSpPr>
          <p:grpSpPr>
            <a:xfrm>
              <a:off x="8032376" y="3552514"/>
              <a:ext cx="573691" cy="338554"/>
              <a:chOff x="1951130" y="4538598"/>
              <a:chExt cx="1062275" cy="338554"/>
            </a:xfrm>
          </p:grpSpPr>
          <p:sp>
            <p:nvSpPr>
              <p:cNvPr id="148" name="Rounded Rectangle 147">
                <a:extLst>
                  <a:ext uri="{FF2B5EF4-FFF2-40B4-BE49-F238E27FC236}">
                    <a16:creationId xmlns:a16="http://schemas.microsoft.com/office/drawing/2014/main" id="{ED1DFD88-1080-2E4F-B96A-1CBF667C7951}"/>
                  </a:ext>
                </a:extLst>
              </p:cNvPr>
              <p:cNvSpPr/>
              <p:nvPr/>
            </p:nvSpPr>
            <p:spPr>
              <a:xfrm>
                <a:off x="1951130" y="4566892"/>
                <a:ext cx="1062275" cy="298242"/>
              </a:xfrm>
              <a:prstGeom prst="roundRect">
                <a:avLst/>
              </a:prstGeom>
              <a:solidFill>
                <a:srgbClr val="008000"/>
              </a:solidFill>
              <a:ln w="12700">
                <a:solidFill>
                  <a:srgbClr val="AAE2CA">
                    <a:lumMod val="75000"/>
                  </a:srgbClr>
                </a:solidFill>
                <a:prstDash val="solid"/>
              </a:ln>
              <a:effectLst>
                <a:outerShdw blurRad="50800" dist="38100" dir="2700000" algn="tl" rotWithShape="0">
                  <a:srgbClr val="8DDFB0"/>
                </a:outerShdw>
              </a:effectLst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4915A2C6-6258-1F4D-9677-23327E75D528}"/>
                  </a:ext>
                </a:extLst>
              </p:cNvPr>
              <p:cNvSpPr txBox="1"/>
              <p:nvPr/>
            </p:nvSpPr>
            <p:spPr>
              <a:xfrm>
                <a:off x="2014708" y="4538598"/>
                <a:ext cx="70390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rPr>
                  <a:t>link</a:t>
                </a:r>
              </a:p>
            </p:txBody>
          </p:sp>
        </p:grp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002F72B5-0368-114D-B7F4-74414845E4F5}"/>
                </a:ext>
              </a:extLst>
            </p:cNvPr>
            <p:cNvGrpSpPr/>
            <p:nvPr/>
          </p:nvGrpSpPr>
          <p:grpSpPr>
            <a:xfrm>
              <a:off x="8640939" y="3553498"/>
              <a:ext cx="561323" cy="338554"/>
              <a:chOff x="1921370" y="4542126"/>
              <a:chExt cx="1092035" cy="338554"/>
            </a:xfrm>
          </p:grpSpPr>
          <p:sp>
            <p:nvSpPr>
              <p:cNvPr id="154" name="Rounded Rectangle 153">
                <a:extLst>
                  <a:ext uri="{FF2B5EF4-FFF2-40B4-BE49-F238E27FC236}">
                    <a16:creationId xmlns:a16="http://schemas.microsoft.com/office/drawing/2014/main" id="{4C613A94-E341-2C41-9264-AC28DD3620B5}"/>
                  </a:ext>
                </a:extLst>
              </p:cNvPr>
              <p:cNvSpPr/>
              <p:nvPr/>
            </p:nvSpPr>
            <p:spPr>
              <a:xfrm>
                <a:off x="1951130" y="4566892"/>
                <a:ext cx="1062275" cy="298242"/>
              </a:xfrm>
              <a:prstGeom prst="roundRect">
                <a:avLst/>
              </a:prstGeom>
              <a:solidFill>
                <a:srgbClr val="008000"/>
              </a:solidFill>
              <a:ln w="12700">
                <a:solidFill>
                  <a:schemeClr val="accent6"/>
                </a:solidFill>
                <a:prstDash val="solid"/>
              </a:ln>
              <a:effectLst>
                <a:outerShdw blurRad="50800" dist="38100" dir="2700000" algn="tl" rotWithShape="0">
                  <a:srgbClr val="8DDFB0">
                    <a:alpha val="40000"/>
                  </a:srgbClr>
                </a:outerShdw>
              </a:effectLst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6B30AAB3-454E-7342-8389-BBAC5CA5AC9C}"/>
                  </a:ext>
                </a:extLst>
              </p:cNvPr>
              <p:cNvSpPr txBox="1"/>
              <p:nvPr/>
            </p:nvSpPr>
            <p:spPr>
              <a:xfrm>
                <a:off x="1921370" y="4542126"/>
                <a:ext cx="79756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rPr>
                  <a:t>host</a:t>
                </a:r>
              </a:p>
            </p:txBody>
          </p:sp>
        </p:grp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86B1A74A-D1CD-644C-B311-3C38B38EB786}"/>
                </a:ext>
              </a:extLst>
            </p:cNvPr>
            <p:cNvGrpSpPr/>
            <p:nvPr/>
          </p:nvGrpSpPr>
          <p:grpSpPr>
            <a:xfrm>
              <a:off x="9247798" y="3553498"/>
              <a:ext cx="533020" cy="338554"/>
              <a:chOff x="1933590" y="4542126"/>
              <a:chExt cx="1079815" cy="338554"/>
            </a:xfrm>
          </p:grpSpPr>
          <p:sp>
            <p:nvSpPr>
              <p:cNvPr id="157" name="Rounded Rectangle 156">
                <a:extLst>
                  <a:ext uri="{FF2B5EF4-FFF2-40B4-BE49-F238E27FC236}">
                    <a16:creationId xmlns:a16="http://schemas.microsoft.com/office/drawing/2014/main" id="{B4F6EBC6-4BB6-2B48-B99C-C5A3D8D72073}"/>
                  </a:ext>
                </a:extLst>
              </p:cNvPr>
              <p:cNvSpPr/>
              <p:nvPr/>
            </p:nvSpPr>
            <p:spPr>
              <a:xfrm>
                <a:off x="1951130" y="4566892"/>
                <a:ext cx="1062275" cy="298242"/>
              </a:xfrm>
              <a:prstGeom prst="roundRect">
                <a:avLst/>
              </a:prstGeom>
              <a:solidFill>
                <a:srgbClr val="008000"/>
              </a:solidFill>
              <a:ln w="12700">
                <a:solidFill>
                  <a:srgbClr val="AAE2CA">
                    <a:lumMod val="75000"/>
                  </a:srgbClr>
                </a:solidFill>
                <a:prstDash val="solid"/>
              </a:ln>
              <a:effectLst>
                <a:outerShdw blurRad="50800" dist="38100" dir="2700000" algn="tl" rotWithShape="0">
                  <a:srgbClr val="CCFFCC">
                    <a:alpha val="43000"/>
                  </a:srgbClr>
                </a:outerShdw>
              </a:effectLst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7A9BB579-BE58-0748-A198-2F896A8D93BF}"/>
                  </a:ext>
                </a:extLst>
              </p:cNvPr>
              <p:cNvSpPr txBox="1"/>
              <p:nvPr/>
            </p:nvSpPr>
            <p:spPr>
              <a:xfrm>
                <a:off x="1933590" y="4542126"/>
                <a:ext cx="7655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rPr>
                  <a:t>flow</a:t>
                </a:r>
              </a:p>
            </p:txBody>
          </p:sp>
        </p:grp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09B6F87E-C66D-C24A-9D74-06012A8ED752}"/>
                </a:ext>
              </a:extLst>
            </p:cNvPr>
            <p:cNvGrpSpPr/>
            <p:nvPr/>
          </p:nvGrpSpPr>
          <p:grpSpPr>
            <a:xfrm>
              <a:off x="9798954" y="3538066"/>
              <a:ext cx="768563" cy="341965"/>
              <a:chOff x="1907908" y="4523169"/>
              <a:chExt cx="1105497" cy="341965"/>
            </a:xfrm>
          </p:grpSpPr>
          <p:sp>
            <p:nvSpPr>
              <p:cNvPr id="160" name="Rounded Rectangle 159">
                <a:extLst>
                  <a:ext uri="{FF2B5EF4-FFF2-40B4-BE49-F238E27FC236}">
                    <a16:creationId xmlns:a16="http://schemas.microsoft.com/office/drawing/2014/main" id="{01401B34-C61D-CD45-890F-718D54F268C6}"/>
                  </a:ext>
                </a:extLst>
              </p:cNvPr>
              <p:cNvSpPr/>
              <p:nvPr/>
            </p:nvSpPr>
            <p:spPr>
              <a:xfrm>
                <a:off x="1951130" y="4566892"/>
                <a:ext cx="1062275" cy="298242"/>
              </a:xfrm>
              <a:prstGeom prst="roundRect">
                <a:avLst/>
              </a:prstGeom>
              <a:solidFill>
                <a:srgbClr val="008000"/>
              </a:solidFill>
              <a:ln w="12700">
                <a:solidFill>
                  <a:srgbClr val="AAE2CA">
                    <a:lumMod val="75000"/>
                  </a:srgbClr>
                </a:solidFill>
                <a:prstDash val="solid"/>
              </a:ln>
              <a:effectLst>
                <a:outerShdw blurRad="50800" dist="38100" dir="2700000" algn="tl" rotWithShape="0">
                  <a:srgbClr val="CCFFCC">
                    <a:alpha val="43000"/>
                  </a:srgbClr>
                </a:outerShdw>
              </a:effectLst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D3979C30-65A4-9045-A798-34BC33D4868E}"/>
                  </a:ext>
                </a:extLst>
              </p:cNvPr>
              <p:cNvSpPr txBox="1"/>
              <p:nvPr/>
            </p:nvSpPr>
            <p:spPr>
              <a:xfrm>
                <a:off x="1907908" y="4523169"/>
                <a:ext cx="10994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rPr>
                  <a:t>packet</a:t>
                </a:r>
              </a:p>
            </p:txBody>
          </p:sp>
        </p:grpSp>
      </p:grpSp>
      <p:sp>
        <p:nvSpPr>
          <p:cNvPr id="177" name="TextBox 176">
            <a:extLst>
              <a:ext uri="{FF2B5EF4-FFF2-40B4-BE49-F238E27FC236}">
                <a16:creationId xmlns:a16="http://schemas.microsoft.com/office/drawing/2014/main" id="{89521E46-BEC9-5C4E-82B8-EDA49A6FE31B}"/>
              </a:ext>
            </a:extLst>
          </p:cNvPr>
          <p:cNvSpPr txBox="1"/>
          <p:nvPr/>
        </p:nvSpPr>
        <p:spPr>
          <a:xfrm>
            <a:off x="4784940" y="2319147"/>
            <a:ext cx="1896665" cy="67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  <a:latin typeface="Arial"/>
                <a:ea typeface="ＭＳ Ｐゴシック" charset="0"/>
                <a:cs typeface="Arial"/>
              </a:rPr>
              <a:t>northbound abstractions,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  <a:latin typeface="Arial"/>
                <a:ea typeface="ＭＳ Ｐゴシック" charset="0"/>
                <a:cs typeface="Arial"/>
              </a:rPr>
              <a:t>protocols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DF2A9AC-5208-F440-85C9-BC91E9B49F03}"/>
              </a:ext>
            </a:extLst>
          </p:cNvPr>
          <p:cNvGrpSpPr/>
          <p:nvPr/>
        </p:nvGrpSpPr>
        <p:grpSpPr>
          <a:xfrm>
            <a:off x="1235902" y="2266373"/>
            <a:ext cx="4876799" cy="714822"/>
            <a:chOff x="1235902" y="2266373"/>
            <a:chExt cx="4876799" cy="714822"/>
          </a:xfrm>
        </p:grpSpPr>
        <p:sp>
          <p:nvSpPr>
            <p:cNvPr id="149" name="Rounded Rectangle 148">
              <a:extLst>
                <a:ext uri="{FF2B5EF4-FFF2-40B4-BE49-F238E27FC236}">
                  <a16:creationId xmlns:a16="http://schemas.microsoft.com/office/drawing/2014/main" id="{E99A6AA0-07FB-1C4C-972D-6F9E4C71E394}"/>
                </a:ext>
              </a:extLst>
            </p:cNvPr>
            <p:cNvSpPr/>
            <p:nvPr/>
          </p:nvSpPr>
          <p:spPr>
            <a:xfrm>
              <a:off x="1235902" y="2266373"/>
              <a:ext cx="4876799" cy="714822"/>
            </a:xfrm>
            <a:prstGeom prst="roundRect">
              <a:avLst/>
            </a:prstGeom>
            <a:solidFill>
              <a:srgbClr val="AAE2CA">
                <a:lumMod val="75000"/>
              </a:srgbClr>
            </a:solidFill>
            <a:ln w="12700">
              <a:noFill/>
              <a:tailEnd type="arrow"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8FA0E095-2E70-CF4F-BAAD-5F6081A5EEC6}"/>
                </a:ext>
              </a:extLst>
            </p:cNvPr>
            <p:cNvGrpSpPr/>
            <p:nvPr/>
          </p:nvGrpSpPr>
          <p:grpSpPr>
            <a:xfrm>
              <a:off x="1418332" y="2420047"/>
              <a:ext cx="1503376" cy="375164"/>
              <a:chOff x="2793562" y="3559145"/>
              <a:chExt cx="1607438" cy="375164"/>
            </a:xfrm>
          </p:grpSpPr>
          <p:sp>
            <p:nvSpPr>
              <p:cNvPr id="128" name="Rounded Rectangle 127">
                <a:extLst>
                  <a:ext uri="{FF2B5EF4-FFF2-40B4-BE49-F238E27FC236}">
                    <a16:creationId xmlns:a16="http://schemas.microsoft.com/office/drawing/2014/main" id="{11EFF8DB-F7D6-F34F-9A62-91332868BEEF}"/>
                  </a:ext>
                </a:extLst>
              </p:cNvPr>
              <p:cNvSpPr/>
              <p:nvPr/>
            </p:nvSpPr>
            <p:spPr>
              <a:xfrm>
                <a:off x="2793562" y="3559145"/>
                <a:ext cx="1457313" cy="375164"/>
              </a:xfrm>
              <a:prstGeom prst="roundRect">
                <a:avLst/>
              </a:prstGeom>
              <a:solidFill>
                <a:srgbClr val="008000"/>
              </a:solidFill>
              <a:ln w="12700">
                <a:solidFill>
                  <a:srgbClr val="AAE2CA">
                    <a:lumMod val="75000"/>
                  </a:srgbClr>
                </a:solidFill>
              </a:ln>
              <a:effectLst>
                <a:outerShdw blurRad="50800" dist="38100" dir="2700000" algn="tl" rotWithShape="0">
                  <a:srgbClr val="8DDFB0">
                    <a:alpha val="43000"/>
                  </a:srgbClr>
                </a:outerShdw>
              </a:effectLst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6D405E66-E363-1545-90B5-9986D84C1F30}"/>
                  </a:ext>
                </a:extLst>
              </p:cNvPr>
              <p:cNvSpPr txBox="1"/>
              <p:nvPr/>
            </p:nvSpPr>
            <p:spPr>
              <a:xfrm>
                <a:off x="2840280" y="3583293"/>
                <a:ext cx="1560720" cy="330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ts val="18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rPr>
                  <a:t>REST    API</a:t>
                </a:r>
              </a:p>
            </p:txBody>
          </p:sp>
        </p:grp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3CD93CAE-5D94-8143-B39F-78FD997DC548}"/>
                </a:ext>
              </a:extLst>
            </p:cNvPr>
            <p:cNvGrpSpPr/>
            <p:nvPr/>
          </p:nvGrpSpPr>
          <p:grpSpPr>
            <a:xfrm>
              <a:off x="3009593" y="2420047"/>
              <a:ext cx="1362970" cy="375164"/>
              <a:chOff x="2793562" y="3559145"/>
              <a:chExt cx="1457313" cy="375164"/>
            </a:xfrm>
          </p:grpSpPr>
          <p:sp>
            <p:nvSpPr>
              <p:cNvPr id="179" name="Rounded Rectangle 178">
                <a:extLst>
                  <a:ext uri="{FF2B5EF4-FFF2-40B4-BE49-F238E27FC236}">
                    <a16:creationId xmlns:a16="http://schemas.microsoft.com/office/drawing/2014/main" id="{251FA6D6-570F-5043-8D40-0C68D81CB6B5}"/>
                  </a:ext>
                </a:extLst>
              </p:cNvPr>
              <p:cNvSpPr/>
              <p:nvPr/>
            </p:nvSpPr>
            <p:spPr>
              <a:xfrm>
                <a:off x="2793562" y="3559145"/>
                <a:ext cx="1457313" cy="375164"/>
              </a:xfrm>
              <a:prstGeom prst="roundRect">
                <a:avLst/>
              </a:prstGeom>
              <a:solidFill>
                <a:srgbClr val="008000"/>
              </a:solidFill>
              <a:ln w="12700">
                <a:solidFill>
                  <a:srgbClr val="AAE2CA">
                    <a:lumMod val="75000"/>
                  </a:srgbClr>
                </a:solidFill>
              </a:ln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FA6EF80F-6896-FD4C-B265-D258A85AA3F5}"/>
                  </a:ext>
                </a:extLst>
              </p:cNvPr>
              <p:cNvSpPr txBox="1"/>
              <p:nvPr/>
            </p:nvSpPr>
            <p:spPr>
              <a:xfrm>
                <a:off x="3085361" y="3583293"/>
                <a:ext cx="895069" cy="330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ts val="18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rPr>
                  <a:t>Intent</a:t>
                </a: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92FD172-4A96-8947-B4EA-191E32379E48}"/>
              </a:ext>
            </a:extLst>
          </p:cNvPr>
          <p:cNvGrpSpPr/>
          <p:nvPr/>
        </p:nvGrpSpPr>
        <p:grpSpPr>
          <a:xfrm>
            <a:off x="1219130" y="3053536"/>
            <a:ext cx="5028153" cy="1413955"/>
            <a:chOff x="7281727" y="3116166"/>
            <a:chExt cx="5028153" cy="1413955"/>
          </a:xfrm>
        </p:grpSpPr>
        <p:sp>
          <p:nvSpPr>
            <p:cNvPr id="125" name="Rounded Rectangle 124">
              <a:extLst>
                <a:ext uri="{FF2B5EF4-FFF2-40B4-BE49-F238E27FC236}">
                  <a16:creationId xmlns:a16="http://schemas.microsoft.com/office/drawing/2014/main" id="{15918E48-99B5-A449-B81F-5A158B747E62}"/>
                </a:ext>
              </a:extLst>
            </p:cNvPr>
            <p:cNvSpPr/>
            <p:nvPr/>
          </p:nvSpPr>
          <p:spPr>
            <a:xfrm>
              <a:off x="7281727" y="3116166"/>
              <a:ext cx="4898361" cy="1408726"/>
            </a:xfrm>
            <a:prstGeom prst="roundRect">
              <a:avLst/>
            </a:prstGeom>
            <a:solidFill>
              <a:srgbClr val="AAE2CA">
                <a:lumMod val="75000"/>
              </a:srgbClr>
            </a:solidFill>
            <a:ln w="12700">
              <a:noFill/>
              <a:tailEnd type="arrow"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C6312439-3E2F-644C-8FD1-E8F71A7DB152}"/>
                </a:ext>
              </a:extLst>
            </p:cNvPr>
            <p:cNvSpPr txBox="1"/>
            <p:nvPr/>
          </p:nvSpPr>
          <p:spPr>
            <a:xfrm>
              <a:off x="10953607" y="3768887"/>
              <a:ext cx="1356273" cy="761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ＭＳ Ｐゴシック" charset="0"/>
                  <a:cs typeface="Arial"/>
                </a:rPr>
                <a:t>ONOS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000000"/>
                  </a:solidFill>
                  <a:latin typeface="Arial"/>
                  <a:ea typeface="ＭＳ Ｐゴシック" charset="0"/>
                  <a:cs typeface="Arial"/>
                </a:rPr>
                <a:t>distributed core</a:t>
              </a:r>
            </a:p>
          </p:txBody>
        </p: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E97E0286-2903-F34F-ADAC-94C103771297}"/>
                </a:ext>
              </a:extLst>
            </p:cNvPr>
            <p:cNvGrpSpPr/>
            <p:nvPr/>
          </p:nvGrpSpPr>
          <p:grpSpPr>
            <a:xfrm>
              <a:off x="9756131" y="3853524"/>
              <a:ext cx="971340" cy="459826"/>
              <a:chOff x="3067713" y="457817"/>
              <a:chExt cx="1563748" cy="459826"/>
            </a:xfrm>
          </p:grpSpPr>
          <p:sp>
            <p:nvSpPr>
              <p:cNvPr id="182" name="Rounded Rectangle 181">
                <a:extLst>
                  <a:ext uri="{FF2B5EF4-FFF2-40B4-BE49-F238E27FC236}">
                    <a16:creationId xmlns:a16="http://schemas.microsoft.com/office/drawing/2014/main" id="{9F6C6B2E-3ABD-2947-98E2-3C20E6952452}"/>
                  </a:ext>
                </a:extLst>
              </p:cNvPr>
              <p:cNvSpPr/>
              <p:nvPr/>
            </p:nvSpPr>
            <p:spPr>
              <a:xfrm>
                <a:off x="3128876" y="457817"/>
                <a:ext cx="1432326" cy="459826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accent6"/>
                </a:solidFill>
              </a:ln>
              <a:effectLst>
                <a:outerShdw blurRad="50800" dist="38100" dir="2700000" algn="tl" rotWithShape="0">
                  <a:srgbClr val="00CC99">
                    <a:lumMod val="75000"/>
                    <a:alpha val="99000"/>
                  </a:srgbClr>
                </a:outerShdw>
              </a:effectLst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4B932003-E003-284E-BC99-BB3E590BAF7F}"/>
                  </a:ext>
                </a:extLst>
              </p:cNvPr>
              <p:cNvSpPr txBox="1"/>
              <p:nvPr/>
            </p:nvSpPr>
            <p:spPr>
              <a:xfrm>
                <a:off x="3067713" y="541671"/>
                <a:ext cx="1563748" cy="3043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0" fontAlgn="base" latinLnBrk="0" hangingPunct="0">
                  <a:lnSpc>
                    <a:spcPts val="16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rPr>
                  <a:t>statistics</a:t>
                </a: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EA24F9B1-1E6D-9B41-928B-341FF5DFDF26}"/>
                </a:ext>
              </a:extLst>
            </p:cNvPr>
            <p:cNvGrpSpPr/>
            <p:nvPr/>
          </p:nvGrpSpPr>
          <p:grpSpPr>
            <a:xfrm>
              <a:off x="7513930" y="3839969"/>
              <a:ext cx="889706" cy="459826"/>
              <a:chOff x="3128876" y="457817"/>
              <a:chExt cx="1432326" cy="459826"/>
            </a:xfrm>
          </p:grpSpPr>
          <p:sp>
            <p:nvSpPr>
              <p:cNvPr id="185" name="Rounded Rectangle 184">
                <a:extLst>
                  <a:ext uri="{FF2B5EF4-FFF2-40B4-BE49-F238E27FC236}">
                    <a16:creationId xmlns:a16="http://schemas.microsoft.com/office/drawing/2014/main" id="{BF3451CA-E2F4-BD46-9F75-89A9563784FD}"/>
                  </a:ext>
                </a:extLst>
              </p:cNvPr>
              <p:cNvSpPr/>
              <p:nvPr/>
            </p:nvSpPr>
            <p:spPr>
              <a:xfrm>
                <a:off x="3128876" y="457817"/>
                <a:ext cx="1432326" cy="459826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accent6"/>
                </a:solidFill>
              </a:ln>
              <a:effectLst>
                <a:outerShdw blurRad="50800" dist="38100" dir="2700000" algn="tl" rotWithShape="0">
                  <a:srgbClr val="00CC99">
                    <a:lumMod val="75000"/>
                    <a:alpha val="99000"/>
                  </a:srgbClr>
                </a:outerShdw>
              </a:effectLst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AA2973D9-D16C-6544-8F9B-1DD24EE2A0B0}"/>
                  </a:ext>
                </a:extLst>
              </p:cNvPr>
              <p:cNvSpPr txBox="1"/>
              <p:nvPr/>
            </p:nvSpPr>
            <p:spPr>
              <a:xfrm>
                <a:off x="3140940" y="541671"/>
                <a:ext cx="1417294" cy="3043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0" fontAlgn="base" latinLnBrk="0" hangingPunct="0">
                  <a:lnSpc>
                    <a:spcPts val="16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rPr>
                  <a:t>devices</a:t>
                </a: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8852A5B9-2F85-854B-90CF-9C2059271478}"/>
                </a:ext>
              </a:extLst>
            </p:cNvPr>
            <p:cNvGrpSpPr/>
            <p:nvPr/>
          </p:nvGrpSpPr>
          <p:grpSpPr>
            <a:xfrm>
              <a:off x="7525471" y="3279854"/>
              <a:ext cx="889706" cy="459826"/>
              <a:chOff x="3128876" y="457817"/>
              <a:chExt cx="1432326" cy="459826"/>
            </a:xfrm>
          </p:grpSpPr>
          <p:sp>
            <p:nvSpPr>
              <p:cNvPr id="188" name="Rounded Rectangle 187">
                <a:extLst>
                  <a:ext uri="{FF2B5EF4-FFF2-40B4-BE49-F238E27FC236}">
                    <a16:creationId xmlns:a16="http://schemas.microsoft.com/office/drawing/2014/main" id="{D26CA676-9ED8-CC4E-8413-ADE7E23BE8F2}"/>
                  </a:ext>
                </a:extLst>
              </p:cNvPr>
              <p:cNvSpPr/>
              <p:nvPr/>
            </p:nvSpPr>
            <p:spPr>
              <a:xfrm>
                <a:off x="3128876" y="457817"/>
                <a:ext cx="1432326" cy="459826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accent6"/>
                </a:solidFill>
              </a:ln>
              <a:effectLst>
                <a:outerShdw blurRad="50800" dist="38100" dir="2700000" algn="tl" rotWithShape="0">
                  <a:srgbClr val="00CC99">
                    <a:lumMod val="75000"/>
                    <a:alpha val="99000"/>
                  </a:srgbClr>
                </a:outerShdw>
              </a:effectLst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CE4916AA-860A-7249-BC1A-CDC4B88D7504}"/>
                  </a:ext>
                </a:extLst>
              </p:cNvPr>
              <p:cNvSpPr txBox="1"/>
              <p:nvPr/>
            </p:nvSpPr>
            <p:spPr>
              <a:xfrm>
                <a:off x="3306184" y="541671"/>
                <a:ext cx="1086810" cy="3043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0" fontAlgn="base" latinLnBrk="0" hangingPunct="0">
                  <a:lnSpc>
                    <a:spcPts val="16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rPr>
                  <a:t>hosts</a:t>
                </a: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8000367E-BE0E-2042-88F2-1C6272B9137F}"/>
                </a:ext>
              </a:extLst>
            </p:cNvPr>
            <p:cNvGrpSpPr/>
            <p:nvPr/>
          </p:nvGrpSpPr>
          <p:grpSpPr>
            <a:xfrm>
              <a:off x="8671141" y="3852495"/>
              <a:ext cx="889706" cy="459826"/>
              <a:chOff x="3154244" y="470343"/>
              <a:chExt cx="1432326" cy="459826"/>
            </a:xfrm>
          </p:grpSpPr>
          <p:sp>
            <p:nvSpPr>
              <p:cNvPr id="191" name="Rounded Rectangle 190">
                <a:extLst>
                  <a:ext uri="{FF2B5EF4-FFF2-40B4-BE49-F238E27FC236}">
                    <a16:creationId xmlns:a16="http://schemas.microsoft.com/office/drawing/2014/main" id="{68906F77-7CA4-3A44-845A-3F01B6129213}"/>
                  </a:ext>
                </a:extLst>
              </p:cNvPr>
              <p:cNvSpPr/>
              <p:nvPr/>
            </p:nvSpPr>
            <p:spPr>
              <a:xfrm>
                <a:off x="3154244" y="470343"/>
                <a:ext cx="1432326" cy="459826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accent6"/>
                </a:solidFill>
              </a:ln>
              <a:effectLst>
                <a:outerShdw blurRad="50800" dist="38100" dir="2700000" algn="tl" rotWithShape="0">
                  <a:srgbClr val="00CC99">
                    <a:lumMod val="75000"/>
                    <a:alpha val="99000"/>
                  </a:srgbClr>
                </a:outerShdw>
              </a:effectLst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E19E10E4-1CA2-924C-8127-58FEFABAE9B4}"/>
                  </a:ext>
                </a:extLst>
              </p:cNvPr>
              <p:cNvSpPr txBox="1"/>
              <p:nvPr/>
            </p:nvSpPr>
            <p:spPr>
              <a:xfrm>
                <a:off x="3370539" y="541671"/>
                <a:ext cx="958100" cy="3043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0" fontAlgn="base" latinLnBrk="0" hangingPunct="0">
                  <a:lnSpc>
                    <a:spcPts val="16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rPr>
                  <a:t>links</a:t>
                </a: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ECBED06E-359B-7845-B6F4-2E4256AE3E14}"/>
                </a:ext>
              </a:extLst>
            </p:cNvPr>
            <p:cNvGrpSpPr/>
            <p:nvPr/>
          </p:nvGrpSpPr>
          <p:grpSpPr>
            <a:xfrm>
              <a:off x="8655384" y="3279854"/>
              <a:ext cx="889706" cy="459826"/>
              <a:chOff x="3128876" y="457817"/>
              <a:chExt cx="1432326" cy="459826"/>
            </a:xfrm>
          </p:grpSpPr>
          <p:sp>
            <p:nvSpPr>
              <p:cNvPr id="194" name="Rounded Rectangle 193">
                <a:extLst>
                  <a:ext uri="{FF2B5EF4-FFF2-40B4-BE49-F238E27FC236}">
                    <a16:creationId xmlns:a16="http://schemas.microsoft.com/office/drawing/2014/main" id="{23A83748-5026-604C-9933-08E9C9A4E708}"/>
                  </a:ext>
                </a:extLst>
              </p:cNvPr>
              <p:cNvSpPr/>
              <p:nvPr/>
            </p:nvSpPr>
            <p:spPr>
              <a:xfrm>
                <a:off x="3128876" y="457817"/>
                <a:ext cx="1432326" cy="459826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accent6"/>
                </a:solidFill>
              </a:ln>
              <a:effectLst>
                <a:outerShdw blurRad="50800" dist="38100" dir="2700000" algn="tl" rotWithShape="0">
                  <a:srgbClr val="00CC99">
                    <a:lumMod val="75000"/>
                    <a:alpha val="99000"/>
                  </a:srgbClr>
                </a:outerShdw>
              </a:effectLst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8F6959D0-20F8-5342-B065-B451D53D0482}"/>
                  </a:ext>
                </a:extLst>
              </p:cNvPr>
              <p:cNvSpPr txBox="1"/>
              <p:nvPr/>
            </p:nvSpPr>
            <p:spPr>
              <a:xfrm>
                <a:off x="3296911" y="541671"/>
                <a:ext cx="1105358" cy="3043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0" fontAlgn="base" latinLnBrk="0" hangingPunct="0">
                  <a:lnSpc>
                    <a:spcPts val="16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rPr>
                  <a:t>paths</a:t>
                </a: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0BA7D74E-2298-5844-AEE2-858B31DEE773}"/>
                </a:ext>
              </a:extLst>
            </p:cNvPr>
            <p:cNvGrpSpPr/>
            <p:nvPr/>
          </p:nvGrpSpPr>
          <p:grpSpPr>
            <a:xfrm>
              <a:off x="9686140" y="3279854"/>
              <a:ext cx="1166221" cy="459826"/>
              <a:chOff x="3003364" y="457817"/>
              <a:chExt cx="1692457" cy="459826"/>
            </a:xfrm>
          </p:grpSpPr>
          <p:sp>
            <p:nvSpPr>
              <p:cNvPr id="241" name="Rounded Rectangle 240">
                <a:extLst>
                  <a:ext uri="{FF2B5EF4-FFF2-40B4-BE49-F238E27FC236}">
                    <a16:creationId xmlns:a16="http://schemas.microsoft.com/office/drawing/2014/main" id="{72F83317-BC53-D649-99B8-7740B1AD9877}"/>
                  </a:ext>
                </a:extLst>
              </p:cNvPr>
              <p:cNvSpPr/>
              <p:nvPr/>
            </p:nvSpPr>
            <p:spPr>
              <a:xfrm>
                <a:off x="3128876" y="457817"/>
                <a:ext cx="1432326" cy="459826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accent6"/>
                </a:solidFill>
              </a:ln>
              <a:effectLst>
                <a:outerShdw blurRad="50800" dist="38100" dir="2700000" algn="tl" rotWithShape="0">
                  <a:srgbClr val="00CC99">
                    <a:lumMod val="75000"/>
                    <a:alpha val="99000"/>
                  </a:srgbClr>
                </a:outerShdw>
              </a:effectLst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5DC30270-8B98-A84E-9C7B-8E1AA228AF27}"/>
                  </a:ext>
                </a:extLst>
              </p:cNvPr>
              <p:cNvSpPr txBox="1"/>
              <p:nvPr/>
            </p:nvSpPr>
            <p:spPr>
              <a:xfrm>
                <a:off x="3003364" y="541671"/>
                <a:ext cx="1692457" cy="3043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0" fontAlgn="base" latinLnBrk="0" hangingPunct="0">
                  <a:lnSpc>
                    <a:spcPts val="16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rPr>
                  <a:t>flow rules</a:t>
                </a: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</p:grp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477FD664-C039-0241-A68A-77F2048F0A86}"/>
                </a:ext>
              </a:extLst>
            </p:cNvPr>
            <p:cNvGrpSpPr/>
            <p:nvPr/>
          </p:nvGrpSpPr>
          <p:grpSpPr>
            <a:xfrm>
              <a:off x="10986913" y="3284449"/>
              <a:ext cx="986973" cy="459826"/>
              <a:chOff x="3128876" y="457817"/>
              <a:chExt cx="1432326" cy="459826"/>
            </a:xfrm>
          </p:grpSpPr>
          <p:sp>
            <p:nvSpPr>
              <p:cNvPr id="244" name="Rounded Rectangle 243">
                <a:extLst>
                  <a:ext uri="{FF2B5EF4-FFF2-40B4-BE49-F238E27FC236}">
                    <a16:creationId xmlns:a16="http://schemas.microsoft.com/office/drawing/2014/main" id="{AF2AD232-6210-B541-9E07-133C32A1231A}"/>
                  </a:ext>
                </a:extLst>
              </p:cNvPr>
              <p:cNvSpPr/>
              <p:nvPr/>
            </p:nvSpPr>
            <p:spPr>
              <a:xfrm>
                <a:off x="3128876" y="457817"/>
                <a:ext cx="1432326" cy="459826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accent6"/>
                </a:solidFill>
              </a:ln>
              <a:effectLst>
                <a:outerShdw blurRad="50800" dist="38100" dir="2700000" algn="tl" rotWithShape="0">
                  <a:srgbClr val="00CC99">
                    <a:lumMod val="75000"/>
                    <a:alpha val="99000"/>
                  </a:srgbClr>
                </a:outerShdw>
              </a:effectLst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9C36D8BD-8A4B-B34A-BE19-5CCFA5F2A311}"/>
                  </a:ext>
                </a:extLst>
              </p:cNvPr>
              <p:cNvSpPr txBox="1"/>
              <p:nvPr/>
            </p:nvSpPr>
            <p:spPr>
              <a:xfrm>
                <a:off x="3152699" y="541671"/>
                <a:ext cx="1393790" cy="3043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0" fontAlgn="base" latinLnBrk="0" hangingPunct="0">
                  <a:lnSpc>
                    <a:spcPts val="16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ＭＳ Ｐゴシック" charset="0"/>
                    <a:cs typeface="Arial"/>
                  </a:rPr>
                  <a:t>topology</a:t>
                </a: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ＭＳ Ｐゴシック" charset="0"/>
                  <a:cs typeface="Arial"/>
                </a:endParaRPr>
              </a:p>
            </p:txBody>
          </p:sp>
        </p:grpSp>
      </p:grp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E9221522-35ED-0E48-8C4E-5E45D8BA1EBB}"/>
              </a:ext>
            </a:extLst>
          </p:cNvPr>
          <p:cNvCxnSpPr/>
          <p:nvPr/>
        </p:nvCxnSpPr>
        <p:spPr>
          <a:xfrm>
            <a:off x="1349154" y="5538827"/>
            <a:ext cx="4651048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Content Placeholder 3">
            <a:extLst>
              <a:ext uri="{FF2B5EF4-FFF2-40B4-BE49-F238E27FC236}">
                <a16:creationId xmlns:a16="http://schemas.microsoft.com/office/drawing/2014/main" id="{28318C6B-5A4E-644F-868C-C9FEF9E2779F}"/>
              </a:ext>
            </a:extLst>
          </p:cNvPr>
          <p:cNvSpPr txBox="1">
            <a:spLocks/>
          </p:cNvSpPr>
          <p:nvPr/>
        </p:nvSpPr>
        <p:spPr>
          <a:xfrm>
            <a:off x="8185530" y="2085890"/>
            <a:ext cx="3601461" cy="400175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</a:rPr>
              <a:t>control apps separate from controller</a:t>
            </a:r>
          </a:p>
          <a:p>
            <a:r>
              <a:rPr lang="en-US" sz="2400" dirty="0">
                <a:solidFill>
                  <a:srgbClr val="000000"/>
                </a:solidFill>
              </a:rPr>
              <a:t>intent framework: high-level specification of service: what rather than how</a:t>
            </a:r>
          </a:p>
          <a:p>
            <a:r>
              <a:rPr lang="en-US" sz="2400" dirty="0">
                <a:solidFill>
                  <a:srgbClr val="000000"/>
                </a:solidFill>
              </a:rPr>
              <a:t>considerable emphasis on distributed core: service reliability, replication performance scaling</a:t>
            </a:r>
          </a:p>
        </p:txBody>
      </p:sp>
    </p:spTree>
    <p:extLst>
      <p:ext uri="{BB962C8B-B14F-4D97-AF65-F5344CB8AC3E}">
        <p14:creationId xmlns:p14="http://schemas.microsoft.com/office/powerpoint/2010/main" val="3622540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702AB5-AB8E-3545-A5A9-FCEA06E6E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518" y="1486033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indent="-290513">
              <a:lnSpc>
                <a:spcPct val="100000"/>
              </a:lnSpc>
            </a:pPr>
            <a:r>
              <a:rPr lang="en-US" sz="3200" dirty="0"/>
              <a:t>hardening the control plane: dependable, reliable, performance-scalable, secure distributed system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robustness to failures: leverage strong theory of reliable distributed system for control plane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dependability, security: “baked in” from day one? </a:t>
            </a:r>
          </a:p>
          <a:p>
            <a:pPr indent="-290513">
              <a:lnSpc>
                <a:spcPct val="100000"/>
              </a:lnSpc>
            </a:pPr>
            <a:r>
              <a:rPr lang="en-US" sz="3200" dirty="0"/>
              <a:t>networks, protocols meeting mission-specific requirements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e.g., real-time, ultra-reliable, ultra-secure</a:t>
            </a:r>
          </a:p>
          <a:p>
            <a:pPr indent="-290513">
              <a:lnSpc>
                <a:spcPct val="100000"/>
              </a:lnSpc>
            </a:pPr>
            <a:r>
              <a:rPr lang="en-US" sz="3200" dirty="0"/>
              <a:t>Internet-scaling: beyond a single AS</a:t>
            </a:r>
          </a:p>
          <a:p>
            <a:pPr indent="-290513">
              <a:lnSpc>
                <a:spcPct val="100000"/>
              </a:lnSpc>
            </a:pPr>
            <a:r>
              <a:rPr lang="en-US" sz="3200" dirty="0"/>
              <a:t>SDN critical in 5G cellular networks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CD85E7-B9DB-9043-B7EC-8C0919E8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4139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/>
              <a:t>SDN:  selected challenges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71119-17C6-6045-B8FE-FECA68C80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866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Network layer: “control plane” roadmap</a:t>
            </a:r>
            <a:endParaRPr lang="en-US" sz="4400" dirty="0"/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288" y="1379196"/>
            <a:ext cx="3102316" cy="2326737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622456" y="1361615"/>
            <a:ext cx="5571867" cy="50391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74638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introduction</a:t>
            </a:r>
          </a:p>
          <a:p>
            <a:pPr marL="285750" indent="-274638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routing protocols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intra-ISP routing: OSPF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routing among ISPs: BGP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SDN control plane</a:t>
            </a:r>
          </a:p>
          <a:p>
            <a:pPr marL="285750" indent="-285750">
              <a:spcBef>
                <a:spcPts val="600"/>
              </a:spcBef>
              <a:buClr>
                <a:srgbClr val="0000A8"/>
              </a:buClr>
            </a:pPr>
            <a:r>
              <a:rPr lang="en-US" altLang="en-US" sz="36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Internet Control Message Protocol </a:t>
            </a:r>
          </a:p>
          <a:p>
            <a:pPr marL="466725" indent="-409575">
              <a:spcBef>
                <a:spcPts val="600"/>
              </a:spcBef>
              <a:buNone/>
            </a:pPr>
            <a:endParaRPr lang="en-US" altLang="en-US" sz="3200" dirty="0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0E442AF-0FD6-9040-9BFF-CE4BE886A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037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FE0E7E-9E1E-584C-8DA4-C41F028D5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ICMP: internet control message protocol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D1936-B8B5-0847-9A92-51D7DECF1E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FAB9C2F-4523-854D-98E9-120D41AA7083}"/>
              </a:ext>
            </a:extLst>
          </p:cNvPr>
          <p:cNvSpPr txBox="1">
            <a:spLocks noChangeArrowheads="1"/>
          </p:cNvSpPr>
          <p:nvPr/>
        </p:nvSpPr>
        <p:spPr>
          <a:xfrm>
            <a:off x="981643" y="1479757"/>
            <a:ext cx="5644621" cy="4948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95275"/>
            <a:r>
              <a:rPr lang="en-US" dirty="0"/>
              <a:t>used by hosts and routers to communicate network-level information</a:t>
            </a:r>
          </a:p>
          <a:p>
            <a:pPr lvl="1"/>
            <a:r>
              <a:rPr lang="en-US" dirty="0"/>
              <a:t>error reporting: unreachable host, network, port, protocol</a:t>
            </a:r>
          </a:p>
          <a:p>
            <a:pPr lvl="1"/>
            <a:r>
              <a:rPr lang="en-US" dirty="0"/>
              <a:t>echo request/reply (used by ping</a:t>
            </a:r>
            <a:r>
              <a:rPr lang="en-US" sz="2000" dirty="0"/>
              <a:t>)</a:t>
            </a:r>
          </a:p>
          <a:p>
            <a:pPr indent="-295275"/>
            <a:r>
              <a:rPr lang="en-US" dirty="0"/>
              <a:t>network-layer </a:t>
            </a:r>
            <a:r>
              <a:rPr lang="en-US" altLang="ja-JP" dirty="0"/>
              <a:t>“above” IP:</a:t>
            </a:r>
          </a:p>
          <a:p>
            <a:pPr lvl="1"/>
            <a:r>
              <a:rPr lang="en-US" dirty="0"/>
              <a:t>ICMP messages carried in IP datagrams</a:t>
            </a:r>
          </a:p>
          <a:p>
            <a:pPr indent="-295275"/>
            <a:r>
              <a:rPr lang="en-US" i="1" dirty="0">
                <a:solidFill>
                  <a:srgbClr val="000099"/>
                </a:solidFill>
              </a:rPr>
              <a:t>ICMP message:</a:t>
            </a:r>
            <a:r>
              <a:rPr lang="en-US" i="1" dirty="0"/>
              <a:t> </a:t>
            </a:r>
            <a:r>
              <a:rPr lang="en-US" dirty="0"/>
              <a:t>type, code plus first 8 bytes of IP datagram causing error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0084B1BA-03EA-054C-9CF7-0CDEC6826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7193" y="1763438"/>
            <a:ext cx="4260850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u="sng" dirty="0"/>
              <a:t>Type</a:t>
            </a:r>
            <a:r>
              <a:rPr lang="en-US" sz="1800" dirty="0"/>
              <a:t>  </a:t>
            </a:r>
            <a:r>
              <a:rPr lang="en-US" sz="1800" u="sng" dirty="0"/>
              <a:t>Code</a:t>
            </a:r>
            <a:r>
              <a:rPr lang="en-US" sz="1800" dirty="0"/>
              <a:t>  </a:t>
            </a:r>
            <a:r>
              <a:rPr lang="en-US" sz="1800" u="sng" dirty="0"/>
              <a:t>description</a:t>
            </a:r>
            <a:endParaRPr lang="en-US" sz="1800" dirty="0"/>
          </a:p>
          <a:p>
            <a:r>
              <a:rPr lang="en-US" sz="1800" dirty="0"/>
              <a:t>0        0         echo reply (ping)</a:t>
            </a:r>
          </a:p>
          <a:p>
            <a:r>
              <a:rPr lang="en-US" sz="1800" dirty="0"/>
              <a:t>3        0         dest. network unreachable</a:t>
            </a:r>
          </a:p>
          <a:p>
            <a:r>
              <a:rPr lang="en-US" sz="1800" dirty="0"/>
              <a:t>3        1         dest host unreachable</a:t>
            </a:r>
          </a:p>
          <a:p>
            <a:r>
              <a:rPr lang="en-US" sz="1800" dirty="0"/>
              <a:t>3        2         dest protocol unreachable</a:t>
            </a:r>
          </a:p>
          <a:p>
            <a:r>
              <a:rPr lang="en-US" sz="1800" dirty="0"/>
              <a:t>3        3         dest port unreachable</a:t>
            </a:r>
          </a:p>
          <a:p>
            <a:r>
              <a:rPr lang="en-US" sz="1800" dirty="0"/>
              <a:t>3        6         dest network unknown</a:t>
            </a:r>
          </a:p>
          <a:p>
            <a:r>
              <a:rPr lang="en-US" sz="1800" dirty="0"/>
              <a:t>3        7         dest host unknown</a:t>
            </a:r>
          </a:p>
          <a:p>
            <a:r>
              <a:rPr lang="en-US" sz="1800" dirty="0"/>
              <a:t>4        0         source quench (congestion</a:t>
            </a:r>
          </a:p>
          <a:p>
            <a:r>
              <a:rPr lang="en-US" sz="1800" dirty="0"/>
              <a:t>                     control - not used)</a:t>
            </a:r>
          </a:p>
          <a:p>
            <a:r>
              <a:rPr lang="en-US" sz="1800" dirty="0"/>
              <a:t>8        0         echo request (ping)</a:t>
            </a:r>
          </a:p>
          <a:p>
            <a:r>
              <a:rPr lang="en-US" sz="1800" dirty="0"/>
              <a:t>9        0         route advertisement</a:t>
            </a:r>
          </a:p>
          <a:p>
            <a:r>
              <a:rPr lang="en-US" sz="1800" dirty="0"/>
              <a:t>10      0         router discovery</a:t>
            </a:r>
          </a:p>
          <a:p>
            <a:r>
              <a:rPr lang="en-US" sz="1800" dirty="0"/>
              <a:t>11      0         TTL expired</a:t>
            </a:r>
          </a:p>
          <a:p>
            <a:r>
              <a:rPr lang="en-US" sz="1800" dirty="0"/>
              <a:t>12      0         bad IP header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46681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8">
            <a:extLst>
              <a:ext uri="{FF2B5EF4-FFF2-40B4-BE49-F238E27FC236}">
                <a16:creationId xmlns:a16="http://schemas.microsoft.com/office/drawing/2014/main" id="{AC6D9F55-2634-3E47-8DAC-F9B6C7AB8EC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3068" y="1745295"/>
            <a:ext cx="288925" cy="2651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" name="Line 105">
            <a:extLst>
              <a:ext uri="{FF2B5EF4-FFF2-40B4-BE49-F238E27FC236}">
                <a16:creationId xmlns:a16="http://schemas.microsoft.com/office/drawing/2014/main" id="{63045DF4-4308-5F42-9EFE-B4355F710F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16818" y="1796095"/>
            <a:ext cx="458788" cy="207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Line 106">
            <a:extLst>
              <a:ext uri="{FF2B5EF4-FFF2-40B4-BE49-F238E27FC236}">
                <a16:creationId xmlns:a16="http://schemas.microsoft.com/office/drawing/2014/main" id="{BBB17065-A510-114A-8621-EE1EA354173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1856" y="1780220"/>
            <a:ext cx="485775" cy="207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4D00AFC-0ED6-A64F-9541-51DAA9871165}"/>
              </a:ext>
            </a:extLst>
          </p:cNvPr>
          <p:cNvGrpSpPr/>
          <p:nvPr/>
        </p:nvGrpSpPr>
        <p:grpSpPr>
          <a:xfrm>
            <a:off x="2687515" y="1862419"/>
            <a:ext cx="649995" cy="330505"/>
            <a:chOff x="7493876" y="2774731"/>
            <a:chExt cx="1481958" cy="894622"/>
          </a:xfrm>
        </p:grpSpPr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C93E02DF-CF0A-644B-AB8D-34591D46844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3C6363F8-760E-CD43-9C20-7F297BBFA41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5B499BB5-5460-0F44-8DA1-58EE15E17F9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5" name="Freeform 114">
                <a:extLst>
                  <a:ext uri="{FF2B5EF4-FFF2-40B4-BE49-F238E27FC236}">
                    <a16:creationId xmlns:a16="http://schemas.microsoft.com/office/drawing/2014/main" id="{A1B123EB-792C-1943-9428-27089B1302B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6" name="Freeform 115">
                <a:extLst>
                  <a:ext uri="{FF2B5EF4-FFF2-40B4-BE49-F238E27FC236}">
                    <a16:creationId xmlns:a16="http://schemas.microsoft.com/office/drawing/2014/main" id="{EFA5F314-D129-134E-989C-1CC396D3EE2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7" name="Freeform 116">
                <a:extLst>
                  <a:ext uri="{FF2B5EF4-FFF2-40B4-BE49-F238E27FC236}">
                    <a16:creationId xmlns:a16="http://schemas.microsoft.com/office/drawing/2014/main" id="{A7E62618-55BE-E34D-9B94-9EE77B3B4BAD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733A7749-5FD2-8940-8960-CEC5428B6D9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3" name="Line 108">
            <a:extLst>
              <a:ext uri="{FF2B5EF4-FFF2-40B4-BE49-F238E27FC236}">
                <a16:creationId xmlns:a16="http://schemas.microsoft.com/office/drawing/2014/main" id="{05A1B007-E11B-6440-851C-A21C76D35D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13731" y="1511933"/>
            <a:ext cx="34925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" name="Line 291">
            <a:extLst>
              <a:ext uri="{FF2B5EF4-FFF2-40B4-BE49-F238E27FC236}">
                <a16:creationId xmlns:a16="http://schemas.microsoft.com/office/drawing/2014/main" id="{ED7DFDB5-79C1-BA48-ACC4-FB16560BA3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1981" y="1911983"/>
            <a:ext cx="22860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7FC7DDB9-40D0-BA4F-8140-D2ED6764D1A8}"/>
              </a:ext>
            </a:extLst>
          </p:cNvPr>
          <p:cNvGrpSpPr/>
          <p:nvPr/>
        </p:nvGrpSpPr>
        <p:grpSpPr>
          <a:xfrm>
            <a:off x="3636127" y="1646571"/>
            <a:ext cx="649995" cy="330505"/>
            <a:chOff x="7493876" y="2774731"/>
            <a:chExt cx="1481958" cy="894622"/>
          </a:xfrm>
        </p:grpSpPr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1B210B08-92DC-EB44-8B60-4ADC7FE57C2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E751B67E-ABA3-F244-911F-412E43C6FA3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6C00EE59-3588-C548-B87B-9A62D4AFC08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7" name="Freeform 106">
                <a:extLst>
                  <a:ext uri="{FF2B5EF4-FFF2-40B4-BE49-F238E27FC236}">
                    <a16:creationId xmlns:a16="http://schemas.microsoft.com/office/drawing/2014/main" id="{D1BA194A-69B1-9E4B-84DD-6478D478946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8" name="Freeform 107">
                <a:extLst>
                  <a:ext uri="{FF2B5EF4-FFF2-40B4-BE49-F238E27FC236}">
                    <a16:creationId xmlns:a16="http://schemas.microsoft.com/office/drawing/2014/main" id="{64C7D0B6-9A61-9441-A7FB-6A38EEA37D3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9" name="Freeform 108">
                <a:extLst>
                  <a:ext uri="{FF2B5EF4-FFF2-40B4-BE49-F238E27FC236}">
                    <a16:creationId xmlns:a16="http://schemas.microsoft.com/office/drawing/2014/main" id="{2214EE46-9163-0E4F-A2C7-89CDCA14B98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7A203D1E-032C-DA4B-848D-E56E4CAC18D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91FE0E7E-9E1E-584C-8DA4-C41F028D5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Traceroute and ICMP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D1936-B8B5-0847-9A92-51D7DECF1E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E4A0D75-A87E-3A47-8964-F0C38348E63C}"/>
              </a:ext>
            </a:extLst>
          </p:cNvPr>
          <p:cNvSpPr txBox="1">
            <a:spLocks noChangeArrowheads="1"/>
          </p:cNvSpPr>
          <p:nvPr/>
        </p:nvSpPr>
        <p:spPr>
          <a:xfrm>
            <a:off x="984900" y="5695721"/>
            <a:ext cx="9998917" cy="550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5275" indent="-295275">
              <a:spcBef>
                <a:spcPts val="400"/>
              </a:spcBef>
              <a:defRPr/>
            </a:pPr>
            <a:r>
              <a:rPr lang="en-US" dirty="0"/>
              <a:t>when ICMP message arrives at source: record RTTs</a:t>
            </a:r>
          </a:p>
          <a:p>
            <a:pPr marL="523875" lvl="1" indent="-180975">
              <a:defRPr/>
            </a:pPr>
            <a:endParaRPr lang="en-US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FC811031-3315-0942-A8F2-880E674477A5}"/>
              </a:ext>
            </a:extLst>
          </p:cNvPr>
          <p:cNvSpPr txBox="1">
            <a:spLocks noChangeArrowheads="1"/>
          </p:cNvSpPr>
          <p:nvPr/>
        </p:nvSpPr>
        <p:spPr>
          <a:xfrm>
            <a:off x="6911937" y="2213510"/>
            <a:ext cx="3810000" cy="2005013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2575" indent="-282575">
              <a:defRPr/>
            </a:pPr>
            <a:endParaRPr lang="en-US" sz="2400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5215760-1BF7-FA4A-83A1-5E35AED77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562" y="2730905"/>
            <a:ext cx="3810000" cy="2568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</a:pPr>
            <a:r>
              <a:rPr lang="en-US" sz="2800" dirty="0">
                <a:solidFill>
                  <a:srgbClr val="000099"/>
                </a:solidFill>
              </a:rPr>
              <a:t>stopping criteria: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/>
              <a:t>UDP segment eventually arrives at destination host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/>
              <a:t>destination returns ICMP </a:t>
            </a:r>
            <a:r>
              <a:rPr lang="ja-JP" altLang="en-US" sz="2400"/>
              <a:t>“</a:t>
            </a:r>
            <a:r>
              <a:rPr lang="en-US" altLang="ja-JP" sz="2400" dirty="0"/>
              <a:t>port unreachable</a:t>
            </a:r>
            <a:r>
              <a:rPr lang="ja-JP" altLang="en-US" sz="2400"/>
              <a:t>”</a:t>
            </a:r>
            <a:r>
              <a:rPr lang="en-US" altLang="ja-JP" sz="2400" dirty="0"/>
              <a:t> message (type 3, code 3)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/>
              <a:t>source stops</a:t>
            </a:r>
          </a:p>
        </p:txBody>
      </p:sp>
      <p:sp>
        <p:nvSpPr>
          <p:cNvPr id="14" name="Line 113">
            <a:extLst>
              <a:ext uri="{FF2B5EF4-FFF2-40B4-BE49-F238E27FC236}">
                <a16:creationId xmlns:a16="http://schemas.microsoft.com/office/drawing/2014/main" id="{6AA7237F-648F-4346-B607-726E294103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28168" y="1840545"/>
            <a:ext cx="620713" cy="1444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5" name="Line 260">
            <a:extLst>
              <a:ext uri="{FF2B5EF4-FFF2-40B4-BE49-F238E27FC236}">
                <a16:creationId xmlns:a16="http://schemas.microsoft.com/office/drawing/2014/main" id="{744B8E5D-9D96-0244-B652-88F64CE8686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7356" y="1805620"/>
            <a:ext cx="485775" cy="207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6" name="Line 261">
            <a:extLst>
              <a:ext uri="{FF2B5EF4-FFF2-40B4-BE49-F238E27FC236}">
                <a16:creationId xmlns:a16="http://schemas.microsoft.com/office/drawing/2014/main" id="{77482319-1FC4-4B47-96AD-F4C1CC872F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85568" y="1751645"/>
            <a:ext cx="557213" cy="2778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8" name="Line 292">
            <a:extLst>
              <a:ext uri="{FF2B5EF4-FFF2-40B4-BE49-F238E27FC236}">
                <a16:creationId xmlns:a16="http://schemas.microsoft.com/office/drawing/2014/main" id="{643CE68A-9EE2-E24E-B8B0-464EC443926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6031" y="1499233"/>
            <a:ext cx="22860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9" name="Line 294">
            <a:extLst>
              <a:ext uri="{FF2B5EF4-FFF2-40B4-BE49-F238E27FC236}">
                <a16:creationId xmlns:a16="http://schemas.microsoft.com/office/drawing/2014/main" id="{81BD4982-AB8A-154C-9D1A-9C5E9110BE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23331" y="2102483"/>
            <a:ext cx="34925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0" name="Line 295">
            <a:extLst>
              <a:ext uri="{FF2B5EF4-FFF2-40B4-BE49-F238E27FC236}">
                <a16:creationId xmlns:a16="http://schemas.microsoft.com/office/drawing/2014/main" id="{C89A6845-FCBD-B049-A189-B66175CF34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8931" y="1607183"/>
            <a:ext cx="6350" cy="260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1" name="Text Box 300">
            <a:extLst>
              <a:ext uri="{FF2B5EF4-FFF2-40B4-BE49-F238E27FC236}">
                <a16:creationId xmlns:a16="http://schemas.microsoft.com/office/drawing/2014/main" id="{A4E12AE2-214D-FB46-BF30-02F5C0C7F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4668" y="1464308"/>
            <a:ext cx="1073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dirty="0">
                <a:solidFill>
                  <a:srgbClr val="CC0000"/>
                </a:solidFill>
              </a:rPr>
              <a:t>3 probes</a:t>
            </a:r>
          </a:p>
        </p:txBody>
      </p:sp>
      <p:sp>
        <p:nvSpPr>
          <p:cNvPr id="22" name="Text Box 302">
            <a:extLst>
              <a:ext uri="{FF2B5EF4-FFF2-40B4-BE49-F238E27FC236}">
                <a16:creationId xmlns:a16="http://schemas.microsoft.com/office/drawing/2014/main" id="{2B501928-2A30-7B4A-B187-4C933A3454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9031" y="2024695"/>
            <a:ext cx="1073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dirty="0">
                <a:solidFill>
                  <a:srgbClr val="CC0000"/>
                </a:solidFill>
              </a:rPr>
              <a:t>3 probes</a:t>
            </a:r>
          </a:p>
        </p:txBody>
      </p:sp>
      <p:sp>
        <p:nvSpPr>
          <p:cNvPr id="23" name="Text Box 304">
            <a:extLst>
              <a:ext uri="{FF2B5EF4-FFF2-40B4-BE49-F238E27FC236}">
                <a16:creationId xmlns:a16="http://schemas.microsoft.com/office/drawing/2014/main" id="{3FC6D86A-60EA-094C-8309-F54FFECF7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2968" y="1438908"/>
            <a:ext cx="1073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dirty="0">
                <a:solidFill>
                  <a:srgbClr val="CC0000"/>
                </a:solidFill>
              </a:rPr>
              <a:t>3 probes</a:t>
            </a:r>
          </a:p>
        </p:txBody>
      </p:sp>
      <p:grpSp>
        <p:nvGrpSpPr>
          <p:cNvPr id="24" name="Group 21">
            <a:extLst>
              <a:ext uri="{FF2B5EF4-FFF2-40B4-BE49-F238E27FC236}">
                <a16:creationId xmlns:a16="http://schemas.microsoft.com/office/drawing/2014/main" id="{D74A4262-78EB-B642-AB4F-774FDB1D17EC}"/>
              </a:ext>
            </a:extLst>
          </p:cNvPr>
          <p:cNvGrpSpPr>
            <a:grpSpLocks/>
          </p:cNvGrpSpPr>
          <p:nvPr/>
        </p:nvGrpSpPr>
        <p:grpSpPr bwMode="auto">
          <a:xfrm>
            <a:off x="1754718" y="1400808"/>
            <a:ext cx="820738" cy="688975"/>
            <a:chOff x="-44" y="1473"/>
            <a:chExt cx="981" cy="1105"/>
          </a:xfrm>
        </p:grpSpPr>
        <p:pic>
          <p:nvPicPr>
            <p:cNvPr id="25" name="Picture 22" descr="desktop_computer_stylized_medium">
              <a:extLst>
                <a:ext uri="{FF2B5EF4-FFF2-40B4-BE49-F238E27FC236}">
                  <a16:creationId xmlns:a16="http://schemas.microsoft.com/office/drawing/2014/main" id="{55ABCD17-9EE5-D343-A594-6F0FF05DBD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96A2D126-FB58-5147-86C4-11A4B90D4A9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4176 w 356"/>
                <a:gd name="T3" fmla="*/ 248 h 368"/>
                <a:gd name="T4" fmla="*/ 4954 w 356"/>
                <a:gd name="T5" fmla="*/ 5173 h 368"/>
                <a:gd name="T6" fmla="*/ 1092 w 356"/>
                <a:gd name="T7" fmla="*/ 646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27" name="Group 24">
            <a:extLst>
              <a:ext uri="{FF2B5EF4-FFF2-40B4-BE49-F238E27FC236}">
                <a16:creationId xmlns:a16="http://schemas.microsoft.com/office/drawing/2014/main" id="{D8B33579-02B9-AD43-B8C1-2B8FD0FD38F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803093" y="1438908"/>
            <a:ext cx="754063" cy="669925"/>
            <a:chOff x="-44" y="1473"/>
            <a:chExt cx="981" cy="1105"/>
          </a:xfrm>
        </p:grpSpPr>
        <p:pic>
          <p:nvPicPr>
            <p:cNvPr id="28" name="Picture 25" descr="desktop_computer_stylized_medium">
              <a:extLst>
                <a:ext uri="{FF2B5EF4-FFF2-40B4-BE49-F238E27FC236}">
                  <a16:creationId xmlns:a16="http://schemas.microsoft.com/office/drawing/2014/main" id="{7DA2A0EF-0067-1746-8025-EF24977946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id="{C271C74D-4191-B540-9745-1D7B1BB1AAE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4176 w 356"/>
                <a:gd name="T3" fmla="*/ 248 h 368"/>
                <a:gd name="T4" fmla="*/ 4954 w 356"/>
                <a:gd name="T5" fmla="*/ 5173 h 368"/>
                <a:gd name="T6" fmla="*/ 1092 w 356"/>
                <a:gd name="T7" fmla="*/ 646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76" name="Freeform 299">
            <a:extLst>
              <a:ext uri="{FF2B5EF4-FFF2-40B4-BE49-F238E27FC236}">
                <a16:creationId xmlns:a16="http://schemas.microsoft.com/office/drawing/2014/main" id="{0A303470-07E1-144B-9043-7ADCFA521050}"/>
              </a:ext>
            </a:extLst>
          </p:cNvPr>
          <p:cNvSpPr>
            <a:spLocks/>
          </p:cNvSpPr>
          <p:nvPr/>
        </p:nvSpPr>
        <p:spPr bwMode="auto">
          <a:xfrm>
            <a:off x="2526243" y="1721483"/>
            <a:ext cx="419100" cy="419100"/>
          </a:xfrm>
          <a:custGeom>
            <a:avLst/>
            <a:gdLst>
              <a:gd name="T0" fmla="*/ 2147483647 w 264"/>
              <a:gd name="T1" fmla="*/ 0 h 264"/>
              <a:gd name="T2" fmla="*/ 2147483647 w 264"/>
              <a:gd name="T3" fmla="*/ 2147483647 h 264"/>
              <a:gd name="T4" fmla="*/ 0 w 264"/>
              <a:gd name="T5" fmla="*/ 2147483647 h 264"/>
              <a:gd name="T6" fmla="*/ 0 60000 65536"/>
              <a:gd name="T7" fmla="*/ 0 60000 65536"/>
              <a:gd name="T8" fmla="*/ 0 60000 65536"/>
              <a:gd name="T9" fmla="*/ 0 w 264"/>
              <a:gd name="T10" fmla="*/ 0 h 264"/>
              <a:gd name="T11" fmla="*/ 264 w 264"/>
              <a:gd name="T12" fmla="*/ 264 h 2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4" h="264">
                <a:moveTo>
                  <a:pt x="60" y="0"/>
                </a:moveTo>
                <a:cubicBezTo>
                  <a:pt x="86" y="31"/>
                  <a:pt x="264" y="176"/>
                  <a:pt x="228" y="220"/>
                </a:cubicBezTo>
                <a:cubicBezTo>
                  <a:pt x="192" y="264"/>
                  <a:pt x="60" y="109"/>
                  <a:pt x="0" y="88"/>
                </a:cubicBezTo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7" name="Freeform 301">
            <a:extLst>
              <a:ext uri="{FF2B5EF4-FFF2-40B4-BE49-F238E27FC236}">
                <a16:creationId xmlns:a16="http://schemas.microsoft.com/office/drawing/2014/main" id="{A6CEBADE-DAE8-C144-9DDF-8892F13C3B24}"/>
              </a:ext>
            </a:extLst>
          </p:cNvPr>
          <p:cNvSpPr>
            <a:spLocks/>
          </p:cNvSpPr>
          <p:nvPr/>
        </p:nvSpPr>
        <p:spPr bwMode="auto">
          <a:xfrm>
            <a:off x="2519893" y="1635758"/>
            <a:ext cx="1346200" cy="474662"/>
          </a:xfrm>
          <a:custGeom>
            <a:avLst/>
            <a:gdLst>
              <a:gd name="T0" fmla="*/ 2147483647 w 848"/>
              <a:gd name="T1" fmla="*/ 2147483647 h 299"/>
              <a:gd name="T2" fmla="*/ 2147483647 w 848"/>
              <a:gd name="T3" fmla="*/ 2147483647 h 299"/>
              <a:gd name="T4" fmla="*/ 2147483647 w 848"/>
              <a:gd name="T5" fmla="*/ 2147483647 h 299"/>
              <a:gd name="T6" fmla="*/ 2147483647 w 848"/>
              <a:gd name="T7" fmla="*/ 2147483647 h 299"/>
              <a:gd name="T8" fmla="*/ 0 w 848"/>
              <a:gd name="T9" fmla="*/ 2147483647 h 2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8"/>
              <a:gd name="T16" fmla="*/ 0 h 299"/>
              <a:gd name="T17" fmla="*/ 848 w 848"/>
              <a:gd name="T18" fmla="*/ 299 h 29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8" h="299">
                <a:moveTo>
                  <a:pt x="76" y="76"/>
                </a:moveTo>
                <a:cubicBezTo>
                  <a:pt x="137" y="57"/>
                  <a:pt x="200" y="216"/>
                  <a:pt x="324" y="216"/>
                </a:cubicBezTo>
                <a:cubicBezTo>
                  <a:pt x="448" y="216"/>
                  <a:pt x="792" y="0"/>
                  <a:pt x="820" y="76"/>
                </a:cubicBezTo>
                <a:cubicBezTo>
                  <a:pt x="848" y="152"/>
                  <a:pt x="469" y="245"/>
                  <a:pt x="340" y="296"/>
                </a:cubicBezTo>
                <a:cubicBezTo>
                  <a:pt x="203" y="299"/>
                  <a:pt x="62" y="78"/>
                  <a:pt x="0" y="96"/>
                </a:cubicBezTo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8" name="Rectangle 3">
            <a:extLst>
              <a:ext uri="{FF2B5EF4-FFF2-40B4-BE49-F238E27FC236}">
                <a16:creationId xmlns:a16="http://schemas.microsoft.com/office/drawing/2014/main" id="{86ABF170-63AE-784F-965E-87238AB122D3}"/>
              </a:ext>
            </a:extLst>
          </p:cNvPr>
          <p:cNvSpPr txBox="1">
            <a:spLocks noChangeArrowheads="1"/>
          </p:cNvSpPr>
          <p:nvPr/>
        </p:nvSpPr>
        <p:spPr>
          <a:xfrm>
            <a:off x="938996" y="2521027"/>
            <a:ext cx="6396401" cy="32407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2575" indent="-282575">
              <a:defRPr/>
            </a:pPr>
            <a:r>
              <a:rPr lang="en-US" dirty="0"/>
              <a:t>source sends sets of UDP segments to destination</a:t>
            </a:r>
          </a:p>
          <a:p>
            <a:pPr marL="565150" lvl="1" indent="-222250">
              <a:defRPr/>
            </a:pPr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 set has TTL =1, 2</a:t>
            </a:r>
            <a:r>
              <a:rPr lang="en-US" baseline="30000" dirty="0"/>
              <a:t>nd</a:t>
            </a:r>
            <a:r>
              <a:rPr lang="en-US" dirty="0"/>
              <a:t>  set has TTL=2, etc.</a:t>
            </a:r>
          </a:p>
          <a:p>
            <a:pPr marL="282575" indent="-282575">
              <a:defRPr/>
            </a:pPr>
            <a:r>
              <a:rPr lang="en-US" dirty="0"/>
              <a:t>datagram in </a:t>
            </a:r>
            <a:r>
              <a:rPr lang="en-US" i="1" dirty="0"/>
              <a:t>n</a:t>
            </a:r>
            <a:r>
              <a:rPr lang="en-US" dirty="0"/>
              <a:t>th set arrives to nth router:</a:t>
            </a:r>
          </a:p>
          <a:p>
            <a:pPr marL="523875" lvl="1" indent="-180975">
              <a:defRPr/>
            </a:pPr>
            <a:r>
              <a:rPr lang="en-US" dirty="0"/>
              <a:t>router discards datagram and sends source ICMP message (type 11, code 0)</a:t>
            </a:r>
          </a:p>
          <a:p>
            <a:pPr marL="523875" lvl="1" indent="-180975">
              <a:defRPr/>
            </a:pPr>
            <a:r>
              <a:rPr lang="en-US" dirty="0"/>
              <a:t>ICMP message possibly includes name of router &amp; IP address</a:t>
            </a:r>
          </a:p>
          <a:p>
            <a:pPr marL="523875" lvl="1" indent="-180975">
              <a:defRPr/>
            </a:pPr>
            <a:endParaRPr lang="en-US" dirty="0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809EF1D-FCE1-C04E-A44A-D719D1B04BFF}"/>
              </a:ext>
            </a:extLst>
          </p:cNvPr>
          <p:cNvGrpSpPr/>
          <p:nvPr/>
        </p:nvGrpSpPr>
        <p:grpSpPr>
          <a:xfrm>
            <a:off x="6775374" y="1828801"/>
            <a:ext cx="649995" cy="330505"/>
            <a:chOff x="7493876" y="2774731"/>
            <a:chExt cx="1481958" cy="894622"/>
          </a:xfrm>
        </p:grpSpPr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B0E05895-B00F-E243-B257-39ECF185C4E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9AD02441-9BB9-334C-8E42-B3A82A1E37F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766526EB-EB3E-424B-B843-FC27B333E91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597E61E0-655B-2B4E-BBB5-8F09F6A7326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97D4045B-365E-1C4B-B89C-895F103F8CA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289722AD-9577-D241-83B8-D7CA27439D2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AE58B9C1-746D-EE47-909C-568D25CAAD1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53A25456-859E-194F-8A01-129A16321B59}"/>
              </a:ext>
            </a:extLst>
          </p:cNvPr>
          <p:cNvGrpSpPr/>
          <p:nvPr/>
        </p:nvGrpSpPr>
        <p:grpSpPr>
          <a:xfrm>
            <a:off x="5748969" y="1683745"/>
            <a:ext cx="649995" cy="330505"/>
            <a:chOff x="7493876" y="2774731"/>
            <a:chExt cx="1481958" cy="894622"/>
          </a:xfrm>
        </p:grpSpPr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35349B4C-4224-4143-81BE-502CDD0AC4F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1CD1AD51-62A8-7247-A11A-31F7A6ECD94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4284C1C3-1A3F-6E40-9AC5-D861BDF7ADC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1" name="Freeform 90">
                <a:extLst>
                  <a:ext uri="{FF2B5EF4-FFF2-40B4-BE49-F238E27FC236}">
                    <a16:creationId xmlns:a16="http://schemas.microsoft.com/office/drawing/2014/main" id="{2AE3D44B-6096-834A-B79D-856409400D5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D49FE2A6-7505-FE4B-910D-6B90585D998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F0FFCCCF-F339-A949-B73C-8AC3CF5856C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" name="Freeform 93">
                <a:extLst>
                  <a:ext uri="{FF2B5EF4-FFF2-40B4-BE49-F238E27FC236}">
                    <a16:creationId xmlns:a16="http://schemas.microsoft.com/office/drawing/2014/main" id="{D8D639F3-1A24-E741-B2C9-1DA7E2332E2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AA9E0A8-71B5-B74B-A6BF-19704732A56E}"/>
              </a:ext>
            </a:extLst>
          </p:cNvPr>
          <p:cNvGrpSpPr/>
          <p:nvPr/>
        </p:nvGrpSpPr>
        <p:grpSpPr>
          <a:xfrm>
            <a:off x="4623412" y="1847161"/>
            <a:ext cx="649995" cy="330505"/>
            <a:chOff x="7493876" y="2774731"/>
            <a:chExt cx="1481958" cy="894622"/>
          </a:xfrm>
        </p:grpSpPr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5D3DCA5C-54B0-8547-9024-DAEB329BD0E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3FA9F0CC-BBDD-B549-88C1-0A57D00AAFA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ADD9367E-174E-EF41-8C49-1F86E80F3AD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869EC998-0625-9943-9C8D-56B8EAC53C9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D0DA9B10-5917-FF40-9BEA-65D8BB74E34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288CD489-7393-2241-A37C-F185FE43751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AB4FD59C-D4B2-9D44-A7A1-304C914D242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75" name="Freeform 303">
            <a:extLst>
              <a:ext uri="{FF2B5EF4-FFF2-40B4-BE49-F238E27FC236}">
                <a16:creationId xmlns:a16="http://schemas.microsoft.com/office/drawing/2014/main" id="{88F136AC-D997-3246-8D9E-2A9DCE44B3CE}"/>
              </a:ext>
            </a:extLst>
          </p:cNvPr>
          <p:cNvSpPr>
            <a:spLocks/>
          </p:cNvSpPr>
          <p:nvPr/>
        </p:nvSpPr>
        <p:spPr bwMode="auto">
          <a:xfrm>
            <a:off x="2494493" y="1684970"/>
            <a:ext cx="2247900" cy="403225"/>
          </a:xfrm>
          <a:custGeom>
            <a:avLst/>
            <a:gdLst>
              <a:gd name="T0" fmla="*/ 2147483647 w 1416"/>
              <a:gd name="T1" fmla="*/ 2147483647 h 254"/>
              <a:gd name="T2" fmla="*/ 2147483647 w 1416"/>
              <a:gd name="T3" fmla="*/ 2147483647 h 254"/>
              <a:gd name="T4" fmla="*/ 2147483647 w 1416"/>
              <a:gd name="T5" fmla="*/ 2147483647 h 254"/>
              <a:gd name="T6" fmla="*/ 2147483647 w 1416"/>
              <a:gd name="T7" fmla="*/ 2147483647 h 254"/>
              <a:gd name="T8" fmla="*/ 2147483647 w 1416"/>
              <a:gd name="T9" fmla="*/ 2147483647 h 254"/>
              <a:gd name="T10" fmla="*/ 2147483647 w 1416"/>
              <a:gd name="T11" fmla="*/ 2147483647 h 254"/>
              <a:gd name="T12" fmla="*/ 0 w 1416"/>
              <a:gd name="T13" fmla="*/ 2147483647 h 25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16"/>
              <a:gd name="T22" fmla="*/ 0 h 254"/>
              <a:gd name="T23" fmla="*/ 1416 w 1416"/>
              <a:gd name="T24" fmla="*/ 254 h 25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16" h="254">
                <a:moveTo>
                  <a:pt x="76" y="30"/>
                </a:moveTo>
                <a:cubicBezTo>
                  <a:pt x="137" y="11"/>
                  <a:pt x="200" y="170"/>
                  <a:pt x="324" y="170"/>
                </a:cubicBezTo>
                <a:cubicBezTo>
                  <a:pt x="461" y="165"/>
                  <a:pt x="717" y="0"/>
                  <a:pt x="896" y="2"/>
                </a:cubicBezTo>
                <a:cubicBezTo>
                  <a:pt x="1075" y="4"/>
                  <a:pt x="1416" y="122"/>
                  <a:pt x="1400" y="182"/>
                </a:cubicBezTo>
                <a:cubicBezTo>
                  <a:pt x="1384" y="242"/>
                  <a:pt x="1073" y="63"/>
                  <a:pt x="896" y="74"/>
                </a:cubicBezTo>
                <a:cubicBezTo>
                  <a:pt x="719" y="85"/>
                  <a:pt x="489" y="254"/>
                  <a:pt x="340" y="250"/>
                </a:cubicBezTo>
                <a:cubicBezTo>
                  <a:pt x="191" y="246"/>
                  <a:pt x="62" y="32"/>
                  <a:pt x="0" y="50"/>
                </a:cubicBezTo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602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21" grpId="0"/>
      <p:bldP spid="22" grpId="0"/>
      <p:bldP spid="23" grpId="0"/>
      <p:bldP spid="76" grpId="0" animBg="1"/>
      <p:bldP spid="77" grpId="0" animBg="1"/>
      <p:bldP spid="7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Network layer:  </a:t>
            </a:r>
            <a:r>
              <a:rPr lang="en-US" altLang="en-US" sz="4400" dirty="0">
                <a:solidFill>
                  <a:srgbClr val="0000A8"/>
                </a:solidFill>
                <a:cs typeface="Calibri" panose="020F0502020204030204" pitchFamily="34" charset="0"/>
              </a:rPr>
              <a:t>Summary</a:t>
            </a:r>
            <a:endParaRPr lang="en-US" sz="4400" dirty="0">
              <a:solidFill>
                <a:srgbClr val="0000A8"/>
              </a:solidFill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0E442AF-0FD6-9040-9BFF-CE4BE886A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3BBFA62-07B2-9E40-9402-33C2B933EEF9}"/>
              </a:ext>
            </a:extLst>
          </p:cNvPr>
          <p:cNvSpPr txBox="1">
            <a:spLocks noChangeArrowheads="1"/>
          </p:cNvSpPr>
          <p:nvPr/>
        </p:nvSpPr>
        <p:spPr>
          <a:xfrm>
            <a:off x="1008481" y="1307017"/>
            <a:ext cx="9385396" cy="45376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9725">
              <a:buFont typeface="Wingdings" charset="0"/>
              <a:buNone/>
              <a:defRPr/>
            </a:pPr>
            <a:r>
              <a:rPr lang="en-US" sz="3200" dirty="0">
                <a:solidFill>
                  <a:srgbClr val="CC0000"/>
                </a:solidFill>
              </a:rPr>
              <a:t>we’ve learned a lot!</a:t>
            </a:r>
            <a:endParaRPr lang="en-US" sz="3200" dirty="0"/>
          </a:p>
          <a:p>
            <a:pPr>
              <a:defRPr/>
            </a:pPr>
            <a:r>
              <a:rPr lang="en-US" dirty="0"/>
              <a:t>approaches to network control plane</a:t>
            </a:r>
          </a:p>
          <a:p>
            <a:pPr marL="746125" lvl="1" indent="-346075">
              <a:buClr>
                <a:srgbClr val="000090"/>
              </a:buClr>
            </a:pPr>
            <a:r>
              <a:rPr lang="en-US" dirty="0">
                <a:cs typeface="Gill Sans MT"/>
              </a:rPr>
              <a:t>per-router control (traditional)</a:t>
            </a:r>
          </a:p>
          <a:p>
            <a:pPr marL="746125" lvl="1" indent="-346075">
              <a:buClr>
                <a:srgbClr val="000090"/>
              </a:buClr>
            </a:pPr>
            <a:r>
              <a:rPr lang="en-US" dirty="0">
                <a:cs typeface="Gill Sans MT"/>
              </a:rPr>
              <a:t>logically centralized control (software defined networking)</a:t>
            </a:r>
            <a:endParaRPr lang="en-US" dirty="0"/>
          </a:p>
          <a:p>
            <a:pPr>
              <a:defRPr/>
            </a:pPr>
            <a:r>
              <a:rPr lang="en-US" dirty="0"/>
              <a:t>traditional routing algorithms</a:t>
            </a:r>
          </a:p>
          <a:p>
            <a:pPr lvl="1">
              <a:defRPr/>
            </a:pPr>
            <a:r>
              <a:rPr lang="en-US" dirty="0"/>
              <a:t>implementation in Internet: OSPF , BGP</a:t>
            </a:r>
          </a:p>
          <a:p>
            <a:pPr>
              <a:defRPr/>
            </a:pPr>
            <a:r>
              <a:rPr lang="en-US" dirty="0"/>
              <a:t>SDN controllers</a:t>
            </a:r>
          </a:p>
          <a:p>
            <a:pPr lvl="1">
              <a:defRPr/>
            </a:pPr>
            <a:r>
              <a:rPr lang="en-US" dirty="0"/>
              <a:t>implementation in practice: ODL, ONOS</a:t>
            </a:r>
          </a:p>
          <a:p>
            <a:pPr>
              <a:defRPr/>
            </a:pPr>
            <a:r>
              <a:rPr lang="en-US" dirty="0"/>
              <a:t>Internet Control Message Protocol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D635A3-9995-414A-B734-1BF65FD4A892}"/>
              </a:ext>
            </a:extLst>
          </p:cNvPr>
          <p:cNvSpPr txBox="1"/>
          <p:nvPr/>
        </p:nvSpPr>
        <p:spPr>
          <a:xfrm>
            <a:off x="1021775" y="5643508"/>
            <a:ext cx="32028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rgbClr val="C00000"/>
                </a:solidFill>
              </a:rPr>
              <a:t>next stop:  link layer!</a:t>
            </a:r>
          </a:p>
        </p:txBody>
      </p:sp>
    </p:spTree>
    <p:extLst>
      <p:ext uri="{BB962C8B-B14F-4D97-AF65-F5344CB8AC3E}">
        <p14:creationId xmlns:p14="http://schemas.microsoft.com/office/powerpoint/2010/main" val="2948149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19613</TotalTime>
  <Words>3938</Words>
  <Application>Microsoft Macintosh PowerPoint</Application>
  <PresentationFormat>Widescreen</PresentationFormat>
  <Paragraphs>979</Paragraphs>
  <Slides>47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ＭＳ Ｐゴシック</vt:lpstr>
      <vt:lpstr>Arial</vt:lpstr>
      <vt:lpstr>Calibri</vt:lpstr>
      <vt:lpstr>Calibri Light</vt:lpstr>
      <vt:lpstr>Gill Sans MT</vt:lpstr>
      <vt:lpstr>Wingdings</vt:lpstr>
      <vt:lpstr>ZapfDingbats</vt:lpstr>
      <vt:lpstr>Office Theme</vt:lpstr>
      <vt:lpstr>1_Office Theme</vt:lpstr>
      <vt:lpstr>PowerPoint Presentation</vt:lpstr>
      <vt:lpstr>Network layer: “control plane” roadmap</vt:lpstr>
      <vt:lpstr>Making routing scalable</vt:lpstr>
      <vt:lpstr>Internet approach to scalable routing</vt:lpstr>
      <vt:lpstr>Interconnected ASes</vt:lpstr>
      <vt:lpstr>Inter-AS routing:  a role in intradomain forwarding</vt:lpstr>
      <vt:lpstr>Inter-AS routing:  routing within an AS</vt:lpstr>
      <vt:lpstr>OSPF (Open Shortest Path First) routing</vt:lpstr>
      <vt:lpstr>Hierarchical OSPF</vt:lpstr>
      <vt:lpstr>Network layer: “control plane” roadmap</vt:lpstr>
      <vt:lpstr>Internet inter-AS routing: BGP</vt:lpstr>
      <vt:lpstr>eBGP, iBGP connections</vt:lpstr>
      <vt:lpstr>BGP basics</vt:lpstr>
      <vt:lpstr>Path attributes and BGP routes</vt:lpstr>
      <vt:lpstr>BGP path advertisement</vt:lpstr>
      <vt:lpstr>BGP path advertisement (more)</vt:lpstr>
      <vt:lpstr>BGP messages</vt:lpstr>
      <vt:lpstr>BGP path advertisement</vt:lpstr>
      <vt:lpstr>BGP path advertisement</vt:lpstr>
      <vt:lpstr>Why different Intra-, Inter-AS routing ? </vt:lpstr>
      <vt:lpstr>Hot potato routing</vt:lpstr>
      <vt:lpstr>BGP: achieving policy via advertisements</vt:lpstr>
      <vt:lpstr>BGP: achieving policy via advertisements (more)</vt:lpstr>
      <vt:lpstr>BGP route selection</vt:lpstr>
      <vt:lpstr>Network layer: “control plane” roadmap</vt:lpstr>
      <vt:lpstr>Software-Defined Networking (SDN) control plane</vt:lpstr>
      <vt:lpstr>Software defined networking (SDN)</vt:lpstr>
      <vt:lpstr>Traffic engineering: difficult with traditional routing</vt:lpstr>
      <vt:lpstr>Traffic engineering: difficult with traditional routing</vt:lpstr>
      <vt:lpstr>Traffic engineering: difficult with traditional routing</vt:lpstr>
      <vt:lpstr>Software defined networking (SDN)</vt:lpstr>
      <vt:lpstr>Software defined networking (SDN)</vt:lpstr>
      <vt:lpstr>Software defined networking (SDN)</vt:lpstr>
      <vt:lpstr>Software defined networking (SDN)</vt:lpstr>
      <vt:lpstr>Components of SDN controller</vt:lpstr>
      <vt:lpstr>OpenFlow protocol</vt:lpstr>
      <vt:lpstr>OpenFlow: controller-to-switch messages</vt:lpstr>
      <vt:lpstr>OpenFlow: switch-to-controller messages</vt:lpstr>
      <vt:lpstr>SDN: control/data plane interaction example</vt:lpstr>
      <vt:lpstr>SDN: control/data plane interaction example</vt:lpstr>
      <vt:lpstr>OpenDaylight (ODL) controller</vt:lpstr>
      <vt:lpstr>ONOS controller</vt:lpstr>
      <vt:lpstr>SDN:  selected challenges</vt:lpstr>
      <vt:lpstr>Network layer: “control plane” roadmap</vt:lpstr>
      <vt:lpstr>ICMP: internet control message protocol</vt:lpstr>
      <vt:lpstr>Traceroute and ICMP</vt:lpstr>
      <vt:lpstr>Network layer: 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Ali Zeeshan</cp:lastModifiedBy>
  <cp:revision>714</cp:revision>
  <dcterms:created xsi:type="dcterms:W3CDTF">2020-01-18T07:24:59Z</dcterms:created>
  <dcterms:modified xsi:type="dcterms:W3CDTF">2025-11-18T15:09:13Z</dcterms:modified>
</cp:coreProperties>
</file>