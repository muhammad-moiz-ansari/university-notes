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7" r:id="rId3"/>
    <p:sldId id="357" r:id="rId4"/>
    <p:sldId id="358" r:id="rId5"/>
    <p:sldId id="359" r:id="rId6"/>
    <p:sldId id="340" r:id="rId7"/>
    <p:sldId id="341" r:id="rId8"/>
    <p:sldId id="258" r:id="rId9"/>
    <p:sldId id="259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2" r:id="rId22"/>
    <p:sldId id="343" r:id="rId23"/>
    <p:sldId id="344" r:id="rId24"/>
    <p:sldId id="345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356" r:id="rId44"/>
    <p:sldId id="278" r:id="rId45"/>
    <p:sldId id="347" r:id="rId46"/>
    <p:sldId id="348" r:id="rId47"/>
    <p:sldId id="349" r:id="rId48"/>
    <p:sldId id="350" r:id="rId49"/>
    <p:sldId id="351" r:id="rId50"/>
    <p:sldId id="352" r:id="rId51"/>
    <p:sldId id="353" r:id="rId52"/>
    <p:sldId id="354" r:id="rId53"/>
    <p:sldId id="355" r:id="rId54"/>
    <p:sldId id="279" r:id="rId55"/>
    <p:sldId id="280" r:id="rId56"/>
    <p:sldId id="281" r:id="rId57"/>
    <p:sldId id="282" r:id="rId58"/>
    <p:sldId id="283" r:id="rId59"/>
    <p:sldId id="284" r:id="rId60"/>
    <p:sldId id="285" r:id="rId61"/>
    <p:sldId id="286" r:id="rId62"/>
    <p:sldId id="287" r:id="rId63"/>
    <p:sldId id="288" r:id="rId64"/>
    <p:sldId id="289" r:id="rId65"/>
    <p:sldId id="290" r:id="rId66"/>
    <p:sldId id="291" r:id="rId67"/>
    <p:sldId id="292" r:id="rId68"/>
    <p:sldId id="293" r:id="rId6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6858634"/>
          </a:xfrm>
          <a:custGeom>
            <a:avLst/>
            <a:gdLst/>
            <a:ahLst/>
            <a:cxnLst/>
            <a:rect l="l" t="t" r="r" b="b"/>
            <a:pathLst>
              <a:path w="9144000" h="6858634">
                <a:moveTo>
                  <a:pt x="9144000" y="0"/>
                </a:moveTo>
                <a:lnTo>
                  <a:pt x="9139428" y="0"/>
                </a:lnTo>
                <a:lnTo>
                  <a:pt x="0" y="0"/>
                </a:lnTo>
                <a:lnTo>
                  <a:pt x="0" y="6096"/>
                </a:lnTo>
                <a:lnTo>
                  <a:pt x="9139428" y="6096"/>
                </a:lnTo>
                <a:lnTo>
                  <a:pt x="9139428" y="6853441"/>
                </a:lnTo>
                <a:lnTo>
                  <a:pt x="0" y="6853441"/>
                </a:lnTo>
                <a:lnTo>
                  <a:pt x="0" y="6858013"/>
                </a:lnTo>
                <a:lnTo>
                  <a:pt x="9139428" y="6858013"/>
                </a:lnTo>
                <a:lnTo>
                  <a:pt x="9144000" y="6858013"/>
                </a:lnTo>
                <a:lnTo>
                  <a:pt x="9144000" y="6853441"/>
                </a:lnTo>
                <a:lnTo>
                  <a:pt x="9144000" y="6096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2859" y="5705855"/>
            <a:ext cx="1062227" cy="5364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42859" y="6309360"/>
            <a:ext cx="1062227" cy="25603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8056" y="5876544"/>
            <a:ext cx="2220468" cy="7955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7618" y="2507996"/>
            <a:ext cx="5936615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5823" y="2343217"/>
            <a:ext cx="361632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144000" y="0"/>
                </a:lnTo>
                <a:lnTo>
                  <a:pt x="914400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6858634"/>
          </a:xfrm>
          <a:custGeom>
            <a:avLst/>
            <a:gdLst/>
            <a:ahLst/>
            <a:cxnLst/>
            <a:rect l="l" t="t" r="r" b="b"/>
            <a:pathLst>
              <a:path w="9144000" h="6858634">
                <a:moveTo>
                  <a:pt x="9144000" y="0"/>
                </a:moveTo>
                <a:lnTo>
                  <a:pt x="9139428" y="0"/>
                </a:lnTo>
                <a:lnTo>
                  <a:pt x="0" y="0"/>
                </a:lnTo>
                <a:lnTo>
                  <a:pt x="0" y="6096"/>
                </a:lnTo>
                <a:lnTo>
                  <a:pt x="9139428" y="6096"/>
                </a:lnTo>
                <a:lnTo>
                  <a:pt x="9139428" y="6853441"/>
                </a:lnTo>
                <a:lnTo>
                  <a:pt x="0" y="6853441"/>
                </a:lnTo>
                <a:lnTo>
                  <a:pt x="0" y="6858013"/>
                </a:lnTo>
                <a:lnTo>
                  <a:pt x="9139428" y="6858013"/>
                </a:lnTo>
                <a:lnTo>
                  <a:pt x="9144000" y="6858013"/>
                </a:lnTo>
                <a:lnTo>
                  <a:pt x="9144000" y="6853441"/>
                </a:lnTo>
                <a:lnTo>
                  <a:pt x="9144000" y="6096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bg>
      <p:bgPr>
        <a:gradFill rotWithShape="0">
          <a:gsLst>
            <a:gs pos="0">
              <a:srgbClr val="39275B"/>
            </a:gs>
            <a:gs pos="100000">
              <a:srgbClr val="C0C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>
            <a:spLocks noChangeArrowheads="1"/>
          </p:cNvSpPr>
          <p:nvPr userDrawn="1"/>
        </p:nvSpPr>
        <p:spPr bwMode="auto">
          <a:xfrm>
            <a:off x="95250" y="152400"/>
            <a:ext cx="8953500" cy="6553200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25400" algn="ctr">
            <a:solidFill>
              <a:srgbClr val="39275B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endParaRPr lang="en-US" altLang="en-US" smtClean="0"/>
          </a:p>
        </p:txBody>
      </p:sp>
      <p:sp>
        <p:nvSpPr>
          <p:cNvPr id="5" name="Slide Number Placeholder 3"/>
          <p:cNvSpPr txBox="1">
            <a:spLocks noGrp="1"/>
          </p:cNvSpPr>
          <p:nvPr userDrawn="1"/>
        </p:nvSpPr>
        <p:spPr>
          <a:xfrm>
            <a:off x="8305800" y="6477000"/>
            <a:ext cx="762000" cy="365125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ts val="500"/>
              </a:spcBef>
              <a:defRPr/>
            </a:pPr>
            <a:fld id="{FB21BAFE-CB74-4DA8-B594-F162CF3BFF70}" type="slidenum">
              <a:rPr lang="en-US" altLang="en-US" sz="1200" b="1" smtClean="0">
                <a:solidFill>
                  <a:srgbClr val="424242"/>
                </a:solidFill>
                <a:latin typeface="Calibri" panose="020F0502020204030204" pitchFamily="34" charset="0"/>
              </a:rPr>
              <a:pPr algn="r" eaLnBrk="1" hangingPunct="1">
                <a:spcBef>
                  <a:spcPts val="500"/>
                </a:spcBef>
                <a:defRPr/>
              </a:pPr>
              <a:t>‹#›</a:t>
            </a:fld>
            <a:endParaRPr lang="en-US" altLang="en-US" b="1" smtClean="0">
              <a:latin typeface="Calibri" panose="020F0502020204030204" pitchFamily="34" charset="0"/>
            </a:endParaRPr>
          </a:p>
        </p:txBody>
      </p:sp>
      <p:cxnSp>
        <p:nvCxnSpPr>
          <p:cNvPr id="6" name="Straight Connector 6"/>
          <p:cNvCxnSpPr>
            <a:cxnSpLocks noChangeShapeType="1"/>
          </p:cNvCxnSpPr>
          <p:nvPr userDrawn="1"/>
        </p:nvCxnSpPr>
        <p:spPr bwMode="auto">
          <a:xfrm>
            <a:off x="723900" y="1143000"/>
            <a:ext cx="7696200" cy="1588"/>
          </a:xfrm>
          <a:prstGeom prst="line">
            <a:avLst/>
          </a:prstGeom>
          <a:noFill/>
          <a:ln w="28575" algn="ctr">
            <a:solidFill>
              <a:srgbClr val="39275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2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886200"/>
            <a:ext cx="7772400" cy="1752600"/>
          </a:xfrm>
        </p:spPr>
        <p:txBody>
          <a:bodyPr/>
          <a:lstStyle>
            <a:lvl1pPr marL="228600" indent="0" algn="ctr">
              <a:buFontTx/>
              <a:buNone/>
              <a:defRPr smtClean="0"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7687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bg>
      <p:bgPr>
        <a:gradFill rotWithShape="0">
          <a:gsLst>
            <a:gs pos="0">
              <a:srgbClr val="39275B"/>
            </a:gs>
            <a:gs pos="100000">
              <a:srgbClr val="C0C0C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>
            <a:spLocks noChangeArrowheads="1"/>
          </p:cNvSpPr>
          <p:nvPr userDrawn="1"/>
        </p:nvSpPr>
        <p:spPr bwMode="auto">
          <a:xfrm>
            <a:off x="95250" y="152400"/>
            <a:ext cx="8953500" cy="6553200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25400" algn="ctr">
            <a:solidFill>
              <a:srgbClr val="39275B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endParaRPr lang="en-US" altLang="en-US" smtClean="0"/>
          </a:p>
        </p:txBody>
      </p:sp>
      <p:sp>
        <p:nvSpPr>
          <p:cNvPr id="5" name="Slide Number Placeholder 3"/>
          <p:cNvSpPr txBox="1">
            <a:spLocks noGrp="1"/>
          </p:cNvSpPr>
          <p:nvPr userDrawn="1"/>
        </p:nvSpPr>
        <p:spPr>
          <a:xfrm>
            <a:off x="8305800" y="6477000"/>
            <a:ext cx="762000" cy="365125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ts val="500"/>
              </a:spcBef>
              <a:defRPr/>
            </a:pPr>
            <a:fld id="{FB21BAFE-CB74-4DA8-B594-F162CF3BFF70}" type="slidenum">
              <a:rPr lang="en-US" altLang="en-US" sz="1200" b="1" smtClean="0">
                <a:solidFill>
                  <a:srgbClr val="424242"/>
                </a:solidFill>
                <a:latin typeface="Calibri" panose="020F0502020204030204" pitchFamily="34" charset="0"/>
              </a:rPr>
              <a:pPr algn="r" eaLnBrk="1" hangingPunct="1">
                <a:spcBef>
                  <a:spcPts val="500"/>
                </a:spcBef>
                <a:defRPr/>
              </a:pPr>
              <a:t>‹#›</a:t>
            </a:fld>
            <a:endParaRPr lang="en-US" altLang="en-US" b="1" smtClean="0">
              <a:latin typeface="Calibri" panose="020F0502020204030204" pitchFamily="34" charset="0"/>
            </a:endParaRPr>
          </a:p>
        </p:txBody>
      </p:sp>
      <p:cxnSp>
        <p:nvCxnSpPr>
          <p:cNvPr id="6" name="Straight Connector 6"/>
          <p:cNvCxnSpPr>
            <a:cxnSpLocks noChangeShapeType="1"/>
          </p:cNvCxnSpPr>
          <p:nvPr userDrawn="1"/>
        </p:nvCxnSpPr>
        <p:spPr bwMode="auto">
          <a:xfrm>
            <a:off x="723900" y="1143000"/>
            <a:ext cx="7696200" cy="1588"/>
          </a:xfrm>
          <a:prstGeom prst="line">
            <a:avLst/>
          </a:prstGeom>
          <a:noFill/>
          <a:ln w="28575" algn="ctr">
            <a:solidFill>
              <a:srgbClr val="39275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2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886200"/>
            <a:ext cx="7772400" cy="1752600"/>
          </a:xfrm>
        </p:spPr>
        <p:txBody>
          <a:bodyPr/>
          <a:lstStyle>
            <a:lvl1pPr marL="228600" indent="0" algn="ctr">
              <a:buFontTx/>
              <a:buNone/>
              <a:defRPr smtClean="0"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9374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048000"/>
          </a:xfrm>
        </p:spPr>
        <p:txBody>
          <a:bodyPr anchor="b" anchorCtr="1"/>
          <a:lstStyle>
            <a:lvl1pPr>
              <a:defRPr/>
            </a:lvl1pPr>
          </a:lstStyle>
          <a:p>
            <a:r>
              <a:rPr lang="en-US"/>
              <a:t>Click to edit title style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581400"/>
            <a:ext cx="7315200" cy="2438400"/>
          </a:xfrm>
          <a:noFill/>
        </p:spPr>
        <p:txBody>
          <a:bodyPr/>
          <a:lstStyle>
            <a:lvl1pPr marL="0" indent="22860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A7D36-46E9-468D-91A2-7DE3966325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8656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4572000"/>
          </a:xfrm>
        </p:spPr>
        <p:txBody>
          <a:bodyPr/>
          <a:lstStyle>
            <a:lvl1pPr>
              <a:defRPr>
                <a:solidFill>
                  <a:schemeClr val="accent4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4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03049-9C22-43D3-A14F-BFCAAC91E2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008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85283D-7779-4075-884E-DE07ED88EF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552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295400"/>
            <a:ext cx="44958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4958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04DEAA-7479-4D9B-837E-A2F5559C64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8854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441C7B-7C55-4425-B26F-85409003D1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1981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04E1FF-F667-4FF6-88D9-938353D36E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685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1FACE-B83E-44D7-A91D-2DBC592F16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9226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DE35DA-F319-4B81-BC1C-79698D43BB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7802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EAE483-2FFE-4125-A16F-014A179EA3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58731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7F0A4-DAE4-4491-9E9E-A20406B95F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7467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858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858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D6CBFF-9B55-45ED-921F-044620A948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1799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0182" y="496269"/>
            <a:ext cx="734363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19220" y="3206278"/>
            <a:ext cx="5100320" cy="2311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25673" y="6464282"/>
            <a:ext cx="2190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79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39275B"/>
            </a:gs>
            <a:gs pos="100000">
              <a:srgbClr val="F3F3F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>
            <a:spLocks noChangeArrowheads="1"/>
          </p:cNvSpPr>
          <p:nvPr userDrawn="1"/>
        </p:nvSpPr>
        <p:spPr bwMode="auto">
          <a:xfrm>
            <a:off x="95250" y="152400"/>
            <a:ext cx="8953500" cy="6553200"/>
          </a:xfrm>
          <a:prstGeom prst="roundRect">
            <a:avLst>
              <a:gd name="adj" fmla="val 5491"/>
            </a:avLst>
          </a:prstGeom>
          <a:solidFill>
            <a:srgbClr val="FFFFFF"/>
          </a:solidFill>
          <a:ln w="25400" algn="ctr">
            <a:solidFill>
              <a:srgbClr val="39275B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endParaRPr lang="en-US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title style</a:t>
            </a:r>
          </a:p>
        </p:txBody>
      </p:sp>
      <p:sp>
        <p:nvSpPr>
          <p:cNvPr id="4" name="Slide Number Placeholder 3"/>
          <p:cNvSpPr txBox="1">
            <a:spLocks noGrp="1"/>
          </p:cNvSpPr>
          <p:nvPr userDrawn="1"/>
        </p:nvSpPr>
        <p:spPr>
          <a:xfrm>
            <a:off x="8305800" y="6477000"/>
            <a:ext cx="762000" cy="365125"/>
          </a:xfrm>
          <a:prstGeom prst="rect">
            <a:avLst/>
          </a:prstGeom>
          <a:noFill/>
        </p:spPr>
        <p:txBody>
          <a:bodyPr lIns="0" tIns="0" rIns="0" bIns="0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ts val="500"/>
              </a:spcBef>
              <a:defRPr/>
            </a:pPr>
            <a:fld id="{DD6F75AF-5278-430E-AC5A-3EA82341FBC3}" type="slidenum">
              <a:rPr lang="en-US" altLang="en-US" sz="1200" b="1" smtClean="0">
                <a:solidFill>
                  <a:srgbClr val="424242"/>
                </a:solidFill>
                <a:latin typeface="Calibri" panose="020F0502020204030204" pitchFamily="34" charset="0"/>
              </a:rPr>
              <a:pPr algn="r" eaLnBrk="1" hangingPunct="1">
                <a:spcBef>
                  <a:spcPts val="500"/>
                </a:spcBef>
                <a:defRPr/>
              </a:pPr>
              <a:t>‹#›</a:t>
            </a:fld>
            <a:endParaRPr lang="en-US" altLang="en-US" b="1" smtClean="0">
              <a:latin typeface="Calibri" panose="020F0502020204030204" pitchFamily="34" charset="0"/>
            </a:endParaRPr>
          </a:p>
        </p:txBody>
      </p:sp>
      <p:cxnSp>
        <p:nvCxnSpPr>
          <p:cNvPr id="1030" name="Straight Connector 6"/>
          <p:cNvCxnSpPr>
            <a:cxnSpLocks noChangeShapeType="1"/>
          </p:cNvCxnSpPr>
          <p:nvPr userDrawn="1"/>
        </p:nvCxnSpPr>
        <p:spPr bwMode="auto">
          <a:xfrm>
            <a:off x="723900" y="1143000"/>
            <a:ext cx="7696200" cy="1588"/>
          </a:xfrm>
          <a:prstGeom prst="line">
            <a:avLst/>
          </a:prstGeom>
          <a:noFill/>
          <a:ln w="28575" algn="ctr">
            <a:solidFill>
              <a:srgbClr val="39275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3055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 smtClean="0"/>
            </a:lvl1pPr>
          </a:lstStyle>
          <a:p>
            <a:pPr>
              <a:defRPr/>
            </a:pPr>
            <a:fld id="{BD9E7DD7-36CB-4E1E-A03A-AA07053B48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804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9275B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9275B"/>
          </a:solidFill>
          <a:latin typeface="Lucida Sans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9275B"/>
          </a:solidFill>
          <a:latin typeface="Lucida Sans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9275B"/>
          </a:solidFill>
          <a:latin typeface="Lucida Sans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9275B"/>
          </a:solidFill>
          <a:latin typeface="Lucida 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4D4D4D"/>
          </a:solidFill>
          <a:latin typeface="Lucida 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4D4D4D"/>
          </a:solidFill>
          <a:latin typeface="Lucida 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4D4D4D"/>
          </a:solidFill>
          <a:latin typeface="Lucida 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4D4D4D"/>
          </a:solidFill>
          <a:latin typeface="Lucida Sans" pitchFamily="34" charset="0"/>
        </a:defRPr>
      </a:lvl9pPr>
    </p:titleStyle>
    <p:bodyStyle>
      <a:lvl1pPr marL="460375" indent="-231775" algn="l" rtl="0" eaLnBrk="0" fontAlgn="base" hangingPunct="0">
        <a:spcBef>
          <a:spcPct val="20000"/>
        </a:spcBef>
        <a:spcAft>
          <a:spcPct val="0"/>
        </a:spcAft>
        <a:buClr>
          <a:srgbClr val="39275B"/>
        </a:buClr>
        <a:buSzPct val="100000"/>
        <a:buChar char="•"/>
        <a:tabLst>
          <a:tab pos="860425" algn="l"/>
          <a:tab pos="1143000" algn="l"/>
          <a:tab pos="1431925" algn="l"/>
          <a:tab pos="1774825" algn="l"/>
        </a:tabLst>
        <a:defRPr sz="2400">
          <a:solidFill>
            <a:srgbClr val="262626"/>
          </a:solidFill>
          <a:latin typeface="+mn-lt"/>
          <a:ea typeface="+mn-ea"/>
          <a:cs typeface="+mn-cs"/>
        </a:defRPr>
      </a:lvl1pPr>
      <a:lvl2pPr marL="854075" indent="-279400" algn="l" rtl="0" eaLnBrk="0" fontAlgn="base" hangingPunct="0">
        <a:spcBef>
          <a:spcPct val="20000"/>
        </a:spcBef>
        <a:spcAft>
          <a:spcPct val="0"/>
        </a:spcAft>
        <a:buClr>
          <a:srgbClr val="4D4D4D"/>
        </a:buClr>
        <a:buFont typeface="Wingdings" panose="05000000000000000000" pitchFamily="2" charset="2"/>
        <a:buChar char="§"/>
        <a:tabLst>
          <a:tab pos="860425" algn="l"/>
          <a:tab pos="1143000" algn="l"/>
          <a:tab pos="1431925" algn="l"/>
          <a:tab pos="1774825" algn="l"/>
        </a:tabLst>
        <a:defRPr sz="2200">
          <a:solidFill>
            <a:srgbClr val="404040"/>
          </a:solidFill>
          <a:latin typeface="+mn-lt"/>
        </a:defRPr>
      </a:lvl2pPr>
      <a:lvl3pPr marL="1143000" indent="-174625" algn="l" rtl="0" eaLnBrk="0" fontAlgn="base" hangingPunct="0">
        <a:spcBef>
          <a:spcPct val="20000"/>
        </a:spcBef>
        <a:spcAft>
          <a:spcPct val="0"/>
        </a:spcAft>
        <a:buClr>
          <a:srgbClr val="9900CC"/>
        </a:buClr>
        <a:buChar char="•"/>
        <a:tabLst>
          <a:tab pos="860425" algn="l"/>
          <a:tab pos="1143000" algn="l"/>
          <a:tab pos="1431925" algn="l"/>
          <a:tab pos="1774825" algn="l"/>
        </a:tabLst>
        <a:defRPr sz="2000">
          <a:solidFill>
            <a:srgbClr val="4D4D4D"/>
          </a:solidFill>
          <a:latin typeface="+mn-lt"/>
        </a:defRPr>
      </a:lvl3pPr>
      <a:lvl4pPr marL="1430338" indent="-173038" algn="l" rtl="0" eaLnBrk="0" fontAlgn="base" hangingPunct="0">
        <a:spcBef>
          <a:spcPct val="20000"/>
        </a:spcBef>
        <a:spcAft>
          <a:spcPct val="0"/>
        </a:spcAft>
        <a:buClr>
          <a:srgbClr val="796646"/>
        </a:buClr>
        <a:buFont typeface="Wingdings" panose="05000000000000000000" pitchFamily="2" charset="2"/>
        <a:buChar char="§"/>
        <a:tabLst>
          <a:tab pos="860425" algn="l"/>
          <a:tab pos="1143000" algn="l"/>
          <a:tab pos="1431925" algn="l"/>
          <a:tab pos="1774825" algn="l"/>
        </a:tabLst>
        <a:defRPr sz="2000">
          <a:solidFill>
            <a:srgbClr val="4D4D4D"/>
          </a:solidFill>
          <a:latin typeface="+mn-lt"/>
        </a:defRPr>
      </a:lvl4pPr>
      <a:lvl5pPr marL="1765300" indent="-220663" algn="l" rtl="0" eaLnBrk="0" fontAlgn="base" hangingPunct="0">
        <a:spcBef>
          <a:spcPct val="20000"/>
        </a:spcBef>
        <a:spcAft>
          <a:spcPct val="0"/>
        </a:spcAft>
        <a:buChar char="»"/>
        <a:tabLst>
          <a:tab pos="860425" algn="l"/>
          <a:tab pos="1143000" algn="l"/>
          <a:tab pos="1431925" algn="l"/>
          <a:tab pos="1774825" algn="l"/>
        </a:tabLst>
        <a:defRPr sz="2000">
          <a:solidFill>
            <a:srgbClr val="4D4D4D"/>
          </a:solidFill>
          <a:latin typeface="+mn-lt"/>
        </a:defRPr>
      </a:lvl5pPr>
      <a:lvl6pPr marL="2222500" indent="-220663" algn="l" rtl="0" fontAlgn="base">
        <a:spcBef>
          <a:spcPct val="20000"/>
        </a:spcBef>
        <a:spcAft>
          <a:spcPct val="0"/>
        </a:spcAft>
        <a:buChar char="»"/>
        <a:defRPr>
          <a:solidFill>
            <a:srgbClr val="4D4D4D"/>
          </a:solidFill>
          <a:latin typeface="+mn-lt"/>
        </a:defRPr>
      </a:lvl6pPr>
      <a:lvl7pPr marL="2679700" indent="-220663" algn="l" rtl="0" fontAlgn="base">
        <a:spcBef>
          <a:spcPct val="20000"/>
        </a:spcBef>
        <a:spcAft>
          <a:spcPct val="0"/>
        </a:spcAft>
        <a:buChar char="»"/>
        <a:defRPr>
          <a:solidFill>
            <a:srgbClr val="4D4D4D"/>
          </a:solidFill>
          <a:latin typeface="+mn-lt"/>
        </a:defRPr>
      </a:lvl7pPr>
      <a:lvl8pPr marL="3136900" indent="-220663" algn="l" rtl="0" fontAlgn="base">
        <a:spcBef>
          <a:spcPct val="20000"/>
        </a:spcBef>
        <a:spcAft>
          <a:spcPct val="0"/>
        </a:spcAft>
        <a:buChar char="»"/>
        <a:defRPr>
          <a:solidFill>
            <a:srgbClr val="4D4D4D"/>
          </a:solidFill>
          <a:latin typeface="+mn-lt"/>
        </a:defRPr>
      </a:lvl8pPr>
      <a:lvl9pPr marL="3594100" indent="-220663" algn="l" rtl="0" fontAlgn="base">
        <a:spcBef>
          <a:spcPct val="20000"/>
        </a:spcBef>
        <a:spcAft>
          <a:spcPct val="0"/>
        </a:spcAft>
        <a:buChar char="»"/>
        <a:defRPr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jp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42859" y="5705855"/>
              <a:ext cx="1062227" cy="5364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42859" y="6309360"/>
              <a:ext cx="1062227" cy="25603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69850" y="2264209"/>
            <a:ext cx="672973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46300" marR="5080" indent="-2134235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Java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SWING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(GUI)</a:t>
            </a:r>
            <a:r>
              <a:rPr sz="3200" spc="-2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Event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Driven Programming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133"/>
          <a:stretch/>
        </p:blipFill>
        <p:spPr>
          <a:xfrm>
            <a:off x="0" y="1219200"/>
            <a:ext cx="9144000" cy="56388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1CE15F-C73E-B84E-8DBD-0C500A035BF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80708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392474-FD18-0244-9ADF-BEA98A20F99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FD9FD1-26E9-4E19-B9E7-B1DA176472B7}"/>
              </a:ext>
            </a:extLst>
          </p:cNvPr>
          <p:cNvSpPr txBox="1"/>
          <p:nvPr/>
        </p:nvSpPr>
        <p:spPr>
          <a:xfrm>
            <a:off x="381000" y="35767"/>
            <a:ext cx="3276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Problem: What first object in the business logic layer should receive the message from the  UI layer?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51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58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09600"/>
            <a:ext cx="91440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28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Why learn GUIs?</a:t>
            </a:r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en-US" smtClean="0">
                <a:solidFill>
                  <a:srgbClr val="262626"/>
                </a:solidFill>
              </a:rPr>
              <a:t>Learn about </a:t>
            </a:r>
            <a:r>
              <a:rPr lang="en-US" altLang="en-US" i="1" smtClean="0">
                <a:solidFill>
                  <a:srgbClr val="262626"/>
                </a:solidFill>
              </a:rPr>
              <a:t>event-driven programming </a:t>
            </a:r>
            <a:r>
              <a:rPr lang="en-US" altLang="en-US" smtClean="0">
                <a:solidFill>
                  <a:srgbClr val="262626"/>
                </a:solidFill>
              </a:rPr>
              <a:t>techniques</a:t>
            </a:r>
          </a:p>
          <a:p>
            <a:r>
              <a:rPr lang="en-US" altLang="en-US" smtClean="0">
                <a:solidFill>
                  <a:srgbClr val="262626"/>
                </a:solidFill>
              </a:rPr>
              <a:t>Practice learning and using a large, complex API</a:t>
            </a:r>
          </a:p>
          <a:p>
            <a:r>
              <a:rPr lang="en-US" altLang="en-US" smtClean="0">
                <a:solidFill>
                  <a:srgbClr val="262626"/>
                </a:solidFill>
              </a:rPr>
              <a:t>A chance to see how it is designed and learn from it: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model-view separation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design patterns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refactoring vs. reimplementing an ailing API</a:t>
            </a:r>
          </a:p>
          <a:p>
            <a:r>
              <a:rPr lang="en-US" altLang="en-US" smtClean="0">
                <a:solidFill>
                  <a:srgbClr val="262626"/>
                </a:solidFill>
              </a:rPr>
              <a:t>Because GUIs are neat!</a:t>
            </a:r>
          </a:p>
          <a:p>
            <a:pPr lvl="1"/>
            <a:endParaRPr lang="en-US" altLang="en-US" smtClean="0">
              <a:solidFill>
                <a:srgbClr val="404040"/>
              </a:solidFill>
            </a:endParaRPr>
          </a:p>
          <a:p>
            <a:r>
              <a:rPr lang="en-US" altLang="en-US" i="1" smtClean="0">
                <a:solidFill>
                  <a:srgbClr val="262626"/>
                </a:solidFill>
              </a:rPr>
              <a:t>Caution</a:t>
            </a:r>
            <a:r>
              <a:rPr lang="en-US" altLang="en-US" smtClean="0">
                <a:solidFill>
                  <a:srgbClr val="262626"/>
                </a:solidFill>
              </a:rPr>
              <a:t>: There is way more here than you can memorize.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Part of learning a large API is "letting go."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You won't memorize it all; you will look things up as you need them.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But you can learn the fundamental concepts and general ideas.</a:t>
            </a:r>
          </a:p>
        </p:txBody>
      </p:sp>
      <p:pic>
        <p:nvPicPr>
          <p:cNvPr id="5124" name="Picture 4" descr="shopping-illegal-ar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058" b="65216"/>
          <a:stretch>
            <a:fillRect/>
          </a:stretch>
        </p:blipFill>
        <p:spPr bwMode="auto">
          <a:xfrm>
            <a:off x="6553200" y="2892425"/>
            <a:ext cx="2481263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229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8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28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28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28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Java GUI History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en-US" b="1" smtClean="0">
                <a:solidFill>
                  <a:srgbClr val="262626"/>
                </a:solidFill>
              </a:rPr>
              <a:t>Abstract Windowing Toolkit</a:t>
            </a:r>
            <a:r>
              <a:rPr lang="en-US" altLang="en-US" smtClean="0">
                <a:solidFill>
                  <a:srgbClr val="262626"/>
                </a:solidFill>
              </a:rPr>
              <a:t> (</a:t>
            </a:r>
            <a:r>
              <a:rPr lang="en-US" altLang="en-US" b="1" smtClean="0">
                <a:solidFill>
                  <a:srgbClr val="262626"/>
                </a:solidFill>
              </a:rPr>
              <a:t>AWT</a:t>
            </a:r>
            <a:r>
              <a:rPr lang="en-US" altLang="en-US" smtClean="0">
                <a:solidFill>
                  <a:srgbClr val="262626"/>
                </a:solidFill>
              </a:rPr>
              <a:t>): Sun's initial effort to create a set of cross-platform GUI classes.  </a:t>
            </a:r>
            <a:r>
              <a:rPr lang="en-US" altLang="en-US" sz="2000" i="1" smtClean="0">
                <a:solidFill>
                  <a:srgbClr val="262626"/>
                </a:solidFill>
              </a:rPr>
              <a:t>(JDK 1.0 - 1.1)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Maps general Java code to each operating system's real GUI system.</a:t>
            </a:r>
          </a:p>
          <a:p>
            <a:pPr lvl="1"/>
            <a:r>
              <a:rPr lang="en-US" altLang="en-US" i="1" smtClean="0">
                <a:solidFill>
                  <a:srgbClr val="404040"/>
                </a:solidFill>
              </a:rPr>
              <a:t>Problems:</a:t>
            </a:r>
            <a:r>
              <a:rPr lang="en-US" altLang="en-US" smtClean="0">
                <a:solidFill>
                  <a:srgbClr val="404040"/>
                </a:solidFill>
              </a:rPr>
              <a:t> Limited to lowest common denominator; clunky to use.</a:t>
            </a:r>
          </a:p>
          <a:p>
            <a:pPr lvl="1"/>
            <a:endParaRPr lang="en-US" altLang="en-US" smtClean="0">
              <a:solidFill>
                <a:srgbClr val="404040"/>
              </a:solidFill>
            </a:endParaRPr>
          </a:p>
          <a:p>
            <a:r>
              <a:rPr lang="en-US" altLang="en-US" b="1" smtClean="0">
                <a:solidFill>
                  <a:srgbClr val="262626"/>
                </a:solidFill>
              </a:rPr>
              <a:t>Swing</a:t>
            </a:r>
            <a:r>
              <a:rPr lang="en-US" altLang="en-US" smtClean="0">
                <a:solidFill>
                  <a:srgbClr val="262626"/>
                </a:solidFill>
              </a:rPr>
              <a:t>: A newer GUI library written from the ground up that allows much more powerful graphics and GUI construction.  </a:t>
            </a:r>
            <a:r>
              <a:rPr lang="en-US" altLang="en-US" sz="2000" i="1" smtClean="0">
                <a:solidFill>
                  <a:srgbClr val="262626"/>
                </a:solidFill>
              </a:rPr>
              <a:t>(JDK 1.2+)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Paints GUI controls itself pixel-by-pixel rather than handing off to OS.</a:t>
            </a:r>
          </a:p>
          <a:p>
            <a:pPr lvl="1"/>
            <a:r>
              <a:rPr lang="en-US" altLang="en-US" i="1" smtClean="0">
                <a:solidFill>
                  <a:srgbClr val="404040"/>
                </a:solidFill>
              </a:rPr>
              <a:t>Benefits: </a:t>
            </a:r>
            <a:r>
              <a:rPr lang="en-US" altLang="en-US" smtClean="0">
                <a:solidFill>
                  <a:srgbClr val="404040"/>
                </a:solidFill>
              </a:rPr>
              <a:t> Features; compatibility; OO design.</a:t>
            </a:r>
          </a:p>
          <a:p>
            <a:pPr lvl="1"/>
            <a:endParaRPr lang="en-US" altLang="en-US" sz="1200" smtClean="0">
              <a:solidFill>
                <a:srgbClr val="404040"/>
              </a:solidFill>
            </a:endParaRPr>
          </a:p>
          <a:p>
            <a:pPr lvl="1"/>
            <a:r>
              <a:rPr lang="en-US" altLang="en-US" i="1" smtClean="0">
                <a:solidFill>
                  <a:srgbClr val="404040"/>
                </a:solidFill>
              </a:rPr>
              <a:t>Problem:</a:t>
            </a:r>
            <a:r>
              <a:rPr lang="en-US" altLang="en-US" smtClean="0">
                <a:solidFill>
                  <a:srgbClr val="404040"/>
                </a:solidFill>
              </a:rPr>
              <a:t> Both exist in Java now; easy to get them</a:t>
            </a:r>
            <a:br>
              <a:rPr lang="en-US" altLang="en-US" smtClean="0">
                <a:solidFill>
                  <a:srgbClr val="404040"/>
                </a:solidFill>
              </a:rPr>
            </a:br>
            <a:r>
              <a:rPr lang="en-US" altLang="en-US" smtClean="0">
                <a:solidFill>
                  <a:srgbClr val="404040"/>
                </a:solidFill>
              </a:rPr>
              <a:t>mixed up; still have to use both in various places.</a:t>
            </a:r>
          </a:p>
        </p:txBody>
      </p:sp>
      <p:pic>
        <p:nvPicPr>
          <p:cNvPr id="6148" name="Picture 5" descr="sw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925" y="4572000"/>
            <a:ext cx="16891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072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83" y="461368"/>
            <a:ext cx="31635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AWT</a:t>
            </a:r>
            <a:r>
              <a:rPr sz="4400" spc="-155" dirty="0"/>
              <a:t> </a:t>
            </a:r>
            <a:r>
              <a:rPr sz="4400" dirty="0"/>
              <a:t>to</a:t>
            </a:r>
            <a:r>
              <a:rPr sz="4400" spc="-150" dirty="0"/>
              <a:t> </a:t>
            </a:r>
            <a:r>
              <a:rPr sz="4400" spc="-20" dirty="0"/>
              <a:t>Swing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845" y="1121334"/>
            <a:ext cx="5957570" cy="428180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354965" algn="l"/>
                <a:tab pos="1400810" algn="l"/>
              </a:tabLst>
            </a:pPr>
            <a:r>
              <a:rPr sz="3200" spc="-20" dirty="0">
                <a:latin typeface="Calibri"/>
                <a:cs typeface="Calibri"/>
              </a:rPr>
              <a:t>AWT:</a:t>
            </a:r>
            <a:r>
              <a:rPr sz="3200" dirty="0">
                <a:latin typeface="Calibri"/>
                <a:cs typeface="Calibri"/>
              </a:rPr>
              <a:t>	Abstract</a:t>
            </a:r>
            <a:r>
              <a:rPr sz="3200" spc="-1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Windowing</a:t>
            </a:r>
            <a:r>
              <a:rPr sz="3200" spc="-1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Toolkit</a:t>
            </a:r>
            <a:endParaRPr sz="3200" dirty="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dirty="0">
                <a:latin typeface="Calibri"/>
                <a:cs typeface="Calibri"/>
              </a:rPr>
              <a:t>import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java.awt.*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1624965" algn="l"/>
              </a:tabLst>
            </a:pPr>
            <a:r>
              <a:rPr sz="3200" spc="-10" dirty="0">
                <a:latin typeface="Calibri"/>
                <a:cs typeface="Calibri"/>
              </a:rPr>
              <a:t>Swing:</a:t>
            </a:r>
            <a:r>
              <a:rPr sz="3200" dirty="0">
                <a:latin typeface="Calibri"/>
                <a:cs typeface="Calibri"/>
              </a:rPr>
              <a:t>	new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 smtClean="0">
                <a:latin typeface="Calibri"/>
                <a:cs typeface="Calibri"/>
              </a:rPr>
              <a:t>Java</a:t>
            </a:r>
            <a:endParaRPr sz="3200" dirty="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dirty="0">
                <a:latin typeface="Calibri"/>
                <a:cs typeface="Calibri"/>
              </a:rPr>
              <a:t>import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javax.swing.*</a:t>
            </a:r>
            <a:endParaRPr sz="2400" dirty="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dirty="0">
                <a:latin typeface="Calibri"/>
                <a:cs typeface="Calibri"/>
              </a:rPr>
              <a:t>Extends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AWT</a:t>
            </a:r>
            <a:endParaRPr sz="2400" dirty="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dirty="0">
                <a:latin typeface="Calibri"/>
                <a:cs typeface="Calibri"/>
              </a:rPr>
              <a:t>New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improved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components</a:t>
            </a:r>
            <a:endParaRPr sz="2400" dirty="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Standard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dialog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boxes,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tooltips,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…</a:t>
            </a:r>
            <a:endParaRPr sz="2400" dirty="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Look-</a:t>
            </a:r>
            <a:r>
              <a:rPr sz="2400" spc="-20" dirty="0">
                <a:latin typeface="Calibri"/>
                <a:cs typeface="Calibri"/>
              </a:rPr>
              <a:t>and-</a:t>
            </a:r>
            <a:r>
              <a:rPr sz="2400" dirty="0">
                <a:latin typeface="Calibri"/>
                <a:cs typeface="Calibri"/>
              </a:rPr>
              <a:t>feel,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skins</a:t>
            </a:r>
            <a:endParaRPr sz="2400" dirty="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Event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listeners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8992" y="461368"/>
            <a:ext cx="2365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Portability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845" y="1226277"/>
            <a:ext cx="7524115" cy="449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52729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java.awt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library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contains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heavyweight classes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Implemented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Java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Virtual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Machine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Dependent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target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platform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15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javax.swing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library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contains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lightweight classes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Implemented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Java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Independent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target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platform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GUI terminology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en-US" b="1" smtClean="0">
                <a:solidFill>
                  <a:srgbClr val="262626"/>
                </a:solidFill>
              </a:rPr>
              <a:t>window</a:t>
            </a:r>
            <a:r>
              <a:rPr lang="en-US" altLang="en-US" smtClean="0">
                <a:solidFill>
                  <a:srgbClr val="262626"/>
                </a:solidFill>
              </a:rPr>
              <a:t>: A first-class citizen of the graphical desktop.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Also called a </a:t>
            </a:r>
            <a:r>
              <a:rPr lang="en-US" altLang="en-US" i="1" smtClean="0">
                <a:solidFill>
                  <a:srgbClr val="404040"/>
                </a:solidFill>
              </a:rPr>
              <a:t>top-level container</a:t>
            </a:r>
            <a:r>
              <a:rPr lang="en-US" altLang="en-US" smtClean="0">
                <a:solidFill>
                  <a:srgbClr val="404040"/>
                </a:solidFill>
              </a:rPr>
              <a:t>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examples: frame, dialog box, applet</a:t>
            </a:r>
          </a:p>
          <a:p>
            <a:pPr lvl="1"/>
            <a:endParaRPr lang="en-US" altLang="en-US" sz="1200" smtClean="0">
              <a:solidFill>
                <a:srgbClr val="404040"/>
              </a:solidFill>
            </a:endParaRPr>
          </a:p>
          <a:p>
            <a:r>
              <a:rPr lang="en-US" altLang="en-US" b="1" smtClean="0">
                <a:solidFill>
                  <a:srgbClr val="262626"/>
                </a:solidFill>
              </a:rPr>
              <a:t>component</a:t>
            </a:r>
            <a:r>
              <a:rPr lang="en-US" altLang="en-US" smtClean="0">
                <a:solidFill>
                  <a:srgbClr val="262626"/>
                </a:solidFill>
              </a:rPr>
              <a:t>: A GUI widget that resides in a window.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Also called </a:t>
            </a:r>
            <a:r>
              <a:rPr lang="en-US" altLang="en-US" i="1" smtClean="0">
                <a:solidFill>
                  <a:srgbClr val="404040"/>
                </a:solidFill>
              </a:rPr>
              <a:t>controls</a:t>
            </a:r>
            <a:r>
              <a:rPr lang="en-US" altLang="en-US" smtClean="0">
                <a:solidFill>
                  <a:srgbClr val="404040"/>
                </a:solidFill>
              </a:rPr>
              <a:t> in many other languages.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examples: button, text box, label</a:t>
            </a:r>
          </a:p>
          <a:p>
            <a:pPr lvl="1"/>
            <a:endParaRPr lang="en-US" altLang="en-US" sz="1200" smtClean="0">
              <a:solidFill>
                <a:srgbClr val="404040"/>
              </a:solidFill>
            </a:endParaRPr>
          </a:p>
          <a:p>
            <a:r>
              <a:rPr lang="en-US" altLang="en-US" b="1" smtClean="0">
                <a:solidFill>
                  <a:srgbClr val="262626"/>
                </a:solidFill>
              </a:rPr>
              <a:t>container</a:t>
            </a:r>
            <a:r>
              <a:rPr lang="en-US" altLang="en-US" smtClean="0">
                <a:solidFill>
                  <a:srgbClr val="262626"/>
                </a:solidFill>
              </a:rPr>
              <a:t>: A logical grouping for storing components.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examples: panel, box</a:t>
            </a:r>
          </a:p>
        </p:txBody>
      </p:sp>
      <p:pic>
        <p:nvPicPr>
          <p:cNvPr id="7172" name="Picture 4" descr="7CelsiusConver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095875"/>
            <a:ext cx="81534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7723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Components</a:t>
            </a:r>
          </a:p>
        </p:txBody>
      </p:sp>
      <p:pic>
        <p:nvPicPr>
          <p:cNvPr id="8195" name="Picture 4" descr="compone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47775"/>
            <a:ext cx="8229600" cy="533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1601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Swing inheritance hierarchy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Component  </a:t>
            </a:r>
            <a:r>
              <a:rPr lang="en-US" altLang="en-US" smtClean="0">
                <a:solidFill>
                  <a:srgbClr val="262626"/>
                </a:solidFill>
              </a:rPr>
              <a:t>(AWT)</a:t>
            </a:r>
          </a:p>
          <a:p>
            <a:pPr lvl="1">
              <a:lnSpc>
                <a:spcPct val="85000"/>
              </a:lnSpc>
            </a:pP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Window</a:t>
            </a:r>
          </a:p>
          <a:p>
            <a:pPr lvl="2">
              <a:lnSpc>
                <a:spcPct val="85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Frame</a:t>
            </a:r>
          </a:p>
          <a:p>
            <a:pPr lvl="3">
              <a:lnSpc>
                <a:spcPct val="85000"/>
              </a:lnSpc>
              <a:buClr>
                <a:srgbClr val="4D4D4D"/>
              </a:buClr>
              <a:buFontTx/>
              <a:buChar char="•"/>
            </a:pPr>
            <a:r>
              <a:rPr lang="en-US" altLang="en-US" b="1" smtClean="0">
                <a:latin typeface="Courier New" panose="02070309020205020404" pitchFamily="49" charset="0"/>
              </a:rPr>
              <a:t>JFrame</a:t>
            </a:r>
            <a:r>
              <a:rPr lang="en-US" altLang="en-US" smtClean="0">
                <a:latin typeface="Courier New" panose="02070309020205020404" pitchFamily="49" charset="0"/>
              </a:rPr>
              <a:t>  </a:t>
            </a:r>
            <a:r>
              <a:rPr lang="en-US" altLang="en-US" smtClean="0"/>
              <a:t>(Swing)</a:t>
            </a:r>
          </a:p>
          <a:p>
            <a:pPr lvl="3">
              <a:lnSpc>
                <a:spcPct val="85000"/>
              </a:lnSpc>
              <a:buClr>
                <a:srgbClr val="4D4D4D"/>
              </a:buClr>
              <a:buFontTx/>
              <a:buChar char="•"/>
            </a:pPr>
            <a:r>
              <a:rPr lang="en-US" altLang="en-US" b="1" smtClean="0">
                <a:latin typeface="Courier New" panose="02070309020205020404" pitchFamily="49" charset="0"/>
              </a:rPr>
              <a:t>JDialog</a:t>
            </a:r>
          </a:p>
          <a:p>
            <a:pPr lvl="3">
              <a:lnSpc>
                <a:spcPct val="85000"/>
              </a:lnSpc>
              <a:buClr>
                <a:srgbClr val="4D4D4D"/>
              </a:buClr>
              <a:buFontTx/>
              <a:buChar char="•"/>
            </a:pPr>
            <a:endParaRPr lang="en-US" altLang="en-US" sz="800" smtClean="0">
              <a:latin typeface="Courier New" panose="02070309020205020404" pitchFamily="49" charset="0"/>
            </a:endParaRPr>
          </a:p>
          <a:p>
            <a:pPr lvl="1">
              <a:lnSpc>
                <a:spcPct val="85000"/>
              </a:lnSpc>
            </a:pP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Container</a:t>
            </a:r>
          </a:p>
          <a:p>
            <a:pPr lvl="2">
              <a:lnSpc>
                <a:spcPct val="85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JComponent  </a:t>
            </a:r>
            <a:r>
              <a:rPr lang="en-US" altLang="en-US" smtClean="0"/>
              <a:t>(Swing)</a:t>
            </a:r>
          </a:p>
          <a:p>
            <a:pPr lvl="3">
              <a:lnSpc>
                <a:spcPct val="85000"/>
              </a:lnSpc>
              <a:buClr>
                <a:srgbClr val="4D4D4D"/>
              </a:buClr>
              <a:buFontTx/>
              <a:buChar char="•"/>
            </a:pPr>
            <a:r>
              <a:rPr lang="en-US" altLang="en-US" b="1" smtClean="0">
                <a:latin typeface="Courier New" panose="02070309020205020404" pitchFamily="49" charset="0"/>
              </a:rPr>
              <a:t>JButton        JColorChooser    JFileChooser</a:t>
            </a:r>
          </a:p>
          <a:p>
            <a:pPr lvl="3">
              <a:lnSpc>
                <a:spcPct val="85000"/>
              </a:lnSpc>
              <a:buClr>
                <a:srgbClr val="4D4D4D"/>
              </a:buClr>
              <a:buFontTx/>
              <a:buChar char="•"/>
            </a:pPr>
            <a:r>
              <a:rPr lang="en-US" altLang="en-US" b="1" smtClean="0">
                <a:latin typeface="Courier New" panose="02070309020205020404" pitchFamily="49" charset="0"/>
              </a:rPr>
              <a:t>JComboBox      JLabel           JList</a:t>
            </a:r>
          </a:p>
          <a:p>
            <a:pPr lvl="3">
              <a:lnSpc>
                <a:spcPct val="85000"/>
              </a:lnSpc>
              <a:buClr>
                <a:srgbClr val="4D4D4D"/>
              </a:buClr>
              <a:buFontTx/>
              <a:buChar char="•"/>
            </a:pPr>
            <a:r>
              <a:rPr lang="en-US" altLang="en-US" b="1" smtClean="0">
                <a:latin typeface="Courier New" panose="02070309020205020404" pitchFamily="49" charset="0"/>
              </a:rPr>
              <a:t>JMenuBar       JOptionPane      JPanel</a:t>
            </a:r>
          </a:p>
          <a:p>
            <a:pPr lvl="3">
              <a:lnSpc>
                <a:spcPct val="85000"/>
              </a:lnSpc>
              <a:buClr>
                <a:srgbClr val="4D4D4D"/>
              </a:buClr>
              <a:buFontTx/>
              <a:buChar char="•"/>
            </a:pPr>
            <a:r>
              <a:rPr lang="en-US" altLang="en-US" b="1" smtClean="0">
                <a:latin typeface="Courier New" panose="02070309020205020404" pitchFamily="49" charset="0"/>
              </a:rPr>
              <a:t>JPopupMenu     JProgressBar     JScrollbar</a:t>
            </a:r>
          </a:p>
          <a:p>
            <a:pPr lvl="3">
              <a:lnSpc>
                <a:spcPct val="85000"/>
              </a:lnSpc>
              <a:buClr>
                <a:srgbClr val="4D4D4D"/>
              </a:buClr>
              <a:buFontTx/>
              <a:buChar char="•"/>
            </a:pPr>
            <a:r>
              <a:rPr lang="en-US" altLang="en-US" b="1" smtClean="0">
                <a:latin typeface="Courier New" panose="02070309020205020404" pitchFamily="49" charset="0"/>
              </a:rPr>
              <a:t>JScrollPane    JSlider          JSpinner</a:t>
            </a:r>
          </a:p>
          <a:p>
            <a:pPr lvl="3">
              <a:lnSpc>
                <a:spcPct val="85000"/>
              </a:lnSpc>
              <a:buClr>
                <a:srgbClr val="4D4D4D"/>
              </a:buClr>
              <a:buFontTx/>
              <a:buChar char="•"/>
            </a:pPr>
            <a:r>
              <a:rPr lang="en-US" altLang="en-US" b="1" smtClean="0">
                <a:latin typeface="Courier New" panose="02070309020205020404" pitchFamily="49" charset="0"/>
              </a:rPr>
              <a:t>JSplitPane     JTabbedPane      JTable         </a:t>
            </a:r>
          </a:p>
          <a:p>
            <a:pPr lvl="3">
              <a:lnSpc>
                <a:spcPct val="85000"/>
              </a:lnSpc>
              <a:buClr>
                <a:srgbClr val="4D4D4D"/>
              </a:buClr>
              <a:buFontTx/>
              <a:buChar char="•"/>
            </a:pPr>
            <a:r>
              <a:rPr lang="en-US" altLang="en-US" b="1" smtClean="0">
                <a:latin typeface="Courier New" panose="02070309020205020404" pitchFamily="49" charset="0"/>
              </a:rPr>
              <a:t>JToolbar       JTree            JTextArea</a:t>
            </a:r>
          </a:p>
          <a:p>
            <a:pPr lvl="3">
              <a:lnSpc>
                <a:spcPct val="85000"/>
              </a:lnSpc>
              <a:buClr>
                <a:srgbClr val="4D4D4D"/>
              </a:buClr>
              <a:buFontTx/>
              <a:buChar char="•"/>
            </a:pPr>
            <a:r>
              <a:rPr lang="en-US" altLang="en-US" b="1" smtClean="0">
                <a:latin typeface="Courier New" panose="02070309020205020404" pitchFamily="49" charset="0"/>
              </a:rPr>
              <a:t>JTextField     ...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5410200" y="1482725"/>
            <a:ext cx="32893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 java.awt.*;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 javax.swing.*;</a:t>
            </a:r>
          </a:p>
        </p:txBody>
      </p:sp>
    </p:spTree>
    <p:extLst>
      <p:ext uri="{BB962C8B-B14F-4D97-AF65-F5344CB8AC3E}">
        <p14:creationId xmlns:p14="http://schemas.microsoft.com/office/powerpoint/2010/main" val="392191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Component properties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lvl="1"/>
            <a:r>
              <a:rPr lang="en-US" altLang="en-US" smtClean="0">
                <a:solidFill>
                  <a:srgbClr val="404040"/>
                </a:solidFill>
              </a:rPr>
              <a:t>Each has a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get</a:t>
            </a:r>
            <a:r>
              <a:rPr lang="en-US" altLang="en-US" smtClean="0">
                <a:solidFill>
                  <a:srgbClr val="404040"/>
                </a:solidFill>
              </a:rPr>
              <a:t> (or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is</a:t>
            </a:r>
            <a:r>
              <a:rPr lang="en-US" altLang="en-US" smtClean="0">
                <a:solidFill>
                  <a:srgbClr val="404040"/>
                </a:solidFill>
              </a:rPr>
              <a:t>) accessor and a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set</a:t>
            </a:r>
            <a:r>
              <a:rPr lang="en-US" altLang="en-US" smtClean="0">
                <a:solidFill>
                  <a:srgbClr val="404040"/>
                </a:solidFill>
              </a:rPr>
              <a:t> modifier method.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examples: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getColor</a:t>
            </a:r>
            <a:r>
              <a:rPr lang="en-US" altLang="en-US" smtClean="0">
                <a:solidFill>
                  <a:srgbClr val="404040"/>
                </a:solidFill>
              </a:rPr>
              <a:t>,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setFont</a:t>
            </a:r>
            <a:r>
              <a:rPr lang="en-US" altLang="en-US" smtClean="0">
                <a:solidFill>
                  <a:srgbClr val="404040"/>
                </a:solidFill>
              </a:rPr>
              <a:t>,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setEnabled</a:t>
            </a:r>
            <a:r>
              <a:rPr lang="en-US" altLang="en-US" smtClean="0">
                <a:solidFill>
                  <a:srgbClr val="404040"/>
                </a:solidFill>
              </a:rPr>
              <a:t>,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isVisible</a:t>
            </a:r>
          </a:p>
        </p:txBody>
      </p:sp>
      <p:graphicFrame>
        <p:nvGraphicFramePr>
          <p:cNvPr id="427158" name="Group 150"/>
          <p:cNvGraphicFramePr>
            <a:graphicFrameLocks noGrp="1"/>
          </p:cNvGraphicFramePr>
          <p:nvPr/>
        </p:nvGraphicFramePr>
        <p:xfrm>
          <a:off x="228600" y="2182813"/>
          <a:ext cx="8693150" cy="4340620"/>
        </p:xfrm>
        <a:graphic>
          <a:graphicData uri="http://schemas.openxmlformats.org/drawingml/2006/table">
            <a:tbl>
              <a:tblPr/>
              <a:tblGrid>
                <a:gridCol w="2468563">
                  <a:extLst>
                    <a:ext uri="{9D8B030D-6E8A-4147-A177-3AD203B41FA5}">
                      <a16:colId xmlns:a16="http://schemas.microsoft.com/office/drawing/2014/main" val="2691279786"/>
                    </a:ext>
                  </a:extLst>
                </a:gridCol>
                <a:gridCol w="1722437">
                  <a:extLst>
                    <a:ext uri="{9D8B030D-6E8A-4147-A177-3AD203B41FA5}">
                      <a16:colId xmlns:a16="http://schemas.microsoft.com/office/drawing/2014/main" val="1333318497"/>
                    </a:ext>
                  </a:extLst>
                </a:gridCol>
                <a:gridCol w="4502150">
                  <a:extLst>
                    <a:ext uri="{9D8B030D-6E8A-4147-A177-3AD203B41FA5}">
                      <a16:colId xmlns:a16="http://schemas.microsoft.com/office/drawing/2014/main" val="2704188646"/>
                    </a:ext>
                  </a:extLst>
                </a:gridCol>
              </a:tblGrid>
              <a:tr h="365706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type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860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22860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735085"/>
                  </a:ext>
                </a:extLst>
              </a:tr>
              <a:tr h="365706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background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Color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860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2286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background color behind component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2631577"/>
                  </a:ext>
                </a:extLst>
              </a:tr>
              <a:tr h="365706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border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Border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860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2286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border line around component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628520"/>
                  </a:ext>
                </a:extLst>
              </a:tr>
              <a:tr h="387293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enabled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boolean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860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2286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whether it can be interacted with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099985"/>
                  </a:ext>
                </a:extLst>
              </a:tr>
              <a:tr h="387293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focusable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boolean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860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2286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whether key text can be typed on it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460099"/>
                  </a:ext>
                </a:extLst>
              </a:tr>
              <a:tr h="365706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font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Font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860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2286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font used for text in component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595636"/>
                  </a:ext>
                </a:extLst>
              </a:tr>
              <a:tr h="365706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foreground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Color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860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2286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foreground color of component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53312"/>
                  </a:ext>
                </a:extLst>
              </a:tr>
              <a:tr h="365706">
                <a:tc>
                  <a:txBody>
                    <a:bodyPr/>
                    <a:lstStyle>
                      <a:lvl1pPr marL="55563" indent="-635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55563" marR="0" lvl="0" indent="-635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height, width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860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2286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component's current size in pixels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385278"/>
                  </a:ext>
                </a:extLst>
              </a:tr>
              <a:tr h="365706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visible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boolean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860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2286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whether component can be seen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435758"/>
                  </a:ext>
                </a:extLst>
              </a:tr>
              <a:tr h="365706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tooltip text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String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860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2286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text shown when hovering mouse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817145"/>
                  </a:ext>
                </a:extLst>
              </a:tr>
              <a:tr h="639986"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size, minimum / maximum / preferred size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9213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49213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ourier New" panose="02070309020205020404" pitchFamily="49" charset="0"/>
                        </a:rPr>
                        <a:t>Dimension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228600" algn="l" eaLnBrk="0" hangingPunct="0">
                        <a:spcBef>
                          <a:spcPct val="20000"/>
                        </a:spcBef>
                        <a:buClr>
                          <a:srgbClr val="39275B"/>
                        </a:buClr>
                        <a:buSzPct val="100000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262626"/>
                          </a:solidFill>
                          <a:latin typeface="Calibri" panose="020F0502020204030204" pitchFamily="34" charset="0"/>
                        </a:defRPr>
                      </a:lvl1pPr>
                      <a:lvl2pPr marL="574675" algn="l" eaLnBrk="0" hangingPunct="0">
                        <a:spcBef>
                          <a:spcPct val="20000"/>
                        </a:spcBef>
                        <a:buClr>
                          <a:srgbClr val="4D4D4D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</a:defRPr>
                      </a:lvl2pPr>
                      <a:lvl3pPr marL="968375" algn="l" eaLnBrk="0" hangingPunct="0">
                        <a:spcBef>
                          <a:spcPct val="20000"/>
                        </a:spcBef>
                        <a:buClr>
                          <a:srgbClr val="9900CC"/>
                        </a:buClr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3pPr>
                      <a:lvl4pPr marL="1257300" algn="l" eaLnBrk="0" hangingPunct="0">
                        <a:spcBef>
                          <a:spcPct val="20000"/>
                        </a:spcBef>
                        <a:buClr>
                          <a:srgbClr val="796646"/>
                        </a:buClr>
                        <a:buFont typeface="Wingdings" panose="05000000000000000000" pitchFamily="2" charset="2"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4pPr>
                      <a:lvl5pPr marL="1544638" algn="l" eaLnBrk="0" hangingPunct="0">
                        <a:spcBef>
                          <a:spcPct val="20000"/>
                        </a:spcBef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5pPr>
                      <a:lvl6pPr marL="20018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6pPr>
                      <a:lvl7pPr marL="24590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7pPr>
                      <a:lvl8pPr marL="29162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8pPr>
                      <a:lvl9pPr marL="3373438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  <a:defRPr>
                          <a:solidFill>
                            <a:srgbClr val="4D4D4D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22860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39275B"/>
                        </a:buClr>
                        <a:buSzPct val="100000"/>
                        <a:buFontTx/>
                        <a:buNone/>
                        <a:tabLst>
                          <a:tab pos="860425" algn="l"/>
                          <a:tab pos="1143000" algn="l"/>
                          <a:tab pos="1431925" algn="l"/>
                          <a:tab pos="1774825" algn="l"/>
                        </a:tabLst>
                      </a:pPr>
                      <a:r>
                        <a:rPr kumimoji="0" lang="en-US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</a:rPr>
                        <a:t>various sizes, size limits, or desired sizes that the component may take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26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01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JFrame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i="1" smtClean="0">
                <a:solidFill>
                  <a:srgbClr val="262626"/>
                </a:solidFill>
              </a:rPr>
              <a:t>	a graphical window to hold other components</a:t>
            </a:r>
          </a:p>
          <a:p>
            <a:pPr algn="ctr">
              <a:buFontTx/>
              <a:buNone/>
            </a:pPr>
            <a:endParaRPr lang="en-US" altLang="en-US" i="1" smtClean="0">
              <a:solidFill>
                <a:srgbClr val="262626"/>
              </a:solidFill>
            </a:endParaRPr>
          </a:p>
          <a:p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JFrame()</a:t>
            </a:r>
            <a:r>
              <a:rPr lang="en-US" altLang="en-US" smtClean="0">
                <a:solidFill>
                  <a:srgbClr val="262626"/>
                </a:solidFill>
              </a:rPr>
              <a:t/>
            </a:r>
            <a:br>
              <a:rPr lang="en-US" altLang="en-US" smtClean="0">
                <a:solidFill>
                  <a:srgbClr val="262626"/>
                </a:solidFill>
              </a:rPr>
            </a:b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JFrame(String title)</a:t>
            </a:r>
            <a:b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</a:br>
            <a:r>
              <a:rPr lang="en-US" altLang="en-US" smtClean="0">
                <a:solidFill>
                  <a:srgbClr val="262626"/>
                </a:solidFill>
              </a:rPr>
              <a:t>Creates a frame with an optional title.</a:t>
            </a:r>
          </a:p>
          <a:p>
            <a:pPr lvl="1"/>
            <a:endParaRPr lang="en-US" altLang="en-US" smtClean="0">
              <a:solidFill>
                <a:srgbClr val="404040"/>
              </a:solidFill>
            </a:endParaRP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Call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setVisible(true)</a:t>
            </a:r>
            <a:r>
              <a:rPr lang="en-US" altLang="en-US" smtClean="0">
                <a:solidFill>
                  <a:srgbClr val="404040"/>
                </a:solidFill>
              </a:rPr>
              <a:t> to make a frame appear on the screen after creating it.</a:t>
            </a:r>
          </a:p>
          <a:p>
            <a:pPr lvl="1"/>
            <a:endParaRPr lang="en-US" altLang="en-US" smtClean="0">
              <a:solidFill>
                <a:srgbClr val="404040"/>
              </a:solidFill>
            </a:endParaRPr>
          </a:p>
          <a:p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void add(Component comp)</a:t>
            </a:r>
            <a:r>
              <a:rPr lang="en-US" altLang="en-US" smtClean="0">
                <a:solidFill>
                  <a:srgbClr val="262626"/>
                </a:solidFill>
              </a:rPr>
              <a:t/>
            </a:r>
            <a:br>
              <a:rPr lang="en-US" altLang="en-US" smtClean="0">
                <a:solidFill>
                  <a:srgbClr val="262626"/>
                </a:solidFill>
              </a:rPr>
            </a:br>
            <a:r>
              <a:rPr lang="en-US" altLang="en-US" smtClean="0">
                <a:solidFill>
                  <a:srgbClr val="262626"/>
                </a:solidFill>
              </a:rPr>
              <a:t>Places the given component or container inside the frame.</a:t>
            </a:r>
          </a:p>
        </p:txBody>
      </p:sp>
      <p:pic>
        <p:nvPicPr>
          <p:cNvPr id="11268" name="Picture 4" descr="jfra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504825"/>
            <a:ext cx="2209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659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More JFrame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i="1" smtClean="0">
                <a:solidFill>
                  <a:srgbClr val="262626"/>
                </a:solidFill>
              </a:rPr>
              <a:t>	</a:t>
            </a:r>
          </a:p>
          <a:p>
            <a:pPr algn="ctr">
              <a:buFontTx/>
              <a:buNone/>
            </a:pPr>
            <a:endParaRPr lang="en-US" altLang="en-US" i="1" smtClean="0">
              <a:solidFill>
                <a:srgbClr val="262626"/>
              </a:solidFill>
            </a:endParaRPr>
          </a:p>
          <a:p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void setDefaultCloseOperation(int op)</a:t>
            </a:r>
            <a:r>
              <a:rPr lang="en-US" altLang="en-US" smtClean="0">
                <a:solidFill>
                  <a:srgbClr val="262626"/>
                </a:solidFill>
              </a:rPr>
              <a:t/>
            </a:r>
            <a:br>
              <a:rPr lang="en-US" altLang="en-US" smtClean="0">
                <a:solidFill>
                  <a:srgbClr val="262626"/>
                </a:solidFill>
              </a:rPr>
            </a:br>
            <a:r>
              <a:rPr lang="en-US" altLang="en-US" smtClean="0">
                <a:solidFill>
                  <a:srgbClr val="262626"/>
                </a:solidFill>
              </a:rPr>
              <a:t>Makes the frame perform the given action when it closes.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Common value passed: 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JFrame.EXIT_ON_CLOSE</a:t>
            </a:r>
            <a:endParaRPr lang="en-US" altLang="en-US" smtClean="0">
              <a:solidFill>
                <a:srgbClr val="404040"/>
              </a:solidFill>
            </a:endParaRP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If not set, the program will never exit even if the frame is closed.</a:t>
            </a:r>
          </a:p>
          <a:p>
            <a:pPr lvl="1"/>
            <a:endParaRPr lang="en-US" altLang="en-US" smtClean="0">
              <a:solidFill>
                <a:srgbClr val="404040"/>
              </a:solidFill>
            </a:endParaRPr>
          </a:p>
          <a:p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void setSize(int width, int height)</a:t>
            </a:r>
            <a:r>
              <a:rPr lang="en-US" altLang="en-US" smtClean="0">
                <a:solidFill>
                  <a:srgbClr val="262626"/>
                </a:solidFill>
              </a:rPr>
              <a:t/>
            </a:r>
            <a:br>
              <a:rPr lang="en-US" altLang="en-US" smtClean="0">
                <a:solidFill>
                  <a:srgbClr val="262626"/>
                </a:solidFill>
              </a:rPr>
            </a:br>
            <a:r>
              <a:rPr lang="en-US" altLang="en-US" smtClean="0">
                <a:solidFill>
                  <a:srgbClr val="262626"/>
                </a:solidFill>
              </a:rPr>
              <a:t>Gives the frame a fixed size in pixels.</a:t>
            </a:r>
          </a:p>
          <a:p>
            <a:pPr lvl="1"/>
            <a:endParaRPr lang="en-US" altLang="en-US" smtClean="0">
              <a:solidFill>
                <a:srgbClr val="404040"/>
              </a:solidFill>
            </a:endParaRPr>
          </a:p>
          <a:p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void pack()</a:t>
            </a:r>
            <a:r>
              <a:rPr lang="en-US" altLang="en-US" smtClean="0">
                <a:solidFill>
                  <a:srgbClr val="262626"/>
                </a:solidFill>
              </a:rPr>
              <a:t/>
            </a:r>
            <a:br>
              <a:rPr lang="en-US" altLang="en-US" smtClean="0">
                <a:solidFill>
                  <a:srgbClr val="262626"/>
                </a:solidFill>
              </a:rPr>
            </a:br>
            <a:r>
              <a:rPr lang="en-US" altLang="en-US" smtClean="0">
                <a:solidFill>
                  <a:srgbClr val="262626"/>
                </a:solidFill>
              </a:rPr>
              <a:t>Resizes the frame to fit the components inside it snugly.</a:t>
            </a:r>
          </a:p>
        </p:txBody>
      </p:sp>
      <p:pic>
        <p:nvPicPr>
          <p:cNvPr id="12292" name="Picture 4" descr="jfra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504825"/>
            <a:ext cx="2209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130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JButton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i="1" smtClean="0">
                <a:solidFill>
                  <a:srgbClr val="262626"/>
                </a:solidFill>
              </a:rPr>
              <a:t>	a clickable region for causing actions to occur</a:t>
            </a:r>
          </a:p>
          <a:p>
            <a:endParaRPr lang="en-US" altLang="en-US" smtClean="0">
              <a:solidFill>
                <a:srgbClr val="262626"/>
              </a:solidFill>
            </a:endParaRPr>
          </a:p>
          <a:p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JButton(String text)</a:t>
            </a:r>
            <a:r>
              <a:rPr lang="en-US" altLang="en-US" smtClean="0">
                <a:solidFill>
                  <a:srgbClr val="262626"/>
                </a:solidFill>
              </a:rPr>
              <a:t/>
            </a:r>
            <a:br>
              <a:rPr lang="en-US" altLang="en-US" smtClean="0">
                <a:solidFill>
                  <a:srgbClr val="262626"/>
                </a:solidFill>
              </a:rPr>
            </a:br>
            <a:r>
              <a:rPr lang="en-US" altLang="en-US" smtClean="0">
                <a:solidFill>
                  <a:srgbClr val="262626"/>
                </a:solidFill>
              </a:rPr>
              <a:t>Creates a new button with the given string as its text.</a:t>
            </a:r>
          </a:p>
          <a:p>
            <a:pPr lvl="1"/>
            <a:endParaRPr lang="en-US" altLang="en-US" smtClean="0">
              <a:solidFill>
                <a:srgbClr val="404040"/>
              </a:solidFill>
            </a:endParaRPr>
          </a:p>
          <a:p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String getText()</a:t>
            </a:r>
            <a:r>
              <a:rPr lang="en-US" altLang="en-US" smtClean="0">
                <a:solidFill>
                  <a:srgbClr val="262626"/>
                </a:solidFill>
              </a:rPr>
              <a:t/>
            </a:r>
            <a:br>
              <a:rPr lang="en-US" altLang="en-US" smtClean="0">
                <a:solidFill>
                  <a:srgbClr val="262626"/>
                </a:solidFill>
              </a:rPr>
            </a:br>
            <a:r>
              <a:rPr lang="en-US" altLang="en-US" smtClean="0">
                <a:solidFill>
                  <a:srgbClr val="262626"/>
                </a:solidFill>
              </a:rPr>
              <a:t>Returns the text showing on the button.</a:t>
            </a:r>
          </a:p>
          <a:p>
            <a:pPr lvl="1"/>
            <a:endParaRPr lang="en-US" altLang="en-US" smtClean="0">
              <a:solidFill>
                <a:srgbClr val="404040"/>
              </a:solidFill>
            </a:endParaRPr>
          </a:p>
          <a:p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void setText(String text)</a:t>
            </a:r>
            <a:r>
              <a:rPr lang="en-US" altLang="en-US" smtClean="0">
                <a:solidFill>
                  <a:srgbClr val="262626"/>
                </a:solidFill>
              </a:rPr>
              <a:t/>
            </a:r>
            <a:br>
              <a:rPr lang="en-US" altLang="en-US" smtClean="0">
                <a:solidFill>
                  <a:srgbClr val="262626"/>
                </a:solidFill>
              </a:rPr>
            </a:br>
            <a:r>
              <a:rPr lang="en-US" altLang="en-US" smtClean="0">
                <a:solidFill>
                  <a:srgbClr val="262626"/>
                </a:solidFill>
              </a:rPr>
              <a:t>Sets button's text to be the given string.</a:t>
            </a:r>
          </a:p>
        </p:txBody>
      </p:sp>
      <p:pic>
        <p:nvPicPr>
          <p:cNvPr id="13316" name="Picture 5" descr="jbutt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4" t="10487" r="65831" b="80890"/>
          <a:stretch>
            <a:fillRect/>
          </a:stretch>
        </p:blipFill>
        <p:spPr bwMode="auto">
          <a:xfrm>
            <a:off x="6537325" y="547688"/>
            <a:ext cx="2301875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97743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GUI example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import java.awt.*;      </a:t>
            </a:r>
            <a:r>
              <a:rPr lang="en-US" altLang="en-US" sz="1800" smtClean="0">
                <a:solidFill>
                  <a:schemeClr val="hlink"/>
                </a:solidFill>
                <a:latin typeface="Courier New" panose="02070309020205020404" pitchFamily="49" charset="0"/>
              </a:rPr>
              <a:t>// Where is the other button?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import javax.swing.*;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z="12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public class GuiExample1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public static void main(String[] args)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JFrame frame = new JFrame();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frame.setDefaultCloseOperation(JFrame.EXIT_ON_CLOSE);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frame.setSize(new Dimension(300, 100));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frame.setTitle("A frame");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z="12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JButton button1 = new JButton();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button1.setText("I'm a button.");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button1.setBackground(Color.BLUE);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frame.add(button1);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z="12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JButton button2 = new JButton();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button2.setText("Click me!");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button2.setBackground(Color.RED);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frame.add(button2);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z="12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frame.setVisible(true);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}</a:t>
            </a:r>
          </a:p>
        </p:txBody>
      </p:sp>
      <p:pic>
        <p:nvPicPr>
          <p:cNvPr id="14340" name="Picture 4" descr="componentsexampl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600700"/>
            <a:ext cx="30861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135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Sizing and positioning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i="1" smtClean="0">
                <a:solidFill>
                  <a:srgbClr val="262626"/>
                </a:solidFill>
              </a:rPr>
              <a:t>	How does the programmer specify where each component appears, how big each component should be, and what the component should do if the window is resized / moved / maximized / etc.?</a:t>
            </a:r>
          </a:p>
          <a:p>
            <a:pPr>
              <a:buFontTx/>
              <a:buNone/>
            </a:pPr>
            <a:endParaRPr lang="en-US" altLang="en-US" smtClean="0">
              <a:solidFill>
                <a:srgbClr val="262626"/>
              </a:solidFill>
            </a:endParaRPr>
          </a:p>
          <a:p>
            <a:r>
              <a:rPr lang="en-US" altLang="en-US" b="1" smtClean="0">
                <a:solidFill>
                  <a:srgbClr val="262626"/>
                </a:solidFill>
              </a:rPr>
              <a:t>Absolute positioning</a:t>
            </a:r>
            <a:r>
              <a:rPr lang="en-US" altLang="en-US" smtClean="0">
                <a:solidFill>
                  <a:srgbClr val="262626"/>
                </a:solidFill>
              </a:rPr>
              <a:t> (C++, C#, others):</a:t>
            </a:r>
            <a:br>
              <a:rPr lang="en-US" altLang="en-US" smtClean="0">
                <a:solidFill>
                  <a:srgbClr val="262626"/>
                </a:solidFill>
              </a:rPr>
            </a:br>
            <a:r>
              <a:rPr lang="en-US" altLang="en-US" smtClean="0">
                <a:solidFill>
                  <a:srgbClr val="262626"/>
                </a:solidFill>
              </a:rPr>
              <a:t>Programmer specifies exact pixel coordinates of every component.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"Put this button at (x=15, y=75) and make it 70x31 px in size."</a:t>
            </a:r>
          </a:p>
          <a:p>
            <a:pPr lvl="1"/>
            <a:endParaRPr lang="en-US" altLang="en-US" smtClean="0">
              <a:solidFill>
                <a:srgbClr val="404040"/>
              </a:solidFill>
            </a:endParaRPr>
          </a:p>
          <a:p>
            <a:r>
              <a:rPr lang="en-US" altLang="en-US" b="1" smtClean="0">
                <a:solidFill>
                  <a:srgbClr val="262626"/>
                </a:solidFill>
              </a:rPr>
              <a:t>Layout managers</a:t>
            </a:r>
            <a:r>
              <a:rPr lang="en-US" altLang="en-US" smtClean="0">
                <a:solidFill>
                  <a:srgbClr val="262626"/>
                </a:solidFill>
              </a:rPr>
              <a:t> (Java):</a:t>
            </a:r>
            <a:br>
              <a:rPr lang="en-US" altLang="en-US" smtClean="0">
                <a:solidFill>
                  <a:srgbClr val="262626"/>
                </a:solidFill>
              </a:rPr>
            </a:br>
            <a:r>
              <a:rPr lang="en-US" altLang="en-US" smtClean="0">
                <a:solidFill>
                  <a:srgbClr val="262626"/>
                </a:solidFill>
              </a:rPr>
              <a:t>Objects that decide where to position each component based on some general rules or criteria.</a:t>
            </a:r>
            <a:endParaRPr lang="en-US" altLang="en-US" sz="2800" smtClean="0">
              <a:solidFill>
                <a:srgbClr val="262626"/>
              </a:solidFill>
            </a:endParaRP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"Put these four buttons into a 2x2 grid and put these text boxes in a horizontal flow in the south part of the frame."</a:t>
            </a:r>
          </a:p>
        </p:txBody>
      </p:sp>
    </p:spTree>
    <p:extLst>
      <p:ext uri="{BB962C8B-B14F-4D97-AF65-F5344CB8AC3E}">
        <p14:creationId xmlns:p14="http://schemas.microsoft.com/office/powerpoint/2010/main" val="229699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Containers and layout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en-US" smtClean="0">
                <a:solidFill>
                  <a:srgbClr val="262626"/>
                </a:solidFill>
              </a:rPr>
              <a:t>Place components in a </a:t>
            </a:r>
            <a:r>
              <a:rPr lang="en-US" altLang="en-US" i="1" smtClean="0">
                <a:solidFill>
                  <a:srgbClr val="262626"/>
                </a:solidFill>
              </a:rPr>
              <a:t>container</a:t>
            </a:r>
            <a:r>
              <a:rPr lang="en-US" altLang="en-US" smtClean="0">
                <a:solidFill>
                  <a:srgbClr val="262626"/>
                </a:solidFill>
              </a:rPr>
              <a:t>;  add the container to a frame.</a:t>
            </a:r>
          </a:p>
          <a:p>
            <a:pPr lvl="1"/>
            <a:r>
              <a:rPr lang="en-US" altLang="en-US" b="1" smtClean="0">
                <a:solidFill>
                  <a:srgbClr val="404040"/>
                </a:solidFill>
              </a:rPr>
              <a:t>container</a:t>
            </a:r>
            <a:r>
              <a:rPr lang="en-US" altLang="en-US" smtClean="0">
                <a:solidFill>
                  <a:srgbClr val="404040"/>
                </a:solidFill>
              </a:rPr>
              <a:t>:</a:t>
            </a:r>
            <a:r>
              <a:rPr lang="en-US" altLang="en-US" b="1" smtClean="0">
                <a:solidFill>
                  <a:srgbClr val="404040"/>
                </a:solidFill>
              </a:rPr>
              <a:t> </a:t>
            </a:r>
            <a:r>
              <a:rPr lang="en-US" altLang="en-US" smtClean="0">
                <a:solidFill>
                  <a:srgbClr val="404040"/>
                </a:solidFill>
              </a:rPr>
              <a:t>An object that stores components and governs their positions, sizes, and resizing behavior.</a:t>
            </a:r>
          </a:p>
        </p:txBody>
      </p:sp>
      <p:pic>
        <p:nvPicPr>
          <p:cNvPr id="16388" name="Picture 4" descr="26allLayou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617788"/>
            <a:ext cx="6172200" cy="385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0954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JFrame as container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mtClean="0">
                <a:solidFill>
                  <a:srgbClr val="262626"/>
                </a:solidFill>
              </a:rPr>
              <a:t>	A </a:t>
            </a: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JFrame</a:t>
            </a:r>
            <a:r>
              <a:rPr lang="en-US" altLang="en-US" smtClean="0">
                <a:solidFill>
                  <a:srgbClr val="262626"/>
                </a:solidFill>
              </a:rPr>
              <a:t> is a container.  Containers have these methods:</a:t>
            </a:r>
          </a:p>
          <a:p>
            <a:pPr lvl="1"/>
            <a:endParaRPr lang="en-US" altLang="en-US" sz="1200" smtClean="0">
              <a:solidFill>
                <a:srgbClr val="404040"/>
              </a:solidFill>
            </a:endParaRPr>
          </a:p>
          <a:p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void </a:t>
            </a:r>
            <a:r>
              <a:rPr lang="en-US" altLang="en-US" b="1" smtClean="0">
                <a:solidFill>
                  <a:srgbClr val="262626"/>
                </a:solidFill>
                <a:latin typeface="Courier New" panose="02070309020205020404" pitchFamily="49" charset="0"/>
              </a:rPr>
              <a:t>add</a:t>
            </a: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(Component comp)</a:t>
            </a:r>
            <a:b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</a:b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void </a:t>
            </a:r>
            <a:r>
              <a:rPr lang="en-US" altLang="en-US" b="1" smtClean="0">
                <a:solidFill>
                  <a:srgbClr val="262626"/>
                </a:solidFill>
                <a:latin typeface="Courier New" panose="02070309020205020404" pitchFamily="49" charset="0"/>
              </a:rPr>
              <a:t>add</a:t>
            </a: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(Component comp, Object info)</a:t>
            </a:r>
            <a:r>
              <a:rPr lang="en-US" altLang="en-US" smtClean="0">
                <a:solidFill>
                  <a:srgbClr val="262626"/>
                </a:solidFill>
              </a:rPr>
              <a:t/>
            </a:r>
            <a:br>
              <a:rPr lang="en-US" altLang="en-US" smtClean="0">
                <a:solidFill>
                  <a:srgbClr val="262626"/>
                </a:solidFill>
              </a:rPr>
            </a:br>
            <a:r>
              <a:rPr lang="en-US" altLang="en-US" smtClean="0">
                <a:solidFill>
                  <a:srgbClr val="262626"/>
                </a:solidFill>
              </a:rPr>
              <a:t>Adds a component to the container, possibly giving extra information about where to place it.</a:t>
            </a:r>
          </a:p>
          <a:p>
            <a:pPr lvl="1"/>
            <a:endParaRPr lang="en-US" altLang="en-US" sz="1200" smtClean="0">
              <a:solidFill>
                <a:srgbClr val="404040"/>
              </a:solidFill>
            </a:endParaRPr>
          </a:p>
          <a:p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void </a:t>
            </a:r>
            <a:r>
              <a:rPr lang="en-US" altLang="en-US" b="1" smtClean="0">
                <a:solidFill>
                  <a:srgbClr val="262626"/>
                </a:solidFill>
                <a:latin typeface="Courier New" panose="02070309020205020404" pitchFamily="49" charset="0"/>
              </a:rPr>
              <a:t>remove</a:t>
            </a: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(Component comp)</a:t>
            </a:r>
          </a:p>
          <a:p>
            <a:pPr lvl="1"/>
            <a:endParaRPr lang="en-US" altLang="en-US" sz="1200" smtClean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void </a:t>
            </a:r>
            <a:r>
              <a:rPr lang="en-US" altLang="en-US" b="1" smtClean="0">
                <a:solidFill>
                  <a:srgbClr val="262626"/>
                </a:solidFill>
                <a:latin typeface="Courier New" panose="02070309020205020404" pitchFamily="49" charset="0"/>
              </a:rPr>
              <a:t>setLayout</a:t>
            </a: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(LayoutManager mgr)</a:t>
            </a:r>
            <a:r>
              <a:rPr lang="en-US" altLang="en-US" smtClean="0">
                <a:solidFill>
                  <a:srgbClr val="262626"/>
                </a:solidFill>
              </a:rPr>
              <a:t/>
            </a:r>
            <a:br>
              <a:rPr lang="en-US" altLang="en-US" smtClean="0">
                <a:solidFill>
                  <a:srgbClr val="262626"/>
                </a:solidFill>
              </a:rPr>
            </a:br>
            <a:r>
              <a:rPr lang="en-US" altLang="en-US" smtClean="0">
                <a:solidFill>
                  <a:srgbClr val="262626"/>
                </a:solidFill>
              </a:rPr>
              <a:t>Uses the given layout manager to position components.</a:t>
            </a:r>
          </a:p>
          <a:p>
            <a:pPr lvl="1"/>
            <a:endParaRPr lang="en-US" altLang="en-US" sz="1200" smtClean="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void </a:t>
            </a:r>
            <a:r>
              <a:rPr lang="en-US" altLang="en-US" b="1" smtClean="0">
                <a:solidFill>
                  <a:srgbClr val="262626"/>
                </a:solidFill>
                <a:latin typeface="Courier New" panose="02070309020205020404" pitchFamily="49" charset="0"/>
              </a:rPr>
              <a:t>validate</a:t>
            </a: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()</a:t>
            </a:r>
            <a:r>
              <a:rPr lang="en-US" altLang="en-US" smtClean="0">
                <a:solidFill>
                  <a:srgbClr val="262626"/>
                </a:solidFill>
              </a:rPr>
              <a:t/>
            </a:r>
            <a:br>
              <a:rPr lang="en-US" altLang="en-US" smtClean="0">
                <a:solidFill>
                  <a:srgbClr val="262626"/>
                </a:solidFill>
              </a:rPr>
            </a:br>
            <a:r>
              <a:rPr lang="en-US" altLang="en-US" smtClean="0">
                <a:solidFill>
                  <a:srgbClr val="262626"/>
                </a:solidFill>
              </a:rPr>
              <a:t>Refreshes the layout (if it changes after the container is onscreen).</a:t>
            </a:r>
          </a:p>
        </p:txBody>
      </p:sp>
    </p:spTree>
    <p:extLst>
      <p:ext uri="{BB962C8B-B14F-4D97-AF65-F5344CB8AC3E}">
        <p14:creationId xmlns:p14="http://schemas.microsoft.com/office/powerpoint/2010/main" val="1280673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Preferred sizes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tabLst>
                <a:tab pos="860425" algn="l"/>
                <a:tab pos="1143000" algn="l"/>
                <a:tab pos="1431925" algn="l"/>
                <a:tab pos="1774825" algn="l"/>
                <a:tab pos="4738688" algn="l"/>
              </a:tabLst>
            </a:pPr>
            <a:r>
              <a:rPr lang="en-US" altLang="en-US" smtClean="0">
                <a:solidFill>
                  <a:srgbClr val="262626"/>
                </a:solidFill>
              </a:rPr>
              <a:t>Swing component objects each have a certain size they would "like" to be: Just large enough to fit their contents (text, icons, etc.).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1774825" algn="l"/>
                <a:tab pos="4738688" algn="l"/>
              </a:tabLst>
            </a:pPr>
            <a:r>
              <a:rPr lang="en-US" altLang="en-US" smtClean="0">
                <a:solidFill>
                  <a:srgbClr val="404040"/>
                </a:solidFill>
              </a:rPr>
              <a:t>This is called the </a:t>
            </a:r>
            <a:r>
              <a:rPr lang="en-US" altLang="en-US" i="1" smtClean="0">
                <a:solidFill>
                  <a:srgbClr val="404040"/>
                </a:solidFill>
              </a:rPr>
              <a:t>preferred size</a:t>
            </a:r>
            <a:r>
              <a:rPr lang="en-US" altLang="en-US" smtClean="0">
                <a:solidFill>
                  <a:srgbClr val="404040"/>
                </a:solidFill>
              </a:rPr>
              <a:t> of the component.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1774825" algn="l"/>
                <a:tab pos="4738688" algn="l"/>
              </a:tabLst>
            </a:pPr>
            <a:endParaRPr lang="en-US" altLang="en-US" sz="1200" smtClean="0">
              <a:solidFill>
                <a:srgbClr val="404040"/>
              </a:solidFill>
            </a:endParaRPr>
          </a:p>
          <a:p>
            <a:pPr lvl="1">
              <a:tabLst>
                <a:tab pos="860425" algn="l"/>
                <a:tab pos="1143000" algn="l"/>
                <a:tab pos="1431925" algn="l"/>
                <a:tab pos="1774825" algn="l"/>
                <a:tab pos="4738688" algn="l"/>
              </a:tabLst>
            </a:pPr>
            <a:r>
              <a:rPr lang="en-US" altLang="en-US" smtClean="0">
                <a:solidFill>
                  <a:srgbClr val="404040"/>
                </a:solidFill>
              </a:rPr>
              <a:t>Some types of layout managers (e.g.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FlowLayout</a:t>
            </a:r>
            <a:r>
              <a:rPr lang="en-US" altLang="en-US" smtClean="0">
                <a:solidFill>
                  <a:srgbClr val="404040"/>
                </a:solidFill>
              </a:rPr>
              <a:t>) choose to size the components inside them to the preferred size.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1774825" algn="l"/>
                <a:tab pos="4738688" algn="l"/>
              </a:tabLst>
            </a:pPr>
            <a:r>
              <a:rPr lang="en-US" altLang="en-US" smtClean="0">
                <a:solidFill>
                  <a:srgbClr val="404040"/>
                </a:solidFill>
              </a:rPr>
              <a:t>Others (e.g.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BorderLayout</a:t>
            </a:r>
            <a:r>
              <a:rPr lang="en-US" altLang="en-US" smtClean="0">
                <a:solidFill>
                  <a:srgbClr val="404040"/>
                </a:solidFill>
              </a:rPr>
              <a:t>,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GridLayout</a:t>
            </a:r>
            <a:r>
              <a:rPr lang="en-US" altLang="en-US" smtClean="0">
                <a:solidFill>
                  <a:srgbClr val="404040"/>
                </a:solidFill>
              </a:rPr>
              <a:t>) disregard the preferred size and use some other scheme to size the components.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1774825" algn="l"/>
                <a:tab pos="4738688" algn="l"/>
              </a:tabLst>
            </a:pPr>
            <a:endParaRPr lang="en-US" altLang="en-US" sz="1200" smtClean="0">
              <a:solidFill>
                <a:srgbClr val="404040"/>
              </a:solidFill>
            </a:endParaRPr>
          </a:p>
          <a:p>
            <a:pPr>
              <a:buFontTx/>
              <a:buNone/>
              <a:tabLst>
                <a:tab pos="860425" algn="l"/>
                <a:tab pos="1143000" algn="l"/>
                <a:tab pos="1431925" algn="l"/>
                <a:tab pos="1774825" algn="l"/>
                <a:tab pos="4738688" algn="l"/>
              </a:tabLst>
            </a:pPr>
            <a:r>
              <a:rPr lang="en-US" altLang="en-US" i="1" smtClean="0">
                <a:solidFill>
                  <a:srgbClr val="262626"/>
                </a:solidFill>
              </a:rPr>
              <a:t>	Buttons at preferred size:	Not preferred size:</a:t>
            </a:r>
            <a:endParaRPr lang="en-US" altLang="en-US" smtClean="0">
              <a:solidFill>
                <a:srgbClr val="262626"/>
              </a:solidFill>
            </a:endParaRPr>
          </a:p>
        </p:txBody>
      </p:sp>
      <p:pic>
        <p:nvPicPr>
          <p:cNvPr id="18436" name="Picture 4" descr="border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84" b="21649"/>
          <a:stretch>
            <a:fillRect/>
          </a:stretch>
        </p:blipFill>
        <p:spPr bwMode="auto">
          <a:xfrm>
            <a:off x="4876800" y="4876800"/>
            <a:ext cx="3352800" cy="130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5" descr="flowlayou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395"/>
          <a:stretch>
            <a:fillRect/>
          </a:stretch>
        </p:blipFill>
        <p:spPr bwMode="auto">
          <a:xfrm>
            <a:off x="685800" y="4881563"/>
            <a:ext cx="2133600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369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FlowLayout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FlowLayout()</a:t>
            </a:r>
          </a:p>
          <a:p>
            <a:pPr>
              <a:buFontTx/>
              <a:buNone/>
            </a:pPr>
            <a:endParaRPr lang="en-US" altLang="en-US" sz="12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r>
              <a:rPr lang="en-US" altLang="en-US" smtClean="0">
                <a:solidFill>
                  <a:srgbClr val="262626"/>
                </a:solidFill>
              </a:rPr>
              <a:t>treats container as a left-to-right, top-to-bottom "paragraph".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Components are given preferred size, horizontally and vertically.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Components are positioned in the order added.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If too long, components wrap around to the next line.</a:t>
            </a:r>
          </a:p>
          <a:p>
            <a:pPr>
              <a:buFontTx/>
              <a:buNone/>
            </a:pPr>
            <a:endParaRPr lang="en-US" altLang="en-US" sz="1200" smtClean="0">
              <a:solidFill>
                <a:srgbClr val="262626"/>
              </a:solidFill>
            </a:endParaRPr>
          </a:p>
          <a:p>
            <a:pPr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	myFrame.setLayout(</a:t>
            </a:r>
            <a:r>
              <a:rPr lang="en-US" altLang="en-US" sz="1800" b="1" smtClean="0">
                <a:solidFill>
                  <a:srgbClr val="262626"/>
                </a:solidFill>
                <a:latin typeface="Courier New" panose="02070309020205020404" pitchFamily="49" charset="0"/>
              </a:rPr>
              <a:t>new FlowLayout()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	myFrame.add(new JButton("Button 1"));</a:t>
            </a:r>
            <a:endParaRPr lang="en-US" altLang="en-US" sz="3200" smtClean="0">
              <a:solidFill>
                <a:srgbClr val="262626"/>
              </a:solidFill>
            </a:endParaRPr>
          </a:p>
          <a:p>
            <a:pPr lvl="1"/>
            <a:endParaRPr lang="en-US" altLang="en-US" smtClean="0">
              <a:solidFill>
                <a:srgbClr val="404040"/>
              </a:solidFill>
            </a:endParaRPr>
          </a:p>
          <a:p>
            <a:pPr lvl="1"/>
            <a:endParaRPr lang="en-US" altLang="en-US" smtClean="0">
              <a:solidFill>
                <a:srgbClr val="404040"/>
              </a:solidFill>
            </a:endParaRPr>
          </a:p>
          <a:p>
            <a:pPr lvl="1"/>
            <a:endParaRPr lang="en-US" altLang="en-US" smtClean="0">
              <a:solidFill>
                <a:srgbClr val="404040"/>
              </a:solidFill>
            </a:endParaRPr>
          </a:p>
          <a:p>
            <a:pPr lvl="1"/>
            <a:endParaRPr lang="en-US" altLang="en-US" smtClean="0">
              <a:solidFill>
                <a:srgbClr val="404040"/>
              </a:solidFill>
            </a:endParaRP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The default layout for containers other than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JFrame</a:t>
            </a:r>
            <a:r>
              <a:rPr lang="en-US" altLang="en-US" smtClean="0">
                <a:solidFill>
                  <a:srgbClr val="404040"/>
                </a:solidFill>
              </a:rPr>
              <a:t> (seen later).</a:t>
            </a:r>
          </a:p>
        </p:txBody>
      </p:sp>
      <p:pic>
        <p:nvPicPr>
          <p:cNvPr id="19460" name="Picture 4" descr="flow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4648200"/>
            <a:ext cx="8480425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024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BorderLayout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BorderLayout()</a:t>
            </a:r>
            <a:endParaRPr lang="en-US" altLang="en-US" smtClean="0">
              <a:solidFill>
                <a:srgbClr val="262626"/>
              </a:solidFill>
            </a:endParaRPr>
          </a:p>
          <a:p>
            <a:pPr>
              <a:buFontTx/>
              <a:buNone/>
            </a:pPr>
            <a:endParaRPr lang="en-US" altLang="en-US" smtClean="0">
              <a:solidFill>
                <a:srgbClr val="262626"/>
              </a:solidFill>
            </a:endParaRPr>
          </a:p>
          <a:p>
            <a:r>
              <a:rPr lang="en-US" altLang="en-US" smtClean="0">
                <a:solidFill>
                  <a:srgbClr val="262626"/>
                </a:solidFill>
              </a:rPr>
              <a:t>Divides container into five regions: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NORTH</a:t>
            </a:r>
            <a:r>
              <a:rPr lang="en-US" altLang="en-US" smtClean="0">
                <a:solidFill>
                  <a:srgbClr val="404040"/>
                </a:solidFill>
              </a:rPr>
              <a:t> and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SOUTH</a:t>
            </a:r>
            <a:r>
              <a:rPr lang="en-US" altLang="en-US" smtClean="0">
                <a:solidFill>
                  <a:srgbClr val="404040"/>
                </a:solidFill>
              </a:rPr>
              <a:t> regions expand to fill region horizontally,</a:t>
            </a:r>
            <a:br>
              <a:rPr lang="en-US" altLang="en-US" smtClean="0">
                <a:solidFill>
                  <a:srgbClr val="404040"/>
                </a:solidFill>
              </a:rPr>
            </a:br>
            <a:r>
              <a:rPr lang="en-US" altLang="en-US" smtClean="0">
                <a:solidFill>
                  <a:srgbClr val="404040"/>
                </a:solidFill>
              </a:rPr>
              <a:t>and use the component's preferred size vertically.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WEST</a:t>
            </a:r>
            <a:r>
              <a:rPr lang="en-US" altLang="en-US" smtClean="0">
                <a:solidFill>
                  <a:srgbClr val="404040"/>
                </a:solidFill>
              </a:rPr>
              <a:t> and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EAST</a:t>
            </a:r>
            <a:r>
              <a:rPr lang="en-US" altLang="en-US" smtClean="0">
                <a:solidFill>
                  <a:srgbClr val="404040"/>
                </a:solidFill>
              </a:rPr>
              <a:t> regions expand to fill region vertically,</a:t>
            </a:r>
            <a:br>
              <a:rPr lang="en-US" altLang="en-US" smtClean="0">
                <a:solidFill>
                  <a:srgbClr val="404040"/>
                </a:solidFill>
              </a:rPr>
            </a:br>
            <a:r>
              <a:rPr lang="en-US" altLang="en-US" smtClean="0">
                <a:solidFill>
                  <a:srgbClr val="404040"/>
                </a:solidFill>
              </a:rPr>
              <a:t>and use the component's preferred size horizontally.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CENTER</a:t>
            </a:r>
            <a:r>
              <a:rPr lang="en-US" altLang="en-US" smtClean="0">
                <a:solidFill>
                  <a:srgbClr val="404040"/>
                </a:solidFill>
              </a:rPr>
              <a:t> uses all space not occupied by others.</a:t>
            </a:r>
          </a:p>
          <a:p>
            <a:pPr lvl="1"/>
            <a:endParaRPr lang="en-US" altLang="en-US" sz="1000" smtClean="0">
              <a:solidFill>
                <a:srgbClr val="404040"/>
              </a:solidFill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1900" smtClean="0">
                <a:solidFill>
                  <a:srgbClr val="404040"/>
                </a:solidFill>
                <a:latin typeface="Courier New" panose="02070309020205020404" pitchFamily="49" charset="0"/>
              </a:rPr>
              <a:t>myFrame.setLayout(</a:t>
            </a:r>
            <a:r>
              <a:rPr lang="en-US" altLang="en-US" sz="1900" b="1" smtClean="0">
                <a:solidFill>
                  <a:srgbClr val="404040"/>
                </a:solidFill>
                <a:latin typeface="Courier New" panose="02070309020205020404" pitchFamily="49" charset="0"/>
              </a:rPr>
              <a:t>new BorderLayout()</a:t>
            </a:r>
            <a:r>
              <a:rPr lang="en-US" altLang="en-US" sz="1900" smtClean="0">
                <a:solidFill>
                  <a:srgbClr val="404040"/>
                </a:solidFill>
                <a:latin typeface="Courier New" panose="02070309020205020404" pitchFamily="49" charset="0"/>
              </a:rPr>
              <a:t>);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1900" smtClean="0">
                <a:solidFill>
                  <a:srgbClr val="404040"/>
                </a:solidFill>
                <a:latin typeface="Courier New" panose="02070309020205020404" pitchFamily="49" charset="0"/>
              </a:rPr>
              <a:t>myFrame.add(new JButton("Button 1"), </a:t>
            </a:r>
            <a:r>
              <a:rPr lang="en-US" altLang="en-US" sz="1900" b="1" smtClean="0">
                <a:solidFill>
                  <a:srgbClr val="404040"/>
                </a:solidFill>
                <a:latin typeface="Courier New" panose="02070309020205020404" pitchFamily="49" charset="0"/>
              </a:rPr>
              <a:t>BorderLayout.NORTH</a:t>
            </a:r>
            <a:r>
              <a:rPr lang="en-US" altLang="en-US" sz="1900" smtClean="0">
                <a:solidFill>
                  <a:srgbClr val="40404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buFontTx/>
              <a:buNone/>
            </a:pPr>
            <a:endParaRPr lang="en-US" altLang="en-US" sz="1900" smtClean="0">
              <a:solidFill>
                <a:srgbClr val="262626"/>
              </a:solidFill>
            </a:endParaRP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This is the default layout for a </a:t>
            </a:r>
            <a:r>
              <a:rPr lang="en-US" altLang="en-US" smtClean="0">
                <a:solidFill>
                  <a:srgbClr val="404040"/>
                </a:solidFill>
                <a:latin typeface="Courier New" panose="02070309020205020404" pitchFamily="49" charset="0"/>
              </a:rPr>
              <a:t>JFrame</a:t>
            </a:r>
            <a:r>
              <a:rPr lang="en-US" altLang="en-US" smtClean="0">
                <a:solidFill>
                  <a:srgbClr val="404040"/>
                </a:solidFill>
              </a:rPr>
              <a:t>.</a:t>
            </a:r>
          </a:p>
        </p:txBody>
      </p:sp>
      <p:pic>
        <p:nvPicPr>
          <p:cNvPr id="20484" name="Picture 4" descr="border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219200"/>
            <a:ext cx="3581400" cy="117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146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GridLayout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GridLayout(int rows, int columns)</a:t>
            </a:r>
          </a:p>
          <a:p>
            <a:endParaRPr lang="en-US" altLang="en-US" smtClean="0">
              <a:solidFill>
                <a:srgbClr val="262626"/>
              </a:solidFill>
            </a:endParaRPr>
          </a:p>
          <a:p>
            <a:r>
              <a:rPr lang="en-US" altLang="en-US" smtClean="0">
                <a:solidFill>
                  <a:srgbClr val="262626"/>
                </a:solidFill>
              </a:rPr>
              <a:t>Treats container as a grid of equally-sized rows and columns.</a:t>
            </a:r>
          </a:p>
          <a:p>
            <a:r>
              <a:rPr lang="en-US" altLang="en-US" smtClean="0">
                <a:solidFill>
                  <a:srgbClr val="262626"/>
                </a:solidFill>
              </a:rPr>
              <a:t>Components are given equal horizontal / vertical size, disregarding preferred size.</a:t>
            </a:r>
          </a:p>
          <a:p>
            <a:r>
              <a:rPr lang="en-US" altLang="en-US" smtClean="0">
                <a:solidFill>
                  <a:srgbClr val="262626"/>
                </a:solidFill>
              </a:rPr>
              <a:t>Can specify 0 rows or columns to indicate expansion in that direction as needed.</a:t>
            </a:r>
          </a:p>
        </p:txBody>
      </p:sp>
      <p:pic>
        <p:nvPicPr>
          <p:cNvPr id="21508" name="Picture 4" descr="gridlay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510088"/>
            <a:ext cx="5943600" cy="166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7578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3946" y="461368"/>
            <a:ext cx="44348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GUI</a:t>
            </a:r>
            <a:r>
              <a:rPr sz="4400" spc="-45" dirty="0"/>
              <a:t> </a:t>
            </a:r>
            <a:r>
              <a:rPr sz="4400" dirty="0"/>
              <a:t>Class</a:t>
            </a:r>
            <a:r>
              <a:rPr sz="4400" spc="-40" dirty="0"/>
              <a:t> </a:t>
            </a:r>
            <a:r>
              <a:rPr sz="4400" spc="-10" dirty="0"/>
              <a:t>Hierarchy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539430" y="1953672"/>
            <a:ext cx="1078230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25"/>
              </a:spcBef>
            </a:pPr>
            <a:r>
              <a:rPr sz="1350" spc="-10" dirty="0">
                <a:latin typeface="Times New Roman"/>
                <a:cs typeface="Times New Roman"/>
              </a:rPr>
              <a:t>Dimension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9430" y="2415349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125"/>
              </a:spcBef>
            </a:pPr>
            <a:r>
              <a:rPr sz="1350" spc="-20" dirty="0">
                <a:latin typeface="Times New Roman"/>
                <a:cs typeface="Times New Roman"/>
              </a:rPr>
              <a:t>Font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9430" y="2877026"/>
            <a:ext cx="1078230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25"/>
              </a:spcBef>
            </a:pPr>
            <a:r>
              <a:rPr sz="1350" i="1" spc="-10" dirty="0">
                <a:latin typeface="Times New Roman"/>
                <a:cs typeface="Times New Roman"/>
              </a:rPr>
              <a:t>FontMetrics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9430" y="4262056"/>
            <a:ext cx="924560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30"/>
              </a:spcBef>
            </a:pPr>
            <a:r>
              <a:rPr sz="1350" i="1" spc="-10" dirty="0">
                <a:latin typeface="Times New Roman"/>
                <a:cs typeface="Times New Roman"/>
              </a:rPr>
              <a:t>Component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9430" y="3800379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0"/>
              </a:spcBef>
            </a:pPr>
            <a:r>
              <a:rPr sz="1350" i="1" spc="-10" dirty="0">
                <a:latin typeface="Times New Roman"/>
                <a:cs typeface="Times New Roman"/>
              </a:rPr>
              <a:t>Graphics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257" y="3338702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latin typeface="Times New Roman"/>
                <a:cs typeface="Times New Roman"/>
              </a:rPr>
              <a:t>Object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9430" y="3338702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latin typeface="Times New Roman"/>
                <a:cs typeface="Times New Roman"/>
              </a:rPr>
              <a:t>Color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20364" y="4262056"/>
            <a:ext cx="924560" cy="307975"/>
          </a:xfrm>
          <a:custGeom>
            <a:avLst/>
            <a:gdLst/>
            <a:ahLst/>
            <a:cxnLst/>
            <a:rect l="l" t="t" r="r" b="b"/>
            <a:pathLst>
              <a:path w="924560" h="307975">
                <a:moveTo>
                  <a:pt x="924020" y="0"/>
                </a:moveTo>
                <a:lnTo>
                  <a:pt x="0" y="0"/>
                </a:lnTo>
                <a:lnTo>
                  <a:pt x="0" y="307753"/>
                </a:lnTo>
                <a:lnTo>
                  <a:pt x="924020" y="307753"/>
                </a:lnTo>
                <a:lnTo>
                  <a:pt x="924020" y="0"/>
                </a:lnTo>
                <a:close/>
              </a:path>
            </a:pathLst>
          </a:custGeom>
          <a:ln w="154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30727" y="4265208"/>
            <a:ext cx="70294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Times New Roman"/>
                <a:cs typeface="Times New Roman"/>
              </a:rPr>
              <a:t>Container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14481" y="3338702"/>
            <a:ext cx="924560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latin typeface="Times New Roman"/>
                <a:cs typeface="Times New Roman"/>
              </a:rPr>
              <a:t>Panel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00559" y="3338702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latin typeface="Times New Roman"/>
                <a:cs typeface="Times New Roman"/>
              </a:rPr>
              <a:t>Applet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00559" y="4262056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latin typeface="Times New Roman"/>
                <a:cs typeface="Times New Roman"/>
              </a:rPr>
              <a:t>Frame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0559" y="4723733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latin typeface="Times New Roman"/>
                <a:cs typeface="Times New Roman"/>
              </a:rPr>
              <a:t>Dialog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14481" y="4262056"/>
            <a:ext cx="924560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latin typeface="Times New Roman"/>
                <a:cs typeface="Times New Roman"/>
              </a:rPr>
              <a:t>Window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72330" y="2099659"/>
            <a:ext cx="7562215" cy="4171315"/>
            <a:chOff x="1372330" y="2099659"/>
            <a:chExt cx="7562215" cy="4171315"/>
          </a:xfrm>
        </p:grpSpPr>
        <p:sp>
          <p:nvSpPr>
            <p:cNvPr id="18" name="object 18"/>
            <p:cNvSpPr/>
            <p:nvPr/>
          </p:nvSpPr>
          <p:spPr>
            <a:xfrm>
              <a:off x="1380267" y="2107596"/>
              <a:ext cx="159385" cy="2308860"/>
            </a:xfrm>
            <a:custGeom>
              <a:avLst/>
              <a:gdLst/>
              <a:ahLst/>
              <a:cxnLst/>
              <a:rect l="l" t="t" r="r" b="b"/>
              <a:pathLst>
                <a:path w="159384" h="2308860">
                  <a:moveTo>
                    <a:pt x="159162" y="0"/>
                  </a:moveTo>
                  <a:lnTo>
                    <a:pt x="0" y="0"/>
                  </a:lnTo>
                </a:path>
                <a:path w="159384" h="2308860">
                  <a:moveTo>
                    <a:pt x="159162" y="461676"/>
                  </a:moveTo>
                  <a:lnTo>
                    <a:pt x="0" y="461676"/>
                  </a:lnTo>
                </a:path>
                <a:path w="159384" h="2308860">
                  <a:moveTo>
                    <a:pt x="159162" y="923353"/>
                  </a:moveTo>
                  <a:lnTo>
                    <a:pt x="0" y="923353"/>
                  </a:lnTo>
                </a:path>
                <a:path w="159384" h="2308860">
                  <a:moveTo>
                    <a:pt x="159162" y="1385030"/>
                  </a:moveTo>
                  <a:lnTo>
                    <a:pt x="0" y="1385030"/>
                  </a:lnTo>
                </a:path>
                <a:path w="159384" h="2308860">
                  <a:moveTo>
                    <a:pt x="159162" y="1846707"/>
                  </a:moveTo>
                  <a:lnTo>
                    <a:pt x="0" y="1846707"/>
                  </a:lnTo>
                </a:path>
                <a:path w="159384" h="2308860">
                  <a:moveTo>
                    <a:pt x="159162" y="2308383"/>
                  </a:moveTo>
                  <a:lnTo>
                    <a:pt x="0" y="2308383"/>
                  </a:lnTo>
                </a:path>
                <a:path w="159384" h="2308860">
                  <a:moveTo>
                    <a:pt x="0" y="2308383"/>
                  </a:moveTo>
                  <a:lnTo>
                    <a:pt x="0" y="0"/>
                  </a:lnTo>
                </a:path>
              </a:pathLst>
            </a:custGeom>
            <a:ln w="154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12326" y="4408279"/>
              <a:ext cx="308610" cy="15875"/>
            </a:xfrm>
            <a:custGeom>
              <a:avLst/>
              <a:gdLst/>
              <a:ahLst/>
              <a:cxnLst/>
              <a:rect l="l" t="t" r="r" b="b"/>
              <a:pathLst>
                <a:path w="308610" h="15875">
                  <a:moveTo>
                    <a:pt x="0" y="0"/>
                  </a:moveTo>
                  <a:lnTo>
                    <a:pt x="308038" y="0"/>
                  </a:lnTo>
                  <a:lnTo>
                    <a:pt x="308038" y="15401"/>
                  </a:lnTo>
                  <a:lnTo>
                    <a:pt x="0" y="15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98404" y="3492626"/>
              <a:ext cx="3234690" cy="1385570"/>
            </a:xfrm>
            <a:custGeom>
              <a:avLst/>
              <a:gdLst/>
              <a:ahLst/>
              <a:cxnLst/>
              <a:rect l="l" t="t" r="r" b="b"/>
              <a:pathLst>
                <a:path w="3234690" h="1385570">
                  <a:moveTo>
                    <a:pt x="154019" y="0"/>
                  </a:moveTo>
                  <a:lnTo>
                    <a:pt x="621125" y="0"/>
                  </a:lnTo>
                </a:path>
                <a:path w="3234690" h="1385570">
                  <a:moveTo>
                    <a:pt x="0" y="923353"/>
                  </a:moveTo>
                  <a:lnTo>
                    <a:pt x="616077" y="923353"/>
                  </a:lnTo>
                </a:path>
                <a:path w="3234690" h="1385570">
                  <a:moveTo>
                    <a:pt x="1848135" y="0"/>
                  </a:moveTo>
                  <a:lnTo>
                    <a:pt x="2002154" y="0"/>
                  </a:lnTo>
                </a:path>
                <a:path w="3234690" h="1385570">
                  <a:moveTo>
                    <a:pt x="1848135" y="923353"/>
                  </a:moveTo>
                  <a:lnTo>
                    <a:pt x="2002154" y="923353"/>
                  </a:lnTo>
                </a:path>
                <a:path w="3234690" h="1385570">
                  <a:moveTo>
                    <a:pt x="1848135" y="1385030"/>
                  </a:moveTo>
                  <a:lnTo>
                    <a:pt x="2002154" y="1385030"/>
                  </a:lnTo>
                </a:path>
                <a:path w="3234690" h="1385570">
                  <a:moveTo>
                    <a:pt x="2926175" y="1385030"/>
                  </a:moveTo>
                  <a:lnTo>
                    <a:pt x="3234213" y="1385030"/>
                  </a:lnTo>
                </a:path>
                <a:path w="3234690" h="1385570">
                  <a:moveTo>
                    <a:pt x="2926175" y="923353"/>
                  </a:moveTo>
                  <a:lnTo>
                    <a:pt x="3234213" y="923353"/>
                  </a:lnTo>
                </a:path>
                <a:path w="3234690" h="1385570">
                  <a:moveTo>
                    <a:pt x="2926175" y="0"/>
                  </a:moveTo>
                  <a:lnTo>
                    <a:pt x="3229070" y="0"/>
                  </a:lnTo>
                </a:path>
              </a:pathLst>
            </a:custGeom>
            <a:ln w="154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2423" y="2569273"/>
              <a:ext cx="4782026" cy="370111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629403" y="5495076"/>
            <a:ext cx="893444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i="1" spc="-10" dirty="0">
                <a:latin typeface="Times New Roman"/>
                <a:cs typeface="Times New Roman"/>
              </a:rPr>
              <a:t>JComponent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89532" y="3338702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latin typeface="Times New Roman"/>
                <a:cs typeface="Times New Roman"/>
              </a:rPr>
              <a:t>JApplet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94580" y="4262056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latin typeface="Times New Roman"/>
                <a:cs typeface="Times New Roman"/>
              </a:rPr>
              <a:t>JFrame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94580" y="4723733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latin typeface="Times New Roman"/>
                <a:cs typeface="Times New Roman"/>
              </a:rPr>
              <a:t>JDialog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25132" y="5473028"/>
            <a:ext cx="1645920" cy="42164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1150" dirty="0">
                <a:latin typeface="Times New Roman"/>
                <a:cs typeface="Times New Roman"/>
              </a:rPr>
              <a:t>Swing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Components</a:t>
            </a: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javax.swing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package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08623" y="6264963"/>
            <a:ext cx="75565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10" dirty="0">
                <a:latin typeface="Times New Roman"/>
                <a:cs typeface="Times New Roman"/>
              </a:rPr>
              <a:t>Lightweight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15859" y="2262939"/>
            <a:ext cx="82169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10" dirty="0">
                <a:latin typeface="Times New Roman"/>
                <a:cs typeface="Times New Roman"/>
              </a:rPr>
              <a:t>Heavyweight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10508" y="1792033"/>
            <a:ext cx="6784340" cy="3855085"/>
            <a:chOff x="910508" y="1792033"/>
            <a:chExt cx="6784340" cy="3855085"/>
          </a:xfrm>
        </p:grpSpPr>
        <p:sp>
          <p:nvSpPr>
            <p:cNvPr id="30" name="object 30"/>
            <p:cNvSpPr/>
            <p:nvPr/>
          </p:nvSpPr>
          <p:spPr>
            <a:xfrm>
              <a:off x="918209" y="3338702"/>
              <a:ext cx="467359" cy="307975"/>
            </a:xfrm>
            <a:custGeom>
              <a:avLst/>
              <a:gdLst/>
              <a:ahLst/>
              <a:cxnLst/>
              <a:rect l="l" t="t" r="r" b="b"/>
              <a:pathLst>
                <a:path w="467359" h="307975">
                  <a:moveTo>
                    <a:pt x="467201" y="153924"/>
                  </a:moveTo>
                  <a:lnTo>
                    <a:pt x="154019" y="153924"/>
                  </a:lnTo>
                </a:path>
                <a:path w="467359" h="307975">
                  <a:moveTo>
                    <a:pt x="154019" y="307752"/>
                  </a:moveTo>
                  <a:lnTo>
                    <a:pt x="0" y="153924"/>
                  </a:lnTo>
                </a:path>
                <a:path w="467359" h="307975">
                  <a:moveTo>
                    <a:pt x="154019" y="0"/>
                  </a:moveTo>
                  <a:lnTo>
                    <a:pt x="154019" y="307752"/>
                  </a:lnTo>
                </a:path>
                <a:path w="467359" h="307975">
                  <a:moveTo>
                    <a:pt x="159162" y="0"/>
                  </a:moveTo>
                  <a:lnTo>
                    <a:pt x="0" y="153924"/>
                  </a:lnTo>
                </a:path>
              </a:pathLst>
            </a:custGeom>
            <a:ln w="154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612326" y="4408279"/>
              <a:ext cx="313690" cy="15875"/>
            </a:xfrm>
            <a:custGeom>
              <a:avLst/>
              <a:gdLst/>
              <a:ahLst/>
              <a:cxnLst/>
              <a:rect l="l" t="t" r="r" b="b"/>
              <a:pathLst>
                <a:path w="313689" h="15875">
                  <a:moveTo>
                    <a:pt x="0" y="0"/>
                  </a:moveTo>
                  <a:lnTo>
                    <a:pt x="313182" y="0"/>
                  </a:lnTo>
                  <a:lnTo>
                    <a:pt x="313182" y="15401"/>
                  </a:lnTo>
                  <a:lnTo>
                    <a:pt x="0" y="15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458307" y="3338702"/>
              <a:ext cx="3547745" cy="2308860"/>
            </a:xfrm>
            <a:custGeom>
              <a:avLst/>
              <a:gdLst/>
              <a:ahLst/>
              <a:cxnLst/>
              <a:rect l="l" t="t" r="r" b="b"/>
              <a:pathLst>
                <a:path w="3547745" h="2308860">
                  <a:moveTo>
                    <a:pt x="154019" y="1231106"/>
                  </a:moveTo>
                  <a:lnTo>
                    <a:pt x="0" y="1077277"/>
                  </a:lnTo>
                </a:path>
                <a:path w="3547745" h="2308860">
                  <a:moveTo>
                    <a:pt x="154019" y="923353"/>
                  </a:moveTo>
                  <a:lnTo>
                    <a:pt x="154019" y="1231106"/>
                  </a:lnTo>
                </a:path>
                <a:path w="3547745" h="2308860">
                  <a:moveTo>
                    <a:pt x="159162" y="923353"/>
                  </a:moveTo>
                  <a:lnTo>
                    <a:pt x="0" y="1077277"/>
                  </a:lnTo>
                </a:path>
                <a:path w="3547745" h="2308860">
                  <a:moveTo>
                    <a:pt x="1694116" y="2308383"/>
                  </a:moveTo>
                  <a:lnTo>
                    <a:pt x="1694116" y="153924"/>
                  </a:lnTo>
                </a:path>
                <a:path w="3547745" h="2308860">
                  <a:moveTo>
                    <a:pt x="1853279" y="1077277"/>
                  </a:moveTo>
                  <a:lnTo>
                    <a:pt x="1540097" y="1077277"/>
                  </a:lnTo>
                </a:path>
                <a:path w="3547745" h="2308860">
                  <a:moveTo>
                    <a:pt x="1540097" y="1231106"/>
                  </a:moveTo>
                  <a:lnTo>
                    <a:pt x="1386077" y="1077277"/>
                  </a:lnTo>
                </a:path>
                <a:path w="3547745" h="2308860">
                  <a:moveTo>
                    <a:pt x="1540097" y="923353"/>
                  </a:moveTo>
                  <a:lnTo>
                    <a:pt x="1540097" y="1231106"/>
                  </a:lnTo>
                </a:path>
                <a:path w="3547745" h="2308860">
                  <a:moveTo>
                    <a:pt x="1545240" y="923353"/>
                  </a:moveTo>
                  <a:lnTo>
                    <a:pt x="1386077" y="1077277"/>
                  </a:lnTo>
                </a:path>
                <a:path w="3547745" h="2308860">
                  <a:moveTo>
                    <a:pt x="3388233" y="1538954"/>
                  </a:moveTo>
                  <a:lnTo>
                    <a:pt x="3388233" y="1077277"/>
                  </a:lnTo>
                </a:path>
                <a:path w="3547745" h="2308860">
                  <a:moveTo>
                    <a:pt x="3547395" y="1077277"/>
                  </a:moveTo>
                  <a:lnTo>
                    <a:pt x="3234213" y="1077277"/>
                  </a:lnTo>
                </a:path>
                <a:path w="3547745" h="2308860">
                  <a:moveTo>
                    <a:pt x="3234213" y="1231106"/>
                  </a:moveTo>
                  <a:lnTo>
                    <a:pt x="3080194" y="1077277"/>
                  </a:lnTo>
                </a:path>
                <a:path w="3547745" h="2308860">
                  <a:moveTo>
                    <a:pt x="3234213" y="923353"/>
                  </a:moveTo>
                  <a:lnTo>
                    <a:pt x="3234213" y="1231106"/>
                  </a:lnTo>
                </a:path>
                <a:path w="3547745" h="2308860">
                  <a:moveTo>
                    <a:pt x="3239357" y="923353"/>
                  </a:moveTo>
                  <a:lnTo>
                    <a:pt x="3080194" y="1077277"/>
                  </a:lnTo>
                </a:path>
                <a:path w="3547745" h="2308860">
                  <a:moveTo>
                    <a:pt x="3547395" y="153924"/>
                  </a:moveTo>
                  <a:lnTo>
                    <a:pt x="3234213" y="153924"/>
                  </a:lnTo>
                </a:path>
                <a:path w="3547745" h="2308860">
                  <a:moveTo>
                    <a:pt x="3234213" y="307752"/>
                  </a:moveTo>
                  <a:lnTo>
                    <a:pt x="3080194" y="153924"/>
                  </a:lnTo>
                </a:path>
                <a:path w="3547745" h="2308860">
                  <a:moveTo>
                    <a:pt x="3234213" y="0"/>
                  </a:moveTo>
                  <a:lnTo>
                    <a:pt x="3234213" y="307752"/>
                  </a:lnTo>
                </a:path>
                <a:path w="3547745" h="2308860">
                  <a:moveTo>
                    <a:pt x="3239357" y="0"/>
                  </a:moveTo>
                  <a:lnTo>
                    <a:pt x="3080194" y="153924"/>
                  </a:lnTo>
                </a:path>
              </a:pathLst>
            </a:custGeom>
            <a:ln w="154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8533" y="1792033"/>
              <a:ext cx="6476047" cy="3708844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5304535" y="1952043"/>
            <a:ext cx="1391285" cy="382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1484" marR="5080" indent="-439420">
              <a:lnSpc>
                <a:spcPct val="101699"/>
              </a:lnSpc>
              <a:spcBef>
                <a:spcPts val="100"/>
              </a:spcBef>
            </a:pPr>
            <a:r>
              <a:rPr sz="1150" dirty="0">
                <a:latin typeface="Times New Roman"/>
                <a:cs typeface="Times New Roman"/>
              </a:rPr>
              <a:t>Classes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java.awt package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24</a:t>
            </a:fld>
            <a:endParaRPr spc="-50" dirty="0"/>
          </a:p>
        </p:txBody>
      </p:sp>
      <p:sp>
        <p:nvSpPr>
          <p:cNvPr id="35" name="object 35"/>
          <p:cNvSpPr txBox="1"/>
          <p:nvPr/>
        </p:nvSpPr>
        <p:spPr>
          <a:xfrm>
            <a:off x="2809748" y="2109015"/>
            <a:ext cx="988694" cy="4927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150" i="1" spc="-10" dirty="0">
                <a:latin typeface="Times New Roman"/>
                <a:cs typeface="Times New Roman"/>
              </a:rPr>
              <a:t>LayoutManager</a:t>
            </a:r>
            <a:endParaRPr sz="1150">
              <a:latin typeface="Times New Roman"/>
              <a:cs typeface="Times New Roman"/>
            </a:endParaRPr>
          </a:p>
          <a:p>
            <a:pPr marR="54610" algn="ctr">
              <a:lnSpc>
                <a:spcPct val="100000"/>
              </a:lnSpc>
              <a:spcBef>
                <a:spcPts val="890"/>
              </a:spcBef>
            </a:pPr>
            <a:r>
              <a:rPr sz="1150" spc="-50" dirty="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37436" y="4550463"/>
            <a:ext cx="10033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latin typeface="Times New Roman"/>
                <a:cs typeface="Times New Roman"/>
              </a:rPr>
              <a:t>*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830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Container</a:t>
            </a:r>
            <a:r>
              <a:rPr sz="4400" spc="-185" dirty="0"/>
              <a:t> </a:t>
            </a:r>
            <a:r>
              <a:rPr sz="4400" spc="-10" dirty="0"/>
              <a:t>Classes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539430" y="1894332"/>
            <a:ext cx="1078230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25"/>
              </a:spcBef>
            </a:pPr>
            <a:r>
              <a:rPr sz="1350" spc="-10" dirty="0">
                <a:latin typeface="Times New Roman"/>
                <a:cs typeface="Times New Roman"/>
              </a:rPr>
              <a:t>Dimension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9430" y="2356008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125"/>
              </a:spcBef>
            </a:pPr>
            <a:r>
              <a:rPr sz="1350" spc="-20" dirty="0">
                <a:latin typeface="Times New Roman"/>
                <a:cs typeface="Times New Roman"/>
              </a:rPr>
              <a:t>Font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9430" y="2817780"/>
            <a:ext cx="1078230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25"/>
              </a:spcBef>
            </a:pPr>
            <a:r>
              <a:rPr sz="1350" i="1" spc="-10" dirty="0">
                <a:latin typeface="Times New Roman"/>
                <a:cs typeface="Times New Roman"/>
              </a:rPr>
              <a:t>FontMetrics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39430" y="4203001"/>
            <a:ext cx="924560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25"/>
              </a:spcBef>
            </a:pPr>
            <a:r>
              <a:rPr sz="1350" i="1" spc="-10" dirty="0">
                <a:latin typeface="Times New Roman"/>
                <a:cs typeface="Times New Roman"/>
              </a:rPr>
              <a:t>Component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9430" y="3741229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5"/>
              </a:spcBef>
            </a:pPr>
            <a:r>
              <a:rPr sz="1350" i="1" spc="-10" dirty="0">
                <a:latin typeface="Times New Roman"/>
                <a:cs typeface="Times New Roman"/>
              </a:rPr>
              <a:t>Graphics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257" y="3279552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25"/>
              </a:spcBef>
            </a:pPr>
            <a:r>
              <a:rPr sz="1350" spc="-10" dirty="0">
                <a:latin typeface="Times New Roman"/>
                <a:cs typeface="Times New Roman"/>
              </a:rPr>
              <a:t>Object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9430" y="3279552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125"/>
              </a:spcBef>
            </a:pPr>
            <a:r>
              <a:rPr sz="1350" spc="-10" dirty="0">
                <a:latin typeface="Times New Roman"/>
                <a:cs typeface="Times New Roman"/>
              </a:rPr>
              <a:t>Color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12427" y="4195064"/>
            <a:ext cx="940435" cy="323850"/>
            <a:chOff x="2912427" y="4195064"/>
            <a:chExt cx="940435" cy="323850"/>
          </a:xfrm>
        </p:grpSpPr>
        <p:sp>
          <p:nvSpPr>
            <p:cNvPr id="11" name="object 11"/>
            <p:cNvSpPr/>
            <p:nvPr/>
          </p:nvSpPr>
          <p:spPr>
            <a:xfrm>
              <a:off x="2920364" y="4203001"/>
              <a:ext cx="924560" cy="307975"/>
            </a:xfrm>
            <a:custGeom>
              <a:avLst/>
              <a:gdLst/>
              <a:ahLst/>
              <a:cxnLst/>
              <a:rect l="l" t="t" r="r" b="b"/>
              <a:pathLst>
                <a:path w="924560" h="307975">
                  <a:moveTo>
                    <a:pt x="924020" y="307848"/>
                  </a:moveTo>
                  <a:lnTo>
                    <a:pt x="0" y="307848"/>
                  </a:lnTo>
                  <a:lnTo>
                    <a:pt x="0" y="0"/>
                  </a:lnTo>
                  <a:lnTo>
                    <a:pt x="924020" y="0"/>
                  </a:lnTo>
                  <a:lnTo>
                    <a:pt x="924020" y="307848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920364" y="4203001"/>
              <a:ext cx="924560" cy="307975"/>
            </a:xfrm>
            <a:custGeom>
              <a:avLst/>
              <a:gdLst/>
              <a:ahLst/>
              <a:cxnLst/>
              <a:rect l="l" t="t" r="r" b="b"/>
              <a:pathLst>
                <a:path w="924560" h="307975">
                  <a:moveTo>
                    <a:pt x="924020" y="0"/>
                  </a:moveTo>
                  <a:lnTo>
                    <a:pt x="0" y="0"/>
                  </a:lnTo>
                  <a:lnTo>
                    <a:pt x="0" y="307848"/>
                  </a:lnTo>
                  <a:lnTo>
                    <a:pt x="924020" y="307848"/>
                  </a:lnTo>
                  <a:lnTo>
                    <a:pt x="924020" y="0"/>
                  </a:lnTo>
                  <a:close/>
                </a:path>
              </a:pathLst>
            </a:custGeom>
            <a:ln w="154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30727" y="4205747"/>
            <a:ext cx="70294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Times New Roman"/>
                <a:cs typeface="Times New Roman"/>
              </a:rPr>
              <a:t>Container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614481" y="3279552"/>
            <a:ext cx="924560" cy="307975"/>
          </a:xfrm>
          <a:custGeom>
            <a:avLst/>
            <a:gdLst/>
            <a:ahLst/>
            <a:cxnLst/>
            <a:rect l="l" t="t" r="r" b="b"/>
            <a:pathLst>
              <a:path w="924560" h="307975">
                <a:moveTo>
                  <a:pt x="924019" y="307752"/>
                </a:moveTo>
                <a:lnTo>
                  <a:pt x="0" y="307752"/>
                </a:lnTo>
                <a:lnTo>
                  <a:pt x="0" y="0"/>
                </a:lnTo>
                <a:lnTo>
                  <a:pt x="924019" y="0"/>
                </a:lnTo>
                <a:lnTo>
                  <a:pt x="924019" y="3077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614481" y="3279552"/>
            <a:ext cx="924560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125"/>
              </a:spcBef>
            </a:pPr>
            <a:r>
              <a:rPr sz="1350" spc="-10" dirty="0">
                <a:latin typeface="Times New Roman"/>
                <a:cs typeface="Times New Roman"/>
              </a:rPr>
              <a:t>Panel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00559" y="3279552"/>
            <a:ext cx="770255" cy="307975"/>
          </a:xfrm>
          <a:custGeom>
            <a:avLst/>
            <a:gdLst/>
            <a:ahLst/>
            <a:cxnLst/>
            <a:rect l="l" t="t" r="r" b="b"/>
            <a:pathLst>
              <a:path w="770254" h="307975">
                <a:moveTo>
                  <a:pt x="770001" y="307752"/>
                </a:moveTo>
                <a:lnTo>
                  <a:pt x="0" y="307752"/>
                </a:lnTo>
                <a:lnTo>
                  <a:pt x="0" y="0"/>
                </a:lnTo>
                <a:lnTo>
                  <a:pt x="770001" y="0"/>
                </a:lnTo>
                <a:lnTo>
                  <a:pt x="770001" y="3077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000559" y="3279552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25"/>
              </a:spcBef>
            </a:pPr>
            <a:r>
              <a:rPr sz="1350" spc="-10" dirty="0">
                <a:latin typeface="Times New Roman"/>
                <a:cs typeface="Times New Roman"/>
              </a:rPr>
              <a:t>Applet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000559" y="4203001"/>
            <a:ext cx="770255" cy="307975"/>
          </a:xfrm>
          <a:custGeom>
            <a:avLst/>
            <a:gdLst/>
            <a:ahLst/>
            <a:cxnLst/>
            <a:rect l="l" t="t" r="r" b="b"/>
            <a:pathLst>
              <a:path w="770254" h="307975">
                <a:moveTo>
                  <a:pt x="770001" y="307848"/>
                </a:moveTo>
                <a:lnTo>
                  <a:pt x="0" y="307848"/>
                </a:lnTo>
                <a:lnTo>
                  <a:pt x="0" y="0"/>
                </a:lnTo>
                <a:lnTo>
                  <a:pt x="770001" y="0"/>
                </a:lnTo>
                <a:lnTo>
                  <a:pt x="770001" y="30784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000559" y="4203001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25"/>
              </a:spcBef>
            </a:pPr>
            <a:r>
              <a:rPr sz="1350" spc="-10" dirty="0">
                <a:latin typeface="Times New Roman"/>
                <a:cs typeface="Times New Roman"/>
              </a:rPr>
              <a:t>Frame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000559" y="4664773"/>
            <a:ext cx="770255" cy="307975"/>
          </a:xfrm>
          <a:custGeom>
            <a:avLst/>
            <a:gdLst/>
            <a:ahLst/>
            <a:cxnLst/>
            <a:rect l="l" t="t" r="r" b="b"/>
            <a:pathLst>
              <a:path w="770254" h="307975">
                <a:moveTo>
                  <a:pt x="770001" y="307752"/>
                </a:moveTo>
                <a:lnTo>
                  <a:pt x="0" y="307752"/>
                </a:lnTo>
                <a:lnTo>
                  <a:pt x="0" y="0"/>
                </a:lnTo>
                <a:lnTo>
                  <a:pt x="770001" y="0"/>
                </a:lnTo>
                <a:lnTo>
                  <a:pt x="770001" y="3077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000559" y="4664773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25"/>
              </a:spcBef>
            </a:pPr>
            <a:r>
              <a:rPr sz="1350" spc="-10" dirty="0">
                <a:latin typeface="Times New Roman"/>
                <a:cs typeface="Times New Roman"/>
              </a:rPr>
              <a:t>Dialog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614481" y="4203001"/>
            <a:ext cx="924560" cy="307975"/>
          </a:xfrm>
          <a:custGeom>
            <a:avLst/>
            <a:gdLst/>
            <a:ahLst/>
            <a:cxnLst/>
            <a:rect l="l" t="t" r="r" b="b"/>
            <a:pathLst>
              <a:path w="924560" h="307975">
                <a:moveTo>
                  <a:pt x="924019" y="307848"/>
                </a:moveTo>
                <a:lnTo>
                  <a:pt x="0" y="307848"/>
                </a:lnTo>
                <a:lnTo>
                  <a:pt x="0" y="0"/>
                </a:lnTo>
                <a:lnTo>
                  <a:pt x="924019" y="0"/>
                </a:lnTo>
                <a:lnTo>
                  <a:pt x="924019" y="30784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614481" y="4203001"/>
            <a:ext cx="924560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25"/>
              </a:spcBef>
            </a:pPr>
            <a:r>
              <a:rPr sz="1350" spc="-10" dirty="0">
                <a:latin typeface="Times New Roman"/>
                <a:cs typeface="Times New Roman"/>
              </a:rPr>
              <a:t>Window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72330" y="2040318"/>
            <a:ext cx="7562215" cy="4453890"/>
            <a:chOff x="1372330" y="2040318"/>
            <a:chExt cx="7562215" cy="4453890"/>
          </a:xfrm>
        </p:grpSpPr>
        <p:sp>
          <p:nvSpPr>
            <p:cNvPr id="25" name="object 25"/>
            <p:cNvSpPr/>
            <p:nvPr/>
          </p:nvSpPr>
          <p:spPr>
            <a:xfrm>
              <a:off x="1380267" y="2048256"/>
              <a:ext cx="159385" cy="2308860"/>
            </a:xfrm>
            <a:custGeom>
              <a:avLst/>
              <a:gdLst/>
              <a:ahLst/>
              <a:cxnLst/>
              <a:rect l="l" t="t" r="r" b="b"/>
              <a:pathLst>
                <a:path w="159384" h="2308860">
                  <a:moveTo>
                    <a:pt x="159162" y="0"/>
                  </a:moveTo>
                  <a:lnTo>
                    <a:pt x="0" y="0"/>
                  </a:lnTo>
                </a:path>
                <a:path w="159384" h="2308860">
                  <a:moveTo>
                    <a:pt x="159162" y="461676"/>
                  </a:moveTo>
                  <a:lnTo>
                    <a:pt x="0" y="461676"/>
                  </a:lnTo>
                </a:path>
                <a:path w="159384" h="2308860">
                  <a:moveTo>
                    <a:pt x="159162" y="923448"/>
                  </a:moveTo>
                  <a:lnTo>
                    <a:pt x="0" y="923448"/>
                  </a:lnTo>
                </a:path>
                <a:path w="159384" h="2308860">
                  <a:moveTo>
                    <a:pt x="159162" y="1385220"/>
                  </a:moveTo>
                  <a:lnTo>
                    <a:pt x="0" y="1385220"/>
                  </a:lnTo>
                </a:path>
                <a:path w="159384" h="2308860">
                  <a:moveTo>
                    <a:pt x="159162" y="1846897"/>
                  </a:moveTo>
                  <a:lnTo>
                    <a:pt x="0" y="1846897"/>
                  </a:lnTo>
                </a:path>
                <a:path w="159384" h="2308860">
                  <a:moveTo>
                    <a:pt x="159162" y="2308669"/>
                  </a:moveTo>
                  <a:lnTo>
                    <a:pt x="0" y="2308669"/>
                  </a:lnTo>
                </a:path>
                <a:path w="159384" h="2308860">
                  <a:moveTo>
                    <a:pt x="0" y="2308669"/>
                  </a:moveTo>
                  <a:lnTo>
                    <a:pt x="0" y="0"/>
                  </a:lnTo>
                </a:path>
              </a:pathLst>
            </a:custGeom>
            <a:ln w="154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12326" y="4349224"/>
              <a:ext cx="308610" cy="15875"/>
            </a:xfrm>
            <a:custGeom>
              <a:avLst/>
              <a:gdLst/>
              <a:ahLst/>
              <a:cxnLst/>
              <a:rect l="l" t="t" r="r" b="b"/>
              <a:pathLst>
                <a:path w="308610" h="15875">
                  <a:moveTo>
                    <a:pt x="0" y="0"/>
                  </a:moveTo>
                  <a:lnTo>
                    <a:pt x="308038" y="0"/>
                  </a:lnTo>
                  <a:lnTo>
                    <a:pt x="308038" y="15401"/>
                  </a:lnTo>
                  <a:lnTo>
                    <a:pt x="0" y="15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98404" y="3433476"/>
              <a:ext cx="3234690" cy="1385570"/>
            </a:xfrm>
            <a:custGeom>
              <a:avLst/>
              <a:gdLst/>
              <a:ahLst/>
              <a:cxnLst/>
              <a:rect l="l" t="t" r="r" b="b"/>
              <a:pathLst>
                <a:path w="3234690" h="1385570">
                  <a:moveTo>
                    <a:pt x="154019" y="0"/>
                  </a:moveTo>
                  <a:lnTo>
                    <a:pt x="621125" y="0"/>
                  </a:lnTo>
                </a:path>
                <a:path w="3234690" h="1385570">
                  <a:moveTo>
                    <a:pt x="0" y="923448"/>
                  </a:moveTo>
                  <a:lnTo>
                    <a:pt x="616077" y="923448"/>
                  </a:lnTo>
                </a:path>
                <a:path w="3234690" h="1385570">
                  <a:moveTo>
                    <a:pt x="1848135" y="0"/>
                  </a:moveTo>
                  <a:lnTo>
                    <a:pt x="2002154" y="0"/>
                  </a:lnTo>
                </a:path>
                <a:path w="3234690" h="1385570">
                  <a:moveTo>
                    <a:pt x="1848135" y="923448"/>
                  </a:moveTo>
                  <a:lnTo>
                    <a:pt x="2002154" y="923448"/>
                  </a:lnTo>
                </a:path>
                <a:path w="3234690" h="1385570">
                  <a:moveTo>
                    <a:pt x="1848135" y="1385220"/>
                  </a:moveTo>
                  <a:lnTo>
                    <a:pt x="2002154" y="1385220"/>
                  </a:lnTo>
                </a:path>
                <a:path w="3234690" h="1385570">
                  <a:moveTo>
                    <a:pt x="2926175" y="1385220"/>
                  </a:moveTo>
                  <a:lnTo>
                    <a:pt x="3234213" y="1385220"/>
                  </a:lnTo>
                </a:path>
                <a:path w="3234690" h="1385570">
                  <a:moveTo>
                    <a:pt x="2926175" y="923448"/>
                  </a:moveTo>
                  <a:lnTo>
                    <a:pt x="3234213" y="923448"/>
                  </a:lnTo>
                </a:path>
                <a:path w="3234690" h="1385570">
                  <a:moveTo>
                    <a:pt x="2926175" y="0"/>
                  </a:moveTo>
                  <a:lnTo>
                    <a:pt x="3229070" y="0"/>
                  </a:lnTo>
                </a:path>
              </a:pathLst>
            </a:custGeom>
            <a:ln w="154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52423" y="2509932"/>
              <a:ext cx="4782026" cy="3983816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629403" y="5437140"/>
            <a:ext cx="893444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i="1" spc="-10" dirty="0">
                <a:latin typeface="Times New Roman"/>
                <a:cs typeface="Times New Roman"/>
              </a:rPr>
              <a:t>JComponent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89532" y="3279552"/>
            <a:ext cx="770255" cy="307975"/>
          </a:xfrm>
          <a:prstGeom prst="rect">
            <a:avLst/>
          </a:prstGeom>
          <a:solidFill>
            <a:srgbClr val="FFFF00"/>
          </a:solidFill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25"/>
              </a:spcBef>
            </a:pPr>
            <a:r>
              <a:rPr sz="1350" spc="-10" dirty="0">
                <a:latin typeface="Times New Roman"/>
                <a:cs typeface="Times New Roman"/>
              </a:rPr>
              <a:t>JApplet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94580" y="4203001"/>
            <a:ext cx="770255" cy="307975"/>
          </a:xfrm>
          <a:prstGeom prst="rect">
            <a:avLst/>
          </a:prstGeom>
          <a:solidFill>
            <a:srgbClr val="FFFF00"/>
          </a:solidFill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25"/>
              </a:spcBef>
            </a:pPr>
            <a:r>
              <a:rPr sz="1350" spc="-10" dirty="0">
                <a:latin typeface="Times New Roman"/>
                <a:cs typeface="Times New Roman"/>
              </a:rPr>
              <a:t>JFrame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94580" y="4664773"/>
            <a:ext cx="770255" cy="307975"/>
          </a:xfrm>
          <a:prstGeom prst="rect">
            <a:avLst/>
          </a:prstGeom>
          <a:solidFill>
            <a:srgbClr val="FFFF00"/>
          </a:solidFill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25"/>
              </a:spcBef>
            </a:pPr>
            <a:r>
              <a:rPr sz="1350" spc="-10" dirty="0">
                <a:latin typeface="Times New Roman"/>
                <a:cs typeface="Times New Roman"/>
              </a:rPr>
              <a:t>JDialog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25132" y="5413597"/>
            <a:ext cx="1645285" cy="42164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75"/>
              </a:spcBef>
            </a:pPr>
            <a:r>
              <a:rPr sz="1150" dirty="0">
                <a:latin typeface="Times New Roman"/>
                <a:cs typeface="Times New Roman"/>
              </a:rPr>
              <a:t>Swing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Components</a:t>
            </a: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javax.swing</a:t>
            </a:r>
            <a:r>
              <a:rPr sz="1150" spc="4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package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15859" y="2203482"/>
            <a:ext cx="82169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10" dirty="0">
                <a:latin typeface="Times New Roman"/>
                <a:cs typeface="Times New Roman"/>
              </a:rPr>
              <a:t>Heavyweight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10508" y="1732692"/>
            <a:ext cx="6784340" cy="4022725"/>
            <a:chOff x="910508" y="1732692"/>
            <a:chExt cx="6784340" cy="4022725"/>
          </a:xfrm>
        </p:grpSpPr>
        <p:sp>
          <p:nvSpPr>
            <p:cNvPr id="36" name="object 36"/>
            <p:cNvSpPr/>
            <p:nvPr/>
          </p:nvSpPr>
          <p:spPr>
            <a:xfrm>
              <a:off x="918209" y="3279552"/>
              <a:ext cx="467359" cy="307975"/>
            </a:xfrm>
            <a:custGeom>
              <a:avLst/>
              <a:gdLst/>
              <a:ahLst/>
              <a:cxnLst/>
              <a:rect l="l" t="t" r="r" b="b"/>
              <a:pathLst>
                <a:path w="467359" h="307975">
                  <a:moveTo>
                    <a:pt x="467201" y="153924"/>
                  </a:moveTo>
                  <a:lnTo>
                    <a:pt x="154019" y="153924"/>
                  </a:lnTo>
                </a:path>
                <a:path w="467359" h="307975">
                  <a:moveTo>
                    <a:pt x="154019" y="307752"/>
                  </a:moveTo>
                  <a:lnTo>
                    <a:pt x="0" y="153924"/>
                  </a:lnTo>
                </a:path>
                <a:path w="467359" h="307975">
                  <a:moveTo>
                    <a:pt x="154019" y="0"/>
                  </a:moveTo>
                  <a:lnTo>
                    <a:pt x="154019" y="307752"/>
                  </a:lnTo>
                </a:path>
                <a:path w="467359" h="307975">
                  <a:moveTo>
                    <a:pt x="159162" y="0"/>
                  </a:moveTo>
                  <a:lnTo>
                    <a:pt x="0" y="153924"/>
                  </a:lnTo>
                </a:path>
              </a:pathLst>
            </a:custGeom>
            <a:ln w="154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612326" y="4349224"/>
              <a:ext cx="313690" cy="15875"/>
            </a:xfrm>
            <a:custGeom>
              <a:avLst/>
              <a:gdLst/>
              <a:ahLst/>
              <a:cxnLst/>
              <a:rect l="l" t="t" r="r" b="b"/>
              <a:pathLst>
                <a:path w="313689" h="15875">
                  <a:moveTo>
                    <a:pt x="0" y="0"/>
                  </a:moveTo>
                  <a:lnTo>
                    <a:pt x="313182" y="0"/>
                  </a:lnTo>
                  <a:lnTo>
                    <a:pt x="313182" y="15401"/>
                  </a:lnTo>
                  <a:lnTo>
                    <a:pt x="0" y="15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58307" y="3279552"/>
              <a:ext cx="3547745" cy="2308860"/>
            </a:xfrm>
            <a:custGeom>
              <a:avLst/>
              <a:gdLst/>
              <a:ahLst/>
              <a:cxnLst/>
              <a:rect l="l" t="t" r="r" b="b"/>
              <a:pathLst>
                <a:path w="3547745" h="2308860">
                  <a:moveTo>
                    <a:pt x="154019" y="1231296"/>
                  </a:moveTo>
                  <a:lnTo>
                    <a:pt x="0" y="1077372"/>
                  </a:lnTo>
                </a:path>
                <a:path w="3547745" h="2308860">
                  <a:moveTo>
                    <a:pt x="154019" y="923448"/>
                  </a:moveTo>
                  <a:lnTo>
                    <a:pt x="154019" y="1231296"/>
                  </a:lnTo>
                </a:path>
                <a:path w="3547745" h="2308860">
                  <a:moveTo>
                    <a:pt x="159162" y="923448"/>
                  </a:moveTo>
                  <a:lnTo>
                    <a:pt x="0" y="1077372"/>
                  </a:lnTo>
                </a:path>
                <a:path w="3547745" h="2308860">
                  <a:moveTo>
                    <a:pt x="1694116" y="2308669"/>
                  </a:moveTo>
                  <a:lnTo>
                    <a:pt x="1694116" y="153924"/>
                  </a:lnTo>
                </a:path>
                <a:path w="3547745" h="2308860">
                  <a:moveTo>
                    <a:pt x="1853279" y="1077372"/>
                  </a:moveTo>
                  <a:lnTo>
                    <a:pt x="1540097" y="1077372"/>
                  </a:lnTo>
                </a:path>
                <a:path w="3547745" h="2308860">
                  <a:moveTo>
                    <a:pt x="1540097" y="1231296"/>
                  </a:moveTo>
                  <a:lnTo>
                    <a:pt x="1386077" y="1077372"/>
                  </a:lnTo>
                </a:path>
                <a:path w="3547745" h="2308860">
                  <a:moveTo>
                    <a:pt x="1540097" y="923448"/>
                  </a:moveTo>
                  <a:lnTo>
                    <a:pt x="1540097" y="1231296"/>
                  </a:lnTo>
                </a:path>
                <a:path w="3547745" h="2308860">
                  <a:moveTo>
                    <a:pt x="1545240" y="923448"/>
                  </a:moveTo>
                  <a:lnTo>
                    <a:pt x="1386077" y="1077372"/>
                  </a:lnTo>
                </a:path>
                <a:path w="3547745" h="2308860">
                  <a:moveTo>
                    <a:pt x="3388233" y="1539144"/>
                  </a:moveTo>
                  <a:lnTo>
                    <a:pt x="3388233" y="1077372"/>
                  </a:lnTo>
                </a:path>
                <a:path w="3547745" h="2308860">
                  <a:moveTo>
                    <a:pt x="3547395" y="1077372"/>
                  </a:moveTo>
                  <a:lnTo>
                    <a:pt x="3234213" y="1077372"/>
                  </a:lnTo>
                </a:path>
                <a:path w="3547745" h="2308860">
                  <a:moveTo>
                    <a:pt x="3234213" y="1231296"/>
                  </a:moveTo>
                  <a:lnTo>
                    <a:pt x="3080194" y="1077372"/>
                  </a:lnTo>
                </a:path>
                <a:path w="3547745" h="2308860">
                  <a:moveTo>
                    <a:pt x="3234213" y="923448"/>
                  </a:moveTo>
                  <a:lnTo>
                    <a:pt x="3234213" y="1231296"/>
                  </a:lnTo>
                </a:path>
                <a:path w="3547745" h="2308860">
                  <a:moveTo>
                    <a:pt x="3239357" y="923448"/>
                  </a:moveTo>
                  <a:lnTo>
                    <a:pt x="3080194" y="1077372"/>
                  </a:lnTo>
                </a:path>
                <a:path w="3547745" h="2308860">
                  <a:moveTo>
                    <a:pt x="3547395" y="153924"/>
                  </a:moveTo>
                  <a:lnTo>
                    <a:pt x="3234213" y="153924"/>
                  </a:lnTo>
                </a:path>
                <a:path w="3547745" h="2308860">
                  <a:moveTo>
                    <a:pt x="3234213" y="307752"/>
                  </a:moveTo>
                  <a:lnTo>
                    <a:pt x="3080194" y="153924"/>
                  </a:lnTo>
                </a:path>
                <a:path w="3547745" h="2308860">
                  <a:moveTo>
                    <a:pt x="3234213" y="0"/>
                  </a:moveTo>
                  <a:lnTo>
                    <a:pt x="3234213" y="307752"/>
                  </a:lnTo>
                </a:path>
                <a:path w="3547745" h="2308860">
                  <a:moveTo>
                    <a:pt x="3239357" y="0"/>
                  </a:moveTo>
                  <a:lnTo>
                    <a:pt x="3080194" y="153924"/>
                  </a:lnTo>
                </a:path>
              </a:pathLst>
            </a:custGeom>
            <a:ln w="154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8533" y="1732692"/>
              <a:ext cx="6476047" cy="4022298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5304535" y="1894110"/>
            <a:ext cx="1390650" cy="3816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51484" marR="5080" indent="-439420">
              <a:lnSpc>
                <a:spcPct val="100899"/>
              </a:lnSpc>
              <a:spcBef>
                <a:spcPts val="110"/>
              </a:spcBef>
            </a:pPr>
            <a:r>
              <a:rPr sz="1150" dirty="0">
                <a:latin typeface="Times New Roman"/>
                <a:cs typeface="Times New Roman"/>
              </a:rPr>
              <a:t>Classes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java.awt package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25</a:t>
            </a:fld>
            <a:endParaRPr spc="-50" dirty="0"/>
          </a:p>
        </p:txBody>
      </p:sp>
      <p:sp>
        <p:nvSpPr>
          <p:cNvPr id="45" name="object 45"/>
          <p:cNvSpPr txBox="1"/>
          <p:nvPr/>
        </p:nvSpPr>
        <p:spPr>
          <a:xfrm>
            <a:off x="4961635" y="6506726"/>
            <a:ext cx="75565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5"/>
              </a:lnSpc>
            </a:pPr>
            <a:r>
              <a:rPr sz="1150" spc="-10" dirty="0">
                <a:latin typeface="Times New Roman"/>
                <a:cs typeface="Times New Roman"/>
              </a:rPr>
              <a:t>Lightweight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09748" y="2049558"/>
            <a:ext cx="988694" cy="4927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150" i="1" spc="-10" dirty="0">
                <a:latin typeface="Times New Roman"/>
                <a:cs typeface="Times New Roman"/>
              </a:rPr>
              <a:t>LayoutManager</a:t>
            </a:r>
            <a:endParaRPr sz="1150">
              <a:latin typeface="Times New Roman"/>
              <a:cs typeface="Times New Roman"/>
            </a:endParaRPr>
          </a:p>
          <a:p>
            <a:pPr marR="54610" algn="ctr">
              <a:lnSpc>
                <a:spcPct val="100000"/>
              </a:lnSpc>
              <a:spcBef>
                <a:spcPts val="890"/>
              </a:spcBef>
            </a:pPr>
            <a:r>
              <a:rPr sz="1150" spc="-50" dirty="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37436" y="4492530"/>
            <a:ext cx="10033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latin typeface="Times New Roman"/>
                <a:cs typeface="Times New Roman"/>
              </a:rPr>
              <a:t>*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159500" y="5441712"/>
            <a:ext cx="47434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Times New Roman"/>
                <a:cs typeface="Times New Roman"/>
              </a:rPr>
              <a:t>JPanel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114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GUI</a:t>
            </a:r>
            <a:r>
              <a:rPr sz="4400" spc="-10" dirty="0"/>
              <a:t> </a:t>
            </a:r>
            <a:r>
              <a:rPr sz="4400" dirty="0"/>
              <a:t>Helper</a:t>
            </a:r>
            <a:r>
              <a:rPr sz="4400" spc="-35" dirty="0"/>
              <a:t> </a:t>
            </a:r>
            <a:r>
              <a:rPr sz="4400" spc="-10" dirty="0"/>
              <a:t>Classes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526857" y="1894141"/>
            <a:ext cx="1080770" cy="307975"/>
          </a:xfrm>
          <a:custGeom>
            <a:avLst/>
            <a:gdLst/>
            <a:ahLst/>
            <a:cxnLst/>
            <a:rect l="l" t="t" r="r" b="b"/>
            <a:pathLst>
              <a:path w="1080770" h="307975">
                <a:moveTo>
                  <a:pt x="1080515" y="307752"/>
                </a:moveTo>
                <a:lnTo>
                  <a:pt x="0" y="307752"/>
                </a:lnTo>
                <a:lnTo>
                  <a:pt x="0" y="0"/>
                </a:lnTo>
                <a:lnTo>
                  <a:pt x="1080515" y="0"/>
                </a:lnTo>
                <a:lnTo>
                  <a:pt x="1080515" y="3077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26857" y="1894141"/>
            <a:ext cx="1080770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25"/>
              </a:spcBef>
            </a:pPr>
            <a:r>
              <a:rPr sz="1350" spc="-10" dirty="0">
                <a:latin typeface="Times New Roman"/>
                <a:cs typeface="Times New Roman"/>
              </a:rPr>
              <a:t>Dimension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6857" y="2355818"/>
            <a:ext cx="770255" cy="307975"/>
          </a:xfrm>
          <a:custGeom>
            <a:avLst/>
            <a:gdLst/>
            <a:ahLst/>
            <a:cxnLst/>
            <a:rect l="l" t="t" r="r" b="b"/>
            <a:pathLst>
              <a:path w="770255" h="307975">
                <a:moveTo>
                  <a:pt x="769905" y="307753"/>
                </a:moveTo>
                <a:lnTo>
                  <a:pt x="0" y="307753"/>
                </a:lnTo>
                <a:lnTo>
                  <a:pt x="0" y="0"/>
                </a:lnTo>
                <a:lnTo>
                  <a:pt x="769905" y="0"/>
                </a:lnTo>
                <a:lnTo>
                  <a:pt x="769905" y="30775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26857" y="2355818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25"/>
              </a:spcBef>
            </a:pPr>
            <a:r>
              <a:rPr sz="1350" spc="-20" dirty="0">
                <a:latin typeface="Times New Roman"/>
                <a:cs typeface="Times New Roman"/>
              </a:rPr>
              <a:t>Font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26857" y="2817399"/>
            <a:ext cx="1080770" cy="307975"/>
          </a:xfrm>
          <a:custGeom>
            <a:avLst/>
            <a:gdLst/>
            <a:ahLst/>
            <a:cxnLst/>
            <a:rect l="l" t="t" r="r" b="b"/>
            <a:pathLst>
              <a:path w="1080770" h="307975">
                <a:moveTo>
                  <a:pt x="1080515" y="307752"/>
                </a:moveTo>
                <a:lnTo>
                  <a:pt x="0" y="307752"/>
                </a:lnTo>
                <a:lnTo>
                  <a:pt x="0" y="0"/>
                </a:lnTo>
                <a:lnTo>
                  <a:pt x="1080515" y="0"/>
                </a:lnTo>
                <a:lnTo>
                  <a:pt x="1080515" y="3077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26857" y="2817399"/>
            <a:ext cx="1080770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30"/>
              </a:spcBef>
            </a:pPr>
            <a:r>
              <a:rPr sz="1350" i="1" spc="-10" dirty="0">
                <a:latin typeface="Times New Roman"/>
                <a:cs typeface="Times New Roman"/>
              </a:rPr>
              <a:t>FontMetrics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6857" y="4202239"/>
            <a:ext cx="92392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20"/>
              </a:spcBef>
            </a:pPr>
            <a:r>
              <a:rPr sz="1350" i="1" spc="-10" dirty="0">
                <a:latin typeface="Times New Roman"/>
                <a:cs typeface="Times New Roman"/>
              </a:rPr>
              <a:t>Component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26857" y="3740658"/>
            <a:ext cx="770255" cy="307975"/>
          </a:xfrm>
          <a:custGeom>
            <a:avLst/>
            <a:gdLst/>
            <a:ahLst/>
            <a:cxnLst/>
            <a:rect l="l" t="t" r="r" b="b"/>
            <a:pathLst>
              <a:path w="770255" h="307975">
                <a:moveTo>
                  <a:pt x="769905" y="307752"/>
                </a:moveTo>
                <a:lnTo>
                  <a:pt x="0" y="307752"/>
                </a:lnTo>
                <a:lnTo>
                  <a:pt x="0" y="0"/>
                </a:lnTo>
                <a:lnTo>
                  <a:pt x="769905" y="0"/>
                </a:lnTo>
                <a:lnTo>
                  <a:pt x="769905" y="3077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26857" y="3740658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20"/>
              </a:spcBef>
            </a:pPr>
            <a:r>
              <a:rPr sz="1350" i="1" spc="-10" dirty="0">
                <a:latin typeface="Times New Roman"/>
                <a:cs typeface="Times New Roman"/>
              </a:rPr>
              <a:t>Graphics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0969" y="3278981"/>
            <a:ext cx="77279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latin typeface="Times New Roman"/>
                <a:cs typeface="Times New Roman"/>
              </a:rPr>
              <a:t>Object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26857" y="3278981"/>
            <a:ext cx="770255" cy="307975"/>
          </a:xfrm>
          <a:custGeom>
            <a:avLst/>
            <a:gdLst/>
            <a:ahLst/>
            <a:cxnLst/>
            <a:rect l="l" t="t" r="r" b="b"/>
            <a:pathLst>
              <a:path w="770255" h="307975">
                <a:moveTo>
                  <a:pt x="769905" y="307752"/>
                </a:moveTo>
                <a:lnTo>
                  <a:pt x="0" y="307752"/>
                </a:lnTo>
                <a:lnTo>
                  <a:pt x="0" y="0"/>
                </a:lnTo>
                <a:lnTo>
                  <a:pt x="769905" y="0"/>
                </a:lnTo>
                <a:lnTo>
                  <a:pt x="769905" y="3077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26857" y="3278981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latin typeface="Times New Roman"/>
                <a:cs typeface="Times New Roman"/>
              </a:rPr>
              <a:t>Color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07601" y="4202239"/>
            <a:ext cx="927100" cy="307975"/>
          </a:xfrm>
          <a:custGeom>
            <a:avLst/>
            <a:gdLst/>
            <a:ahLst/>
            <a:cxnLst/>
            <a:rect l="l" t="t" r="r" b="b"/>
            <a:pathLst>
              <a:path w="927100" h="307975">
                <a:moveTo>
                  <a:pt x="926496" y="0"/>
                </a:moveTo>
                <a:lnTo>
                  <a:pt x="0" y="0"/>
                </a:lnTo>
                <a:lnTo>
                  <a:pt x="0" y="307752"/>
                </a:lnTo>
                <a:lnTo>
                  <a:pt x="926496" y="307752"/>
                </a:lnTo>
                <a:lnTo>
                  <a:pt x="926496" y="0"/>
                </a:lnTo>
                <a:close/>
              </a:path>
            </a:pathLst>
          </a:custGeom>
          <a:ln w="154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018535" y="4204270"/>
            <a:ext cx="70167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Times New Roman"/>
                <a:cs typeface="Times New Roman"/>
              </a:rPr>
              <a:t>Container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01432" y="3278981"/>
            <a:ext cx="927100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27178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latin typeface="Times New Roman"/>
                <a:cs typeface="Times New Roman"/>
              </a:rPr>
              <a:t>Panel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87320" y="3278981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latin typeface="Times New Roman"/>
                <a:cs typeface="Times New Roman"/>
              </a:rPr>
              <a:t>Applet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87320" y="4202239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latin typeface="Times New Roman"/>
                <a:cs typeface="Times New Roman"/>
              </a:rPr>
              <a:t>Frame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87320" y="4663821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latin typeface="Times New Roman"/>
                <a:cs typeface="Times New Roman"/>
              </a:rPr>
              <a:t>Dialog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01432" y="4202239"/>
            <a:ext cx="927100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latin typeface="Times New Roman"/>
                <a:cs typeface="Times New Roman"/>
              </a:rPr>
              <a:t>Window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359852" y="2040127"/>
            <a:ext cx="7560945" cy="4452620"/>
            <a:chOff x="1359852" y="2040127"/>
            <a:chExt cx="7560945" cy="4452620"/>
          </a:xfrm>
        </p:grpSpPr>
        <p:sp>
          <p:nvSpPr>
            <p:cNvPr id="23" name="object 23"/>
            <p:cNvSpPr/>
            <p:nvPr/>
          </p:nvSpPr>
          <p:spPr>
            <a:xfrm>
              <a:off x="1367790" y="2048065"/>
              <a:ext cx="159385" cy="2308225"/>
            </a:xfrm>
            <a:custGeom>
              <a:avLst/>
              <a:gdLst/>
              <a:ahLst/>
              <a:cxnLst/>
              <a:rect l="l" t="t" r="r" b="b"/>
              <a:pathLst>
                <a:path w="159384" h="2308225">
                  <a:moveTo>
                    <a:pt x="159067" y="0"/>
                  </a:moveTo>
                  <a:lnTo>
                    <a:pt x="0" y="0"/>
                  </a:lnTo>
                </a:path>
                <a:path w="159384" h="2308225">
                  <a:moveTo>
                    <a:pt x="159067" y="461581"/>
                  </a:moveTo>
                  <a:lnTo>
                    <a:pt x="0" y="461581"/>
                  </a:lnTo>
                </a:path>
                <a:path w="159384" h="2308225">
                  <a:moveTo>
                    <a:pt x="159067" y="923163"/>
                  </a:moveTo>
                  <a:lnTo>
                    <a:pt x="0" y="923163"/>
                  </a:lnTo>
                </a:path>
                <a:path w="159384" h="2308225">
                  <a:moveTo>
                    <a:pt x="159067" y="1384839"/>
                  </a:moveTo>
                  <a:lnTo>
                    <a:pt x="0" y="1384839"/>
                  </a:lnTo>
                </a:path>
                <a:path w="159384" h="2308225">
                  <a:moveTo>
                    <a:pt x="159067" y="1846421"/>
                  </a:moveTo>
                  <a:lnTo>
                    <a:pt x="0" y="1846421"/>
                  </a:lnTo>
                </a:path>
                <a:path w="159384" h="2308225">
                  <a:moveTo>
                    <a:pt x="159067" y="2308098"/>
                  </a:moveTo>
                  <a:lnTo>
                    <a:pt x="0" y="2308098"/>
                  </a:lnTo>
                </a:path>
                <a:path w="159384" h="2308225">
                  <a:moveTo>
                    <a:pt x="0" y="2308098"/>
                  </a:moveTo>
                  <a:lnTo>
                    <a:pt x="0" y="0"/>
                  </a:lnTo>
                </a:path>
              </a:pathLst>
            </a:custGeom>
            <a:ln w="154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599658" y="4348462"/>
              <a:ext cx="307975" cy="15875"/>
            </a:xfrm>
            <a:custGeom>
              <a:avLst/>
              <a:gdLst/>
              <a:ahLst/>
              <a:cxnLst/>
              <a:rect l="l" t="t" r="r" b="b"/>
              <a:pathLst>
                <a:path w="307975" h="15875">
                  <a:moveTo>
                    <a:pt x="0" y="0"/>
                  </a:moveTo>
                  <a:lnTo>
                    <a:pt x="307943" y="0"/>
                  </a:lnTo>
                  <a:lnTo>
                    <a:pt x="307943" y="15401"/>
                  </a:lnTo>
                  <a:lnTo>
                    <a:pt x="0" y="15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85545" y="3432905"/>
              <a:ext cx="3234055" cy="1384935"/>
            </a:xfrm>
            <a:custGeom>
              <a:avLst/>
              <a:gdLst/>
              <a:ahLst/>
              <a:cxnLst/>
              <a:rect l="l" t="t" r="r" b="b"/>
              <a:pathLst>
                <a:path w="3234054" h="1384935">
                  <a:moveTo>
                    <a:pt x="153924" y="0"/>
                  </a:moveTo>
                  <a:lnTo>
                    <a:pt x="621030" y="0"/>
                  </a:lnTo>
                </a:path>
                <a:path w="3234054" h="1384935">
                  <a:moveTo>
                    <a:pt x="0" y="923258"/>
                  </a:moveTo>
                  <a:lnTo>
                    <a:pt x="615886" y="923258"/>
                  </a:lnTo>
                </a:path>
                <a:path w="3234054" h="1384935">
                  <a:moveTo>
                    <a:pt x="1847754" y="0"/>
                  </a:moveTo>
                  <a:lnTo>
                    <a:pt x="2001774" y="0"/>
                  </a:lnTo>
                </a:path>
                <a:path w="3234054" h="1384935">
                  <a:moveTo>
                    <a:pt x="1847754" y="923258"/>
                  </a:moveTo>
                  <a:lnTo>
                    <a:pt x="2001774" y="923258"/>
                  </a:lnTo>
                </a:path>
                <a:path w="3234054" h="1384935">
                  <a:moveTo>
                    <a:pt x="1847754" y="1384839"/>
                  </a:moveTo>
                  <a:lnTo>
                    <a:pt x="2001774" y="1384839"/>
                  </a:lnTo>
                </a:path>
                <a:path w="3234054" h="1384935">
                  <a:moveTo>
                    <a:pt x="2925699" y="1384839"/>
                  </a:moveTo>
                  <a:lnTo>
                    <a:pt x="3233642" y="1384839"/>
                  </a:lnTo>
                </a:path>
                <a:path w="3234054" h="1384935">
                  <a:moveTo>
                    <a:pt x="2925699" y="923258"/>
                  </a:moveTo>
                  <a:lnTo>
                    <a:pt x="3233642" y="923258"/>
                  </a:lnTo>
                </a:path>
                <a:path w="3234054" h="1384935">
                  <a:moveTo>
                    <a:pt x="2925699" y="0"/>
                  </a:moveTo>
                  <a:lnTo>
                    <a:pt x="3228498" y="0"/>
                  </a:lnTo>
                </a:path>
              </a:pathLst>
            </a:custGeom>
            <a:ln w="154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9469" y="2509647"/>
              <a:ext cx="4781264" cy="398276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617211" y="5435663"/>
            <a:ext cx="89281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i="1" spc="-10" dirty="0">
                <a:latin typeface="Times New Roman"/>
                <a:cs typeface="Times New Roman"/>
              </a:rPr>
              <a:t>JComponent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76007" y="3278981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latin typeface="Times New Roman"/>
                <a:cs typeface="Times New Roman"/>
              </a:rPr>
              <a:t>JApplet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81150" y="4202239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latin typeface="Times New Roman"/>
                <a:cs typeface="Times New Roman"/>
              </a:rPr>
              <a:t>JFrame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81150" y="4663821"/>
            <a:ext cx="770255" cy="307975"/>
          </a:xfrm>
          <a:prstGeom prst="rect">
            <a:avLst/>
          </a:prstGeom>
          <a:ln w="15401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20"/>
              </a:spcBef>
            </a:pPr>
            <a:r>
              <a:rPr sz="1350" spc="-10" dirty="0">
                <a:latin typeface="Times New Roman"/>
                <a:cs typeface="Times New Roman"/>
              </a:rPr>
              <a:t>JDialog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11416" y="5415112"/>
            <a:ext cx="1644650" cy="41910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260"/>
              </a:spcBef>
            </a:pPr>
            <a:r>
              <a:rPr sz="1150" dirty="0">
                <a:latin typeface="Times New Roman"/>
                <a:cs typeface="Times New Roman"/>
              </a:rPr>
              <a:t>Swing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Components</a:t>
            </a:r>
            <a:endParaRPr sz="1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7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javax.swing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package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502144" y="2203523"/>
            <a:ext cx="82296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10" dirty="0">
                <a:latin typeface="Times New Roman"/>
                <a:cs typeface="Times New Roman"/>
              </a:rPr>
              <a:t>Heavyweight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98126" y="1732597"/>
            <a:ext cx="6783070" cy="4021454"/>
            <a:chOff x="898126" y="1732597"/>
            <a:chExt cx="6783070" cy="4021454"/>
          </a:xfrm>
        </p:grpSpPr>
        <p:sp>
          <p:nvSpPr>
            <p:cNvPr id="34" name="object 34"/>
            <p:cNvSpPr/>
            <p:nvPr/>
          </p:nvSpPr>
          <p:spPr>
            <a:xfrm>
              <a:off x="905827" y="3278981"/>
              <a:ext cx="467359" cy="307975"/>
            </a:xfrm>
            <a:custGeom>
              <a:avLst/>
              <a:gdLst/>
              <a:ahLst/>
              <a:cxnLst/>
              <a:rect l="l" t="t" r="r" b="b"/>
              <a:pathLst>
                <a:path w="467359" h="307975">
                  <a:moveTo>
                    <a:pt x="467105" y="153924"/>
                  </a:moveTo>
                  <a:lnTo>
                    <a:pt x="153923" y="153924"/>
                  </a:lnTo>
                </a:path>
                <a:path w="467359" h="307975">
                  <a:moveTo>
                    <a:pt x="153923" y="307752"/>
                  </a:moveTo>
                  <a:lnTo>
                    <a:pt x="0" y="153924"/>
                  </a:lnTo>
                </a:path>
                <a:path w="467359" h="307975">
                  <a:moveTo>
                    <a:pt x="153923" y="0"/>
                  </a:moveTo>
                  <a:lnTo>
                    <a:pt x="153923" y="307752"/>
                  </a:lnTo>
                </a:path>
                <a:path w="467359" h="307975">
                  <a:moveTo>
                    <a:pt x="159067" y="0"/>
                  </a:moveTo>
                  <a:lnTo>
                    <a:pt x="0" y="153924"/>
                  </a:lnTo>
                </a:path>
              </a:pathLst>
            </a:custGeom>
            <a:ln w="154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99658" y="4348462"/>
              <a:ext cx="313690" cy="15875"/>
            </a:xfrm>
            <a:custGeom>
              <a:avLst/>
              <a:gdLst/>
              <a:ahLst/>
              <a:cxnLst/>
              <a:rect l="l" t="t" r="r" b="b"/>
              <a:pathLst>
                <a:path w="313689" h="15875">
                  <a:moveTo>
                    <a:pt x="0" y="0"/>
                  </a:moveTo>
                  <a:lnTo>
                    <a:pt x="313086" y="0"/>
                  </a:lnTo>
                  <a:lnTo>
                    <a:pt x="313086" y="15401"/>
                  </a:lnTo>
                  <a:lnTo>
                    <a:pt x="0" y="15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445639" y="3278981"/>
              <a:ext cx="3547110" cy="2308225"/>
            </a:xfrm>
            <a:custGeom>
              <a:avLst/>
              <a:gdLst/>
              <a:ahLst/>
              <a:cxnLst/>
              <a:rect l="l" t="t" r="r" b="b"/>
              <a:pathLst>
                <a:path w="3547110" h="2308225">
                  <a:moveTo>
                    <a:pt x="154019" y="1231010"/>
                  </a:moveTo>
                  <a:lnTo>
                    <a:pt x="0" y="1077182"/>
                  </a:lnTo>
                </a:path>
                <a:path w="3547110" h="2308225">
                  <a:moveTo>
                    <a:pt x="154019" y="923258"/>
                  </a:moveTo>
                  <a:lnTo>
                    <a:pt x="154019" y="1231010"/>
                  </a:lnTo>
                </a:path>
                <a:path w="3547110" h="2308225">
                  <a:moveTo>
                    <a:pt x="159162" y="923258"/>
                  </a:moveTo>
                  <a:lnTo>
                    <a:pt x="0" y="1077182"/>
                  </a:lnTo>
                </a:path>
                <a:path w="3547110" h="2308225">
                  <a:moveTo>
                    <a:pt x="1693830" y="2308098"/>
                  </a:moveTo>
                  <a:lnTo>
                    <a:pt x="1693830" y="153924"/>
                  </a:lnTo>
                </a:path>
                <a:path w="3547110" h="2308225">
                  <a:moveTo>
                    <a:pt x="1852993" y="1077182"/>
                  </a:moveTo>
                  <a:lnTo>
                    <a:pt x="1539906" y="1077182"/>
                  </a:lnTo>
                </a:path>
                <a:path w="3547110" h="2308225">
                  <a:moveTo>
                    <a:pt x="1539906" y="1231010"/>
                  </a:moveTo>
                  <a:lnTo>
                    <a:pt x="1385887" y="1077182"/>
                  </a:lnTo>
                </a:path>
                <a:path w="3547110" h="2308225">
                  <a:moveTo>
                    <a:pt x="1539906" y="923258"/>
                  </a:moveTo>
                  <a:lnTo>
                    <a:pt x="1539906" y="1231010"/>
                  </a:lnTo>
                </a:path>
                <a:path w="3547110" h="2308225">
                  <a:moveTo>
                    <a:pt x="1544954" y="923258"/>
                  </a:moveTo>
                  <a:lnTo>
                    <a:pt x="1385887" y="1077182"/>
                  </a:lnTo>
                </a:path>
                <a:path w="3547110" h="2308225">
                  <a:moveTo>
                    <a:pt x="3387661" y="1538763"/>
                  </a:moveTo>
                  <a:lnTo>
                    <a:pt x="3387661" y="1077182"/>
                  </a:lnTo>
                </a:path>
                <a:path w="3547110" h="2308225">
                  <a:moveTo>
                    <a:pt x="3546824" y="1077182"/>
                  </a:moveTo>
                  <a:lnTo>
                    <a:pt x="3233737" y="1077182"/>
                  </a:lnTo>
                </a:path>
                <a:path w="3547110" h="2308225">
                  <a:moveTo>
                    <a:pt x="3233737" y="1231010"/>
                  </a:moveTo>
                  <a:lnTo>
                    <a:pt x="3079718" y="1077182"/>
                  </a:lnTo>
                </a:path>
                <a:path w="3547110" h="2308225">
                  <a:moveTo>
                    <a:pt x="3233737" y="923258"/>
                  </a:moveTo>
                  <a:lnTo>
                    <a:pt x="3233737" y="1231010"/>
                  </a:lnTo>
                </a:path>
                <a:path w="3547110" h="2308225">
                  <a:moveTo>
                    <a:pt x="3238785" y="923258"/>
                  </a:moveTo>
                  <a:lnTo>
                    <a:pt x="3079718" y="1077182"/>
                  </a:lnTo>
                </a:path>
                <a:path w="3547110" h="2308225">
                  <a:moveTo>
                    <a:pt x="3546824" y="153924"/>
                  </a:moveTo>
                  <a:lnTo>
                    <a:pt x="3233737" y="153924"/>
                  </a:lnTo>
                </a:path>
                <a:path w="3547110" h="2308225">
                  <a:moveTo>
                    <a:pt x="3233737" y="307752"/>
                  </a:moveTo>
                  <a:lnTo>
                    <a:pt x="3079718" y="153924"/>
                  </a:lnTo>
                </a:path>
                <a:path w="3547110" h="2308225">
                  <a:moveTo>
                    <a:pt x="3233737" y="0"/>
                  </a:moveTo>
                  <a:lnTo>
                    <a:pt x="3233737" y="307752"/>
                  </a:lnTo>
                </a:path>
                <a:path w="3547110" h="2308225">
                  <a:moveTo>
                    <a:pt x="3238785" y="0"/>
                  </a:moveTo>
                  <a:lnTo>
                    <a:pt x="3079718" y="153924"/>
                  </a:lnTo>
                </a:path>
              </a:pathLst>
            </a:custGeom>
            <a:ln w="1540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6055" y="1732597"/>
              <a:ext cx="6475094" cy="4021155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5292344" y="1892627"/>
            <a:ext cx="1389380" cy="382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1484" marR="5080" indent="-439420">
              <a:lnSpc>
                <a:spcPct val="101699"/>
              </a:lnSpc>
              <a:spcBef>
                <a:spcPts val="100"/>
              </a:spcBef>
            </a:pPr>
            <a:r>
              <a:rPr sz="1150" dirty="0">
                <a:latin typeface="Times New Roman"/>
                <a:cs typeface="Times New Roman"/>
              </a:rPr>
              <a:t>Classes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java.awt package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26</a:t>
            </a:fld>
            <a:endParaRPr spc="-50" dirty="0"/>
          </a:p>
        </p:txBody>
      </p:sp>
      <p:sp>
        <p:nvSpPr>
          <p:cNvPr id="43" name="object 43"/>
          <p:cNvSpPr txBox="1"/>
          <p:nvPr/>
        </p:nvSpPr>
        <p:spPr>
          <a:xfrm>
            <a:off x="4961635" y="6506726"/>
            <a:ext cx="755650" cy="190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5"/>
              </a:lnSpc>
            </a:pPr>
            <a:r>
              <a:rPr sz="1150" spc="-10" dirty="0">
                <a:latin typeface="Times New Roman"/>
                <a:cs typeface="Times New Roman"/>
              </a:rPr>
              <a:t>Lightweight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797556" y="2049599"/>
            <a:ext cx="989330" cy="4927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1150" i="1" spc="-10" dirty="0">
                <a:latin typeface="Times New Roman"/>
                <a:cs typeface="Times New Roman"/>
              </a:rPr>
              <a:t>LayoutManager</a:t>
            </a:r>
            <a:endParaRPr sz="1150">
              <a:latin typeface="Times New Roman"/>
              <a:cs typeface="Times New Roman"/>
            </a:endParaRPr>
          </a:p>
          <a:p>
            <a:pPr marR="55244" algn="ctr">
              <a:lnSpc>
                <a:spcPct val="100000"/>
              </a:lnSpc>
              <a:spcBef>
                <a:spcPts val="890"/>
              </a:spcBef>
            </a:pPr>
            <a:r>
              <a:rPr sz="1150" spc="-50" dirty="0"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25244" y="4491047"/>
            <a:ext cx="10033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50" dirty="0">
                <a:latin typeface="Times New Roman"/>
                <a:cs typeface="Times New Roman"/>
              </a:rPr>
              <a:t>*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147307" y="5440234"/>
            <a:ext cx="47434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Times New Roman"/>
                <a:cs typeface="Times New Roman"/>
              </a:rPr>
              <a:t>JPanel</a:t>
            </a:r>
            <a:endParaRPr sz="135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780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Swing</a:t>
            </a:r>
            <a:r>
              <a:rPr sz="4400" spc="-120" dirty="0"/>
              <a:t> </a:t>
            </a:r>
            <a:r>
              <a:rPr sz="4400" spc="-10" dirty="0"/>
              <a:t>Components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595020" y="1984057"/>
            <a:ext cx="1071880" cy="19177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60"/>
              </a:lnSpc>
            </a:pPr>
            <a:r>
              <a:rPr sz="1150" spc="-10" dirty="0">
                <a:latin typeface="Times New Roman"/>
                <a:cs typeface="Times New Roman"/>
              </a:rPr>
              <a:t>JMenuItem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5497" y="1492091"/>
            <a:ext cx="1416050" cy="22479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JCheckBoxMenuItem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1476" y="2409825"/>
            <a:ext cx="1071880" cy="20955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85">
              <a:lnSpc>
                <a:spcPts val="1550"/>
              </a:lnSpc>
            </a:pPr>
            <a:r>
              <a:rPr sz="1350" i="1" spc="-10" dirty="0">
                <a:latin typeface="Times New Roman"/>
                <a:cs typeface="Times New Roman"/>
              </a:rPr>
              <a:t>AbstractButton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066" y="3454908"/>
            <a:ext cx="918844" cy="26543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0">
              <a:lnSpc>
                <a:spcPts val="1565"/>
              </a:lnSpc>
            </a:pPr>
            <a:r>
              <a:rPr sz="1350" i="1" spc="-10" dirty="0">
                <a:latin typeface="Times New Roman"/>
                <a:cs typeface="Times New Roman"/>
              </a:rPr>
              <a:t>JComponent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5497" y="1953482"/>
            <a:ext cx="1071880" cy="20955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JMenu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25497" y="2430208"/>
            <a:ext cx="1530985" cy="22225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0"/>
              </a:lnSpc>
            </a:pPr>
            <a:r>
              <a:rPr sz="1150" spc="-10" dirty="0">
                <a:latin typeface="Times New Roman"/>
                <a:cs typeface="Times New Roman"/>
              </a:rPr>
              <a:t>JRadioButtonMenuItem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5020" y="2876264"/>
            <a:ext cx="1071880" cy="22225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JToggleButton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25497" y="2904363"/>
            <a:ext cx="1071880" cy="19431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75"/>
              </a:lnSpc>
            </a:pPr>
            <a:r>
              <a:rPr sz="1150" spc="-10" dirty="0">
                <a:latin typeface="Times New Roman"/>
                <a:cs typeface="Times New Roman"/>
              </a:rPr>
              <a:t>JCheckBox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25497" y="3365753"/>
            <a:ext cx="1071880" cy="178435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40"/>
              </a:lnSpc>
            </a:pPr>
            <a:r>
              <a:rPr sz="1150" spc="-10" dirty="0">
                <a:latin typeface="Times New Roman"/>
                <a:cs typeface="Times New Roman"/>
              </a:rPr>
              <a:t>JRadioButton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48087" y="5132260"/>
            <a:ext cx="869950" cy="20955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375"/>
              </a:lnSpc>
            </a:pPr>
            <a:r>
              <a:rPr sz="1150" spc="-10" dirty="0">
                <a:latin typeface="Times New Roman"/>
                <a:cs typeface="Times New Roman"/>
              </a:rPr>
              <a:t>JComboBox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29092" y="6439947"/>
            <a:ext cx="982344" cy="219710"/>
          </a:xfrm>
          <a:custGeom>
            <a:avLst/>
            <a:gdLst/>
            <a:ahLst/>
            <a:cxnLst/>
            <a:rect l="l" t="t" r="r" b="b"/>
            <a:pathLst>
              <a:path w="982345" h="219709">
                <a:moveTo>
                  <a:pt x="982122" y="0"/>
                </a:moveTo>
                <a:lnTo>
                  <a:pt x="0" y="0"/>
                </a:lnTo>
                <a:lnTo>
                  <a:pt x="0" y="219265"/>
                </a:lnTo>
                <a:lnTo>
                  <a:pt x="982122" y="219265"/>
                </a:lnTo>
                <a:lnTo>
                  <a:pt x="982122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19492" y="5578316"/>
            <a:ext cx="974725" cy="21717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JLayeredPane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35915" y="5137308"/>
            <a:ext cx="459105" cy="21717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1360"/>
              </a:lnSpc>
            </a:pPr>
            <a:r>
              <a:rPr sz="1150" spc="-10" dirty="0">
                <a:latin typeface="Times New Roman"/>
                <a:cs typeface="Times New Roman"/>
              </a:rPr>
              <a:t>JList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09365" y="6039707"/>
            <a:ext cx="719455" cy="19431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JMenuBar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85161" y="5134832"/>
            <a:ext cx="918844" cy="21971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80"/>
              </a:lnSpc>
            </a:pPr>
            <a:r>
              <a:rPr sz="1150" spc="-10" dirty="0">
                <a:latin typeface="Times New Roman"/>
                <a:cs typeface="Times New Roman"/>
              </a:rPr>
              <a:t>JOptionPane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04715" y="6057613"/>
            <a:ext cx="908050" cy="19431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1360"/>
              </a:lnSpc>
            </a:pPr>
            <a:r>
              <a:rPr sz="1150" spc="-10" dirty="0">
                <a:latin typeface="Times New Roman"/>
                <a:cs typeface="Times New Roman"/>
              </a:rPr>
              <a:t>JPopupMenu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40767" y="6445091"/>
            <a:ext cx="847090" cy="214629"/>
          </a:xfrm>
          <a:custGeom>
            <a:avLst/>
            <a:gdLst/>
            <a:ahLst/>
            <a:cxnLst/>
            <a:rect l="l" t="t" r="r" b="b"/>
            <a:pathLst>
              <a:path w="847090" h="214629">
                <a:moveTo>
                  <a:pt x="846867" y="0"/>
                </a:moveTo>
                <a:lnTo>
                  <a:pt x="0" y="0"/>
                </a:lnTo>
                <a:lnTo>
                  <a:pt x="0" y="214121"/>
                </a:lnTo>
                <a:lnTo>
                  <a:pt x="846867" y="214121"/>
                </a:lnTo>
                <a:lnTo>
                  <a:pt x="846867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306663" y="6057613"/>
            <a:ext cx="918844" cy="20447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60"/>
              </a:lnSpc>
            </a:pPr>
            <a:r>
              <a:rPr sz="1150" spc="-10" dirty="0">
                <a:latin typeface="Times New Roman"/>
                <a:cs typeface="Times New Roman"/>
              </a:rPr>
              <a:t>JFileChooser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41198" y="5150072"/>
            <a:ext cx="765810" cy="21717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JScrollBar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32029" y="5611463"/>
            <a:ext cx="814069" cy="19431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JScrollPane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26488" y="5596223"/>
            <a:ext cx="740410" cy="19431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JSeparator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26714" y="5578316"/>
            <a:ext cx="721995" cy="22987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JSplitPane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33976" y="5165407"/>
            <a:ext cx="556260" cy="19939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JSlider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75725" y="5578316"/>
            <a:ext cx="887730" cy="22225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JTabbedPane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041523" y="6424612"/>
            <a:ext cx="535940" cy="217170"/>
          </a:xfrm>
          <a:custGeom>
            <a:avLst/>
            <a:gdLst/>
            <a:ahLst/>
            <a:cxnLst/>
            <a:rect l="l" t="t" r="r" b="b"/>
            <a:pathLst>
              <a:path w="535939" h="217170">
                <a:moveTo>
                  <a:pt x="535685" y="0"/>
                </a:moveTo>
                <a:lnTo>
                  <a:pt x="0" y="0"/>
                </a:lnTo>
                <a:lnTo>
                  <a:pt x="0" y="216693"/>
                </a:lnTo>
                <a:lnTo>
                  <a:pt x="535685" y="216693"/>
                </a:lnTo>
                <a:lnTo>
                  <a:pt x="535685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799141" y="6411944"/>
            <a:ext cx="895350" cy="232410"/>
          </a:xfrm>
          <a:custGeom>
            <a:avLst/>
            <a:gdLst/>
            <a:ahLst/>
            <a:cxnLst/>
            <a:rect l="l" t="t" r="r" b="b"/>
            <a:pathLst>
              <a:path w="895350" h="232409">
                <a:moveTo>
                  <a:pt x="895254" y="0"/>
                </a:moveTo>
                <a:lnTo>
                  <a:pt x="0" y="0"/>
                </a:lnTo>
                <a:lnTo>
                  <a:pt x="0" y="231934"/>
                </a:lnTo>
                <a:lnTo>
                  <a:pt x="895254" y="231934"/>
                </a:lnTo>
                <a:lnTo>
                  <a:pt x="895254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595020" y="3959637"/>
            <a:ext cx="1071880" cy="17907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JTextField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11476" y="3946874"/>
            <a:ext cx="1224915" cy="22225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60"/>
              </a:lnSpc>
            </a:pPr>
            <a:r>
              <a:rPr sz="1150" i="1" spc="-10" dirty="0">
                <a:latin typeface="Times New Roman"/>
                <a:cs typeface="Times New Roman"/>
              </a:rPr>
              <a:t>JTextComponent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95020" y="4436364"/>
            <a:ext cx="1071880" cy="19431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60"/>
              </a:lnSpc>
            </a:pPr>
            <a:r>
              <a:rPr sz="1150" spc="-10" dirty="0">
                <a:latin typeface="Times New Roman"/>
                <a:cs typeface="Times New Roman"/>
              </a:rPr>
              <a:t>JTextArea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70677" y="6024467"/>
            <a:ext cx="635635" cy="21717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JToolBar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69231" y="6042278"/>
            <a:ext cx="635635" cy="23241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1350"/>
              </a:lnSpc>
            </a:pPr>
            <a:r>
              <a:rPr sz="1150" spc="-10" dirty="0">
                <a:latin typeface="Times New Roman"/>
                <a:cs typeface="Times New Roman"/>
              </a:rPr>
              <a:t>JToolTip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370677" y="6424612"/>
            <a:ext cx="443865" cy="217170"/>
          </a:xfrm>
          <a:custGeom>
            <a:avLst/>
            <a:gdLst/>
            <a:ahLst/>
            <a:cxnLst/>
            <a:rect l="l" t="t" r="r" b="b"/>
            <a:pathLst>
              <a:path w="443864" h="217170">
                <a:moveTo>
                  <a:pt x="443769" y="0"/>
                </a:moveTo>
                <a:lnTo>
                  <a:pt x="0" y="0"/>
                </a:lnTo>
                <a:lnTo>
                  <a:pt x="0" y="216693"/>
                </a:lnTo>
                <a:lnTo>
                  <a:pt x="443769" y="216693"/>
                </a:lnTo>
                <a:lnTo>
                  <a:pt x="443769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329392" y="5611463"/>
            <a:ext cx="775970" cy="214629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JRootPane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86312" y="5134832"/>
            <a:ext cx="515620" cy="20955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"/>
              </a:spcBef>
            </a:pPr>
            <a:r>
              <a:rPr sz="1150" spc="-10" dirty="0">
                <a:latin typeface="Times New Roman"/>
                <a:cs typeface="Times New Roman"/>
              </a:rPr>
              <a:t>JPanel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125497" y="3974972"/>
            <a:ext cx="1071880" cy="194310"/>
          </a:xfrm>
          <a:custGeom>
            <a:avLst/>
            <a:gdLst/>
            <a:ahLst/>
            <a:cxnLst/>
            <a:rect l="l" t="t" r="r" b="b"/>
            <a:pathLst>
              <a:path w="1071879" h="194310">
                <a:moveTo>
                  <a:pt x="1071372" y="0"/>
                </a:moveTo>
                <a:lnTo>
                  <a:pt x="0" y="0"/>
                </a:lnTo>
                <a:lnTo>
                  <a:pt x="0" y="193738"/>
                </a:lnTo>
                <a:lnTo>
                  <a:pt x="1071372" y="193738"/>
                </a:lnTo>
                <a:lnTo>
                  <a:pt x="1071372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158645" y="3957018"/>
            <a:ext cx="957580" cy="203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10" dirty="0">
                <a:latin typeface="Times New Roman"/>
                <a:cs typeface="Times New Roman"/>
              </a:rPr>
              <a:t>JPasswordField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393275" y="6042278"/>
            <a:ext cx="995044" cy="23241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0"/>
              </a:lnSpc>
            </a:pPr>
            <a:r>
              <a:rPr sz="1150" spc="-10" dirty="0">
                <a:latin typeface="Times New Roman"/>
                <a:cs typeface="Times New Roman"/>
              </a:rPr>
              <a:t>JColorChooser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444434" y="1611598"/>
            <a:ext cx="6905625" cy="5153025"/>
            <a:chOff x="1444434" y="1611598"/>
            <a:chExt cx="6905625" cy="5153025"/>
          </a:xfrm>
        </p:grpSpPr>
        <p:sp>
          <p:nvSpPr>
            <p:cNvPr id="41" name="object 41"/>
            <p:cNvSpPr/>
            <p:nvPr/>
          </p:nvSpPr>
          <p:spPr>
            <a:xfrm>
              <a:off x="2207418" y="4984432"/>
              <a:ext cx="6119495" cy="1771650"/>
            </a:xfrm>
            <a:custGeom>
              <a:avLst/>
              <a:gdLst/>
              <a:ahLst/>
              <a:cxnLst/>
              <a:rect l="l" t="t" r="r" b="b"/>
              <a:pathLst>
                <a:path w="6119495" h="1771650">
                  <a:moveTo>
                    <a:pt x="10191" y="0"/>
                  </a:moveTo>
                  <a:lnTo>
                    <a:pt x="15240" y="1753742"/>
                  </a:lnTo>
                </a:path>
                <a:path w="6119495" h="1771650">
                  <a:moveTo>
                    <a:pt x="0" y="1769078"/>
                  </a:moveTo>
                  <a:lnTo>
                    <a:pt x="6119431" y="1771650"/>
                  </a:lnTo>
                </a:path>
                <a:path w="6119495" h="1771650">
                  <a:moveTo>
                    <a:pt x="6119431" y="17811"/>
                  </a:moveTo>
                  <a:lnTo>
                    <a:pt x="6119431" y="1771650"/>
                  </a:lnTo>
                </a:path>
              </a:pathLst>
            </a:custGeom>
            <a:ln w="15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52372" y="1619535"/>
              <a:ext cx="3678554" cy="4422775"/>
            </a:xfrm>
            <a:custGeom>
              <a:avLst/>
              <a:gdLst/>
              <a:ahLst/>
              <a:cxnLst/>
              <a:rect l="l" t="t" r="r" b="b"/>
              <a:pathLst>
                <a:path w="3678554" h="4422775">
                  <a:moveTo>
                    <a:pt x="1836610" y="2600134"/>
                  </a:moveTo>
                  <a:lnTo>
                    <a:pt x="1683543" y="2447163"/>
                  </a:lnTo>
                </a:path>
                <a:path w="3678554" h="4422775">
                  <a:moveTo>
                    <a:pt x="1836610" y="2294286"/>
                  </a:moveTo>
                  <a:lnTo>
                    <a:pt x="1836610" y="2600134"/>
                  </a:lnTo>
                </a:path>
                <a:path w="3678554" h="4422775">
                  <a:moveTo>
                    <a:pt x="1841658" y="2294286"/>
                  </a:moveTo>
                  <a:lnTo>
                    <a:pt x="1683543" y="2447163"/>
                  </a:lnTo>
                </a:path>
                <a:path w="3678554" h="4422775">
                  <a:moveTo>
                    <a:pt x="306038" y="1988343"/>
                  </a:moveTo>
                  <a:lnTo>
                    <a:pt x="153066" y="1988343"/>
                  </a:lnTo>
                </a:path>
                <a:path w="3678554" h="4422775">
                  <a:moveTo>
                    <a:pt x="153066" y="1835372"/>
                  </a:moveTo>
                  <a:lnTo>
                    <a:pt x="153066" y="2141315"/>
                  </a:lnTo>
                </a:path>
                <a:path w="3678554" h="4422775">
                  <a:moveTo>
                    <a:pt x="158115" y="1835372"/>
                  </a:moveTo>
                  <a:lnTo>
                    <a:pt x="0" y="1988343"/>
                  </a:lnTo>
                </a:path>
                <a:path w="3678554" h="4422775">
                  <a:moveTo>
                    <a:pt x="311181" y="4287678"/>
                  </a:moveTo>
                  <a:lnTo>
                    <a:pt x="306038" y="917733"/>
                  </a:lnTo>
                </a:path>
                <a:path w="3678554" h="4422775">
                  <a:moveTo>
                    <a:pt x="306038" y="2447163"/>
                  </a:moveTo>
                  <a:lnTo>
                    <a:pt x="459104" y="2447163"/>
                  </a:lnTo>
                </a:path>
                <a:path w="3678554" h="4422775">
                  <a:moveTo>
                    <a:pt x="306038" y="917733"/>
                  </a:moveTo>
                  <a:lnTo>
                    <a:pt x="459104" y="917733"/>
                  </a:lnTo>
                </a:path>
                <a:path w="3678554" h="4422775">
                  <a:moveTo>
                    <a:pt x="1989581" y="1376552"/>
                  </a:moveTo>
                  <a:lnTo>
                    <a:pt x="1989581" y="458914"/>
                  </a:lnTo>
                </a:path>
                <a:path w="3678554" h="4422775">
                  <a:moveTo>
                    <a:pt x="1989581" y="458914"/>
                  </a:moveTo>
                  <a:lnTo>
                    <a:pt x="2142648" y="458914"/>
                  </a:lnTo>
                </a:path>
                <a:path w="3678554" h="4422775">
                  <a:moveTo>
                    <a:pt x="1989581" y="2905982"/>
                  </a:moveTo>
                  <a:lnTo>
                    <a:pt x="2142648" y="2905982"/>
                  </a:lnTo>
                </a:path>
                <a:path w="3678554" h="4422775">
                  <a:moveTo>
                    <a:pt x="1989581" y="2905982"/>
                  </a:moveTo>
                  <a:lnTo>
                    <a:pt x="1989581" y="1988343"/>
                  </a:lnTo>
                </a:path>
                <a:path w="3678554" h="4422775">
                  <a:moveTo>
                    <a:pt x="2142648" y="2447163"/>
                  </a:moveTo>
                  <a:lnTo>
                    <a:pt x="1844230" y="2444686"/>
                  </a:lnTo>
                </a:path>
                <a:path w="3678554" h="4422775">
                  <a:moveTo>
                    <a:pt x="3520154" y="458914"/>
                  </a:moveTo>
                  <a:lnTo>
                    <a:pt x="3367087" y="458914"/>
                  </a:lnTo>
                </a:path>
                <a:path w="3678554" h="4422775">
                  <a:moveTo>
                    <a:pt x="3367087" y="305942"/>
                  </a:moveTo>
                  <a:lnTo>
                    <a:pt x="3367087" y="611790"/>
                  </a:lnTo>
                </a:path>
                <a:path w="3678554" h="4422775">
                  <a:moveTo>
                    <a:pt x="1994725" y="917733"/>
                  </a:moveTo>
                  <a:lnTo>
                    <a:pt x="1683543" y="917733"/>
                  </a:lnTo>
                </a:path>
                <a:path w="3678554" h="4422775">
                  <a:moveTo>
                    <a:pt x="1683543" y="1070705"/>
                  </a:moveTo>
                  <a:lnTo>
                    <a:pt x="1530477" y="917733"/>
                  </a:lnTo>
                </a:path>
                <a:path w="3678554" h="4422775">
                  <a:moveTo>
                    <a:pt x="1683543" y="764762"/>
                  </a:moveTo>
                  <a:lnTo>
                    <a:pt x="1683543" y="1070705"/>
                  </a:lnTo>
                </a:path>
                <a:path w="3678554" h="4422775">
                  <a:moveTo>
                    <a:pt x="1688592" y="764762"/>
                  </a:moveTo>
                  <a:lnTo>
                    <a:pt x="1530477" y="917733"/>
                  </a:lnTo>
                </a:path>
                <a:path w="3678554" h="4422775">
                  <a:moveTo>
                    <a:pt x="3520154" y="917733"/>
                  </a:moveTo>
                  <a:lnTo>
                    <a:pt x="3520154" y="0"/>
                  </a:lnTo>
                </a:path>
                <a:path w="3678554" h="4422775">
                  <a:moveTo>
                    <a:pt x="3520154" y="0"/>
                  </a:moveTo>
                  <a:lnTo>
                    <a:pt x="3673125" y="0"/>
                  </a:lnTo>
                </a:path>
                <a:path w="3678554" h="4422775">
                  <a:moveTo>
                    <a:pt x="3520154" y="917733"/>
                  </a:moveTo>
                  <a:lnTo>
                    <a:pt x="3673125" y="917733"/>
                  </a:lnTo>
                </a:path>
                <a:path w="3678554" h="4422775">
                  <a:moveTo>
                    <a:pt x="456533" y="4422743"/>
                  </a:moveTo>
                  <a:lnTo>
                    <a:pt x="303561" y="4269771"/>
                  </a:lnTo>
                </a:path>
                <a:path w="3678554" h="4422775">
                  <a:moveTo>
                    <a:pt x="456533" y="4116895"/>
                  </a:moveTo>
                  <a:lnTo>
                    <a:pt x="456533" y="4422743"/>
                  </a:lnTo>
                </a:path>
                <a:path w="3678554" h="4422775">
                  <a:moveTo>
                    <a:pt x="461676" y="4116895"/>
                  </a:moveTo>
                  <a:lnTo>
                    <a:pt x="303561" y="4269771"/>
                  </a:lnTo>
                </a:path>
                <a:path w="3678554" h="4422775">
                  <a:moveTo>
                    <a:pt x="762666" y="4269771"/>
                  </a:moveTo>
                  <a:lnTo>
                    <a:pt x="456533" y="4269771"/>
                  </a:lnTo>
                </a:path>
                <a:path w="3678554" h="4422775">
                  <a:moveTo>
                    <a:pt x="3520154" y="458914"/>
                  </a:moveTo>
                  <a:lnTo>
                    <a:pt x="3673125" y="458914"/>
                  </a:lnTo>
                </a:path>
                <a:path w="3678554" h="4422775">
                  <a:moveTo>
                    <a:pt x="3678269" y="2447163"/>
                  </a:moveTo>
                  <a:lnTo>
                    <a:pt x="3367087" y="2447163"/>
                  </a:lnTo>
                </a:path>
                <a:path w="3678554" h="4422775">
                  <a:moveTo>
                    <a:pt x="3367087" y="2600134"/>
                  </a:moveTo>
                  <a:lnTo>
                    <a:pt x="3214020" y="2447163"/>
                  </a:lnTo>
                </a:path>
                <a:path w="3678554" h="4422775">
                  <a:moveTo>
                    <a:pt x="3367087" y="2294286"/>
                  </a:moveTo>
                  <a:lnTo>
                    <a:pt x="3367087" y="2600134"/>
                  </a:lnTo>
                </a:path>
                <a:path w="3678554" h="4422775">
                  <a:moveTo>
                    <a:pt x="3372135" y="2294286"/>
                  </a:moveTo>
                  <a:lnTo>
                    <a:pt x="3214020" y="2447163"/>
                  </a:lnTo>
                </a:path>
              </a:pathLst>
            </a:custGeom>
            <a:ln w="1530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09895" y="5002243"/>
              <a:ext cx="6132195" cy="0"/>
            </a:xfrm>
            <a:custGeom>
              <a:avLst/>
              <a:gdLst/>
              <a:ahLst/>
              <a:cxnLst/>
              <a:rect l="l" t="t" r="r" b="b"/>
              <a:pathLst>
                <a:path w="6132195">
                  <a:moveTo>
                    <a:pt x="0" y="0"/>
                  </a:moveTo>
                  <a:lnTo>
                    <a:pt x="6132194" y="0"/>
                  </a:lnTo>
                </a:path>
              </a:pathLst>
            </a:custGeom>
            <a:ln w="15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370677" y="5137308"/>
            <a:ext cx="612775" cy="20447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1360"/>
              </a:lnSpc>
            </a:pPr>
            <a:r>
              <a:rPr sz="1150" spc="-10" dirty="0">
                <a:latin typeface="Times New Roman"/>
                <a:cs typeface="Times New Roman"/>
              </a:rPr>
              <a:t>JLabel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666392" y="2843117"/>
            <a:ext cx="464820" cy="612140"/>
          </a:xfrm>
          <a:custGeom>
            <a:avLst/>
            <a:gdLst/>
            <a:ahLst/>
            <a:cxnLst/>
            <a:rect l="l" t="t" r="r" b="b"/>
            <a:pathLst>
              <a:path w="464820" h="612139">
                <a:moveTo>
                  <a:pt x="464248" y="152971"/>
                </a:moveTo>
                <a:lnTo>
                  <a:pt x="153066" y="152971"/>
                </a:lnTo>
              </a:path>
              <a:path w="464820" h="612139">
                <a:moveTo>
                  <a:pt x="153066" y="305942"/>
                </a:moveTo>
                <a:lnTo>
                  <a:pt x="0" y="152971"/>
                </a:lnTo>
              </a:path>
              <a:path w="464820" h="612139">
                <a:moveTo>
                  <a:pt x="153066" y="0"/>
                </a:moveTo>
                <a:lnTo>
                  <a:pt x="153066" y="305942"/>
                </a:lnTo>
              </a:path>
              <a:path w="464820" h="612139">
                <a:moveTo>
                  <a:pt x="158115" y="0"/>
                </a:moveTo>
                <a:lnTo>
                  <a:pt x="0" y="152971"/>
                </a:lnTo>
              </a:path>
              <a:path w="464820" h="612139">
                <a:moveTo>
                  <a:pt x="306133" y="611790"/>
                </a:moveTo>
                <a:lnTo>
                  <a:pt x="306133" y="152971"/>
                </a:lnTo>
              </a:path>
              <a:path w="464820" h="612139">
                <a:moveTo>
                  <a:pt x="306133" y="611790"/>
                </a:moveTo>
                <a:lnTo>
                  <a:pt x="459105" y="611790"/>
                </a:lnTo>
              </a:path>
            </a:pathLst>
          </a:custGeom>
          <a:ln w="153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595020" y="3485483"/>
            <a:ext cx="1071880" cy="22225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JEditorPane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444434" y="1917541"/>
            <a:ext cx="6400800" cy="4749800"/>
            <a:chOff x="1444434" y="1917541"/>
            <a:chExt cx="6400800" cy="4749800"/>
          </a:xfrm>
        </p:grpSpPr>
        <p:sp>
          <p:nvSpPr>
            <p:cNvPr id="48" name="object 48"/>
            <p:cNvSpPr/>
            <p:nvPr/>
          </p:nvSpPr>
          <p:spPr>
            <a:xfrm>
              <a:off x="1452372" y="1925478"/>
              <a:ext cx="3372485" cy="1835785"/>
            </a:xfrm>
            <a:custGeom>
              <a:avLst/>
              <a:gdLst/>
              <a:ahLst/>
              <a:cxnLst/>
              <a:rect l="l" t="t" r="r" b="b"/>
              <a:pathLst>
                <a:path w="3372485" h="1835785">
                  <a:moveTo>
                    <a:pt x="153066" y="1835372"/>
                  </a:moveTo>
                  <a:lnTo>
                    <a:pt x="0" y="1682400"/>
                  </a:lnTo>
                </a:path>
                <a:path w="3372485" h="1835785">
                  <a:moveTo>
                    <a:pt x="1989581" y="1682400"/>
                  </a:moveTo>
                  <a:lnTo>
                    <a:pt x="2142648" y="1682400"/>
                  </a:lnTo>
                </a:path>
                <a:path w="3372485" h="1835785">
                  <a:moveTo>
                    <a:pt x="1989581" y="1070609"/>
                  </a:moveTo>
                  <a:lnTo>
                    <a:pt x="2142648" y="1070609"/>
                  </a:lnTo>
                </a:path>
                <a:path w="3372485" h="1835785">
                  <a:moveTo>
                    <a:pt x="3367087" y="305847"/>
                  </a:moveTo>
                  <a:lnTo>
                    <a:pt x="3214020" y="152971"/>
                  </a:lnTo>
                </a:path>
                <a:path w="3372485" h="1835785">
                  <a:moveTo>
                    <a:pt x="3367087" y="0"/>
                  </a:moveTo>
                  <a:lnTo>
                    <a:pt x="3367087" y="305847"/>
                  </a:lnTo>
                </a:path>
                <a:path w="3372485" h="1835785">
                  <a:moveTo>
                    <a:pt x="3372135" y="0"/>
                  </a:moveTo>
                  <a:lnTo>
                    <a:pt x="3214020" y="152971"/>
                  </a:lnTo>
                </a:path>
              </a:pathLst>
            </a:custGeom>
            <a:ln w="1530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212139" y="6445091"/>
              <a:ext cx="625475" cy="214629"/>
            </a:xfrm>
            <a:custGeom>
              <a:avLst/>
              <a:gdLst/>
              <a:ahLst/>
              <a:cxnLst/>
              <a:rect l="l" t="t" r="r" b="b"/>
              <a:pathLst>
                <a:path w="625475" h="214629">
                  <a:moveTo>
                    <a:pt x="624935" y="0"/>
                  </a:moveTo>
                  <a:lnTo>
                    <a:pt x="0" y="0"/>
                  </a:lnTo>
                  <a:lnTo>
                    <a:pt x="0" y="214121"/>
                  </a:lnTo>
                  <a:lnTo>
                    <a:pt x="624935" y="214121"/>
                  </a:lnTo>
                  <a:lnTo>
                    <a:pt x="624935" y="0"/>
                  </a:lnTo>
                  <a:close/>
                </a:path>
              </a:pathLst>
            </a:custGeom>
            <a:ln w="15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595020" y="2442972"/>
            <a:ext cx="1071880" cy="19431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JButton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441953" y="2539841"/>
            <a:ext cx="153670" cy="0"/>
          </a:xfrm>
          <a:custGeom>
            <a:avLst/>
            <a:gdLst/>
            <a:ahLst/>
            <a:cxnLst/>
            <a:rect l="l" t="t" r="r" b="b"/>
            <a:pathLst>
              <a:path w="153670">
                <a:moveTo>
                  <a:pt x="0" y="0"/>
                </a:moveTo>
                <a:lnTo>
                  <a:pt x="153066" y="0"/>
                </a:lnTo>
              </a:path>
            </a:pathLst>
          </a:custGeom>
          <a:ln w="153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832765" y="6410023"/>
            <a:ext cx="84709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JTableHeader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404777" y="6425264"/>
            <a:ext cx="35496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JTree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075337" y="6425264"/>
            <a:ext cx="41783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JTable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965097" y="6440504"/>
            <a:ext cx="92392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JInternalFrame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175110" y="6443552"/>
            <a:ext cx="80645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JProgressBar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246482" y="6443552"/>
            <a:ext cx="54356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JSpinner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27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471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Core</a:t>
            </a:r>
            <a:r>
              <a:rPr sz="4400" spc="-140" dirty="0"/>
              <a:t> </a:t>
            </a:r>
            <a:r>
              <a:rPr sz="4400" dirty="0"/>
              <a:t>Swing</a:t>
            </a:r>
            <a:r>
              <a:rPr sz="4400" spc="-105" dirty="0"/>
              <a:t> </a:t>
            </a:r>
            <a:r>
              <a:rPr sz="4400" spc="-10" dirty="0"/>
              <a:t>Components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3595020" y="1984057"/>
            <a:ext cx="1071880" cy="19177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0"/>
              </a:lnSpc>
            </a:pPr>
            <a:r>
              <a:rPr sz="1150" spc="-10" dirty="0">
                <a:latin typeface="Times New Roman"/>
                <a:cs typeface="Times New Roman"/>
              </a:rPr>
              <a:t>JMenuItem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5497" y="1492091"/>
            <a:ext cx="1416050" cy="22479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45"/>
              </a:lnSpc>
            </a:pPr>
            <a:r>
              <a:rPr sz="1150" spc="-10" dirty="0">
                <a:latin typeface="Times New Roman"/>
                <a:cs typeface="Times New Roman"/>
              </a:rPr>
              <a:t>JCheckBoxMenuItem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1476" y="2409825"/>
            <a:ext cx="1071880" cy="209550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85">
              <a:lnSpc>
                <a:spcPts val="1540"/>
              </a:lnSpc>
            </a:pPr>
            <a:r>
              <a:rPr sz="1350" i="1" spc="-10" dirty="0">
                <a:latin typeface="Times New Roman"/>
                <a:cs typeface="Times New Roman"/>
              </a:rPr>
              <a:t>AbstractButton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066" y="3454908"/>
            <a:ext cx="918844" cy="265430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0">
              <a:lnSpc>
                <a:spcPts val="1565"/>
              </a:lnSpc>
            </a:pPr>
            <a:r>
              <a:rPr sz="1350" i="1" spc="-10" dirty="0">
                <a:latin typeface="Times New Roman"/>
                <a:cs typeface="Times New Roman"/>
              </a:rPr>
              <a:t>JComponent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5497" y="1953482"/>
            <a:ext cx="1071880" cy="20955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60"/>
              </a:lnSpc>
            </a:pPr>
            <a:r>
              <a:rPr sz="1150" spc="-10" dirty="0">
                <a:latin typeface="Times New Roman"/>
                <a:cs typeface="Times New Roman"/>
              </a:rPr>
              <a:t>JMenu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25497" y="2430208"/>
            <a:ext cx="1530985" cy="22225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0"/>
              </a:lnSpc>
            </a:pPr>
            <a:r>
              <a:rPr sz="1150" spc="-10" dirty="0">
                <a:latin typeface="Times New Roman"/>
                <a:cs typeface="Times New Roman"/>
              </a:rPr>
              <a:t>JRadioButtonMenuItem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95020" y="2876264"/>
            <a:ext cx="1071880" cy="22225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40"/>
              </a:lnSpc>
            </a:pPr>
            <a:r>
              <a:rPr sz="1150" spc="-10" dirty="0">
                <a:latin typeface="Times New Roman"/>
                <a:cs typeface="Times New Roman"/>
              </a:rPr>
              <a:t>JToggleButton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25497" y="2904363"/>
            <a:ext cx="1071880" cy="194310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60"/>
              </a:lnSpc>
            </a:pPr>
            <a:r>
              <a:rPr sz="1150" spc="-10" dirty="0">
                <a:latin typeface="Times New Roman"/>
                <a:cs typeface="Times New Roman"/>
              </a:rPr>
              <a:t>JCheckBox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25497" y="3365753"/>
            <a:ext cx="1071880" cy="178435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30"/>
              </a:lnSpc>
            </a:pPr>
            <a:r>
              <a:rPr sz="1150" spc="-10" dirty="0">
                <a:latin typeface="Times New Roman"/>
                <a:cs typeface="Times New Roman"/>
              </a:rPr>
              <a:t>JRadioButton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48087" y="5132260"/>
            <a:ext cx="869950" cy="209550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1375"/>
              </a:lnSpc>
            </a:pPr>
            <a:r>
              <a:rPr sz="1150" spc="-10" dirty="0">
                <a:latin typeface="Times New Roman"/>
                <a:cs typeface="Times New Roman"/>
              </a:rPr>
              <a:t>JComboBox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29092" y="6439947"/>
            <a:ext cx="982344" cy="219710"/>
          </a:xfrm>
          <a:custGeom>
            <a:avLst/>
            <a:gdLst/>
            <a:ahLst/>
            <a:cxnLst/>
            <a:rect l="l" t="t" r="r" b="b"/>
            <a:pathLst>
              <a:path w="982345" h="219709">
                <a:moveTo>
                  <a:pt x="982122" y="0"/>
                </a:moveTo>
                <a:lnTo>
                  <a:pt x="0" y="0"/>
                </a:lnTo>
                <a:lnTo>
                  <a:pt x="0" y="219265"/>
                </a:lnTo>
                <a:lnTo>
                  <a:pt x="982122" y="219265"/>
                </a:lnTo>
                <a:lnTo>
                  <a:pt x="982122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19492" y="5578316"/>
            <a:ext cx="974725" cy="21717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JLayeredPane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35915" y="5137308"/>
            <a:ext cx="459105" cy="217170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1345"/>
              </a:lnSpc>
            </a:pPr>
            <a:r>
              <a:rPr sz="1150" spc="-10" dirty="0">
                <a:latin typeface="Times New Roman"/>
                <a:cs typeface="Times New Roman"/>
              </a:rPr>
              <a:t>JList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09365" y="6039707"/>
            <a:ext cx="719455" cy="194310"/>
          </a:xfrm>
          <a:custGeom>
            <a:avLst/>
            <a:gdLst/>
            <a:ahLst/>
            <a:cxnLst/>
            <a:rect l="l" t="t" r="r" b="b"/>
            <a:pathLst>
              <a:path w="719454" h="194310">
                <a:moveTo>
                  <a:pt x="719327" y="0"/>
                </a:moveTo>
                <a:lnTo>
                  <a:pt x="0" y="0"/>
                </a:lnTo>
                <a:lnTo>
                  <a:pt x="0" y="193738"/>
                </a:lnTo>
                <a:lnTo>
                  <a:pt x="719327" y="193738"/>
                </a:lnTo>
                <a:lnTo>
                  <a:pt x="719327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85161" y="5134832"/>
            <a:ext cx="918844" cy="219710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65"/>
              </a:lnSpc>
            </a:pPr>
            <a:r>
              <a:rPr sz="1150" spc="-10" dirty="0">
                <a:latin typeface="Times New Roman"/>
                <a:cs typeface="Times New Roman"/>
              </a:rPr>
              <a:t>JOptionPane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204715" y="6057613"/>
            <a:ext cx="908050" cy="194310"/>
          </a:xfrm>
          <a:custGeom>
            <a:avLst/>
            <a:gdLst/>
            <a:ahLst/>
            <a:cxnLst/>
            <a:rect l="l" t="t" r="r" b="b"/>
            <a:pathLst>
              <a:path w="908050" h="194310">
                <a:moveTo>
                  <a:pt x="908018" y="0"/>
                </a:moveTo>
                <a:lnTo>
                  <a:pt x="0" y="0"/>
                </a:lnTo>
                <a:lnTo>
                  <a:pt x="0" y="193738"/>
                </a:lnTo>
                <a:lnTo>
                  <a:pt x="908018" y="193738"/>
                </a:lnTo>
                <a:lnTo>
                  <a:pt x="908018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40767" y="6445091"/>
            <a:ext cx="847090" cy="214629"/>
          </a:xfrm>
          <a:custGeom>
            <a:avLst/>
            <a:gdLst/>
            <a:ahLst/>
            <a:cxnLst/>
            <a:rect l="l" t="t" r="r" b="b"/>
            <a:pathLst>
              <a:path w="847090" h="214629">
                <a:moveTo>
                  <a:pt x="846867" y="0"/>
                </a:moveTo>
                <a:lnTo>
                  <a:pt x="0" y="0"/>
                </a:lnTo>
                <a:lnTo>
                  <a:pt x="0" y="214121"/>
                </a:lnTo>
                <a:lnTo>
                  <a:pt x="846867" y="214121"/>
                </a:lnTo>
                <a:lnTo>
                  <a:pt x="846867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06663" y="6057613"/>
            <a:ext cx="918844" cy="204470"/>
          </a:xfrm>
          <a:custGeom>
            <a:avLst/>
            <a:gdLst/>
            <a:ahLst/>
            <a:cxnLst/>
            <a:rect l="l" t="t" r="r" b="b"/>
            <a:pathLst>
              <a:path w="918845" h="204470">
                <a:moveTo>
                  <a:pt x="918304" y="0"/>
                </a:moveTo>
                <a:lnTo>
                  <a:pt x="0" y="0"/>
                </a:lnTo>
                <a:lnTo>
                  <a:pt x="0" y="203930"/>
                </a:lnTo>
                <a:lnTo>
                  <a:pt x="918304" y="203930"/>
                </a:lnTo>
                <a:lnTo>
                  <a:pt x="918304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541198" y="5150072"/>
            <a:ext cx="765810" cy="217170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JScrollBar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32029" y="5611463"/>
            <a:ext cx="814069" cy="19431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8895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JScrollPane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26488" y="5596223"/>
            <a:ext cx="740410" cy="19431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JSeparator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26714" y="5578316"/>
            <a:ext cx="721995" cy="22987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JSplitPane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33976" y="5165407"/>
            <a:ext cx="556260" cy="199390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JSlider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75725" y="5578316"/>
            <a:ext cx="887730" cy="22225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JTabbedPane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041523" y="6424612"/>
            <a:ext cx="535940" cy="217170"/>
          </a:xfrm>
          <a:custGeom>
            <a:avLst/>
            <a:gdLst/>
            <a:ahLst/>
            <a:cxnLst/>
            <a:rect l="l" t="t" r="r" b="b"/>
            <a:pathLst>
              <a:path w="535939" h="217170">
                <a:moveTo>
                  <a:pt x="535685" y="0"/>
                </a:moveTo>
                <a:lnTo>
                  <a:pt x="0" y="0"/>
                </a:lnTo>
                <a:lnTo>
                  <a:pt x="0" y="216693"/>
                </a:lnTo>
                <a:lnTo>
                  <a:pt x="535685" y="216693"/>
                </a:lnTo>
                <a:lnTo>
                  <a:pt x="535685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799141" y="6411944"/>
            <a:ext cx="895350" cy="232410"/>
          </a:xfrm>
          <a:custGeom>
            <a:avLst/>
            <a:gdLst/>
            <a:ahLst/>
            <a:cxnLst/>
            <a:rect l="l" t="t" r="r" b="b"/>
            <a:pathLst>
              <a:path w="895350" h="232409">
                <a:moveTo>
                  <a:pt x="895254" y="0"/>
                </a:moveTo>
                <a:lnTo>
                  <a:pt x="0" y="0"/>
                </a:lnTo>
                <a:lnTo>
                  <a:pt x="0" y="231934"/>
                </a:lnTo>
                <a:lnTo>
                  <a:pt x="895254" y="231934"/>
                </a:lnTo>
                <a:lnTo>
                  <a:pt x="895254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595020" y="3959637"/>
            <a:ext cx="1071880" cy="179070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45"/>
              </a:lnSpc>
            </a:pPr>
            <a:r>
              <a:rPr sz="1150" spc="-10" dirty="0">
                <a:latin typeface="Times New Roman"/>
                <a:cs typeface="Times New Roman"/>
              </a:rPr>
              <a:t>JTextField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11476" y="3946874"/>
            <a:ext cx="1224915" cy="222250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50"/>
              </a:lnSpc>
            </a:pPr>
            <a:r>
              <a:rPr sz="1150" i="1" spc="-10" dirty="0">
                <a:latin typeface="Times New Roman"/>
                <a:cs typeface="Times New Roman"/>
              </a:rPr>
              <a:t>JTextComponent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95020" y="4436364"/>
            <a:ext cx="1071880" cy="194310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45"/>
              </a:lnSpc>
            </a:pPr>
            <a:r>
              <a:rPr sz="1150" spc="-10" dirty="0">
                <a:latin typeface="Times New Roman"/>
                <a:cs typeface="Times New Roman"/>
              </a:rPr>
              <a:t>JTextArea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370677" y="6024467"/>
            <a:ext cx="635635" cy="217170"/>
          </a:xfrm>
          <a:custGeom>
            <a:avLst/>
            <a:gdLst/>
            <a:ahLst/>
            <a:cxnLst/>
            <a:rect l="l" t="t" r="r" b="b"/>
            <a:pathLst>
              <a:path w="635635" h="217170">
                <a:moveTo>
                  <a:pt x="635126" y="0"/>
                </a:moveTo>
                <a:lnTo>
                  <a:pt x="0" y="0"/>
                </a:lnTo>
                <a:lnTo>
                  <a:pt x="0" y="216693"/>
                </a:lnTo>
                <a:lnTo>
                  <a:pt x="635126" y="216693"/>
                </a:lnTo>
                <a:lnTo>
                  <a:pt x="635126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569231" y="6042278"/>
            <a:ext cx="635635" cy="232410"/>
          </a:xfrm>
          <a:custGeom>
            <a:avLst/>
            <a:gdLst/>
            <a:ahLst/>
            <a:cxnLst/>
            <a:rect l="l" t="t" r="r" b="b"/>
            <a:pathLst>
              <a:path w="635634" h="232410">
                <a:moveTo>
                  <a:pt x="635126" y="0"/>
                </a:moveTo>
                <a:lnTo>
                  <a:pt x="0" y="0"/>
                </a:lnTo>
                <a:lnTo>
                  <a:pt x="0" y="231934"/>
                </a:lnTo>
                <a:lnTo>
                  <a:pt x="635126" y="231934"/>
                </a:lnTo>
                <a:lnTo>
                  <a:pt x="635126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70677" y="6424612"/>
            <a:ext cx="443865" cy="217170"/>
          </a:xfrm>
          <a:custGeom>
            <a:avLst/>
            <a:gdLst/>
            <a:ahLst/>
            <a:cxnLst/>
            <a:rect l="l" t="t" r="r" b="b"/>
            <a:pathLst>
              <a:path w="443864" h="217170">
                <a:moveTo>
                  <a:pt x="443769" y="0"/>
                </a:moveTo>
                <a:lnTo>
                  <a:pt x="0" y="0"/>
                </a:lnTo>
                <a:lnTo>
                  <a:pt x="0" y="216693"/>
                </a:lnTo>
                <a:lnTo>
                  <a:pt x="443769" y="216693"/>
                </a:lnTo>
                <a:lnTo>
                  <a:pt x="443769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329392" y="5611463"/>
            <a:ext cx="775970" cy="214629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8260">
              <a:lnSpc>
                <a:spcPts val="1355"/>
              </a:lnSpc>
            </a:pPr>
            <a:r>
              <a:rPr sz="1150" spc="-10" dirty="0">
                <a:latin typeface="Times New Roman"/>
                <a:cs typeface="Times New Roman"/>
              </a:rPr>
              <a:t>JRootPane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786312" y="5134832"/>
            <a:ext cx="515620" cy="209550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46355">
              <a:lnSpc>
                <a:spcPct val="100000"/>
              </a:lnSpc>
              <a:spcBef>
                <a:spcPts val="10"/>
              </a:spcBef>
            </a:pPr>
            <a:r>
              <a:rPr sz="1150" spc="-10" dirty="0">
                <a:latin typeface="Times New Roman"/>
                <a:cs typeface="Times New Roman"/>
              </a:rPr>
              <a:t>JPanel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117560" y="3967035"/>
            <a:ext cx="1087755" cy="210185"/>
            <a:chOff x="5117560" y="3967035"/>
            <a:chExt cx="1087755" cy="210185"/>
          </a:xfrm>
        </p:grpSpPr>
        <p:sp>
          <p:nvSpPr>
            <p:cNvPr id="38" name="object 38"/>
            <p:cNvSpPr/>
            <p:nvPr/>
          </p:nvSpPr>
          <p:spPr>
            <a:xfrm>
              <a:off x="5125497" y="3974972"/>
              <a:ext cx="1071880" cy="194310"/>
            </a:xfrm>
            <a:custGeom>
              <a:avLst/>
              <a:gdLst/>
              <a:ahLst/>
              <a:cxnLst/>
              <a:rect l="l" t="t" r="r" b="b"/>
              <a:pathLst>
                <a:path w="1071879" h="194310">
                  <a:moveTo>
                    <a:pt x="1071372" y="193738"/>
                  </a:moveTo>
                  <a:lnTo>
                    <a:pt x="0" y="193738"/>
                  </a:lnTo>
                  <a:lnTo>
                    <a:pt x="0" y="0"/>
                  </a:lnTo>
                  <a:lnTo>
                    <a:pt x="1071372" y="0"/>
                  </a:lnTo>
                  <a:lnTo>
                    <a:pt x="1071372" y="193738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125497" y="3974972"/>
              <a:ext cx="1071880" cy="194310"/>
            </a:xfrm>
            <a:custGeom>
              <a:avLst/>
              <a:gdLst/>
              <a:ahLst/>
              <a:cxnLst/>
              <a:rect l="l" t="t" r="r" b="b"/>
              <a:pathLst>
                <a:path w="1071879" h="194310">
                  <a:moveTo>
                    <a:pt x="1071372" y="0"/>
                  </a:moveTo>
                  <a:lnTo>
                    <a:pt x="0" y="0"/>
                  </a:lnTo>
                  <a:lnTo>
                    <a:pt x="0" y="193738"/>
                  </a:lnTo>
                  <a:lnTo>
                    <a:pt x="1071372" y="193738"/>
                  </a:lnTo>
                  <a:lnTo>
                    <a:pt x="1071372" y="0"/>
                  </a:lnTo>
                  <a:close/>
                </a:path>
              </a:pathLst>
            </a:custGeom>
            <a:ln w="15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158656" y="3955454"/>
            <a:ext cx="957580" cy="2032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50" spc="-10" dirty="0">
                <a:latin typeface="Times New Roman"/>
                <a:cs typeface="Times New Roman"/>
              </a:rPr>
              <a:t>JPasswordField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393275" y="6042278"/>
            <a:ext cx="995044" cy="232410"/>
          </a:xfrm>
          <a:custGeom>
            <a:avLst/>
            <a:gdLst/>
            <a:ahLst/>
            <a:cxnLst/>
            <a:rect l="l" t="t" r="r" b="b"/>
            <a:pathLst>
              <a:path w="995045" h="232410">
                <a:moveTo>
                  <a:pt x="994791" y="0"/>
                </a:moveTo>
                <a:lnTo>
                  <a:pt x="0" y="0"/>
                </a:lnTo>
                <a:lnTo>
                  <a:pt x="0" y="231934"/>
                </a:lnTo>
                <a:lnTo>
                  <a:pt x="994791" y="231934"/>
                </a:lnTo>
                <a:lnTo>
                  <a:pt x="994791" y="0"/>
                </a:lnTo>
                <a:close/>
              </a:path>
            </a:pathLst>
          </a:custGeom>
          <a:ln w="153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1444434" y="1611598"/>
            <a:ext cx="6905625" cy="5153025"/>
            <a:chOff x="1444434" y="1611598"/>
            <a:chExt cx="6905625" cy="5153025"/>
          </a:xfrm>
        </p:grpSpPr>
        <p:sp>
          <p:nvSpPr>
            <p:cNvPr id="43" name="object 43"/>
            <p:cNvSpPr/>
            <p:nvPr/>
          </p:nvSpPr>
          <p:spPr>
            <a:xfrm>
              <a:off x="2207418" y="4984432"/>
              <a:ext cx="6119495" cy="1771650"/>
            </a:xfrm>
            <a:custGeom>
              <a:avLst/>
              <a:gdLst/>
              <a:ahLst/>
              <a:cxnLst/>
              <a:rect l="l" t="t" r="r" b="b"/>
              <a:pathLst>
                <a:path w="6119495" h="1771650">
                  <a:moveTo>
                    <a:pt x="10191" y="0"/>
                  </a:moveTo>
                  <a:lnTo>
                    <a:pt x="15240" y="1753742"/>
                  </a:lnTo>
                </a:path>
                <a:path w="6119495" h="1771650">
                  <a:moveTo>
                    <a:pt x="0" y="1769078"/>
                  </a:moveTo>
                  <a:lnTo>
                    <a:pt x="6119431" y="1771650"/>
                  </a:lnTo>
                </a:path>
                <a:path w="6119495" h="1771650">
                  <a:moveTo>
                    <a:pt x="6119431" y="17811"/>
                  </a:moveTo>
                  <a:lnTo>
                    <a:pt x="6119431" y="1771650"/>
                  </a:lnTo>
                </a:path>
              </a:pathLst>
            </a:custGeom>
            <a:ln w="15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452372" y="1619535"/>
              <a:ext cx="3678554" cy="4422775"/>
            </a:xfrm>
            <a:custGeom>
              <a:avLst/>
              <a:gdLst/>
              <a:ahLst/>
              <a:cxnLst/>
              <a:rect l="l" t="t" r="r" b="b"/>
              <a:pathLst>
                <a:path w="3678554" h="4422775">
                  <a:moveTo>
                    <a:pt x="1836610" y="2600134"/>
                  </a:moveTo>
                  <a:lnTo>
                    <a:pt x="1683543" y="2447163"/>
                  </a:lnTo>
                </a:path>
                <a:path w="3678554" h="4422775">
                  <a:moveTo>
                    <a:pt x="1836610" y="2294286"/>
                  </a:moveTo>
                  <a:lnTo>
                    <a:pt x="1836610" y="2600134"/>
                  </a:lnTo>
                </a:path>
                <a:path w="3678554" h="4422775">
                  <a:moveTo>
                    <a:pt x="1841658" y="2294286"/>
                  </a:moveTo>
                  <a:lnTo>
                    <a:pt x="1683543" y="2447163"/>
                  </a:lnTo>
                </a:path>
                <a:path w="3678554" h="4422775">
                  <a:moveTo>
                    <a:pt x="306038" y="1988343"/>
                  </a:moveTo>
                  <a:lnTo>
                    <a:pt x="153066" y="1988343"/>
                  </a:lnTo>
                </a:path>
                <a:path w="3678554" h="4422775">
                  <a:moveTo>
                    <a:pt x="153066" y="1835372"/>
                  </a:moveTo>
                  <a:lnTo>
                    <a:pt x="153066" y="2141315"/>
                  </a:lnTo>
                </a:path>
                <a:path w="3678554" h="4422775">
                  <a:moveTo>
                    <a:pt x="158115" y="1835372"/>
                  </a:moveTo>
                  <a:lnTo>
                    <a:pt x="0" y="1988343"/>
                  </a:lnTo>
                </a:path>
                <a:path w="3678554" h="4422775">
                  <a:moveTo>
                    <a:pt x="311181" y="4287678"/>
                  </a:moveTo>
                  <a:lnTo>
                    <a:pt x="306038" y="917733"/>
                  </a:lnTo>
                </a:path>
                <a:path w="3678554" h="4422775">
                  <a:moveTo>
                    <a:pt x="306038" y="2447163"/>
                  </a:moveTo>
                  <a:lnTo>
                    <a:pt x="459104" y="2447163"/>
                  </a:lnTo>
                </a:path>
                <a:path w="3678554" h="4422775">
                  <a:moveTo>
                    <a:pt x="306038" y="917733"/>
                  </a:moveTo>
                  <a:lnTo>
                    <a:pt x="459104" y="917733"/>
                  </a:lnTo>
                </a:path>
                <a:path w="3678554" h="4422775">
                  <a:moveTo>
                    <a:pt x="1989581" y="1376552"/>
                  </a:moveTo>
                  <a:lnTo>
                    <a:pt x="1989581" y="458914"/>
                  </a:lnTo>
                </a:path>
                <a:path w="3678554" h="4422775">
                  <a:moveTo>
                    <a:pt x="1989581" y="458914"/>
                  </a:moveTo>
                  <a:lnTo>
                    <a:pt x="2142648" y="458914"/>
                  </a:lnTo>
                </a:path>
                <a:path w="3678554" h="4422775">
                  <a:moveTo>
                    <a:pt x="1989581" y="2905982"/>
                  </a:moveTo>
                  <a:lnTo>
                    <a:pt x="2142648" y="2905982"/>
                  </a:lnTo>
                </a:path>
                <a:path w="3678554" h="4422775">
                  <a:moveTo>
                    <a:pt x="1989581" y="2905982"/>
                  </a:moveTo>
                  <a:lnTo>
                    <a:pt x="1989581" y="1988343"/>
                  </a:lnTo>
                </a:path>
                <a:path w="3678554" h="4422775">
                  <a:moveTo>
                    <a:pt x="2142648" y="2447163"/>
                  </a:moveTo>
                  <a:lnTo>
                    <a:pt x="1844230" y="2444686"/>
                  </a:lnTo>
                </a:path>
                <a:path w="3678554" h="4422775">
                  <a:moveTo>
                    <a:pt x="3520154" y="458914"/>
                  </a:moveTo>
                  <a:lnTo>
                    <a:pt x="3367087" y="458914"/>
                  </a:lnTo>
                </a:path>
                <a:path w="3678554" h="4422775">
                  <a:moveTo>
                    <a:pt x="3367087" y="305942"/>
                  </a:moveTo>
                  <a:lnTo>
                    <a:pt x="3367087" y="611790"/>
                  </a:lnTo>
                </a:path>
                <a:path w="3678554" h="4422775">
                  <a:moveTo>
                    <a:pt x="1994725" y="917733"/>
                  </a:moveTo>
                  <a:lnTo>
                    <a:pt x="1683543" y="917733"/>
                  </a:lnTo>
                </a:path>
                <a:path w="3678554" h="4422775">
                  <a:moveTo>
                    <a:pt x="1683543" y="1070705"/>
                  </a:moveTo>
                  <a:lnTo>
                    <a:pt x="1530477" y="917733"/>
                  </a:lnTo>
                </a:path>
                <a:path w="3678554" h="4422775">
                  <a:moveTo>
                    <a:pt x="1683543" y="764762"/>
                  </a:moveTo>
                  <a:lnTo>
                    <a:pt x="1683543" y="1070705"/>
                  </a:lnTo>
                </a:path>
                <a:path w="3678554" h="4422775">
                  <a:moveTo>
                    <a:pt x="1688592" y="764762"/>
                  </a:moveTo>
                  <a:lnTo>
                    <a:pt x="1530477" y="917733"/>
                  </a:lnTo>
                </a:path>
                <a:path w="3678554" h="4422775">
                  <a:moveTo>
                    <a:pt x="3520154" y="917733"/>
                  </a:moveTo>
                  <a:lnTo>
                    <a:pt x="3520154" y="0"/>
                  </a:lnTo>
                </a:path>
                <a:path w="3678554" h="4422775">
                  <a:moveTo>
                    <a:pt x="3520154" y="0"/>
                  </a:moveTo>
                  <a:lnTo>
                    <a:pt x="3673125" y="0"/>
                  </a:lnTo>
                </a:path>
                <a:path w="3678554" h="4422775">
                  <a:moveTo>
                    <a:pt x="3520154" y="917733"/>
                  </a:moveTo>
                  <a:lnTo>
                    <a:pt x="3673125" y="917733"/>
                  </a:lnTo>
                </a:path>
                <a:path w="3678554" h="4422775">
                  <a:moveTo>
                    <a:pt x="456533" y="4422743"/>
                  </a:moveTo>
                  <a:lnTo>
                    <a:pt x="303561" y="4269771"/>
                  </a:lnTo>
                </a:path>
                <a:path w="3678554" h="4422775">
                  <a:moveTo>
                    <a:pt x="456533" y="4116895"/>
                  </a:moveTo>
                  <a:lnTo>
                    <a:pt x="456533" y="4422743"/>
                  </a:lnTo>
                </a:path>
                <a:path w="3678554" h="4422775">
                  <a:moveTo>
                    <a:pt x="461676" y="4116895"/>
                  </a:moveTo>
                  <a:lnTo>
                    <a:pt x="303561" y="4269771"/>
                  </a:lnTo>
                </a:path>
                <a:path w="3678554" h="4422775">
                  <a:moveTo>
                    <a:pt x="762666" y="4269771"/>
                  </a:moveTo>
                  <a:lnTo>
                    <a:pt x="456533" y="4269771"/>
                  </a:lnTo>
                </a:path>
                <a:path w="3678554" h="4422775">
                  <a:moveTo>
                    <a:pt x="3520154" y="458914"/>
                  </a:moveTo>
                  <a:lnTo>
                    <a:pt x="3673125" y="458914"/>
                  </a:lnTo>
                </a:path>
                <a:path w="3678554" h="4422775">
                  <a:moveTo>
                    <a:pt x="3678269" y="2447163"/>
                  </a:moveTo>
                  <a:lnTo>
                    <a:pt x="3367087" y="2447163"/>
                  </a:lnTo>
                </a:path>
                <a:path w="3678554" h="4422775">
                  <a:moveTo>
                    <a:pt x="3367087" y="2600134"/>
                  </a:moveTo>
                  <a:lnTo>
                    <a:pt x="3214020" y="2447163"/>
                  </a:lnTo>
                </a:path>
                <a:path w="3678554" h="4422775">
                  <a:moveTo>
                    <a:pt x="3367087" y="2294286"/>
                  </a:moveTo>
                  <a:lnTo>
                    <a:pt x="3367087" y="2600134"/>
                  </a:lnTo>
                </a:path>
                <a:path w="3678554" h="4422775">
                  <a:moveTo>
                    <a:pt x="3372135" y="2294286"/>
                  </a:moveTo>
                  <a:lnTo>
                    <a:pt x="3214020" y="2447163"/>
                  </a:lnTo>
                </a:path>
              </a:pathLst>
            </a:custGeom>
            <a:ln w="1530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209895" y="5002243"/>
              <a:ext cx="6132195" cy="0"/>
            </a:xfrm>
            <a:custGeom>
              <a:avLst/>
              <a:gdLst/>
              <a:ahLst/>
              <a:cxnLst/>
              <a:rect l="l" t="t" r="r" b="b"/>
              <a:pathLst>
                <a:path w="6132195">
                  <a:moveTo>
                    <a:pt x="0" y="0"/>
                  </a:moveTo>
                  <a:lnTo>
                    <a:pt x="6132194" y="0"/>
                  </a:lnTo>
                </a:path>
              </a:pathLst>
            </a:custGeom>
            <a:ln w="15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370677" y="5137308"/>
            <a:ext cx="612775" cy="204470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1345"/>
              </a:lnSpc>
            </a:pPr>
            <a:r>
              <a:rPr sz="1150" spc="-10" dirty="0">
                <a:latin typeface="Times New Roman"/>
                <a:cs typeface="Times New Roman"/>
              </a:rPr>
              <a:t>JLabel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666392" y="2843117"/>
            <a:ext cx="464820" cy="612140"/>
          </a:xfrm>
          <a:custGeom>
            <a:avLst/>
            <a:gdLst/>
            <a:ahLst/>
            <a:cxnLst/>
            <a:rect l="l" t="t" r="r" b="b"/>
            <a:pathLst>
              <a:path w="464820" h="612139">
                <a:moveTo>
                  <a:pt x="464248" y="152971"/>
                </a:moveTo>
                <a:lnTo>
                  <a:pt x="153066" y="152971"/>
                </a:lnTo>
              </a:path>
              <a:path w="464820" h="612139">
                <a:moveTo>
                  <a:pt x="153066" y="305942"/>
                </a:moveTo>
                <a:lnTo>
                  <a:pt x="0" y="152971"/>
                </a:lnTo>
              </a:path>
              <a:path w="464820" h="612139">
                <a:moveTo>
                  <a:pt x="153066" y="0"/>
                </a:moveTo>
                <a:lnTo>
                  <a:pt x="153066" y="305942"/>
                </a:lnTo>
              </a:path>
              <a:path w="464820" h="612139">
                <a:moveTo>
                  <a:pt x="158115" y="0"/>
                </a:moveTo>
                <a:lnTo>
                  <a:pt x="0" y="152971"/>
                </a:lnTo>
              </a:path>
              <a:path w="464820" h="612139">
                <a:moveTo>
                  <a:pt x="306133" y="611790"/>
                </a:moveTo>
                <a:lnTo>
                  <a:pt x="306133" y="152971"/>
                </a:lnTo>
              </a:path>
              <a:path w="464820" h="612139">
                <a:moveTo>
                  <a:pt x="306133" y="611790"/>
                </a:moveTo>
                <a:lnTo>
                  <a:pt x="459105" y="611790"/>
                </a:lnTo>
              </a:path>
            </a:pathLst>
          </a:custGeom>
          <a:ln w="153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595020" y="3485483"/>
            <a:ext cx="1071880" cy="222250"/>
          </a:xfrm>
          <a:prstGeom prst="rect">
            <a:avLst/>
          </a:prstGeom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45"/>
              </a:lnSpc>
            </a:pPr>
            <a:r>
              <a:rPr sz="1150" spc="-10" dirty="0">
                <a:latin typeface="Times New Roman"/>
                <a:cs typeface="Times New Roman"/>
              </a:rPr>
              <a:t>JEditorPane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444434" y="1917541"/>
            <a:ext cx="6400800" cy="4749800"/>
            <a:chOff x="1444434" y="1917541"/>
            <a:chExt cx="6400800" cy="4749800"/>
          </a:xfrm>
        </p:grpSpPr>
        <p:sp>
          <p:nvSpPr>
            <p:cNvPr id="50" name="object 50"/>
            <p:cNvSpPr/>
            <p:nvPr/>
          </p:nvSpPr>
          <p:spPr>
            <a:xfrm>
              <a:off x="1452372" y="1925478"/>
              <a:ext cx="3372485" cy="1835785"/>
            </a:xfrm>
            <a:custGeom>
              <a:avLst/>
              <a:gdLst/>
              <a:ahLst/>
              <a:cxnLst/>
              <a:rect l="l" t="t" r="r" b="b"/>
              <a:pathLst>
                <a:path w="3372485" h="1835785">
                  <a:moveTo>
                    <a:pt x="153066" y="1835372"/>
                  </a:moveTo>
                  <a:lnTo>
                    <a:pt x="0" y="1682400"/>
                  </a:lnTo>
                </a:path>
                <a:path w="3372485" h="1835785">
                  <a:moveTo>
                    <a:pt x="1989581" y="1682400"/>
                  </a:moveTo>
                  <a:lnTo>
                    <a:pt x="2142648" y="1682400"/>
                  </a:lnTo>
                </a:path>
                <a:path w="3372485" h="1835785">
                  <a:moveTo>
                    <a:pt x="1989581" y="1070609"/>
                  </a:moveTo>
                  <a:lnTo>
                    <a:pt x="2142648" y="1070609"/>
                  </a:lnTo>
                </a:path>
                <a:path w="3372485" h="1835785">
                  <a:moveTo>
                    <a:pt x="3367087" y="305847"/>
                  </a:moveTo>
                  <a:lnTo>
                    <a:pt x="3214020" y="152971"/>
                  </a:lnTo>
                </a:path>
                <a:path w="3372485" h="1835785">
                  <a:moveTo>
                    <a:pt x="3367087" y="0"/>
                  </a:moveTo>
                  <a:lnTo>
                    <a:pt x="3367087" y="305847"/>
                  </a:lnTo>
                </a:path>
                <a:path w="3372485" h="1835785">
                  <a:moveTo>
                    <a:pt x="3372135" y="0"/>
                  </a:moveTo>
                  <a:lnTo>
                    <a:pt x="3214020" y="152971"/>
                  </a:lnTo>
                </a:path>
              </a:pathLst>
            </a:custGeom>
            <a:ln w="1530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212139" y="6445091"/>
              <a:ext cx="625475" cy="214629"/>
            </a:xfrm>
            <a:custGeom>
              <a:avLst/>
              <a:gdLst/>
              <a:ahLst/>
              <a:cxnLst/>
              <a:rect l="l" t="t" r="r" b="b"/>
              <a:pathLst>
                <a:path w="625475" h="214629">
                  <a:moveTo>
                    <a:pt x="624935" y="0"/>
                  </a:moveTo>
                  <a:lnTo>
                    <a:pt x="0" y="0"/>
                  </a:lnTo>
                  <a:lnTo>
                    <a:pt x="0" y="214121"/>
                  </a:lnTo>
                  <a:lnTo>
                    <a:pt x="624935" y="214121"/>
                  </a:lnTo>
                  <a:lnTo>
                    <a:pt x="624935" y="0"/>
                  </a:lnTo>
                  <a:close/>
                </a:path>
              </a:pathLst>
            </a:custGeom>
            <a:ln w="153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595020" y="2442972"/>
            <a:ext cx="1071880" cy="194310"/>
          </a:xfrm>
          <a:prstGeom prst="rect">
            <a:avLst/>
          </a:prstGeom>
          <a:solidFill>
            <a:srgbClr val="FFFF00"/>
          </a:solidFill>
          <a:ln w="1530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72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JButton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441953" y="2539841"/>
            <a:ext cx="153670" cy="0"/>
          </a:xfrm>
          <a:custGeom>
            <a:avLst/>
            <a:gdLst/>
            <a:ahLst/>
            <a:cxnLst/>
            <a:rect l="l" t="t" r="r" b="b"/>
            <a:pathLst>
              <a:path w="153670">
                <a:moveTo>
                  <a:pt x="0" y="0"/>
                </a:moveTo>
                <a:lnTo>
                  <a:pt x="153066" y="0"/>
                </a:lnTo>
              </a:path>
            </a:pathLst>
          </a:custGeom>
          <a:ln w="153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404788" y="6022892"/>
            <a:ext cx="57721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JToolBar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43572" y="6038131"/>
            <a:ext cx="64389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JMenuBar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426624" y="6039656"/>
            <a:ext cx="91821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JColorChooser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603152" y="6039656"/>
            <a:ext cx="56642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JToolTip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241208" y="6054895"/>
            <a:ext cx="80772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JPopupMenu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340012" y="6054895"/>
            <a:ext cx="80835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JFileChooser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832776" y="6409987"/>
            <a:ext cx="84772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JTableHeader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404788" y="6425227"/>
            <a:ext cx="35496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JTree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075348" y="6425227"/>
            <a:ext cx="41783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JTable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965108" y="6440467"/>
            <a:ext cx="923925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JInternalFrame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175121" y="6443515"/>
            <a:ext cx="80645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JProgressBar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246493" y="6443515"/>
            <a:ext cx="543560" cy="189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-10" dirty="0">
                <a:latin typeface="Times New Roman"/>
                <a:cs typeface="Times New Roman"/>
              </a:rPr>
              <a:t>JSpinner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28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425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AWT</a:t>
            </a:r>
            <a:r>
              <a:rPr sz="4400" spc="-240" dirty="0"/>
              <a:t> </a:t>
            </a:r>
            <a:r>
              <a:rPr sz="4400" spc="-10" dirty="0"/>
              <a:t>Classes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207037" y="1514475"/>
            <a:ext cx="1055370" cy="300990"/>
          </a:xfrm>
          <a:custGeom>
            <a:avLst/>
            <a:gdLst/>
            <a:ahLst/>
            <a:cxnLst/>
            <a:rect l="l" t="t" r="r" b="b"/>
            <a:pathLst>
              <a:path w="1055370" h="300989">
                <a:moveTo>
                  <a:pt x="1054798" y="0"/>
                </a:moveTo>
                <a:lnTo>
                  <a:pt x="0" y="0"/>
                </a:lnTo>
                <a:lnTo>
                  <a:pt x="0" y="300990"/>
                </a:lnTo>
                <a:lnTo>
                  <a:pt x="1054798" y="300990"/>
                </a:lnTo>
                <a:lnTo>
                  <a:pt x="1054798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34260" y="1541048"/>
            <a:ext cx="79756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latin typeface="Times New Roman"/>
                <a:cs typeface="Times New Roman"/>
              </a:rPr>
              <a:t>AWTEvent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07037" y="1965960"/>
            <a:ext cx="754380" cy="300990"/>
          </a:xfrm>
          <a:custGeom>
            <a:avLst/>
            <a:gdLst/>
            <a:ahLst/>
            <a:cxnLst/>
            <a:rect l="l" t="t" r="r" b="b"/>
            <a:pathLst>
              <a:path w="754380" h="300989">
                <a:moveTo>
                  <a:pt x="754189" y="0"/>
                </a:moveTo>
                <a:lnTo>
                  <a:pt x="0" y="0"/>
                </a:lnTo>
                <a:lnTo>
                  <a:pt x="0" y="300990"/>
                </a:lnTo>
                <a:lnTo>
                  <a:pt x="754189" y="300990"/>
                </a:lnTo>
                <a:lnTo>
                  <a:pt x="754189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15032" y="1992152"/>
            <a:ext cx="33337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20" dirty="0">
                <a:latin typeface="Times New Roman"/>
                <a:cs typeface="Times New Roman"/>
              </a:rPr>
              <a:t>Font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07037" y="2417444"/>
            <a:ext cx="1055370" cy="300990"/>
          </a:xfrm>
          <a:custGeom>
            <a:avLst/>
            <a:gdLst/>
            <a:ahLst/>
            <a:cxnLst/>
            <a:rect l="l" t="t" r="r" b="b"/>
            <a:pathLst>
              <a:path w="1055370" h="300989">
                <a:moveTo>
                  <a:pt x="1054798" y="0"/>
                </a:moveTo>
                <a:lnTo>
                  <a:pt x="0" y="0"/>
                </a:lnTo>
                <a:lnTo>
                  <a:pt x="0" y="300990"/>
                </a:lnTo>
                <a:lnTo>
                  <a:pt x="1054798" y="300990"/>
                </a:lnTo>
                <a:lnTo>
                  <a:pt x="1054798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09875" y="2443256"/>
            <a:ext cx="84518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latin typeface="Times New Roman"/>
                <a:cs typeface="Times New Roman"/>
              </a:rPr>
              <a:t>FontMetrics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07037" y="3771900"/>
            <a:ext cx="904875" cy="300990"/>
          </a:xfrm>
          <a:custGeom>
            <a:avLst/>
            <a:gdLst/>
            <a:ahLst/>
            <a:cxnLst/>
            <a:rect l="l" t="t" r="r" b="b"/>
            <a:pathLst>
              <a:path w="904875" h="300989">
                <a:moveTo>
                  <a:pt x="904494" y="0"/>
                </a:moveTo>
                <a:lnTo>
                  <a:pt x="0" y="0"/>
                </a:lnTo>
                <a:lnTo>
                  <a:pt x="0" y="300990"/>
                </a:lnTo>
                <a:lnTo>
                  <a:pt x="904494" y="300990"/>
                </a:lnTo>
                <a:lnTo>
                  <a:pt x="904494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55011" y="3798092"/>
            <a:ext cx="80645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latin typeface="Times New Roman"/>
                <a:cs typeface="Times New Roman"/>
              </a:rPr>
              <a:t>Component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07037" y="3320415"/>
            <a:ext cx="754380" cy="300990"/>
          </a:xfrm>
          <a:custGeom>
            <a:avLst/>
            <a:gdLst/>
            <a:ahLst/>
            <a:cxnLst/>
            <a:rect l="l" t="t" r="r" b="b"/>
            <a:pathLst>
              <a:path w="754380" h="300989">
                <a:moveTo>
                  <a:pt x="754189" y="0"/>
                </a:moveTo>
                <a:lnTo>
                  <a:pt x="0" y="0"/>
                </a:lnTo>
                <a:lnTo>
                  <a:pt x="0" y="300990"/>
                </a:lnTo>
                <a:lnTo>
                  <a:pt x="754189" y="300990"/>
                </a:lnTo>
                <a:lnTo>
                  <a:pt x="754189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267203" y="3346988"/>
            <a:ext cx="63309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latin typeface="Times New Roman"/>
                <a:cs typeface="Times New Roman"/>
              </a:rPr>
              <a:t>Graphics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8754" y="2868930"/>
            <a:ext cx="754380" cy="300990"/>
          </a:xfrm>
          <a:prstGeom prst="rect">
            <a:avLst/>
          </a:prstGeom>
          <a:ln w="1503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325"/>
              </a:spcBef>
            </a:pPr>
            <a:r>
              <a:rPr sz="1300" spc="-10" dirty="0">
                <a:latin typeface="Times New Roman"/>
                <a:cs typeface="Times New Roman"/>
              </a:rPr>
              <a:t>Object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207037" y="2868930"/>
            <a:ext cx="754380" cy="300990"/>
          </a:xfrm>
          <a:custGeom>
            <a:avLst/>
            <a:gdLst/>
            <a:ahLst/>
            <a:cxnLst/>
            <a:rect l="l" t="t" r="r" b="b"/>
            <a:pathLst>
              <a:path w="754380" h="300989">
                <a:moveTo>
                  <a:pt x="754189" y="0"/>
                </a:moveTo>
                <a:lnTo>
                  <a:pt x="0" y="0"/>
                </a:lnTo>
                <a:lnTo>
                  <a:pt x="0" y="300989"/>
                </a:lnTo>
                <a:lnTo>
                  <a:pt x="754189" y="300989"/>
                </a:lnTo>
                <a:lnTo>
                  <a:pt x="754189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76932" y="2894360"/>
            <a:ext cx="4114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latin typeface="Times New Roman"/>
                <a:cs typeface="Times New Roman"/>
              </a:rPr>
              <a:t>Color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710368" y="5126354"/>
            <a:ext cx="754380" cy="300990"/>
          </a:xfrm>
          <a:custGeom>
            <a:avLst/>
            <a:gdLst/>
            <a:ahLst/>
            <a:cxnLst/>
            <a:rect l="l" t="t" r="r" b="b"/>
            <a:pathLst>
              <a:path w="754379" h="300989">
                <a:moveTo>
                  <a:pt x="754094" y="0"/>
                </a:moveTo>
                <a:lnTo>
                  <a:pt x="0" y="0"/>
                </a:lnTo>
                <a:lnTo>
                  <a:pt x="0" y="300989"/>
                </a:lnTo>
                <a:lnTo>
                  <a:pt x="754094" y="300989"/>
                </a:lnTo>
                <a:lnTo>
                  <a:pt x="754094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824732" y="5152928"/>
            <a:ext cx="52070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latin typeface="Times New Roman"/>
                <a:cs typeface="Times New Roman"/>
              </a:rPr>
              <a:t>Canvas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710368" y="1965960"/>
            <a:ext cx="904875" cy="300990"/>
          </a:xfrm>
          <a:custGeom>
            <a:avLst/>
            <a:gdLst/>
            <a:ahLst/>
            <a:cxnLst/>
            <a:rect l="l" t="t" r="r" b="b"/>
            <a:pathLst>
              <a:path w="904875" h="300989">
                <a:moveTo>
                  <a:pt x="904398" y="0"/>
                </a:moveTo>
                <a:lnTo>
                  <a:pt x="0" y="0"/>
                </a:lnTo>
                <a:lnTo>
                  <a:pt x="0" y="300990"/>
                </a:lnTo>
                <a:lnTo>
                  <a:pt x="904398" y="300990"/>
                </a:lnTo>
                <a:lnTo>
                  <a:pt x="904398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917696" y="1992152"/>
            <a:ext cx="48450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latin typeface="Times New Roman"/>
                <a:cs typeface="Times New Roman"/>
              </a:rPr>
              <a:t>Button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05320" y="2868930"/>
            <a:ext cx="1055370" cy="300990"/>
          </a:xfrm>
          <a:custGeom>
            <a:avLst/>
            <a:gdLst/>
            <a:ahLst/>
            <a:cxnLst/>
            <a:rect l="l" t="t" r="r" b="b"/>
            <a:pathLst>
              <a:path w="1055370" h="300989">
                <a:moveTo>
                  <a:pt x="1054798" y="0"/>
                </a:moveTo>
                <a:lnTo>
                  <a:pt x="0" y="0"/>
                </a:lnTo>
                <a:lnTo>
                  <a:pt x="0" y="300989"/>
                </a:lnTo>
                <a:lnTo>
                  <a:pt x="1054798" y="300989"/>
                </a:lnTo>
                <a:lnTo>
                  <a:pt x="1054798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745484" y="2895641"/>
            <a:ext cx="972819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0" dirty="0">
                <a:latin typeface="Times New Roman"/>
                <a:cs typeface="Times New Roman"/>
              </a:rPr>
              <a:t>TextComponent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710368" y="2417444"/>
            <a:ext cx="904875" cy="300990"/>
          </a:xfrm>
          <a:custGeom>
            <a:avLst/>
            <a:gdLst/>
            <a:ahLst/>
            <a:cxnLst/>
            <a:rect l="l" t="t" r="r" b="b"/>
            <a:pathLst>
              <a:path w="904875" h="300989">
                <a:moveTo>
                  <a:pt x="904398" y="0"/>
                </a:moveTo>
                <a:lnTo>
                  <a:pt x="0" y="0"/>
                </a:lnTo>
                <a:lnTo>
                  <a:pt x="0" y="300990"/>
                </a:lnTo>
                <a:lnTo>
                  <a:pt x="904398" y="300990"/>
                </a:lnTo>
                <a:lnTo>
                  <a:pt x="904398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955796" y="2443256"/>
            <a:ext cx="40830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latin typeface="Times New Roman"/>
                <a:cs typeface="Times New Roman"/>
              </a:rPr>
              <a:t>Label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710368" y="3320415"/>
            <a:ext cx="904875" cy="300990"/>
          </a:xfrm>
          <a:custGeom>
            <a:avLst/>
            <a:gdLst/>
            <a:ahLst/>
            <a:cxnLst/>
            <a:rect l="l" t="t" r="r" b="b"/>
            <a:pathLst>
              <a:path w="904875" h="300989">
                <a:moveTo>
                  <a:pt x="904398" y="0"/>
                </a:moveTo>
                <a:lnTo>
                  <a:pt x="0" y="0"/>
                </a:lnTo>
                <a:lnTo>
                  <a:pt x="0" y="300990"/>
                </a:lnTo>
                <a:lnTo>
                  <a:pt x="904398" y="300990"/>
                </a:lnTo>
                <a:lnTo>
                  <a:pt x="904398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015232" y="3346988"/>
            <a:ext cx="28892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20" dirty="0">
                <a:latin typeface="Times New Roman"/>
                <a:cs typeface="Times New Roman"/>
              </a:rPr>
              <a:t>List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710368" y="4674870"/>
            <a:ext cx="1355725" cy="300990"/>
          </a:xfrm>
          <a:custGeom>
            <a:avLst/>
            <a:gdLst/>
            <a:ahLst/>
            <a:cxnLst/>
            <a:rect l="l" t="t" r="r" b="b"/>
            <a:pathLst>
              <a:path w="1355725" h="300989">
                <a:moveTo>
                  <a:pt x="1355407" y="0"/>
                </a:moveTo>
                <a:lnTo>
                  <a:pt x="0" y="0"/>
                </a:lnTo>
                <a:lnTo>
                  <a:pt x="0" y="300990"/>
                </a:lnTo>
                <a:lnTo>
                  <a:pt x="1355407" y="300990"/>
                </a:lnTo>
                <a:lnTo>
                  <a:pt x="1355407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804920" y="4700300"/>
            <a:ext cx="11607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latin typeface="Times New Roman"/>
                <a:cs typeface="Times New Roman"/>
              </a:rPr>
              <a:t>CheckBoxGroup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10368" y="4223384"/>
            <a:ext cx="904875" cy="300990"/>
          </a:xfrm>
          <a:custGeom>
            <a:avLst/>
            <a:gdLst/>
            <a:ahLst/>
            <a:cxnLst/>
            <a:rect l="l" t="t" r="r" b="b"/>
            <a:pathLst>
              <a:path w="904875" h="300989">
                <a:moveTo>
                  <a:pt x="904398" y="0"/>
                </a:moveTo>
                <a:lnTo>
                  <a:pt x="0" y="0"/>
                </a:lnTo>
                <a:lnTo>
                  <a:pt x="0" y="300990"/>
                </a:lnTo>
                <a:lnTo>
                  <a:pt x="904398" y="300990"/>
                </a:lnTo>
                <a:lnTo>
                  <a:pt x="904398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795776" y="4249196"/>
            <a:ext cx="73088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latin typeface="Times New Roman"/>
                <a:cs typeface="Times New Roman"/>
              </a:rPr>
              <a:t>CheckBox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710368" y="3771900"/>
            <a:ext cx="904875" cy="300990"/>
          </a:xfrm>
          <a:custGeom>
            <a:avLst/>
            <a:gdLst/>
            <a:ahLst/>
            <a:cxnLst/>
            <a:rect l="l" t="t" r="r" b="b"/>
            <a:pathLst>
              <a:path w="904875" h="300989">
                <a:moveTo>
                  <a:pt x="904398" y="0"/>
                </a:moveTo>
                <a:lnTo>
                  <a:pt x="0" y="0"/>
                </a:lnTo>
                <a:lnTo>
                  <a:pt x="0" y="300990"/>
                </a:lnTo>
                <a:lnTo>
                  <a:pt x="904398" y="300990"/>
                </a:lnTo>
                <a:lnTo>
                  <a:pt x="904398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910076" y="3798092"/>
            <a:ext cx="502284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latin typeface="Times New Roman"/>
                <a:cs typeface="Times New Roman"/>
              </a:rPr>
              <a:t>Choice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710368" y="1514475"/>
            <a:ext cx="904875" cy="300990"/>
          </a:xfrm>
          <a:custGeom>
            <a:avLst/>
            <a:gdLst/>
            <a:ahLst/>
            <a:cxnLst/>
            <a:rect l="l" t="t" r="r" b="b"/>
            <a:pathLst>
              <a:path w="904875" h="300989">
                <a:moveTo>
                  <a:pt x="904398" y="0"/>
                </a:moveTo>
                <a:lnTo>
                  <a:pt x="0" y="0"/>
                </a:lnTo>
                <a:lnTo>
                  <a:pt x="0" y="300990"/>
                </a:lnTo>
                <a:lnTo>
                  <a:pt x="904398" y="300990"/>
                </a:lnTo>
                <a:lnTo>
                  <a:pt x="904398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818635" y="1541048"/>
            <a:ext cx="68770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latin typeface="Times New Roman"/>
                <a:cs typeface="Times New Roman"/>
              </a:rPr>
              <a:t>Container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13603" y="1514475"/>
            <a:ext cx="904875" cy="300990"/>
          </a:xfrm>
          <a:prstGeom prst="rect">
            <a:avLst/>
          </a:prstGeom>
          <a:ln w="1503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335"/>
              </a:spcBef>
            </a:pPr>
            <a:r>
              <a:rPr sz="1300" spc="-10" dirty="0">
                <a:latin typeface="Times New Roman"/>
                <a:cs typeface="Times New Roman"/>
              </a:rPr>
              <a:t>Panel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66534" y="1514475"/>
            <a:ext cx="754380" cy="300990"/>
          </a:xfrm>
          <a:prstGeom prst="rect">
            <a:avLst/>
          </a:prstGeom>
          <a:ln w="15030">
            <a:solidFill>
              <a:srgbClr val="000000"/>
            </a:solidFill>
          </a:ln>
        </p:spPr>
        <p:txBody>
          <a:bodyPr vert="horz" wrap="square" lIns="0" tIns="42545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335"/>
              </a:spcBef>
            </a:pPr>
            <a:r>
              <a:rPr sz="1300" spc="-10" dirty="0">
                <a:latin typeface="Times New Roman"/>
                <a:cs typeface="Times New Roman"/>
              </a:rPr>
              <a:t>Applet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66534" y="1965960"/>
            <a:ext cx="754380" cy="300990"/>
          </a:xfrm>
          <a:prstGeom prst="rect">
            <a:avLst/>
          </a:prstGeom>
          <a:ln w="1503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330"/>
              </a:spcBef>
            </a:pPr>
            <a:r>
              <a:rPr sz="1300" spc="-10" dirty="0">
                <a:latin typeface="Times New Roman"/>
                <a:cs typeface="Times New Roman"/>
              </a:rPr>
              <a:t>Frame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66534" y="2417444"/>
            <a:ext cx="754380" cy="300990"/>
          </a:xfrm>
          <a:prstGeom prst="rect">
            <a:avLst/>
          </a:prstGeom>
          <a:ln w="1503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325"/>
              </a:spcBef>
            </a:pPr>
            <a:r>
              <a:rPr sz="1300" spc="-10" dirty="0">
                <a:latin typeface="Times New Roman"/>
                <a:cs typeface="Times New Roman"/>
              </a:rPr>
              <a:t>Dialog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618857" y="2417444"/>
            <a:ext cx="904875" cy="300990"/>
          </a:xfrm>
          <a:prstGeom prst="rect">
            <a:avLst/>
          </a:prstGeom>
          <a:ln w="1503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300" spc="-10" dirty="0">
                <a:latin typeface="Times New Roman"/>
                <a:cs typeface="Times New Roman"/>
              </a:rPr>
              <a:t>FileDialog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213603" y="1965960"/>
            <a:ext cx="904875" cy="300990"/>
          </a:xfrm>
          <a:prstGeom prst="rect">
            <a:avLst/>
          </a:prstGeom>
          <a:ln w="1503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330"/>
              </a:spcBef>
            </a:pPr>
            <a:r>
              <a:rPr sz="1300" spc="-10" dirty="0">
                <a:latin typeface="Times New Roman"/>
                <a:cs typeface="Times New Roman"/>
              </a:rPr>
              <a:t>Window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450371" y="1514475"/>
            <a:ext cx="3911600" cy="4815840"/>
          </a:xfrm>
          <a:custGeom>
            <a:avLst/>
            <a:gdLst/>
            <a:ahLst/>
            <a:cxnLst/>
            <a:rect l="l" t="t" r="r" b="b"/>
            <a:pathLst>
              <a:path w="3911600" h="4815840">
                <a:moveTo>
                  <a:pt x="453485" y="1504950"/>
                </a:moveTo>
                <a:lnTo>
                  <a:pt x="150399" y="1504950"/>
                </a:lnTo>
              </a:path>
              <a:path w="3911600" h="4815840">
                <a:moveTo>
                  <a:pt x="150399" y="1655444"/>
                </a:moveTo>
                <a:lnTo>
                  <a:pt x="0" y="1504950"/>
                </a:lnTo>
              </a:path>
              <a:path w="3911600" h="4815840">
                <a:moveTo>
                  <a:pt x="150399" y="1354455"/>
                </a:moveTo>
                <a:lnTo>
                  <a:pt x="150399" y="1655444"/>
                </a:lnTo>
              </a:path>
              <a:path w="3911600" h="4815840">
                <a:moveTo>
                  <a:pt x="152876" y="1354455"/>
                </a:moveTo>
                <a:lnTo>
                  <a:pt x="0" y="1504950"/>
                </a:lnTo>
              </a:path>
              <a:path w="3911600" h="4815840">
                <a:moveTo>
                  <a:pt x="754189" y="1504950"/>
                </a:moveTo>
                <a:lnTo>
                  <a:pt x="451008" y="1504950"/>
                </a:lnTo>
              </a:path>
              <a:path w="3911600" h="4815840">
                <a:moveTo>
                  <a:pt x="754189" y="1956434"/>
                </a:moveTo>
                <a:lnTo>
                  <a:pt x="451008" y="1956434"/>
                </a:lnTo>
              </a:path>
              <a:path w="3911600" h="4815840">
                <a:moveTo>
                  <a:pt x="754189" y="1053465"/>
                </a:moveTo>
                <a:lnTo>
                  <a:pt x="451008" y="1053465"/>
                </a:lnTo>
              </a:path>
              <a:path w="3911600" h="4815840">
                <a:moveTo>
                  <a:pt x="1954339" y="150495"/>
                </a:moveTo>
                <a:lnTo>
                  <a:pt x="1954339" y="4815839"/>
                </a:lnTo>
              </a:path>
              <a:path w="3911600" h="4815840">
                <a:moveTo>
                  <a:pt x="1803939" y="2558415"/>
                </a:moveTo>
                <a:lnTo>
                  <a:pt x="1653635" y="2407919"/>
                </a:lnTo>
              </a:path>
              <a:path w="3911600" h="4815840">
                <a:moveTo>
                  <a:pt x="1803939" y="2257425"/>
                </a:moveTo>
                <a:lnTo>
                  <a:pt x="1803939" y="2558415"/>
                </a:lnTo>
              </a:path>
              <a:path w="3911600" h="4815840">
                <a:moveTo>
                  <a:pt x="1806511" y="2257425"/>
                </a:moveTo>
                <a:lnTo>
                  <a:pt x="1653635" y="2407919"/>
                </a:lnTo>
              </a:path>
              <a:path w="3911600" h="4815840">
                <a:moveTo>
                  <a:pt x="2254948" y="2407919"/>
                </a:moveTo>
                <a:lnTo>
                  <a:pt x="1803939" y="2407919"/>
                </a:lnTo>
              </a:path>
              <a:path w="3911600" h="4815840">
                <a:moveTo>
                  <a:pt x="3607879" y="150495"/>
                </a:moveTo>
                <a:lnTo>
                  <a:pt x="3607879" y="601980"/>
                </a:lnTo>
              </a:path>
              <a:path w="3911600" h="4815840">
                <a:moveTo>
                  <a:pt x="3457575" y="1655444"/>
                </a:moveTo>
                <a:lnTo>
                  <a:pt x="3307270" y="1504950"/>
                </a:lnTo>
              </a:path>
              <a:path w="3911600" h="4815840">
                <a:moveTo>
                  <a:pt x="3460051" y="1354455"/>
                </a:moveTo>
                <a:lnTo>
                  <a:pt x="3307270" y="1504950"/>
                </a:lnTo>
              </a:path>
              <a:path w="3911600" h="4815840">
                <a:moveTo>
                  <a:pt x="3610451" y="150495"/>
                </a:moveTo>
                <a:lnTo>
                  <a:pt x="3307270" y="150495"/>
                </a:lnTo>
              </a:path>
              <a:path w="3911600" h="4815840">
                <a:moveTo>
                  <a:pt x="3307270" y="300990"/>
                </a:moveTo>
                <a:lnTo>
                  <a:pt x="3156966" y="150495"/>
                </a:lnTo>
              </a:path>
              <a:path w="3911600" h="4815840">
                <a:moveTo>
                  <a:pt x="3307270" y="0"/>
                </a:moveTo>
                <a:lnTo>
                  <a:pt x="3307270" y="300990"/>
                </a:lnTo>
              </a:path>
              <a:path w="3911600" h="4815840">
                <a:moveTo>
                  <a:pt x="3309746" y="0"/>
                </a:moveTo>
                <a:lnTo>
                  <a:pt x="3156966" y="150495"/>
                </a:lnTo>
              </a:path>
              <a:path w="3911600" h="4815840">
                <a:moveTo>
                  <a:pt x="3758279" y="4213860"/>
                </a:moveTo>
                <a:lnTo>
                  <a:pt x="3758279" y="4665344"/>
                </a:lnTo>
              </a:path>
              <a:path w="3911600" h="4815840">
                <a:moveTo>
                  <a:pt x="3911060" y="4213860"/>
                </a:moveTo>
                <a:lnTo>
                  <a:pt x="3607879" y="4213860"/>
                </a:lnTo>
              </a:path>
              <a:path w="3911600" h="4815840">
                <a:moveTo>
                  <a:pt x="3607879" y="4364355"/>
                </a:moveTo>
                <a:lnTo>
                  <a:pt x="3457575" y="4213860"/>
                </a:lnTo>
              </a:path>
              <a:path w="3911600" h="4815840">
                <a:moveTo>
                  <a:pt x="3607879" y="4063364"/>
                </a:moveTo>
                <a:lnTo>
                  <a:pt x="3607879" y="4364355"/>
                </a:lnTo>
              </a:path>
              <a:path w="3911600" h="4815840">
                <a:moveTo>
                  <a:pt x="3610451" y="4063364"/>
                </a:moveTo>
                <a:lnTo>
                  <a:pt x="3457575" y="4213860"/>
                </a:lnTo>
              </a:path>
            </a:pathLst>
          </a:custGeom>
          <a:ln w="1503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4900431" y="2560424"/>
          <a:ext cx="1210945" cy="900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86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TextField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49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0000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8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0000"/>
                      </a:solidFill>
                      <a:prstDash val="solid"/>
                    </a:lnR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8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4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TextArea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986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191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2" name="object 42"/>
          <p:cNvGrpSpPr/>
          <p:nvPr/>
        </p:nvGrpSpPr>
        <p:grpSpPr>
          <a:xfrm>
            <a:off x="1893760" y="1657350"/>
            <a:ext cx="3325495" cy="4229100"/>
            <a:chOff x="1893760" y="1657350"/>
            <a:chExt cx="3325495" cy="4229100"/>
          </a:xfrm>
        </p:grpSpPr>
        <p:sp>
          <p:nvSpPr>
            <p:cNvPr id="43" name="object 43"/>
            <p:cNvSpPr/>
            <p:nvPr/>
          </p:nvSpPr>
          <p:spPr>
            <a:xfrm>
              <a:off x="1901380" y="1664970"/>
              <a:ext cx="3310254" cy="3611879"/>
            </a:xfrm>
            <a:custGeom>
              <a:avLst/>
              <a:gdLst/>
              <a:ahLst/>
              <a:cxnLst/>
              <a:rect l="l" t="t" r="r" b="b"/>
              <a:pathLst>
                <a:path w="3310254" h="3611879">
                  <a:moveTo>
                    <a:pt x="303180" y="0"/>
                  </a:moveTo>
                  <a:lnTo>
                    <a:pt x="0" y="0"/>
                  </a:lnTo>
                </a:path>
                <a:path w="3310254" h="3611879">
                  <a:moveTo>
                    <a:pt x="303180" y="451485"/>
                  </a:moveTo>
                  <a:lnTo>
                    <a:pt x="0" y="451485"/>
                  </a:lnTo>
                </a:path>
                <a:path w="3310254" h="3611879">
                  <a:moveTo>
                    <a:pt x="0" y="0"/>
                  </a:moveTo>
                  <a:lnTo>
                    <a:pt x="0" y="3160394"/>
                  </a:lnTo>
                </a:path>
                <a:path w="3310254" h="3611879">
                  <a:moveTo>
                    <a:pt x="303180" y="2257424"/>
                  </a:moveTo>
                  <a:lnTo>
                    <a:pt x="0" y="2257424"/>
                  </a:lnTo>
                </a:path>
                <a:path w="3310254" h="3611879">
                  <a:moveTo>
                    <a:pt x="0" y="3160394"/>
                  </a:moveTo>
                  <a:lnTo>
                    <a:pt x="300704" y="3160394"/>
                  </a:lnTo>
                </a:path>
                <a:path w="3310254" h="3611879">
                  <a:moveTo>
                    <a:pt x="1503330" y="0"/>
                  </a:moveTo>
                  <a:lnTo>
                    <a:pt x="1806416" y="0"/>
                  </a:lnTo>
                </a:path>
                <a:path w="3310254" h="3611879">
                  <a:moveTo>
                    <a:pt x="1803939" y="1805939"/>
                  </a:moveTo>
                  <a:lnTo>
                    <a:pt x="1503330" y="1805939"/>
                  </a:lnTo>
                </a:path>
                <a:path w="3310254" h="3611879">
                  <a:moveTo>
                    <a:pt x="1806416" y="902970"/>
                  </a:moveTo>
                  <a:lnTo>
                    <a:pt x="1503330" y="902970"/>
                  </a:lnTo>
                </a:path>
                <a:path w="3310254" h="3611879">
                  <a:moveTo>
                    <a:pt x="1806416" y="451485"/>
                  </a:moveTo>
                  <a:lnTo>
                    <a:pt x="1503330" y="451485"/>
                  </a:lnTo>
                </a:path>
                <a:path w="3310254" h="3611879">
                  <a:moveTo>
                    <a:pt x="1803939" y="1354454"/>
                  </a:moveTo>
                  <a:lnTo>
                    <a:pt x="1503330" y="1354454"/>
                  </a:lnTo>
                </a:path>
                <a:path w="3310254" h="3611879">
                  <a:moveTo>
                    <a:pt x="1806416" y="2708910"/>
                  </a:moveTo>
                  <a:lnTo>
                    <a:pt x="1503330" y="2708910"/>
                  </a:lnTo>
                </a:path>
                <a:path w="3310254" h="3611879">
                  <a:moveTo>
                    <a:pt x="1806416" y="3160394"/>
                  </a:moveTo>
                  <a:lnTo>
                    <a:pt x="1503330" y="3160394"/>
                  </a:lnTo>
                </a:path>
                <a:path w="3310254" h="3611879">
                  <a:moveTo>
                    <a:pt x="1806416" y="3611879"/>
                  </a:moveTo>
                  <a:lnTo>
                    <a:pt x="1503330" y="3611879"/>
                  </a:lnTo>
                </a:path>
                <a:path w="3310254" h="3611879">
                  <a:moveTo>
                    <a:pt x="3156870" y="0"/>
                  </a:moveTo>
                  <a:lnTo>
                    <a:pt x="3309746" y="0"/>
                  </a:lnTo>
                </a:path>
                <a:path w="3310254" h="3611879">
                  <a:moveTo>
                    <a:pt x="3156870" y="451485"/>
                  </a:moveTo>
                  <a:lnTo>
                    <a:pt x="3309746" y="451485"/>
                  </a:lnTo>
                </a:path>
              </a:pathLst>
            </a:custGeom>
            <a:ln w="1503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710368" y="5577839"/>
              <a:ext cx="1200150" cy="300990"/>
            </a:xfrm>
            <a:custGeom>
              <a:avLst/>
              <a:gdLst/>
              <a:ahLst/>
              <a:cxnLst/>
              <a:rect l="l" t="t" r="r" b="b"/>
              <a:pathLst>
                <a:path w="1200150" h="300989">
                  <a:moveTo>
                    <a:pt x="1200054" y="0"/>
                  </a:moveTo>
                  <a:lnTo>
                    <a:pt x="0" y="0"/>
                  </a:lnTo>
                  <a:lnTo>
                    <a:pt x="0" y="300990"/>
                  </a:lnTo>
                  <a:lnTo>
                    <a:pt x="1200054" y="300990"/>
                  </a:lnTo>
                  <a:lnTo>
                    <a:pt x="1200054" y="0"/>
                  </a:lnTo>
                  <a:close/>
                </a:path>
              </a:pathLst>
            </a:custGeom>
            <a:ln w="150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/>
          <p:nvPr/>
        </p:nvSpPr>
        <p:spPr>
          <a:xfrm>
            <a:off x="6110573" y="1965960"/>
            <a:ext cx="454025" cy="601980"/>
          </a:xfrm>
          <a:custGeom>
            <a:avLst/>
            <a:gdLst/>
            <a:ahLst/>
            <a:cxnLst/>
            <a:rect l="l" t="t" r="r" b="b"/>
            <a:pathLst>
              <a:path w="454025" h="601980">
                <a:moveTo>
                  <a:pt x="300703" y="150495"/>
                </a:moveTo>
                <a:lnTo>
                  <a:pt x="453485" y="150495"/>
                </a:lnTo>
              </a:path>
              <a:path w="454025" h="601980">
                <a:moveTo>
                  <a:pt x="300703" y="601980"/>
                </a:moveTo>
                <a:lnTo>
                  <a:pt x="453485" y="601980"/>
                </a:lnTo>
              </a:path>
              <a:path w="454025" h="601980">
                <a:moveTo>
                  <a:pt x="300703" y="150495"/>
                </a:moveTo>
                <a:lnTo>
                  <a:pt x="300703" y="601980"/>
                </a:lnTo>
              </a:path>
              <a:path w="454025" h="601980">
                <a:moveTo>
                  <a:pt x="453485" y="150495"/>
                </a:moveTo>
                <a:lnTo>
                  <a:pt x="150304" y="150495"/>
                </a:lnTo>
              </a:path>
              <a:path w="454025" h="601980">
                <a:moveTo>
                  <a:pt x="150304" y="300990"/>
                </a:moveTo>
                <a:lnTo>
                  <a:pt x="0" y="150495"/>
                </a:lnTo>
              </a:path>
              <a:path w="454025" h="601980">
                <a:moveTo>
                  <a:pt x="150304" y="0"/>
                </a:moveTo>
                <a:lnTo>
                  <a:pt x="150304" y="300990"/>
                </a:lnTo>
              </a:path>
              <a:path w="454025" h="601980">
                <a:moveTo>
                  <a:pt x="152876" y="0"/>
                </a:moveTo>
                <a:lnTo>
                  <a:pt x="0" y="150495"/>
                </a:lnTo>
              </a:path>
            </a:pathLst>
          </a:custGeom>
          <a:ln w="1503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110573" y="1514475"/>
            <a:ext cx="454025" cy="300990"/>
          </a:xfrm>
          <a:custGeom>
            <a:avLst/>
            <a:gdLst/>
            <a:ahLst/>
            <a:cxnLst/>
            <a:rect l="l" t="t" r="r" b="b"/>
            <a:pathLst>
              <a:path w="454025" h="300989">
                <a:moveTo>
                  <a:pt x="150304" y="150495"/>
                </a:moveTo>
                <a:lnTo>
                  <a:pt x="453485" y="150495"/>
                </a:lnTo>
              </a:path>
              <a:path w="454025" h="300989">
                <a:moveTo>
                  <a:pt x="150304" y="300990"/>
                </a:moveTo>
                <a:lnTo>
                  <a:pt x="0" y="150495"/>
                </a:lnTo>
              </a:path>
              <a:path w="454025" h="300989">
                <a:moveTo>
                  <a:pt x="150304" y="0"/>
                </a:moveTo>
                <a:lnTo>
                  <a:pt x="150304" y="300990"/>
                </a:lnTo>
              </a:path>
              <a:path w="454025" h="300989">
                <a:moveTo>
                  <a:pt x="152876" y="0"/>
                </a:moveTo>
                <a:lnTo>
                  <a:pt x="0" y="150495"/>
                </a:lnTo>
              </a:path>
            </a:pathLst>
          </a:custGeom>
          <a:ln w="1503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785108" y="5603789"/>
            <a:ext cx="104648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0" dirty="0">
                <a:latin typeface="Times New Roman"/>
                <a:cs typeface="Times New Roman"/>
              </a:rPr>
              <a:t>MenuComponent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404711" y="5728335"/>
            <a:ext cx="303530" cy="0"/>
          </a:xfrm>
          <a:custGeom>
            <a:avLst/>
            <a:gdLst/>
            <a:ahLst/>
            <a:cxnLst/>
            <a:rect l="l" t="t" r="r" b="b"/>
            <a:pathLst>
              <a:path w="303529">
                <a:moveTo>
                  <a:pt x="303085" y="0"/>
                </a:moveTo>
                <a:lnTo>
                  <a:pt x="0" y="0"/>
                </a:lnTo>
              </a:path>
            </a:pathLst>
          </a:custGeom>
          <a:ln w="1503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5358955" y="5577839"/>
            <a:ext cx="904875" cy="300990"/>
          </a:xfrm>
          <a:prstGeom prst="rect">
            <a:avLst/>
          </a:prstGeom>
          <a:ln w="1503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9695">
              <a:lnSpc>
                <a:spcPct val="100000"/>
              </a:lnSpc>
              <a:spcBef>
                <a:spcPts val="330"/>
              </a:spcBef>
            </a:pPr>
            <a:r>
              <a:rPr sz="1300" spc="-10" dirty="0">
                <a:latin typeface="Times New Roman"/>
                <a:cs typeface="Times New Roman"/>
              </a:rPr>
              <a:t>MenuItem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358955" y="6029325"/>
            <a:ext cx="904875" cy="300990"/>
          </a:xfrm>
          <a:prstGeom prst="rect">
            <a:avLst/>
          </a:prstGeom>
          <a:ln w="15030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325"/>
              </a:spcBef>
            </a:pPr>
            <a:r>
              <a:rPr sz="1300" spc="-10" dirty="0">
                <a:latin typeface="Times New Roman"/>
                <a:cs typeface="Times New Roman"/>
              </a:rPr>
              <a:t>MenuBar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711886" y="5577839"/>
            <a:ext cx="603885" cy="300990"/>
          </a:xfrm>
          <a:prstGeom prst="rect">
            <a:avLst/>
          </a:prstGeom>
          <a:ln w="15030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330"/>
              </a:spcBef>
            </a:pPr>
            <a:r>
              <a:rPr sz="1300" spc="-20" dirty="0">
                <a:latin typeface="Times New Roman"/>
                <a:cs typeface="Times New Roman"/>
              </a:rPr>
              <a:t>Menu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3397091" y="5720715"/>
            <a:ext cx="1969770" cy="767715"/>
            <a:chOff x="3397091" y="5720715"/>
            <a:chExt cx="1969770" cy="767715"/>
          </a:xfrm>
        </p:grpSpPr>
        <p:sp>
          <p:nvSpPr>
            <p:cNvPr id="53" name="object 53"/>
            <p:cNvSpPr/>
            <p:nvPr/>
          </p:nvSpPr>
          <p:spPr>
            <a:xfrm>
              <a:off x="3404711" y="5728335"/>
              <a:ext cx="1954530" cy="601980"/>
            </a:xfrm>
            <a:custGeom>
              <a:avLst/>
              <a:gdLst/>
              <a:ahLst/>
              <a:cxnLst/>
              <a:rect l="l" t="t" r="r" b="b"/>
              <a:pathLst>
                <a:path w="1954529" h="601979">
                  <a:moveTo>
                    <a:pt x="1954244" y="0"/>
                  </a:moveTo>
                  <a:lnTo>
                    <a:pt x="1653539" y="0"/>
                  </a:lnTo>
                </a:path>
                <a:path w="1954529" h="601979">
                  <a:moveTo>
                    <a:pt x="1954244" y="451484"/>
                  </a:moveTo>
                  <a:lnTo>
                    <a:pt x="1803939" y="451484"/>
                  </a:lnTo>
                </a:path>
                <a:path w="1954529" h="601979">
                  <a:moveTo>
                    <a:pt x="300608" y="601979"/>
                  </a:moveTo>
                  <a:lnTo>
                    <a:pt x="0" y="601979"/>
                  </a:lnTo>
                </a:path>
              </a:pathLst>
            </a:custGeom>
            <a:ln w="1503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705320" y="6179819"/>
              <a:ext cx="904875" cy="300990"/>
            </a:xfrm>
            <a:custGeom>
              <a:avLst/>
              <a:gdLst/>
              <a:ahLst/>
              <a:cxnLst/>
              <a:rect l="l" t="t" r="r" b="b"/>
              <a:pathLst>
                <a:path w="904875" h="300989">
                  <a:moveTo>
                    <a:pt x="904493" y="0"/>
                  </a:moveTo>
                  <a:lnTo>
                    <a:pt x="0" y="0"/>
                  </a:lnTo>
                  <a:lnTo>
                    <a:pt x="0" y="300990"/>
                  </a:lnTo>
                  <a:lnTo>
                    <a:pt x="904493" y="300990"/>
                  </a:lnTo>
                  <a:lnTo>
                    <a:pt x="904493" y="0"/>
                  </a:lnTo>
                  <a:close/>
                </a:path>
              </a:pathLst>
            </a:custGeom>
            <a:ln w="150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3835400" y="6206012"/>
            <a:ext cx="64071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10" dirty="0">
                <a:latin typeface="Times New Roman"/>
                <a:cs typeface="Times New Roman"/>
              </a:rPr>
              <a:t>Scrollbar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202084" y="4674870"/>
            <a:ext cx="904875" cy="300990"/>
          </a:xfrm>
          <a:custGeom>
            <a:avLst/>
            <a:gdLst/>
            <a:ahLst/>
            <a:cxnLst/>
            <a:rect l="l" t="t" r="r" b="b"/>
            <a:pathLst>
              <a:path w="904875" h="300989">
                <a:moveTo>
                  <a:pt x="904398" y="0"/>
                </a:moveTo>
                <a:lnTo>
                  <a:pt x="0" y="0"/>
                </a:lnTo>
                <a:lnTo>
                  <a:pt x="0" y="300990"/>
                </a:lnTo>
                <a:lnTo>
                  <a:pt x="904398" y="300990"/>
                </a:lnTo>
                <a:lnTo>
                  <a:pt x="904398" y="0"/>
                </a:lnTo>
                <a:close/>
              </a:path>
            </a:pathLst>
          </a:custGeom>
          <a:ln w="150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236724" y="4694253"/>
            <a:ext cx="835025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i="1" spc="-10" dirty="0">
                <a:latin typeface="Times New Roman"/>
                <a:cs typeface="Times New Roman"/>
              </a:rPr>
              <a:t>LayoutManager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7313199" y="2417444"/>
            <a:ext cx="300990" cy="300990"/>
          </a:xfrm>
          <a:custGeom>
            <a:avLst/>
            <a:gdLst/>
            <a:ahLst/>
            <a:cxnLst/>
            <a:rect l="l" t="t" r="r" b="b"/>
            <a:pathLst>
              <a:path w="300990" h="300989">
                <a:moveTo>
                  <a:pt x="300704" y="150495"/>
                </a:moveTo>
                <a:lnTo>
                  <a:pt x="150304" y="150495"/>
                </a:lnTo>
              </a:path>
              <a:path w="300990" h="300989">
                <a:moveTo>
                  <a:pt x="150304" y="300990"/>
                </a:moveTo>
                <a:lnTo>
                  <a:pt x="0" y="150495"/>
                </a:lnTo>
              </a:path>
              <a:path w="300990" h="300989">
                <a:moveTo>
                  <a:pt x="150304" y="0"/>
                </a:moveTo>
                <a:lnTo>
                  <a:pt x="150304" y="300990"/>
                </a:lnTo>
              </a:path>
              <a:path w="300990" h="300989">
                <a:moveTo>
                  <a:pt x="152876" y="0"/>
                </a:moveTo>
                <a:lnTo>
                  <a:pt x="0" y="150495"/>
                </a:lnTo>
              </a:path>
            </a:pathLst>
          </a:custGeom>
          <a:ln w="1503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260877" y="5577839"/>
            <a:ext cx="454025" cy="300990"/>
          </a:xfrm>
          <a:custGeom>
            <a:avLst/>
            <a:gdLst/>
            <a:ahLst/>
            <a:cxnLst/>
            <a:rect l="l" t="t" r="r" b="b"/>
            <a:pathLst>
              <a:path w="454025" h="300989">
                <a:moveTo>
                  <a:pt x="453485" y="150495"/>
                </a:moveTo>
                <a:lnTo>
                  <a:pt x="150399" y="150495"/>
                </a:lnTo>
              </a:path>
              <a:path w="454025" h="300989">
                <a:moveTo>
                  <a:pt x="150399" y="300990"/>
                </a:moveTo>
                <a:lnTo>
                  <a:pt x="0" y="150495"/>
                </a:lnTo>
              </a:path>
              <a:path w="454025" h="300989">
                <a:moveTo>
                  <a:pt x="150399" y="0"/>
                </a:moveTo>
                <a:lnTo>
                  <a:pt x="150399" y="300990"/>
                </a:lnTo>
              </a:path>
              <a:path w="454025" h="300989">
                <a:moveTo>
                  <a:pt x="152876" y="0"/>
                </a:moveTo>
                <a:lnTo>
                  <a:pt x="0" y="150495"/>
                </a:lnTo>
              </a:path>
            </a:pathLst>
          </a:custGeom>
          <a:ln w="1503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8425673" y="6464282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226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Frames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845" y="1226277"/>
            <a:ext cx="717550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frame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window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contained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inside </a:t>
            </a:r>
            <a:r>
              <a:rPr sz="3200" dirty="0">
                <a:latin typeface="Calibri"/>
                <a:cs typeface="Calibri"/>
              </a:rPr>
              <a:t>another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window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3554" y="2912268"/>
            <a:ext cx="3577590" cy="302260"/>
          </a:xfrm>
          <a:prstGeom prst="rect">
            <a:avLst/>
          </a:prstGeom>
          <a:ln w="17392">
            <a:solidFill>
              <a:srgbClr val="0000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 marL="1037590">
              <a:lnSpc>
                <a:spcPct val="100000"/>
              </a:lnSpc>
              <a:spcBef>
                <a:spcPts val="10"/>
              </a:spcBef>
            </a:pPr>
            <a:r>
              <a:rPr sz="1500" spc="-10" dirty="0">
                <a:latin typeface="Times New Roman"/>
                <a:cs typeface="Times New Roman"/>
              </a:rPr>
              <a:t>javax.swing.JFrame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554" y="3214211"/>
            <a:ext cx="3577590" cy="2386330"/>
          </a:xfrm>
          <a:prstGeom prst="rect">
            <a:avLst/>
          </a:prstGeom>
          <a:ln w="17392">
            <a:solidFill>
              <a:srgbClr val="000000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515"/>
              </a:spcBef>
            </a:pPr>
            <a:r>
              <a:rPr sz="1500" spc="-10" dirty="0">
                <a:latin typeface="Times New Roman"/>
                <a:cs typeface="Times New Roman"/>
              </a:rPr>
              <a:t>+JFrame()</a:t>
            </a:r>
            <a:endParaRPr sz="15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480"/>
              </a:spcBef>
            </a:pPr>
            <a:r>
              <a:rPr sz="1500" dirty="0">
                <a:latin typeface="Times New Roman"/>
                <a:cs typeface="Times New Roman"/>
              </a:rPr>
              <a:t>+JFrame(title: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String)</a:t>
            </a:r>
            <a:endParaRPr sz="15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525"/>
              </a:spcBef>
            </a:pPr>
            <a:r>
              <a:rPr sz="1500" dirty="0">
                <a:latin typeface="Times New Roman"/>
                <a:cs typeface="Times New Roman"/>
              </a:rPr>
              <a:t>+getSize(width: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int,</a:t>
            </a:r>
            <a:r>
              <a:rPr sz="1500" spc="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height: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int):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void</a:t>
            </a:r>
            <a:endParaRPr sz="15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540"/>
              </a:spcBef>
            </a:pPr>
            <a:r>
              <a:rPr sz="1500" dirty="0">
                <a:latin typeface="Times New Roman"/>
                <a:cs typeface="Times New Roman"/>
              </a:rPr>
              <a:t>+setLocation(x: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int,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y:</a:t>
            </a:r>
            <a:r>
              <a:rPr sz="1500" spc="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int):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void</a:t>
            </a:r>
            <a:endParaRPr sz="15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530"/>
              </a:spcBef>
            </a:pPr>
            <a:r>
              <a:rPr sz="1500" dirty="0">
                <a:latin typeface="Times New Roman"/>
                <a:cs typeface="Times New Roman"/>
              </a:rPr>
              <a:t>+setVisible(visible: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boolean):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void</a:t>
            </a:r>
            <a:endParaRPr sz="150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530"/>
              </a:spcBef>
            </a:pPr>
            <a:r>
              <a:rPr sz="1500" dirty="0">
                <a:latin typeface="Times New Roman"/>
                <a:cs typeface="Times New Roman"/>
              </a:rPr>
              <a:t>+setDefaultCloseOperation(mode: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int):</a:t>
            </a:r>
            <a:r>
              <a:rPr sz="1500" spc="8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void</a:t>
            </a:r>
            <a:endParaRPr sz="1500">
              <a:latin typeface="Times New Roman"/>
              <a:cs typeface="Times New Roman"/>
            </a:endParaRPr>
          </a:p>
          <a:p>
            <a:pPr marL="266700" marR="337820" indent="-220979">
              <a:lnSpc>
                <a:spcPts val="1780"/>
              </a:lnSpc>
              <a:spcBef>
                <a:spcPts val="565"/>
              </a:spcBef>
            </a:pPr>
            <a:r>
              <a:rPr sz="1500" dirty="0">
                <a:latin typeface="Times New Roman"/>
                <a:cs typeface="Times New Roman"/>
              </a:rPr>
              <a:t>+setLocationRelativeTo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(c:</a:t>
            </a:r>
            <a:r>
              <a:rPr sz="1500" spc="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Component): </a:t>
            </a:r>
            <a:r>
              <a:rPr sz="1500" spc="-20" dirty="0">
                <a:latin typeface="Times New Roman"/>
                <a:cs typeface="Times New Roman"/>
              </a:rPr>
              <a:t>void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51050">
              <a:lnSpc>
                <a:spcPct val="129299"/>
              </a:lnSpc>
              <a:spcBef>
                <a:spcPts val="95"/>
              </a:spcBef>
            </a:pPr>
            <a:r>
              <a:rPr dirty="0"/>
              <a:t>Creates</a:t>
            </a:r>
            <a:r>
              <a:rPr spc="-45" dirty="0"/>
              <a:t> </a:t>
            </a:r>
            <a:r>
              <a:rPr dirty="0"/>
              <a:t>a</a:t>
            </a:r>
            <a:r>
              <a:rPr spc="65" dirty="0"/>
              <a:t> </a:t>
            </a:r>
            <a:r>
              <a:rPr dirty="0"/>
              <a:t>default</a:t>
            </a:r>
            <a:r>
              <a:rPr spc="45" dirty="0"/>
              <a:t> </a:t>
            </a:r>
            <a:r>
              <a:rPr dirty="0"/>
              <a:t>frame</a:t>
            </a:r>
            <a:r>
              <a:rPr spc="20" dirty="0"/>
              <a:t> </a:t>
            </a:r>
            <a:r>
              <a:rPr dirty="0"/>
              <a:t>with</a:t>
            </a:r>
            <a:r>
              <a:rPr spc="20" dirty="0"/>
              <a:t> </a:t>
            </a:r>
            <a:r>
              <a:rPr dirty="0"/>
              <a:t>no</a:t>
            </a:r>
            <a:r>
              <a:rPr spc="25" dirty="0"/>
              <a:t> </a:t>
            </a:r>
            <a:r>
              <a:rPr spc="-10" dirty="0"/>
              <a:t>title. </a:t>
            </a:r>
            <a:r>
              <a:rPr dirty="0"/>
              <a:t>Creates</a:t>
            </a:r>
            <a:r>
              <a:rPr spc="-35" dirty="0"/>
              <a:t> </a:t>
            </a:r>
            <a:r>
              <a:rPr dirty="0"/>
              <a:t>a</a:t>
            </a:r>
            <a:r>
              <a:rPr spc="80" dirty="0"/>
              <a:t> </a:t>
            </a:r>
            <a:r>
              <a:rPr dirty="0"/>
              <a:t>frame</a:t>
            </a:r>
            <a:r>
              <a:rPr spc="30" dirty="0"/>
              <a:t> </a:t>
            </a:r>
            <a:r>
              <a:rPr dirty="0"/>
              <a:t>with</a:t>
            </a:r>
            <a:r>
              <a:rPr spc="-10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specified</a:t>
            </a:r>
            <a:r>
              <a:rPr spc="50" dirty="0"/>
              <a:t> </a:t>
            </a:r>
            <a:r>
              <a:rPr spc="-10" dirty="0"/>
              <a:t>title. </a:t>
            </a:r>
            <a:r>
              <a:rPr dirty="0"/>
              <a:t>Specifies</a:t>
            </a:r>
            <a:r>
              <a:rPr spc="5" dirty="0"/>
              <a:t> </a:t>
            </a:r>
            <a:r>
              <a:rPr dirty="0"/>
              <a:t>the</a:t>
            </a:r>
            <a:r>
              <a:rPr spc="65" dirty="0"/>
              <a:t> </a:t>
            </a:r>
            <a:r>
              <a:rPr dirty="0"/>
              <a:t>size</a:t>
            </a:r>
            <a:r>
              <a:rPr spc="3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10" dirty="0"/>
              <a:t>frame.</a:t>
            </a:r>
          </a:p>
          <a:p>
            <a:pPr marL="12700" marR="1024890">
              <a:lnSpc>
                <a:spcPts val="2340"/>
              </a:lnSpc>
              <a:spcBef>
                <a:spcPts val="160"/>
              </a:spcBef>
            </a:pPr>
            <a:r>
              <a:rPr dirty="0"/>
              <a:t>Specifies</a:t>
            </a:r>
            <a:r>
              <a:rPr spc="-5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dirty="0"/>
              <a:t>upper-left</a:t>
            </a:r>
            <a:r>
              <a:rPr spc="45" dirty="0"/>
              <a:t> </a:t>
            </a:r>
            <a:r>
              <a:rPr dirty="0"/>
              <a:t>corner</a:t>
            </a:r>
            <a:r>
              <a:rPr spc="50" dirty="0"/>
              <a:t> </a:t>
            </a:r>
            <a:r>
              <a:rPr dirty="0"/>
              <a:t>location</a:t>
            </a:r>
            <a:r>
              <a:rPr spc="25" dirty="0"/>
              <a:t> </a:t>
            </a:r>
            <a:r>
              <a:rPr dirty="0"/>
              <a:t>of the</a:t>
            </a:r>
            <a:r>
              <a:rPr spc="85" dirty="0"/>
              <a:t> </a:t>
            </a:r>
            <a:r>
              <a:rPr spc="-10" dirty="0"/>
              <a:t>frame. </a:t>
            </a:r>
            <a:r>
              <a:rPr dirty="0"/>
              <a:t>Sets</a:t>
            </a:r>
            <a:r>
              <a:rPr spc="-5" dirty="0"/>
              <a:t> </a:t>
            </a:r>
            <a:r>
              <a:rPr dirty="0"/>
              <a:t>true</a:t>
            </a:r>
            <a:r>
              <a:rPr spc="10" dirty="0"/>
              <a:t> </a:t>
            </a:r>
            <a:r>
              <a:rPr dirty="0"/>
              <a:t>to</a:t>
            </a:r>
            <a:r>
              <a:rPr spc="50" dirty="0"/>
              <a:t> </a:t>
            </a:r>
            <a:r>
              <a:rPr dirty="0"/>
              <a:t>display the</a:t>
            </a:r>
            <a:r>
              <a:rPr spc="60" dirty="0"/>
              <a:t> </a:t>
            </a:r>
            <a:r>
              <a:rPr spc="-10" dirty="0"/>
              <a:t>frame.</a:t>
            </a: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/>
              <a:t>Specifies</a:t>
            </a:r>
            <a:r>
              <a:rPr spc="5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dirty="0"/>
              <a:t>operation</a:t>
            </a:r>
            <a:r>
              <a:rPr spc="90" dirty="0"/>
              <a:t> </a:t>
            </a:r>
            <a:r>
              <a:rPr dirty="0"/>
              <a:t>when</a:t>
            </a:r>
            <a:r>
              <a:rPr spc="25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frame</a:t>
            </a:r>
            <a:r>
              <a:rPr spc="2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-10" dirty="0"/>
              <a:t>closed.</a:t>
            </a:r>
          </a:p>
          <a:p>
            <a:pPr algn="ctr">
              <a:lnSpc>
                <a:spcPts val="1770"/>
              </a:lnSpc>
              <a:spcBef>
                <a:spcPts val="480"/>
              </a:spcBef>
            </a:pPr>
            <a:r>
              <a:rPr dirty="0"/>
              <a:t>Sets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location</a:t>
            </a:r>
            <a:r>
              <a:rPr spc="3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the</a:t>
            </a:r>
            <a:r>
              <a:rPr spc="95" dirty="0"/>
              <a:t> </a:t>
            </a:r>
            <a:r>
              <a:rPr dirty="0"/>
              <a:t>frame</a:t>
            </a:r>
            <a:r>
              <a:rPr spc="45" dirty="0"/>
              <a:t> </a:t>
            </a:r>
            <a:r>
              <a:rPr dirty="0"/>
              <a:t>relative to</a:t>
            </a:r>
            <a:r>
              <a:rPr spc="50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specified</a:t>
            </a:r>
            <a:r>
              <a:rPr spc="35" dirty="0"/>
              <a:t> </a:t>
            </a:r>
            <a:r>
              <a:rPr spc="-10" dirty="0"/>
              <a:t>component.</a:t>
            </a:r>
          </a:p>
          <a:p>
            <a:pPr marL="34925" algn="ctr">
              <a:lnSpc>
                <a:spcPts val="1770"/>
              </a:lnSpc>
            </a:pPr>
            <a:r>
              <a:rPr dirty="0"/>
              <a:t>If</a:t>
            </a:r>
            <a:r>
              <a:rPr spc="10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dirty="0"/>
              <a:t>component is</a:t>
            </a:r>
            <a:r>
              <a:rPr spc="15" dirty="0"/>
              <a:t> </a:t>
            </a:r>
            <a:r>
              <a:rPr dirty="0"/>
              <a:t>null,</a:t>
            </a:r>
            <a:r>
              <a:rPr spc="-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frame</a:t>
            </a:r>
            <a:r>
              <a:rPr spc="-10" dirty="0"/>
              <a:t> </a:t>
            </a:r>
            <a:r>
              <a:rPr dirty="0"/>
              <a:t>is</a:t>
            </a:r>
            <a:r>
              <a:rPr spc="80" dirty="0"/>
              <a:t> </a:t>
            </a:r>
            <a:r>
              <a:rPr dirty="0"/>
              <a:t>centered</a:t>
            </a:r>
            <a:r>
              <a:rPr spc="45" dirty="0"/>
              <a:t> </a:t>
            </a:r>
            <a:r>
              <a:rPr dirty="0"/>
              <a:t>on</a:t>
            </a:r>
            <a:r>
              <a:rPr spc="30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spc="-10" dirty="0"/>
              <a:t>screen.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Content</a:t>
            </a:r>
            <a:r>
              <a:rPr sz="4400" spc="-180" dirty="0"/>
              <a:t> </a:t>
            </a:r>
            <a:r>
              <a:rPr sz="4400" dirty="0"/>
              <a:t>Frame</a:t>
            </a:r>
            <a:r>
              <a:rPr sz="4400" spc="-190" dirty="0"/>
              <a:t> </a:t>
            </a:r>
            <a:r>
              <a:rPr sz="4400" spc="-10" dirty="0"/>
              <a:t>Delegation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845" y="1226277"/>
            <a:ext cx="7691755" cy="3893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636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Java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1.4,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required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GUI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elements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content</a:t>
            </a:r>
            <a:r>
              <a:rPr sz="3200" spc="-1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panes:</a:t>
            </a:r>
            <a:endParaRPr sz="3200">
              <a:latin typeface="Calibri"/>
              <a:cs typeface="Calibri"/>
            </a:endParaRPr>
          </a:p>
          <a:p>
            <a:pPr marL="756285" marR="1924050" lvl="1" indent="-287020">
              <a:lnSpc>
                <a:spcPct val="100000"/>
              </a:lnSpc>
              <a:spcBef>
                <a:spcPts val="690"/>
              </a:spcBef>
              <a:buChar char="–"/>
              <a:tabLst>
                <a:tab pos="756285" algn="l"/>
                <a:tab pos="917575" algn="l"/>
              </a:tabLst>
            </a:pP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Calibri"/>
                <a:cs typeface="Calibri"/>
              </a:rPr>
              <a:t>frame.getContentPane().add(new JButton(“OK”));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15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Java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1.5,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frame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delegates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automatically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content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pane:</a:t>
            </a:r>
            <a:endParaRPr sz="3200">
              <a:latin typeface="Calibri"/>
              <a:cs typeface="Calibri"/>
            </a:endParaRPr>
          </a:p>
          <a:p>
            <a:pPr marL="917575" lvl="1" indent="-447675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917575" algn="l"/>
              </a:tabLst>
            </a:pPr>
            <a:r>
              <a:rPr sz="2800" spc="-10" dirty="0">
                <a:latin typeface="Calibri"/>
                <a:cs typeface="Calibri"/>
              </a:rPr>
              <a:t>frame.add(new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JButton(“OK”));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433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Anatomy</a:t>
            </a:r>
            <a:r>
              <a:rPr sz="4400" spc="-100" dirty="0"/>
              <a:t> </a:t>
            </a:r>
            <a:r>
              <a:rPr sz="4400" dirty="0"/>
              <a:t>of</a:t>
            </a:r>
            <a:r>
              <a:rPr sz="4400" spc="-105" dirty="0"/>
              <a:t> </a:t>
            </a:r>
            <a:r>
              <a:rPr sz="4400" dirty="0"/>
              <a:t>a</a:t>
            </a:r>
            <a:r>
              <a:rPr sz="4400" spc="-85" dirty="0"/>
              <a:t> </a:t>
            </a:r>
            <a:r>
              <a:rPr sz="4400" spc="-25" dirty="0"/>
              <a:t>GUI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452627" y="1883664"/>
            <a:ext cx="6149340" cy="4552315"/>
            <a:chOff x="452627" y="1883664"/>
            <a:chExt cx="6149340" cy="45523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43556" y="1883664"/>
              <a:ext cx="4058411" cy="36103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2545080"/>
              <a:ext cx="3505200" cy="3886200"/>
            </a:xfrm>
            <a:custGeom>
              <a:avLst/>
              <a:gdLst/>
              <a:ahLst/>
              <a:cxnLst/>
              <a:rect l="l" t="t" r="r" b="b"/>
              <a:pathLst>
                <a:path w="3505200" h="3886200">
                  <a:moveTo>
                    <a:pt x="3505200" y="3886199"/>
                  </a:moveTo>
                  <a:lnTo>
                    <a:pt x="0" y="3886199"/>
                  </a:lnTo>
                  <a:lnTo>
                    <a:pt x="0" y="0"/>
                  </a:lnTo>
                  <a:lnTo>
                    <a:pt x="3505200" y="0"/>
                  </a:lnTo>
                  <a:lnTo>
                    <a:pt x="3505200" y="3886199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2627" y="2540508"/>
              <a:ext cx="3515995" cy="3895725"/>
            </a:xfrm>
            <a:custGeom>
              <a:avLst/>
              <a:gdLst/>
              <a:ahLst/>
              <a:cxnLst/>
              <a:rect l="l" t="t" r="r" b="b"/>
              <a:pathLst>
                <a:path w="3515995" h="3895725">
                  <a:moveTo>
                    <a:pt x="3515868" y="3895344"/>
                  </a:moveTo>
                  <a:lnTo>
                    <a:pt x="0" y="3895344"/>
                  </a:lnTo>
                  <a:lnTo>
                    <a:pt x="0" y="0"/>
                  </a:lnTo>
                  <a:lnTo>
                    <a:pt x="3515868" y="0"/>
                  </a:lnTo>
                  <a:lnTo>
                    <a:pt x="3515868" y="4572"/>
                  </a:lnTo>
                  <a:lnTo>
                    <a:pt x="10668" y="4572"/>
                  </a:lnTo>
                  <a:lnTo>
                    <a:pt x="4572" y="9144"/>
                  </a:lnTo>
                  <a:lnTo>
                    <a:pt x="10668" y="9144"/>
                  </a:lnTo>
                  <a:lnTo>
                    <a:pt x="10668" y="3886200"/>
                  </a:lnTo>
                  <a:lnTo>
                    <a:pt x="4572" y="3886200"/>
                  </a:lnTo>
                  <a:lnTo>
                    <a:pt x="10668" y="3890772"/>
                  </a:lnTo>
                  <a:lnTo>
                    <a:pt x="3515868" y="3890772"/>
                  </a:lnTo>
                  <a:lnTo>
                    <a:pt x="3515868" y="3895344"/>
                  </a:lnTo>
                  <a:close/>
                </a:path>
                <a:path w="3515995" h="3895725">
                  <a:moveTo>
                    <a:pt x="10668" y="9144"/>
                  </a:moveTo>
                  <a:lnTo>
                    <a:pt x="4572" y="9144"/>
                  </a:lnTo>
                  <a:lnTo>
                    <a:pt x="10668" y="4572"/>
                  </a:lnTo>
                  <a:lnTo>
                    <a:pt x="10668" y="9144"/>
                  </a:lnTo>
                  <a:close/>
                </a:path>
                <a:path w="3515995" h="3895725">
                  <a:moveTo>
                    <a:pt x="3505200" y="9144"/>
                  </a:moveTo>
                  <a:lnTo>
                    <a:pt x="10668" y="9144"/>
                  </a:lnTo>
                  <a:lnTo>
                    <a:pt x="10668" y="4572"/>
                  </a:lnTo>
                  <a:lnTo>
                    <a:pt x="3505200" y="4572"/>
                  </a:lnTo>
                  <a:lnTo>
                    <a:pt x="3505200" y="9144"/>
                  </a:lnTo>
                  <a:close/>
                </a:path>
                <a:path w="3515995" h="3895725">
                  <a:moveTo>
                    <a:pt x="3505200" y="3890772"/>
                  </a:moveTo>
                  <a:lnTo>
                    <a:pt x="3505200" y="4572"/>
                  </a:lnTo>
                  <a:lnTo>
                    <a:pt x="3509772" y="9144"/>
                  </a:lnTo>
                  <a:lnTo>
                    <a:pt x="3515868" y="9144"/>
                  </a:lnTo>
                  <a:lnTo>
                    <a:pt x="3515868" y="3886200"/>
                  </a:lnTo>
                  <a:lnTo>
                    <a:pt x="3509772" y="3886200"/>
                  </a:lnTo>
                  <a:lnTo>
                    <a:pt x="3505200" y="3890772"/>
                  </a:lnTo>
                  <a:close/>
                </a:path>
                <a:path w="3515995" h="3895725">
                  <a:moveTo>
                    <a:pt x="3515868" y="9144"/>
                  </a:moveTo>
                  <a:lnTo>
                    <a:pt x="3509772" y="9144"/>
                  </a:lnTo>
                  <a:lnTo>
                    <a:pt x="3505200" y="4572"/>
                  </a:lnTo>
                  <a:lnTo>
                    <a:pt x="3515868" y="4572"/>
                  </a:lnTo>
                  <a:lnTo>
                    <a:pt x="3515868" y="9144"/>
                  </a:lnTo>
                  <a:close/>
                </a:path>
                <a:path w="3515995" h="3895725">
                  <a:moveTo>
                    <a:pt x="10668" y="3890772"/>
                  </a:moveTo>
                  <a:lnTo>
                    <a:pt x="4572" y="3886200"/>
                  </a:lnTo>
                  <a:lnTo>
                    <a:pt x="10668" y="3886200"/>
                  </a:lnTo>
                  <a:lnTo>
                    <a:pt x="10668" y="3890772"/>
                  </a:lnTo>
                  <a:close/>
                </a:path>
                <a:path w="3515995" h="3895725">
                  <a:moveTo>
                    <a:pt x="3505200" y="3890772"/>
                  </a:moveTo>
                  <a:lnTo>
                    <a:pt x="10668" y="3890772"/>
                  </a:lnTo>
                  <a:lnTo>
                    <a:pt x="10668" y="3886200"/>
                  </a:lnTo>
                  <a:lnTo>
                    <a:pt x="3505200" y="3886200"/>
                  </a:lnTo>
                  <a:lnTo>
                    <a:pt x="3505200" y="3890772"/>
                  </a:lnTo>
                  <a:close/>
                </a:path>
                <a:path w="3515995" h="3895725">
                  <a:moveTo>
                    <a:pt x="3515868" y="3890772"/>
                  </a:moveTo>
                  <a:lnTo>
                    <a:pt x="3505200" y="3890772"/>
                  </a:lnTo>
                  <a:lnTo>
                    <a:pt x="3509772" y="3886200"/>
                  </a:lnTo>
                  <a:lnTo>
                    <a:pt x="3515868" y="3886200"/>
                  </a:lnTo>
                  <a:lnTo>
                    <a:pt x="3515868" y="38907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71600" y="3535679"/>
            <a:ext cx="1618615" cy="990600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800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30"/>
              </a:spcBef>
            </a:pPr>
            <a:endParaRPr sz="1800">
              <a:latin typeface="Times New Roman"/>
              <a:cs typeface="Times New Roman"/>
            </a:endParaRPr>
          </a:p>
          <a:p>
            <a:pPr marL="45402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JButton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478" y="1994310"/>
            <a:ext cx="923290" cy="8686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sz="2400" spc="-10" dirty="0">
                <a:latin typeface="Times New Roman"/>
                <a:cs typeface="Times New Roman"/>
              </a:rPr>
              <a:t>JFrame</a:t>
            </a:r>
            <a:endParaRPr sz="2400">
              <a:latin typeface="Times New Roman"/>
              <a:cs typeface="Times New Roman"/>
            </a:endParaRPr>
          </a:p>
          <a:p>
            <a:pPr marR="1905" algn="ctr">
              <a:lnSpc>
                <a:spcPct val="100000"/>
              </a:lnSpc>
              <a:spcBef>
                <a:spcPts val="685"/>
              </a:spcBef>
            </a:pPr>
            <a:r>
              <a:rPr sz="1800" spc="-10" dirty="0">
                <a:latin typeface="Calibri"/>
                <a:cs typeface="Calibri"/>
              </a:rPr>
              <a:t>JPanel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67028" y="5055107"/>
            <a:ext cx="1915795" cy="847725"/>
            <a:chOff x="1367028" y="5055107"/>
            <a:chExt cx="1915795" cy="847725"/>
          </a:xfrm>
        </p:grpSpPr>
        <p:sp>
          <p:nvSpPr>
            <p:cNvPr id="10" name="object 10"/>
            <p:cNvSpPr/>
            <p:nvPr/>
          </p:nvSpPr>
          <p:spPr>
            <a:xfrm>
              <a:off x="1371599" y="5059679"/>
              <a:ext cx="1905000" cy="838200"/>
            </a:xfrm>
            <a:custGeom>
              <a:avLst/>
              <a:gdLst/>
              <a:ahLst/>
              <a:cxnLst/>
              <a:rect l="l" t="t" r="r" b="b"/>
              <a:pathLst>
                <a:path w="1905000" h="838200">
                  <a:moveTo>
                    <a:pt x="1905000" y="838200"/>
                  </a:moveTo>
                  <a:lnTo>
                    <a:pt x="0" y="838200"/>
                  </a:lnTo>
                  <a:lnTo>
                    <a:pt x="0" y="0"/>
                  </a:lnTo>
                  <a:lnTo>
                    <a:pt x="1905000" y="0"/>
                  </a:lnTo>
                  <a:lnTo>
                    <a:pt x="1905000" y="8382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67028" y="5055107"/>
              <a:ext cx="1915795" cy="847725"/>
            </a:xfrm>
            <a:custGeom>
              <a:avLst/>
              <a:gdLst/>
              <a:ahLst/>
              <a:cxnLst/>
              <a:rect l="l" t="t" r="r" b="b"/>
              <a:pathLst>
                <a:path w="1915795" h="847725">
                  <a:moveTo>
                    <a:pt x="4571" y="842772"/>
                  </a:moveTo>
                  <a:lnTo>
                    <a:pt x="0" y="842772"/>
                  </a:lnTo>
                  <a:lnTo>
                    <a:pt x="0" y="804672"/>
                  </a:lnTo>
                  <a:lnTo>
                    <a:pt x="10667" y="804672"/>
                  </a:lnTo>
                  <a:lnTo>
                    <a:pt x="10667" y="838200"/>
                  </a:lnTo>
                  <a:lnTo>
                    <a:pt x="4571" y="838200"/>
                  </a:lnTo>
                  <a:lnTo>
                    <a:pt x="4571" y="842772"/>
                  </a:lnTo>
                  <a:close/>
                </a:path>
                <a:path w="1915795" h="847725">
                  <a:moveTo>
                    <a:pt x="24383" y="847344"/>
                  </a:moveTo>
                  <a:lnTo>
                    <a:pt x="4571" y="847344"/>
                  </a:lnTo>
                  <a:lnTo>
                    <a:pt x="4571" y="838200"/>
                  </a:lnTo>
                  <a:lnTo>
                    <a:pt x="10667" y="838200"/>
                  </a:lnTo>
                  <a:lnTo>
                    <a:pt x="10667" y="842772"/>
                  </a:lnTo>
                  <a:lnTo>
                    <a:pt x="24383" y="842772"/>
                  </a:lnTo>
                  <a:lnTo>
                    <a:pt x="24383" y="847344"/>
                  </a:lnTo>
                  <a:close/>
                </a:path>
                <a:path w="1915795" h="847725">
                  <a:moveTo>
                    <a:pt x="24383" y="842772"/>
                  </a:moveTo>
                  <a:lnTo>
                    <a:pt x="10667" y="842772"/>
                  </a:lnTo>
                  <a:lnTo>
                    <a:pt x="10667" y="838200"/>
                  </a:lnTo>
                  <a:lnTo>
                    <a:pt x="24383" y="838200"/>
                  </a:lnTo>
                  <a:lnTo>
                    <a:pt x="24383" y="842772"/>
                  </a:lnTo>
                  <a:close/>
                </a:path>
                <a:path w="1915795" h="847725">
                  <a:moveTo>
                    <a:pt x="10667" y="777240"/>
                  </a:moveTo>
                  <a:lnTo>
                    <a:pt x="0" y="777240"/>
                  </a:lnTo>
                  <a:lnTo>
                    <a:pt x="0" y="739140"/>
                  </a:lnTo>
                  <a:lnTo>
                    <a:pt x="10667" y="739140"/>
                  </a:lnTo>
                  <a:lnTo>
                    <a:pt x="10667" y="777240"/>
                  </a:lnTo>
                  <a:close/>
                </a:path>
                <a:path w="1915795" h="847725">
                  <a:moveTo>
                    <a:pt x="10667" y="710184"/>
                  </a:moveTo>
                  <a:lnTo>
                    <a:pt x="0" y="710184"/>
                  </a:lnTo>
                  <a:lnTo>
                    <a:pt x="0" y="672084"/>
                  </a:lnTo>
                  <a:lnTo>
                    <a:pt x="10667" y="672084"/>
                  </a:lnTo>
                  <a:lnTo>
                    <a:pt x="10667" y="710184"/>
                  </a:lnTo>
                  <a:close/>
                </a:path>
                <a:path w="1915795" h="847725">
                  <a:moveTo>
                    <a:pt x="10667" y="643128"/>
                  </a:moveTo>
                  <a:lnTo>
                    <a:pt x="0" y="643128"/>
                  </a:lnTo>
                  <a:lnTo>
                    <a:pt x="0" y="605028"/>
                  </a:lnTo>
                  <a:lnTo>
                    <a:pt x="10667" y="605028"/>
                  </a:lnTo>
                  <a:lnTo>
                    <a:pt x="10667" y="643128"/>
                  </a:lnTo>
                  <a:close/>
                </a:path>
                <a:path w="1915795" h="847725">
                  <a:moveTo>
                    <a:pt x="10667" y="576072"/>
                  </a:moveTo>
                  <a:lnTo>
                    <a:pt x="0" y="576072"/>
                  </a:lnTo>
                  <a:lnTo>
                    <a:pt x="0" y="537972"/>
                  </a:lnTo>
                  <a:lnTo>
                    <a:pt x="10667" y="537972"/>
                  </a:lnTo>
                  <a:lnTo>
                    <a:pt x="10667" y="576072"/>
                  </a:lnTo>
                  <a:close/>
                </a:path>
                <a:path w="1915795" h="847725">
                  <a:moveTo>
                    <a:pt x="10667" y="510540"/>
                  </a:moveTo>
                  <a:lnTo>
                    <a:pt x="0" y="510540"/>
                  </a:lnTo>
                  <a:lnTo>
                    <a:pt x="0" y="472440"/>
                  </a:lnTo>
                  <a:lnTo>
                    <a:pt x="10667" y="472440"/>
                  </a:lnTo>
                  <a:lnTo>
                    <a:pt x="10667" y="510540"/>
                  </a:lnTo>
                  <a:close/>
                </a:path>
                <a:path w="1915795" h="847725">
                  <a:moveTo>
                    <a:pt x="10667" y="443484"/>
                  </a:moveTo>
                  <a:lnTo>
                    <a:pt x="0" y="443484"/>
                  </a:lnTo>
                  <a:lnTo>
                    <a:pt x="0" y="405384"/>
                  </a:lnTo>
                  <a:lnTo>
                    <a:pt x="10667" y="405384"/>
                  </a:lnTo>
                  <a:lnTo>
                    <a:pt x="10667" y="443484"/>
                  </a:lnTo>
                  <a:close/>
                </a:path>
                <a:path w="1915795" h="847725">
                  <a:moveTo>
                    <a:pt x="10667" y="376428"/>
                  </a:moveTo>
                  <a:lnTo>
                    <a:pt x="0" y="376428"/>
                  </a:lnTo>
                  <a:lnTo>
                    <a:pt x="0" y="338328"/>
                  </a:lnTo>
                  <a:lnTo>
                    <a:pt x="10667" y="338328"/>
                  </a:lnTo>
                  <a:lnTo>
                    <a:pt x="10667" y="376428"/>
                  </a:lnTo>
                  <a:close/>
                </a:path>
                <a:path w="1915795" h="847725">
                  <a:moveTo>
                    <a:pt x="10667" y="309372"/>
                  </a:moveTo>
                  <a:lnTo>
                    <a:pt x="0" y="309372"/>
                  </a:lnTo>
                  <a:lnTo>
                    <a:pt x="0" y="271272"/>
                  </a:lnTo>
                  <a:lnTo>
                    <a:pt x="10667" y="271272"/>
                  </a:lnTo>
                  <a:lnTo>
                    <a:pt x="10667" y="309372"/>
                  </a:lnTo>
                  <a:close/>
                </a:path>
                <a:path w="1915795" h="847725">
                  <a:moveTo>
                    <a:pt x="10667" y="243840"/>
                  </a:moveTo>
                  <a:lnTo>
                    <a:pt x="0" y="243840"/>
                  </a:lnTo>
                  <a:lnTo>
                    <a:pt x="0" y="205740"/>
                  </a:lnTo>
                  <a:lnTo>
                    <a:pt x="10667" y="205740"/>
                  </a:lnTo>
                  <a:lnTo>
                    <a:pt x="10667" y="243840"/>
                  </a:lnTo>
                  <a:close/>
                </a:path>
                <a:path w="1915795" h="847725">
                  <a:moveTo>
                    <a:pt x="10667" y="176784"/>
                  </a:moveTo>
                  <a:lnTo>
                    <a:pt x="0" y="176784"/>
                  </a:lnTo>
                  <a:lnTo>
                    <a:pt x="0" y="138684"/>
                  </a:lnTo>
                  <a:lnTo>
                    <a:pt x="10667" y="138684"/>
                  </a:lnTo>
                  <a:lnTo>
                    <a:pt x="10667" y="176784"/>
                  </a:lnTo>
                  <a:close/>
                </a:path>
                <a:path w="1915795" h="847725">
                  <a:moveTo>
                    <a:pt x="10667" y="109728"/>
                  </a:moveTo>
                  <a:lnTo>
                    <a:pt x="0" y="109728"/>
                  </a:lnTo>
                  <a:lnTo>
                    <a:pt x="0" y="71628"/>
                  </a:lnTo>
                  <a:lnTo>
                    <a:pt x="10667" y="71628"/>
                  </a:lnTo>
                  <a:lnTo>
                    <a:pt x="10667" y="109728"/>
                  </a:lnTo>
                  <a:close/>
                </a:path>
                <a:path w="1915795" h="847725">
                  <a:moveTo>
                    <a:pt x="10667" y="42672"/>
                  </a:moveTo>
                  <a:lnTo>
                    <a:pt x="0" y="42672"/>
                  </a:lnTo>
                  <a:lnTo>
                    <a:pt x="0" y="4572"/>
                  </a:lnTo>
                  <a:lnTo>
                    <a:pt x="10667" y="4572"/>
                  </a:lnTo>
                  <a:lnTo>
                    <a:pt x="10667" y="42672"/>
                  </a:lnTo>
                  <a:close/>
                </a:path>
                <a:path w="1915795" h="847725">
                  <a:moveTo>
                    <a:pt x="71627" y="9144"/>
                  </a:moveTo>
                  <a:lnTo>
                    <a:pt x="33527" y="9144"/>
                  </a:lnTo>
                  <a:lnTo>
                    <a:pt x="33527" y="0"/>
                  </a:lnTo>
                  <a:lnTo>
                    <a:pt x="71627" y="0"/>
                  </a:lnTo>
                  <a:lnTo>
                    <a:pt x="71627" y="9144"/>
                  </a:lnTo>
                  <a:close/>
                </a:path>
                <a:path w="1915795" h="847725">
                  <a:moveTo>
                    <a:pt x="138683" y="9144"/>
                  </a:moveTo>
                  <a:lnTo>
                    <a:pt x="100583" y="9144"/>
                  </a:lnTo>
                  <a:lnTo>
                    <a:pt x="100583" y="0"/>
                  </a:lnTo>
                  <a:lnTo>
                    <a:pt x="138683" y="0"/>
                  </a:lnTo>
                  <a:lnTo>
                    <a:pt x="138683" y="9144"/>
                  </a:lnTo>
                  <a:close/>
                </a:path>
                <a:path w="1915795" h="847725">
                  <a:moveTo>
                    <a:pt x="205739" y="9144"/>
                  </a:moveTo>
                  <a:lnTo>
                    <a:pt x="167639" y="9144"/>
                  </a:lnTo>
                  <a:lnTo>
                    <a:pt x="167639" y="0"/>
                  </a:lnTo>
                  <a:lnTo>
                    <a:pt x="205739" y="0"/>
                  </a:lnTo>
                  <a:lnTo>
                    <a:pt x="205739" y="9144"/>
                  </a:lnTo>
                  <a:close/>
                </a:path>
                <a:path w="1915795" h="847725">
                  <a:moveTo>
                    <a:pt x="271271" y="9144"/>
                  </a:moveTo>
                  <a:lnTo>
                    <a:pt x="233171" y="9144"/>
                  </a:lnTo>
                  <a:lnTo>
                    <a:pt x="233171" y="0"/>
                  </a:lnTo>
                  <a:lnTo>
                    <a:pt x="271271" y="0"/>
                  </a:lnTo>
                  <a:lnTo>
                    <a:pt x="271271" y="9144"/>
                  </a:lnTo>
                  <a:close/>
                </a:path>
                <a:path w="1915795" h="847725">
                  <a:moveTo>
                    <a:pt x="338327" y="9144"/>
                  </a:moveTo>
                  <a:lnTo>
                    <a:pt x="300227" y="9144"/>
                  </a:lnTo>
                  <a:lnTo>
                    <a:pt x="300227" y="0"/>
                  </a:lnTo>
                  <a:lnTo>
                    <a:pt x="338327" y="0"/>
                  </a:lnTo>
                  <a:lnTo>
                    <a:pt x="338327" y="9144"/>
                  </a:lnTo>
                  <a:close/>
                </a:path>
                <a:path w="1915795" h="847725">
                  <a:moveTo>
                    <a:pt x="405383" y="9144"/>
                  </a:moveTo>
                  <a:lnTo>
                    <a:pt x="367283" y="9144"/>
                  </a:lnTo>
                  <a:lnTo>
                    <a:pt x="367283" y="0"/>
                  </a:lnTo>
                  <a:lnTo>
                    <a:pt x="405383" y="0"/>
                  </a:lnTo>
                  <a:lnTo>
                    <a:pt x="405383" y="9144"/>
                  </a:lnTo>
                  <a:close/>
                </a:path>
                <a:path w="1915795" h="847725">
                  <a:moveTo>
                    <a:pt x="472439" y="9144"/>
                  </a:moveTo>
                  <a:lnTo>
                    <a:pt x="434339" y="9144"/>
                  </a:lnTo>
                  <a:lnTo>
                    <a:pt x="434339" y="0"/>
                  </a:lnTo>
                  <a:lnTo>
                    <a:pt x="472439" y="0"/>
                  </a:lnTo>
                  <a:lnTo>
                    <a:pt x="472439" y="9144"/>
                  </a:lnTo>
                  <a:close/>
                </a:path>
                <a:path w="1915795" h="847725">
                  <a:moveTo>
                    <a:pt x="537971" y="9144"/>
                  </a:moveTo>
                  <a:lnTo>
                    <a:pt x="499871" y="9144"/>
                  </a:lnTo>
                  <a:lnTo>
                    <a:pt x="499871" y="0"/>
                  </a:lnTo>
                  <a:lnTo>
                    <a:pt x="537971" y="0"/>
                  </a:lnTo>
                  <a:lnTo>
                    <a:pt x="537971" y="9144"/>
                  </a:lnTo>
                  <a:close/>
                </a:path>
                <a:path w="1915795" h="847725">
                  <a:moveTo>
                    <a:pt x="605027" y="9144"/>
                  </a:moveTo>
                  <a:lnTo>
                    <a:pt x="566927" y="9144"/>
                  </a:lnTo>
                  <a:lnTo>
                    <a:pt x="566927" y="0"/>
                  </a:lnTo>
                  <a:lnTo>
                    <a:pt x="605027" y="0"/>
                  </a:lnTo>
                  <a:lnTo>
                    <a:pt x="605027" y="9144"/>
                  </a:lnTo>
                  <a:close/>
                </a:path>
                <a:path w="1915795" h="847725">
                  <a:moveTo>
                    <a:pt x="672083" y="9144"/>
                  </a:moveTo>
                  <a:lnTo>
                    <a:pt x="633983" y="9144"/>
                  </a:lnTo>
                  <a:lnTo>
                    <a:pt x="633983" y="0"/>
                  </a:lnTo>
                  <a:lnTo>
                    <a:pt x="672083" y="0"/>
                  </a:lnTo>
                  <a:lnTo>
                    <a:pt x="672083" y="9144"/>
                  </a:lnTo>
                  <a:close/>
                </a:path>
                <a:path w="1915795" h="847725">
                  <a:moveTo>
                    <a:pt x="739139" y="9144"/>
                  </a:moveTo>
                  <a:lnTo>
                    <a:pt x="701039" y="9144"/>
                  </a:lnTo>
                  <a:lnTo>
                    <a:pt x="701039" y="0"/>
                  </a:lnTo>
                  <a:lnTo>
                    <a:pt x="739139" y="0"/>
                  </a:lnTo>
                  <a:lnTo>
                    <a:pt x="739139" y="9144"/>
                  </a:lnTo>
                  <a:close/>
                </a:path>
                <a:path w="1915795" h="847725">
                  <a:moveTo>
                    <a:pt x="804671" y="9144"/>
                  </a:moveTo>
                  <a:lnTo>
                    <a:pt x="766571" y="9144"/>
                  </a:lnTo>
                  <a:lnTo>
                    <a:pt x="766571" y="0"/>
                  </a:lnTo>
                  <a:lnTo>
                    <a:pt x="804671" y="0"/>
                  </a:lnTo>
                  <a:lnTo>
                    <a:pt x="804671" y="9144"/>
                  </a:lnTo>
                  <a:close/>
                </a:path>
                <a:path w="1915795" h="847725">
                  <a:moveTo>
                    <a:pt x="871728" y="9144"/>
                  </a:moveTo>
                  <a:lnTo>
                    <a:pt x="833628" y="9144"/>
                  </a:lnTo>
                  <a:lnTo>
                    <a:pt x="833628" y="0"/>
                  </a:lnTo>
                  <a:lnTo>
                    <a:pt x="871728" y="0"/>
                  </a:lnTo>
                  <a:lnTo>
                    <a:pt x="871728" y="9144"/>
                  </a:lnTo>
                  <a:close/>
                </a:path>
                <a:path w="1915795" h="847725">
                  <a:moveTo>
                    <a:pt x="938783" y="9144"/>
                  </a:moveTo>
                  <a:lnTo>
                    <a:pt x="900683" y="9144"/>
                  </a:lnTo>
                  <a:lnTo>
                    <a:pt x="900683" y="0"/>
                  </a:lnTo>
                  <a:lnTo>
                    <a:pt x="938783" y="0"/>
                  </a:lnTo>
                  <a:lnTo>
                    <a:pt x="938783" y="9144"/>
                  </a:lnTo>
                  <a:close/>
                </a:path>
                <a:path w="1915795" h="847725">
                  <a:moveTo>
                    <a:pt x="1005839" y="9144"/>
                  </a:moveTo>
                  <a:lnTo>
                    <a:pt x="967739" y="9144"/>
                  </a:lnTo>
                  <a:lnTo>
                    <a:pt x="967739" y="0"/>
                  </a:lnTo>
                  <a:lnTo>
                    <a:pt x="1005839" y="0"/>
                  </a:lnTo>
                  <a:lnTo>
                    <a:pt x="1005839" y="9144"/>
                  </a:lnTo>
                  <a:close/>
                </a:path>
                <a:path w="1915795" h="847725">
                  <a:moveTo>
                    <a:pt x="1071371" y="9144"/>
                  </a:moveTo>
                  <a:lnTo>
                    <a:pt x="1033271" y="9144"/>
                  </a:lnTo>
                  <a:lnTo>
                    <a:pt x="1033271" y="0"/>
                  </a:lnTo>
                  <a:lnTo>
                    <a:pt x="1071371" y="0"/>
                  </a:lnTo>
                  <a:lnTo>
                    <a:pt x="1071371" y="9144"/>
                  </a:lnTo>
                  <a:close/>
                </a:path>
                <a:path w="1915795" h="847725">
                  <a:moveTo>
                    <a:pt x="1138428" y="9144"/>
                  </a:moveTo>
                  <a:lnTo>
                    <a:pt x="1100328" y="9144"/>
                  </a:lnTo>
                  <a:lnTo>
                    <a:pt x="1100328" y="0"/>
                  </a:lnTo>
                  <a:lnTo>
                    <a:pt x="1138428" y="0"/>
                  </a:lnTo>
                  <a:lnTo>
                    <a:pt x="1138428" y="9144"/>
                  </a:lnTo>
                  <a:close/>
                </a:path>
                <a:path w="1915795" h="847725">
                  <a:moveTo>
                    <a:pt x="1205483" y="9144"/>
                  </a:moveTo>
                  <a:lnTo>
                    <a:pt x="1167383" y="9144"/>
                  </a:lnTo>
                  <a:lnTo>
                    <a:pt x="1167383" y="0"/>
                  </a:lnTo>
                  <a:lnTo>
                    <a:pt x="1205483" y="0"/>
                  </a:lnTo>
                  <a:lnTo>
                    <a:pt x="1205483" y="9144"/>
                  </a:lnTo>
                  <a:close/>
                </a:path>
                <a:path w="1915795" h="847725">
                  <a:moveTo>
                    <a:pt x="1272539" y="9144"/>
                  </a:moveTo>
                  <a:lnTo>
                    <a:pt x="1234439" y="9144"/>
                  </a:lnTo>
                  <a:lnTo>
                    <a:pt x="1234439" y="0"/>
                  </a:lnTo>
                  <a:lnTo>
                    <a:pt x="1272539" y="0"/>
                  </a:lnTo>
                  <a:lnTo>
                    <a:pt x="1272539" y="9144"/>
                  </a:lnTo>
                  <a:close/>
                </a:path>
                <a:path w="1915795" h="847725">
                  <a:moveTo>
                    <a:pt x="1338072" y="9144"/>
                  </a:moveTo>
                  <a:lnTo>
                    <a:pt x="1299972" y="9144"/>
                  </a:lnTo>
                  <a:lnTo>
                    <a:pt x="1299972" y="0"/>
                  </a:lnTo>
                  <a:lnTo>
                    <a:pt x="1338072" y="0"/>
                  </a:lnTo>
                  <a:lnTo>
                    <a:pt x="1338072" y="9144"/>
                  </a:lnTo>
                  <a:close/>
                </a:path>
                <a:path w="1915795" h="847725">
                  <a:moveTo>
                    <a:pt x="1405128" y="9144"/>
                  </a:moveTo>
                  <a:lnTo>
                    <a:pt x="1367028" y="9144"/>
                  </a:lnTo>
                  <a:lnTo>
                    <a:pt x="1367028" y="0"/>
                  </a:lnTo>
                  <a:lnTo>
                    <a:pt x="1405128" y="0"/>
                  </a:lnTo>
                  <a:lnTo>
                    <a:pt x="1405128" y="9144"/>
                  </a:lnTo>
                  <a:close/>
                </a:path>
                <a:path w="1915795" h="847725">
                  <a:moveTo>
                    <a:pt x="1472183" y="9144"/>
                  </a:moveTo>
                  <a:lnTo>
                    <a:pt x="1434083" y="9144"/>
                  </a:lnTo>
                  <a:lnTo>
                    <a:pt x="1434083" y="0"/>
                  </a:lnTo>
                  <a:lnTo>
                    <a:pt x="1472183" y="0"/>
                  </a:lnTo>
                  <a:lnTo>
                    <a:pt x="1472183" y="9144"/>
                  </a:lnTo>
                  <a:close/>
                </a:path>
                <a:path w="1915795" h="847725">
                  <a:moveTo>
                    <a:pt x="1539239" y="9144"/>
                  </a:moveTo>
                  <a:lnTo>
                    <a:pt x="1501139" y="9144"/>
                  </a:lnTo>
                  <a:lnTo>
                    <a:pt x="1501139" y="0"/>
                  </a:lnTo>
                  <a:lnTo>
                    <a:pt x="1539239" y="0"/>
                  </a:lnTo>
                  <a:lnTo>
                    <a:pt x="1539239" y="9144"/>
                  </a:lnTo>
                  <a:close/>
                </a:path>
                <a:path w="1915795" h="847725">
                  <a:moveTo>
                    <a:pt x="1604772" y="9144"/>
                  </a:moveTo>
                  <a:lnTo>
                    <a:pt x="1566672" y="9144"/>
                  </a:lnTo>
                  <a:lnTo>
                    <a:pt x="1566672" y="0"/>
                  </a:lnTo>
                  <a:lnTo>
                    <a:pt x="1604772" y="0"/>
                  </a:lnTo>
                  <a:lnTo>
                    <a:pt x="1604772" y="9144"/>
                  </a:lnTo>
                  <a:close/>
                </a:path>
                <a:path w="1915795" h="847725">
                  <a:moveTo>
                    <a:pt x="1671828" y="9144"/>
                  </a:moveTo>
                  <a:lnTo>
                    <a:pt x="1633728" y="9144"/>
                  </a:lnTo>
                  <a:lnTo>
                    <a:pt x="1633728" y="0"/>
                  </a:lnTo>
                  <a:lnTo>
                    <a:pt x="1671828" y="0"/>
                  </a:lnTo>
                  <a:lnTo>
                    <a:pt x="1671828" y="9144"/>
                  </a:lnTo>
                  <a:close/>
                </a:path>
                <a:path w="1915795" h="847725">
                  <a:moveTo>
                    <a:pt x="1738883" y="9144"/>
                  </a:moveTo>
                  <a:lnTo>
                    <a:pt x="1700783" y="9144"/>
                  </a:lnTo>
                  <a:lnTo>
                    <a:pt x="1700783" y="0"/>
                  </a:lnTo>
                  <a:lnTo>
                    <a:pt x="1738883" y="0"/>
                  </a:lnTo>
                  <a:lnTo>
                    <a:pt x="1738883" y="9144"/>
                  </a:lnTo>
                  <a:close/>
                </a:path>
                <a:path w="1915795" h="847725">
                  <a:moveTo>
                    <a:pt x="1805939" y="9144"/>
                  </a:moveTo>
                  <a:lnTo>
                    <a:pt x="1767839" y="9144"/>
                  </a:lnTo>
                  <a:lnTo>
                    <a:pt x="1767839" y="0"/>
                  </a:lnTo>
                  <a:lnTo>
                    <a:pt x="1805939" y="0"/>
                  </a:lnTo>
                  <a:lnTo>
                    <a:pt x="1805939" y="9144"/>
                  </a:lnTo>
                  <a:close/>
                </a:path>
                <a:path w="1915795" h="847725">
                  <a:moveTo>
                    <a:pt x="1871472" y="9144"/>
                  </a:moveTo>
                  <a:lnTo>
                    <a:pt x="1833372" y="9144"/>
                  </a:lnTo>
                  <a:lnTo>
                    <a:pt x="1833372" y="0"/>
                  </a:lnTo>
                  <a:lnTo>
                    <a:pt x="1871472" y="0"/>
                  </a:lnTo>
                  <a:lnTo>
                    <a:pt x="1871472" y="9144"/>
                  </a:lnTo>
                  <a:close/>
                </a:path>
                <a:path w="1915795" h="847725">
                  <a:moveTo>
                    <a:pt x="1904999" y="9144"/>
                  </a:moveTo>
                  <a:lnTo>
                    <a:pt x="1900428" y="9144"/>
                  </a:lnTo>
                  <a:lnTo>
                    <a:pt x="1900428" y="0"/>
                  </a:lnTo>
                  <a:lnTo>
                    <a:pt x="1915668" y="0"/>
                  </a:lnTo>
                  <a:lnTo>
                    <a:pt x="1915668" y="4572"/>
                  </a:lnTo>
                  <a:lnTo>
                    <a:pt x="1904999" y="4572"/>
                  </a:lnTo>
                  <a:lnTo>
                    <a:pt x="1904999" y="9144"/>
                  </a:lnTo>
                  <a:close/>
                </a:path>
                <a:path w="1915795" h="847725">
                  <a:moveTo>
                    <a:pt x="1915668" y="33528"/>
                  </a:moveTo>
                  <a:lnTo>
                    <a:pt x="1904999" y="33528"/>
                  </a:lnTo>
                  <a:lnTo>
                    <a:pt x="1904999" y="4572"/>
                  </a:lnTo>
                  <a:lnTo>
                    <a:pt x="1909572" y="9144"/>
                  </a:lnTo>
                  <a:lnTo>
                    <a:pt x="1915668" y="9144"/>
                  </a:lnTo>
                  <a:lnTo>
                    <a:pt x="1915668" y="33528"/>
                  </a:lnTo>
                  <a:close/>
                </a:path>
                <a:path w="1915795" h="847725">
                  <a:moveTo>
                    <a:pt x="1915668" y="9144"/>
                  </a:moveTo>
                  <a:lnTo>
                    <a:pt x="1909572" y="9144"/>
                  </a:lnTo>
                  <a:lnTo>
                    <a:pt x="1904999" y="4572"/>
                  </a:lnTo>
                  <a:lnTo>
                    <a:pt x="1915668" y="4572"/>
                  </a:lnTo>
                  <a:lnTo>
                    <a:pt x="1915668" y="9144"/>
                  </a:lnTo>
                  <a:close/>
                </a:path>
                <a:path w="1915795" h="847725">
                  <a:moveTo>
                    <a:pt x="1915668" y="100584"/>
                  </a:moveTo>
                  <a:lnTo>
                    <a:pt x="1904999" y="100584"/>
                  </a:lnTo>
                  <a:lnTo>
                    <a:pt x="1904999" y="62484"/>
                  </a:lnTo>
                  <a:lnTo>
                    <a:pt x="1915668" y="62484"/>
                  </a:lnTo>
                  <a:lnTo>
                    <a:pt x="1915668" y="100584"/>
                  </a:lnTo>
                  <a:close/>
                </a:path>
                <a:path w="1915795" h="847725">
                  <a:moveTo>
                    <a:pt x="1915668" y="167640"/>
                  </a:moveTo>
                  <a:lnTo>
                    <a:pt x="1904999" y="167640"/>
                  </a:lnTo>
                  <a:lnTo>
                    <a:pt x="1904999" y="129540"/>
                  </a:lnTo>
                  <a:lnTo>
                    <a:pt x="1915668" y="129540"/>
                  </a:lnTo>
                  <a:lnTo>
                    <a:pt x="1915668" y="167640"/>
                  </a:lnTo>
                  <a:close/>
                </a:path>
                <a:path w="1915795" h="847725">
                  <a:moveTo>
                    <a:pt x="1915668" y="233172"/>
                  </a:moveTo>
                  <a:lnTo>
                    <a:pt x="1904999" y="233172"/>
                  </a:lnTo>
                  <a:lnTo>
                    <a:pt x="1904999" y="195072"/>
                  </a:lnTo>
                  <a:lnTo>
                    <a:pt x="1915668" y="195072"/>
                  </a:lnTo>
                  <a:lnTo>
                    <a:pt x="1915668" y="233172"/>
                  </a:lnTo>
                  <a:close/>
                </a:path>
                <a:path w="1915795" h="847725">
                  <a:moveTo>
                    <a:pt x="1915668" y="300228"/>
                  </a:moveTo>
                  <a:lnTo>
                    <a:pt x="1904999" y="300228"/>
                  </a:lnTo>
                  <a:lnTo>
                    <a:pt x="1904999" y="262128"/>
                  </a:lnTo>
                  <a:lnTo>
                    <a:pt x="1915668" y="262128"/>
                  </a:lnTo>
                  <a:lnTo>
                    <a:pt x="1915668" y="300228"/>
                  </a:lnTo>
                  <a:close/>
                </a:path>
                <a:path w="1915795" h="847725">
                  <a:moveTo>
                    <a:pt x="1915668" y="367284"/>
                  </a:moveTo>
                  <a:lnTo>
                    <a:pt x="1904999" y="367284"/>
                  </a:lnTo>
                  <a:lnTo>
                    <a:pt x="1904999" y="329184"/>
                  </a:lnTo>
                  <a:lnTo>
                    <a:pt x="1915668" y="329184"/>
                  </a:lnTo>
                  <a:lnTo>
                    <a:pt x="1915668" y="367284"/>
                  </a:lnTo>
                  <a:close/>
                </a:path>
                <a:path w="1915795" h="847725">
                  <a:moveTo>
                    <a:pt x="1915668" y="434340"/>
                  </a:moveTo>
                  <a:lnTo>
                    <a:pt x="1904999" y="434340"/>
                  </a:lnTo>
                  <a:lnTo>
                    <a:pt x="1904999" y="396240"/>
                  </a:lnTo>
                  <a:lnTo>
                    <a:pt x="1915668" y="396240"/>
                  </a:lnTo>
                  <a:lnTo>
                    <a:pt x="1915668" y="434340"/>
                  </a:lnTo>
                  <a:close/>
                </a:path>
                <a:path w="1915795" h="847725">
                  <a:moveTo>
                    <a:pt x="1915668" y="499872"/>
                  </a:moveTo>
                  <a:lnTo>
                    <a:pt x="1904999" y="499872"/>
                  </a:lnTo>
                  <a:lnTo>
                    <a:pt x="1904999" y="461772"/>
                  </a:lnTo>
                  <a:lnTo>
                    <a:pt x="1915668" y="461772"/>
                  </a:lnTo>
                  <a:lnTo>
                    <a:pt x="1915668" y="499872"/>
                  </a:lnTo>
                  <a:close/>
                </a:path>
                <a:path w="1915795" h="847725">
                  <a:moveTo>
                    <a:pt x="1915668" y="566928"/>
                  </a:moveTo>
                  <a:lnTo>
                    <a:pt x="1904999" y="566928"/>
                  </a:lnTo>
                  <a:lnTo>
                    <a:pt x="1904999" y="528828"/>
                  </a:lnTo>
                  <a:lnTo>
                    <a:pt x="1915668" y="528828"/>
                  </a:lnTo>
                  <a:lnTo>
                    <a:pt x="1915668" y="566928"/>
                  </a:lnTo>
                  <a:close/>
                </a:path>
                <a:path w="1915795" h="847725">
                  <a:moveTo>
                    <a:pt x="1915668" y="633984"/>
                  </a:moveTo>
                  <a:lnTo>
                    <a:pt x="1904999" y="633984"/>
                  </a:lnTo>
                  <a:lnTo>
                    <a:pt x="1904999" y="595884"/>
                  </a:lnTo>
                  <a:lnTo>
                    <a:pt x="1915668" y="595884"/>
                  </a:lnTo>
                  <a:lnTo>
                    <a:pt x="1915668" y="633984"/>
                  </a:lnTo>
                  <a:close/>
                </a:path>
                <a:path w="1915795" h="847725">
                  <a:moveTo>
                    <a:pt x="1915668" y="701040"/>
                  </a:moveTo>
                  <a:lnTo>
                    <a:pt x="1904999" y="701040"/>
                  </a:lnTo>
                  <a:lnTo>
                    <a:pt x="1904999" y="662940"/>
                  </a:lnTo>
                  <a:lnTo>
                    <a:pt x="1915668" y="662940"/>
                  </a:lnTo>
                  <a:lnTo>
                    <a:pt x="1915668" y="701040"/>
                  </a:lnTo>
                  <a:close/>
                </a:path>
                <a:path w="1915795" h="847725">
                  <a:moveTo>
                    <a:pt x="1915668" y="766572"/>
                  </a:moveTo>
                  <a:lnTo>
                    <a:pt x="1904999" y="766572"/>
                  </a:lnTo>
                  <a:lnTo>
                    <a:pt x="1904999" y="728472"/>
                  </a:lnTo>
                  <a:lnTo>
                    <a:pt x="1915668" y="728472"/>
                  </a:lnTo>
                  <a:lnTo>
                    <a:pt x="1915668" y="766572"/>
                  </a:lnTo>
                  <a:close/>
                </a:path>
                <a:path w="1915795" h="847725">
                  <a:moveTo>
                    <a:pt x="1915668" y="833628"/>
                  </a:moveTo>
                  <a:lnTo>
                    <a:pt x="1904999" y="833628"/>
                  </a:lnTo>
                  <a:lnTo>
                    <a:pt x="1904999" y="795528"/>
                  </a:lnTo>
                  <a:lnTo>
                    <a:pt x="1915668" y="795528"/>
                  </a:lnTo>
                  <a:lnTo>
                    <a:pt x="1915668" y="833628"/>
                  </a:lnTo>
                  <a:close/>
                </a:path>
                <a:path w="1915795" h="847725">
                  <a:moveTo>
                    <a:pt x="1891283" y="847344"/>
                  </a:moveTo>
                  <a:lnTo>
                    <a:pt x="1853183" y="847344"/>
                  </a:lnTo>
                  <a:lnTo>
                    <a:pt x="1853183" y="838200"/>
                  </a:lnTo>
                  <a:lnTo>
                    <a:pt x="1891283" y="838200"/>
                  </a:lnTo>
                  <a:lnTo>
                    <a:pt x="1891283" y="847344"/>
                  </a:lnTo>
                  <a:close/>
                </a:path>
                <a:path w="1915795" h="847725">
                  <a:moveTo>
                    <a:pt x="1824228" y="847344"/>
                  </a:moveTo>
                  <a:lnTo>
                    <a:pt x="1786128" y="847344"/>
                  </a:lnTo>
                  <a:lnTo>
                    <a:pt x="1786128" y="838200"/>
                  </a:lnTo>
                  <a:lnTo>
                    <a:pt x="1824228" y="838200"/>
                  </a:lnTo>
                  <a:lnTo>
                    <a:pt x="1824228" y="847344"/>
                  </a:lnTo>
                  <a:close/>
                </a:path>
                <a:path w="1915795" h="847725">
                  <a:moveTo>
                    <a:pt x="1757172" y="847344"/>
                  </a:moveTo>
                  <a:lnTo>
                    <a:pt x="1719072" y="847344"/>
                  </a:lnTo>
                  <a:lnTo>
                    <a:pt x="1719072" y="838200"/>
                  </a:lnTo>
                  <a:lnTo>
                    <a:pt x="1757172" y="838200"/>
                  </a:lnTo>
                  <a:lnTo>
                    <a:pt x="1757172" y="847344"/>
                  </a:lnTo>
                  <a:close/>
                </a:path>
                <a:path w="1915795" h="847725">
                  <a:moveTo>
                    <a:pt x="1691639" y="847344"/>
                  </a:moveTo>
                  <a:lnTo>
                    <a:pt x="1653539" y="847344"/>
                  </a:lnTo>
                  <a:lnTo>
                    <a:pt x="1653539" y="838200"/>
                  </a:lnTo>
                  <a:lnTo>
                    <a:pt x="1691639" y="838200"/>
                  </a:lnTo>
                  <a:lnTo>
                    <a:pt x="1691639" y="847344"/>
                  </a:lnTo>
                  <a:close/>
                </a:path>
                <a:path w="1915795" h="847725">
                  <a:moveTo>
                    <a:pt x="1624583" y="847344"/>
                  </a:moveTo>
                  <a:lnTo>
                    <a:pt x="1586483" y="847344"/>
                  </a:lnTo>
                  <a:lnTo>
                    <a:pt x="1586483" y="838200"/>
                  </a:lnTo>
                  <a:lnTo>
                    <a:pt x="1624583" y="838200"/>
                  </a:lnTo>
                  <a:lnTo>
                    <a:pt x="1624583" y="847344"/>
                  </a:lnTo>
                  <a:close/>
                </a:path>
                <a:path w="1915795" h="847725">
                  <a:moveTo>
                    <a:pt x="1557528" y="847344"/>
                  </a:moveTo>
                  <a:lnTo>
                    <a:pt x="1519428" y="847344"/>
                  </a:lnTo>
                  <a:lnTo>
                    <a:pt x="1519428" y="838200"/>
                  </a:lnTo>
                  <a:lnTo>
                    <a:pt x="1557528" y="838200"/>
                  </a:lnTo>
                  <a:lnTo>
                    <a:pt x="1557528" y="847344"/>
                  </a:lnTo>
                  <a:close/>
                </a:path>
                <a:path w="1915795" h="847725">
                  <a:moveTo>
                    <a:pt x="1490472" y="847344"/>
                  </a:moveTo>
                  <a:lnTo>
                    <a:pt x="1452372" y="847344"/>
                  </a:lnTo>
                  <a:lnTo>
                    <a:pt x="1452372" y="838200"/>
                  </a:lnTo>
                  <a:lnTo>
                    <a:pt x="1490472" y="838200"/>
                  </a:lnTo>
                  <a:lnTo>
                    <a:pt x="1490472" y="847344"/>
                  </a:lnTo>
                  <a:close/>
                </a:path>
                <a:path w="1915795" h="847725">
                  <a:moveTo>
                    <a:pt x="1424939" y="847344"/>
                  </a:moveTo>
                  <a:lnTo>
                    <a:pt x="1386839" y="847344"/>
                  </a:lnTo>
                  <a:lnTo>
                    <a:pt x="1386839" y="838200"/>
                  </a:lnTo>
                  <a:lnTo>
                    <a:pt x="1424939" y="838200"/>
                  </a:lnTo>
                  <a:lnTo>
                    <a:pt x="1424939" y="847344"/>
                  </a:lnTo>
                  <a:close/>
                </a:path>
                <a:path w="1915795" h="847725">
                  <a:moveTo>
                    <a:pt x="1357883" y="847344"/>
                  </a:moveTo>
                  <a:lnTo>
                    <a:pt x="1319783" y="847344"/>
                  </a:lnTo>
                  <a:lnTo>
                    <a:pt x="1319783" y="838200"/>
                  </a:lnTo>
                  <a:lnTo>
                    <a:pt x="1357883" y="838200"/>
                  </a:lnTo>
                  <a:lnTo>
                    <a:pt x="1357883" y="847344"/>
                  </a:lnTo>
                  <a:close/>
                </a:path>
                <a:path w="1915795" h="847725">
                  <a:moveTo>
                    <a:pt x="1290828" y="847344"/>
                  </a:moveTo>
                  <a:lnTo>
                    <a:pt x="1252728" y="847344"/>
                  </a:lnTo>
                  <a:lnTo>
                    <a:pt x="1252728" y="838200"/>
                  </a:lnTo>
                  <a:lnTo>
                    <a:pt x="1290828" y="838200"/>
                  </a:lnTo>
                  <a:lnTo>
                    <a:pt x="1290828" y="847344"/>
                  </a:lnTo>
                  <a:close/>
                </a:path>
                <a:path w="1915795" h="847725">
                  <a:moveTo>
                    <a:pt x="1223771" y="847344"/>
                  </a:moveTo>
                  <a:lnTo>
                    <a:pt x="1185671" y="847344"/>
                  </a:lnTo>
                  <a:lnTo>
                    <a:pt x="1185671" y="838200"/>
                  </a:lnTo>
                  <a:lnTo>
                    <a:pt x="1223771" y="838200"/>
                  </a:lnTo>
                  <a:lnTo>
                    <a:pt x="1223771" y="847344"/>
                  </a:lnTo>
                  <a:close/>
                </a:path>
                <a:path w="1915795" h="847725">
                  <a:moveTo>
                    <a:pt x="1158239" y="847344"/>
                  </a:moveTo>
                  <a:lnTo>
                    <a:pt x="1120139" y="847344"/>
                  </a:lnTo>
                  <a:lnTo>
                    <a:pt x="1120139" y="838200"/>
                  </a:lnTo>
                  <a:lnTo>
                    <a:pt x="1158239" y="838200"/>
                  </a:lnTo>
                  <a:lnTo>
                    <a:pt x="1158239" y="847344"/>
                  </a:lnTo>
                  <a:close/>
                </a:path>
                <a:path w="1915795" h="847725">
                  <a:moveTo>
                    <a:pt x="1091183" y="847344"/>
                  </a:moveTo>
                  <a:lnTo>
                    <a:pt x="1053083" y="847344"/>
                  </a:lnTo>
                  <a:lnTo>
                    <a:pt x="1053083" y="838200"/>
                  </a:lnTo>
                  <a:lnTo>
                    <a:pt x="1091183" y="838200"/>
                  </a:lnTo>
                  <a:lnTo>
                    <a:pt x="1091183" y="847344"/>
                  </a:lnTo>
                  <a:close/>
                </a:path>
                <a:path w="1915795" h="847725">
                  <a:moveTo>
                    <a:pt x="1024128" y="847344"/>
                  </a:moveTo>
                  <a:lnTo>
                    <a:pt x="986028" y="847344"/>
                  </a:lnTo>
                  <a:lnTo>
                    <a:pt x="986028" y="838200"/>
                  </a:lnTo>
                  <a:lnTo>
                    <a:pt x="1024128" y="838200"/>
                  </a:lnTo>
                  <a:lnTo>
                    <a:pt x="1024128" y="847344"/>
                  </a:lnTo>
                  <a:close/>
                </a:path>
                <a:path w="1915795" h="847725">
                  <a:moveTo>
                    <a:pt x="957071" y="847344"/>
                  </a:moveTo>
                  <a:lnTo>
                    <a:pt x="918971" y="847344"/>
                  </a:lnTo>
                  <a:lnTo>
                    <a:pt x="918971" y="838200"/>
                  </a:lnTo>
                  <a:lnTo>
                    <a:pt x="957071" y="838200"/>
                  </a:lnTo>
                  <a:lnTo>
                    <a:pt x="957071" y="847344"/>
                  </a:lnTo>
                  <a:close/>
                </a:path>
                <a:path w="1915795" h="847725">
                  <a:moveTo>
                    <a:pt x="891539" y="847344"/>
                  </a:moveTo>
                  <a:lnTo>
                    <a:pt x="853439" y="847344"/>
                  </a:lnTo>
                  <a:lnTo>
                    <a:pt x="853439" y="838200"/>
                  </a:lnTo>
                  <a:lnTo>
                    <a:pt x="891539" y="838200"/>
                  </a:lnTo>
                  <a:lnTo>
                    <a:pt x="891539" y="847344"/>
                  </a:lnTo>
                  <a:close/>
                </a:path>
                <a:path w="1915795" h="847725">
                  <a:moveTo>
                    <a:pt x="824483" y="847344"/>
                  </a:moveTo>
                  <a:lnTo>
                    <a:pt x="786383" y="847344"/>
                  </a:lnTo>
                  <a:lnTo>
                    <a:pt x="786383" y="838200"/>
                  </a:lnTo>
                  <a:lnTo>
                    <a:pt x="824483" y="838200"/>
                  </a:lnTo>
                  <a:lnTo>
                    <a:pt x="824483" y="847344"/>
                  </a:lnTo>
                  <a:close/>
                </a:path>
                <a:path w="1915795" h="847725">
                  <a:moveTo>
                    <a:pt x="757428" y="847344"/>
                  </a:moveTo>
                  <a:lnTo>
                    <a:pt x="719328" y="847344"/>
                  </a:lnTo>
                  <a:lnTo>
                    <a:pt x="719328" y="838200"/>
                  </a:lnTo>
                  <a:lnTo>
                    <a:pt x="757428" y="838200"/>
                  </a:lnTo>
                  <a:lnTo>
                    <a:pt x="757428" y="847344"/>
                  </a:lnTo>
                  <a:close/>
                </a:path>
                <a:path w="1915795" h="847725">
                  <a:moveTo>
                    <a:pt x="690371" y="847344"/>
                  </a:moveTo>
                  <a:lnTo>
                    <a:pt x="652271" y="847344"/>
                  </a:lnTo>
                  <a:lnTo>
                    <a:pt x="652271" y="838200"/>
                  </a:lnTo>
                  <a:lnTo>
                    <a:pt x="690371" y="838200"/>
                  </a:lnTo>
                  <a:lnTo>
                    <a:pt x="690371" y="847344"/>
                  </a:lnTo>
                  <a:close/>
                </a:path>
                <a:path w="1915795" h="847725">
                  <a:moveTo>
                    <a:pt x="624839" y="847344"/>
                  </a:moveTo>
                  <a:lnTo>
                    <a:pt x="586739" y="847344"/>
                  </a:lnTo>
                  <a:lnTo>
                    <a:pt x="586739" y="838200"/>
                  </a:lnTo>
                  <a:lnTo>
                    <a:pt x="624839" y="838200"/>
                  </a:lnTo>
                  <a:lnTo>
                    <a:pt x="624839" y="847344"/>
                  </a:lnTo>
                  <a:close/>
                </a:path>
                <a:path w="1915795" h="847725">
                  <a:moveTo>
                    <a:pt x="557783" y="847344"/>
                  </a:moveTo>
                  <a:lnTo>
                    <a:pt x="519683" y="847344"/>
                  </a:lnTo>
                  <a:lnTo>
                    <a:pt x="519683" y="838200"/>
                  </a:lnTo>
                  <a:lnTo>
                    <a:pt x="557783" y="838200"/>
                  </a:lnTo>
                  <a:lnTo>
                    <a:pt x="557783" y="847344"/>
                  </a:lnTo>
                  <a:close/>
                </a:path>
                <a:path w="1915795" h="847725">
                  <a:moveTo>
                    <a:pt x="490727" y="847344"/>
                  </a:moveTo>
                  <a:lnTo>
                    <a:pt x="452627" y="847344"/>
                  </a:lnTo>
                  <a:lnTo>
                    <a:pt x="452627" y="838200"/>
                  </a:lnTo>
                  <a:lnTo>
                    <a:pt x="490727" y="838200"/>
                  </a:lnTo>
                  <a:lnTo>
                    <a:pt x="490727" y="847344"/>
                  </a:lnTo>
                  <a:close/>
                </a:path>
                <a:path w="1915795" h="847725">
                  <a:moveTo>
                    <a:pt x="423671" y="847344"/>
                  </a:moveTo>
                  <a:lnTo>
                    <a:pt x="385571" y="847344"/>
                  </a:lnTo>
                  <a:lnTo>
                    <a:pt x="385571" y="838200"/>
                  </a:lnTo>
                  <a:lnTo>
                    <a:pt x="423671" y="838200"/>
                  </a:lnTo>
                  <a:lnTo>
                    <a:pt x="423671" y="847344"/>
                  </a:lnTo>
                  <a:close/>
                </a:path>
                <a:path w="1915795" h="847725">
                  <a:moveTo>
                    <a:pt x="358139" y="847344"/>
                  </a:moveTo>
                  <a:lnTo>
                    <a:pt x="320039" y="847344"/>
                  </a:lnTo>
                  <a:lnTo>
                    <a:pt x="320039" y="838200"/>
                  </a:lnTo>
                  <a:lnTo>
                    <a:pt x="358139" y="838200"/>
                  </a:lnTo>
                  <a:lnTo>
                    <a:pt x="358139" y="847344"/>
                  </a:lnTo>
                  <a:close/>
                </a:path>
                <a:path w="1915795" h="847725">
                  <a:moveTo>
                    <a:pt x="291083" y="847344"/>
                  </a:moveTo>
                  <a:lnTo>
                    <a:pt x="252983" y="847344"/>
                  </a:lnTo>
                  <a:lnTo>
                    <a:pt x="252983" y="838200"/>
                  </a:lnTo>
                  <a:lnTo>
                    <a:pt x="291083" y="838200"/>
                  </a:lnTo>
                  <a:lnTo>
                    <a:pt x="291083" y="847344"/>
                  </a:lnTo>
                  <a:close/>
                </a:path>
                <a:path w="1915795" h="847725">
                  <a:moveTo>
                    <a:pt x="224027" y="847344"/>
                  </a:moveTo>
                  <a:lnTo>
                    <a:pt x="185927" y="847344"/>
                  </a:lnTo>
                  <a:lnTo>
                    <a:pt x="185927" y="838200"/>
                  </a:lnTo>
                  <a:lnTo>
                    <a:pt x="224027" y="838200"/>
                  </a:lnTo>
                  <a:lnTo>
                    <a:pt x="224027" y="847344"/>
                  </a:lnTo>
                  <a:close/>
                </a:path>
                <a:path w="1915795" h="847725">
                  <a:moveTo>
                    <a:pt x="156971" y="847344"/>
                  </a:moveTo>
                  <a:lnTo>
                    <a:pt x="118871" y="847344"/>
                  </a:lnTo>
                  <a:lnTo>
                    <a:pt x="118871" y="838200"/>
                  </a:lnTo>
                  <a:lnTo>
                    <a:pt x="156971" y="838200"/>
                  </a:lnTo>
                  <a:lnTo>
                    <a:pt x="156971" y="847344"/>
                  </a:lnTo>
                  <a:close/>
                </a:path>
                <a:path w="1915795" h="847725">
                  <a:moveTo>
                    <a:pt x="91439" y="847344"/>
                  </a:moveTo>
                  <a:lnTo>
                    <a:pt x="53339" y="847344"/>
                  </a:lnTo>
                  <a:lnTo>
                    <a:pt x="53339" y="838200"/>
                  </a:lnTo>
                  <a:lnTo>
                    <a:pt x="91439" y="838200"/>
                  </a:lnTo>
                  <a:lnTo>
                    <a:pt x="91439" y="847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71600" y="5059679"/>
            <a:ext cx="1905000" cy="8382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JLabel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59873" y="1165419"/>
            <a:ext cx="566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GUI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36104" y="1165419"/>
            <a:ext cx="2117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Internal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structure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472428" y="1976627"/>
            <a:ext cx="1229995" cy="544195"/>
            <a:chOff x="6472428" y="1976627"/>
            <a:chExt cx="1229995" cy="544195"/>
          </a:xfrm>
        </p:grpSpPr>
        <p:sp>
          <p:nvSpPr>
            <p:cNvPr id="16" name="object 16"/>
            <p:cNvSpPr/>
            <p:nvPr/>
          </p:nvSpPr>
          <p:spPr>
            <a:xfrm>
              <a:off x="6476999" y="1981199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1219200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1219200" y="0"/>
                  </a:lnTo>
                  <a:lnTo>
                    <a:pt x="1219200" y="53340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72428" y="1976627"/>
              <a:ext cx="1229995" cy="544195"/>
            </a:xfrm>
            <a:custGeom>
              <a:avLst/>
              <a:gdLst/>
              <a:ahLst/>
              <a:cxnLst/>
              <a:rect l="l" t="t" r="r" b="b"/>
              <a:pathLst>
                <a:path w="1229995" h="544194">
                  <a:moveTo>
                    <a:pt x="1229867" y="544068"/>
                  </a:moveTo>
                  <a:lnTo>
                    <a:pt x="0" y="544068"/>
                  </a:lnTo>
                  <a:lnTo>
                    <a:pt x="0" y="0"/>
                  </a:lnTo>
                  <a:lnTo>
                    <a:pt x="1229867" y="0"/>
                  </a:lnTo>
                  <a:lnTo>
                    <a:pt x="1229867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533400"/>
                  </a:lnTo>
                  <a:lnTo>
                    <a:pt x="4572" y="533400"/>
                  </a:lnTo>
                  <a:lnTo>
                    <a:pt x="10668" y="537972"/>
                  </a:lnTo>
                  <a:lnTo>
                    <a:pt x="1229867" y="537972"/>
                  </a:lnTo>
                  <a:lnTo>
                    <a:pt x="1229867" y="544068"/>
                  </a:lnTo>
                  <a:close/>
                </a:path>
                <a:path w="1229995" h="544194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1229995" h="544194">
                  <a:moveTo>
                    <a:pt x="1219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1219200" y="4572"/>
                  </a:lnTo>
                  <a:lnTo>
                    <a:pt x="1219200" y="10668"/>
                  </a:lnTo>
                  <a:close/>
                </a:path>
                <a:path w="1229995" h="544194">
                  <a:moveTo>
                    <a:pt x="1219200" y="537972"/>
                  </a:moveTo>
                  <a:lnTo>
                    <a:pt x="1219200" y="4572"/>
                  </a:lnTo>
                  <a:lnTo>
                    <a:pt x="1223771" y="10668"/>
                  </a:lnTo>
                  <a:lnTo>
                    <a:pt x="1229867" y="10668"/>
                  </a:lnTo>
                  <a:lnTo>
                    <a:pt x="1229867" y="533400"/>
                  </a:lnTo>
                  <a:lnTo>
                    <a:pt x="1223771" y="533400"/>
                  </a:lnTo>
                  <a:lnTo>
                    <a:pt x="1219200" y="537972"/>
                  </a:lnTo>
                  <a:close/>
                </a:path>
                <a:path w="1229995" h="544194">
                  <a:moveTo>
                    <a:pt x="1229867" y="10668"/>
                  </a:moveTo>
                  <a:lnTo>
                    <a:pt x="1223771" y="10668"/>
                  </a:lnTo>
                  <a:lnTo>
                    <a:pt x="1219200" y="4572"/>
                  </a:lnTo>
                  <a:lnTo>
                    <a:pt x="1229867" y="4572"/>
                  </a:lnTo>
                  <a:lnTo>
                    <a:pt x="1229867" y="10668"/>
                  </a:lnTo>
                  <a:close/>
                </a:path>
                <a:path w="1229995" h="544194">
                  <a:moveTo>
                    <a:pt x="10668" y="537972"/>
                  </a:moveTo>
                  <a:lnTo>
                    <a:pt x="4572" y="533400"/>
                  </a:lnTo>
                  <a:lnTo>
                    <a:pt x="10668" y="533400"/>
                  </a:lnTo>
                  <a:lnTo>
                    <a:pt x="10668" y="537972"/>
                  </a:lnTo>
                  <a:close/>
                </a:path>
                <a:path w="1229995" h="544194">
                  <a:moveTo>
                    <a:pt x="1219200" y="537972"/>
                  </a:moveTo>
                  <a:lnTo>
                    <a:pt x="10668" y="537972"/>
                  </a:lnTo>
                  <a:lnTo>
                    <a:pt x="10668" y="533400"/>
                  </a:lnTo>
                  <a:lnTo>
                    <a:pt x="1219200" y="533400"/>
                  </a:lnTo>
                  <a:lnTo>
                    <a:pt x="1219200" y="537972"/>
                  </a:lnTo>
                  <a:close/>
                </a:path>
                <a:path w="1229995" h="544194">
                  <a:moveTo>
                    <a:pt x="1229867" y="537972"/>
                  </a:moveTo>
                  <a:lnTo>
                    <a:pt x="1219200" y="537972"/>
                  </a:lnTo>
                  <a:lnTo>
                    <a:pt x="1223771" y="533400"/>
                  </a:lnTo>
                  <a:lnTo>
                    <a:pt x="1229867" y="533400"/>
                  </a:lnTo>
                  <a:lnTo>
                    <a:pt x="1229867" y="537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43176" y="2082756"/>
            <a:ext cx="685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JFrame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472428" y="3348227"/>
            <a:ext cx="1229995" cy="544195"/>
            <a:chOff x="6472428" y="3348227"/>
            <a:chExt cx="1229995" cy="544195"/>
          </a:xfrm>
        </p:grpSpPr>
        <p:sp>
          <p:nvSpPr>
            <p:cNvPr id="20" name="object 20"/>
            <p:cNvSpPr/>
            <p:nvPr/>
          </p:nvSpPr>
          <p:spPr>
            <a:xfrm>
              <a:off x="6476999" y="3352799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1219200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1219200" y="0"/>
                  </a:lnTo>
                  <a:lnTo>
                    <a:pt x="1219200" y="53340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72428" y="3348227"/>
              <a:ext cx="1229995" cy="544195"/>
            </a:xfrm>
            <a:custGeom>
              <a:avLst/>
              <a:gdLst/>
              <a:ahLst/>
              <a:cxnLst/>
              <a:rect l="l" t="t" r="r" b="b"/>
              <a:pathLst>
                <a:path w="1229995" h="544195">
                  <a:moveTo>
                    <a:pt x="1229867" y="544068"/>
                  </a:moveTo>
                  <a:lnTo>
                    <a:pt x="0" y="544068"/>
                  </a:lnTo>
                  <a:lnTo>
                    <a:pt x="0" y="0"/>
                  </a:lnTo>
                  <a:lnTo>
                    <a:pt x="1229867" y="0"/>
                  </a:lnTo>
                  <a:lnTo>
                    <a:pt x="1229867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533400"/>
                  </a:lnTo>
                  <a:lnTo>
                    <a:pt x="4572" y="533400"/>
                  </a:lnTo>
                  <a:lnTo>
                    <a:pt x="10668" y="537972"/>
                  </a:lnTo>
                  <a:lnTo>
                    <a:pt x="1229867" y="537972"/>
                  </a:lnTo>
                  <a:lnTo>
                    <a:pt x="1229867" y="544068"/>
                  </a:lnTo>
                  <a:close/>
                </a:path>
                <a:path w="1229995" h="544195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1229995" h="544195">
                  <a:moveTo>
                    <a:pt x="1219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1219200" y="4572"/>
                  </a:lnTo>
                  <a:lnTo>
                    <a:pt x="1219200" y="10668"/>
                  </a:lnTo>
                  <a:close/>
                </a:path>
                <a:path w="1229995" h="544195">
                  <a:moveTo>
                    <a:pt x="1219200" y="537972"/>
                  </a:moveTo>
                  <a:lnTo>
                    <a:pt x="1219200" y="4572"/>
                  </a:lnTo>
                  <a:lnTo>
                    <a:pt x="1223771" y="10668"/>
                  </a:lnTo>
                  <a:lnTo>
                    <a:pt x="1229867" y="10668"/>
                  </a:lnTo>
                  <a:lnTo>
                    <a:pt x="1229867" y="533400"/>
                  </a:lnTo>
                  <a:lnTo>
                    <a:pt x="1223771" y="533400"/>
                  </a:lnTo>
                  <a:lnTo>
                    <a:pt x="1219200" y="537972"/>
                  </a:lnTo>
                  <a:close/>
                </a:path>
                <a:path w="1229995" h="544195">
                  <a:moveTo>
                    <a:pt x="1229867" y="10668"/>
                  </a:moveTo>
                  <a:lnTo>
                    <a:pt x="1223771" y="10668"/>
                  </a:lnTo>
                  <a:lnTo>
                    <a:pt x="1219200" y="4572"/>
                  </a:lnTo>
                  <a:lnTo>
                    <a:pt x="1229867" y="4572"/>
                  </a:lnTo>
                  <a:lnTo>
                    <a:pt x="1229867" y="10668"/>
                  </a:lnTo>
                  <a:close/>
                </a:path>
                <a:path w="1229995" h="544195">
                  <a:moveTo>
                    <a:pt x="10668" y="537972"/>
                  </a:moveTo>
                  <a:lnTo>
                    <a:pt x="4572" y="533400"/>
                  </a:lnTo>
                  <a:lnTo>
                    <a:pt x="10668" y="533400"/>
                  </a:lnTo>
                  <a:lnTo>
                    <a:pt x="10668" y="537972"/>
                  </a:lnTo>
                  <a:close/>
                </a:path>
                <a:path w="1229995" h="544195">
                  <a:moveTo>
                    <a:pt x="1219200" y="537972"/>
                  </a:moveTo>
                  <a:lnTo>
                    <a:pt x="10668" y="537972"/>
                  </a:lnTo>
                  <a:lnTo>
                    <a:pt x="10668" y="533400"/>
                  </a:lnTo>
                  <a:lnTo>
                    <a:pt x="1219200" y="533400"/>
                  </a:lnTo>
                  <a:lnTo>
                    <a:pt x="1219200" y="537972"/>
                  </a:lnTo>
                  <a:close/>
                </a:path>
                <a:path w="1229995" h="544195">
                  <a:moveTo>
                    <a:pt x="1229867" y="537972"/>
                  </a:moveTo>
                  <a:lnTo>
                    <a:pt x="1219200" y="537972"/>
                  </a:lnTo>
                  <a:lnTo>
                    <a:pt x="1223771" y="533400"/>
                  </a:lnTo>
                  <a:lnTo>
                    <a:pt x="1229867" y="533400"/>
                  </a:lnTo>
                  <a:lnTo>
                    <a:pt x="1229867" y="537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781336" y="3454352"/>
            <a:ext cx="608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JPanel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10428" y="4796028"/>
            <a:ext cx="1229995" cy="544195"/>
            <a:chOff x="5710428" y="4796028"/>
            <a:chExt cx="1229995" cy="544195"/>
          </a:xfrm>
        </p:grpSpPr>
        <p:sp>
          <p:nvSpPr>
            <p:cNvPr id="24" name="object 24"/>
            <p:cNvSpPr/>
            <p:nvPr/>
          </p:nvSpPr>
          <p:spPr>
            <a:xfrm>
              <a:off x="5714999" y="4800599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1219200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1219200" y="0"/>
                  </a:lnTo>
                  <a:lnTo>
                    <a:pt x="1219200" y="53340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10428" y="4796028"/>
              <a:ext cx="1229995" cy="544195"/>
            </a:xfrm>
            <a:custGeom>
              <a:avLst/>
              <a:gdLst/>
              <a:ahLst/>
              <a:cxnLst/>
              <a:rect l="l" t="t" r="r" b="b"/>
              <a:pathLst>
                <a:path w="1229995" h="544195">
                  <a:moveTo>
                    <a:pt x="1229867" y="544068"/>
                  </a:moveTo>
                  <a:lnTo>
                    <a:pt x="0" y="544068"/>
                  </a:lnTo>
                  <a:lnTo>
                    <a:pt x="0" y="0"/>
                  </a:lnTo>
                  <a:lnTo>
                    <a:pt x="1229867" y="0"/>
                  </a:lnTo>
                  <a:lnTo>
                    <a:pt x="1229867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533400"/>
                  </a:lnTo>
                  <a:lnTo>
                    <a:pt x="4572" y="533400"/>
                  </a:lnTo>
                  <a:lnTo>
                    <a:pt x="10668" y="537972"/>
                  </a:lnTo>
                  <a:lnTo>
                    <a:pt x="1229867" y="537972"/>
                  </a:lnTo>
                  <a:lnTo>
                    <a:pt x="1229867" y="544068"/>
                  </a:lnTo>
                  <a:close/>
                </a:path>
                <a:path w="1229995" h="544195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1229995" h="544195">
                  <a:moveTo>
                    <a:pt x="1219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1219200" y="4572"/>
                  </a:lnTo>
                  <a:lnTo>
                    <a:pt x="1219200" y="10668"/>
                  </a:lnTo>
                  <a:close/>
                </a:path>
                <a:path w="1229995" h="544195">
                  <a:moveTo>
                    <a:pt x="1219200" y="537972"/>
                  </a:moveTo>
                  <a:lnTo>
                    <a:pt x="1219200" y="4572"/>
                  </a:lnTo>
                  <a:lnTo>
                    <a:pt x="1223771" y="10668"/>
                  </a:lnTo>
                  <a:lnTo>
                    <a:pt x="1229867" y="10668"/>
                  </a:lnTo>
                  <a:lnTo>
                    <a:pt x="1229867" y="533400"/>
                  </a:lnTo>
                  <a:lnTo>
                    <a:pt x="1223771" y="533400"/>
                  </a:lnTo>
                  <a:lnTo>
                    <a:pt x="1219200" y="537972"/>
                  </a:lnTo>
                  <a:close/>
                </a:path>
                <a:path w="1229995" h="544195">
                  <a:moveTo>
                    <a:pt x="1229867" y="10668"/>
                  </a:moveTo>
                  <a:lnTo>
                    <a:pt x="1223771" y="10668"/>
                  </a:lnTo>
                  <a:lnTo>
                    <a:pt x="1219200" y="4572"/>
                  </a:lnTo>
                  <a:lnTo>
                    <a:pt x="1229867" y="4572"/>
                  </a:lnTo>
                  <a:lnTo>
                    <a:pt x="1229867" y="10668"/>
                  </a:lnTo>
                  <a:close/>
                </a:path>
                <a:path w="1229995" h="544195">
                  <a:moveTo>
                    <a:pt x="10668" y="537972"/>
                  </a:moveTo>
                  <a:lnTo>
                    <a:pt x="4572" y="533400"/>
                  </a:lnTo>
                  <a:lnTo>
                    <a:pt x="10668" y="533400"/>
                  </a:lnTo>
                  <a:lnTo>
                    <a:pt x="10668" y="537972"/>
                  </a:lnTo>
                  <a:close/>
                </a:path>
                <a:path w="1229995" h="544195">
                  <a:moveTo>
                    <a:pt x="1219200" y="537972"/>
                  </a:moveTo>
                  <a:lnTo>
                    <a:pt x="10668" y="537972"/>
                  </a:lnTo>
                  <a:lnTo>
                    <a:pt x="10668" y="533400"/>
                  </a:lnTo>
                  <a:lnTo>
                    <a:pt x="1219200" y="533400"/>
                  </a:lnTo>
                  <a:lnTo>
                    <a:pt x="1219200" y="537972"/>
                  </a:lnTo>
                  <a:close/>
                </a:path>
                <a:path w="1229995" h="544195">
                  <a:moveTo>
                    <a:pt x="1229867" y="537972"/>
                  </a:moveTo>
                  <a:lnTo>
                    <a:pt x="1219200" y="537972"/>
                  </a:lnTo>
                  <a:lnTo>
                    <a:pt x="1223771" y="533400"/>
                  </a:lnTo>
                  <a:lnTo>
                    <a:pt x="1229867" y="533400"/>
                  </a:lnTo>
                  <a:lnTo>
                    <a:pt x="1229867" y="537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956779" y="4902186"/>
            <a:ext cx="733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JButton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310628" y="4796028"/>
            <a:ext cx="1229995" cy="544195"/>
            <a:chOff x="7310628" y="4796028"/>
            <a:chExt cx="1229995" cy="544195"/>
          </a:xfrm>
        </p:grpSpPr>
        <p:sp>
          <p:nvSpPr>
            <p:cNvPr id="28" name="object 28"/>
            <p:cNvSpPr/>
            <p:nvPr/>
          </p:nvSpPr>
          <p:spPr>
            <a:xfrm>
              <a:off x="7315199" y="4800599"/>
              <a:ext cx="1219200" cy="533400"/>
            </a:xfrm>
            <a:custGeom>
              <a:avLst/>
              <a:gdLst/>
              <a:ahLst/>
              <a:cxnLst/>
              <a:rect l="l" t="t" r="r" b="b"/>
              <a:pathLst>
                <a:path w="1219200" h="533400">
                  <a:moveTo>
                    <a:pt x="1219200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1219200" y="0"/>
                  </a:lnTo>
                  <a:lnTo>
                    <a:pt x="1219200" y="533400"/>
                  </a:lnTo>
                  <a:close/>
                </a:path>
              </a:pathLst>
            </a:custGeom>
            <a:solidFill>
              <a:srgbClr val="8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10628" y="4796028"/>
              <a:ext cx="1229995" cy="544195"/>
            </a:xfrm>
            <a:custGeom>
              <a:avLst/>
              <a:gdLst/>
              <a:ahLst/>
              <a:cxnLst/>
              <a:rect l="l" t="t" r="r" b="b"/>
              <a:pathLst>
                <a:path w="1229995" h="544195">
                  <a:moveTo>
                    <a:pt x="1229867" y="544068"/>
                  </a:moveTo>
                  <a:lnTo>
                    <a:pt x="0" y="544068"/>
                  </a:lnTo>
                  <a:lnTo>
                    <a:pt x="0" y="0"/>
                  </a:lnTo>
                  <a:lnTo>
                    <a:pt x="1229867" y="0"/>
                  </a:lnTo>
                  <a:lnTo>
                    <a:pt x="1229867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533400"/>
                  </a:lnTo>
                  <a:lnTo>
                    <a:pt x="4572" y="533400"/>
                  </a:lnTo>
                  <a:lnTo>
                    <a:pt x="10668" y="537972"/>
                  </a:lnTo>
                  <a:lnTo>
                    <a:pt x="1229867" y="537972"/>
                  </a:lnTo>
                  <a:lnTo>
                    <a:pt x="1229867" y="544068"/>
                  </a:lnTo>
                  <a:close/>
                </a:path>
                <a:path w="1229995" h="544195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1229995" h="544195">
                  <a:moveTo>
                    <a:pt x="1219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1219200" y="4572"/>
                  </a:lnTo>
                  <a:lnTo>
                    <a:pt x="1219200" y="10668"/>
                  </a:lnTo>
                  <a:close/>
                </a:path>
                <a:path w="1229995" h="544195">
                  <a:moveTo>
                    <a:pt x="1219200" y="537972"/>
                  </a:moveTo>
                  <a:lnTo>
                    <a:pt x="1219200" y="4572"/>
                  </a:lnTo>
                  <a:lnTo>
                    <a:pt x="1223771" y="10668"/>
                  </a:lnTo>
                  <a:lnTo>
                    <a:pt x="1229867" y="10668"/>
                  </a:lnTo>
                  <a:lnTo>
                    <a:pt x="1229867" y="533400"/>
                  </a:lnTo>
                  <a:lnTo>
                    <a:pt x="1223771" y="533400"/>
                  </a:lnTo>
                  <a:lnTo>
                    <a:pt x="1219200" y="537972"/>
                  </a:lnTo>
                  <a:close/>
                </a:path>
                <a:path w="1229995" h="544195">
                  <a:moveTo>
                    <a:pt x="1229867" y="10668"/>
                  </a:moveTo>
                  <a:lnTo>
                    <a:pt x="1223771" y="10668"/>
                  </a:lnTo>
                  <a:lnTo>
                    <a:pt x="1219200" y="4572"/>
                  </a:lnTo>
                  <a:lnTo>
                    <a:pt x="1229867" y="4572"/>
                  </a:lnTo>
                  <a:lnTo>
                    <a:pt x="1229867" y="10668"/>
                  </a:lnTo>
                  <a:close/>
                </a:path>
                <a:path w="1229995" h="544195">
                  <a:moveTo>
                    <a:pt x="10668" y="537972"/>
                  </a:moveTo>
                  <a:lnTo>
                    <a:pt x="4572" y="533400"/>
                  </a:lnTo>
                  <a:lnTo>
                    <a:pt x="10668" y="533400"/>
                  </a:lnTo>
                  <a:lnTo>
                    <a:pt x="10668" y="537972"/>
                  </a:lnTo>
                  <a:close/>
                </a:path>
                <a:path w="1229995" h="544195">
                  <a:moveTo>
                    <a:pt x="1219200" y="537972"/>
                  </a:moveTo>
                  <a:lnTo>
                    <a:pt x="10668" y="537972"/>
                  </a:lnTo>
                  <a:lnTo>
                    <a:pt x="10668" y="533400"/>
                  </a:lnTo>
                  <a:lnTo>
                    <a:pt x="1219200" y="533400"/>
                  </a:lnTo>
                  <a:lnTo>
                    <a:pt x="1219200" y="537972"/>
                  </a:lnTo>
                  <a:close/>
                </a:path>
                <a:path w="1229995" h="544195">
                  <a:moveTo>
                    <a:pt x="1229867" y="537972"/>
                  </a:moveTo>
                  <a:lnTo>
                    <a:pt x="1219200" y="537972"/>
                  </a:lnTo>
                  <a:lnTo>
                    <a:pt x="1223771" y="533400"/>
                  </a:lnTo>
                  <a:lnTo>
                    <a:pt x="1229867" y="533400"/>
                  </a:lnTo>
                  <a:lnTo>
                    <a:pt x="1229867" y="5379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628608" y="4902186"/>
            <a:ext cx="592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JLabel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862815" y="1824240"/>
            <a:ext cx="2062480" cy="2976880"/>
          </a:xfrm>
          <a:custGeom>
            <a:avLst/>
            <a:gdLst/>
            <a:ahLst/>
            <a:cxnLst/>
            <a:rect l="l" t="t" r="r" b="b"/>
            <a:pathLst>
              <a:path w="2062479" h="2976879">
                <a:moveTo>
                  <a:pt x="387108" y="10668"/>
                </a:moveTo>
                <a:lnTo>
                  <a:pt x="385584" y="0"/>
                </a:lnTo>
                <a:lnTo>
                  <a:pt x="365760" y="1524"/>
                </a:lnTo>
                <a:lnTo>
                  <a:pt x="347472" y="4572"/>
                </a:lnTo>
                <a:lnTo>
                  <a:pt x="310896" y="15240"/>
                </a:lnTo>
                <a:lnTo>
                  <a:pt x="262128" y="44196"/>
                </a:lnTo>
                <a:lnTo>
                  <a:pt x="224040" y="83820"/>
                </a:lnTo>
                <a:lnTo>
                  <a:pt x="199644" y="134112"/>
                </a:lnTo>
                <a:lnTo>
                  <a:pt x="190500" y="188976"/>
                </a:lnTo>
                <a:lnTo>
                  <a:pt x="190500" y="944880"/>
                </a:lnTo>
                <a:lnTo>
                  <a:pt x="187464" y="961644"/>
                </a:lnTo>
                <a:lnTo>
                  <a:pt x="169176" y="1011936"/>
                </a:lnTo>
                <a:lnTo>
                  <a:pt x="137160" y="1053084"/>
                </a:lnTo>
                <a:lnTo>
                  <a:pt x="94500" y="1083564"/>
                </a:lnTo>
                <a:lnTo>
                  <a:pt x="42672" y="1101852"/>
                </a:lnTo>
                <a:lnTo>
                  <a:pt x="24396" y="1104900"/>
                </a:lnTo>
                <a:lnTo>
                  <a:pt x="6096" y="1104900"/>
                </a:lnTo>
                <a:lnTo>
                  <a:pt x="3048" y="1104900"/>
                </a:lnTo>
                <a:lnTo>
                  <a:pt x="0" y="1107948"/>
                </a:lnTo>
                <a:lnTo>
                  <a:pt x="0" y="1112520"/>
                </a:lnTo>
                <a:lnTo>
                  <a:pt x="3048" y="1115568"/>
                </a:lnTo>
                <a:lnTo>
                  <a:pt x="6096" y="1115568"/>
                </a:lnTo>
                <a:lnTo>
                  <a:pt x="24396" y="1115568"/>
                </a:lnTo>
                <a:lnTo>
                  <a:pt x="77724" y="1129284"/>
                </a:lnTo>
                <a:lnTo>
                  <a:pt x="123444" y="1155192"/>
                </a:lnTo>
                <a:lnTo>
                  <a:pt x="147840" y="1179576"/>
                </a:lnTo>
                <a:lnTo>
                  <a:pt x="160020" y="1193292"/>
                </a:lnTo>
                <a:lnTo>
                  <a:pt x="182880" y="1240536"/>
                </a:lnTo>
                <a:lnTo>
                  <a:pt x="190500" y="1275588"/>
                </a:lnTo>
                <a:lnTo>
                  <a:pt x="190500" y="2031492"/>
                </a:lnTo>
                <a:lnTo>
                  <a:pt x="192024" y="2051304"/>
                </a:lnTo>
                <a:lnTo>
                  <a:pt x="205752" y="2104644"/>
                </a:lnTo>
                <a:lnTo>
                  <a:pt x="236220" y="2151888"/>
                </a:lnTo>
                <a:lnTo>
                  <a:pt x="277368" y="2188464"/>
                </a:lnTo>
                <a:lnTo>
                  <a:pt x="329184" y="2211324"/>
                </a:lnTo>
                <a:lnTo>
                  <a:pt x="367284" y="2218944"/>
                </a:lnTo>
                <a:lnTo>
                  <a:pt x="385584" y="2220468"/>
                </a:lnTo>
                <a:lnTo>
                  <a:pt x="387108" y="2209800"/>
                </a:lnTo>
                <a:lnTo>
                  <a:pt x="367284" y="2209800"/>
                </a:lnTo>
                <a:lnTo>
                  <a:pt x="348996" y="2206752"/>
                </a:lnTo>
                <a:lnTo>
                  <a:pt x="297180" y="2188464"/>
                </a:lnTo>
                <a:lnTo>
                  <a:pt x="254508" y="2157984"/>
                </a:lnTo>
                <a:lnTo>
                  <a:pt x="222504" y="2116836"/>
                </a:lnTo>
                <a:lnTo>
                  <a:pt x="204216" y="2066544"/>
                </a:lnTo>
                <a:lnTo>
                  <a:pt x="201168" y="2049780"/>
                </a:lnTo>
                <a:lnTo>
                  <a:pt x="201168" y="1293876"/>
                </a:lnTo>
                <a:lnTo>
                  <a:pt x="199644" y="1275588"/>
                </a:lnTo>
                <a:lnTo>
                  <a:pt x="185940" y="1220724"/>
                </a:lnTo>
                <a:lnTo>
                  <a:pt x="143256" y="1161288"/>
                </a:lnTo>
                <a:lnTo>
                  <a:pt x="99060" y="1127760"/>
                </a:lnTo>
                <a:lnTo>
                  <a:pt x="47371" y="1110195"/>
                </a:lnTo>
                <a:lnTo>
                  <a:pt x="62496" y="1106424"/>
                </a:lnTo>
                <a:lnTo>
                  <a:pt x="114300" y="1083564"/>
                </a:lnTo>
                <a:lnTo>
                  <a:pt x="155448" y="1046988"/>
                </a:lnTo>
                <a:lnTo>
                  <a:pt x="192024" y="982980"/>
                </a:lnTo>
                <a:lnTo>
                  <a:pt x="199771" y="944880"/>
                </a:lnTo>
                <a:lnTo>
                  <a:pt x="201168" y="926592"/>
                </a:lnTo>
                <a:lnTo>
                  <a:pt x="201168" y="170688"/>
                </a:lnTo>
                <a:lnTo>
                  <a:pt x="204216" y="152400"/>
                </a:lnTo>
                <a:lnTo>
                  <a:pt x="222504" y="103632"/>
                </a:lnTo>
                <a:lnTo>
                  <a:pt x="243840" y="74676"/>
                </a:lnTo>
                <a:lnTo>
                  <a:pt x="254508" y="62484"/>
                </a:lnTo>
                <a:lnTo>
                  <a:pt x="297180" y="32004"/>
                </a:lnTo>
                <a:lnTo>
                  <a:pt x="348996" y="13716"/>
                </a:lnTo>
                <a:lnTo>
                  <a:pt x="367284" y="10668"/>
                </a:lnTo>
                <a:lnTo>
                  <a:pt x="387108" y="10668"/>
                </a:lnTo>
                <a:close/>
              </a:path>
              <a:path w="2062479" h="2976879">
                <a:moveTo>
                  <a:pt x="1261884" y="1452372"/>
                </a:moveTo>
                <a:lnTo>
                  <a:pt x="1229880" y="1452372"/>
                </a:lnTo>
                <a:lnTo>
                  <a:pt x="1229880" y="690359"/>
                </a:lnTo>
                <a:lnTo>
                  <a:pt x="1219212" y="690359"/>
                </a:lnTo>
                <a:lnTo>
                  <a:pt x="1219212" y="1452372"/>
                </a:lnTo>
                <a:lnTo>
                  <a:pt x="1185684" y="1452372"/>
                </a:lnTo>
                <a:lnTo>
                  <a:pt x="1223784" y="1528572"/>
                </a:lnTo>
                <a:lnTo>
                  <a:pt x="1255026" y="1466088"/>
                </a:lnTo>
                <a:lnTo>
                  <a:pt x="1261884" y="1452372"/>
                </a:lnTo>
                <a:close/>
              </a:path>
              <a:path w="2062479" h="2976879">
                <a:moveTo>
                  <a:pt x="2061972" y="2976359"/>
                </a:moveTo>
                <a:lnTo>
                  <a:pt x="2049907" y="2933687"/>
                </a:lnTo>
                <a:lnTo>
                  <a:pt x="2039112" y="2895587"/>
                </a:lnTo>
                <a:lnTo>
                  <a:pt x="2014931" y="2917825"/>
                </a:lnTo>
                <a:lnTo>
                  <a:pt x="1228344" y="2058911"/>
                </a:lnTo>
                <a:lnTo>
                  <a:pt x="1224953" y="2062302"/>
                </a:lnTo>
                <a:lnTo>
                  <a:pt x="1220724" y="2058911"/>
                </a:lnTo>
                <a:lnTo>
                  <a:pt x="507530" y="2915361"/>
                </a:lnTo>
                <a:lnTo>
                  <a:pt x="481584" y="2894063"/>
                </a:lnTo>
                <a:lnTo>
                  <a:pt x="461772" y="2976359"/>
                </a:lnTo>
                <a:lnTo>
                  <a:pt x="541020" y="2942831"/>
                </a:lnTo>
                <a:lnTo>
                  <a:pt x="526161" y="2930639"/>
                </a:lnTo>
                <a:lnTo>
                  <a:pt x="515073" y="2921546"/>
                </a:lnTo>
                <a:lnTo>
                  <a:pt x="1224051" y="2070163"/>
                </a:lnTo>
                <a:lnTo>
                  <a:pt x="2007755" y="2924416"/>
                </a:lnTo>
                <a:lnTo>
                  <a:pt x="1982724" y="2947403"/>
                </a:lnTo>
                <a:lnTo>
                  <a:pt x="2061972" y="29763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574467" y="2689415"/>
            <a:ext cx="1281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containers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1598" y="461368"/>
            <a:ext cx="58801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Using</a:t>
            </a:r>
            <a:r>
              <a:rPr sz="4400" spc="-30" dirty="0"/>
              <a:t> </a:t>
            </a:r>
            <a:r>
              <a:rPr sz="4400" dirty="0"/>
              <a:t>a</a:t>
            </a:r>
            <a:r>
              <a:rPr sz="4400" spc="-65" dirty="0"/>
              <a:t> </a:t>
            </a:r>
            <a:r>
              <a:rPr sz="4400" dirty="0"/>
              <a:t>GUI</a:t>
            </a:r>
            <a:r>
              <a:rPr sz="4400" spc="-40" dirty="0"/>
              <a:t> </a:t>
            </a:r>
            <a:r>
              <a:rPr sz="4400" dirty="0"/>
              <a:t>Component</a:t>
            </a:r>
            <a:r>
              <a:rPr sz="4400" spc="-50" dirty="0"/>
              <a:t> 2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845" y="2299892"/>
            <a:ext cx="5228590" cy="17811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  <a:tab pos="2633980" algn="l"/>
              </a:tabLst>
            </a:pPr>
            <a:r>
              <a:rPr sz="3200" dirty="0">
                <a:latin typeface="Calibri"/>
                <a:cs typeface="Calibri"/>
              </a:rPr>
              <a:t>Add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children</a:t>
            </a:r>
            <a:r>
              <a:rPr sz="3200" dirty="0">
                <a:latin typeface="Calibri"/>
                <a:cs typeface="Calibri"/>
              </a:rPr>
              <a:t>	(if</a:t>
            </a:r>
            <a:r>
              <a:rPr sz="3200" spc="-10" dirty="0">
                <a:latin typeface="Calibri"/>
                <a:cs typeface="Calibri"/>
              </a:rPr>
              <a:t> container)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2829560" algn="l"/>
              </a:tabLst>
            </a:pPr>
            <a:r>
              <a:rPr sz="3200" dirty="0">
                <a:latin typeface="Calibri"/>
                <a:cs typeface="Calibri"/>
              </a:rPr>
              <a:t>Add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parent</a:t>
            </a:r>
            <a:r>
              <a:rPr sz="3200" dirty="0">
                <a:latin typeface="Calibri"/>
                <a:cs typeface="Calibri"/>
              </a:rPr>
              <a:t>	(if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-10" dirty="0">
                <a:latin typeface="Calibri"/>
                <a:cs typeface="Calibri"/>
              </a:rPr>
              <a:t> JFrame)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Listen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0255" y="1447800"/>
            <a:ext cx="172720" cy="2590800"/>
          </a:xfrm>
          <a:custGeom>
            <a:avLst/>
            <a:gdLst/>
            <a:ahLst/>
            <a:cxnLst/>
            <a:rect l="l" t="t" r="r" b="b"/>
            <a:pathLst>
              <a:path w="172720" h="2590800">
                <a:moveTo>
                  <a:pt x="114300" y="2449068"/>
                </a:moveTo>
                <a:lnTo>
                  <a:pt x="57912" y="2449068"/>
                </a:lnTo>
                <a:lnTo>
                  <a:pt x="57912" y="0"/>
                </a:lnTo>
                <a:lnTo>
                  <a:pt x="114300" y="0"/>
                </a:lnTo>
                <a:lnTo>
                  <a:pt x="114300" y="2449068"/>
                </a:lnTo>
                <a:close/>
              </a:path>
              <a:path w="172720" h="2590800">
                <a:moveTo>
                  <a:pt x="85344" y="2590800"/>
                </a:moveTo>
                <a:lnTo>
                  <a:pt x="0" y="2420112"/>
                </a:lnTo>
                <a:lnTo>
                  <a:pt x="57912" y="2420112"/>
                </a:lnTo>
                <a:lnTo>
                  <a:pt x="57912" y="2449068"/>
                </a:lnTo>
                <a:lnTo>
                  <a:pt x="157475" y="2449068"/>
                </a:lnTo>
                <a:lnTo>
                  <a:pt x="85344" y="2590800"/>
                </a:lnTo>
                <a:close/>
              </a:path>
              <a:path w="172720" h="2590800">
                <a:moveTo>
                  <a:pt x="157475" y="2449068"/>
                </a:moveTo>
                <a:lnTo>
                  <a:pt x="114300" y="2449068"/>
                </a:lnTo>
                <a:lnTo>
                  <a:pt x="114300" y="2420112"/>
                </a:lnTo>
                <a:lnTo>
                  <a:pt x="172212" y="2420112"/>
                </a:lnTo>
                <a:lnTo>
                  <a:pt x="157475" y="2449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845" y="1129238"/>
            <a:ext cx="6994525" cy="149415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Create</a:t>
            </a:r>
            <a:r>
              <a:rPr sz="3200" spc="-18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it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ts val="3575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Configure</a:t>
            </a:r>
            <a:r>
              <a:rPr sz="3200" spc="-1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it</a:t>
            </a:r>
            <a:endParaRPr sz="3200">
              <a:latin typeface="Calibri"/>
              <a:cs typeface="Calibri"/>
            </a:endParaRPr>
          </a:p>
          <a:p>
            <a:pPr marR="5080" algn="r">
              <a:lnSpc>
                <a:spcPts val="2615"/>
              </a:lnSpc>
            </a:pPr>
            <a:r>
              <a:rPr sz="2400" spc="-10" dirty="0">
                <a:latin typeface="Times New Roman"/>
                <a:cs typeface="Times New Roman"/>
              </a:rPr>
              <a:t>order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14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860461" y="2597886"/>
            <a:ext cx="1210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important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5699" y="461368"/>
            <a:ext cx="49339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Build</a:t>
            </a:r>
            <a:r>
              <a:rPr sz="4400" spc="-114" dirty="0"/>
              <a:t> </a:t>
            </a:r>
            <a:r>
              <a:rPr sz="4400" dirty="0"/>
              <a:t>from</a:t>
            </a:r>
            <a:r>
              <a:rPr sz="4400" spc="-85" dirty="0"/>
              <a:t> </a:t>
            </a:r>
            <a:r>
              <a:rPr sz="4400" dirty="0"/>
              <a:t>bottom</a:t>
            </a:r>
            <a:r>
              <a:rPr sz="4400" spc="-125" dirty="0"/>
              <a:t> </a:t>
            </a:r>
            <a:r>
              <a:rPr sz="4400" spc="-25" dirty="0"/>
              <a:t>up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845" y="1121334"/>
            <a:ext cx="4372610" cy="428180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Create:</a:t>
            </a:r>
            <a:endParaRPr sz="320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Frame</a:t>
            </a:r>
            <a:endParaRPr sz="240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Panel</a:t>
            </a:r>
            <a:endParaRPr sz="240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Components</a:t>
            </a:r>
            <a:endParaRPr sz="240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Listeners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1311275" algn="l"/>
              </a:tabLst>
            </a:pPr>
            <a:r>
              <a:rPr sz="3200" spc="-20" dirty="0">
                <a:latin typeface="Calibri"/>
                <a:cs typeface="Calibri"/>
              </a:rPr>
              <a:t>Add:</a:t>
            </a:r>
            <a:r>
              <a:rPr sz="3200" dirty="0">
                <a:latin typeface="Calibri"/>
                <a:cs typeface="Calibri"/>
              </a:rPr>
              <a:t>	(bottom</a:t>
            </a:r>
            <a:r>
              <a:rPr sz="3200" spc="-1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up)</a:t>
            </a:r>
            <a:endParaRPr sz="320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listeners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components</a:t>
            </a:r>
            <a:endParaRPr sz="240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dirty="0">
                <a:latin typeface="Calibri"/>
                <a:cs typeface="Calibri"/>
              </a:rPr>
              <a:t>components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panel</a:t>
            </a:r>
            <a:endParaRPr sz="240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dirty="0">
                <a:latin typeface="Calibri"/>
                <a:cs typeface="Calibri"/>
              </a:rPr>
              <a:t>panel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frame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72200" y="3358896"/>
            <a:ext cx="1849120" cy="2900680"/>
            <a:chOff x="6172200" y="3358896"/>
            <a:chExt cx="1849120" cy="29006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72200" y="4843271"/>
              <a:ext cx="1848612" cy="14157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344412" y="3363467"/>
              <a:ext cx="1504315" cy="883919"/>
            </a:xfrm>
            <a:custGeom>
              <a:avLst/>
              <a:gdLst/>
              <a:ahLst/>
              <a:cxnLst/>
              <a:rect l="l" t="t" r="r" b="b"/>
              <a:pathLst>
                <a:path w="1504315" h="883920">
                  <a:moveTo>
                    <a:pt x="1504187" y="883920"/>
                  </a:moveTo>
                  <a:lnTo>
                    <a:pt x="0" y="883920"/>
                  </a:lnTo>
                  <a:lnTo>
                    <a:pt x="0" y="0"/>
                  </a:lnTo>
                  <a:lnTo>
                    <a:pt x="1504187" y="0"/>
                  </a:lnTo>
                  <a:lnTo>
                    <a:pt x="1504187" y="88392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39839" y="3358896"/>
              <a:ext cx="1515110" cy="893444"/>
            </a:xfrm>
            <a:custGeom>
              <a:avLst/>
              <a:gdLst/>
              <a:ahLst/>
              <a:cxnLst/>
              <a:rect l="l" t="t" r="r" b="b"/>
              <a:pathLst>
                <a:path w="1515109" h="893445">
                  <a:moveTo>
                    <a:pt x="1514855" y="893064"/>
                  </a:moveTo>
                  <a:lnTo>
                    <a:pt x="0" y="893064"/>
                  </a:lnTo>
                  <a:lnTo>
                    <a:pt x="0" y="0"/>
                  </a:lnTo>
                  <a:lnTo>
                    <a:pt x="1514855" y="0"/>
                  </a:lnTo>
                  <a:lnTo>
                    <a:pt x="1514855" y="4572"/>
                  </a:ln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lnTo>
                    <a:pt x="9144" y="883920"/>
                  </a:lnTo>
                  <a:lnTo>
                    <a:pt x="4572" y="883920"/>
                  </a:lnTo>
                  <a:lnTo>
                    <a:pt x="9144" y="888492"/>
                  </a:lnTo>
                  <a:lnTo>
                    <a:pt x="1514855" y="888492"/>
                  </a:lnTo>
                  <a:lnTo>
                    <a:pt x="1514855" y="893064"/>
                  </a:lnTo>
                  <a:close/>
                </a:path>
                <a:path w="1515109" h="893445">
                  <a:moveTo>
                    <a:pt x="9144" y="9144"/>
                  </a:move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close/>
                </a:path>
                <a:path w="1515109" h="893445">
                  <a:moveTo>
                    <a:pt x="1504188" y="9144"/>
                  </a:moveTo>
                  <a:lnTo>
                    <a:pt x="9144" y="9144"/>
                  </a:lnTo>
                  <a:lnTo>
                    <a:pt x="9144" y="4572"/>
                  </a:lnTo>
                  <a:lnTo>
                    <a:pt x="1504188" y="4572"/>
                  </a:lnTo>
                  <a:lnTo>
                    <a:pt x="1504188" y="9144"/>
                  </a:lnTo>
                  <a:close/>
                </a:path>
                <a:path w="1515109" h="893445">
                  <a:moveTo>
                    <a:pt x="1504188" y="888492"/>
                  </a:moveTo>
                  <a:lnTo>
                    <a:pt x="1504188" y="4572"/>
                  </a:lnTo>
                  <a:lnTo>
                    <a:pt x="1508759" y="9144"/>
                  </a:lnTo>
                  <a:lnTo>
                    <a:pt x="1514855" y="9144"/>
                  </a:lnTo>
                  <a:lnTo>
                    <a:pt x="1514855" y="883920"/>
                  </a:lnTo>
                  <a:lnTo>
                    <a:pt x="1508759" y="883920"/>
                  </a:lnTo>
                  <a:lnTo>
                    <a:pt x="1504188" y="888492"/>
                  </a:lnTo>
                  <a:close/>
                </a:path>
                <a:path w="1515109" h="893445">
                  <a:moveTo>
                    <a:pt x="1514855" y="9144"/>
                  </a:moveTo>
                  <a:lnTo>
                    <a:pt x="1508759" y="9144"/>
                  </a:lnTo>
                  <a:lnTo>
                    <a:pt x="1504188" y="4572"/>
                  </a:lnTo>
                  <a:lnTo>
                    <a:pt x="1514855" y="4572"/>
                  </a:lnTo>
                  <a:lnTo>
                    <a:pt x="1514855" y="9144"/>
                  </a:lnTo>
                  <a:close/>
                </a:path>
                <a:path w="1515109" h="893445">
                  <a:moveTo>
                    <a:pt x="9144" y="888492"/>
                  </a:moveTo>
                  <a:lnTo>
                    <a:pt x="4572" y="883920"/>
                  </a:lnTo>
                  <a:lnTo>
                    <a:pt x="9144" y="883920"/>
                  </a:lnTo>
                  <a:lnTo>
                    <a:pt x="9144" y="888492"/>
                  </a:lnTo>
                  <a:close/>
                </a:path>
                <a:path w="1515109" h="893445">
                  <a:moveTo>
                    <a:pt x="1504188" y="888492"/>
                  </a:moveTo>
                  <a:lnTo>
                    <a:pt x="9144" y="888492"/>
                  </a:lnTo>
                  <a:lnTo>
                    <a:pt x="9144" y="883920"/>
                  </a:lnTo>
                  <a:lnTo>
                    <a:pt x="1504188" y="883920"/>
                  </a:lnTo>
                  <a:lnTo>
                    <a:pt x="1504188" y="888492"/>
                  </a:lnTo>
                  <a:close/>
                </a:path>
                <a:path w="1515109" h="893445">
                  <a:moveTo>
                    <a:pt x="1514855" y="888492"/>
                  </a:moveTo>
                  <a:lnTo>
                    <a:pt x="1504188" y="888492"/>
                  </a:lnTo>
                  <a:lnTo>
                    <a:pt x="1508759" y="883920"/>
                  </a:lnTo>
                  <a:lnTo>
                    <a:pt x="1514855" y="883920"/>
                  </a:lnTo>
                  <a:lnTo>
                    <a:pt x="1514855" y="8884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791940" y="3638750"/>
            <a:ext cx="608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JPanel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39000" y="2144267"/>
            <a:ext cx="1277620" cy="579120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135255" rIns="0" bIns="0" rtlCol="0">
            <a:spAutoFit/>
          </a:bodyPr>
          <a:lstStyle/>
          <a:p>
            <a:pPr marL="283210">
              <a:lnSpc>
                <a:spcPct val="100000"/>
              </a:lnSpc>
              <a:spcBef>
                <a:spcPts val="1065"/>
              </a:spcBef>
            </a:pPr>
            <a:r>
              <a:rPr sz="1800" spc="-10" dirty="0">
                <a:latin typeface="Calibri"/>
                <a:cs typeface="Calibri"/>
              </a:rPr>
              <a:t>JButton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34428" y="1214628"/>
            <a:ext cx="1229995" cy="477520"/>
          </a:xfrm>
          <a:custGeom>
            <a:avLst/>
            <a:gdLst/>
            <a:ahLst/>
            <a:cxnLst/>
            <a:rect l="l" t="t" r="r" b="b"/>
            <a:pathLst>
              <a:path w="1229995" h="477519">
                <a:moveTo>
                  <a:pt x="4571" y="472439"/>
                </a:moveTo>
                <a:lnTo>
                  <a:pt x="0" y="472439"/>
                </a:lnTo>
                <a:lnTo>
                  <a:pt x="0" y="434339"/>
                </a:lnTo>
                <a:lnTo>
                  <a:pt x="10667" y="434339"/>
                </a:lnTo>
                <a:lnTo>
                  <a:pt x="10667" y="467867"/>
                </a:lnTo>
                <a:lnTo>
                  <a:pt x="4571" y="467867"/>
                </a:lnTo>
                <a:lnTo>
                  <a:pt x="4571" y="472439"/>
                </a:lnTo>
                <a:close/>
              </a:path>
              <a:path w="1229995" h="477519">
                <a:moveTo>
                  <a:pt x="42671" y="477012"/>
                </a:moveTo>
                <a:lnTo>
                  <a:pt x="4571" y="477012"/>
                </a:lnTo>
                <a:lnTo>
                  <a:pt x="4571" y="467867"/>
                </a:lnTo>
                <a:lnTo>
                  <a:pt x="10667" y="467867"/>
                </a:lnTo>
                <a:lnTo>
                  <a:pt x="10667" y="472439"/>
                </a:lnTo>
                <a:lnTo>
                  <a:pt x="42671" y="472439"/>
                </a:lnTo>
                <a:lnTo>
                  <a:pt x="42671" y="477012"/>
                </a:lnTo>
                <a:close/>
              </a:path>
              <a:path w="1229995" h="477519">
                <a:moveTo>
                  <a:pt x="42671" y="472439"/>
                </a:moveTo>
                <a:lnTo>
                  <a:pt x="10667" y="472439"/>
                </a:lnTo>
                <a:lnTo>
                  <a:pt x="10667" y="467867"/>
                </a:lnTo>
                <a:lnTo>
                  <a:pt x="42671" y="467867"/>
                </a:lnTo>
                <a:lnTo>
                  <a:pt x="42671" y="472439"/>
                </a:lnTo>
                <a:close/>
              </a:path>
              <a:path w="1229995" h="477519">
                <a:moveTo>
                  <a:pt x="10667" y="405383"/>
                </a:moveTo>
                <a:lnTo>
                  <a:pt x="0" y="405383"/>
                </a:lnTo>
                <a:lnTo>
                  <a:pt x="0" y="367283"/>
                </a:lnTo>
                <a:lnTo>
                  <a:pt x="10667" y="367283"/>
                </a:lnTo>
                <a:lnTo>
                  <a:pt x="10667" y="405383"/>
                </a:lnTo>
                <a:close/>
              </a:path>
              <a:path w="1229995" h="477519">
                <a:moveTo>
                  <a:pt x="10667" y="338327"/>
                </a:moveTo>
                <a:lnTo>
                  <a:pt x="0" y="338327"/>
                </a:lnTo>
                <a:lnTo>
                  <a:pt x="0" y="300227"/>
                </a:lnTo>
                <a:lnTo>
                  <a:pt x="10667" y="300227"/>
                </a:lnTo>
                <a:lnTo>
                  <a:pt x="10667" y="338327"/>
                </a:lnTo>
                <a:close/>
              </a:path>
              <a:path w="1229995" h="477519">
                <a:moveTo>
                  <a:pt x="10667" y="271271"/>
                </a:moveTo>
                <a:lnTo>
                  <a:pt x="0" y="271271"/>
                </a:lnTo>
                <a:lnTo>
                  <a:pt x="0" y="233171"/>
                </a:lnTo>
                <a:lnTo>
                  <a:pt x="10667" y="233171"/>
                </a:lnTo>
                <a:lnTo>
                  <a:pt x="10667" y="271271"/>
                </a:lnTo>
                <a:close/>
              </a:path>
              <a:path w="1229995" h="477519">
                <a:moveTo>
                  <a:pt x="10667" y="205739"/>
                </a:moveTo>
                <a:lnTo>
                  <a:pt x="0" y="205739"/>
                </a:lnTo>
                <a:lnTo>
                  <a:pt x="0" y="167639"/>
                </a:lnTo>
                <a:lnTo>
                  <a:pt x="10667" y="167639"/>
                </a:lnTo>
                <a:lnTo>
                  <a:pt x="10667" y="205739"/>
                </a:lnTo>
                <a:close/>
              </a:path>
              <a:path w="1229995" h="477519">
                <a:moveTo>
                  <a:pt x="10667" y="138683"/>
                </a:moveTo>
                <a:lnTo>
                  <a:pt x="0" y="138683"/>
                </a:lnTo>
                <a:lnTo>
                  <a:pt x="0" y="100583"/>
                </a:lnTo>
                <a:lnTo>
                  <a:pt x="10667" y="100583"/>
                </a:lnTo>
                <a:lnTo>
                  <a:pt x="10667" y="138683"/>
                </a:lnTo>
                <a:close/>
              </a:path>
              <a:path w="1229995" h="477519">
                <a:moveTo>
                  <a:pt x="10667" y="71627"/>
                </a:moveTo>
                <a:lnTo>
                  <a:pt x="0" y="71627"/>
                </a:lnTo>
                <a:lnTo>
                  <a:pt x="0" y="33527"/>
                </a:lnTo>
                <a:lnTo>
                  <a:pt x="10667" y="33527"/>
                </a:lnTo>
                <a:lnTo>
                  <a:pt x="10667" y="71627"/>
                </a:lnTo>
                <a:close/>
              </a:path>
              <a:path w="1229995" h="477519">
                <a:moveTo>
                  <a:pt x="42671" y="10667"/>
                </a:moveTo>
                <a:lnTo>
                  <a:pt x="4571" y="10667"/>
                </a:lnTo>
                <a:lnTo>
                  <a:pt x="4571" y="0"/>
                </a:lnTo>
                <a:lnTo>
                  <a:pt x="42671" y="0"/>
                </a:lnTo>
                <a:lnTo>
                  <a:pt x="42671" y="10667"/>
                </a:lnTo>
                <a:close/>
              </a:path>
              <a:path w="1229995" h="477519">
                <a:moveTo>
                  <a:pt x="109727" y="10667"/>
                </a:moveTo>
                <a:lnTo>
                  <a:pt x="71627" y="10667"/>
                </a:lnTo>
                <a:lnTo>
                  <a:pt x="71627" y="0"/>
                </a:lnTo>
                <a:lnTo>
                  <a:pt x="109727" y="0"/>
                </a:lnTo>
                <a:lnTo>
                  <a:pt x="109727" y="10667"/>
                </a:lnTo>
                <a:close/>
              </a:path>
              <a:path w="1229995" h="477519">
                <a:moveTo>
                  <a:pt x="176783" y="10667"/>
                </a:moveTo>
                <a:lnTo>
                  <a:pt x="138683" y="10667"/>
                </a:lnTo>
                <a:lnTo>
                  <a:pt x="138683" y="0"/>
                </a:lnTo>
                <a:lnTo>
                  <a:pt x="176783" y="0"/>
                </a:lnTo>
                <a:lnTo>
                  <a:pt x="176783" y="10667"/>
                </a:lnTo>
                <a:close/>
              </a:path>
              <a:path w="1229995" h="477519">
                <a:moveTo>
                  <a:pt x="243839" y="10667"/>
                </a:moveTo>
                <a:lnTo>
                  <a:pt x="205739" y="10667"/>
                </a:lnTo>
                <a:lnTo>
                  <a:pt x="205739" y="0"/>
                </a:lnTo>
                <a:lnTo>
                  <a:pt x="243839" y="0"/>
                </a:lnTo>
                <a:lnTo>
                  <a:pt x="243839" y="10667"/>
                </a:lnTo>
                <a:close/>
              </a:path>
              <a:path w="1229995" h="477519">
                <a:moveTo>
                  <a:pt x="309371" y="10667"/>
                </a:moveTo>
                <a:lnTo>
                  <a:pt x="271271" y="10667"/>
                </a:lnTo>
                <a:lnTo>
                  <a:pt x="271271" y="0"/>
                </a:lnTo>
                <a:lnTo>
                  <a:pt x="309371" y="0"/>
                </a:lnTo>
                <a:lnTo>
                  <a:pt x="309371" y="10667"/>
                </a:lnTo>
                <a:close/>
              </a:path>
              <a:path w="1229995" h="477519">
                <a:moveTo>
                  <a:pt x="376427" y="10667"/>
                </a:moveTo>
                <a:lnTo>
                  <a:pt x="338327" y="10667"/>
                </a:lnTo>
                <a:lnTo>
                  <a:pt x="338327" y="0"/>
                </a:lnTo>
                <a:lnTo>
                  <a:pt x="376427" y="0"/>
                </a:lnTo>
                <a:lnTo>
                  <a:pt x="376427" y="10667"/>
                </a:lnTo>
                <a:close/>
              </a:path>
              <a:path w="1229995" h="477519">
                <a:moveTo>
                  <a:pt x="443483" y="10667"/>
                </a:moveTo>
                <a:lnTo>
                  <a:pt x="405383" y="10667"/>
                </a:lnTo>
                <a:lnTo>
                  <a:pt x="405383" y="0"/>
                </a:lnTo>
                <a:lnTo>
                  <a:pt x="443483" y="0"/>
                </a:lnTo>
                <a:lnTo>
                  <a:pt x="443483" y="10667"/>
                </a:lnTo>
                <a:close/>
              </a:path>
              <a:path w="1229995" h="477519">
                <a:moveTo>
                  <a:pt x="510539" y="10667"/>
                </a:moveTo>
                <a:lnTo>
                  <a:pt x="472439" y="10667"/>
                </a:lnTo>
                <a:lnTo>
                  <a:pt x="472439" y="0"/>
                </a:lnTo>
                <a:lnTo>
                  <a:pt x="510539" y="0"/>
                </a:lnTo>
                <a:lnTo>
                  <a:pt x="510539" y="10667"/>
                </a:lnTo>
                <a:close/>
              </a:path>
              <a:path w="1229995" h="477519">
                <a:moveTo>
                  <a:pt x="576071" y="10667"/>
                </a:moveTo>
                <a:lnTo>
                  <a:pt x="537971" y="10667"/>
                </a:lnTo>
                <a:lnTo>
                  <a:pt x="537971" y="0"/>
                </a:lnTo>
                <a:lnTo>
                  <a:pt x="576071" y="0"/>
                </a:lnTo>
                <a:lnTo>
                  <a:pt x="576071" y="10667"/>
                </a:lnTo>
                <a:close/>
              </a:path>
              <a:path w="1229995" h="477519">
                <a:moveTo>
                  <a:pt x="643127" y="10667"/>
                </a:moveTo>
                <a:lnTo>
                  <a:pt x="605027" y="10667"/>
                </a:lnTo>
                <a:lnTo>
                  <a:pt x="605027" y="0"/>
                </a:lnTo>
                <a:lnTo>
                  <a:pt x="643127" y="0"/>
                </a:lnTo>
                <a:lnTo>
                  <a:pt x="643127" y="10667"/>
                </a:lnTo>
                <a:close/>
              </a:path>
              <a:path w="1229995" h="477519">
                <a:moveTo>
                  <a:pt x="710183" y="10667"/>
                </a:moveTo>
                <a:lnTo>
                  <a:pt x="672083" y="10667"/>
                </a:lnTo>
                <a:lnTo>
                  <a:pt x="672083" y="0"/>
                </a:lnTo>
                <a:lnTo>
                  <a:pt x="710183" y="0"/>
                </a:lnTo>
                <a:lnTo>
                  <a:pt x="710183" y="10667"/>
                </a:lnTo>
                <a:close/>
              </a:path>
              <a:path w="1229995" h="477519">
                <a:moveTo>
                  <a:pt x="777239" y="10667"/>
                </a:moveTo>
                <a:lnTo>
                  <a:pt x="739139" y="10667"/>
                </a:lnTo>
                <a:lnTo>
                  <a:pt x="739139" y="0"/>
                </a:lnTo>
                <a:lnTo>
                  <a:pt x="777239" y="0"/>
                </a:lnTo>
                <a:lnTo>
                  <a:pt x="777239" y="10667"/>
                </a:lnTo>
                <a:close/>
              </a:path>
              <a:path w="1229995" h="477519">
                <a:moveTo>
                  <a:pt x="842771" y="10667"/>
                </a:moveTo>
                <a:lnTo>
                  <a:pt x="804671" y="10667"/>
                </a:lnTo>
                <a:lnTo>
                  <a:pt x="804671" y="0"/>
                </a:lnTo>
                <a:lnTo>
                  <a:pt x="842771" y="0"/>
                </a:lnTo>
                <a:lnTo>
                  <a:pt x="842771" y="10667"/>
                </a:lnTo>
                <a:close/>
              </a:path>
              <a:path w="1229995" h="477519">
                <a:moveTo>
                  <a:pt x="909827" y="10667"/>
                </a:moveTo>
                <a:lnTo>
                  <a:pt x="871727" y="10667"/>
                </a:lnTo>
                <a:lnTo>
                  <a:pt x="871727" y="0"/>
                </a:lnTo>
                <a:lnTo>
                  <a:pt x="909827" y="0"/>
                </a:lnTo>
                <a:lnTo>
                  <a:pt x="909827" y="10667"/>
                </a:lnTo>
                <a:close/>
              </a:path>
              <a:path w="1229995" h="477519">
                <a:moveTo>
                  <a:pt x="976884" y="10667"/>
                </a:moveTo>
                <a:lnTo>
                  <a:pt x="938783" y="10667"/>
                </a:lnTo>
                <a:lnTo>
                  <a:pt x="938783" y="0"/>
                </a:lnTo>
                <a:lnTo>
                  <a:pt x="976884" y="0"/>
                </a:lnTo>
                <a:lnTo>
                  <a:pt x="976884" y="10667"/>
                </a:lnTo>
                <a:close/>
              </a:path>
              <a:path w="1229995" h="477519">
                <a:moveTo>
                  <a:pt x="1043939" y="10667"/>
                </a:moveTo>
                <a:lnTo>
                  <a:pt x="1005839" y="10667"/>
                </a:lnTo>
                <a:lnTo>
                  <a:pt x="1005839" y="0"/>
                </a:lnTo>
                <a:lnTo>
                  <a:pt x="1043939" y="0"/>
                </a:lnTo>
                <a:lnTo>
                  <a:pt x="1043939" y="10667"/>
                </a:lnTo>
                <a:close/>
              </a:path>
              <a:path w="1229995" h="477519">
                <a:moveTo>
                  <a:pt x="1109471" y="10667"/>
                </a:moveTo>
                <a:lnTo>
                  <a:pt x="1071371" y="10667"/>
                </a:lnTo>
                <a:lnTo>
                  <a:pt x="1071371" y="0"/>
                </a:lnTo>
                <a:lnTo>
                  <a:pt x="1109471" y="0"/>
                </a:lnTo>
                <a:lnTo>
                  <a:pt x="1109471" y="10667"/>
                </a:lnTo>
                <a:close/>
              </a:path>
              <a:path w="1229995" h="477519">
                <a:moveTo>
                  <a:pt x="1176527" y="10667"/>
                </a:moveTo>
                <a:lnTo>
                  <a:pt x="1138427" y="10667"/>
                </a:lnTo>
                <a:lnTo>
                  <a:pt x="1138427" y="0"/>
                </a:lnTo>
                <a:lnTo>
                  <a:pt x="1176527" y="0"/>
                </a:lnTo>
                <a:lnTo>
                  <a:pt x="1176527" y="10667"/>
                </a:lnTo>
                <a:close/>
              </a:path>
              <a:path w="1229995" h="477519">
                <a:moveTo>
                  <a:pt x="1219200" y="10667"/>
                </a:moveTo>
                <a:lnTo>
                  <a:pt x="1205484" y="10667"/>
                </a:lnTo>
                <a:lnTo>
                  <a:pt x="1205484" y="0"/>
                </a:lnTo>
                <a:lnTo>
                  <a:pt x="1229867" y="0"/>
                </a:lnTo>
                <a:lnTo>
                  <a:pt x="1229867" y="4571"/>
                </a:lnTo>
                <a:lnTo>
                  <a:pt x="1219200" y="4571"/>
                </a:lnTo>
                <a:lnTo>
                  <a:pt x="1219200" y="10667"/>
                </a:lnTo>
                <a:close/>
              </a:path>
              <a:path w="1229995" h="477519">
                <a:moveTo>
                  <a:pt x="1229867" y="24383"/>
                </a:moveTo>
                <a:lnTo>
                  <a:pt x="1219200" y="24383"/>
                </a:lnTo>
                <a:lnTo>
                  <a:pt x="1219200" y="4571"/>
                </a:lnTo>
                <a:lnTo>
                  <a:pt x="1223771" y="10667"/>
                </a:lnTo>
                <a:lnTo>
                  <a:pt x="1229867" y="10667"/>
                </a:lnTo>
                <a:lnTo>
                  <a:pt x="1229867" y="24383"/>
                </a:lnTo>
                <a:close/>
              </a:path>
              <a:path w="1229995" h="477519">
                <a:moveTo>
                  <a:pt x="1229867" y="10667"/>
                </a:moveTo>
                <a:lnTo>
                  <a:pt x="1223771" y="10667"/>
                </a:lnTo>
                <a:lnTo>
                  <a:pt x="1219200" y="4571"/>
                </a:lnTo>
                <a:lnTo>
                  <a:pt x="1229867" y="4571"/>
                </a:lnTo>
                <a:lnTo>
                  <a:pt x="1229867" y="10667"/>
                </a:lnTo>
                <a:close/>
              </a:path>
              <a:path w="1229995" h="477519">
                <a:moveTo>
                  <a:pt x="1229867" y="91439"/>
                </a:moveTo>
                <a:lnTo>
                  <a:pt x="1219200" y="91439"/>
                </a:lnTo>
                <a:lnTo>
                  <a:pt x="1219200" y="53339"/>
                </a:lnTo>
                <a:lnTo>
                  <a:pt x="1229867" y="53339"/>
                </a:lnTo>
                <a:lnTo>
                  <a:pt x="1229867" y="91439"/>
                </a:lnTo>
                <a:close/>
              </a:path>
              <a:path w="1229995" h="477519">
                <a:moveTo>
                  <a:pt x="1229867" y="156971"/>
                </a:moveTo>
                <a:lnTo>
                  <a:pt x="1219200" y="156971"/>
                </a:lnTo>
                <a:lnTo>
                  <a:pt x="1219200" y="118871"/>
                </a:lnTo>
                <a:lnTo>
                  <a:pt x="1229867" y="118871"/>
                </a:lnTo>
                <a:lnTo>
                  <a:pt x="1229867" y="156971"/>
                </a:lnTo>
                <a:close/>
              </a:path>
              <a:path w="1229995" h="477519">
                <a:moveTo>
                  <a:pt x="1229867" y="224027"/>
                </a:moveTo>
                <a:lnTo>
                  <a:pt x="1219200" y="224027"/>
                </a:lnTo>
                <a:lnTo>
                  <a:pt x="1219200" y="185927"/>
                </a:lnTo>
                <a:lnTo>
                  <a:pt x="1229867" y="185927"/>
                </a:lnTo>
                <a:lnTo>
                  <a:pt x="1229867" y="224027"/>
                </a:lnTo>
                <a:close/>
              </a:path>
              <a:path w="1229995" h="477519">
                <a:moveTo>
                  <a:pt x="1229867" y="291083"/>
                </a:moveTo>
                <a:lnTo>
                  <a:pt x="1219200" y="291083"/>
                </a:lnTo>
                <a:lnTo>
                  <a:pt x="1219200" y="252983"/>
                </a:lnTo>
                <a:lnTo>
                  <a:pt x="1229867" y="252983"/>
                </a:lnTo>
                <a:lnTo>
                  <a:pt x="1229867" y="291083"/>
                </a:lnTo>
                <a:close/>
              </a:path>
              <a:path w="1229995" h="477519">
                <a:moveTo>
                  <a:pt x="1229867" y="358139"/>
                </a:moveTo>
                <a:lnTo>
                  <a:pt x="1219200" y="358139"/>
                </a:lnTo>
                <a:lnTo>
                  <a:pt x="1219200" y="320039"/>
                </a:lnTo>
                <a:lnTo>
                  <a:pt x="1229867" y="320039"/>
                </a:lnTo>
                <a:lnTo>
                  <a:pt x="1229867" y="358139"/>
                </a:lnTo>
                <a:close/>
              </a:path>
              <a:path w="1229995" h="477519">
                <a:moveTo>
                  <a:pt x="1229867" y="423671"/>
                </a:moveTo>
                <a:lnTo>
                  <a:pt x="1219200" y="423671"/>
                </a:lnTo>
                <a:lnTo>
                  <a:pt x="1219200" y="385571"/>
                </a:lnTo>
                <a:lnTo>
                  <a:pt x="1229867" y="385571"/>
                </a:lnTo>
                <a:lnTo>
                  <a:pt x="1229867" y="423671"/>
                </a:lnTo>
                <a:close/>
              </a:path>
              <a:path w="1229995" h="477519">
                <a:moveTo>
                  <a:pt x="1219200" y="472439"/>
                </a:moveTo>
                <a:lnTo>
                  <a:pt x="1219200" y="452627"/>
                </a:lnTo>
                <a:lnTo>
                  <a:pt x="1229867" y="452627"/>
                </a:lnTo>
                <a:lnTo>
                  <a:pt x="1229867" y="467867"/>
                </a:lnTo>
                <a:lnTo>
                  <a:pt x="1223771" y="467867"/>
                </a:lnTo>
                <a:lnTo>
                  <a:pt x="1219200" y="472439"/>
                </a:lnTo>
                <a:close/>
              </a:path>
              <a:path w="1229995" h="477519">
                <a:moveTo>
                  <a:pt x="1229867" y="477012"/>
                </a:moveTo>
                <a:lnTo>
                  <a:pt x="1205484" y="477012"/>
                </a:lnTo>
                <a:lnTo>
                  <a:pt x="1205484" y="467867"/>
                </a:lnTo>
                <a:lnTo>
                  <a:pt x="1219200" y="467867"/>
                </a:lnTo>
                <a:lnTo>
                  <a:pt x="1219200" y="472439"/>
                </a:lnTo>
                <a:lnTo>
                  <a:pt x="1229867" y="472439"/>
                </a:lnTo>
                <a:lnTo>
                  <a:pt x="1229867" y="477012"/>
                </a:lnTo>
                <a:close/>
              </a:path>
              <a:path w="1229995" h="477519">
                <a:moveTo>
                  <a:pt x="1229867" y="472439"/>
                </a:moveTo>
                <a:lnTo>
                  <a:pt x="1219200" y="472439"/>
                </a:lnTo>
                <a:lnTo>
                  <a:pt x="1223771" y="467867"/>
                </a:lnTo>
                <a:lnTo>
                  <a:pt x="1229867" y="467867"/>
                </a:lnTo>
                <a:lnTo>
                  <a:pt x="1229867" y="472439"/>
                </a:lnTo>
                <a:close/>
              </a:path>
              <a:path w="1229995" h="477519">
                <a:moveTo>
                  <a:pt x="1176527" y="477012"/>
                </a:moveTo>
                <a:lnTo>
                  <a:pt x="1138427" y="477012"/>
                </a:lnTo>
                <a:lnTo>
                  <a:pt x="1138427" y="467867"/>
                </a:lnTo>
                <a:lnTo>
                  <a:pt x="1176527" y="467867"/>
                </a:lnTo>
                <a:lnTo>
                  <a:pt x="1176527" y="477012"/>
                </a:lnTo>
                <a:close/>
              </a:path>
              <a:path w="1229995" h="477519">
                <a:moveTo>
                  <a:pt x="1109471" y="477012"/>
                </a:moveTo>
                <a:lnTo>
                  <a:pt x="1071371" y="477012"/>
                </a:lnTo>
                <a:lnTo>
                  <a:pt x="1071371" y="467867"/>
                </a:lnTo>
                <a:lnTo>
                  <a:pt x="1109471" y="467867"/>
                </a:lnTo>
                <a:lnTo>
                  <a:pt x="1109471" y="477012"/>
                </a:lnTo>
                <a:close/>
              </a:path>
              <a:path w="1229995" h="477519">
                <a:moveTo>
                  <a:pt x="1043939" y="477012"/>
                </a:moveTo>
                <a:lnTo>
                  <a:pt x="1005839" y="477012"/>
                </a:lnTo>
                <a:lnTo>
                  <a:pt x="1005839" y="467867"/>
                </a:lnTo>
                <a:lnTo>
                  <a:pt x="1043939" y="467867"/>
                </a:lnTo>
                <a:lnTo>
                  <a:pt x="1043939" y="477012"/>
                </a:lnTo>
                <a:close/>
              </a:path>
              <a:path w="1229995" h="477519">
                <a:moveTo>
                  <a:pt x="976884" y="477012"/>
                </a:moveTo>
                <a:lnTo>
                  <a:pt x="938783" y="477012"/>
                </a:lnTo>
                <a:lnTo>
                  <a:pt x="938783" y="467867"/>
                </a:lnTo>
                <a:lnTo>
                  <a:pt x="976884" y="467867"/>
                </a:lnTo>
                <a:lnTo>
                  <a:pt x="976884" y="477012"/>
                </a:lnTo>
                <a:close/>
              </a:path>
              <a:path w="1229995" h="477519">
                <a:moveTo>
                  <a:pt x="909827" y="477012"/>
                </a:moveTo>
                <a:lnTo>
                  <a:pt x="871727" y="477012"/>
                </a:lnTo>
                <a:lnTo>
                  <a:pt x="871727" y="467867"/>
                </a:lnTo>
                <a:lnTo>
                  <a:pt x="909827" y="467867"/>
                </a:lnTo>
                <a:lnTo>
                  <a:pt x="909827" y="477012"/>
                </a:lnTo>
                <a:close/>
              </a:path>
              <a:path w="1229995" h="477519">
                <a:moveTo>
                  <a:pt x="842771" y="477012"/>
                </a:moveTo>
                <a:lnTo>
                  <a:pt x="804671" y="477012"/>
                </a:lnTo>
                <a:lnTo>
                  <a:pt x="804671" y="467867"/>
                </a:lnTo>
                <a:lnTo>
                  <a:pt x="842771" y="467867"/>
                </a:lnTo>
                <a:lnTo>
                  <a:pt x="842771" y="477012"/>
                </a:lnTo>
                <a:close/>
              </a:path>
              <a:path w="1229995" h="477519">
                <a:moveTo>
                  <a:pt x="777239" y="477012"/>
                </a:moveTo>
                <a:lnTo>
                  <a:pt x="739139" y="477012"/>
                </a:lnTo>
                <a:lnTo>
                  <a:pt x="739139" y="467867"/>
                </a:lnTo>
                <a:lnTo>
                  <a:pt x="777239" y="467867"/>
                </a:lnTo>
                <a:lnTo>
                  <a:pt x="777239" y="477012"/>
                </a:lnTo>
                <a:close/>
              </a:path>
              <a:path w="1229995" h="477519">
                <a:moveTo>
                  <a:pt x="710183" y="477012"/>
                </a:moveTo>
                <a:lnTo>
                  <a:pt x="672083" y="477012"/>
                </a:lnTo>
                <a:lnTo>
                  <a:pt x="672083" y="467867"/>
                </a:lnTo>
                <a:lnTo>
                  <a:pt x="710183" y="467867"/>
                </a:lnTo>
                <a:lnTo>
                  <a:pt x="710183" y="477012"/>
                </a:lnTo>
                <a:close/>
              </a:path>
              <a:path w="1229995" h="477519">
                <a:moveTo>
                  <a:pt x="643127" y="477012"/>
                </a:moveTo>
                <a:lnTo>
                  <a:pt x="605027" y="477012"/>
                </a:lnTo>
                <a:lnTo>
                  <a:pt x="605027" y="467867"/>
                </a:lnTo>
                <a:lnTo>
                  <a:pt x="643127" y="467867"/>
                </a:lnTo>
                <a:lnTo>
                  <a:pt x="643127" y="477012"/>
                </a:lnTo>
                <a:close/>
              </a:path>
              <a:path w="1229995" h="477519">
                <a:moveTo>
                  <a:pt x="576071" y="477012"/>
                </a:moveTo>
                <a:lnTo>
                  <a:pt x="537971" y="477012"/>
                </a:lnTo>
                <a:lnTo>
                  <a:pt x="537971" y="467867"/>
                </a:lnTo>
                <a:lnTo>
                  <a:pt x="576071" y="467867"/>
                </a:lnTo>
                <a:lnTo>
                  <a:pt x="576071" y="477012"/>
                </a:lnTo>
                <a:close/>
              </a:path>
              <a:path w="1229995" h="477519">
                <a:moveTo>
                  <a:pt x="510539" y="477012"/>
                </a:moveTo>
                <a:lnTo>
                  <a:pt x="472439" y="477012"/>
                </a:lnTo>
                <a:lnTo>
                  <a:pt x="472439" y="467867"/>
                </a:lnTo>
                <a:lnTo>
                  <a:pt x="510539" y="467867"/>
                </a:lnTo>
                <a:lnTo>
                  <a:pt x="510539" y="477012"/>
                </a:lnTo>
                <a:close/>
              </a:path>
              <a:path w="1229995" h="477519">
                <a:moveTo>
                  <a:pt x="443483" y="477012"/>
                </a:moveTo>
                <a:lnTo>
                  <a:pt x="405383" y="477012"/>
                </a:lnTo>
                <a:lnTo>
                  <a:pt x="405383" y="467867"/>
                </a:lnTo>
                <a:lnTo>
                  <a:pt x="443483" y="467867"/>
                </a:lnTo>
                <a:lnTo>
                  <a:pt x="443483" y="477012"/>
                </a:lnTo>
                <a:close/>
              </a:path>
              <a:path w="1229995" h="477519">
                <a:moveTo>
                  <a:pt x="376427" y="477012"/>
                </a:moveTo>
                <a:lnTo>
                  <a:pt x="338327" y="477012"/>
                </a:lnTo>
                <a:lnTo>
                  <a:pt x="338327" y="467867"/>
                </a:lnTo>
                <a:lnTo>
                  <a:pt x="376427" y="467867"/>
                </a:lnTo>
                <a:lnTo>
                  <a:pt x="376427" y="477012"/>
                </a:lnTo>
                <a:close/>
              </a:path>
              <a:path w="1229995" h="477519">
                <a:moveTo>
                  <a:pt x="309371" y="477012"/>
                </a:moveTo>
                <a:lnTo>
                  <a:pt x="271271" y="477012"/>
                </a:lnTo>
                <a:lnTo>
                  <a:pt x="271271" y="467867"/>
                </a:lnTo>
                <a:lnTo>
                  <a:pt x="309371" y="467867"/>
                </a:lnTo>
                <a:lnTo>
                  <a:pt x="309371" y="477012"/>
                </a:lnTo>
                <a:close/>
              </a:path>
              <a:path w="1229995" h="477519">
                <a:moveTo>
                  <a:pt x="243839" y="477012"/>
                </a:moveTo>
                <a:lnTo>
                  <a:pt x="205739" y="477012"/>
                </a:lnTo>
                <a:lnTo>
                  <a:pt x="205739" y="467867"/>
                </a:lnTo>
                <a:lnTo>
                  <a:pt x="243839" y="467867"/>
                </a:lnTo>
                <a:lnTo>
                  <a:pt x="243839" y="477012"/>
                </a:lnTo>
                <a:close/>
              </a:path>
              <a:path w="1229995" h="477519">
                <a:moveTo>
                  <a:pt x="176783" y="477012"/>
                </a:moveTo>
                <a:lnTo>
                  <a:pt x="138683" y="477012"/>
                </a:lnTo>
                <a:lnTo>
                  <a:pt x="138683" y="467867"/>
                </a:lnTo>
                <a:lnTo>
                  <a:pt x="176783" y="467867"/>
                </a:lnTo>
                <a:lnTo>
                  <a:pt x="176783" y="477012"/>
                </a:lnTo>
                <a:close/>
              </a:path>
              <a:path w="1229995" h="477519">
                <a:moveTo>
                  <a:pt x="109727" y="477012"/>
                </a:moveTo>
                <a:lnTo>
                  <a:pt x="71627" y="477012"/>
                </a:lnTo>
                <a:lnTo>
                  <a:pt x="71627" y="467867"/>
                </a:lnTo>
                <a:lnTo>
                  <a:pt x="109727" y="467867"/>
                </a:lnTo>
                <a:lnTo>
                  <a:pt x="109727" y="477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334478" y="1241619"/>
            <a:ext cx="1026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Listener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48400" y="4995671"/>
            <a:ext cx="1676400" cy="11430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54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15"/>
              </a:spcBef>
            </a:pPr>
            <a:endParaRPr sz="1800">
              <a:latin typeface="Times New Roman"/>
              <a:cs typeface="Times New Roman"/>
            </a:endParaRPr>
          </a:p>
          <a:p>
            <a:pPr marL="50736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JFrame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60207" y="1758695"/>
            <a:ext cx="254635" cy="391795"/>
            <a:chOff x="7760207" y="1758695"/>
            <a:chExt cx="254635" cy="391795"/>
          </a:xfrm>
        </p:grpSpPr>
        <p:sp>
          <p:nvSpPr>
            <p:cNvPr id="14" name="object 14"/>
            <p:cNvSpPr/>
            <p:nvPr/>
          </p:nvSpPr>
          <p:spPr>
            <a:xfrm>
              <a:off x="7772399" y="1763267"/>
              <a:ext cx="228600" cy="381000"/>
            </a:xfrm>
            <a:custGeom>
              <a:avLst/>
              <a:gdLst/>
              <a:ahLst/>
              <a:cxnLst/>
              <a:rect l="l" t="t" r="r" b="b"/>
              <a:pathLst>
                <a:path w="228600" h="381000">
                  <a:moveTo>
                    <a:pt x="114300" y="381000"/>
                  </a:moveTo>
                  <a:lnTo>
                    <a:pt x="0" y="284988"/>
                  </a:lnTo>
                  <a:lnTo>
                    <a:pt x="76200" y="284988"/>
                  </a:lnTo>
                  <a:lnTo>
                    <a:pt x="76200" y="0"/>
                  </a:lnTo>
                  <a:lnTo>
                    <a:pt x="152400" y="0"/>
                  </a:lnTo>
                  <a:lnTo>
                    <a:pt x="152400" y="284988"/>
                  </a:lnTo>
                  <a:lnTo>
                    <a:pt x="228600" y="284988"/>
                  </a:lnTo>
                  <a:lnTo>
                    <a:pt x="114300" y="38100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60207" y="1758695"/>
              <a:ext cx="254635" cy="391795"/>
            </a:xfrm>
            <a:custGeom>
              <a:avLst/>
              <a:gdLst/>
              <a:ahLst/>
              <a:cxnLst/>
              <a:rect l="l" t="t" r="r" b="b"/>
              <a:pathLst>
                <a:path w="254634" h="391794">
                  <a:moveTo>
                    <a:pt x="83820" y="289560"/>
                  </a:moveTo>
                  <a:lnTo>
                    <a:pt x="83820" y="0"/>
                  </a:lnTo>
                  <a:lnTo>
                    <a:pt x="170688" y="0"/>
                  </a:lnTo>
                  <a:lnTo>
                    <a:pt x="170688" y="4571"/>
                  </a:lnTo>
                  <a:lnTo>
                    <a:pt x="94488" y="4571"/>
                  </a:lnTo>
                  <a:lnTo>
                    <a:pt x="88392" y="9144"/>
                  </a:lnTo>
                  <a:lnTo>
                    <a:pt x="94488" y="9144"/>
                  </a:lnTo>
                  <a:lnTo>
                    <a:pt x="94488" y="284988"/>
                  </a:lnTo>
                  <a:lnTo>
                    <a:pt x="88392" y="284988"/>
                  </a:lnTo>
                  <a:lnTo>
                    <a:pt x="83820" y="289560"/>
                  </a:lnTo>
                  <a:close/>
                </a:path>
                <a:path w="254634" h="391794">
                  <a:moveTo>
                    <a:pt x="94488" y="9144"/>
                  </a:moveTo>
                  <a:lnTo>
                    <a:pt x="88392" y="9144"/>
                  </a:lnTo>
                  <a:lnTo>
                    <a:pt x="94488" y="4571"/>
                  </a:lnTo>
                  <a:lnTo>
                    <a:pt x="94488" y="9144"/>
                  </a:lnTo>
                  <a:close/>
                </a:path>
                <a:path w="254634" h="391794">
                  <a:moveTo>
                    <a:pt x="160019" y="9144"/>
                  </a:moveTo>
                  <a:lnTo>
                    <a:pt x="94488" y="9144"/>
                  </a:lnTo>
                  <a:lnTo>
                    <a:pt x="94488" y="4571"/>
                  </a:lnTo>
                  <a:lnTo>
                    <a:pt x="160019" y="4571"/>
                  </a:lnTo>
                  <a:lnTo>
                    <a:pt x="160019" y="9144"/>
                  </a:lnTo>
                  <a:close/>
                </a:path>
                <a:path w="254634" h="391794">
                  <a:moveTo>
                    <a:pt x="228526" y="294132"/>
                  </a:moveTo>
                  <a:lnTo>
                    <a:pt x="160019" y="294132"/>
                  </a:lnTo>
                  <a:lnTo>
                    <a:pt x="160019" y="4571"/>
                  </a:lnTo>
                  <a:lnTo>
                    <a:pt x="164592" y="9144"/>
                  </a:lnTo>
                  <a:lnTo>
                    <a:pt x="170688" y="9144"/>
                  </a:lnTo>
                  <a:lnTo>
                    <a:pt x="170688" y="284988"/>
                  </a:lnTo>
                  <a:lnTo>
                    <a:pt x="164592" y="284988"/>
                  </a:lnTo>
                  <a:lnTo>
                    <a:pt x="170688" y="289560"/>
                  </a:lnTo>
                  <a:lnTo>
                    <a:pt x="234056" y="289560"/>
                  </a:lnTo>
                  <a:lnTo>
                    <a:pt x="228526" y="294132"/>
                  </a:lnTo>
                  <a:close/>
                </a:path>
                <a:path w="254634" h="391794">
                  <a:moveTo>
                    <a:pt x="170688" y="9144"/>
                  </a:moveTo>
                  <a:lnTo>
                    <a:pt x="164592" y="9144"/>
                  </a:lnTo>
                  <a:lnTo>
                    <a:pt x="160019" y="4571"/>
                  </a:lnTo>
                  <a:lnTo>
                    <a:pt x="170688" y="4571"/>
                  </a:lnTo>
                  <a:lnTo>
                    <a:pt x="170688" y="9144"/>
                  </a:lnTo>
                  <a:close/>
                </a:path>
                <a:path w="254634" h="391794">
                  <a:moveTo>
                    <a:pt x="126492" y="391668"/>
                  </a:moveTo>
                  <a:lnTo>
                    <a:pt x="0" y="284988"/>
                  </a:lnTo>
                  <a:lnTo>
                    <a:pt x="83820" y="284988"/>
                  </a:lnTo>
                  <a:lnTo>
                    <a:pt x="83820" y="286512"/>
                  </a:lnTo>
                  <a:lnTo>
                    <a:pt x="15240" y="286512"/>
                  </a:lnTo>
                  <a:lnTo>
                    <a:pt x="12192" y="294132"/>
                  </a:lnTo>
                  <a:lnTo>
                    <a:pt x="24457" y="294132"/>
                  </a:lnTo>
                  <a:lnTo>
                    <a:pt x="126492" y="378480"/>
                  </a:lnTo>
                  <a:lnTo>
                    <a:pt x="123444" y="381000"/>
                  </a:lnTo>
                  <a:lnTo>
                    <a:pt x="139293" y="381000"/>
                  </a:lnTo>
                  <a:lnTo>
                    <a:pt x="126492" y="391668"/>
                  </a:lnTo>
                  <a:close/>
                </a:path>
                <a:path w="254634" h="391794">
                  <a:moveTo>
                    <a:pt x="94488" y="289560"/>
                  </a:moveTo>
                  <a:lnTo>
                    <a:pt x="83820" y="289560"/>
                  </a:lnTo>
                  <a:lnTo>
                    <a:pt x="88392" y="284988"/>
                  </a:lnTo>
                  <a:lnTo>
                    <a:pt x="94488" y="284988"/>
                  </a:lnTo>
                  <a:lnTo>
                    <a:pt x="94488" y="289560"/>
                  </a:lnTo>
                  <a:close/>
                </a:path>
                <a:path w="254634" h="391794">
                  <a:moveTo>
                    <a:pt x="170688" y="289560"/>
                  </a:moveTo>
                  <a:lnTo>
                    <a:pt x="164592" y="284988"/>
                  </a:lnTo>
                  <a:lnTo>
                    <a:pt x="170688" y="284988"/>
                  </a:lnTo>
                  <a:lnTo>
                    <a:pt x="170688" y="289560"/>
                  </a:lnTo>
                  <a:close/>
                </a:path>
                <a:path w="254634" h="391794">
                  <a:moveTo>
                    <a:pt x="234056" y="289560"/>
                  </a:moveTo>
                  <a:lnTo>
                    <a:pt x="170688" y="289560"/>
                  </a:lnTo>
                  <a:lnTo>
                    <a:pt x="170688" y="284988"/>
                  </a:lnTo>
                  <a:lnTo>
                    <a:pt x="254507" y="284988"/>
                  </a:lnTo>
                  <a:lnTo>
                    <a:pt x="252679" y="286512"/>
                  </a:lnTo>
                  <a:lnTo>
                    <a:pt x="237743" y="286512"/>
                  </a:lnTo>
                  <a:lnTo>
                    <a:pt x="234056" y="289560"/>
                  </a:lnTo>
                  <a:close/>
                </a:path>
                <a:path w="254634" h="391794">
                  <a:moveTo>
                    <a:pt x="24457" y="294132"/>
                  </a:moveTo>
                  <a:lnTo>
                    <a:pt x="12192" y="294132"/>
                  </a:lnTo>
                  <a:lnTo>
                    <a:pt x="15240" y="286512"/>
                  </a:lnTo>
                  <a:lnTo>
                    <a:pt x="24457" y="294132"/>
                  </a:lnTo>
                  <a:close/>
                </a:path>
                <a:path w="254634" h="391794">
                  <a:moveTo>
                    <a:pt x="94488" y="294132"/>
                  </a:moveTo>
                  <a:lnTo>
                    <a:pt x="24457" y="294132"/>
                  </a:lnTo>
                  <a:lnTo>
                    <a:pt x="15240" y="286512"/>
                  </a:lnTo>
                  <a:lnTo>
                    <a:pt x="83820" y="286512"/>
                  </a:lnTo>
                  <a:lnTo>
                    <a:pt x="83820" y="289560"/>
                  </a:lnTo>
                  <a:lnTo>
                    <a:pt x="94488" y="289560"/>
                  </a:lnTo>
                  <a:lnTo>
                    <a:pt x="94488" y="294132"/>
                  </a:lnTo>
                  <a:close/>
                </a:path>
                <a:path w="254634" h="391794">
                  <a:moveTo>
                    <a:pt x="139293" y="381000"/>
                  </a:moveTo>
                  <a:lnTo>
                    <a:pt x="129540" y="381000"/>
                  </a:lnTo>
                  <a:lnTo>
                    <a:pt x="126492" y="378480"/>
                  </a:lnTo>
                  <a:lnTo>
                    <a:pt x="237743" y="286512"/>
                  </a:lnTo>
                  <a:lnTo>
                    <a:pt x="240792" y="294132"/>
                  </a:lnTo>
                  <a:lnTo>
                    <a:pt x="243535" y="294132"/>
                  </a:lnTo>
                  <a:lnTo>
                    <a:pt x="139293" y="381000"/>
                  </a:lnTo>
                  <a:close/>
                </a:path>
                <a:path w="254634" h="391794">
                  <a:moveTo>
                    <a:pt x="243535" y="294132"/>
                  </a:moveTo>
                  <a:lnTo>
                    <a:pt x="240792" y="294132"/>
                  </a:lnTo>
                  <a:lnTo>
                    <a:pt x="237743" y="286512"/>
                  </a:lnTo>
                  <a:lnTo>
                    <a:pt x="252679" y="286512"/>
                  </a:lnTo>
                  <a:lnTo>
                    <a:pt x="243535" y="294132"/>
                  </a:lnTo>
                  <a:close/>
                </a:path>
                <a:path w="254634" h="391794">
                  <a:moveTo>
                    <a:pt x="129540" y="381000"/>
                  </a:moveTo>
                  <a:lnTo>
                    <a:pt x="123444" y="381000"/>
                  </a:lnTo>
                  <a:lnTo>
                    <a:pt x="126492" y="378480"/>
                  </a:lnTo>
                  <a:lnTo>
                    <a:pt x="129540" y="381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458455" y="2749295"/>
            <a:ext cx="248920" cy="546100"/>
            <a:chOff x="7458455" y="2749295"/>
            <a:chExt cx="248920" cy="546100"/>
          </a:xfrm>
        </p:grpSpPr>
        <p:sp>
          <p:nvSpPr>
            <p:cNvPr id="17" name="object 17"/>
            <p:cNvSpPr/>
            <p:nvPr/>
          </p:nvSpPr>
          <p:spPr>
            <a:xfrm>
              <a:off x="7467599" y="2753867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114300" y="533400"/>
                  </a:moveTo>
                  <a:lnTo>
                    <a:pt x="0" y="399288"/>
                  </a:lnTo>
                  <a:lnTo>
                    <a:pt x="76200" y="399288"/>
                  </a:lnTo>
                  <a:lnTo>
                    <a:pt x="76200" y="0"/>
                  </a:lnTo>
                  <a:lnTo>
                    <a:pt x="152400" y="0"/>
                  </a:lnTo>
                  <a:lnTo>
                    <a:pt x="152400" y="399288"/>
                  </a:lnTo>
                  <a:lnTo>
                    <a:pt x="228600" y="399288"/>
                  </a:lnTo>
                  <a:lnTo>
                    <a:pt x="114300" y="53340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58455" y="2749295"/>
              <a:ext cx="248920" cy="546100"/>
            </a:xfrm>
            <a:custGeom>
              <a:avLst/>
              <a:gdLst/>
              <a:ahLst/>
              <a:cxnLst/>
              <a:rect l="l" t="t" r="r" b="b"/>
              <a:pathLst>
                <a:path w="248920" h="546100">
                  <a:moveTo>
                    <a:pt x="80772" y="403859"/>
                  </a:moveTo>
                  <a:lnTo>
                    <a:pt x="80772" y="0"/>
                  </a:lnTo>
                  <a:lnTo>
                    <a:pt x="167640" y="0"/>
                  </a:lnTo>
                  <a:lnTo>
                    <a:pt x="167640" y="4571"/>
                  </a:lnTo>
                  <a:lnTo>
                    <a:pt x="91440" y="4571"/>
                  </a:lnTo>
                  <a:lnTo>
                    <a:pt x="85344" y="9143"/>
                  </a:lnTo>
                  <a:lnTo>
                    <a:pt x="91440" y="9143"/>
                  </a:lnTo>
                  <a:lnTo>
                    <a:pt x="91440" y="399287"/>
                  </a:lnTo>
                  <a:lnTo>
                    <a:pt x="85344" y="399287"/>
                  </a:lnTo>
                  <a:lnTo>
                    <a:pt x="80772" y="403859"/>
                  </a:lnTo>
                  <a:close/>
                </a:path>
                <a:path w="248920" h="546100">
                  <a:moveTo>
                    <a:pt x="91440" y="9143"/>
                  </a:moveTo>
                  <a:lnTo>
                    <a:pt x="85344" y="9143"/>
                  </a:lnTo>
                  <a:lnTo>
                    <a:pt x="91440" y="4571"/>
                  </a:lnTo>
                  <a:lnTo>
                    <a:pt x="91440" y="9143"/>
                  </a:lnTo>
                  <a:close/>
                </a:path>
                <a:path w="248920" h="546100">
                  <a:moveTo>
                    <a:pt x="156972" y="9143"/>
                  </a:moveTo>
                  <a:lnTo>
                    <a:pt x="91440" y="9143"/>
                  </a:lnTo>
                  <a:lnTo>
                    <a:pt x="91440" y="4571"/>
                  </a:lnTo>
                  <a:lnTo>
                    <a:pt x="156972" y="4571"/>
                  </a:lnTo>
                  <a:lnTo>
                    <a:pt x="156972" y="9143"/>
                  </a:lnTo>
                  <a:close/>
                </a:path>
                <a:path w="248920" h="546100">
                  <a:moveTo>
                    <a:pt x="228201" y="408431"/>
                  </a:moveTo>
                  <a:lnTo>
                    <a:pt x="156972" y="408431"/>
                  </a:lnTo>
                  <a:lnTo>
                    <a:pt x="156972" y="4571"/>
                  </a:lnTo>
                  <a:lnTo>
                    <a:pt x="161543" y="9143"/>
                  </a:lnTo>
                  <a:lnTo>
                    <a:pt x="167640" y="9143"/>
                  </a:lnTo>
                  <a:lnTo>
                    <a:pt x="167640" y="399287"/>
                  </a:lnTo>
                  <a:lnTo>
                    <a:pt x="161543" y="399287"/>
                  </a:lnTo>
                  <a:lnTo>
                    <a:pt x="167640" y="403859"/>
                  </a:lnTo>
                  <a:lnTo>
                    <a:pt x="232098" y="403859"/>
                  </a:lnTo>
                  <a:lnTo>
                    <a:pt x="228201" y="408431"/>
                  </a:lnTo>
                  <a:close/>
                </a:path>
                <a:path w="248920" h="546100">
                  <a:moveTo>
                    <a:pt x="167640" y="9143"/>
                  </a:moveTo>
                  <a:lnTo>
                    <a:pt x="161543" y="9143"/>
                  </a:lnTo>
                  <a:lnTo>
                    <a:pt x="156972" y="4571"/>
                  </a:lnTo>
                  <a:lnTo>
                    <a:pt x="167640" y="4571"/>
                  </a:lnTo>
                  <a:lnTo>
                    <a:pt x="167640" y="9143"/>
                  </a:lnTo>
                  <a:close/>
                </a:path>
                <a:path w="248920" h="546100">
                  <a:moveTo>
                    <a:pt x="123444" y="545591"/>
                  </a:moveTo>
                  <a:lnTo>
                    <a:pt x="0" y="399287"/>
                  </a:lnTo>
                  <a:lnTo>
                    <a:pt x="80772" y="399287"/>
                  </a:lnTo>
                  <a:lnTo>
                    <a:pt x="80772" y="400811"/>
                  </a:lnTo>
                  <a:lnTo>
                    <a:pt x="13716" y="400811"/>
                  </a:lnTo>
                  <a:lnTo>
                    <a:pt x="9144" y="408431"/>
                  </a:lnTo>
                  <a:lnTo>
                    <a:pt x="20210" y="408431"/>
                  </a:lnTo>
                  <a:lnTo>
                    <a:pt x="124206" y="530453"/>
                  </a:lnTo>
                  <a:lnTo>
                    <a:pt x="120396" y="534923"/>
                  </a:lnTo>
                  <a:lnTo>
                    <a:pt x="132556" y="534923"/>
                  </a:lnTo>
                  <a:lnTo>
                    <a:pt x="123444" y="545591"/>
                  </a:lnTo>
                  <a:close/>
                </a:path>
                <a:path w="248920" h="546100">
                  <a:moveTo>
                    <a:pt x="91440" y="403859"/>
                  </a:moveTo>
                  <a:lnTo>
                    <a:pt x="80772" y="403859"/>
                  </a:lnTo>
                  <a:lnTo>
                    <a:pt x="85344" y="399287"/>
                  </a:lnTo>
                  <a:lnTo>
                    <a:pt x="91440" y="399287"/>
                  </a:lnTo>
                  <a:lnTo>
                    <a:pt x="91440" y="403859"/>
                  </a:lnTo>
                  <a:close/>
                </a:path>
                <a:path w="248920" h="546100">
                  <a:moveTo>
                    <a:pt x="167640" y="403859"/>
                  </a:moveTo>
                  <a:lnTo>
                    <a:pt x="161543" y="399287"/>
                  </a:lnTo>
                  <a:lnTo>
                    <a:pt x="167640" y="399287"/>
                  </a:lnTo>
                  <a:lnTo>
                    <a:pt x="167640" y="403859"/>
                  </a:lnTo>
                  <a:close/>
                </a:path>
                <a:path w="248920" h="546100">
                  <a:moveTo>
                    <a:pt x="232098" y="403859"/>
                  </a:moveTo>
                  <a:lnTo>
                    <a:pt x="167640" y="403859"/>
                  </a:lnTo>
                  <a:lnTo>
                    <a:pt x="167640" y="399287"/>
                  </a:lnTo>
                  <a:lnTo>
                    <a:pt x="248412" y="399287"/>
                  </a:lnTo>
                  <a:lnTo>
                    <a:pt x="247110" y="400811"/>
                  </a:lnTo>
                  <a:lnTo>
                    <a:pt x="234695" y="400811"/>
                  </a:lnTo>
                  <a:lnTo>
                    <a:pt x="232098" y="403859"/>
                  </a:lnTo>
                  <a:close/>
                </a:path>
                <a:path w="248920" h="546100">
                  <a:moveTo>
                    <a:pt x="20210" y="408431"/>
                  </a:moveTo>
                  <a:lnTo>
                    <a:pt x="9144" y="408431"/>
                  </a:lnTo>
                  <a:lnTo>
                    <a:pt x="13716" y="400811"/>
                  </a:lnTo>
                  <a:lnTo>
                    <a:pt x="20210" y="408431"/>
                  </a:lnTo>
                  <a:close/>
                </a:path>
                <a:path w="248920" h="546100">
                  <a:moveTo>
                    <a:pt x="91440" y="408431"/>
                  </a:moveTo>
                  <a:lnTo>
                    <a:pt x="20210" y="408431"/>
                  </a:lnTo>
                  <a:lnTo>
                    <a:pt x="13716" y="400811"/>
                  </a:lnTo>
                  <a:lnTo>
                    <a:pt x="80772" y="400811"/>
                  </a:lnTo>
                  <a:lnTo>
                    <a:pt x="80772" y="403859"/>
                  </a:lnTo>
                  <a:lnTo>
                    <a:pt x="91440" y="403859"/>
                  </a:lnTo>
                  <a:lnTo>
                    <a:pt x="91440" y="408431"/>
                  </a:lnTo>
                  <a:close/>
                </a:path>
                <a:path w="248920" h="546100">
                  <a:moveTo>
                    <a:pt x="132556" y="534923"/>
                  </a:moveTo>
                  <a:lnTo>
                    <a:pt x="128016" y="534923"/>
                  </a:lnTo>
                  <a:lnTo>
                    <a:pt x="124206" y="530453"/>
                  </a:lnTo>
                  <a:lnTo>
                    <a:pt x="234695" y="400811"/>
                  </a:lnTo>
                  <a:lnTo>
                    <a:pt x="237743" y="408431"/>
                  </a:lnTo>
                  <a:lnTo>
                    <a:pt x="240601" y="408431"/>
                  </a:lnTo>
                  <a:lnTo>
                    <a:pt x="132556" y="534923"/>
                  </a:lnTo>
                  <a:close/>
                </a:path>
                <a:path w="248920" h="546100">
                  <a:moveTo>
                    <a:pt x="240601" y="408431"/>
                  </a:moveTo>
                  <a:lnTo>
                    <a:pt x="237743" y="408431"/>
                  </a:lnTo>
                  <a:lnTo>
                    <a:pt x="234695" y="400811"/>
                  </a:lnTo>
                  <a:lnTo>
                    <a:pt x="247110" y="400811"/>
                  </a:lnTo>
                  <a:lnTo>
                    <a:pt x="240601" y="408431"/>
                  </a:lnTo>
                  <a:close/>
                </a:path>
                <a:path w="248920" h="546100">
                  <a:moveTo>
                    <a:pt x="128016" y="534923"/>
                  </a:moveTo>
                  <a:lnTo>
                    <a:pt x="120396" y="534923"/>
                  </a:lnTo>
                  <a:lnTo>
                    <a:pt x="124206" y="530453"/>
                  </a:lnTo>
                  <a:lnTo>
                    <a:pt x="128016" y="5349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7001255" y="4273296"/>
            <a:ext cx="248920" cy="546100"/>
            <a:chOff x="7001255" y="4273296"/>
            <a:chExt cx="248920" cy="546100"/>
          </a:xfrm>
        </p:grpSpPr>
        <p:sp>
          <p:nvSpPr>
            <p:cNvPr id="20" name="object 20"/>
            <p:cNvSpPr/>
            <p:nvPr/>
          </p:nvSpPr>
          <p:spPr>
            <a:xfrm>
              <a:off x="7010399" y="4277868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114300" y="533400"/>
                  </a:moveTo>
                  <a:lnTo>
                    <a:pt x="0" y="399287"/>
                  </a:lnTo>
                  <a:lnTo>
                    <a:pt x="76200" y="399287"/>
                  </a:lnTo>
                  <a:lnTo>
                    <a:pt x="76200" y="0"/>
                  </a:lnTo>
                  <a:lnTo>
                    <a:pt x="152400" y="0"/>
                  </a:lnTo>
                  <a:lnTo>
                    <a:pt x="152400" y="399287"/>
                  </a:lnTo>
                  <a:lnTo>
                    <a:pt x="228600" y="399287"/>
                  </a:lnTo>
                  <a:lnTo>
                    <a:pt x="114300" y="53340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01255" y="4273296"/>
              <a:ext cx="248920" cy="546100"/>
            </a:xfrm>
            <a:custGeom>
              <a:avLst/>
              <a:gdLst/>
              <a:ahLst/>
              <a:cxnLst/>
              <a:rect l="l" t="t" r="r" b="b"/>
              <a:pathLst>
                <a:path w="248920" h="546100">
                  <a:moveTo>
                    <a:pt x="80772" y="403859"/>
                  </a:moveTo>
                  <a:lnTo>
                    <a:pt x="80772" y="0"/>
                  </a:lnTo>
                  <a:lnTo>
                    <a:pt x="167640" y="0"/>
                  </a:lnTo>
                  <a:lnTo>
                    <a:pt x="167640" y="4571"/>
                  </a:lnTo>
                  <a:lnTo>
                    <a:pt x="91440" y="4571"/>
                  </a:lnTo>
                  <a:lnTo>
                    <a:pt x="85344" y="9143"/>
                  </a:lnTo>
                  <a:lnTo>
                    <a:pt x="91440" y="9143"/>
                  </a:lnTo>
                  <a:lnTo>
                    <a:pt x="91440" y="399287"/>
                  </a:lnTo>
                  <a:lnTo>
                    <a:pt x="85344" y="399287"/>
                  </a:lnTo>
                  <a:lnTo>
                    <a:pt x="80772" y="403859"/>
                  </a:lnTo>
                  <a:close/>
                </a:path>
                <a:path w="248920" h="546100">
                  <a:moveTo>
                    <a:pt x="91440" y="9143"/>
                  </a:moveTo>
                  <a:lnTo>
                    <a:pt x="85344" y="9143"/>
                  </a:lnTo>
                  <a:lnTo>
                    <a:pt x="91440" y="4571"/>
                  </a:lnTo>
                  <a:lnTo>
                    <a:pt x="91440" y="9143"/>
                  </a:lnTo>
                  <a:close/>
                </a:path>
                <a:path w="248920" h="546100">
                  <a:moveTo>
                    <a:pt x="156972" y="9143"/>
                  </a:moveTo>
                  <a:lnTo>
                    <a:pt x="91440" y="9143"/>
                  </a:lnTo>
                  <a:lnTo>
                    <a:pt x="91440" y="4571"/>
                  </a:lnTo>
                  <a:lnTo>
                    <a:pt x="156972" y="4571"/>
                  </a:lnTo>
                  <a:lnTo>
                    <a:pt x="156972" y="9143"/>
                  </a:lnTo>
                  <a:close/>
                </a:path>
                <a:path w="248920" h="546100">
                  <a:moveTo>
                    <a:pt x="228201" y="408431"/>
                  </a:moveTo>
                  <a:lnTo>
                    <a:pt x="156972" y="408431"/>
                  </a:lnTo>
                  <a:lnTo>
                    <a:pt x="156972" y="4571"/>
                  </a:lnTo>
                  <a:lnTo>
                    <a:pt x="161543" y="9143"/>
                  </a:lnTo>
                  <a:lnTo>
                    <a:pt x="167640" y="9143"/>
                  </a:lnTo>
                  <a:lnTo>
                    <a:pt x="167640" y="399287"/>
                  </a:lnTo>
                  <a:lnTo>
                    <a:pt x="161543" y="399287"/>
                  </a:lnTo>
                  <a:lnTo>
                    <a:pt x="167640" y="403859"/>
                  </a:lnTo>
                  <a:lnTo>
                    <a:pt x="232098" y="403859"/>
                  </a:lnTo>
                  <a:lnTo>
                    <a:pt x="228201" y="408431"/>
                  </a:lnTo>
                  <a:close/>
                </a:path>
                <a:path w="248920" h="546100">
                  <a:moveTo>
                    <a:pt x="167640" y="9143"/>
                  </a:moveTo>
                  <a:lnTo>
                    <a:pt x="161543" y="9143"/>
                  </a:lnTo>
                  <a:lnTo>
                    <a:pt x="156972" y="4571"/>
                  </a:lnTo>
                  <a:lnTo>
                    <a:pt x="167640" y="4571"/>
                  </a:lnTo>
                  <a:lnTo>
                    <a:pt x="167640" y="9143"/>
                  </a:lnTo>
                  <a:close/>
                </a:path>
                <a:path w="248920" h="546100">
                  <a:moveTo>
                    <a:pt x="123444" y="545591"/>
                  </a:moveTo>
                  <a:lnTo>
                    <a:pt x="0" y="399287"/>
                  </a:lnTo>
                  <a:lnTo>
                    <a:pt x="80772" y="399287"/>
                  </a:lnTo>
                  <a:lnTo>
                    <a:pt x="80772" y="400811"/>
                  </a:lnTo>
                  <a:lnTo>
                    <a:pt x="13716" y="400811"/>
                  </a:lnTo>
                  <a:lnTo>
                    <a:pt x="9144" y="408431"/>
                  </a:lnTo>
                  <a:lnTo>
                    <a:pt x="20210" y="408431"/>
                  </a:lnTo>
                  <a:lnTo>
                    <a:pt x="124206" y="530453"/>
                  </a:lnTo>
                  <a:lnTo>
                    <a:pt x="120396" y="534923"/>
                  </a:lnTo>
                  <a:lnTo>
                    <a:pt x="132556" y="534923"/>
                  </a:lnTo>
                  <a:lnTo>
                    <a:pt x="123444" y="545591"/>
                  </a:lnTo>
                  <a:close/>
                </a:path>
                <a:path w="248920" h="546100">
                  <a:moveTo>
                    <a:pt x="91440" y="403859"/>
                  </a:moveTo>
                  <a:lnTo>
                    <a:pt x="80772" y="403859"/>
                  </a:lnTo>
                  <a:lnTo>
                    <a:pt x="85344" y="399287"/>
                  </a:lnTo>
                  <a:lnTo>
                    <a:pt x="91440" y="399287"/>
                  </a:lnTo>
                  <a:lnTo>
                    <a:pt x="91440" y="403859"/>
                  </a:lnTo>
                  <a:close/>
                </a:path>
                <a:path w="248920" h="546100">
                  <a:moveTo>
                    <a:pt x="167640" y="403859"/>
                  </a:moveTo>
                  <a:lnTo>
                    <a:pt x="161543" y="399287"/>
                  </a:lnTo>
                  <a:lnTo>
                    <a:pt x="167640" y="399287"/>
                  </a:lnTo>
                  <a:lnTo>
                    <a:pt x="167640" y="403859"/>
                  </a:lnTo>
                  <a:close/>
                </a:path>
                <a:path w="248920" h="546100">
                  <a:moveTo>
                    <a:pt x="232098" y="403859"/>
                  </a:moveTo>
                  <a:lnTo>
                    <a:pt x="167640" y="403859"/>
                  </a:lnTo>
                  <a:lnTo>
                    <a:pt x="167640" y="399287"/>
                  </a:lnTo>
                  <a:lnTo>
                    <a:pt x="248412" y="399287"/>
                  </a:lnTo>
                  <a:lnTo>
                    <a:pt x="247110" y="400811"/>
                  </a:lnTo>
                  <a:lnTo>
                    <a:pt x="234695" y="400811"/>
                  </a:lnTo>
                  <a:lnTo>
                    <a:pt x="232098" y="403859"/>
                  </a:lnTo>
                  <a:close/>
                </a:path>
                <a:path w="248920" h="546100">
                  <a:moveTo>
                    <a:pt x="20210" y="408431"/>
                  </a:moveTo>
                  <a:lnTo>
                    <a:pt x="9144" y="408431"/>
                  </a:lnTo>
                  <a:lnTo>
                    <a:pt x="13716" y="400811"/>
                  </a:lnTo>
                  <a:lnTo>
                    <a:pt x="20210" y="408431"/>
                  </a:lnTo>
                  <a:close/>
                </a:path>
                <a:path w="248920" h="546100">
                  <a:moveTo>
                    <a:pt x="91440" y="408431"/>
                  </a:moveTo>
                  <a:lnTo>
                    <a:pt x="20210" y="408431"/>
                  </a:lnTo>
                  <a:lnTo>
                    <a:pt x="13716" y="400811"/>
                  </a:lnTo>
                  <a:lnTo>
                    <a:pt x="80772" y="400811"/>
                  </a:lnTo>
                  <a:lnTo>
                    <a:pt x="80772" y="403859"/>
                  </a:lnTo>
                  <a:lnTo>
                    <a:pt x="91440" y="403859"/>
                  </a:lnTo>
                  <a:lnTo>
                    <a:pt x="91440" y="408431"/>
                  </a:lnTo>
                  <a:close/>
                </a:path>
                <a:path w="248920" h="546100">
                  <a:moveTo>
                    <a:pt x="132556" y="534923"/>
                  </a:moveTo>
                  <a:lnTo>
                    <a:pt x="128016" y="534923"/>
                  </a:lnTo>
                  <a:lnTo>
                    <a:pt x="124206" y="530453"/>
                  </a:lnTo>
                  <a:lnTo>
                    <a:pt x="234695" y="400811"/>
                  </a:lnTo>
                  <a:lnTo>
                    <a:pt x="237743" y="408431"/>
                  </a:lnTo>
                  <a:lnTo>
                    <a:pt x="240601" y="408431"/>
                  </a:lnTo>
                  <a:lnTo>
                    <a:pt x="132556" y="534923"/>
                  </a:lnTo>
                  <a:close/>
                </a:path>
                <a:path w="248920" h="546100">
                  <a:moveTo>
                    <a:pt x="240601" y="408431"/>
                  </a:moveTo>
                  <a:lnTo>
                    <a:pt x="237743" y="408431"/>
                  </a:lnTo>
                  <a:lnTo>
                    <a:pt x="234695" y="400811"/>
                  </a:lnTo>
                  <a:lnTo>
                    <a:pt x="247110" y="400811"/>
                  </a:lnTo>
                  <a:lnTo>
                    <a:pt x="240601" y="408431"/>
                  </a:lnTo>
                  <a:close/>
                </a:path>
                <a:path w="248920" h="546100">
                  <a:moveTo>
                    <a:pt x="128016" y="534923"/>
                  </a:moveTo>
                  <a:lnTo>
                    <a:pt x="120396" y="534923"/>
                  </a:lnTo>
                  <a:lnTo>
                    <a:pt x="124206" y="530453"/>
                  </a:lnTo>
                  <a:lnTo>
                    <a:pt x="128016" y="5349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5939028" y="2215895"/>
            <a:ext cx="1001394" cy="466725"/>
            <a:chOff x="5939028" y="2215895"/>
            <a:chExt cx="1001394" cy="466725"/>
          </a:xfrm>
        </p:grpSpPr>
        <p:sp>
          <p:nvSpPr>
            <p:cNvPr id="23" name="object 23"/>
            <p:cNvSpPr/>
            <p:nvPr/>
          </p:nvSpPr>
          <p:spPr>
            <a:xfrm>
              <a:off x="5943599" y="2220467"/>
              <a:ext cx="990600" cy="457200"/>
            </a:xfrm>
            <a:custGeom>
              <a:avLst/>
              <a:gdLst/>
              <a:ahLst/>
              <a:cxnLst/>
              <a:rect l="l" t="t" r="r" b="b"/>
              <a:pathLst>
                <a:path w="990600" h="457200">
                  <a:moveTo>
                    <a:pt x="9906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990600" y="0"/>
                  </a:lnTo>
                  <a:lnTo>
                    <a:pt x="990600" y="45720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39028" y="2215895"/>
              <a:ext cx="1001394" cy="466725"/>
            </a:xfrm>
            <a:custGeom>
              <a:avLst/>
              <a:gdLst/>
              <a:ahLst/>
              <a:cxnLst/>
              <a:rect l="l" t="t" r="r" b="b"/>
              <a:pathLst>
                <a:path w="1001395" h="466725">
                  <a:moveTo>
                    <a:pt x="4572" y="461772"/>
                  </a:moveTo>
                  <a:lnTo>
                    <a:pt x="0" y="461772"/>
                  </a:lnTo>
                  <a:lnTo>
                    <a:pt x="0" y="423672"/>
                  </a:lnTo>
                  <a:lnTo>
                    <a:pt x="10668" y="423672"/>
                  </a:lnTo>
                  <a:lnTo>
                    <a:pt x="10668" y="457200"/>
                  </a:lnTo>
                  <a:lnTo>
                    <a:pt x="4572" y="457200"/>
                  </a:lnTo>
                  <a:lnTo>
                    <a:pt x="4572" y="461772"/>
                  </a:lnTo>
                  <a:close/>
                </a:path>
                <a:path w="1001395" h="466725">
                  <a:moveTo>
                    <a:pt x="33528" y="466344"/>
                  </a:moveTo>
                  <a:lnTo>
                    <a:pt x="4572" y="466344"/>
                  </a:lnTo>
                  <a:lnTo>
                    <a:pt x="4572" y="457200"/>
                  </a:lnTo>
                  <a:lnTo>
                    <a:pt x="10668" y="457200"/>
                  </a:lnTo>
                  <a:lnTo>
                    <a:pt x="10668" y="461772"/>
                  </a:lnTo>
                  <a:lnTo>
                    <a:pt x="33528" y="461772"/>
                  </a:lnTo>
                  <a:lnTo>
                    <a:pt x="33528" y="466344"/>
                  </a:lnTo>
                  <a:close/>
                </a:path>
                <a:path w="1001395" h="466725">
                  <a:moveTo>
                    <a:pt x="33528" y="461772"/>
                  </a:moveTo>
                  <a:lnTo>
                    <a:pt x="10668" y="461772"/>
                  </a:lnTo>
                  <a:lnTo>
                    <a:pt x="10668" y="457200"/>
                  </a:lnTo>
                  <a:lnTo>
                    <a:pt x="33528" y="457200"/>
                  </a:lnTo>
                  <a:lnTo>
                    <a:pt x="33528" y="461772"/>
                  </a:lnTo>
                  <a:close/>
                </a:path>
                <a:path w="1001395" h="466725">
                  <a:moveTo>
                    <a:pt x="10668" y="394716"/>
                  </a:moveTo>
                  <a:lnTo>
                    <a:pt x="0" y="394716"/>
                  </a:lnTo>
                  <a:lnTo>
                    <a:pt x="0" y="356616"/>
                  </a:lnTo>
                  <a:lnTo>
                    <a:pt x="10668" y="356616"/>
                  </a:lnTo>
                  <a:lnTo>
                    <a:pt x="10668" y="394716"/>
                  </a:lnTo>
                  <a:close/>
                </a:path>
                <a:path w="1001395" h="466725">
                  <a:moveTo>
                    <a:pt x="10668" y="327660"/>
                  </a:moveTo>
                  <a:lnTo>
                    <a:pt x="0" y="327660"/>
                  </a:lnTo>
                  <a:lnTo>
                    <a:pt x="0" y="289560"/>
                  </a:lnTo>
                  <a:lnTo>
                    <a:pt x="10668" y="289560"/>
                  </a:lnTo>
                  <a:lnTo>
                    <a:pt x="10668" y="327660"/>
                  </a:lnTo>
                  <a:close/>
                </a:path>
                <a:path w="1001395" h="466725">
                  <a:moveTo>
                    <a:pt x="10668" y="260603"/>
                  </a:moveTo>
                  <a:lnTo>
                    <a:pt x="0" y="260603"/>
                  </a:lnTo>
                  <a:lnTo>
                    <a:pt x="0" y="222503"/>
                  </a:lnTo>
                  <a:lnTo>
                    <a:pt x="10668" y="222503"/>
                  </a:lnTo>
                  <a:lnTo>
                    <a:pt x="10668" y="260603"/>
                  </a:lnTo>
                  <a:close/>
                </a:path>
                <a:path w="1001395" h="466725">
                  <a:moveTo>
                    <a:pt x="10668" y="195072"/>
                  </a:moveTo>
                  <a:lnTo>
                    <a:pt x="0" y="195072"/>
                  </a:lnTo>
                  <a:lnTo>
                    <a:pt x="0" y="156972"/>
                  </a:lnTo>
                  <a:lnTo>
                    <a:pt x="10668" y="156972"/>
                  </a:lnTo>
                  <a:lnTo>
                    <a:pt x="10668" y="195072"/>
                  </a:lnTo>
                  <a:close/>
                </a:path>
                <a:path w="1001395" h="466725">
                  <a:moveTo>
                    <a:pt x="10668" y="128015"/>
                  </a:moveTo>
                  <a:lnTo>
                    <a:pt x="0" y="128015"/>
                  </a:lnTo>
                  <a:lnTo>
                    <a:pt x="0" y="89915"/>
                  </a:lnTo>
                  <a:lnTo>
                    <a:pt x="10668" y="89915"/>
                  </a:lnTo>
                  <a:lnTo>
                    <a:pt x="10668" y="128015"/>
                  </a:lnTo>
                  <a:close/>
                </a:path>
                <a:path w="1001395" h="466725">
                  <a:moveTo>
                    <a:pt x="10668" y="60959"/>
                  </a:moveTo>
                  <a:lnTo>
                    <a:pt x="0" y="60959"/>
                  </a:lnTo>
                  <a:lnTo>
                    <a:pt x="0" y="22859"/>
                  </a:lnTo>
                  <a:lnTo>
                    <a:pt x="10668" y="22859"/>
                  </a:lnTo>
                  <a:lnTo>
                    <a:pt x="10668" y="60959"/>
                  </a:lnTo>
                  <a:close/>
                </a:path>
                <a:path w="1001395" h="466725">
                  <a:moveTo>
                    <a:pt x="53340" y="9144"/>
                  </a:moveTo>
                  <a:lnTo>
                    <a:pt x="15240" y="9144"/>
                  </a:lnTo>
                  <a:lnTo>
                    <a:pt x="15240" y="0"/>
                  </a:lnTo>
                  <a:lnTo>
                    <a:pt x="53340" y="0"/>
                  </a:lnTo>
                  <a:lnTo>
                    <a:pt x="53340" y="9144"/>
                  </a:lnTo>
                  <a:close/>
                </a:path>
                <a:path w="1001395" h="466725">
                  <a:moveTo>
                    <a:pt x="118872" y="9144"/>
                  </a:moveTo>
                  <a:lnTo>
                    <a:pt x="80772" y="9144"/>
                  </a:lnTo>
                  <a:lnTo>
                    <a:pt x="80772" y="0"/>
                  </a:lnTo>
                  <a:lnTo>
                    <a:pt x="118872" y="0"/>
                  </a:lnTo>
                  <a:lnTo>
                    <a:pt x="118872" y="9144"/>
                  </a:lnTo>
                  <a:close/>
                </a:path>
                <a:path w="1001395" h="466725">
                  <a:moveTo>
                    <a:pt x="185928" y="9144"/>
                  </a:moveTo>
                  <a:lnTo>
                    <a:pt x="147828" y="9144"/>
                  </a:lnTo>
                  <a:lnTo>
                    <a:pt x="147828" y="0"/>
                  </a:lnTo>
                  <a:lnTo>
                    <a:pt x="185928" y="0"/>
                  </a:lnTo>
                  <a:lnTo>
                    <a:pt x="185928" y="9144"/>
                  </a:lnTo>
                  <a:close/>
                </a:path>
                <a:path w="1001395" h="466725">
                  <a:moveTo>
                    <a:pt x="252983" y="9144"/>
                  </a:moveTo>
                  <a:lnTo>
                    <a:pt x="214883" y="9144"/>
                  </a:lnTo>
                  <a:lnTo>
                    <a:pt x="214883" y="0"/>
                  </a:lnTo>
                  <a:lnTo>
                    <a:pt x="252983" y="0"/>
                  </a:lnTo>
                  <a:lnTo>
                    <a:pt x="252983" y="9144"/>
                  </a:lnTo>
                  <a:close/>
                </a:path>
                <a:path w="1001395" h="466725">
                  <a:moveTo>
                    <a:pt x="320039" y="9144"/>
                  </a:moveTo>
                  <a:lnTo>
                    <a:pt x="281940" y="9144"/>
                  </a:lnTo>
                  <a:lnTo>
                    <a:pt x="281940" y="0"/>
                  </a:lnTo>
                  <a:lnTo>
                    <a:pt x="320039" y="0"/>
                  </a:lnTo>
                  <a:lnTo>
                    <a:pt x="320039" y="9144"/>
                  </a:lnTo>
                  <a:close/>
                </a:path>
                <a:path w="1001395" h="466725">
                  <a:moveTo>
                    <a:pt x="385572" y="9144"/>
                  </a:moveTo>
                  <a:lnTo>
                    <a:pt x="347472" y="9144"/>
                  </a:lnTo>
                  <a:lnTo>
                    <a:pt x="347472" y="0"/>
                  </a:lnTo>
                  <a:lnTo>
                    <a:pt x="385572" y="0"/>
                  </a:lnTo>
                  <a:lnTo>
                    <a:pt x="385572" y="9144"/>
                  </a:lnTo>
                  <a:close/>
                </a:path>
                <a:path w="1001395" h="466725">
                  <a:moveTo>
                    <a:pt x="452628" y="9144"/>
                  </a:moveTo>
                  <a:lnTo>
                    <a:pt x="414528" y="9144"/>
                  </a:lnTo>
                  <a:lnTo>
                    <a:pt x="414528" y="0"/>
                  </a:lnTo>
                  <a:lnTo>
                    <a:pt x="452628" y="0"/>
                  </a:lnTo>
                  <a:lnTo>
                    <a:pt x="452628" y="9144"/>
                  </a:lnTo>
                  <a:close/>
                </a:path>
                <a:path w="1001395" h="466725">
                  <a:moveTo>
                    <a:pt x="519684" y="9144"/>
                  </a:moveTo>
                  <a:lnTo>
                    <a:pt x="481584" y="9144"/>
                  </a:lnTo>
                  <a:lnTo>
                    <a:pt x="481584" y="0"/>
                  </a:lnTo>
                  <a:lnTo>
                    <a:pt x="519684" y="0"/>
                  </a:lnTo>
                  <a:lnTo>
                    <a:pt x="519684" y="9144"/>
                  </a:lnTo>
                  <a:close/>
                </a:path>
                <a:path w="1001395" h="466725">
                  <a:moveTo>
                    <a:pt x="586739" y="9144"/>
                  </a:moveTo>
                  <a:lnTo>
                    <a:pt x="548639" y="9144"/>
                  </a:lnTo>
                  <a:lnTo>
                    <a:pt x="548639" y="0"/>
                  </a:lnTo>
                  <a:lnTo>
                    <a:pt x="586739" y="0"/>
                  </a:lnTo>
                  <a:lnTo>
                    <a:pt x="586739" y="9144"/>
                  </a:lnTo>
                  <a:close/>
                </a:path>
                <a:path w="1001395" h="466725">
                  <a:moveTo>
                    <a:pt x="652272" y="9144"/>
                  </a:moveTo>
                  <a:lnTo>
                    <a:pt x="614172" y="9144"/>
                  </a:lnTo>
                  <a:lnTo>
                    <a:pt x="614172" y="0"/>
                  </a:lnTo>
                  <a:lnTo>
                    <a:pt x="652272" y="0"/>
                  </a:lnTo>
                  <a:lnTo>
                    <a:pt x="652272" y="9144"/>
                  </a:lnTo>
                  <a:close/>
                </a:path>
                <a:path w="1001395" h="466725">
                  <a:moveTo>
                    <a:pt x="719327" y="9144"/>
                  </a:moveTo>
                  <a:lnTo>
                    <a:pt x="681227" y="9144"/>
                  </a:lnTo>
                  <a:lnTo>
                    <a:pt x="681227" y="0"/>
                  </a:lnTo>
                  <a:lnTo>
                    <a:pt x="719327" y="0"/>
                  </a:lnTo>
                  <a:lnTo>
                    <a:pt x="719327" y="9144"/>
                  </a:lnTo>
                  <a:close/>
                </a:path>
                <a:path w="1001395" h="466725">
                  <a:moveTo>
                    <a:pt x="786384" y="9144"/>
                  </a:moveTo>
                  <a:lnTo>
                    <a:pt x="748284" y="9144"/>
                  </a:lnTo>
                  <a:lnTo>
                    <a:pt x="748284" y="0"/>
                  </a:lnTo>
                  <a:lnTo>
                    <a:pt x="786384" y="0"/>
                  </a:lnTo>
                  <a:lnTo>
                    <a:pt x="786384" y="9144"/>
                  </a:lnTo>
                  <a:close/>
                </a:path>
                <a:path w="1001395" h="466725">
                  <a:moveTo>
                    <a:pt x="853440" y="9144"/>
                  </a:moveTo>
                  <a:lnTo>
                    <a:pt x="815340" y="9144"/>
                  </a:lnTo>
                  <a:lnTo>
                    <a:pt x="815340" y="0"/>
                  </a:lnTo>
                  <a:lnTo>
                    <a:pt x="853440" y="0"/>
                  </a:lnTo>
                  <a:lnTo>
                    <a:pt x="853440" y="9144"/>
                  </a:lnTo>
                  <a:close/>
                </a:path>
                <a:path w="1001395" h="466725">
                  <a:moveTo>
                    <a:pt x="918972" y="9144"/>
                  </a:moveTo>
                  <a:lnTo>
                    <a:pt x="880872" y="9144"/>
                  </a:lnTo>
                  <a:lnTo>
                    <a:pt x="880872" y="0"/>
                  </a:lnTo>
                  <a:lnTo>
                    <a:pt x="918972" y="0"/>
                  </a:lnTo>
                  <a:lnTo>
                    <a:pt x="918972" y="9144"/>
                  </a:lnTo>
                  <a:close/>
                </a:path>
                <a:path w="1001395" h="466725">
                  <a:moveTo>
                    <a:pt x="986028" y="9144"/>
                  </a:moveTo>
                  <a:lnTo>
                    <a:pt x="947927" y="9144"/>
                  </a:lnTo>
                  <a:lnTo>
                    <a:pt x="947927" y="0"/>
                  </a:lnTo>
                  <a:lnTo>
                    <a:pt x="986028" y="0"/>
                  </a:lnTo>
                  <a:lnTo>
                    <a:pt x="986028" y="9144"/>
                  </a:lnTo>
                  <a:close/>
                </a:path>
                <a:path w="1001395" h="466725">
                  <a:moveTo>
                    <a:pt x="1001268" y="60959"/>
                  </a:moveTo>
                  <a:lnTo>
                    <a:pt x="990600" y="60959"/>
                  </a:lnTo>
                  <a:lnTo>
                    <a:pt x="990600" y="22859"/>
                  </a:lnTo>
                  <a:lnTo>
                    <a:pt x="1001268" y="22859"/>
                  </a:lnTo>
                  <a:lnTo>
                    <a:pt x="1001268" y="60959"/>
                  </a:lnTo>
                  <a:close/>
                </a:path>
                <a:path w="1001395" h="466725">
                  <a:moveTo>
                    <a:pt x="1001268" y="128015"/>
                  </a:moveTo>
                  <a:lnTo>
                    <a:pt x="990600" y="128015"/>
                  </a:lnTo>
                  <a:lnTo>
                    <a:pt x="990600" y="89915"/>
                  </a:lnTo>
                  <a:lnTo>
                    <a:pt x="1001268" y="89915"/>
                  </a:lnTo>
                  <a:lnTo>
                    <a:pt x="1001268" y="128015"/>
                  </a:lnTo>
                  <a:close/>
                </a:path>
                <a:path w="1001395" h="466725">
                  <a:moveTo>
                    <a:pt x="1001268" y="195072"/>
                  </a:moveTo>
                  <a:lnTo>
                    <a:pt x="990600" y="195072"/>
                  </a:lnTo>
                  <a:lnTo>
                    <a:pt x="990600" y="156972"/>
                  </a:lnTo>
                  <a:lnTo>
                    <a:pt x="1001268" y="156972"/>
                  </a:lnTo>
                  <a:lnTo>
                    <a:pt x="1001268" y="195072"/>
                  </a:lnTo>
                  <a:close/>
                </a:path>
                <a:path w="1001395" h="466725">
                  <a:moveTo>
                    <a:pt x="1001268" y="260603"/>
                  </a:moveTo>
                  <a:lnTo>
                    <a:pt x="990600" y="260603"/>
                  </a:lnTo>
                  <a:lnTo>
                    <a:pt x="990600" y="222503"/>
                  </a:lnTo>
                  <a:lnTo>
                    <a:pt x="1001268" y="222503"/>
                  </a:lnTo>
                  <a:lnTo>
                    <a:pt x="1001268" y="260603"/>
                  </a:lnTo>
                  <a:close/>
                </a:path>
                <a:path w="1001395" h="466725">
                  <a:moveTo>
                    <a:pt x="1001268" y="327660"/>
                  </a:moveTo>
                  <a:lnTo>
                    <a:pt x="990600" y="327660"/>
                  </a:lnTo>
                  <a:lnTo>
                    <a:pt x="990600" y="289560"/>
                  </a:lnTo>
                  <a:lnTo>
                    <a:pt x="1001268" y="289560"/>
                  </a:lnTo>
                  <a:lnTo>
                    <a:pt x="1001268" y="327660"/>
                  </a:lnTo>
                  <a:close/>
                </a:path>
                <a:path w="1001395" h="466725">
                  <a:moveTo>
                    <a:pt x="1001268" y="394716"/>
                  </a:moveTo>
                  <a:lnTo>
                    <a:pt x="990600" y="394716"/>
                  </a:lnTo>
                  <a:lnTo>
                    <a:pt x="990600" y="356616"/>
                  </a:lnTo>
                  <a:lnTo>
                    <a:pt x="1001268" y="356616"/>
                  </a:lnTo>
                  <a:lnTo>
                    <a:pt x="1001268" y="394716"/>
                  </a:lnTo>
                  <a:close/>
                </a:path>
                <a:path w="1001395" h="466725">
                  <a:moveTo>
                    <a:pt x="1001268" y="461772"/>
                  </a:moveTo>
                  <a:lnTo>
                    <a:pt x="990600" y="461772"/>
                  </a:lnTo>
                  <a:lnTo>
                    <a:pt x="990600" y="423672"/>
                  </a:lnTo>
                  <a:lnTo>
                    <a:pt x="1001268" y="423672"/>
                  </a:lnTo>
                  <a:lnTo>
                    <a:pt x="1001268" y="461772"/>
                  </a:lnTo>
                  <a:close/>
                </a:path>
                <a:path w="1001395" h="466725">
                  <a:moveTo>
                    <a:pt x="967740" y="466344"/>
                  </a:moveTo>
                  <a:lnTo>
                    <a:pt x="929640" y="466344"/>
                  </a:lnTo>
                  <a:lnTo>
                    <a:pt x="929640" y="457200"/>
                  </a:lnTo>
                  <a:lnTo>
                    <a:pt x="967740" y="457200"/>
                  </a:lnTo>
                  <a:lnTo>
                    <a:pt x="967740" y="466344"/>
                  </a:lnTo>
                  <a:close/>
                </a:path>
                <a:path w="1001395" h="466725">
                  <a:moveTo>
                    <a:pt x="900684" y="466344"/>
                  </a:moveTo>
                  <a:lnTo>
                    <a:pt x="862584" y="466344"/>
                  </a:lnTo>
                  <a:lnTo>
                    <a:pt x="862584" y="457200"/>
                  </a:lnTo>
                  <a:lnTo>
                    <a:pt x="900684" y="457200"/>
                  </a:lnTo>
                  <a:lnTo>
                    <a:pt x="900684" y="466344"/>
                  </a:lnTo>
                  <a:close/>
                </a:path>
                <a:path w="1001395" h="466725">
                  <a:moveTo>
                    <a:pt x="833627" y="466344"/>
                  </a:moveTo>
                  <a:lnTo>
                    <a:pt x="795527" y="466344"/>
                  </a:lnTo>
                  <a:lnTo>
                    <a:pt x="795527" y="457200"/>
                  </a:lnTo>
                  <a:lnTo>
                    <a:pt x="833627" y="457200"/>
                  </a:lnTo>
                  <a:lnTo>
                    <a:pt x="833627" y="466344"/>
                  </a:lnTo>
                  <a:close/>
                </a:path>
                <a:path w="1001395" h="466725">
                  <a:moveTo>
                    <a:pt x="766572" y="466344"/>
                  </a:moveTo>
                  <a:lnTo>
                    <a:pt x="728472" y="466344"/>
                  </a:lnTo>
                  <a:lnTo>
                    <a:pt x="728472" y="457200"/>
                  </a:lnTo>
                  <a:lnTo>
                    <a:pt x="766572" y="457200"/>
                  </a:lnTo>
                  <a:lnTo>
                    <a:pt x="766572" y="466344"/>
                  </a:lnTo>
                  <a:close/>
                </a:path>
                <a:path w="1001395" h="466725">
                  <a:moveTo>
                    <a:pt x="701040" y="466344"/>
                  </a:moveTo>
                  <a:lnTo>
                    <a:pt x="662940" y="466344"/>
                  </a:lnTo>
                  <a:lnTo>
                    <a:pt x="662940" y="457200"/>
                  </a:lnTo>
                  <a:lnTo>
                    <a:pt x="701040" y="457200"/>
                  </a:lnTo>
                  <a:lnTo>
                    <a:pt x="701040" y="466344"/>
                  </a:lnTo>
                  <a:close/>
                </a:path>
                <a:path w="1001395" h="466725">
                  <a:moveTo>
                    <a:pt x="633983" y="466344"/>
                  </a:moveTo>
                  <a:lnTo>
                    <a:pt x="595884" y="466344"/>
                  </a:lnTo>
                  <a:lnTo>
                    <a:pt x="595884" y="457200"/>
                  </a:lnTo>
                  <a:lnTo>
                    <a:pt x="633983" y="457200"/>
                  </a:lnTo>
                  <a:lnTo>
                    <a:pt x="633983" y="466344"/>
                  </a:lnTo>
                  <a:close/>
                </a:path>
                <a:path w="1001395" h="466725">
                  <a:moveTo>
                    <a:pt x="566928" y="466344"/>
                  </a:moveTo>
                  <a:lnTo>
                    <a:pt x="528828" y="466344"/>
                  </a:lnTo>
                  <a:lnTo>
                    <a:pt x="528828" y="457200"/>
                  </a:lnTo>
                  <a:lnTo>
                    <a:pt x="566928" y="457200"/>
                  </a:lnTo>
                  <a:lnTo>
                    <a:pt x="566928" y="466344"/>
                  </a:lnTo>
                  <a:close/>
                </a:path>
                <a:path w="1001395" h="466725">
                  <a:moveTo>
                    <a:pt x="499872" y="466344"/>
                  </a:moveTo>
                  <a:lnTo>
                    <a:pt x="461772" y="466344"/>
                  </a:lnTo>
                  <a:lnTo>
                    <a:pt x="461772" y="457200"/>
                  </a:lnTo>
                  <a:lnTo>
                    <a:pt x="499872" y="457200"/>
                  </a:lnTo>
                  <a:lnTo>
                    <a:pt x="499872" y="466344"/>
                  </a:lnTo>
                  <a:close/>
                </a:path>
                <a:path w="1001395" h="466725">
                  <a:moveTo>
                    <a:pt x="434339" y="466344"/>
                  </a:moveTo>
                  <a:lnTo>
                    <a:pt x="396239" y="466344"/>
                  </a:lnTo>
                  <a:lnTo>
                    <a:pt x="396239" y="457200"/>
                  </a:lnTo>
                  <a:lnTo>
                    <a:pt x="434339" y="457200"/>
                  </a:lnTo>
                  <a:lnTo>
                    <a:pt x="434339" y="466344"/>
                  </a:lnTo>
                  <a:close/>
                </a:path>
                <a:path w="1001395" h="466725">
                  <a:moveTo>
                    <a:pt x="367284" y="466344"/>
                  </a:moveTo>
                  <a:lnTo>
                    <a:pt x="329184" y="466344"/>
                  </a:lnTo>
                  <a:lnTo>
                    <a:pt x="329184" y="457200"/>
                  </a:lnTo>
                  <a:lnTo>
                    <a:pt x="367284" y="457200"/>
                  </a:lnTo>
                  <a:lnTo>
                    <a:pt x="367284" y="466344"/>
                  </a:lnTo>
                  <a:close/>
                </a:path>
                <a:path w="1001395" h="466725">
                  <a:moveTo>
                    <a:pt x="300228" y="466344"/>
                  </a:moveTo>
                  <a:lnTo>
                    <a:pt x="262128" y="466344"/>
                  </a:lnTo>
                  <a:lnTo>
                    <a:pt x="262128" y="457200"/>
                  </a:lnTo>
                  <a:lnTo>
                    <a:pt x="300228" y="457200"/>
                  </a:lnTo>
                  <a:lnTo>
                    <a:pt x="300228" y="466344"/>
                  </a:lnTo>
                  <a:close/>
                </a:path>
                <a:path w="1001395" h="466725">
                  <a:moveTo>
                    <a:pt x="233172" y="466344"/>
                  </a:moveTo>
                  <a:lnTo>
                    <a:pt x="195072" y="466344"/>
                  </a:lnTo>
                  <a:lnTo>
                    <a:pt x="195072" y="457200"/>
                  </a:lnTo>
                  <a:lnTo>
                    <a:pt x="233172" y="457200"/>
                  </a:lnTo>
                  <a:lnTo>
                    <a:pt x="233172" y="466344"/>
                  </a:lnTo>
                  <a:close/>
                </a:path>
                <a:path w="1001395" h="466725">
                  <a:moveTo>
                    <a:pt x="167640" y="466344"/>
                  </a:moveTo>
                  <a:lnTo>
                    <a:pt x="129540" y="466344"/>
                  </a:lnTo>
                  <a:lnTo>
                    <a:pt x="129540" y="457200"/>
                  </a:lnTo>
                  <a:lnTo>
                    <a:pt x="167640" y="457200"/>
                  </a:lnTo>
                  <a:lnTo>
                    <a:pt x="167640" y="466344"/>
                  </a:lnTo>
                  <a:close/>
                </a:path>
                <a:path w="1001395" h="466725">
                  <a:moveTo>
                    <a:pt x="100584" y="466344"/>
                  </a:moveTo>
                  <a:lnTo>
                    <a:pt x="62484" y="466344"/>
                  </a:lnTo>
                  <a:lnTo>
                    <a:pt x="62484" y="457200"/>
                  </a:lnTo>
                  <a:lnTo>
                    <a:pt x="100584" y="457200"/>
                  </a:lnTo>
                  <a:lnTo>
                    <a:pt x="100584" y="4663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943600" y="2220467"/>
            <a:ext cx="990600" cy="45720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11454">
              <a:lnSpc>
                <a:spcPct val="100000"/>
              </a:lnSpc>
              <a:spcBef>
                <a:spcPts val="585"/>
              </a:spcBef>
            </a:pPr>
            <a:r>
              <a:rPr sz="1800" spc="-10" dirty="0">
                <a:latin typeface="Calibri"/>
                <a:cs typeface="Calibri"/>
              </a:rPr>
              <a:t>JLabel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44055" y="2749295"/>
            <a:ext cx="248920" cy="546100"/>
            <a:chOff x="6544055" y="2749295"/>
            <a:chExt cx="248920" cy="546100"/>
          </a:xfrm>
        </p:grpSpPr>
        <p:sp>
          <p:nvSpPr>
            <p:cNvPr id="27" name="object 27"/>
            <p:cNvSpPr/>
            <p:nvPr/>
          </p:nvSpPr>
          <p:spPr>
            <a:xfrm>
              <a:off x="6553199" y="2753867"/>
              <a:ext cx="228600" cy="533400"/>
            </a:xfrm>
            <a:custGeom>
              <a:avLst/>
              <a:gdLst/>
              <a:ahLst/>
              <a:cxnLst/>
              <a:rect l="l" t="t" r="r" b="b"/>
              <a:pathLst>
                <a:path w="228600" h="533400">
                  <a:moveTo>
                    <a:pt x="114300" y="533400"/>
                  </a:moveTo>
                  <a:lnTo>
                    <a:pt x="0" y="399288"/>
                  </a:lnTo>
                  <a:lnTo>
                    <a:pt x="76200" y="399288"/>
                  </a:lnTo>
                  <a:lnTo>
                    <a:pt x="76200" y="0"/>
                  </a:lnTo>
                  <a:lnTo>
                    <a:pt x="152400" y="0"/>
                  </a:lnTo>
                  <a:lnTo>
                    <a:pt x="152400" y="399288"/>
                  </a:lnTo>
                  <a:lnTo>
                    <a:pt x="228600" y="399288"/>
                  </a:lnTo>
                  <a:lnTo>
                    <a:pt x="114300" y="533400"/>
                  </a:lnTo>
                  <a:close/>
                </a:path>
              </a:pathLst>
            </a:custGeom>
            <a:solidFill>
              <a:srgbClr val="4F80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44055" y="2749295"/>
              <a:ext cx="248920" cy="546100"/>
            </a:xfrm>
            <a:custGeom>
              <a:avLst/>
              <a:gdLst/>
              <a:ahLst/>
              <a:cxnLst/>
              <a:rect l="l" t="t" r="r" b="b"/>
              <a:pathLst>
                <a:path w="248920" h="546100">
                  <a:moveTo>
                    <a:pt x="80772" y="403859"/>
                  </a:moveTo>
                  <a:lnTo>
                    <a:pt x="80772" y="0"/>
                  </a:lnTo>
                  <a:lnTo>
                    <a:pt x="167640" y="0"/>
                  </a:lnTo>
                  <a:lnTo>
                    <a:pt x="167640" y="4571"/>
                  </a:lnTo>
                  <a:lnTo>
                    <a:pt x="91440" y="4571"/>
                  </a:lnTo>
                  <a:lnTo>
                    <a:pt x="85344" y="9143"/>
                  </a:lnTo>
                  <a:lnTo>
                    <a:pt x="91440" y="9143"/>
                  </a:lnTo>
                  <a:lnTo>
                    <a:pt x="91440" y="399287"/>
                  </a:lnTo>
                  <a:lnTo>
                    <a:pt x="85344" y="399287"/>
                  </a:lnTo>
                  <a:lnTo>
                    <a:pt x="80772" y="403859"/>
                  </a:lnTo>
                  <a:close/>
                </a:path>
                <a:path w="248920" h="546100">
                  <a:moveTo>
                    <a:pt x="91440" y="9143"/>
                  </a:moveTo>
                  <a:lnTo>
                    <a:pt x="85344" y="9143"/>
                  </a:lnTo>
                  <a:lnTo>
                    <a:pt x="91440" y="4571"/>
                  </a:lnTo>
                  <a:lnTo>
                    <a:pt x="91440" y="9143"/>
                  </a:lnTo>
                  <a:close/>
                </a:path>
                <a:path w="248920" h="546100">
                  <a:moveTo>
                    <a:pt x="156972" y="9143"/>
                  </a:moveTo>
                  <a:lnTo>
                    <a:pt x="91440" y="9143"/>
                  </a:lnTo>
                  <a:lnTo>
                    <a:pt x="91440" y="4571"/>
                  </a:lnTo>
                  <a:lnTo>
                    <a:pt x="156972" y="4571"/>
                  </a:lnTo>
                  <a:lnTo>
                    <a:pt x="156972" y="9143"/>
                  </a:lnTo>
                  <a:close/>
                </a:path>
                <a:path w="248920" h="546100">
                  <a:moveTo>
                    <a:pt x="228201" y="408431"/>
                  </a:moveTo>
                  <a:lnTo>
                    <a:pt x="156972" y="408431"/>
                  </a:lnTo>
                  <a:lnTo>
                    <a:pt x="156972" y="4571"/>
                  </a:lnTo>
                  <a:lnTo>
                    <a:pt x="161543" y="9143"/>
                  </a:lnTo>
                  <a:lnTo>
                    <a:pt x="167640" y="9143"/>
                  </a:lnTo>
                  <a:lnTo>
                    <a:pt x="167640" y="399287"/>
                  </a:lnTo>
                  <a:lnTo>
                    <a:pt x="161543" y="399287"/>
                  </a:lnTo>
                  <a:lnTo>
                    <a:pt x="167640" y="403859"/>
                  </a:lnTo>
                  <a:lnTo>
                    <a:pt x="232098" y="403859"/>
                  </a:lnTo>
                  <a:lnTo>
                    <a:pt x="228201" y="408431"/>
                  </a:lnTo>
                  <a:close/>
                </a:path>
                <a:path w="248920" h="546100">
                  <a:moveTo>
                    <a:pt x="167640" y="9143"/>
                  </a:moveTo>
                  <a:lnTo>
                    <a:pt x="161543" y="9143"/>
                  </a:lnTo>
                  <a:lnTo>
                    <a:pt x="156972" y="4571"/>
                  </a:lnTo>
                  <a:lnTo>
                    <a:pt x="167640" y="4571"/>
                  </a:lnTo>
                  <a:lnTo>
                    <a:pt x="167640" y="9143"/>
                  </a:lnTo>
                  <a:close/>
                </a:path>
                <a:path w="248920" h="546100">
                  <a:moveTo>
                    <a:pt x="123444" y="545591"/>
                  </a:moveTo>
                  <a:lnTo>
                    <a:pt x="0" y="399287"/>
                  </a:lnTo>
                  <a:lnTo>
                    <a:pt x="80772" y="399287"/>
                  </a:lnTo>
                  <a:lnTo>
                    <a:pt x="80772" y="400811"/>
                  </a:lnTo>
                  <a:lnTo>
                    <a:pt x="13716" y="400811"/>
                  </a:lnTo>
                  <a:lnTo>
                    <a:pt x="9144" y="408431"/>
                  </a:lnTo>
                  <a:lnTo>
                    <a:pt x="20210" y="408431"/>
                  </a:lnTo>
                  <a:lnTo>
                    <a:pt x="124206" y="530453"/>
                  </a:lnTo>
                  <a:lnTo>
                    <a:pt x="120396" y="534923"/>
                  </a:lnTo>
                  <a:lnTo>
                    <a:pt x="132556" y="534923"/>
                  </a:lnTo>
                  <a:lnTo>
                    <a:pt x="123444" y="545591"/>
                  </a:lnTo>
                  <a:close/>
                </a:path>
                <a:path w="248920" h="546100">
                  <a:moveTo>
                    <a:pt x="91440" y="403859"/>
                  </a:moveTo>
                  <a:lnTo>
                    <a:pt x="80772" y="403859"/>
                  </a:lnTo>
                  <a:lnTo>
                    <a:pt x="85344" y="399287"/>
                  </a:lnTo>
                  <a:lnTo>
                    <a:pt x="91440" y="399287"/>
                  </a:lnTo>
                  <a:lnTo>
                    <a:pt x="91440" y="403859"/>
                  </a:lnTo>
                  <a:close/>
                </a:path>
                <a:path w="248920" h="546100">
                  <a:moveTo>
                    <a:pt x="167640" y="403859"/>
                  </a:moveTo>
                  <a:lnTo>
                    <a:pt x="161543" y="399287"/>
                  </a:lnTo>
                  <a:lnTo>
                    <a:pt x="167640" y="399287"/>
                  </a:lnTo>
                  <a:lnTo>
                    <a:pt x="167640" y="403859"/>
                  </a:lnTo>
                  <a:close/>
                </a:path>
                <a:path w="248920" h="546100">
                  <a:moveTo>
                    <a:pt x="232098" y="403859"/>
                  </a:moveTo>
                  <a:lnTo>
                    <a:pt x="167640" y="403859"/>
                  </a:lnTo>
                  <a:lnTo>
                    <a:pt x="167640" y="399287"/>
                  </a:lnTo>
                  <a:lnTo>
                    <a:pt x="248412" y="399287"/>
                  </a:lnTo>
                  <a:lnTo>
                    <a:pt x="247110" y="400811"/>
                  </a:lnTo>
                  <a:lnTo>
                    <a:pt x="234695" y="400811"/>
                  </a:lnTo>
                  <a:lnTo>
                    <a:pt x="232098" y="403859"/>
                  </a:lnTo>
                  <a:close/>
                </a:path>
                <a:path w="248920" h="546100">
                  <a:moveTo>
                    <a:pt x="20210" y="408431"/>
                  </a:moveTo>
                  <a:lnTo>
                    <a:pt x="9144" y="408431"/>
                  </a:lnTo>
                  <a:lnTo>
                    <a:pt x="13716" y="400811"/>
                  </a:lnTo>
                  <a:lnTo>
                    <a:pt x="20210" y="408431"/>
                  </a:lnTo>
                  <a:close/>
                </a:path>
                <a:path w="248920" h="546100">
                  <a:moveTo>
                    <a:pt x="91440" y="408431"/>
                  </a:moveTo>
                  <a:lnTo>
                    <a:pt x="20210" y="408431"/>
                  </a:lnTo>
                  <a:lnTo>
                    <a:pt x="13716" y="400811"/>
                  </a:lnTo>
                  <a:lnTo>
                    <a:pt x="80772" y="400811"/>
                  </a:lnTo>
                  <a:lnTo>
                    <a:pt x="80772" y="403859"/>
                  </a:lnTo>
                  <a:lnTo>
                    <a:pt x="91440" y="403859"/>
                  </a:lnTo>
                  <a:lnTo>
                    <a:pt x="91440" y="408431"/>
                  </a:lnTo>
                  <a:close/>
                </a:path>
                <a:path w="248920" h="546100">
                  <a:moveTo>
                    <a:pt x="132556" y="534923"/>
                  </a:moveTo>
                  <a:lnTo>
                    <a:pt x="128016" y="534923"/>
                  </a:lnTo>
                  <a:lnTo>
                    <a:pt x="124206" y="530453"/>
                  </a:lnTo>
                  <a:lnTo>
                    <a:pt x="234695" y="400811"/>
                  </a:lnTo>
                  <a:lnTo>
                    <a:pt x="237743" y="408431"/>
                  </a:lnTo>
                  <a:lnTo>
                    <a:pt x="240601" y="408431"/>
                  </a:lnTo>
                  <a:lnTo>
                    <a:pt x="132556" y="534923"/>
                  </a:lnTo>
                  <a:close/>
                </a:path>
                <a:path w="248920" h="546100">
                  <a:moveTo>
                    <a:pt x="240601" y="408431"/>
                  </a:moveTo>
                  <a:lnTo>
                    <a:pt x="237743" y="408431"/>
                  </a:lnTo>
                  <a:lnTo>
                    <a:pt x="234695" y="400811"/>
                  </a:lnTo>
                  <a:lnTo>
                    <a:pt x="247110" y="400811"/>
                  </a:lnTo>
                  <a:lnTo>
                    <a:pt x="240601" y="408431"/>
                  </a:lnTo>
                  <a:close/>
                </a:path>
                <a:path w="248920" h="546100">
                  <a:moveTo>
                    <a:pt x="128016" y="534923"/>
                  </a:moveTo>
                  <a:lnTo>
                    <a:pt x="120396" y="534923"/>
                  </a:lnTo>
                  <a:lnTo>
                    <a:pt x="124206" y="530453"/>
                  </a:lnTo>
                  <a:lnTo>
                    <a:pt x="128016" y="5349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7640" y="461368"/>
            <a:ext cx="194246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Example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845" y="1121334"/>
            <a:ext cx="3414395" cy="164338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Create</a:t>
            </a:r>
            <a:r>
              <a:rPr sz="3200" spc="-18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it</a:t>
            </a:r>
            <a:endParaRPr sz="320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Instantiate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object: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Configure</a:t>
            </a:r>
            <a:r>
              <a:rPr sz="3200" spc="-1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9460" y="1793174"/>
            <a:ext cx="3649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JButton(“press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me”);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2119" y="2744272"/>
            <a:ext cx="277749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020">
              <a:lnSpc>
                <a:spcPct val="12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b.text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“press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me”; </a:t>
            </a:r>
            <a:r>
              <a:rPr sz="2400" spc="-25" dirty="0">
                <a:latin typeface="Calibri"/>
                <a:cs typeface="Calibri"/>
              </a:rPr>
              <a:t>b.setText(“press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me”);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845" y="2744272"/>
            <a:ext cx="2533650" cy="14833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154430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Properties:</a:t>
            </a:r>
            <a:endParaRPr sz="2400">
              <a:latin typeface="Calibri"/>
              <a:cs typeface="Calibri"/>
            </a:endParaRPr>
          </a:p>
          <a:p>
            <a:pPr marL="1154430" indent="-227329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Methods: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Add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845" y="4211844"/>
            <a:ext cx="3360420" cy="148399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154430" indent="-227329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1154430" algn="l"/>
              </a:tabLst>
            </a:pPr>
            <a:r>
              <a:rPr sz="2400" spc="-10" dirty="0">
                <a:latin typeface="Calibri"/>
                <a:cs typeface="Calibri"/>
              </a:rPr>
              <a:t>panel.add(b);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Listen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it</a:t>
            </a:r>
            <a:endParaRPr sz="3200">
              <a:latin typeface="Calibri"/>
              <a:cs typeface="Calibri"/>
            </a:endParaRPr>
          </a:p>
          <a:p>
            <a:pPr marL="1154430" lvl="1" indent="-227329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1154430" algn="l"/>
                <a:tab pos="2246630" algn="l"/>
              </a:tabLst>
            </a:pPr>
            <a:r>
              <a:rPr sz="2400" spc="-10" dirty="0">
                <a:latin typeface="Calibri"/>
                <a:cs typeface="Calibri"/>
              </a:rPr>
              <a:t>Events: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Listeners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81800" y="4495800"/>
            <a:ext cx="1618615" cy="990600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79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25"/>
              </a:spcBef>
            </a:pPr>
            <a:endParaRPr sz="1800">
              <a:latin typeface="Times New Roman"/>
              <a:cs typeface="Times New Roman"/>
            </a:endParaRPr>
          </a:p>
          <a:p>
            <a:pPr marL="45402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JButton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264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Application</a:t>
            </a:r>
            <a:r>
              <a:rPr sz="4400" spc="-200" dirty="0"/>
              <a:t> </a:t>
            </a:r>
            <a:r>
              <a:rPr sz="4400" spc="-20" dirty="0"/>
              <a:t>Code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03" y="1174437"/>
            <a:ext cx="27774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import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javax.swing.*;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03" y="3856716"/>
            <a:ext cx="12318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0" dirty="0"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spc="-50" dirty="0"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03" y="1845109"/>
            <a:ext cx="5962015" cy="2707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class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hello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{</a:t>
            </a:r>
            <a:endParaRPr sz="22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200" dirty="0">
                <a:latin typeface="Calibri"/>
                <a:cs typeface="Calibri"/>
              </a:rPr>
              <a:t>public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static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void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main(String[]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args){</a:t>
            </a:r>
            <a:endParaRPr sz="2200">
              <a:latin typeface="Calibri"/>
              <a:cs typeface="Calibri"/>
            </a:endParaRPr>
          </a:p>
          <a:p>
            <a:pPr marL="926465" indent="-913765">
              <a:lnSpc>
                <a:spcPct val="100000"/>
              </a:lnSpc>
              <a:buFont typeface="Arial MT"/>
              <a:buChar char="•"/>
              <a:tabLst>
                <a:tab pos="926465" algn="l"/>
              </a:tabLst>
            </a:pPr>
            <a:r>
              <a:rPr sz="2200" dirty="0">
                <a:latin typeface="Calibri"/>
                <a:cs typeface="Calibri"/>
              </a:rPr>
              <a:t>JFrame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JFrame(“title”);</a:t>
            </a:r>
            <a:endParaRPr sz="2200">
              <a:latin typeface="Calibri"/>
              <a:cs typeface="Calibri"/>
            </a:endParaRPr>
          </a:p>
          <a:p>
            <a:pPr marL="926465" indent="-913765">
              <a:lnSpc>
                <a:spcPct val="100000"/>
              </a:lnSpc>
              <a:buFont typeface="Arial MT"/>
              <a:buChar char="•"/>
              <a:tabLst>
                <a:tab pos="926465" algn="l"/>
              </a:tabLst>
            </a:pPr>
            <a:r>
              <a:rPr sz="2200" dirty="0">
                <a:latin typeface="Calibri"/>
                <a:cs typeface="Calibri"/>
              </a:rPr>
              <a:t>JPanel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JPanel();</a:t>
            </a:r>
            <a:endParaRPr sz="2200">
              <a:latin typeface="Calibri"/>
              <a:cs typeface="Calibri"/>
            </a:endParaRPr>
          </a:p>
          <a:p>
            <a:pPr marL="926465" indent="-913765">
              <a:lnSpc>
                <a:spcPct val="100000"/>
              </a:lnSpc>
              <a:buFont typeface="Arial MT"/>
              <a:buChar char="•"/>
              <a:tabLst>
                <a:tab pos="926465" algn="l"/>
              </a:tabLst>
            </a:pPr>
            <a:r>
              <a:rPr sz="2200" dirty="0">
                <a:latin typeface="Calibri"/>
                <a:cs typeface="Calibri"/>
              </a:rPr>
              <a:t>JButton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JButton(“press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me”);</a:t>
            </a:r>
            <a:endParaRPr sz="2200">
              <a:latin typeface="Calibri"/>
              <a:cs typeface="Calibri"/>
            </a:endParaRPr>
          </a:p>
          <a:p>
            <a:pPr marL="927100" marR="5080">
              <a:lnSpc>
                <a:spcPct val="100000"/>
              </a:lnSpc>
              <a:spcBef>
                <a:spcPts val="2640"/>
              </a:spcBef>
              <a:tabLst>
                <a:tab pos="3213735" algn="l"/>
                <a:tab pos="3512185" algn="l"/>
              </a:tabLst>
            </a:pPr>
            <a:r>
              <a:rPr sz="2200" spc="-10" dirty="0">
                <a:latin typeface="Calibri"/>
                <a:cs typeface="Calibri"/>
              </a:rPr>
              <a:t>p.add(b);</a:t>
            </a:r>
            <a:r>
              <a:rPr sz="2200" dirty="0">
                <a:latin typeface="Calibri"/>
                <a:cs typeface="Calibri"/>
              </a:rPr>
              <a:t>	//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button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panel f.setContentPane(p);</a:t>
            </a:r>
            <a:r>
              <a:rPr sz="2200" dirty="0">
                <a:latin typeface="Calibri"/>
                <a:cs typeface="Calibri"/>
              </a:rPr>
              <a:t>	//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panel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frame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03" y="4862519"/>
            <a:ext cx="570865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0" dirty="0">
                <a:latin typeface="Arial MT"/>
                <a:cs typeface="Arial MT"/>
              </a:rPr>
              <a:t>•</a:t>
            </a:r>
            <a:endParaRPr sz="220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200" spc="-50" dirty="0">
                <a:latin typeface="Calibri"/>
                <a:cs typeface="Calibri"/>
              </a:rPr>
              <a:t>}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spc="-50" dirty="0">
                <a:latin typeface="Calibri"/>
                <a:cs typeface="Calibri"/>
              </a:rPr>
              <a:t>}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0332" y="4862519"/>
            <a:ext cx="10064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latin typeface="Calibri"/>
                <a:cs typeface="Calibri"/>
              </a:rPr>
              <a:t>f.show();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96000" y="4419600"/>
            <a:ext cx="2903220" cy="2275840"/>
            <a:chOff x="6096000" y="4419600"/>
            <a:chExt cx="2903220" cy="227584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0" y="4419600"/>
              <a:ext cx="2903219" cy="22753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72200" y="4572000"/>
              <a:ext cx="2750820" cy="2092960"/>
            </a:xfrm>
            <a:custGeom>
              <a:avLst/>
              <a:gdLst/>
              <a:ahLst/>
              <a:cxnLst/>
              <a:rect l="l" t="t" r="r" b="b"/>
              <a:pathLst>
                <a:path w="2750820" h="2092959">
                  <a:moveTo>
                    <a:pt x="2750819" y="2092451"/>
                  </a:moveTo>
                  <a:lnTo>
                    <a:pt x="0" y="2092451"/>
                  </a:lnTo>
                  <a:lnTo>
                    <a:pt x="0" y="0"/>
                  </a:lnTo>
                  <a:lnTo>
                    <a:pt x="2750819" y="0"/>
                  </a:lnTo>
                  <a:lnTo>
                    <a:pt x="2750819" y="2092451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67628" y="4567428"/>
              <a:ext cx="2760345" cy="2103120"/>
            </a:xfrm>
            <a:custGeom>
              <a:avLst/>
              <a:gdLst/>
              <a:ahLst/>
              <a:cxnLst/>
              <a:rect l="l" t="t" r="r" b="b"/>
              <a:pathLst>
                <a:path w="2760345" h="2103120">
                  <a:moveTo>
                    <a:pt x="2759964" y="2103120"/>
                  </a:moveTo>
                  <a:lnTo>
                    <a:pt x="0" y="2103120"/>
                  </a:lnTo>
                  <a:lnTo>
                    <a:pt x="0" y="0"/>
                  </a:lnTo>
                  <a:lnTo>
                    <a:pt x="2759964" y="0"/>
                  </a:lnTo>
                  <a:lnTo>
                    <a:pt x="2759964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2092451"/>
                  </a:lnTo>
                  <a:lnTo>
                    <a:pt x="4572" y="2092451"/>
                  </a:lnTo>
                  <a:lnTo>
                    <a:pt x="10668" y="2097024"/>
                  </a:lnTo>
                  <a:lnTo>
                    <a:pt x="2759964" y="2097024"/>
                  </a:lnTo>
                  <a:lnTo>
                    <a:pt x="2759964" y="2103120"/>
                  </a:lnTo>
                  <a:close/>
                </a:path>
                <a:path w="2760345" h="2103120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2760345" h="2103120">
                  <a:moveTo>
                    <a:pt x="2750819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2750819" y="4572"/>
                  </a:lnTo>
                  <a:lnTo>
                    <a:pt x="2750819" y="10668"/>
                  </a:lnTo>
                  <a:close/>
                </a:path>
                <a:path w="2760345" h="2103120">
                  <a:moveTo>
                    <a:pt x="2750819" y="2097024"/>
                  </a:moveTo>
                  <a:lnTo>
                    <a:pt x="2750819" y="4572"/>
                  </a:lnTo>
                  <a:lnTo>
                    <a:pt x="2755392" y="10668"/>
                  </a:lnTo>
                  <a:lnTo>
                    <a:pt x="2759964" y="10668"/>
                  </a:lnTo>
                  <a:lnTo>
                    <a:pt x="2759964" y="2092451"/>
                  </a:lnTo>
                  <a:lnTo>
                    <a:pt x="2755392" y="2092451"/>
                  </a:lnTo>
                  <a:lnTo>
                    <a:pt x="2750819" y="2097024"/>
                  </a:lnTo>
                  <a:close/>
                </a:path>
                <a:path w="2760345" h="2103120">
                  <a:moveTo>
                    <a:pt x="2759964" y="10668"/>
                  </a:moveTo>
                  <a:lnTo>
                    <a:pt x="2755392" y="10668"/>
                  </a:lnTo>
                  <a:lnTo>
                    <a:pt x="2750819" y="4572"/>
                  </a:lnTo>
                  <a:lnTo>
                    <a:pt x="2759964" y="4572"/>
                  </a:lnTo>
                  <a:lnTo>
                    <a:pt x="2759964" y="10668"/>
                  </a:lnTo>
                  <a:close/>
                </a:path>
                <a:path w="2760345" h="2103120">
                  <a:moveTo>
                    <a:pt x="10668" y="2097024"/>
                  </a:moveTo>
                  <a:lnTo>
                    <a:pt x="4572" y="2092451"/>
                  </a:lnTo>
                  <a:lnTo>
                    <a:pt x="10668" y="2092451"/>
                  </a:lnTo>
                  <a:lnTo>
                    <a:pt x="10668" y="2097024"/>
                  </a:lnTo>
                  <a:close/>
                </a:path>
                <a:path w="2760345" h="2103120">
                  <a:moveTo>
                    <a:pt x="2750819" y="2097024"/>
                  </a:moveTo>
                  <a:lnTo>
                    <a:pt x="10668" y="2097024"/>
                  </a:lnTo>
                  <a:lnTo>
                    <a:pt x="10668" y="2092451"/>
                  </a:lnTo>
                  <a:lnTo>
                    <a:pt x="2750819" y="2092451"/>
                  </a:lnTo>
                  <a:lnTo>
                    <a:pt x="2750819" y="2097024"/>
                  </a:lnTo>
                  <a:close/>
                </a:path>
                <a:path w="2760345" h="2103120">
                  <a:moveTo>
                    <a:pt x="2759964" y="2097024"/>
                  </a:moveTo>
                  <a:lnTo>
                    <a:pt x="2750819" y="2097024"/>
                  </a:lnTo>
                  <a:lnTo>
                    <a:pt x="2755392" y="2092451"/>
                  </a:lnTo>
                  <a:lnTo>
                    <a:pt x="2759964" y="2092451"/>
                  </a:lnTo>
                  <a:lnTo>
                    <a:pt x="2759964" y="20970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477000" y="4831079"/>
            <a:ext cx="1371600" cy="579120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137160" rIns="0" bIns="0" rtlCol="0">
            <a:spAutoFit/>
          </a:bodyPr>
          <a:lstStyle/>
          <a:p>
            <a:pPr marL="26479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Calibri"/>
                <a:cs typeface="Calibri"/>
              </a:rPr>
              <a:t>press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00627" y="4567428"/>
            <a:ext cx="2525395" cy="2291080"/>
            <a:chOff x="3500627" y="4567428"/>
            <a:chExt cx="2525395" cy="2291080"/>
          </a:xfrm>
        </p:grpSpPr>
        <p:sp>
          <p:nvSpPr>
            <p:cNvPr id="3" name="object 3"/>
            <p:cNvSpPr/>
            <p:nvPr/>
          </p:nvSpPr>
          <p:spPr>
            <a:xfrm>
              <a:off x="3657599" y="4724400"/>
              <a:ext cx="2362200" cy="2133600"/>
            </a:xfrm>
            <a:custGeom>
              <a:avLst/>
              <a:gdLst/>
              <a:ahLst/>
              <a:cxnLst/>
              <a:rect l="l" t="t" r="r" b="b"/>
              <a:pathLst>
                <a:path w="2362200" h="2133600">
                  <a:moveTo>
                    <a:pt x="2362200" y="2133600"/>
                  </a:moveTo>
                  <a:lnTo>
                    <a:pt x="0" y="2133600"/>
                  </a:lnTo>
                  <a:lnTo>
                    <a:pt x="0" y="0"/>
                  </a:lnTo>
                  <a:lnTo>
                    <a:pt x="2362200" y="0"/>
                  </a:lnTo>
                  <a:lnTo>
                    <a:pt x="2362200" y="213360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53028" y="4719828"/>
              <a:ext cx="2372995" cy="2138680"/>
            </a:xfrm>
            <a:custGeom>
              <a:avLst/>
              <a:gdLst/>
              <a:ahLst/>
              <a:cxnLst/>
              <a:rect l="l" t="t" r="r" b="b"/>
              <a:pathLst>
                <a:path w="2372995" h="2138679">
                  <a:moveTo>
                    <a:pt x="10668" y="2138172"/>
                  </a:moveTo>
                  <a:lnTo>
                    <a:pt x="0" y="2138172"/>
                  </a:lnTo>
                  <a:lnTo>
                    <a:pt x="0" y="0"/>
                  </a:lnTo>
                  <a:lnTo>
                    <a:pt x="2372868" y="0"/>
                  </a:lnTo>
                  <a:lnTo>
                    <a:pt x="2372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2133600"/>
                  </a:lnTo>
                  <a:lnTo>
                    <a:pt x="4572" y="2133600"/>
                  </a:lnTo>
                  <a:lnTo>
                    <a:pt x="10668" y="2138172"/>
                  </a:lnTo>
                  <a:close/>
                </a:path>
                <a:path w="2372995" h="2138679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2372995" h="2138679">
                  <a:moveTo>
                    <a:pt x="2362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2362200" y="4572"/>
                  </a:lnTo>
                  <a:lnTo>
                    <a:pt x="2362200" y="10668"/>
                  </a:lnTo>
                  <a:close/>
                </a:path>
                <a:path w="2372995" h="2138679">
                  <a:moveTo>
                    <a:pt x="2362200" y="2138172"/>
                  </a:moveTo>
                  <a:lnTo>
                    <a:pt x="2362200" y="4572"/>
                  </a:lnTo>
                  <a:lnTo>
                    <a:pt x="2366772" y="10668"/>
                  </a:lnTo>
                  <a:lnTo>
                    <a:pt x="2372868" y="10668"/>
                  </a:lnTo>
                  <a:lnTo>
                    <a:pt x="2372868" y="2133600"/>
                  </a:lnTo>
                  <a:lnTo>
                    <a:pt x="2366772" y="2133600"/>
                  </a:lnTo>
                  <a:lnTo>
                    <a:pt x="2362200" y="2138172"/>
                  </a:lnTo>
                  <a:close/>
                </a:path>
                <a:path w="2372995" h="2138679">
                  <a:moveTo>
                    <a:pt x="2372868" y="10668"/>
                  </a:moveTo>
                  <a:lnTo>
                    <a:pt x="2366772" y="10668"/>
                  </a:lnTo>
                  <a:lnTo>
                    <a:pt x="2362200" y="4572"/>
                  </a:lnTo>
                  <a:lnTo>
                    <a:pt x="2372868" y="4572"/>
                  </a:lnTo>
                  <a:lnTo>
                    <a:pt x="2372868" y="10668"/>
                  </a:lnTo>
                  <a:close/>
                </a:path>
                <a:path w="2372995" h="2138679">
                  <a:moveTo>
                    <a:pt x="10668" y="2138172"/>
                  </a:moveTo>
                  <a:lnTo>
                    <a:pt x="4572" y="2133600"/>
                  </a:lnTo>
                  <a:lnTo>
                    <a:pt x="10668" y="2133600"/>
                  </a:lnTo>
                  <a:lnTo>
                    <a:pt x="10668" y="2138172"/>
                  </a:lnTo>
                  <a:close/>
                </a:path>
                <a:path w="2372995" h="2138679">
                  <a:moveTo>
                    <a:pt x="2362200" y="2138172"/>
                  </a:moveTo>
                  <a:lnTo>
                    <a:pt x="10668" y="2138172"/>
                  </a:lnTo>
                  <a:lnTo>
                    <a:pt x="10668" y="2133600"/>
                  </a:lnTo>
                  <a:lnTo>
                    <a:pt x="2362200" y="2133600"/>
                  </a:lnTo>
                  <a:lnTo>
                    <a:pt x="2362200" y="2138172"/>
                  </a:lnTo>
                  <a:close/>
                </a:path>
                <a:path w="2372995" h="2138679">
                  <a:moveTo>
                    <a:pt x="2372868" y="2138172"/>
                  </a:moveTo>
                  <a:lnTo>
                    <a:pt x="2362200" y="2138172"/>
                  </a:lnTo>
                  <a:lnTo>
                    <a:pt x="2366772" y="2133600"/>
                  </a:lnTo>
                  <a:lnTo>
                    <a:pt x="2372868" y="2133600"/>
                  </a:lnTo>
                  <a:lnTo>
                    <a:pt x="2372868" y="2138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81399" y="4648199"/>
              <a:ext cx="2362200" cy="2133600"/>
            </a:xfrm>
            <a:custGeom>
              <a:avLst/>
              <a:gdLst/>
              <a:ahLst/>
              <a:cxnLst/>
              <a:rect l="l" t="t" r="r" b="b"/>
              <a:pathLst>
                <a:path w="2362200" h="2133600">
                  <a:moveTo>
                    <a:pt x="2362200" y="2133600"/>
                  </a:moveTo>
                  <a:lnTo>
                    <a:pt x="0" y="2133600"/>
                  </a:lnTo>
                  <a:lnTo>
                    <a:pt x="0" y="0"/>
                  </a:lnTo>
                  <a:lnTo>
                    <a:pt x="2362200" y="0"/>
                  </a:lnTo>
                  <a:lnTo>
                    <a:pt x="2362200" y="213360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76827" y="4643628"/>
              <a:ext cx="2372995" cy="2144395"/>
            </a:xfrm>
            <a:custGeom>
              <a:avLst/>
              <a:gdLst/>
              <a:ahLst/>
              <a:cxnLst/>
              <a:rect l="l" t="t" r="r" b="b"/>
              <a:pathLst>
                <a:path w="2372995" h="2144395">
                  <a:moveTo>
                    <a:pt x="2372868" y="2144268"/>
                  </a:moveTo>
                  <a:lnTo>
                    <a:pt x="0" y="2144268"/>
                  </a:lnTo>
                  <a:lnTo>
                    <a:pt x="0" y="0"/>
                  </a:lnTo>
                  <a:lnTo>
                    <a:pt x="2372868" y="0"/>
                  </a:lnTo>
                  <a:lnTo>
                    <a:pt x="2372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2133600"/>
                  </a:lnTo>
                  <a:lnTo>
                    <a:pt x="4572" y="2133600"/>
                  </a:lnTo>
                  <a:lnTo>
                    <a:pt x="10668" y="2138172"/>
                  </a:lnTo>
                  <a:lnTo>
                    <a:pt x="2372868" y="2138172"/>
                  </a:lnTo>
                  <a:lnTo>
                    <a:pt x="2372868" y="2144268"/>
                  </a:lnTo>
                  <a:close/>
                </a:path>
                <a:path w="2372995" h="2144395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2372995" h="2144395">
                  <a:moveTo>
                    <a:pt x="2362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2362200" y="4572"/>
                  </a:lnTo>
                  <a:lnTo>
                    <a:pt x="2362200" y="10668"/>
                  </a:lnTo>
                  <a:close/>
                </a:path>
                <a:path w="2372995" h="2144395">
                  <a:moveTo>
                    <a:pt x="2362200" y="2138172"/>
                  </a:moveTo>
                  <a:lnTo>
                    <a:pt x="2362200" y="4572"/>
                  </a:lnTo>
                  <a:lnTo>
                    <a:pt x="2366772" y="10668"/>
                  </a:lnTo>
                  <a:lnTo>
                    <a:pt x="2372868" y="10668"/>
                  </a:lnTo>
                  <a:lnTo>
                    <a:pt x="2372868" y="2133600"/>
                  </a:lnTo>
                  <a:lnTo>
                    <a:pt x="2366772" y="2133600"/>
                  </a:lnTo>
                  <a:lnTo>
                    <a:pt x="2362200" y="2138172"/>
                  </a:lnTo>
                  <a:close/>
                </a:path>
                <a:path w="2372995" h="2144395">
                  <a:moveTo>
                    <a:pt x="2372868" y="10668"/>
                  </a:moveTo>
                  <a:lnTo>
                    <a:pt x="2366772" y="10668"/>
                  </a:lnTo>
                  <a:lnTo>
                    <a:pt x="2362200" y="4572"/>
                  </a:lnTo>
                  <a:lnTo>
                    <a:pt x="2372868" y="4572"/>
                  </a:lnTo>
                  <a:lnTo>
                    <a:pt x="2372868" y="10668"/>
                  </a:lnTo>
                  <a:close/>
                </a:path>
                <a:path w="2372995" h="2144395">
                  <a:moveTo>
                    <a:pt x="10668" y="2138172"/>
                  </a:moveTo>
                  <a:lnTo>
                    <a:pt x="4572" y="2133600"/>
                  </a:lnTo>
                  <a:lnTo>
                    <a:pt x="10668" y="2133600"/>
                  </a:lnTo>
                  <a:lnTo>
                    <a:pt x="10668" y="2138172"/>
                  </a:lnTo>
                  <a:close/>
                </a:path>
                <a:path w="2372995" h="2144395">
                  <a:moveTo>
                    <a:pt x="2362200" y="2138172"/>
                  </a:moveTo>
                  <a:lnTo>
                    <a:pt x="10668" y="2138172"/>
                  </a:lnTo>
                  <a:lnTo>
                    <a:pt x="10668" y="2133600"/>
                  </a:lnTo>
                  <a:lnTo>
                    <a:pt x="2362200" y="2133600"/>
                  </a:lnTo>
                  <a:lnTo>
                    <a:pt x="2362200" y="2138172"/>
                  </a:lnTo>
                  <a:close/>
                </a:path>
                <a:path w="2372995" h="2144395">
                  <a:moveTo>
                    <a:pt x="2372868" y="2138172"/>
                  </a:moveTo>
                  <a:lnTo>
                    <a:pt x="2362200" y="2138172"/>
                  </a:lnTo>
                  <a:lnTo>
                    <a:pt x="2366772" y="2133600"/>
                  </a:lnTo>
                  <a:lnTo>
                    <a:pt x="2372868" y="2133600"/>
                  </a:lnTo>
                  <a:lnTo>
                    <a:pt x="2372868" y="2138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05199" y="4571999"/>
              <a:ext cx="2362200" cy="2133600"/>
            </a:xfrm>
            <a:custGeom>
              <a:avLst/>
              <a:gdLst/>
              <a:ahLst/>
              <a:cxnLst/>
              <a:rect l="l" t="t" r="r" b="b"/>
              <a:pathLst>
                <a:path w="2362200" h="2133600">
                  <a:moveTo>
                    <a:pt x="2362200" y="2133600"/>
                  </a:moveTo>
                  <a:lnTo>
                    <a:pt x="0" y="2133600"/>
                  </a:lnTo>
                  <a:lnTo>
                    <a:pt x="0" y="0"/>
                  </a:lnTo>
                  <a:lnTo>
                    <a:pt x="2362200" y="0"/>
                  </a:lnTo>
                  <a:lnTo>
                    <a:pt x="2362200" y="213360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00627" y="4567428"/>
              <a:ext cx="2372995" cy="2144395"/>
            </a:xfrm>
            <a:custGeom>
              <a:avLst/>
              <a:gdLst/>
              <a:ahLst/>
              <a:cxnLst/>
              <a:rect l="l" t="t" r="r" b="b"/>
              <a:pathLst>
                <a:path w="2372995" h="2144395">
                  <a:moveTo>
                    <a:pt x="2372868" y="2144268"/>
                  </a:moveTo>
                  <a:lnTo>
                    <a:pt x="0" y="2144268"/>
                  </a:lnTo>
                  <a:lnTo>
                    <a:pt x="0" y="0"/>
                  </a:lnTo>
                  <a:lnTo>
                    <a:pt x="2372868" y="0"/>
                  </a:lnTo>
                  <a:lnTo>
                    <a:pt x="2372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2133600"/>
                  </a:lnTo>
                  <a:lnTo>
                    <a:pt x="4572" y="2133600"/>
                  </a:lnTo>
                  <a:lnTo>
                    <a:pt x="10668" y="2138172"/>
                  </a:lnTo>
                  <a:lnTo>
                    <a:pt x="2372868" y="2138172"/>
                  </a:lnTo>
                  <a:lnTo>
                    <a:pt x="2372868" y="2144268"/>
                  </a:lnTo>
                  <a:close/>
                </a:path>
                <a:path w="2372995" h="2144395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2372995" h="2144395">
                  <a:moveTo>
                    <a:pt x="2362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2362200" y="4572"/>
                  </a:lnTo>
                  <a:lnTo>
                    <a:pt x="2362200" y="10668"/>
                  </a:lnTo>
                  <a:close/>
                </a:path>
                <a:path w="2372995" h="2144395">
                  <a:moveTo>
                    <a:pt x="2362200" y="2138172"/>
                  </a:moveTo>
                  <a:lnTo>
                    <a:pt x="2362200" y="4572"/>
                  </a:lnTo>
                  <a:lnTo>
                    <a:pt x="2366772" y="10668"/>
                  </a:lnTo>
                  <a:lnTo>
                    <a:pt x="2372868" y="10668"/>
                  </a:lnTo>
                  <a:lnTo>
                    <a:pt x="2372868" y="2133600"/>
                  </a:lnTo>
                  <a:lnTo>
                    <a:pt x="2366772" y="2133600"/>
                  </a:lnTo>
                  <a:lnTo>
                    <a:pt x="2362200" y="2138172"/>
                  </a:lnTo>
                  <a:close/>
                </a:path>
                <a:path w="2372995" h="2144395">
                  <a:moveTo>
                    <a:pt x="2372868" y="10668"/>
                  </a:moveTo>
                  <a:lnTo>
                    <a:pt x="2366772" y="10668"/>
                  </a:lnTo>
                  <a:lnTo>
                    <a:pt x="2362200" y="4572"/>
                  </a:lnTo>
                  <a:lnTo>
                    <a:pt x="2372868" y="4572"/>
                  </a:lnTo>
                  <a:lnTo>
                    <a:pt x="2372868" y="10668"/>
                  </a:lnTo>
                  <a:close/>
                </a:path>
                <a:path w="2372995" h="2144395">
                  <a:moveTo>
                    <a:pt x="10668" y="2138172"/>
                  </a:moveTo>
                  <a:lnTo>
                    <a:pt x="4572" y="2133600"/>
                  </a:lnTo>
                  <a:lnTo>
                    <a:pt x="10668" y="2133600"/>
                  </a:lnTo>
                  <a:lnTo>
                    <a:pt x="10668" y="2138172"/>
                  </a:lnTo>
                  <a:close/>
                </a:path>
                <a:path w="2372995" h="2144395">
                  <a:moveTo>
                    <a:pt x="2362200" y="2138172"/>
                  </a:moveTo>
                  <a:lnTo>
                    <a:pt x="10668" y="2138172"/>
                  </a:lnTo>
                  <a:lnTo>
                    <a:pt x="10668" y="2133600"/>
                  </a:lnTo>
                  <a:lnTo>
                    <a:pt x="2362200" y="2133600"/>
                  </a:lnTo>
                  <a:lnTo>
                    <a:pt x="2362200" y="2138172"/>
                  </a:lnTo>
                  <a:close/>
                </a:path>
                <a:path w="2372995" h="2144395">
                  <a:moveTo>
                    <a:pt x="2372868" y="2138172"/>
                  </a:moveTo>
                  <a:lnTo>
                    <a:pt x="2362200" y="2138172"/>
                  </a:lnTo>
                  <a:lnTo>
                    <a:pt x="2366772" y="2133600"/>
                  </a:lnTo>
                  <a:lnTo>
                    <a:pt x="2372868" y="2133600"/>
                  </a:lnTo>
                  <a:lnTo>
                    <a:pt x="2372868" y="2138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716895" y="261203"/>
            <a:ext cx="3710940" cy="1371600"/>
          </a:xfrm>
          <a:prstGeom prst="rect">
            <a:avLst/>
          </a:prstGeom>
        </p:spPr>
        <p:txBody>
          <a:bodyPr vert="horz" wrap="square" lIns="0" tIns="213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4400" dirty="0"/>
              <a:t>Layout</a:t>
            </a:r>
            <a:r>
              <a:rPr sz="4400" spc="-215" dirty="0"/>
              <a:t> </a:t>
            </a:r>
            <a:r>
              <a:rPr sz="4400" spc="-10" dirty="0"/>
              <a:t>Manager</a:t>
            </a:r>
            <a:endParaRPr sz="4400"/>
          </a:p>
          <a:p>
            <a:pPr marL="1245235">
              <a:lnSpc>
                <a:spcPct val="100000"/>
              </a:lnSpc>
              <a:spcBef>
                <a:spcPts val="860"/>
              </a:spcBef>
            </a:pPr>
            <a:r>
              <a:rPr sz="2400" spc="-10" dirty="0">
                <a:latin typeface="Times New Roman"/>
                <a:cs typeface="Times New Roman"/>
              </a:rPr>
              <a:t>FlowLayout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00627" y="1706879"/>
            <a:ext cx="2372995" cy="2144395"/>
            <a:chOff x="3500627" y="1706879"/>
            <a:chExt cx="2372995" cy="2144395"/>
          </a:xfrm>
        </p:grpSpPr>
        <p:sp>
          <p:nvSpPr>
            <p:cNvPr id="11" name="object 11"/>
            <p:cNvSpPr/>
            <p:nvPr/>
          </p:nvSpPr>
          <p:spPr>
            <a:xfrm>
              <a:off x="3505199" y="1711451"/>
              <a:ext cx="2362200" cy="2133600"/>
            </a:xfrm>
            <a:custGeom>
              <a:avLst/>
              <a:gdLst/>
              <a:ahLst/>
              <a:cxnLst/>
              <a:rect l="l" t="t" r="r" b="b"/>
              <a:pathLst>
                <a:path w="2362200" h="2133600">
                  <a:moveTo>
                    <a:pt x="2362200" y="2133600"/>
                  </a:moveTo>
                  <a:lnTo>
                    <a:pt x="0" y="2133600"/>
                  </a:lnTo>
                  <a:lnTo>
                    <a:pt x="0" y="0"/>
                  </a:lnTo>
                  <a:lnTo>
                    <a:pt x="2362200" y="0"/>
                  </a:lnTo>
                  <a:lnTo>
                    <a:pt x="2362200" y="213360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00627" y="1706879"/>
              <a:ext cx="2372995" cy="2144395"/>
            </a:xfrm>
            <a:custGeom>
              <a:avLst/>
              <a:gdLst/>
              <a:ahLst/>
              <a:cxnLst/>
              <a:rect l="l" t="t" r="r" b="b"/>
              <a:pathLst>
                <a:path w="2372995" h="2144395">
                  <a:moveTo>
                    <a:pt x="2372868" y="2144268"/>
                  </a:moveTo>
                  <a:lnTo>
                    <a:pt x="0" y="2144268"/>
                  </a:lnTo>
                  <a:lnTo>
                    <a:pt x="0" y="0"/>
                  </a:lnTo>
                  <a:lnTo>
                    <a:pt x="2372868" y="0"/>
                  </a:lnTo>
                  <a:lnTo>
                    <a:pt x="2372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2133600"/>
                  </a:lnTo>
                  <a:lnTo>
                    <a:pt x="4572" y="2133600"/>
                  </a:lnTo>
                  <a:lnTo>
                    <a:pt x="10668" y="2138172"/>
                  </a:lnTo>
                  <a:lnTo>
                    <a:pt x="2372868" y="2138172"/>
                  </a:lnTo>
                  <a:lnTo>
                    <a:pt x="2372868" y="2144268"/>
                  </a:lnTo>
                  <a:close/>
                </a:path>
                <a:path w="2372995" h="2144395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2372995" h="2144395">
                  <a:moveTo>
                    <a:pt x="2362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2362200" y="4572"/>
                  </a:lnTo>
                  <a:lnTo>
                    <a:pt x="2362200" y="10668"/>
                  </a:lnTo>
                  <a:close/>
                </a:path>
                <a:path w="2372995" h="2144395">
                  <a:moveTo>
                    <a:pt x="2362200" y="2138172"/>
                  </a:moveTo>
                  <a:lnTo>
                    <a:pt x="2362200" y="4572"/>
                  </a:lnTo>
                  <a:lnTo>
                    <a:pt x="2366772" y="10668"/>
                  </a:lnTo>
                  <a:lnTo>
                    <a:pt x="2372868" y="10668"/>
                  </a:lnTo>
                  <a:lnTo>
                    <a:pt x="2372868" y="2133600"/>
                  </a:lnTo>
                  <a:lnTo>
                    <a:pt x="2366772" y="2133600"/>
                  </a:lnTo>
                  <a:lnTo>
                    <a:pt x="2362200" y="2138172"/>
                  </a:lnTo>
                  <a:close/>
                </a:path>
                <a:path w="2372995" h="2144395">
                  <a:moveTo>
                    <a:pt x="2372868" y="10668"/>
                  </a:moveTo>
                  <a:lnTo>
                    <a:pt x="2366772" y="10668"/>
                  </a:lnTo>
                  <a:lnTo>
                    <a:pt x="2362200" y="4572"/>
                  </a:lnTo>
                  <a:lnTo>
                    <a:pt x="2372868" y="4572"/>
                  </a:lnTo>
                  <a:lnTo>
                    <a:pt x="2372868" y="10668"/>
                  </a:lnTo>
                  <a:close/>
                </a:path>
                <a:path w="2372995" h="2144395">
                  <a:moveTo>
                    <a:pt x="10668" y="2138172"/>
                  </a:moveTo>
                  <a:lnTo>
                    <a:pt x="4572" y="2133600"/>
                  </a:lnTo>
                  <a:lnTo>
                    <a:pt x="10668" y="2133600"/>
                  </a:lnTo>
                  <a:lnTo>
                    <a:pt x="10668" y="2138172"/>
                  </a:lnTo>
                  <a:close/>
                </a:path>
                <a:path w="2372995" h="2144395">
                  <a:moveTo>
                    <a:pt x="2362200" y="2138172"/>
                  </a:moveTo>
                  <a:lnTo>
                    <a:pt x="10668" y="2138172"/>
                  </a:lnTo>
                  <a:lnTo>
                    <a:pt x="10668" y="2133600"/>
                  </a:lnTo>
                  <a:lnTo>
                    <a:pt x="2362200" y="2133600"/>
                  </a:lnTo>
                  <a:lnTo>
                    <a:pt x="2362200" y="2138172"/>
                  </a:lnTo>
                  <a:close/>
                </a:path>
                <a:path w="2372995" h="2144395">
                  <a:moveTo>
                    <a:pt x="2372868" y="2138172"/>
                  </a:moveTo>
                  <a:lnTo>
                    <a:pt x="2362200" y="2138172"/>
                  </a:lnTo>
                  <a:lnTo>
                    <a:pt x="2366772" y="2133600"/>
                  </a:lnTo>
                  <a:lnTo>
                    <a:pt x="2372868" y="2133600"/>
                  </a:lnTo>
                  <a:lnTo>
                    <a:pt x="2372868" y="2138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010671" y="2475996"/>
            <a:ext cx="1348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953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Left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right, </a:t>
            </a:r>
            <a:r>
              <a:rPr sz="1800" spc="-45" dirty="0">
                <a:latin typeface="Calibri"/>
                <a:cs typeface="Calibri"/>
              </a:rPr>
              <a:t>Top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bottom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10000" y="2130564"/>
            <a:ext cx="1752600" cy="1371600"/>
          </a:xfrm>
          <a:custGeom>
            <a:avLst/>
            <a:gdLst/>
            <a:ahLst/>
            <a:cxnLst/>
            <a:rect l="l" t="t" r="r" b="b"/>
            <a:pathLst>
              <a:path w="1752600" h="1371600">
                <a:moveTo>
                  <a:pt x="1752600" y="1333500"/>
                </a:moveTo>
                <a:lnTo>
                  <a:pt x="1743456" y="1328928"/>
                </a:lnTo>
                <a:lnTo>
                  <a:pt x="1676400" y="1295400"/>
                </a:lnTo>
                <a:lnTo>
                  <a:pt x="1676400" y="1328928"/>
                </a:lnTo>
                <a:lnTo>
                  <a:pt x="0" y="1328928"/>
                </a:lnTo>
                <a:lnTo>
                  <a:pt x="0" y="1339596"/>
                </a:lnTo>
                <a:lnTo>
                  <a:pt x="1676400" y="1339596"/>
                </a:lnTo>
                <a:lnTo>
                  <a:pt x="1676400" y="1371600"/>
                </a:lnTo>
                <a:lnTo>
                  <a:pt x="1740408" y="1339596"/>
                </a:lnTo>
                <a:lnTo>
                  <a:pt x="1752600" y="1333500"/>
                </a:lnTo>
                <a:close/>
              </a:path>
              <a:path w="1752600" h="1371600">
                <a:moveTo>
                  <a:pt x="1752600" y="647700"/>
                </a:moveTo>
                <a:lnTo>
                  <a:pt x="1743456" y="643128"/>
                </a:lnTo>
                <a:lnTo>
                  <a:pt x="1676400" y="609600"/>
                </a:lnTo>
                <a:lnTo>
                  <a:pt x="1676400" y="643128"/>
                </a:lnTo>
                <a:lnTo>
                  <a:pt x="0" y="643128"/>
                </a:lnTo>
                <a:lnTo>
                  <a:pt x="0" y="653796"/>
                </a:lnTo>
                <a:lnTo>
                  <a:pt x="1676400" y="653796"/>
                </a:lnTo>
                <a:lnTo>
                  <a:pt x="1676400" y="685800"/>
                </a:lnTo>
                <a:lnTo>
                  <a:pt x="1740408" y="653796"/>
                </a:lnTo>
                <a:lnTo>
                  <a:pt x="1752600" y="647700"/>
                </a:lnTo>
                <a:close/>
              </a:path>
              <a:path w="1752600" h="1371600">
                <a:moveTo>
                  <a:pt x="1752600" y="38100"/>
                </a:moveTo>
                <a:lnTo>
                  <a:pt x="1743456" y="33528"/>
                </a:lnTo>
                <a:lnTo>
                  <a:pt x="1676400" y="0"/>
                </a:lnTo>
                <a:lnTo>
                  <a:pt x="1676400" y="33528"/>
                </a:lnTo>
                <a:lnTo>
                  <a:pt x="0" y="33528"/>
                </a:lnTo>
                <a:lnTo>
                  <a:pt x="0" y="44196"/>
                </a:lnTo>
                <a:lnTo>
                  <a:pt x="1676400" y="44196"/>
                </a:lnTo>
                <a:lnTo>
                  <a:pt x="1676400" y="76200"/>
                </a:lnTo>
                <a:lnTo>
                  <a:pt x="1740408" y="44196"/>
                </a:lnTo>
                <a:lnTo>
                  <a:pt x="17526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6396228" y="1706879"/>
            <a:ext cx="2372995" cy="2144395"/>
            <a:chOff x="6396228" y="1706879"/>
            <a:chExt cx="2372995" cy="2144395"/>
          </a:xfrm>
        </p:grpSpPr>
        <p:sp>
          <p:nvSpPr>
            <p:cNvPr id="16" name="object 16"/>
            <p:cNvSpPr/>
            <p:nvPr/>
          </p:nvSpPr>
          <p:spPr>
            <a:xfrm>
              <a:off x="6400799" y="1711451"/>
              <a:ext cx="2362200" cy="2133600"/>
            </a:xfrm>
            <a:custGeom>
              <a:avLst/>
              <a:gdLst/>
              <a:ahLst/>
              <a:cxnLst/>
              <a:rect l="l" t="t" r="r" b="b"/>
              <a:pathLst>
                <a:path w="2362200" h="2133600">
                  <a:moveTo>
                    <a:pt x="2362200" y="2133600"/>
                  </a:moveTo>
                  <a:lnTo>
                    <a:pt x="0" y="2133600"/>
                  </a:lnTo>
                  <a:lnTo>
                    <a:pt x="0" y="0"/>
                  </a:lnTo>
                  <a:lnTo>
                    <a:pt x="2362200" y="0"/>
                  </a:lnTo>
                  <a:lnTo>
                    <a:pt x="2362200" y="213360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96228" y="1706879"/>
              <a:ext cx="2372995" cy="2144395"/>
            </a:xfrm>
            <a:custGeom>
              <a:avLst/>
              <a:gdLst/>
              <a:ahLst/>
              <a:cxnLst/>
              <a:rect l="l" t="t" r="r" b="b"/>
              <a:pathLst>
                <a:path w="2372995" h="2144395">
                  <a:moveTo>
                    <a:pt x="772668" y="2061984"/>
                  </a:moveTo>
                  <a:lnTo>
                    <a:pt x="762000" y="2061984"/>
                  </a:lnTo>
                  <a:lnTo>
                    <a:pt x="762000" y="2072652"/>
                  </a:lnTo>
                  <a:lnTo>
                    <a:pt x="772668" y="2072652"/>
                  </a:lnTo>
                  <a:lnTo>
                    <a:pt x="772668" y="2061984"/>
                  </a:lnTo>
                  <a:close/>
                </a:path>
                <a:path w="2372995" h="2144395">
                  <a:moveTo>
                    <a:pt x="772668" y="1996452"/>
                  </a:moveTo>
                  <a:lnTo>
                    <a:pt x="762000" y="1996452"/>
                  </a:lnTo>
                  <a:lnTo>
                    <a:pt x="762000" y="2034552"/>
                  </a:lnTo>
                  <a:lnTo>
                    <a:pt x="772668" y="2034552"/>
                  </a:lnTo>
                  <a:lnTo>
                    <a:pt x="772668" y="1996452"/>
                  </a:lnTo>
                  <a:close/>
                </a:path>
                <a:path w="2372995" h="2144395">
                  <a:moveTo>
                    <a:pt x="772668" y="1958352"/>
                  </a:moveTo>
                  <a:lnTo>
                    <a:pt x="762000" y="1958352"/>
                  </a:lnTo>
                  <a:lnTo>
                    <a:pt x="762000" y="1967496"/>
                  </a:lnTo>
                  <a:lnTo>
                    <a:pt x="772668" y="1967496"/>
                  </a:lnTo>
                  <a:lnTo>
                    <a:pt x="772668" y="1958352"/>
                  </a:lnTo>
                  <a:close/>
                </a:path>
                <a:path w="2372995" h="2144395">
                  <a:moveTo>
                    <a:pt x="772668" y="1891296"/>
                  </a:moveTo>
                  <a:lnTo>
                    <a:pt x="762000" y="1891296"/>
                  </a:lnTo>
                  <a:lnTo>
                    <a:pt x="762000" y="1929396"/>
                  </a:lnTo>
                  <a:lnTo>
                    <a:pt x="772668" y="1929396"/>
                  </a:lnTo>
                  <a:lnTo>
                    <a:pt x="772668" y="1891296"/>
                  </a:lnTo>
                  <a:close/>
                </a:path>
                <a:path w="2372995" h="2144395">
                  <a:moveTo>
                    <a:pt x="772668" y="1853196"/>
                  </a:moveTo>
                  <a:lnTo>
                    <a:pt x="762000" y="1853196"/>
                  </a:lnTo>
                  <a:lnTo>
                    <a:pt x="762000" y="1862340"/>
                  </a:lnTo>
                  <a:lnTo>
                    <a:pt x="772668" y="1862340"/>
                  </a:lnTo>
                  <a:lnTo>
                    <a:pt x="772668" y="1853196"/>
                  </a:lnTo>
                  <a:close/>
                </a:path>
                <a:path w="2372995" h="2144395">
                  <a:moveTo>
                    <a:pt x="772668" y="1786128"/>
                  </a:moveTo>
                  <a:lnTo>
                    <a:pt x="762000" y="1786128"/>
                  </a:lnTo>
                  <a:lnTo>
                    <a:pt x="762000" y="1824228"/>
                  </a:lnTo>
                  <a:lnTo>
                    <a:pt x="772668" y="1824228"/>
                  </a:lnTo>
                  <a:lnTo>
                    <a:pt x="772668" y="1786128"/>
                  </a:lnTo>
                  <a:close/>
                </a:path>
                <a:path w="2372995" h="2144395">
                  <a:moveTo>
                    <a:pt x="772668" y="1748028"/>
                  </a:moveTo>
                  <a:lnTo>
                    <a:pt x="762000" y="1748028"/>
                  </a:lnTo>
                  <a:lnTo>
                    <a:pt x="762000" y="1757172"/>
                  </a:lnTo>
                  <a:lnTo>
                    <a:pt x="772668" y="1757172"/>
                  </a:lnTo>
                  <a:lnTo>
                    <a:pt x="772668" y="1748028"/>
                  </a:lnTo>
                  <a:close/>
                </a:path>
                <a:path w="2372995" h="2144395">
                  <a:moveTo>
                    <a:pt x="772668" y="1680972"/>
                  </a:moveTo>
                  <a:lnTo>
                    <a:pt x="762000" y="1680972"/>
                  </a:lnTo>
                  <a:lnTo>
                    <a:pt x="762000" y="1719072"/>
                  </a:lnTo>
                  <a:lnTo>
                    <a:pt x="772668" y="1719072"/>
                  </a:lnTo>
                  <a:lnTo>
                    <a:pt x="772668" y="1680972"/>
                  </a:lnTo>
                  <a:close/>
                </a:path>
                <a:path w="2372995" h="2144395">
                  <a:moveTo>
                    <a:pt x="772668" y="1642872"/>
                  </a:moveTo>
                  <a:lnTo>
                    <a:pt x="762000" y="1642872"/>
                  </a:lnTo>
                  <a:lnTo>
                    <a:pt x="762000" y="1653540"/>
                  </a:lnTo>
                  <a:lnTo>
                    <a:pt x="772668" y="1653540"/>
                  </a:lnTo>
                  <a:lnTo>
                    <a:pt x="772668" y="1642872"/>
                  </a:lnTo>
                  <a:close/>
                </a:path>
                <a:path w="2372995" h="2144395">
                  <a:moveTo>
                    <a:pt x="772668" y="1577340"/>
                  </a:moveTo>
                  <a:lnTo>
                    <a:pt x="762000" y="1577340"/>
                  </a:lnTo>
                  <a:lnTo>
                    <a:pt x="762000" y="1615440"/>
                  </a:lnTo>
                  <a:lnTo>
                    <a:pt x="772668" y="1615440"/>
                  </a:lnTo>
                  <a:lnTo>
                    <a:pt x="772668" y="1577340"/>
                  </a:lnTo>
                  <a:close/>
                </a:path>
                <a:path w="2372995" h="2144395">
                  <a:moveTo>
                    <a:pt x="772668" y="1539252"/>
                  </a:moveTo>
                  <a:lnTo>
                    <a:pt x="762000" y="1539252"/>
                  </a:lnTo>
                  <a:lnTo>
                    <a:pt x="762000" y="1548396"/>
                  </a:lnTo>
                  <a:lnTo>
                    <a:pt x="772668" y="1548396"/>
                  </a:lnTo>
                  <a:lnTo>
                    <a:pt x="772668" y="1539252"/>
                  </a:lnTo>
                  <a:close/>
                </a:path>
                <a:path w="2372995" h="2144395">
                  <a:moveTo>
                    <a:pt x="772668" y="1472196"/>
                  </a:moveTo>
                  <a:lnTo>
                    <a:pt x="762000" y="1472196"/>
                  </a:lnTo>
                  <a:lnTo>
                    <a:pt x="762000" y="1510296"/>
                  </a:lnTo>
                  <a:lnTo>
                    <a:pt x="772668" y="1510296"/>
                  </a:lnTo>
                  <a:lnTo>
                    <a:pt x="772668" y="1472196"/>
                  </a:lnTo>
                  <a:close/>
                </a:path>
                <a:path w="2372995" h="2144395">
                  <a:moveTo>
                    <a:pt x="772668" y="1434096"/>
                  </a:moveTo>
                  <a:lnTo>
                    <a:pt x="762000" y="1434096"/>
                  </a:lnTo>
                  <a:lnTo>
                    <a:pt x="762000" y="1443240"/>
                  </a:lnTo>
                  <a:lnTo>
                    <a:pt x="772668" y="1443240"/>
                  </a:lnTo>
                  <a:lnTo>
                    <a:pt x="772668" y="1434096"/>
                  </a:lnTo>
                  <a:close/>
                </a:path>
                <a:path w="2372995" h="2144395">
                  <a:moveTo>
                    <a:pt x="772668" y="1367040"/>
                  </a:moveTo>
                  <a:lnTo>
                    <a:pt x="762000" y="1367040"/>
                  </a:lnTo>
                  <a:lnTo>
                    <a:pt x="762000" y="1405140"/>
                  </a:lnTo>
                  <a:lnTo>
                    <a:pt x="772668" y="1405140"/>
                  </a:lnTo>
                  <a:lnTo>
                    <a:pt x="772668" y="1367040"/>
                  </a:lnTo>
                  <a:close/>
                </a:path>
                <a:path w="2372995" h="2144395">
                  <a:moveTo>
                    <a:pt x="772668" y="1328940"/>
                  </a:moveTo>
                  <a:lnTo>
                    <a:pt x="762000" y="1328940"/>
                  </a:lnTo>
                  <a:lnTo>
                    <a:pt x="762000" y="1338084"/>
                  </a:lnTo>
                  <a:lnTo>
                    <a:pt x="772668" y="1338084"/>
                  </a:lnTo>
                  <a:lnTo>
                    <a:pt x="772668" y="1328940"/>
                  </a:lnTo>
                  <a:close/>
                </a:path>
                <a:path w="2372995" h="2144395">
                  <a:moveTo>
                    <a:pt x="772668" y="1261884"/>
                  </a:moveTo>
                  <a:lnTo>
                    <a:pt x="762000" y="1261884"/>
                  </a:lnTo>
                  <a:lnTo>
                    <a:pt x="762000" y="1299984"/>
                  </a:lnTo>
                  <a:lnTo>
                    <a:pt x="772668" y="1299984"/>
                  </a:lnTo>
                  <a:lnTo>
                    <a:pt x="772668" y="1261884"/>
                  </a:lnTo>
                  <a:close/>
                </a:path>
                <a:path w="2372995" h="2144395">
                  <a:moveTo>
                    <a:pt x="772668" y="1223784"/>
                  </a:moveTo>
                  <a:lnTo>
                    <a:pt x="762000" y="1223784"/>
                  </a:lnTo>
                  <a:lnTo>
                    <a:pt x="762000" y="1234452"/>
                  </a:lnTo>
                  <a:lnTo>
                    <a:pt x="772668" y="1234452"/>
                  </a:lnTo>
                  <a:lnTo>
                    <a:pt x="772668" y="1223784"/>
                  </a:lnTo>
                  <a:close/>
                </a:path>
                <a:path w="2372995" h="2144395">
                  <a:moveTo>
                    <a:pt x="772668" y="1158252"/>
                  </a:moveTo>
                  <a:lnTo>
                    <a:pt x="762000" y="1158252"/>
                  </a:lnTo>
                  <a:lnTo>
                    <a:pt x="762000" y="1196352"/>
                  </a:lnTo>
                  <a:lnTo>
                    <a:pt x="772668" y="1196352"/>
                  </a:lnTo>
                  <a:lnTo>
                    <a:pt x="772668" y="1158252"/>
                  </a:lnTo>
                  <a:close/>
                </a:path>
                <a:path w="2372995" h="2144395">
                  <a:moveTo>
                    <a:pt x="772668" y="1120152"/>
                  </a:moveTo>
                  <a:lnTo>
                    <a:pt x="762000" y="1120152"/>
                  </a:lnTo>
                  <a:lnTo>
                    <a:pt x="762000" y="1129296"/>
                  </a:lnTo>
                  <a:lnTo>
                    <a:pt x="772668" y="1129296"/>
                  </a:lnTo>
                  <a:lnTo>
                    <a:pt x="772668" y="1120152"/>
                  </a:lnTo>
                  <a:close/>
                </a:path>
                <a:path w="2372995" h="2144395">
                  <a:moveTo>
                    <a:pt x="772668" y="1053096"/>
                  </a:moveTo>
                  <a:lnTo>
                    <a:pt x="762000" y="1053096"/>
                  </a:lnTo>
                  <a:lnTo>
                    <a:pt x="762000" y="1091196"/>
                  </a:lnTo>
                  <a:lnTo>
                    <a:pt x="772668" y="1091196"/>
                  </a:lnTo>
                  <a:lnTo>
                    <a:pt x="772668" y="1053096"/>
                  </a:lnTo>
                  <a:close/>
                </a:path>
                <a:path w="2372995" h="2144395">
                  <a:moveTo>
                    <a:pt x="772668" y="1014984"/>
                  </a:moveTo>
                  <a:lnTo>
                    <a:pt x="762000" y="1014984"/>
                  </a:lnTo>
                  <a:lnTo>
                    <a:pt x="762000" y="1024128"/>
                  </a:lnTo>
                  <a:lnTo>
                    <a:pt x="772668" y="1024128"/>
                  </a:lnTo>
                  <a:lnTo>
                    <a:pt x="772668" y="1014984"/>
                  </a:lnTo>
                  <a:close/>
                </a:path>
                <a:path w="2372995" h="2144395">
                  <a:moveTo>
                    <a:pt x="772668" y="947928"/>
                  </a:moveTo>
                  <a:lnTo>
                    <a:pt x="762000" y="947928"/>
                  </a:lnTo>
                  <a:lnTo>
                    <a:pt x="762000" y="986028"/>
                  </a:lnTo>
                  <a:lnTo>
                    <a:pt x="772668" y="986028"/>
                  </a:lnTo>
                  <a:lnTo>
                    <a:pt x="772668" y="947928"/>
                  </a:lnTo>
                  <a:close/>
                </a:path>
                <a:path w="2372995" h="2144395">
                  <a:moveTo>
                    <a:pt x="772668" y="909828"/>
                  </a:moveTo>
                  <a:lnTo>
                    <a:pt x="762000" y="909828"/>
                  </a:lnTo>
                  <a:lnTo>
                    <a:pt x="762000" y="918972"/>
                  </a:lnTo>
                  <a:lnTo>
                    <a:pt x="772668" y="918972"/>
                  </a:lnTo>
                  <a:lnTo>
                    <a:pt x="772668" y="909828"/>
                  </a:lnTo>
                  <a:close/>
                </a:path>
                <a:path w="2372995" h="2144395">
                  <a:moveTo>
                    <a:pt x="772668" y="842772"/>
                  </a:moveTo>
                  <a:lnTo>
                    <a:pt x="762000" y="842772"/>
                  </a:lnTo>
                  <a:lnTo>
                    <a:pt x="762000" y="880872"/>
                  </a:lnTo>
                  <a:lnTo>
                    <a:pt x="772668" y="880872"/>
                  </a:lnTo>
                  <a:lnTo>
                    <a:pt x="772668" y="842772"/>
                  </a:lnTo>
                  <a:close/>
                </a:path>
                <a:path w="2372995" h="2144395">
                  <a:moveTo>
                    <a:pt x="772668" y="804672"/>
                  </a:moveTo>
                  <a:lnTo>
                    <a:pt x="762000" y="804672"/>
                  </a:lnTo>
                  <a:lnTo>
                    <a:pt x="762000" y="815340"/>
                  </a:lnTo>
                  <a:lnTo>
                    <a:pt x="772668" y="815340"/>
                  </a:lnTo>
                  <a:lnTo>
                    <a:pt x="772668" y="804672"/>
                  </a:lnTo>
                  <a:close/>
                </a:path>
                <a:path w="2372995" h="2144395">
                  <a:moveTo>
                    <a:pt x="772668" y="739152"/>
                  </a:moveTo>
                  <a:lnTo>
                    <a:pt x="762000" y="739152"/>
                  </a:lnTo>
                  <a:lnTo>
                    <a:pt x="762000" y="777252"/>
                  </a:lnTo>
                  <a:lnTo>
                    <a:pt x="772668" y="777252"/>
                  </a:lnTo>
                  <a:lnTo>
                    <a:pt x="772668" y="739152"/>
                  </a:lnTo>
                  <a:close/>
                </a:path>
                <a:path w="2372995" h="2144395">
                  <a:moveTo>
                    <a:pt x="772668" y="701052"/>
                  </a:moveTo>
                  <a:lnTo>
                    <a:pt x="762000" y="701052"/>
                  </a:lnTo>
                  <a:lnTo>
                    <a:pt x="762000" y="710196"/>
                  </a:lnTo>
                  <a:lnTo>
                    <a:pt x="772668" y="710196"/>
                  </a:lnTo>
                  <a:lnTo>
                    <a:pt x="772668" y="701052"/>
                  </a:lnTo>
                  <a:close/>
                </a:path>
                <a:path w="2372995" h="2144395">
                  <a:moveTo>
                    <a:pt x="772668" y="633996"/>
                  </a:moveTo>
                  <a:lnTo>
                    <a:pt x="762000" y="633996"/>
                  </a:lnTo>
                  <a:lnTo>
                    <a:pt x="762000" y="672096"/>
                  </a:lnTo>
                  <a:lnTo>
                    <a:pt x="772668" y="672096"/>
                  </a:lnTo>
                  <a:lnTo>
                    <a:pt x="772668" y="633996"/>
                  </a:lnTo>
                  <a:close/>
                </a:path>
                <a:path w="2372995" h="2144395">
                  <a:moveTo>
                    <a:pt x="772668" y="595896"/>
                  </a:moveTo>
                  <a:lnTo>
                    <a:pt x="762000" y="595896"/>
                  </a:lnTo>
                  <a:lnTo>
                    <a:pt x="762000" y="605040"/>
                  </a:lnTo>
                  <a:lnTo>
                    <a:pt x="772668" y="605040"/>
                  </a:lnTo>
                  <a:lnTo>
                    <a:pt x="772668" y="595896"/>
                  </a:lnTo>
                  <a:close/>
                </a:path>
                <a:path w="2372995" h="2144395">
                  <a:moveTo>
                    <a:pt x="772668" y="528840"/>
                  </a:moveTo>
                  <a:lnTo>
                    <a:pt x="762000" y="528840"/>
                  </a:lnTo>
                  <a:lnTo>
                    <a:pt x="762000" y="566940"/>
                  </a:lnTo>
                  <a:lnTo>
                    <a:pt x="772668" y="566940"/>
                  </a:lnTo>
                  <a:lnTo>
                    <a:pt x="772668" y="528840"/>
                  </a:lnTo>
                  <a:close/>
                </a:path>
                <a:path w="2372995" h="2144395">
                  <a:moveTo>
                    <a:pt x="772668" y="490728"/>
                  </a:moveTo>
                  <a:lnTo>
                    <a:pt x="762000" y="490728"/>
                  </a:lnTo>
                  <a:lnTo>
                    <a:pt x="762000" y="499872"/>
                  </a:lnTo>
                  <a:lnTo>
                    <a:pt x="772668" y="499872"/>
                  </a:lnTo>
                  <a:lnTo>
                    <a:pt x="772668" y="490728"/>
                  </a:lnTo>
                  <a:close/>
                </a:path>
                <a:path w="2372995" h="2144395">
                  <a:moveTo>
                    <a:pt x="772668" y="423672"/>
                  </a:moveTo>
                  <a:lnTo>
                    <a:pt x="762000" y="423672"/>
                  </a:lnTo>
                  <a:lnTo>
                    <a:pt x="762000" y="461772"/>
                  </a:lnTo>
                  <a:lnTo>
                    <a:pt x="772668" y="461772"/>
                  </a:lnTo>
                  <a:lnTo>
                    <a:pt x="772668" y="423672"/>
                  </a:lnTo>
                  <a:close/>
                </a:path>
                <a:path w="2372995" h="2144395">
                  <a:moveTo>
                    <a:pt x="772668" y="385572"/>
                  </a:moveTo>
                  <a:lnTo>
                    <a:pt x="762000" y="385572"/>
                  </a:lnTo>
                  <a:lnTo>
                    <a:pt x="762000" y="396240"/>
                  </a:lnTo>
                  <a:lnTo>
                    <a:pt x="772668" y="396240"/>
                  </a:lnTo>
                  <a:lnTo>
                    <a:pt x="772668" y="385572"/>
                  </a:lnTo>
                  <a:close/>
                </a:path>
                <a:path w="2372995" h="2144395">
                  <a:moveTo>
                    <a:pt x="772668" y="320040"/>
                  </a:moveTo>
                  <a:lnTo>
                    <a:pt x="762000" y="320040"/>
                  </a:lnTo>
                  <a:lnTo>
                    <a:pt x="762000" y="358140"/>
                  </a:lnTo>
                  <a:lnTo>
                    <a:pt x="772668" y="358140"/>
                  </a:lnTo>
                  <a:lnTo>
                    <a:pt x="772668" y="320040"/>
                  </a:lnTo>
                  <a:close/>
                </a:path>
                <a:path w="2372995" h="2144395">
                  <a:moveTo>
                    <a:pt x="772668" y="281940"/>
                  </a:moveTo>
                  <a:lnTo>
                    <a:pt x="762000" y="281940"/>
                  </a:lnTo>
                  <a:lnTo>
                    <a:pt x="762000" y="291084"/>
                  </a:lnTo>
                  <a:lnTo>
                    <a:pt x="772668" y="291084"/>
                  </a:lnTo>
                  <a:lnTo>
                    <a:pt x="772668" y="281940"/>
                  </a:lnTo>
                  <a:close/>
                </a:path>
                <a:path w="2372995" h="2144395">
                  <a:moveTo>
                    <a:pt x="772668" y="214884"/>
                  </a:moveTo>
                  <a:lnTo>
                    <a:pt x="762000" y="214884"/>
                  </a:lnTo>
                  <a:lnTo>
                    <a:pt x="762000" y="252984"/>
                  </a:lnTo>
                  <a:lnTo>
                    <a:pt x="772668" y="252984"/>
                  </a:lnTo>
                  <a:lnTo>
                    <a:pt x="772668" y="214884"/>
                  </a:lnTo>
                  <a:close/>
                </a:path>
                <a:path w="2372995" h="2144395">
                  <a:moveTo>
                    <a:pt x="772668" y="176784"/>
                  </a:moveTo>
                  <a:lnTo>
                    <a:pt x="762000" y="176784"/>
                  </a:lnTo>
                  <a:lnTo>
                    <a:pt x="762000" y="185928"/>
                  </a:lnTo>
                  <a:lnTo>
                    <a:pt x="772668" y="185928"/>
                  </a:lnTo>
                  <a:lnTo>
                    <a:pt x="772668" y="176784"/>
                  </a:lnTo>
                  <a:close/>
                </a:path>
                <a:path w="2372995" h="2144395">
                  <a:moveTo>
                    <a:pt x="772668" y="109728"/>
                  </a:moveTo>
                  <a:lnTo>
                    <a:pt x="762000" y="109728"/>
                  </a:lnTo>
                  <a:lnTo>
                    <a:pt x="762000" y="147828"/>
                  </a:lnTo>
                  <a:lnTo>
                    <a:pt x="772668" y="147828"/>
                  </a:lnTo>
                  <a:lnTo>
                    <a:pt x="772668" y="109728"/>
                  </a:lnTo>
                  <a:close/>
                </a:path>
                <a:path w="2372995" h="2144395">
                  <a:moveTo>
                    <a:pt x="772668" y="71628"/>
                  </a:moveTo>
                  <a:lnTo>
                    <a:pt x="762000" y="71628"/>
                  </a:lnTo>
                  <a:lnTo>
                    <a:pt x="762000" y="80772"/>
                  </a:lnTo>
                  <a:lnTo>
                    <a:pt x="772668" y="80772"/>
                  </a:lnTo>
                  <a:lnTo>
                    <a:pt x="772668" y="71628"/>
                  </a:lnTo>
                  <a:close/>
                </a:path>
                <a:path w="2372995" h="2144395">
                  <a:moveTo>
                    <a:pt x="1534668" y="1472196"/>
                  </a:moveTo>
                  <a:lnTo>
                    <a:pt x="1524000" y="1472196"/>
                  </a:lnTo>
                  <a:lnTo>
                    <a:pt x="1524000" y="1510296"/>
                  </a:lnTo>
                  <a:lnTo>
                    <a:pt x="1534668" y="1510296"/>
                  </a:lnTo>
                  <a:lnTo>
                    <a:pt x="1534668" y="1472196"/>
                  </a:lnTo>
                  <a:close/>
                </a:path>
                <a:path w="2372995" h="2144395">
                  <a:moveTo>
                    <a:pt x="1534668" y="1434096"/>
                  </a:moveTo>
                  <a:lnTo>
                    <a:pt x="1524000" y="1434096"/>
                  </a:lnTo>
                  <a:lnTo>
                    <a:pt x="1524000" y="1443240"/>
                  </a:lnTo>
                  <a:lnTo>
                    <a:pt x="1534668" y="1443240"/>
                  </a:lnTo>
                  <a:lnTo>
                    <a:pt x="1534668" y="1434096"/>
                  </a:lnTo>
                  <a:close/>
                </a:path>
                <a:path w="2372995" h="2144395">
                  <a:moveTo>
                    <a:pt x="1534668" y="1367040"/>
                  </a:moveTo>
                  <a:lnTo>
                    <a:pt x="1524000" y="1367040"/>
                  </a:lnTo>
                  <a:lnTo>
                    <a:pt x="1524000" y="1405140"/>
                  </a:lnTo>
                  <a:lnTo>
                    <a:pt x="1534668" y="1405140"/>
                  </a:lnTo>
                  <a:lnTo>
                    <a:pt x="1534668" y="1367040"/>
                  </a:lnTo>
                  <a:close/>
                </a:path>
                <a:path w="2372995" h="2144395">
                  <a:moveTo>
                    <a:pt x="1534668" y="1328940"/>
                  </a:moveTo>
                  <a:lnTo>
                    <a:pt x="1524000" y="1328940"/>
                  </a:lnTo>
                  <a:lnTo>
                    <a:pt x="1524000" y="1338084"/>
                  </a:lnTo>
                  <a:lnTo>
                    <a:pt x="1534668" y="1338084"/>
                  </a:lnTo>
                  <a:lnTo>
                    <a:pt x="1534668" y="1328940"/>
                  </a:lnTo>
                  <a:close/>
                </a:path>
                <a:path w="2372995" h="2144395">
                  <a:moveTo>
                    <a:pt x="1534668" y="1261884"/>
                  </a:moveTo>
                  <a:lnTo>
                    <a:pt x="1524000" y="1261884"/>
                  </a:lnTo>
                  <a:lnTo>
                    <a:pt x="1524000" y="1299984"/>
                  </a:lnTo>
                  <a:lnTo>
                    <a:pt x="1534668" y="1299984"/>
                  </a:lnTo>
                  <a:lnTo>
                    <a:pt x="1534668" y="1261884"/>
                  </a:lnTo>
                  <a:close/>
                </a:path>
                <a:path w="2372995" h="2144395">
                  <a:moveTo>
                    <a:pt x="1534668" y="1223784"/>
                  </a:moveTo>
                  <a:lnTo>
                    <a:pt x="1524000" y="1223784"/>
                  </a:lnTo>
                  <a:lnTo>
                    <a:pt x="1524000" y="1234452"/>
                  </a:lnTo>
                  <a:lnTo>
                    <a:pt x="1534668" y="1234452"/>
                  </a:lnTo>
                  <a:lnTo>
                    <a:pt x="1534668" y="1223784"/>
                  </a:lnTo>
                  <a:close/>
                </a:path>
                <a:path w="2372995" h="2144395">
                  <a:moveTo>
                    <a:pt x="1534668" y="1158252"/>
                  </a:moveTo>
                  <a:lnTo>
                    <a:pt x="1524000" y="1158252"/>
                  </a:lnTo>
                  <a:lnTo>
                    <a:pt x="1524000" y="1196352"/>
                  </a:lnTo>
                  <a:lnTo>
                    <a:pt x="1534668" y="1196352"/>
                  </a:lnTo>
                  <a:lnTo>
                    <a:pt x="1534668" y="1158252"/>
                  </a:lnTo>
                  <a:close/>
                </a:path>
                <a:path w="2372995" h="2144395">
                  <a:moveTo>
                    <a:pt x="1534668" y="1120152"/>
                  </a:moveTo>
                  <a:lnTo>
                    <a:pt x="1524000" y="1120152"/>
                  </a:lnTo>
                  <a:lnTo>
                    <a:pt x="1524000" y="1129296"/>
                  </a:lnTo>
                  <a:lnTo>
                    <a:pt x="1534668" y="1129296"/>
                  </a:lnTo>
                  <a:lnTo>
                    <a:pt x="1534668" y="1120152"/>
                  </a:lnTo>
                  <a:close/>
                </a:path>
                <a:path w="2372995" h="2144395">
                  <a:moveTo>
                    <a:pt x="1534668" y="1053096"/>
                  </a:moveTo>
                  <a:lnTo>
                    <a:pt x="1524000" y="1053096"/>
                  </a:lnTo>
                  <a:lnTo>
                    <a:pt x="1524000" y="1091196"/>
                  </a:lnTo>
                  <a:lnTo>
                    <a:pt x="1534668" y="1091196"/>
                  </a:lnTo>
                  <a:lnTo>
                    <a:pt x="1534668" y="1053096"/>
                  </a:lnTo>
                  <a:close/>
                </a:path>
                <a:path w="2372995" h="2144395">
                  <a:moveTo>
                    <a:pt x="1534668" y="1014984"/>
                  </a:moveTo>
                  <a:lnTo>
                    <a:pt x="1524000" y="1014984"/>
                  </a:lnTo>
                  <a:lnTo>
                    <a:pt x="1524000" y="1024128"/>
                  </a:lnTo>
                  <a:lnTo>
                    <a:pt x="1534668" y="1024128"/>
                  </a:lnTo>
                  <a:lnTo>
                    <a:pt x="1534668" y="1014984"/>
                  </a:lnTo>
                  <a:close/>
                </a:path>
                <a:path w="2372995" h="2144395">
                  <a:moveTo>
                    <a:pt x="1534668" y="947928"/>
                  </a:moveTo>
                  <a:lnTo>
                    <a:pt x="1524000" y="947928"/>
                  </a:lnTo>
                  <a:lnTo>
                    <a:pt x="1524000" y="986028"/>
                  </a:lnTo>
                  <a:lnTo>
                    <a:pt x="1534668" y="986028"/>
                  </a:lnTo>
                  <a:lnTo>
                    <a:pt x="1534668" y="947928"/>
                  </a:lnTo>
                  <a:close/>
                </a:path>
                <a:path w="2372995" h="2144395">
                  <a:moveTo>
                    <a:pt x="1534668" y="909828"/>
                  </a:moveTo>
                  <a:lnTo>
                    <a:pt x="1524000" y="909828"/>
                  </a:lnTo>
                  <a:lnTo>
                    <a:pt x="1524000" y="918972"/>
                  </a:lnTo>
                  <a:lnTo>
                    <a:pt x="1534668" y="918972"/>
                  </a:lnTo>
                  <a:lnTo>
                    <a:pt x="1534668" y="909828"/>
                  </a:lnTo>
                  <a:close/>
                </a:path>
                <a:path w="2372995" h="2144395">
                  <a:moveTo>
                    <a:pt x="1534668" y="842772"/>
                  </a:moveTo>
                  <a:lnTo>
                    <a:pt x="1524000" y="842772"/>
                  </a:lnTo>
                  <a:lnTo>
                    <a:pt x="1524000" y="880872"/>
                  </a:lnTo>
                  <a:lnTo>
                    <a:pt x="1534668" y="880872"/>
                  </a:lnTo>
                  <a:lnTo>
                    <a:pt x="1534668" y="842772"/>
                  </a:lnTo>
                  <a:close/>
                </a:path>
                <a:path w="2372995" h="2144395">
                  <a:moveTo>
                    <a:pt x="1534668" y="804672"/>
                  </a:moveTo>
                  <a:lnTo>
                    <a:pt x="1524000" y="804672"/>
                  </a:lnTo>
                  <a:lnTo>
                    <a:pt x="1524000" y="815340"/>
                  </a:lnTo>
                  <a:lnTo>
                    <a:pt x="1534668" y="815340"/>
                  </a:lnTo>
                  <a:lnTo>
                    <a:pt x="1534668" y="804672"/>
                  </a:lnTo>
                  <a:close/>
                </a:path>
                <a:path w="2372995" h="2144395">
                  <a:moveTo>
                    <a:pt x="1534668" y="739152"/>
                  </a:moveTo>
                  <a:lnTo>
                    <a:pt x="1524000" y="739152"/>
                  </a:lnTo>
                  <a:lnTo>
                    <a:pt x="1524000" y="777252"/>
                  </a:lnTo>
                  <a:lnTo>
                    <a:pt x="1534668" y="777252"/>
                  </a:lnTo>
                  <a:lnTo>
                    <a:pt x="1534668" y="739152"/>
                  </a:lnTo>
                  <a:close/>
                </a:path>
                <a:path w="2372995" h="2144395">
                  <a:moveTo>
                    <a:pt x="1534668" y="701052"/>
                  </a:moveTo>
                  <a:lnTo>
                    <a:pt x="1524000" y="701052"/>
                  </a:lnTo>
                  <a:lnTo>
                    <a:pt x="1524000" y="710196"/>
                  </a:lnTo>
                  <a:lnTo>
                    <a:pt x="1534668" y="710196"/>
                  </a:lnTo>
                  <a:lnTo>
                    <a:pt x="1534668" y="701052"/>
                  </a:lnTo>
                  <a:close/>
                </a:path>
                <a:path w="2372995" h="2144395">
                  <a:moveTo>
                    <a:pt x="1534668" y="633996"/>
                  </a:moveTo>
                  <a:lnTo>
                    <a:pt x="1524000" y="633996"/>
                  </a:lnTo>
                  <a:lnTo>
                    <a:pt x="1524000" y="672096"/>
                  </a:lnTo>
                  <a:lnTo>
                    <a:pt x="1534668" y="672096"/>
                  </a:lnTo>
                  <a:lnTo>
                    <a:pt x="1534668" y="633996"/>
                  </a:lnTo>
                  <a:close/>
                </a:path>
                <a:path w="2372995" h="2144395">
                  <a:moveTo>
                    <a:pt x="1534668" y="595896"/>
                  </a:moveTo>
                  <a:lnTo>
                    <a:pt x="1524000" y="595896"/>
                  </a:lnTo>
                  <a:lnTo>
                    <a:pt x="1524000" y="605040"/>
                  </a:lnTo>
                  <a:lnTo>
                    <a:pt x="1534668" y="605040"/>
                  </a:lnTo>
                  <a:lnTo>
                    <a:pt x="1534668" y="595896"/>
                  </a:lnTo>
                  <a:close/>
                </a:path>
                <a:path w="2372995" h="2144395">
                  <a:moveTo>
                    <a:pt x="1534668" y="528840"/>
                  </a:moveTo>
                  <a:lnTo>
                    <a:pt x="1524000" y="528840"/>
                  </a:lnTo>
                  <a:lnTo>
                    <a:pt x="1524000" y="566940"/>
                  </a:lnTo>
                  <a:lnTo>
                    <a:pt x="1534668" y="566940"/>
                  </a:lnTo>
                  <a:lnTo>
                    <a:pt x="1534668" y="528840"/>
                  </a:lnTo>
                  <a:close/>
                </a:path>
                <a:path w="2372995" h="2144395">
                  <a:moveTo>
                    <a:pt x="1534668" y="490728"/>
                  </a:moveTo>
                  <a:lnTo>
                    <a:pt x="1524000" y="490728"/>
                  </a:lnTo>
                  <a:lnTo>
                    <a:pt x="1524000" y="499872"/>
                  </a:lnTo>
                  <a:lnTo>
                    <a:pt x="1534668" y="499872"/>
                  </a:lnTo>
                  <a:lnTo>
                    <a:pt x="1534668" y="490728"/>
                  </a:lnTo>
                  <a:close/>
                </a:path>
                <a:path w="2372995" h="2144395">
                  <a:moveTo>
                    <a:pt x="1534668" y="423672"/>
                  </a:moveTo>
                  <a:lnTo>
                    <a:pt x="1524000" y="423672"/>
                  </a:lnTo>
                  <a:lnTo>
                    <a:pt x="1524000" y="461772"/>
                  </a:lnTo>
                  <a:lnTo>
                    <a:pt x="1534668" y="461772"/>
                  </a:lnTo>
                  <a:lnTo>
                    <a:pt x="1534668" y="423672"/>
                  </a:lnTo>
                  <a:close/>
                </a:path>
                <a:path w="2372995" h="2144395">
                  <a:moveTo>
                    <a:pt x="1534668" y="385572"/>
                  </a:moveTo>
                  <a:lnTo>
                    <a:pt x="1524000" y="385572"/>
                  </a:lnTo>
                  <a:lnTo>
                    <a:pt x="1524000" y="396240"/>
                  </a:lnTo>
                  <a:lnTo>
                    <a:pt x="1534668" y="396240"/>
                  </a:lnTo>
                  <a:lnTo>
                    <a:pt x="1534668" y="385572"/>
                  </a:lnTo>
                  <a:close/>
                </a:path>
                <a:path w="2372995" h="2144395">
                  <a:moveTo>
                    <a:pt x="1534668" y="320040"/>
                  </a:moveTo>
                  <a:lnTo>
                    <a:pt x="1524000" y="320040"/>
                  </a:lnTo>
                  <a:lnTo>
                    <a:pt x="1524000" y="358140"/>
                  </a:lnTo>
                  <a:lnTo>
                    <a:pt x="1534668" y="358140"/>
                  </a:lnTo>
                  <a:lnTo>
                    <a:pt x="1534668" y="320040"/>
                  </a:lnTo>
                  <a:close/>
                </a:path>
                <a:path w="2372995" h="2144395">
                  <a:moveTo>
                    <a:pt x="1534668" y="281940"/>
                  </a:moveTo>
                  <a:lnTo>
                    <a:pt x="1524000" y="281940"/>
                  </a:lnTo>
                  <a:lnTo>
                    <a:pt x="1524000" y="291084"/>
                  </a:lnTo>
                  <a:lnTo>
                    <a:pt x="1534668" y="291084"/>
                  </a:lnTo>
                  <a:lnTo>
                    <a:pt x="1534668" y="281940"/>
                  </a:lnTo>
                  <a:close/>
                </a:path>
                <a:path w="2372995" h="2144395">
                  <a:moveTo>
                    <a:pt x="1534668" y="214884"/>
                  </a:moveTo>
                  <a:lnTo>
                    <a:pt x="1524000" y="214884"/>
                  </a:lnTo>
                  <a:lnTo>
                    <a:pt x="1524000" y="252984"/>
                  </a:lnTo>
                  <a:lnTo>
                    <a:pt x="1534668" y="252984"/>
                  </a:lnTo>
                  <a:lnTo>
                    <a:pt x="1534668" y="214884"/>
                  </a:lnTo>
                  <a:close/>
                </a:path>
                <a:path w="2372995" h="2144395">
                  <a:moveTo>
                    <a:pt x="1534668" y="176784"/>
                  </a:moveTo>
                  <a:lnTo>
                    <a:pt x="1524000" y="176784"/>
                  </a:lnTo>
                  <a:lnTo>
                    <a:pt x="1524000" y="185928"/>
                  </a:lnTo>
                  <a:lnTo>
                    <a:pt x="1534668" y="185928"/>
                  </a:lnTo>
                  <a:lnTo>
                    <a:pt x="1534668" y="176784"/>
                  </a:lnTo>
                  <a:close/>
                </a:path>
                <a:path w="2372995" h="2144395">
                  <a:moveTo>
                    <a:pt x="1534668" y="109728"/>
                  </a:moveTo>
                  <a:lnTo>
                    <a:pt x="1524000" y="109728"/>
                  </a:lnTo>
                  <a:lnTo>
                    <a:pt x="1524000" y="147828"/>
                  </a:lnTo>
                  <a:lnTo>
                    <a:pt x="1534668" y="147828"/>
                  </a:lnTo>
                  <a:lnTo>
                    <a:pt x="1534668" y="109728"/>
                  </a:lnTo>
                  <a:close/>
                </a:path>
                <a:path w="2372995" h="2144395">
                  <a:moveTo>
                    <a:pt x="1534668" y="71628"/>
                  </a:moveTo>
                  <a:lnTo>
                    <a:pt x="1524000" y="71628"/>
                  </a:lnTo>
                  <a:lnTo>
                    <a:pt x="1524000" y="80772"/>
                  </a:lnTo>
                  <a:lnTo>
                    <a:pt x="1534668" y="80772"/>
                  </a:lnTo>
                  <a:lnTo>
                    <a:pt x="1534668" y="71628"/>
                  </a:lnTo>
                  <a:close/>
                </a:path>
                <a:path w="2372995" h="2144395">
                  <a:moveTo>
                    <a:pt x="2372868" y="0"/>
                  </a:moveTo>
                  <a:lnTo>
                    <a:pt x="2362200" y="0"/>
                  </a:lnTo>
                  <a:lnTo>
                    <a:pt x="2362200" y="10668"/>
                  </a:lnTo>
                  <a:lnTo>
                    <a:pt x="2362200" y="2133612"/>
                  </a:lnTo>
                  <a:lnTo>
                    <a:pt x="772668" y="2133612"/>
                  </a:lnTo>
                  <a:lnTo>
                    <a:pt x="772668" y="2100084"/>
                  </a:lnTo>
                  <a:lnTo>
                    <a:pt x="762000" y="2100084"/>
                  </a:lnTo>
                  <a:lnTo>
                    <a:pt x="762000" y="2133612"/>
                  </a:lnTo>
                  <a:lnTo>
                    <a:pt x="10668" y="2133612"/>
                  </a:lnTo>
                  <a:lnTo>
                    <a:pt x="10668" y="10668"/>
                  </a:lnTo>
                  <a:lnTo>
                    <a:pt x="762000" y="10668"/>
                  </a:lnTo>
                  <a:lnTo>
                    <a:pt x="762000" y="42672"/>
                  </a:lnTo>
                  <a:lnTo>
                    <a:pt x="772668" y="42672"/>
                  </a:lnTo>
                  <a:lnTo>
                    <a:pt x="772668" y="10668"/>
                  </a:lnTo>
                  <a:lnTo>
                    <a:pt x="1524000" y="10668"/>
                  </a:lnTo>
                  <a:lnTo>
                    <a:pt x="1524000" y="42672"/>
                  </a:lnTo>
                  <a:lnTo>
                    <a:pt x="1534668" y="42672"/>
                  </a:lnTo>
                  <a:lnTo>
                    <a:pt x="1534668" y="10668"/>
                  </a:lnTo>
                  <a:lnTo>
                    <a:pt x="2362200" y="10668"/>
                  </a:lnTo>
                  <a:lnTo>
                    <a:pt x="2362200" y="0"/>
                  </a:lnTo>
                  <a:lnTo>
                    <a:pt x="0" y="0"/>
                  </a:lnTo>
                  <a:lnTo>
                    <a:pt x="0" y="2144268"/>
                  </a:lnTo>
                  <a:lnTo>
                    <a:pt x="2372868" y="2144268"/>
                  </a:lnTo>
                  <a:lnTo>
                    <a:pt x="2372868" y="2138172"/>
                  </a:lnTo>
                  <a:lnTo>
                    <a:pt x="2372868" y="2133612"/>
                  </a:lnTo>
                  <a:lnTo>
                    <a:pt x="2372868" y="10668"/>
                  </a:lnTo>
                  <a:lnTo>
                    <a:pt x="2372868" y="4572"/>
                  </a:lnTo>
                  <a:lnTo>
                    <a:pt x="23728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00800" y="2281427"/>
              <a:ext cx="2344420" cy="1529080"/>
            </a:xfrm>
            <a:custGeom>
              <a:avLst/>
              <a:gdLst/>
              <a:ahLst/>
              <a:cxnLst/>
              <a:rect l="l" t="t" r="r" b="b"/>
              <a:pathLst>
                <a:path w="2344420" h="1529079">
                  <a:moveTo>
                    <a:pt x="38100" y="838200"/>
                  </a:moveTo>
                  <a:lnTo>
                    <a:pt x="0" y="838200"/>
                  </a:lnTo>
                  <a:lnTo>
                    <a:pt x="0" y="848868"/>
                  </a:lnTo>
                  <a:lnTo>
                    <a:pt x="38100" y="848868"/>
                  </a:lnTo>
                  <a:lnTo>
                    <a:pt x="38100" y="838200"/>
                  </a:lnTo>
                  <a:close/>
                </a:path>
                <a:path w="2344420" h="1529079">
                  <a:moveTo>
                    <a:pt x="38100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38100" y="10668"/>
                  </a:lnTo>
                  <a:lnTo>
                    <a:pt x="38100" y="0"/>
                  </a:lnTo>
                  <a:close/>
                </a:path>
                <a:path w="2344420" h="1529079">
                  <a:moveTo>
                    <a:pt x="76200" y="838200"/>
                  </a:moveTo>
                  <a:lnTo>
                    <a:pt x="67056" y="838200"/>
                  </a:lnTo>
                  <a:lnTo>
                    <a:pt x="67056" y="848868"/>
                  </a:lnTo>
                  <a:lnTo>
                    <a:pt x="76200" y="848868"/>
                  </a:lnTo>
                  <a:lnTo>
                    <a:pt x="76200" y="838200"/>
                  </a:lnTo>
                  <a:close/>
                </a:path>
                <a:path w="2344420" h="1529079">
                  <a:moveTo>
                    <a:pt x="76200" y="0"/>
                  </a:moveTo>
                  <a:lnTo>
                    <a:pt x="67056" y="0"/>
                  </a:lnTo>
                  <a:lnTo>
                    <a:pt x="67056" y="10668"/>
                  </a:lnTo>
                  <a:lnTo>
                    <a:pt x="76200" y="10668"/>
                  </a:lnTo>
                  <a:lnTo>
                    <a:pt x="76200" y="0"/>
                  </a:lnTo>
                  <a:close/>
                </a:path>
                <a:path w="2344420" h="1529079">
                  <a:moveTo>
                    <a:pt x="143256" y="838200"/>
                  </a:moveTo>
                  <a:lnTo>
                    <a:pt x="105156" y="838200"/>
                  </a:lnTo>
                  <a:lnTo>
                    <a:pt x="105156" y="848868"/>
                  </a:lnTo>
                  <a:lnTo>
                    <a:pt x="143256" y="848868"/>
                  </a:lnTo>
                  <a:lnTo>
                    <a:pt x="143256" y="838200"/>
                  </a:lnTo>
                  <a:close/>
                </a:path>
                <a:path w="2344420" h="1529079">
                  <a:moveTo>
                    <a:pt x="143256" y="0"/>
                  </a:moveTo>
                  <a:lnTo>
                    <a:pt x="105156" y="0"/>
                  </a:lnTo>
                  <a:lnTo>
                    <a:pt x="105156" y="10668"/>
                  </a:lnTo>
                  <a:lnTo>
                    <a:pt x="143256" y="10668"/>
                  </a:lnTo>
                  <a:lnTo>
                    <a:pt x="143256" y="0"/>
                  </a:lnTo>
                  <a:close/>
                </a:path>
                <a:path w="2344420" h="1529079">
                  <a:moveTo>
                    <a:pt x="181356" y="838200"/>
                  </a:moveTo>
                  <a:lnTo>
                    <a:pt x="172212" y="838200"/>
                  </a:lnTo>
                  <a:lnTo>
                    <a:pt x="172212" y="848868"/>
                  </a:lnTo>
                  <a:lnTo>
                    <a:pt x="181356" y="848868"/>
                  </a:lnTo>
                  <a:lnTo>
                    <a:pt x="181356" y="838200"/>
                  </a:lnTo>
                  <a:close/>
                </a:path>
                <a:path w="2344420" h="1529079">
                  <a:moveTo>
                    <a:pt x="181356" y="0"/>
                  </a:moveTo>
                  <a:lnTo>
                    <a:pt x="172212" y="0"/>
                  </a:lnTo>
                  <a:lnTo>
                    <a:pt x="172212" y="10668"/>
                  </a:lnTo>
                  <a:lnTo>
                    <a:pt x="181356" y="10668"/>
                  </a:lnTo>
                  <a:lnTo>
                    <a:pt x="181356" y="0"/>
                  </a:lnTo>
                  <a:close/>
                </a:path>
                <a:path w="2344420" h="1529079">
                  <a:moveTo>
                    <a:pt x="248412" y="838200"/>
                  </a:moveTo>
                  <a:lnTo>
                    <a:pt x="210312" y="838200"/>
                  </a:lnTo>
                  <a:lnTo>
                    <a:pt x="210312" y="848868"/>
                  </a:lnTo>
                  <a:lnTo>
                    <a:pt x="248412" y="848868"/>
                  </a:lnTo>
                  <a:lnTo>
                    <a:pt x="248412" y="838200"/>
                  </a:lnTo>
                  <a:close/>
                </a:path>
                <a:path w="2344420" h="1529079">
                  <a:moveTo>
                    <a:pt x="248412" y="0"/>
                  </a:moveTo>
                  <a:lnTo>
                    <a:pt x="210312" y="0"/>
                  </a:lnTo>
                  <a:lnTo>
                    <a:pt x="210312" y="10668"/>
                  </a:lnTo>
                  <a:lnTo>
                    <a:pt x="248412" y="10668"/>
                  </a:lnTo>
                  <a:lnTo>
                    <a:pt x="248412" y="0"/>
                  </a:lnTo>
                  <a:close/>
                </a:path>
                <a:path w="2344420" h="1529079">
                  <a:moveTo>
                    <a:pt x="286499" y="838200"/>
                  </a:moveTo>
                  <a:lnTo>
                    <a:pt x="277355" y="838200"/>
                  </a:lnTo>
                  <a:lnTo>
                    <a:pt x="277355" y="848868"/>
                  </a:lnTo>
                  <a:lnTo>
                    <a:pt x="286499" y="848868"/>
                  </a:lnTo>
                  <a:lnTo>
                    <a:pt x="286499" y="838200"/>
                  </a:lnTo>
                  <a:close/>
                </a:path>
                <a:path w="2344420" h="1529079">
                  <a:moveTo>
                    <a:pt x="286499" y="0"/>
                  </a:moveTo>
                  <a:lnTo>
                    <a:pt x="277355" y="0"/>
                  </a:lnTo>
                  <a:lnTo>
                    <a:pt x="277355" y="10668"/>
                  </a:lnTo>
                  <a:lnTo>
                    <a:pt x="286499" y="10668"/>
                  </a:lnTo>
                  <a:lnTo>
                    <a:pt x="286499" y="0"/>
                  </a:lnTo>
                  <a:close/>
                </a:path>
                <a:path w="2344420" h="1529079">
                  <a:moveTo>
                    <a:pt x="353555" y="838200"/>
                  </a:moveTo>
                  <a:lnTo>
                    <a:pt x="315455" y="838200"/>
                  </a:lnTo>
                  <a:lnTo>
                    <a:pt x="315455" y="848868"/>
                  </a:lnTo>
                  <a:lnTo>
                    <a:pt x="353555" y="848868"/>
                  </a:lnTo>
                  <a:lnTo>
                    <a:pt x="353555" y="838200"/>
                  </a:lnTo>
                  <a:close/>
                </a:path>
                <a:path w="2344420" h="1529079">
                  <a:moveTo>
                    <a:pt x="353555" y="0"/>
                  </a:moveTo>
                  <a:lnTo>
                    <a:pt x="315455" y="0"/>
                  </a:lnTo>
                  <a:lnTo>
                    <a:pt x="315455" y="10668"/>
                  </a:lnTo>
                  <a:lnTo>
                    <a:pt x="353555" y="10668"/>
                  </a:lnTo>
                  <a:lnTo>
                    <a:pt x="353555" y="0"/>
                  </a:lnTo>
                  <a:close/>
                </a:path>
                <a:path w="2344420" h="1529079">
                  <a:moveTo>
                    <a:pt x="391655" y="838200"/>
                  </a:moveTo>
                  <a:lnTo>
                    <a:pt x="380987" y="838200"/>
                  </a:lnTo>
                  <a:lnTo>
                    <a:pt x="380987" y="848868"/>
                  </a:lnTo>
                  <a:lnTo>
                    <a:pt x="391655" y="848868"/>
                  </a:lnTo>
                  <a:lnTo>
                    <a:pt x="391655" y="838200"/>
                  </a:lnTo>
                  <a:close/>
                </a:path>
                <a:path w="2344420" h="1529079">
                  <a:moveTo>
                    <a:pt x="391655" y="0"/>
                  </a:moveTo>
                  <a:lnTo>
                    <a:pt x="380987" y="0"/>
                  </a:lnTo>
                  <a:lnTo>
                    <a:pt x="380987" y="10668"/>
                  </a:lnTo>
                  <a:lnTo>
                    <a:pt x="391655" y="10668"/>
                  </a:lnTo>
                  <a:lnTo>
                    <a:pt x="391655" y="0"/>
                  </a:lnTo>
                  <a:close/>
                </a:path>
                <a:path w="2344420" h="1529079">
                  <a:moveTo>
                    <a:pt x="457187" y="838200"/>
                  </a:moveTo>
                  <a:lnTo>
                    <a:pt x="419087" y="838200"/>
                  </a:lnTo>
                  <a:lnTo>
                    <a:pt x="419087" y="848868"/>
                  </a:lnTo>
                  <a:lnTo>
                    <a:pt x="457187" y="848868"/>
                  </a:lnTo>
                  <a:lnTo>
                    <a:pt x="457187" y="838200"/>
                  </a:lnTo>
                  <a:close/>
                </a:path>
                <a:path w="2344420" h="1529079">
                  <a:moveTo>
                    <a:pt x="457187" y="0"/>
                  </a:moveTo>
                  <a:lnTo>
                    <a:pt x="419087" y="0"/>
                  </a:lnTo>
                  <a:lnTo>
                    <a:pt x="419087" y="10668"/>
                  </a:lnTo>
                  <a:lnTo>
                    <a:pt x="457187" y="10668"/>
                  </a:lnTo>
                  <a:lnTo>
                    <a:pt x="457187" y="0"/>
                  </a:lnTo>
                  <a:close/>
                </a:path>
                <a:path w="2344420" h="1529079">
                  <a:moveTo>
                    <a:pt x="495287" y="838200"/>
                  </a:moveTo>
                  <a:lnTo>
                    <a:pt x="486143" y="838200"/>
                  </a:lnTo>
                  <a:lnTo>
                    <a:pt x="486143" y="848868"/>
                  </a:lnTo>
                  <a:lnTo>
                    <a:pt x="495287" y="848868"/>
                  </a:lnTo>
                  <a:lnTo>
                    <a:pt x="495287" y="838200"/>
                  </a:lnTo>
                  <a:close/>
                </a:path>
                <a:path w="2344420" h="1529079">
                  <a:moveTo>
                    <a:pt x="495287" y="0"/>
                  </a:moveTo>
                  <a:lnTo>
                    <a:pt x="486143" y="0"/>
                  </a:lnTo>
                  <a:lnTo>
                    <a:pt x="486143" y="10668"/>
                  </a:lnTo>
                  <a:lnTo>
                    <a:pt x="495287" y="10668"/>
                  </a:lnTo>
                  <a:lnTo>
                    <a:pt x="495287" y="0"/>
                  </a:lnTo>
                  <a:close/>
                </a:path>
                <a:path w="2344420" h="1529079">
                  <a:moveTo>
                    <a:pt x="562343" y="838200"/>
                  </a:moveTo>
                  <a:lnTo>
                    <a:pt x="524243" y="838200"/>
                  </a:lnTo>
                  <a:lnTo>
                    <a:pt x="524243" y="848868"/>
                  </a:lnTo>
                  <a:lnTo>
                    <a:pt x="562343" y="848868"/>
                  </a:lnTo>
                  <a:lnTo>
                    <a:pt x="562343" y="838200"/>
                  </a:lnTo>
                  <a:close/>
                </a:path>
                <a:path w="2344420" h="1529079">
                  <a:moveTo>
                    <a:pt x="562343" y="0"/>
                  </a:moveTo>
                  <a:lnTo>
                    <a:pt x="524243" y="0"/>
                  </a:lnTo>
                  <a:lnTo>
                    <a:pt x="524243" y="10668"/>
                  </a:lnTo>
                  <a:lnTo>
                    <a:pt x="562343" y="10668"/>
                  </a:lnTo>
                  <a:lnTo>
                    <a:pt x="562343" y="0"/>
                  </a:lnTo>
                  <a:close/>
                </a:path>
                <a:path w="2344420" h="1529079">
                  <a:moveTo>
                    <a:pt x="600443" y="838200"/>
                  </a:moveTo>
                  <a:lnTo>
                    <a:pt x="591299" y="838200"/>
                  </a:lnTo>
                  <a:lnTo>
                    <a:pt x="591299" y="848868"/>
                  </a:lnTo>
                  <a:lnTo>
                    <a:pt x="600443" y="848868"/>
                  </a:lnTo>
                  <a:lnTo>
                    <a:pt x="600443" y="838200"/>
                  </a:lnTo>
                  <a:close/>
                </a:path>
                <a:path w="2344420" h="1529079">
                  <a:moveTo>
                    <a:pt x="600443" y="0"/>
                  </a:moveTo>
                  <a:lnTo>
                    <a:pt x="591299" y="0"/>
                  </a:lnTo>
                  <a:lnTo>
                    <a:pt x="591299" y="10668"/>
                  </a:lnTo>
                  <a:lnTo>
                    <a:pt x="600443" y="10668"/>
                  </a:lnTo>
                  <a:lnTo>
                    <a:pt x="600443" y="0"/>
                  </a:lnTo>
                  <a:close/>
                </a:path>
                <a:path w="2344420" h="1529079">
                  <a:moveTo>
                    <a:pt x="667499" y="838200"/>
                  </a:moveTo>
                  <a:lnTo>
                    <a:pt x="629399" y="838200"/>
                  </a:lnTo>
                  <a:lnTo>
                    <a:pt x="629399" y="848868"/>
                  </a:lnTo>
                  <a:lnTo>
                    <a:pt x="667499" y="848868"/>
                  </a:lnTo>
                  <a:lnTo>
                    <a:pt x="667499" y="838200"/>
                  </a:lnTo>
                  <a:close/>
                </a:path>
                <a:path w="2344420" h="1529079">
                  <a:moveTo>
                    <a:pt x="667499" y="0"/>
                  </a:moveTo>
                  <a:lnTo>
                    <a:pt x="629399" y="0"/>
                  </a:lnTo>
                  <a:lnTo>
                    <a:pt x="629399" y="10668"/>
                  </a:lnTo>
                  <a:lnTo>
                    <a:pt x="667499" y="10668"/>
                  </a:lnTo>
                  <a:lnTo>
                    <a:pt x="667499" y="0"/>
                  </a:lnTo>
                  <a:close/>
                </a:path>
                <a:path w="2344420" h="1529079">
                  <a:moveTo>
                    <a:pt x="705599" y="0"/>
                  </a:moveTo>
                  <a:lnTo>
                    <a:pt x="696455" y="0"/>
                  </a:lnTo>
                  <a:lnTo>
                    <a:pt x="696455" y="10668"/>
                  </a:lnTo>
                  <a:lnTo>
                    <a:pt x="705599" y="10668"/>
                  </a:lnTo>
                  <a:lnTo>
                    <a:pt x="705599" y="0"/>
                  </a:lnTo>
                  <a:close/>
                </a:path>
                <a:path w="2344420" h="1529079">
                  <a:moveTo>
                    <a:pt x="772655" y="0"/>
                  </a:moveTo>
                  <a:lnTo>
                    <a:pt x="734555" y="0"/>
                  </a:lnTo>
                  <a:lnTo>
                    <a:pt x="734555" y="10668"/>
                  </a:lnTo>
                  <a:lnTo>
                    <a:pt x="772655" y="10668"/>
                  </a:lnTo>
                  <a:lnTo>
                    <a:pt x="772655" y="0"/>
                  </a:lnTo>
                  <a:close/>
                </a:path>
                <a:path w="2344420" h="1529079">
                  <a:moveTo>
                    <a:pt x="810768" y="0"/>
                  </a:moveTo>
                  <a:lnTo>
                    <a:pt x="800100" y="0"/>
                  </a:lnTo>
                  <a:lnTo>
                    <a:pt x="800100" y="10668"/>
                  </a:lnTo>
                  <a:lnTo>
                    <a:pt x="810768" y="10668"/>
                  </a:lnTo>
                  <a:lnTo>
                    <a:pt x="810768" y="0"/>
                  </a:lnTo>
                  <a:close/>
                </a:path>
                <a:path w="2344420" h="1529079">
                  <a:moveTo>
                    <a:pt x="876300" y="0"/>
                  </a:moveTo>
                  <a:lnTo>
                    <a:pt x="838200" y="0"/>
                  </a:lnTo>
                  <a:lnTo>
                    <a:pt x="838200" y="10668"/>
                  </a:lnTo>
                  <a:lnTo>
                    <a:pt x="876300" y="10668"/>
                  </a:lnTo>
                  <a:lnTo>
                    <a:pt x="876300" y="0"/>
                  </a:lnTo>
                  <a:close/>
                </a:path>
                <a:path w="2344420" h="1529079">
                  <a:moveTo>
                    <a:pt x="914400" y="0"/>
                  </a:moveTo>
                  <a:lnTo>
                    <a:pt x="905256" y="0"/>
                  </a:lnTo>
                  <a:lnTo>
                    <a:pt x="905256" y="10668"/>
                  </a:lnTo>
                  <a:lnTo>
                    <a:pt x="914400" y="10668"/>
                  </a:lnTo>
                  <a:lnTo>
                    <a:pt x="914400" y="0"/>
                  </a:lnTo>
                  <a:close/>
                </a:path>
                <a:path w="2344420" h="1529079">
                  <a:moveTo>
                    <a:pt x="981456" y="0"/>
                  </a:moveTo>
                  <a:lnTo>
                    <a:pt x="943356" y="0"/>
                  </a:lnTo>
                  <a:lnTo>
                    <a:pt x="943356" y="10668"/>
                  </a:lnTo>
                  <a:lnTo>
                    <a:pt x="981456" y="10668"/>
                  </a:lnTo>
                  <a:lnTo>
                    <a:pt x="981456" y="0"/>
                  </a:lnTo>
                  <a:close/>
                </a:path>
                <a:path w="2344420" h="1529079">
                  <a:moveTo>
                    <a:pt x="1019556" y="0"/>
                  </a:moveTo>
                  <a:lnTo>
                    <a:pt x="1010412" y="0"/>
                  </a:lnTo>
                  <a:lnTo>
                    <a:pt x="1010412" y="10668"/>
                  </a:lnTo>
                  <a:lnTo>
                    <a:pt x="1019556" y="10668"/>
                  </a:lnTo>
                  <a:lnTo>
                    <a:pt x="1019556" y="0"/>
                  </a:lnTo>
                  <a:close/>
                </a:path>
                <a:path w="2344420" h="1529079">
                  <a:moveTo>
                    <a:pt x="1086612" y="0"/>
                  </a:moveTo>
                  <a:lnTo>
                    <a:pt x="1048512" y="0"/>
                  </a:lnTo>
                  <a:lnTo>
                    <a:pt x="1048512" y="10668"/>
                  </a:lnTo>
                  <a:lnTo>
                    <a:pt x="1086612" y="10668"/>
                  </a:lnTo>
                  <a:lnTo>
                    <a:pt x="1086612" y="0"/>
                  </a:lnTo>
                  <a:close/>
                </a:path>
                <a:path w="2344420" h="1529079">
                  <a:moveTo>
                    <a:pt x="1124712" y="0"/>
                  </a:moveTo>
                  <a:lnTo>
                    <a:pt x="1115568" y="0"/>
                  </a:lnTo>
                  <a:lnTo>
                    <a:pt x="1115568" y="10668"/>
                  </a:lnTo>
                  <a:lnTo>
                    <a:pt x="1124712" y="10668"/>
                  </a:lnTo>
                  <a:lnTo>
                    <a:pt x="1124712" y="0"/>
                  </a:lnTo>
                  <a:close/>
                </a:path>
                <a:path w="2344420" h="1529079">
                  <a:moveTo>
                    <a:pt x="1191768" y="0"/>
                  </a:moveTo>
                  <a:lnTo>
                    <a:pt x="1153668" y="0"/>
                  </a:lnTo>
                  <a:lnTo>
                    <a:pt x="1153668" y="10668"/>
                  </a:lnTo>
                  <a:lnTo>
                    <a:pt x="1191768" y="10668"/>
                  </a:lnTo>
                  <a:lnTo>
                    <a:pt x="1191768" y="0"/>
                  </a:lnTo>
                  <a:close/>
                </a:path>
                <a:path w="2344420" h="1529079">
                  <a:moveTo>
                    <a:pt x="1229868" y="0"/>
                  </a:moveTo>
                  <a:lnTo>
                    <a:pt x="1219200" y="0"/>
                  </a:lnTo>
                  <a:lnTo>
                    <a:pt x="1219200" y="10668"/>
                  </a:lnTo>
                  <a:lnTo>
                    <a:pt x="1229868" y="10668"/>
                  </a:lnTo>
                  <a:lnTo>
                    <a:pt x="1229868" y="0"/>
                  </a:lnTo>
                  <a:close/>
                </a:path>
                <a:path w="2344420" h="1529079">
                  <a:moveTo>
                    <a:pt x="1295400" y="0"/>
                  </a:moveTo>
                  <a:lnTo>
                    <a:pt x="1257300" y="0"/>
                  </a:lnTo>
                  <a:lnTo>
                    <a:pt x="1257300" y="10668"/>
                  </a:lnTo>
                  <a:lnTo>
                    <a:pt x="1295400" y="10668"/>
                  </a:lnTo>
                  <a:lnTo>
                    <a:pt x="1295400" y="0"/>
                  </a:lnTo>
                  <a:close/>
                </a:path>
                <a:path w="2344420" h="1529079">
                  <a:moveTo>
                    <a:pt x="1333487" y="0"/>
                  </a:moveTo>
                  <a:lnTo>
                    <a:pt x="1324343" y="0"/>
                  </a:lnTo>
                  <a:lnTo>
                    <a:pt x="1324343" y="10668"/>
                  </a:lnTo>
                  <a:lnTo>
                    <a:pt x="1333487" y="10668"/>
                  </a:lnTo>
                  <a:lnTo>
                    <a:pt x="1333487" y="0"/>
                  </a:lnTo>
                  <a:close/>
                </a:path>
                <a:path w="2344420" h="1529079">
                  <a:moveTo>
                    <a:pt x="1400543" y="0"/>
                  </a:moveTo>
                  <a:lnTo>
                    <a:pt x="1362443" y="0"/>
                  </a:lnTo>
                  <a:lnTo>
                    <a:pt x="1362443" y="10668"/>
                  </a:lnTo>
                  <a:lnTo>
                    <a:pt x="1400543" y="10668"/>
                  </a:lnTo>
                  <a:lnTo>
                    <a:pt x="1400543" y="0"/>
                  </a:lnTo>
                  <a:close/>
                </a:path>
                <a:path w="2344420" h="1529079">
                  <a:moveTo>
                    <a:pt x="1438643" y="0"/>
                  </a:moveTo>
                  <a:lnTo>
                    <a:pt x="1429499" y="0"/>
                  </a:lnTo>
                  <a:lnTo>
                    <a:pt x="1429499" y="10668"/>
                  </a:lnTo>
                  <a:lnTo>
                    <a:pt x="1438643" y="10668"/>
                  </a:lnTo>
                  <a:lnTo>
                    <a:pt x="1438643" y="0"/>
                  </a:lnTo>
                  <a:close/>
                </a:path>
                <a:path w="2344420" h="1529079">
                  <a:moveTo>
                    <a:pt x="1505699" y="0"/>
                  </a:moveTo>
                  <a:lnTo>
                    <a:pt x="1467599" y="0"/>
                  </a:lnTo>
                  <a:lnTo>
                    <a:pt x="1467599" y="10668"/>
                  </a:lnTo>
                  <a:lnTo>
                    <a:pt x="1505699" y="10668"/>
                  </a:lnTo>
                  <a:lnTo>
                    <a:pt x="1505699" y="0"/>
                  </a:lnTo>
                  <a:close/>
                </a:path>
                <a:path w="2344420" h="1529079">
                  <a:moveTo>
                    <a:pt x="1530096" y="1525536"/>
                  </a:moveTo>
                  <a:lnTo>
                    <a:pt x="1519428" y="1525536"/>
                  </a:lnTo>
                  <a:lnTo>
                    <a:pt x="1519428" y="1528584"/>
                  </a:lnTo>
                  <a:lnTo>
                    <a:pt x="1530096" y="1528584"/>
                  </a:lnTo>
                  <a:lnTo>
                    <a:pt x="1530096" y="1525536"/>
                  </a:lnTo>
                  <a:close/>
                </a:path>
                <a:path w="2344420" h="1529079">
                  <a:moveTo>
                    <a:pt x="1530096" y="1487436"/>
                  </a:moveTo>
                  <a:lnTo>
                    <a:pt x="1519428" y="1487436"/>
                  </a:lnTo>
                  <a:lnTo>
                    <a:pt x="1519428" y="1498104"/>
                  </a:lnTo>
                  <a:lnTo>
                    <a:pt x="1530096" y="1498104"/>
                  </a:lnTo>
                  <a:lnTo>
                    <a:pt x="1530096" y="1487436"/>
                  </a:lnTo>
                  <a:close/>
                </a:path>
                <a:path w="2344420" h="1529079">
                  <a:moveTo>
                    <a:pt x="1530096" y="1421904"/>
                  </a:moveTo>
                  <a:lnTo>
                    <a:pt x="1519428" y="1421904"/>
                  </a:lnTo>
                  <a:lnTo>
                    <a:pt x="1519428" y="1460004"/>
                  </a:lnTo>
                  <a:lnTo>
                    <a:pt x="1530096" y="1460004"/>
                  </a:lnTo>
                  <a:lnTo>
                    <a:pt x="1530096" y="1421904"/>
                  </a:lnTo>
                  <a:close/>
                </a:path>
                <a:path w="2344420" h="1529079">
                  <a:moveTo>
                    <a:pt x="1530096" y="1383804"/>
                  </a:moveTo>
                  <a:lnTo>
                    <a:pt x="1519428" y="1383804"/>
                  </a:lnTo>
                  <a:lnTo>
                    <a:pt x="1519428" y="1392948"/>
                  </a:lnTo>
                  <a:lnTo>
                    <a:pt x="1530096" y="1392948"/>
                  </a:lnTo>
                  <a:lnTo>
                    <a:pt x="1530096" y="1383804"/>
                  </a:lnTo>
                  <a:close/>
                </a:path>
                <a:path w="2344420" h="1529079">
                  <a:moveTo>
                    <a:pt x="1530096" y="1316748"/>
                  </a:moveTo>
                  <a:lnTo>
                    <a:pt x="1519428" y="1316748"/>
                  </a:lnTo>
                  <a:lnTo>
                    <a:pt x="1519428" y="1354848"/>
                  </a:lnTo>
                  <a:lnTo>
                    <a:pt x="1530096" y="1354848"/>
                  </a:lnTo>
                  <a:lnTo>
                    <a:pt x="1530096" y="1316748"/>
                  </a:lnTo>
                  <a:close/>
                </a:path>
                <a:path w="2344420" h="1529079">
                  <a:moveTo>
                    <a:pt x="1530096" y="1278648"/>
                  </a:moveTo>
                  <a:lnTo>
                    <a:pt x="1519428" y="1278648"/>
                  </a:lnTo>
                  <a:lnTo>
                    <a:pt x="1519428" y="1287792"/>
                  </a:lnTo>
                  <a:lnTo>
                    <a:pt x="1530096" y="1287792"/>
                  </a:lnTo>
                  <a:lnTo>
                    <a:pt x="1530096" y="1278648"/>
                  </a:lnTo>
                  <a:close/>
                </a:path>
                <a:path w="2344420" h="1529079">
                  <a:moveTo>
                    <a:pt x="1530096" y="1211580"/>
                  </a:moveTo>
                  <a:lnTo>
                    <a:pt x="1519428" y="1211580"/>
                  </a:lnTo>
                  <a:lnTo>
                    <a:pt x="1519428" y="1249680"/>
                  </a:lnTo>
                  <a:lnTo>
                    <a:pt x="1530096" y="1249680"/>
                  </a:lnTo>
                  <a:lnTo>
                    <a:pt x="1530096" y="1211580"/>
                  </a:lnTo>
                  <a:close/>
                </a:path>
                <a:path w="2344420" h="1529079">
                  <a:moveTo>
                    <a:pt x="1530096" y="1173480"/>
                  </a:moveTo>
                  <a:lnTo>
                    <a:pt x="1519428" y="1173480"/>
                  </a:lnTo>
                  <a:lnTo>
                    <a:pt x="1519428" y="1182624"/>
                  </a:lnTo>
                  <a:lnTo>
                    <a:pt x="1530096" y="1182624"/>
                  </a:lnTo>
                  <a:lnTo>
                    <a:pt x="1530096" y="1173480"/>
                  </a:lnTo>
                  <a:close/>
                </a:path>
                <a:path w="2344420" h="1529079">
                  <a:moveTo>
                    <a:pt x="1530096" y="1106424"/>
                  </a:moveTo>
                  <a:lnTo>
                    <a:pt x="1519428" y="1106424"/>
                  </a:lnTo>
                  <a:lnTo>
                    <a:pt x="1519428" y="1144524"/>
                  </a:lnTo>
                  <a:lnTo>
                    <a:pt x="1530096" y="1144524"/>
                  </a:lnTo>
                  <a:lnTo>
                    <a:pt x="1530096" y="1106424"/>
                  </a:lnTo>
                  <a:close/>
                </a:path>
                <a:path w="2344420" h="1529079">
                  <a:moveTo>
                    <a:pt x="1530096" y="1068324"/>
                  </a:moveTo>
                  <a:lnTo>
                    <a:pt x="1519428" y="1068324"/>
                  </a:lnTo>
                  <a:lnTo>
                    <a:pt x="1519428" y="1078992"/>
                  </a:lnTo>
                  <a:lnTo>
                    <a:pt x="1530096" y="1078992"/>
                  </a:lnTo>
                  <a:lnTo>
                    <a:pt x="1530096" y="1068324"/>
                  </a:lnTo>
                  <a:close/>
                </a:path>
                <a:path w="2344420" h="1529079">
                  <a:moveTo>
                    <a:pt x="1530096" y="1002792"/>
                  </a:moveTo>
                  <a:lnTo>
                    <a:pt x="1519428" y="1002792"/>
                  </a:lnTo>
                  <a:lnTo>
                    <a:pt x="1519428" y="1040892"/>
                  </a:lnTo>
                  <a:lnTo>
                    <a:pt x="1530096" y="1040892"/>
                  </a:lnTo>
                  <a:lnTo>
                    <a:pt x="1530096" y="1002792"/>
                  </a:lnTo>
                  <a:close/>
                </a:path>
                <a:path w="2344420" h="1529079">
                  <a:moveTo>
                    <a:pt x="1530096" y="964704"/>
                  </a:moveTo>
                  <a:lnTo>
                    <a:pt x="1519428" y="964704"/>
                  </a:lnTo>
                  <a:lnTo>
                    <a:pt x="1519428" y="973848"/>
                  </a:lnTo>
                  <a:lnTo>
                    <a:pt x="1530096" y="973848"/>
                  </a:lnTo>
                  <a:lnTo>
                    <a:pt x="1530096" y="964704"/>
                  </a:lnTo>
                  <a:close/>
                </a:path>
                <a:path w="2344420" h="1529079">
                  <a:moveTo>
                    <a:pt x="1530096" y="897648"/>
                  </a:moveTo>
                  <a:lnTo>
                    <a:pt x="1519428" y="897648"/>
                  </a:lnTo>
                  <a:lnTo>
                    <a:pt x="1519428" y="935748"/>
                  </a:lnTo>
                  <a:lnTo>
                    <a:pt x="1530096" y="935748"/>
                  </a:lnTo>
                  <a:lnTo>
                    <a:pt x="1530096" y="897648"/>
                  </a:lnTo>
                  <a:close/>
                </a:path>
                <a:path w="2344420" h="1529079">
                  <a:moveTo>
                    <a:pt x="1543799" y="0"/>
                  </a:moveTo>
                  <a:lnTo>
                    <a:pt x="1534655" y="0"/>
                  </a:lnTo>
                  <a:lnTo>
                    <a:pt x="1534655" y="10668"/>
                  </a:lnTo>
                  <a:lnTo>
                    <a:pt x="1543799" y="10668"/>
                  </a:lnTo>
                  <a:lnTo>
                    <a:pt x="1543799" y="0"/>
                  </a:lnTo>
                  <a:close/>
                </a:path>
                <a:path w="2344420" h="1529079">
                  <a:moveTo>
                    <a:pt x="1610855" y="0"/>
                  </a:moveTo>
                  <a:lnTo>
                    <a:pt x="1572755" y="0"/>
                  </a:lnTo>
                  <a:lnTo>
                    <a:pt x="1572755" y="10668"/>
                  </a:lnTo>
                  <a:lnTo>
                    <a:pt x="1610855" y="10668"/>
                  </a:lnTo>
                  <a:lnTo>
                    <a:pt x="1610855" y="0"/>
                  </a:lnTo>
                  <a:close/>
                </a:path>
                <a:path w="2344420" h="1529079">
                  <a:moveTo>
                    <a:pt x="1648955" y="0"/>
                  </a:moveTo>
                  <a:lnTo>
                    <a:pt x="1638287" y="0"/>
                  </a:lnTo>
                  <a:lnTo>
                    <a:pt x="1638287" y="10668"/>
                  </a:lnTo>
                  <a:lnTo>
                    <a:pt x="1648955" y="10668"/>
                  </a:lnTo>
                  <a:lnTo>
                    <a:pt x="1648955" y="0"/>
                  </a:lnTo>
                  <a:close/>
                </a:path>
                <a:path w="2344420" h="1529079">
                  <a:moveTo>
                    <a:pt x="1714487" y="0"/>
                  </a:moveTo>
                  <a:lnTo>
                    <a:pt x="1676387" y="0"/>
                  </a:lnTo>
                  <a:lnTo>
                    <a:pt x="1676387" y="10668"/>
                  </a:lnTo>
                  <a:lnTo>
                    <a:pt x="1714487" y="10668"/>
                  </a:lnTo>
                  <a:lnTo>
                    <a:pt x="1714487" y="0"/>
                  </a:lnTo>
                  <a:close/>
                </a:path>
                <a:path w="2344420" h="1529079">
                  <a:moveTo>
                    <a:pt x="1752587" y="0"/>
                  </a:moveTo>
                  <a:lnTo>
                    <a:pt x="1743443" y="0"/>
                  </a:lnTo>
                  <a:lnTo>
                    <a:pt x="1743443" y="10668"/>
                  </a:lnTo>
                  <a:lnTo>
                    <a:pt x="1752587" y="10668"/>
                  </a:lnTo>
                  <a:lnTo>
                    <a:pt x="1752587" y="0"/>
                  </a:lnTo>
                  <a:close/>
                </a:path>
                <a:path w="2344420" h="1529079">
                  <a:moveTo>
                    <a:pt x="1819643" y="0"/>
                  </a:moveTo>
                  <a:lnTo>
                    <a:pt x="1781543" y="0"/>
                  </a:lnTo>
                  <a:lnTo>
                    <a:pt x="1781543" y="10668"/>
                  </a:lnTo>
                  <a:lnTo>
                    <a:pt x="1819643" y="10668"/>
                  </a:lnTo>
                  <a:lnTo>
                    <a:pt x="1819643" y="0"/>
                  </a:lnTo>
                  <a:close/>
                </a:path>
                <a:path w="2344420" h="1529079">
                  <a:moveTo>
                    <a:pt x="1857756" y="0"/>
                  </a:moveTo>
                  <a:lnTo>
                    <a:pt x="1848612" y="0"/>
                  </a:lnTo>
                  <a:lnTo>
                    <a:pt x="1848612" y="10668"/>
                  </a:lnTo>
                  <a:lnTo>
                    <a:pt x="1857756" y="10668"/>
                  </a:lnTo>
                  <a:lnTo>
                    <a:pt x="1857756" y="0"/>
                  </a:lnTo>
                  <a:close/>
                </a:path>
                <a:path w="2344420" h="1529079">
                  <a:moveTo>
                    <a:pt x="1924812" y="0"/>
                  </a:moveTo>
                  <a:lnTo>
                    <a:pt x="1886712" y="0"/>
                  </a:lnTo>
                  <a:lnTo>
                    <a:pt x="1886712" y="10668"/>
                  </a:lnTo>
                  <a:lnTo>
                    <a:pt x="1924812" y="10668"/>
                  </a:lnTo>
                  <a:lnTo>
                    <a:pt x="1924812" y="0"/>
                  </a:lnTo>
                  <a:close/>
                </a:path>
                <a:path w="2344420" h="1529079">
                  <a:moveTo>
                    <a:pt x="1962912" y="0"/>
                  </a:moveTo>
                  <a:lnTo>
                    <a:pt x="1953768" y="0"/>
                  </a:lnTo>
                  <a:lnTo>
                    <a:pt x="1953768" y="10668"/>
                  </a:lnTo>
                  <a:lnTo>
                    <a:pt x="1962912" y="10668"/>
                  </a:lnTo>
                  <a:lnTo>
                    <a:pt x="1962912" y="0"/>
                  </a:lnTo>
                  <a:close/>
                </a:path>
                <a:path w="2344420" h="1529079">
                  <a:moveTo>
                    <a:pt x="2029968" y="0"/>
                  </a:moveTo>
                  <a:lnTo>
                    <a:pt x="1991868" y="0"/>
                  </a:lnTo>
                  <a:lnTo>
                    <a:pt x="1991868" y="10668"/>
                  </a:lnTo>
                  <a:lnTo>
                    <a:pt x="2029968" y="10668"/>
                  </a:lnTo>
                  <a:lnTo>
                    <a:pt x="2029968" y="0"/>
                  </a:lnTo>
                  <a:close/>
                </a:path>
                <a:path w="2344420" h="1529079">
                  <a:moveTo>
                    <a:pt x="2068068" y="0"/>
                  </a:moveTo>
                  <a:lnTo>
                    <a:pt x="2057400" y="0"/>
                  </a:lnTo>
                  <a:lnTo>
                    <a:pt x="2057400" y="10668"/>
                  </a:lnTo>
                  <a:lnTo>
                    <a:pt x="2068068" y="10668"/>
                  </a:lnTo>
                  <a:lnTo>
                    <a:pt x="2068068" y="0"/>
                  </a:lnTo>
                  <a:close/>
                </a:path>
                <a:path w="2344420" h="1529079">
                  <a:moveTo>
                    <a:pt x="2133600" y="0"/>
                  </a:moveTo>
                  <a:lnTo>
                    <a:pt x="2095500" y="0"/>
                  </a:lnTo>
                  <a:lnTo>
                    <a:pt x="2095500" y="10668"/>
                  </a:lnTo>
                  <a:lnTo>
                    <a:pt x="2133600" y="10668"/>
                  </a:lnTo>
                  <a:lnTo>
                    <a:pt x="2133600" y="0"/>
                  </a:lnTo>
                  <a:close/>
                </a:path>
                <a:path w="2344420" h="1529079">
                  <a:moveTo>
                    <a:pt x="2171700" y="0"/>
                  </a:moveTo>
                  <a:lnTo>
                    <a:pt x="2162556" y="0"/>
                  </a:lnTo>
                  <a:lnTo>
                    <a:pt x="2162556" y="10668"/>
                  </a:lnTo>
                  <a:lnTo>
                    <a:pt x="2171700" y="10668"/>
                  </a:lnTo>
                  <a:lnTo>
                    <a:pt x="2171700" y="0"/>
                  </a:lnTo>
                  <a:close/>
                </a:path>
                <a:path w="2344420" h="1529079">
                  <a:moveTo>
                    <a:pt x="2238756" y="0"/>
                  </a:moveTo>
                  <a:lnTo>
                    <a:pt x="2200656" y="0"/>
                  </a:lnTo>
                  <a:lnTo>
                    <a:pt x="2200656" y="10668"/>
                  </a:lnTo>
                  <a:lnTo>
                    <a:pt x="2238756" y="10668"/>
                  </a:lnTo>
                  <a:lnTo>
                    <a:pt x="2238756" y="0"/>
                  </a:lnTo>
                  <a:close/>
                </a:path>
                <a:path w="2344420" h="1529079">
                  <a:moveTo>
                    <a:pt x="2276856" y="0"/>
                  </a:moveTo>
                  <a:lnTo>
                    <a:pt x="2267712" y="0"/>
                  </a:lnTo>
                  <a:lnTo>
                    <a:pt x="2267712" y="10668"/>
                  </a:lnTo>
                  <a:lnTo>
                    <a:pt x="2276856" y="10668"/>
                  </a:lnTo>
                  <a:lnTo>
                    <a:pt x="2276856" y="0"/>
                  </a:lnTo>
                  <a:close/>
                </a:path>
                <a:path w="2344420" h="1529079">
                  <a:moveTo>
                    <a:pt x="2343912" y="0"/>
                  </a:moveTo>
                  <a:lnTo>
                    <a:pt x="2305812" y="0"/>
                  </a:lnTo>
                  <a:lnTo>
                    <a:pt x="2305812" y="10668"/>
                  </a:lnTo>
                  <a:lnTo>
                    <a:pt x="2343912" y="10668"/>
                  </a:lnTo>
                  <a:lnTo>
                    <a:pt x="2343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30199" y="3119627"/>
              <a:ext cx="1715135" cy="10795"/>
            </a:xfrm>
            <a:custGeom>
              <a:avLst/>
              <a:gdLst/>
              <a:ahLst/>
              <a:cxnLst/>
              <a:rect l="l" t="t" r="r" b="b"/>
              <a:pathLst>
                <a:path w="1715134" h="10794">
                  <a:moveTo>
                    <a:pt x="38100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38100" y="10668"/>
                  </a:lnTo>
                  <a:lnTo>
                    <a:pt x="38100" y="0"/>
                  </a:lnTo>
                  <a:close/>
                </a:path>
                <a:path w="1715134" h="10794">
                  <a:moveTo>
                    <a:pt x="76200" y="0"/>
                  </a:moveTo>
                  <a:lnTo>
                    <a:pt x="67056" y="0"/>
                  </a:lnTo>
                  <a:lnTo>
                    <a:pt x="67056" y="10668"/>
                  </a:lnTo>
                  <a:lnTo>
                    <a:pt x="76200" y="10668"/>
                  </a:lnTo>
                  <a:lnTo>
                    <a:pt x="76200" y="0"/>
                  </a:lnTo>
                  <a:close/>
                </a:path>
                <a:path w="1715134" h="10794">
                  <a:moveTo>
                    <a:pt x="143256" y="0"/>
                  </a:moveTo>
                  <a:lnTo>
                    <a:pt x="105156" y="0"/>
                  </a:lnTo>
                  <a:lnTo>
                    <a:pt x="105156" y="10668"/>
                  </a:lnTo>
                  <a:lnTo>
                    <a:pt x="143256" y="10668"/>
                  </a:lnTo>
                  <a:lnTo>
                    <a:pt x="143256" y="0"/>
                  </a:lnTo>
                  <a:close/>
                </a:path>
                <a:path w="1715134" h="10794">
                  <a:moveTo>
                    <a:pt x="181368" y="0"/>
                  </a:moveTo>
                  <a:lnTo>
                    <a:pt x="170700" y="0"/>
                  </a:lnTo>
                  <a:lnTo>
                    <a:pt x="170700" y="10668"/>
                  </a:lnTo>
                  <a:lnTo>
                    <a:pt x="181368" y="10668"/>
                  </a:lnTo>
                  <a:lnTo>
                    <a:pt x="181368" y="0"/>
                  </a:lnTo>
                  <a:close/>
                </a:path>
                <a:path w="1715134" h="10794">
                  <a:moveTo>
                    <a:pt x="246900" y="0"/>
                  </a:moveTo>
                  <a:lnTo>
                    <a:pt x="208800" y="0"/>
                  </a:lnTo>
                  <a:lnTo>
                    <a:pt x="208800" y="10668"/>
                  </a:lnTo>
                  <a:lnTo>
                    <a:pt x="246900" y="10668"/>
                  </a:lnTo>
                  <a:lnTo>
                    <a:pt x="246900" y="0"/>
                  </a:lnTo>
                  <a:close/>
                </a:path>
                <a:path w="1715134" h="10794">
                  <a:moveTo>
                    <a:pt x="285000" y="0"/>
                  </a:moveTo>
                  <a:lnTo>
                    <a:pt x="275856" y="0"/>
                  </a:lnTo>
                  <a:lnTo>
                    <a:pt x="275856" y="10668"/>
                  </a:lnTo>
                  <a:lnTo>
                    <a:pt x="285000" y="10668"/>
                  </a:lnTo>
                  <a:lnTo>
                    <a:pt x="285000" y="0"/>
                  </a:lnTo>
                  <a:close/>
                </a:path>
                <a:path w="1715134" h="10794">
                  <a:moveTo>
                    <a:pt x="352056" y="0"/>
                  </a:moveTo>
                  <a:lnTo>
                    <a:pt x="313956" y="0"/>
                  </a:lnTo>
                  <a:lnTo>
                    <a:pt x="313956" y="10668"/>
                  </a:lnTo>
                  <a:lnTo>
                    <a:pt x="352056" y="10668"/>
                  </a:lnTo>
                  <a:lnTo>
                    <a:pt x="352056" y="0"/>
                  </a:lnTo>
                  <a:close/>
                </a:path>
                <a:path w="1715134" h="10794">
                  <a:moveTo>
                    <a:pt x="390156" y="0"/>
                  </a:moveTo>
                  <a:lnTo>
                    <a:pt x="381012" y="0"/>
                  </a:lnTo>
                  <a:lnTo>
                    <a:pt x="381012" y="10668"/>
                  </a:lnTo>
                  <a:lnTo>
                    <a:pt x="390156" y="10668"/>
                  </a:lnTo>
                  <a:lnTo>
                    <a:pt x="390156" y="0"/>
                  </a:lnTo>
                  <a:close/>
                </a:path>
                <a:path w="1715134" h="10794">
                  <a:moveTo>
                    <a:pt x="457212" y="0"/>
                  </a:moveTo>
                  <a:lnTo>
                    <a:pt x="419112" y="0"/>
                  </a:lnTo>
                  <a:lnTo>
                    <a:pt x="419112" y="10668"/>
                  </a:lnTo>
                  <a:lnTo>
                    <a:pt x="457212" y="10668"/>
                  </a:lnTo>
                  <a:lnTo>
                    <a:pt x="457212" y="0"/>
                  </a:lnTo>
                  <a:close/>
                </a:path>
                <a:path w="1715134" h="10794">
                  <a:moveTo>
                    <a:pt x="495312" y="0"/>
                  </a:moveTo>
                  <a:lnTo>
                    <a:pt x="486168" y="0"/>
                  </a:lnTo>
                  <a:lnTo>
                    <a:pt x="486168" y="10668"/>
                  </a:lnTo>
                  <a:lnTo>
                    <a:pt x="495312" y="10668"/>
                  </a:lnTo>
                  <a:lnTo>
                    <a:pt x="495312" y="0"/>
                  </a:lnTo>
                  <a:close/>
                </a:path>
                <a:path w="1715134" h="10794">
                  <a:moveTo>
                    <a:pt x="562368" y="0"/>
                  </a:moveTo>
                  <a:lnTo>
                    <a:pt x="524268" y="0"/>
                  </a:lnTo>
                  <a:lnTo>
                    <a:pt x="524268" y="10668"/>
                  </a:lnTo>
                  <a:lnTo>
                    <a:pt x="562368" y="10668"/>
                  </a:lnTo>
                  <a:lnTo>
                    <a:pt x="562368" y="0"/>
                  </a:lnTo>
                  <a:close/>
                </a:path>
                <a:path w="1715134" h="10794">
                  <a:moveTo>
                    <a:pt x="600468" y="0"/>
                  </a:moveTo>
                  <a:lnTo>
                    <a:pt x="589800" y="0"/>
                  </a:lnTo>
                  <a:lnTo>
                    <a:pt x="589800" y="10668"/>
                  </a:lnTo>
                  <a:lnTo>
                    <a:pt x="600468" y="10668"/>
                  </a:lnTo>
                  <a:lnTo>
                    <a:pt x="600468" y="0"/>
                  </a:lnTo>
                  <a:close/>
                </a:path>
                <a:path w="1715134" h="10794">
                  <a:moveTo>
                    <a:pt x="666000" y="0"/>
                  </a:moveTo>
                  <a:lnTo>
                    <a:pt x="627900" y="0"/>
                  </a:lnTo>
                  <a:lnTo>
                    <a:pt x="627900" y="10668"/>
                  </a:lnTo>
                  <a:lnTo>
                    <a:pt x="666000" y="10668"/>
                  </a:lnTo>
                  <a:lnTo>
                    <a:pt x="666000" y="0"/>
                  </a:lnTo>
                  <a:close/>
                </a:path>
                <a:path w="1715134" h="10794">
                  <a:moveTo>
                    <a:pt x="704088" y="0"/>
                  </a:moveTo>
                  <a:lnTo>
                    <a:pt x="694944" y="0"/>
                  </a:lnTo>
                  <a:lnTo>
                    <a:pt x="694944" y="10668"/>
                  </a:lnTo>
                  <a:lnTo>
                    <a:pt x="704088" y="10668"/>
                  </a:lnTo>
                  <a:lnTo>
                    <a:pt x="704088" y="0"/>
                  </a:lnTo>
                  <a:close/>
                </a:path>
                <a:path w="1715134" h="10794">
                  <a:moveTo>
                    <a:pt x="771144" y="0"/>
                  </a:moveTo>
                  <a:lnTo>
                    <a:pt x="733044" y="0"/>
                  </a:lnTo>
                  <a:lnTo>
                    <a:pt x="733044" y="10668"/>
                  </a:lnTo>
                  <a:lnTo>
                    <a:pt x="771144" y="10668"/>
                  </a:lnTo>
                  <a:lnTo>
                    <a:pt x="771144" y="0"/>
                  </a:lnTo>
                  <a:close/>
                </a:path>
                <a:path w="1715134" h="10794">
                  <a:moveTo>
                    <a:pt x="809244" y="0"/>
                  </a:moveTo>
                  <a:lnTo>
                    <a:pt x="800100" y="0"/>
                  </a:lnTo>
                  <a:lnTo>
                    <a:pt x="800100" y="10668"/>
                  </a:lnTo>
                  <a:lnTo>
                    <a:pt x="809244" y="10668"/>
                  </a:lnTo>
                  <a:lnTo>
                    <a:pt x="809244" y="0"/>
                  </a:lnTo>
                  <a:close/>
                </a:path>
                <a:path w="1715134" h="10794">
                  <a:moveTo>
                    <a:pt x="876300" y="0"/>
                  </a:moveTo>
                  <a:lnTo>
                    <a:pt x="838200" y="0"/>
                  </a:lnTo>
                  <a:lnTo>
                    <a:pt x="838200" y="10668"/>
                  </a:lnTo>
                  <a:lnTo>
                    <a:pt x="876300" y="10668"/>
                  </a:lnTo>
                  <a:lnTo>
                    <a:pt x="876300" y="0"/>
                  </a:lnTo>
                  <a:close/>
                </a:path>
                <a:path w="1715134" h="10794">
                  <a:moveTo>
                    <a:pt x="914400" y="0"/>
                  </a:moveTo>
                  <a:lnTo>
                    <a:pt x="905256" y="0"/>
                  </a:lnTo>
                  <a:lnTo>
                    <a:pt x="905256" y="10668"/>
                  </a:lnTo>
                  <a:lnTo>
                    <a:pt x="914400" y="10668"/>
                  </a:lnTo>
                  <a:lnTo>
                    <a:pt x="914400" y="0"/>
                  </a:lnTo>
                  <a:close/>
                </a:path>
                <a:path w="1715134" h="10794">
                  <a:moveTo>
                    <a:pt x="981456" y="0"/>
                  </a:moveTo>
                  <a:lnTo>
                    <a:pt x="943356" y="0"/>
                  </a:lnTo>
                  <a:lnTo>
                    <a:pt x="943356" y="10668"/>
                  </a:lnTo>
                  <a:lnTo>
                    <a:pt x="981456" y="10668"/>
                  </a:lnTo>
                  <a:lnTo>
                    <a:pt x="981456" y="0"/>
                  </a:lnTo>
                  <a:close/>
                </a:path>
                <a:path w="1715134" h="10794">
                  <a:moveTo>
                    <a:pt x="1019556" y="0"/>
                  </a:moveTo>
                  <a:lnTo>
                    <a:pt x="1008888" y="0"/>
                  </a:lnTo>
                  <a:lnTo>
                    <a:pt x="1008888" y="10668"/>
                  </a:lnTo>
                  <a:lnTo>
                    <a:pt x="1019556" y="10668"/>
                  </a:lnTo>
                  <a:lnTo>
                    <a:pt x="1019556" y="0"/>
                  </a:lnTo>
                  <a:close/>
                </a:path>
                <a:path w="1715134" h="10794">
                  <a:moveTo>
                    <a:pt x="1085088" y="0"/>
                  </a:moveTo>
                  <a:lnTo>
                    <a:pt x="1046988" y="0"/>
                  </a:lnTo>
                  <a:lnTo>
                    <a:pt x="1046988" y="10668"/>
                  </a:lnTo>
                  <a:lnTo>
                    <a:pt x="1085088" y="10668"/>
                  </a:lnTo>
                  <a:lnTo>
                    <a:pt x="1085088" y="0"/>
                  </a:lnTo>
                  <a:close/>
                </a:path>
                <a:path w="1715134" h="10794">
                  <a:moveTo>
                    <a:pt x="1123188" y="0"/>
                  </a:moveTo>
                  <a:lnTo>
                    <a:pt x="1114044" y="0"/>
                  </a:lnTo>
                  <a:lnTo>
                    <a:pt x="1114044" y="10668"/>
                  </a:lnTo>
                  <a:lnTo>
                    <a:pt x="1123188" y="10668"/>
                  </a:lnTo>
                  <a:lnTo>
                    <a:pt x="1123188" y="0"/>
                  </a:lnTo>
                  <a:close/>
                </a:path>
                <a:path w="1715134" h="10794">
                  <a:moveTo>
                    <a:pt x="1190244" y="0"/>
                  </a:moveTo>
                  <a:lnTo>
                    <a:pt x="1152144" y="0"/>
                  </a:lnTo>
                  <a:lnTo>
                    <a:pt x="1152144" y="10668"/>
                  </a:lnTo>
                  <a:lnTo>
                    <a:pt x="1190244" y="10668"/>
                  </a:lnTo>
                  <a:lnTo>
                    <a:pt x="1190244" y="0"/>
                  </a:lnTo>
                  <a:close/>
                </a:path>
                <a:path w="1715134" h="10794">
                  <a:moveTo>
                    <a:pt x="1228356" y="0"/>
                  </a:moveTo>
                  <a:lnTo>
                    <a:pt x="1219212" y="0"/>
                  </a:lnTo>
                  <a:lnTo>
                    <a:pt x="1219212" y="10668"/>
                  </a:lnTo>
                  <a:lnTo>
                    <a:pt x="1228356" y="10668"/>
                  </a:lnTo>
                  <a:lnTo>
                    <a:pt x="1228356" y="0"/>
                  </a:lnTo>
                  <a:close/>
                </a:path>
                <a:path w="1715134" h="10794">
                  <a:moveTo>
                    <a:pt x="1295412" y="0"/>
                  </a:moveTo>
                  <a:lnTo>
                    <a:pt x="1257312" y="0"/>
                  </a:lnTo>
                  <a:lnTo>
                    <a:pt x="1257312" y="10668"/>
                  </a:lnTo>
                  <a:lnTo>
                    <a:pt x="1295412" y="10668"/>
                  </a:lnTo>
                  <a:lnTo>
                    <a:pt x="1295412" y="0"/>
                  </a:lnTo>
                  <a:close/>
                </a:path>
                <a:path w="1715134" h="10794">
                  <a:moveTo>
                    <a:pt x="1333512" y="0"/>
                  </a:moveTo>
                  <a:lnTo>
                    <a:pt x="1324368" y="0"/>
                  </a:lnTo>
                  <a:lnTo>
                    <a:pt x="1324368" y="10668"/>
                  </a:lnTo>
                  <a:lnTo>
                    <a:pt x="1333512" y="10668"/>
                  </a:lnTo>
                  <a:lnTo>
                    <a:pt x="1333512" y="0"/>
                  </a:lnTo>
                  <a:close/>
                </a:path>
                <a:path w="1715134" h="10794">
                  <a:moveTo>
                    <a:pt x="1400568" y="0"/>
                  </a:moveTo>
                  <a:lnTo>
                    <a:pt x="1362468" y="0"/>
                  </a:lnTo>
                  <a:lnTo>
                    <a:pt x="1362468" y="10668"/>
                  </a:lnTo>
                  <a:lnTo>
                    <a:pt x="1400568" y="10668"/>
                  </a:lnTo>
                  <a:lnTo>
                    <a:pt x="1400568" y="0"/>
                  </a:lnTo>
                  <a:close/>
                </a:path>
                <a:path w="1715134" h="10794">
                  <a:moveTo>
                    <a:pt x="1438668" y="0"/>
                  </a:moveTo>
                  <a:lnTo>
                    <a:pt x="1428000" y="0"/>
                  </a:lnTo>
                  <a:lnTo>
                    <a:pt x="1428000" y="10668"/>
                  </a:lnTo>
                  <a:lnTo>
                    <a:pt x="1438668" y="10668"/>
                  </a:lnTo>
                  <a:lnTo>
                    <a:pt x="1438668" y="0"/>
                  </a:lnTo>
                  <a:close/>
                </a:path>
                <a:path w="1715134" h="10794">
                  <a:moveTo>
                    <a:pt x="1504200" y="0"/>
                  </a:moveTo>
                  <a:lnTo>
                    <a:pt x="1466100" y="0"/>
                  </a:lnTo>
                  <a:lnTo>
                    <a:pt x="1466100" y="10668"/>
                  </a:lnTo>
                  <a:lnTo>
                    <a:pt x="1504200" y="10668"/>
                  </a:lnTo>
                  <a:lnTo>
                    <a:pt x="1504200" y="0"/>
                  </a:lnTo>
                  <a:close/>
                </a:path>
                <a:path w="1715134" h="10794">
                  <a:moveTo>
                    <a:pt x="1542300" y="0"/>
                  </a:moveTo>
                  <a:lnTo>
                    <a:pt x="1533156" y="0"/>
                  </a:lnTo>
                  <a:lnTo>
                    <a:pt x="1533156" y="10668"/>
                  </a:lnTo>
                  <a:lnTo>
                    <a:pt x="1542300" y="10668"/>
                  </a:lnTo>
                  <a:lnTo>
                    <a:pt x="1542300" y="0"/>
                  </a:lnTo>
                  <a:close/>
                </a:path>
                <a:path w="1715134" h="10794">
                  <a:moveTo>
                    <a:pt x="1609356" y="0"/>
                  </a:moveTo>
                  <a:lnTo>
                    <a:pt x="1571256" y="0"/>
                  </a:lnTo>
                  <a:lnTo>
                    <a:pt x="1571256" y="10668"/>
                  </a:lnTo>
                  <a:lnTo>
                    <a:pt x="1609356" y="10668"/>
                  </a:lnTo>
                  <a:lnTo>
                    <a:pt x="1609356" y="0"/>
                  </a:lnTo>
                  <a:close/>
                </a:path>
                <a:path w="1715134" h="10794">
                  <a:moveTo>
                    <a:pt x="1647456" y="0"/>
                  </a:moveTo>
                  <a:lnTo>
                    <a:pt x="1638312" y="0"/>
                  </a:lnTo>
                  <a:lnTo>
                    <a:pt x="1638312" y="10668"/>
                  </a:lnTo>
                  <a:lnTo>
                    <a:pt x="1647456" y="10668"/>
                  </a:lnTo>
                  <a:lnTo>
                    <a:pt x="1647456" y="0"/>
                  </a:lnTo>
                  <a:close/>
                </a:path>
                <a:path w="1715134" h="10794">
                  <a:moveTo>
                    <a:pt x="1714512" y="0"/>
                  </a:moveTo>
                  <a:lnTo>
                    <a:pt x="1676412" y="0"/>
                  </a:lnTo>
                  <a:lnTo>
                    <a:pt x="1676412" y="10668"/>
                  </a:lnTo>
                  <a:lnTo>
                    <a:pt x="1714512" y="10668"/>
                  </a:lnTo>
                  <a:lnTo>
                    <a:pt x="1714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376427" y="4567428"/>
            <a:ext cx="2372995" cy="2144395"/>
            <a:chOff x="376427" y="4567428"/>
            <a:chExt cx="2372995" cy="2144395"/>
          </a:xfrm>
        </p:grpSpPr>
        <p:sp>
          <p:nvSpPr>
            <p:cNvPr id="21" name="object 21"/>
            <p:cNvSpPr/>
            <p:nvPr/>
          </p:nvSpPr>
          <p:spPr>
            <a:xfrm>
              <a:off x="380999" y="4571999"/>
              <a:ext cx="2362200" cy="2133600"/>
            </a:xfrm>
            <a:custGeom>
              <a:avLst/>
              <a:gdLst/>
              <a:ahLst/>
              <a:cxnLst/>
              <a:rect l="l" t="t" r="r" b="b"/>
              <a:pathLst>
                <a:path w="2362200" h="2133600">
                  <a:moveTo>
                    <a:pt x="2362200" y="2133600"/>
                  </a:moveTo>
                  <a:lnTo>
                    <a:pt x="0" y="2133600"/>
                  </a:lnTo>
                  <a:lnTo>
                    <a:pt x="0" y="0"/>
                  </a:lnTo>
                  <a:lnTo>
                    <a:pt x="2362200" y="0"/>
                  </a:lnTo>
                  <a:lnTo>
                    <a:pt x="2362200" y="213360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6427" y="4567428"/>
              <a:ext cx="2372995" cy="2144395"/>
            </a:xfrm>
            <a:custGeom>
              <a:avLst/>
              <a:gdLst/>
              <a:ahLst/>
              <a:cxnLst/>
              <a:rect l="l" t="t" r="r" b="b"/>
              <a:pathLst>
                <a:path w="2372995" h="2144395">
                  <a:moveTo>
                    <a:pt x="2372868" y="2144268"/>
                  </a:moveTo>
                  <a:lnTo>
                    <a:pt x="0" y="2144268"/>
                  </a:lnTo>
                  <a:lnTo>
                    <a:pt x="0" y="0"/>
                  </a:lnTo>
                  <a:lnTo>
                    <a:pt x="2372868" y="0"/>
                  </a:lnTo>
                  <a:lnTo>
                    <a:pt x="2372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2133600"/>
                  </a:lnTo>
                  <a:lnTo>
                    <a:pt x="4572" y="2133600"/>
                  </a:lnTo>
                  <a:lnTo>
                    <a:pt x="10668" y="2138172"/>
                  </a:lnTo>
                  <a:lnTo>
                    <a:pt x="2372868" y="2138172"/>
                  </a:lnTo>
                  <a:lnTo>
                    <a:pt x="2372868" y="2144268"/>
                  </a:lnTo>
                  <a:close/>
                </a:path>
                <a:path w="2372995" h="2144395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2372995" h="2144395">
                  <a:moveTo>
                    <a:pt x="2362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2362200" y="4572"/>
                  </a:lnTo>
                  <a:lnTo>
                    <a:pt x="2362200" y="10668"/>
                  </a:lnTo>
                  <a:close/>
                </a:path>
                <a:path w="2372995" h="2144395">
                  <a:moveTo>
                    <a:pt x="2362200" y="2138172"/>
                  </a:moveTo>
                  <a:lnTo>
                    <a:pt x="2362200" y="4572"/>
                  </a:lnTo>
                  <a:lnTo>
                    <a:pt x="2366772" y="10668"/>
                  </a:lnTo>
                  <a:lnTo>
                    <a:pt x="2372868" y="10668"/>
                  </a:lnTo>
                  <a:lnTo>
                    <a:pt x="2372868" y="2133600"/>
                  </a:lnTo>
                  <a:lnTo>
                    <a:pt x="2366772" y="2133600"/>
                  </a:lnTo>
                  <a:lnTo>
                    <a:pt x="2362200" y="2138172"/>
                  </a:lnTo>
                  <a:close/>
                </a:path>
                <a:path w="2372995" h="2144395">
                  <a:moveTo>
                    <a:pt x="2372868" y="10668"/>
                  </a:moveTo>
                  <a:lnTo>
                    <a:pt x="2366772" y="10668"/>
                  </a:lnTo>
                  <a:lnTo>
                    <a:pt x="2362200" y="4572"/>
                  </a:lnTo>
                  <a:lnTo>
                    <a:pt x="2372868" y="4572"/>
                  </a:lnTo>
                  <a:lnTo>
                    <a:pt x="2372868" y="10668"/>
                  </a:lnTo>
                  <a:close/>
                </a:path>
                <a:path w="2372995" h="2144395">
                  <a:moveTo>
                    <a:pt x="10668" y="2138172"/>
                  </a:moveTo>
                  <a:lnTo>
                    <a:pt x="4572" y="2133600"/>
                  </a:lnTo>
                  <a:lnTo>
                    <a:pt x="10668" y="2133600"/>
                  </a:lnTo>
                  <a:lnTo>
                    <a:pt x="10668" y="2138172"/>
                  </a:lnTo>
                  <a:close/>
                </a:path>
                <a:path w="2372995" h="2144395">
                  <a:moveTo>
                    <a:pt x="2362200" y="2138172"/>
                  </a:moveTo>
                  <a:lnTo>
                    <a:pt x="10668" y="2138172"/>
                  </a:lnTo>
                  <a:lnTo>
                    <a:pt x="10668" y="2133600"/>
                  </a:lnTo>
                  <a:lnTo>
                    <a:pt x="2362200" y="2133600"/>
                  </a:lnTo>
                  <a:lnTo>
                    <a:pt x="2362200" y="2138172"/>
                  </a:lnTo>
                  <a:close/>
                </a:path>
                <a:path w="2372995" h="2144395">
                  <a:moveTo>
                    <a:pt x="2372868" y="2138172"/>
                  </a:moveTo>
                  <a:lnTo>
                    <a:pt x="2362200" y="2138172"/>
                  </a:lnTo>
                  <a:lnTo>
                    <a:pt x="2366772" y="2133600"/>
                  </a:lnTo>
                  <a:lnTo>
                    <a:pt x="2372868" y="2133600"/>
                  </a:lnTo>
                  <a:lnTo>
                    <a:pt x="2372868" y="2138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500653" y="5473684"/>
            <a:ext cx="122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1000" y="4948428"/>
            <a:ext cx="2277110" cy="1272540"/>
            <a:chOff x="381000" y="4948428"/>
            <a:chExt cx="2277110" cy="1272540"/>
          </a:xfrm>
        </p:grpSpPr>
        <p:sp>
          <p:nvSpPr>
            <p:cNvPr id="25" name="object 25"/>
            <p:cNvSpPr/>
            <p:nvPr/>
          </p:nvSpPr>
          <p:spPr>
            <a:xfrm>
              <a:off x="381000" y="4948440"/>
              <a:ext cx="2277110" cy="1229995"/>
            </a:xfrm>
            <a:custGeom>
              <a:avLst/>
              <a:gdLst/>
              <a:ahLst/>
              <a:cxnLst/>
              <a:rect l="l" t="t" r="r" b="b"/>
              <a:pathLst>
                <a:path w="2277110" h="1229995">
                  <a:moveTo>
                    <a:pt x="38100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38100" y="10668"/>
                  </a:lnTo>
                  <a:lnTo>
                    <a:pt x="38100" y="0"/>
                  </a:lnTo>
                  <a:close/>
                </a:path>
                <a:path w="2277110" h="1229995">
                  <a:moveTo>
                    <a:pt x="76200" y="0"/>
                  </a:moveTo>
                  <a:lnTo>
                    <a:pt x="67056" y="0"/>
                  </a:lnTo>
                  <a:lnTo>
                    <a:pt x="67056" y="10668"/>
                  </a:lnTo>
                  <a:lnTo>
                    <a:pt x="76200" y="10668"/>
                  </a:lnTo>
                  <a:lnTo>
                    <a:pt x="76200" y="0"/>
                  </a:lnTo>
                  <a:close/>
                </a:path>
                <a:path w="2277110" h="1229995">
                  <a:moveTo>
                    <a:pt x="114300" y="1219200"/>
                  </a:moveTo>
                  <a:lnTo>
                    <a:pt x="76200" y="1219200"/>
                  </a:lnTo>
                  <a:lnTo>
                    <a:pt x="76200" y="1229868"/>
                  </a:lnTo>
                  <a:lnTo>
                    <a:pt x="114300" y="1229868"/>
                  </a:lnTo>
                  <a:lnTo>
                    <a:pt x="114300" y="1219200"/>
                  </a:lnTo>
                  <a:close/>
                </a:path>
                <a:path w="2277110" h="1229995">
                  <a:moveTo>
                    <a:pt x="143256" y="0"/>
                  </a:moveTo>
                  <a:lnTo>
                    <a:pt x="105156" y="0"/>
                  </a:lnTo>
                  <a:lnTo>
                    <a:pt x="105156" y="10668"/>
                  </a:lnTo>
                  <a:lnTo>
                    <a:pt x="143256" y="10668"/>
                  </a:lnTo>
                  <a:lnTo>
                    <a:pt x="143256" y="0"/>
                  </a:lnTo>
                  <a:close/>
                </a:path>
                <a:path w="2277110" h="1229995">
                  <a:moveTo>
                    <a:pt x="152400" y="1219200"/>
                  </a:moveTo>
                  <a:lnTo>
                    <a:pt x="143256" y="1219200"/>
                  </a:lnTo>
                  <a:lnTo>
                    <a:pt x="143256" y="1229868"/>
                  </a:lnTo>
                  <a:lnTo>
                    <a:pt x="152400" y="1229868"/>
                  </a:lnTo>
                  <a:lnTo>
                    <a:pt x="152400" y="1219200"/>
                  </a:lnTo>
                  <a:close/>
                </a:path>
                <a:path w="2277110" h="1229995">
                  <a:moveTo>
                    <a:pt x="181356" y="0"/>
                  </a:moveTo>
                  <a:lnTo>
                    <a:pt x="172212" y="0"/>
                  </a:lnTo>
                  <a:lnTo>
                    <a:pt x="172212" y="10668"/>
                  </a:lnTo>
                  <a:lnTo>
                    <a:pt x="181356" y="10668"/>
                  </a:lnTo>
                  <a:lnTo>
                    <a:pt x="181356" y="0"/>
                  </a:lnTo>
                  <a:close/>
                </a:path>
                <a:path w="2277110" h="1229995">
                  <a:moveTo>
                    <a:pt x="219456" y="1219200"/>
                  </a:moveTo>
                  <a:lnTo>
                    <a:pt x="181356" y="1219200"/>
                  </a:lnTo>
                  <a:lnTo>
                    <a:pt x="181356" y="1229868"/>
                  </a:lnTo>
                  <a:lnTo>
                    <a:pt x="219456" y="1229868"/>
                  </a:lnTo>
                  <a:lnTo>
                    <a:pt x="219456" y="1219200"/>
                  </a:lnTo>
                  <a:close/>
                </a:path>
                <a:path w="2277110" h="1229995">
                  <a:moveTo>
                    <a:pt x="248412" y="0"/>
                  </a:moveTo>
                  <a:lnTo>
                    <a:pt x="210312" y="0"/>
                  </a:lnTo>
                  <a:lnTo>
                    <a:pt x="210312" y="10668"/>
                  </a:lnTo>
                  <a:lnTo>
                    <a:pt x="248412" y="10668"/>
                  </a:lnTo>
                  <a:lnTo>
                    <a:pt x="248412" y="0"/>
                  </a:lnTo>
                  <a:close/>
                </a:path>
                <a:path w="2277110" h="1229995">
                  <a:moveTo>
                    <a:pt x="257556" y="1219200"/>
                  </a:moveTo>
                  <a:lnTo>
                    <a:pt x="248412" y="1219200"/>
                  </a:lnTo>
                  <a:lnTo>
                    <a:pt x="248412" y="1229868"/>
                  </a:lnTo>
                  <a:lnTo>
                    <a:pt x="257556" y="1229868"/>
                  </a:lnTo>
                  <a:lnTo>
                    <a:pt x="257556" y="1219200"/>
                  </a:lnTo>
                  <a:close/>
                </a:path>
                <a:path w="2277110" h="1229995">
                  <a:moveTo>
                    <a:pt x="286512" y="0"/>
                  </a:moveTo>
                  <a:lnTo>
                    <a:pt x="277368" y="0"/>
                  </a:lnTo>
                  <a:lnTo>
                    <a:pt x="277368" y="10668"/>
                  </a:lnTo>
                  <a:lnTo>
                    <a:pt x="286512" y="10668"/>
                  </a:lnTo>
                  <a:lnTo>
                    <a:pt x="286512" y="0"/>
                  </a:lnTo>
                  <a:close/>
                </a:path>
                <a:path w="2277110" h="1229995">
                  <a:moveTo>
                    <a:pt x="324612" y="1219200"/>
                  </a:moveTo>
                  <a:lnTo>
                    <a:pt x="286512" y="1219200"/>
                  </a:lnTo>
                  <a:lnTo>
                    <a:pt x="286512" y="1229868"/>
                  </a:lnTo>
                  <a:lnTo>
                    <a:pt x="324612" y="1229868"/>
                  </a:lnTo>
                  <a:lnTo>
                    <a:pt x="324612" y="1219200"/>
                  </a:lnTo>
                  <a:close/>
                </a:path>
                <a:path w="2277110" h="1229995">
                  <a:moveTo>
                    <a:pt x="353568" y="0"/>
                  </a:moveTo>
                  <a:lnTo>
                    <a:pt x="315468" y="0"/>
                  </a:lnTo>
                  <a:lnTo>
                    <a:pt x="315468" y="10668"/>
                  </a:lnTo>
                  <a:lnTo>
                    <a:pt x="353568" y="10668"/>
                  </a:lnTo>
                  <a:lnTo>
                    <a:pt x="353568" y="0"/>
                  </a:lnTo>
                  <a:close/>
                </a:path>
                <a:path w="2277110" h="1229995">
                  <a:moveTo>
                    <a:pt x="362712" y="1219200"/>
                  </a:moveTo>
                  <a:lnTo>
                    <a:pt x="353568" y="1219200"/>
                  </a:lnTo>
                  <a:lnTo>
                    <a:pt x="353568" y="1229868"/>
                  </a:lnTo>
                  <a:lnTo>
                    <a:pt x="362712" y="1229868"/>
                  </a:lnTo>
                  <a:lnTo>
                    <a:pt x="362712" y="1219200"/>
                  </a:lnTo>
                  <a:close/>
                </a:path>
                <a:path w="2277110" h="1229995">
                  <a:moveTo>
                    <a:pt x="391668" y="0"/>
                  </a:moveTo>
                  <a:lnTo>
                    <a:pt x="381000" y="0"/>
                  </a:lnTo>
                  <a:lnTo>
                    <a:pt x="381000" y="10668"/>
                  </a:lnTo>
                  <a:lnTo>
                    <a:pt x="391668" y="10668"/>
                  </a:lnTo>
                  <a:lnTo>
                    <a:pt x="391668" y="0"/>
                  </a:lnTo>
                  <a:close/>
                </a:path>
                <a:path w="2277110" h="1229995">
                  <a:moveTo>
                    <a:pt x="429768" y="1219200"/>
                  </a:moveTo>
                  <a:lnTo>
                    <a:pt x="391668" y="1219200"/>
                  </a:lnTo>
                  <a:lnTo>
                    <a:pt x="391668" y="1229868"/>
                  </a:lnTo>
                  <a:lnTo>
                    <a:pt x="429768" y="1229868"/>
                  </a:lnTo>
                  <a:lnTo>
                    <a:pt x="429768" y="1219200"/>
                  </a:lnTo>
                  <a:close/>
                </a:path>
                <a:path w="2277110" h="1229995">
                  <a:moveTo>
                    <a:pt x="457200" y="0"/>
                  </a:moveTo>
                  <a:lnTo>
                    <a:pt x="419100" y="0"/>
                  </a:lnTo>
                  <a:lnTo>
                    <a:pt x="419100" y="10668"/>
                  </a:lnTo>
                  <a:lnTo>
                    <a:pt x="457200" y="10668"/>
                  </a:lnTo>
                  <a:lnTo>
                    <a:pt x="457200" y="0"/>
                  </a:lnTo>
                  <a:close/>
                </a:path>
                <a:path w="2277110" h="1229995">
                  <a:moveTo>
                    <a:pt x="467868" y="1219200"/>
                  </a:moveTo>
                  <a:lnTo>
                    <a:pt x="457200" y="1219200"/>
                  </a:lnTo>
                  <a:lnTo>
                    <a:pt x="457200" y="1229868"/>
                  </a:lnTo>
                  <a:lnTo>
                    <a:pt x="467868" y="1229868"/>
                  </a:lnTo>
                  <a:lnTo>
                    <a:pt x="467868" y="1219200"/>
                  </a:lnTo>
                  <a:close/>
                </a:path>
                <a:path w="2277110" h="1229995">
                  <a:moveTo>
                    <a:pt x="495300" y="0"/>
                  </a:moveTo>
                  <a:lnTo>
                    <a:pt x="486156" y="0"/>
                  </a:lnTo>
                  <a:lnTo>
                    <a:pt x="486156" y="10668"/>
                  </a:lnTo>
                  <a:lnTo>
                    <a:pt x="495300" y="10668"/>
                  </a:lnTo>
                  <a:lnTo>
                    <a:pt x="495300" y="0"/>
                  </a:lnTo>
                  <a:close/>
                </a:path>
                <a:path w="2277110" h="1229995">
                  <a:moveTo>
                    <a:pt x="533400" y="1219200"/>
                  </a:moveTo>
                  <a:lnTo>
                    <a:pt x="495300" y="1219200"/>
                  </a:lnTo>
                  <a:lnTo>
                    <a:pt x="495300" y="1229868"/>
                  </a:lnTo>
                  <a:lnTo>
                    <a:pt x="533400" y="1229868"/>
                  </a:lnTo>
                  <a:lnTo>
                    <a:pt x="533400" y="1219200"/>
                  </a:lnTo>
                  <a:close/>
                </a:path>
                <a:path w="2277110" h="1229995">
                  <a:moveTo>
                    <a:pt x="562343" y="0"/>
                  </a:moveTo>
                  <a:lnTo>
                    <a:pt x="524243" y="0"/>
                  </a:lnTo>
                  <a:lnTo>
                    <a:pt x="524243" y="10668"/>
                  </a:lnTo>
                  <a:lnTo>
                    <a:pt x="562343" y="10668"/>
                  </a:lnTo>
                  <a:lnTo>
                    <a:pt x="562343" y="0"/>
                  </a:lnTo>
                  <a:close/>
                </a:path>
                <a:path w="2277110" h="1229995">
                  <a:moveTo>
                    <a:pt x="571500" y="1219200"/>
                  </a:moveTo>
                  <a:lnTo>
                    <a:pt x="562356" y="1219200"/>
                  </a:lnTo>
                  <a:lnTo>
                    <a:pt x="562356" y="1229868"/>
                  </a:lnTo>
                  <a:lnTo>
                    <a:pt x="571500" y="1229868"/>
                  </a:lnTo>
                  <a:lnTo>
                    <a:pt x="571500" y="1219200"/>
                  </a:lnTo>
                  <a:close/>
                </a:path>
                <a:path w="2277110" h="1229995">
                  <a:moveTo>
                    <a:pt x="600443" y="0"/>
                  </a:moveTo>
                  <a:lnTo>
                    <a:pt x="591299" y="0"/>
                  </a:lnTo>
                  <a:lnTo>
                    <a:pt x="591299" y="10668"/>
                  </a:lnTo>
                  <a:lnTo>
                    <a:pt x="600443" y="10668"/>
                  </a:lnTo>
                  <a:lnTo>
                    <a:pt x="600443" y="0"/>
                  </a:lnTo>
                  <a:close/>
                </a:path>
                <a:path w="2277110" h="1229995">
                  <a:moveTo>
                    <a:pt x="638543" y="1219200"/>
                  </a:moveTo>
                  <a:lnTo>
                    <a:pt x="600443" y="1219200"/>
                  </a:lnTo>
                  <a:lnTo>
                    <a:pt x="600443" y="1229868"/>
                  </a:lnTo>
                  <a:lnTo>
                    <a:pt x="638543" y="1229868"/>
                  </a:lnTo>
                  <a:lnTo>
                    <a:pt x="638543" y="1219200"/>
                  </a:lnTo>
                  <a:close/>
                </a:path>
                <a:path w="2277110" h="1229995">
                  <a:moveTo>
                    <a:pt x="667499" y="0"/>
                  </a:moveTo>
                  <a:lnTo>
                    <a:pt x="629399" y="0"/>
                  </a:lnTo>
                  <a:lnTo>
                    <a:pt x="629399" y="10668"/>
                  </a:lnTo>
                  <a:lnTo>
                    <a:pt x="667499" y="10668"/>
                  </a:lnTo>
                  <a:lnTo>
                    <a:pt x="667499" y="0"/>
                  </a:lnTo>
                  <a:close/>
                </a:path>
                <a:path w="2277110" h="1229995">
                  <a:moveTo>
                    <a:pt x="676643" y="1219200"/>
                  </a:moveTo>
                  <a:lnTo>
                    <a:pt x="667499" y="1219200"/>
                  </a:lnTo>
                  <a:lnTo>
                    <a:pt x="667499" y="1229868"/>
                  </a:lnTo>
                  <a:lnTo>
                    <a:pt x="676643" y="1229868"/>
                  </a:lnTo>
                  <a:lnTo>
                    <a:pt x="676643" y="1219200"/>
                  </a:lnTo>
                  <a:close/>
                </a:path>
                <a:path w="2277110" h="1229995">
                  <a:moveTo>
                    <a:pt x="705599" y="0"/>
                  </a:moveTo>
                  <a:lnTo>
                    <a:pt x="696455" y="0"/>
                  </a:lnTo>
                  <a:lnTo>
                    <a:pt x="696455" y="10668"/>
                  </a:lnTo>
                  <a:lnTo>
                    <a:pt x="705599" y="10668"/>
                  </a:lnTo>
                  <a:lnTo>
                    <a:pt x="705599" y="0"/>
                  </a:lnTo>
                  <a:close/>
                </a:path>
                <a:path w="2277110" h="1229995">
                  <a:moveTo>
                    <a:pt x="743699" y="1219200"/>
                  </a:moveTo>
                  <a:lnTo>
                    <a:pt x="705599" y="1219200"/>
                  </a:lnTo>
                  <a:lnTo>
                    <a:pt x="705599" y="1229868"/>
                  </a:lnTo>
                  <a:lnTo>
                    <a:pt x="743699" y="1229868"/>
                  </a:lnTo>
                  <a:lnTo>
                    <a:pt x="743699" y="1219200"/>
                  </a:lnTo>
                  <a:close/>
                </a:path>
                <a:path w="2277110" h="1229995">
                  <a:moveTo>
                    <a:pt x="772655" y="0"/>
                  </a:moveTo>
                  <a:lnTo>
                    <a:pt x="734555" y="0"/>
                  </a:lnTo>
                  <a:lnTo>
                    <a:pt x="734555" y="10668"/>
                  </a:lnTo>
                  <a:lnTo>
                    <a:pt x="772655" y="10668"/>
                  </a:lnTo>
                  <a:lnTo>
                    <a:pt x="772655" y="0"/>
                  </a:lnTo>
                  <a:close/>
                </a:path>
                <a:path w="2277110" h="1229995">
                  <a:moveTo>
                    <a:pt x="781799" y="1219200"/>
                  </a:moveTo>
                  <a:lnTo>
                    <a:pt x="772655" y="1219200"/>
                  </a:lnTo>
                  <a:lnTo>
                    <a:pt x="772655" y="1229868"/>
                  </a:lnTo>
                  <a:lnTo>
                    <a:pt x="781799" y="1229868"/>
                  </a:lnTo>
                  <a:lnTo>
                    <a:pt x="781799" y="1219200"/>
                  </a:lnTo>
                  <a:close/>
                </a:path>
                <a:path w="2277110" h="1229995">
                  <a:moveTo>
                    <a:pt x="810768" y="0"/>
                  </a:moveTo>
                  <a:lnTo>
                    <a:pt x="800100" y="0"/>
                  </a:lnTo>
                  <a:lnTo>
                    <a:pt x="800100" y="10668"/>
                  </a:lnTo>
                  <a:lnTo>
                    <a:pt x="810768" y="10668"/>
                  </a:lnTo>
                  <a:lnTo>
                    <a:pt x="810768" y="0"/>
                  </a:lnTo>
                  <a:close/>
                </a:path>
                <a:path w="2277110" h="1229995">
                  <a:moveTo>
                    <a:pt x="848855" y="1219200"/>
                  </a:moveTo>
                  <a:lnTo>
                    <a:pt x="810755" y="1219200"/>
                  </a:lnTo>
                  <a:lnTo>
                    <a:pt x="810755" y="1229868"/>
                  </a:lnTo>
                  <a:lnTo>
                    <a:pt x="848855" y="1229868"/>
                  </a:lnTo>
                  <a:lnTo>
                    <a:pt x="848855" y="1219200"/>
                  </a:lnTo>
                  <a:close/>
                </a:path>
                <a:path w="2277110" h="1229995">
                  <a:moveTo>
                    <a:pt x="876300" y="0"/>
                  </a:moveTo>
                  <a:lnTo>
                    <a:pt x="838200" y="0"/>
                  </a:lnTo>
                  <a:lnTo>
                    <a:pt x="838200" y="10668"/>
                  </a:lnTo>
                  <a:lnTo>
                    <a:pt x="876300" y="10668"/>
                  </a:lnTo>
                  <a:lnTo>
                    <a:pt x="876300" y="0"/>
                  </a:lnTo>
                  <a:close/>
                </a:path>
                <a:path w="2277110" h="1229995">
                  <a:moveTo>
                    <a:pt x="886968" y="1219200"/>
                  </a:moveTo>
                  <a:lnTo>
                    <a:pt x="876300" y="1219200"/>
                  </a:lnTo>
                  <a:lnTo>
                    <a:pt x="876300" y="1229868"/>
                  </a:lnTo>
                  <a:lnTo>
                    <a:pt x="886968" y="1229868"/>
                  </a:lnTo>
                  <a:lnTo>
                    <a:pt x="886968" y="1219200"/>
                  </a:lnTo>
                  <a:close/>
                </a:path>
                <a:path w="2277110" h="1229995">
                  <a:moveTo>
                    <a:pt x="914400" y="0"/>
                  </a:moveTo>
                  <a:lnTo>
                    <a:pt x="905256" y="0"/>
                  </a:lnTo>
                  <a:lnTo>
                    <a:pt x="905256" y="10668"/>
                  </a:lnTo>
                  <a:lnTo>
                    <a:pt x="914400" y="10668"/>
                  </a:lnTo>
                  <a:lnTo>
                    <a:pt x="914400" y="0"/>
                  </a:lnTo>
                  <a:close/>
                </a:path>
                <a:path w="2277110" h="1229995">
                  <a:moveTo>
                    <a:pt x="952500" y="1219200"/>
                  </a:moveTo>
                  <a:lnTo>
                    <a:pt x="914400" y="1219200"/>
                  </a:lnTo>
                  <a:lnTo>
                    <a:pt x="914400" y="1229868"/>
                  </a:lnTo>
                  <a:lnTo>
                    <a:pt x="952500" y="1229868"/>
                  </a:lnTo>
                  <a:lnTo>
                    <a:pt x="952500" y="1219200"/>
                  </a:lnTo>
                  <a:close/>
                </a:path>
                <a:path w="2277110" h="1229995">
                  <a:moveTo>
                    <a:pt x="981456" y="0"/>
                  </a:moveTo>
                  <a:lnTo>
                    <a:pt x="943356" y="0"/>
                  </a:lnTo>
                  <a:lnTo>
                    <a:pt x="943356" y="10668"/>
                  </a:lnTo>
                  <a:lnTo>
                    <a:pt x="981456" y="10668"/>
                  </a:lnTo>
                  <a:lnTo>
                    <a:pt x="981456" y="0"/>
                  </a:lnTo>
                  <a:close/>
                </a:path>
                <a:path w="2277110" h="1229995">
                  <a:moveTo>
                    <a:pt x="990600" y="1219200"/>
                  </a:moveTo>
                  <a:lnTo>
                    <a:pt x="981456" y="1219200"/>
                  </a:lnTo>
                  <a:lnTo>
                    <a:pt x="981456" y="1229868"/>
                  </a:lnTo>
                  <a:lnTo>
                    <a:pt x="990600" y="1229868"/>
                  </a:lnTo>
                  <a:lnTo>
                    <a:pt x="990600" y="1219200"/>
                  </a:lnTo>
                  <a:close/>
                </a:path>
                <a:path w="2277110" h="1229995">
                  <a:moveTo>
                    <a:pt x="1019556" y="0"/>
                  </a:moveTo>
                  <a:lnTo>
                    <a:pt x="1010412" y="0"/>
                  </a:lnTo>
                  <a:lnTo>
                    <a:pt x="1010412" y="10668"/>
                  </a:lnTo>
                  <a:lnTo>
                    <a:pt x="1019556" y="10668"/>
                  </a:lnTo>
                  <a:lnTo>
                    <a:pt x="1019556" y="0"/>
                  </a:lnTo>
                  <a:close/>
                </a:path>
                <a:path w="2277110" h="1229995">
                  <a:moveTo>
                    <a:pt x="1057656" y="1219200"/>
                  </a:moveTo>
                  <a:lnTo>
                    <a:pt x="1019556" y="1219200"/>
                  </a:lnTo>
                  <a:lnTo>
                    <a:pt x="1019556" y="1229868"/>
                  </a:lnTo>
                  <a:lnTo>
                    <a:pt x="1057656" y="1229868"/>
                  </a:lnTo>
                  <a:lnTo>
                    <a:pt x="1057656" y="1219200"/>
                  </a:lnTo>
                  <a:close/>
                </a:path>
                <a:path w="2277110" h="1229995">
                  <a:moveTo>
                    <a:pt x="1086612" y="0"/>
                  </a:moveTo>
                  <a:lnTo>
                    <a:pt x="1048512" y="0"/>
                  </a:lnTo>
                  <a:lnTo>
                    <a:pt x="1048512" y="10668"/>
                  </a:lnTo>
                  <a:lnTo>
                    <a:pt x="1086612" y="10668"/>
                  </a:lnTo>
                  <a:lnTo>
                    <a:pt x="1086612" y="0"/>
                  </a:lnTo>
                  <a:close/>
                </a:path>
                <a:path w="2277110" h="1229995">
                  <a:moveTo>
                    <a:pt x="1095756" y="1219200"/>
                  </a:moveTo>
                  <a:lnTo>
                    <a:pt x="1086612" y="1219200"/>
                  </a:lnTo>
                  <a:lnTo>
                    <a:pt x="1086612" y="1229868"/>
                  </a:lnTo>
                  <a:lnTo>
                    <a:pt x="1095756" y="1229868"/>
                  </a:lnTo>
                  <a:lnTo>
                    <a:pt x="1095756" y="1219200"/>
                  </a:lnTo>
                  <a:close/>
                </a:path>
                <a:path w="2277110" h="1229995">
                  <a:moveTo>
                    <a:pt x="1124712" y="0"/>
                  </a:moveTo>
                  <a:lnTo>
                    <a:pt x="1115568" y="0"/>
                  </a:lnTo>
                  <a:lnTo>
                    <a:pt x="1115568" y="10668"/>
                  </a:lnTo>
                  <a:lnTo>
                    <a:pt x="1124712" y="10668"/>
                  </a:lnTo>
                  <a:lnTo>
                    <a:pt x="1124712" y="0"/>
                  </a:lnTo>
                  <a:close/>
                </a:path>
                <a:path w="2277110" h="1229995">
                  <a:moveTo>
                    <a:pt x="1162812" y="1219200"/>
                  </a:moveTo>
                  <a:lnTo>
                    <a:pt x="1124712" y="1219200"/>
                  </a:lnTo>
                  <a:lnTo>
                    <a:pt x="1124712" y="1229868"/>
                  </a:lnTo>
                  <a:lnTo>
                    <a:pt x="1162812" y="1229868"/>
                  </a:lnTo>
                  <a:lnTo>
                    <a:pt x="1162812" y="1219200"/>
                  </a:lnTo>
                  <a:close/>
                </a:path>
                <a:path w="2277110" h="1229995">
                  <a:moveTo>
                    <a:pt x="1191768" y="0"/>
                  </a:moveTo>
                  <a:lnTo>
                    <a:pt x="1153668" y="0"/>
                  </a:lnTo>
                  <a:lnTo>
                    <a:pt x="1153668" y="10668"/>
                  </a:lnTo>
                  <a:lnTo>
                    <a:pt x="1191768" y="10668"/>
                  </a:lnTo>
                  <a:lnTo>
                    <a:pt x="1191768" y="0"/>
                  </a:lnTo>
                  <a:close/>
                </a:path>
                <a:path w="2277110" h="1229995">
                  <a:moveTo>
                    <a:pt x="1200912" y="1219200"/>
                  </a:moveTo>
                  <a:lnTo>
                    <a:pt x="1191768" y="1219200"/>
                  </a:lnTo>
                  <a:lnTo>
                    <a:pt x="1191768" y="1229868"/>
                  </a:lnTo>
                  <a:lnTo>
                    <a:pt x="1200912" y="1229868"/>
                  </a:lnTo>
                  <a:lnTo>
                    <a:pt x="1200912" y="1219200"/>
                  </a:lnTo>
                  <a:close/>
                </a:path>
                <a:path w="2277110" h="1229995">
                  <a:moveTo>
                    <a:pt x="1229868" y="0"/>
                  </a:moveTo>
                  <a:lnTo>
                    <a:pt x="1219200" y="0"/>
                  </a:lnTo>
                  <a:lnTo>
                    <a:pt x="1219200" y="10668"/>
                  </a:lnTo>
                  <a:lnTo>
                    <a:pt x="1229868" y="10668"/>
                  </a:lnTo>
                  <a:lnTo>
                    <a:pt x="1229868" y="0"/>
                  </a:lnTo>
                  <a:close/>
                </a:path>
                <a:path w="2277110" h="1229995">
                  <a:moveTo>
                    <a:pt x="1267968" y="1219200"/>
                  </a:moveTo>
                  <a:lnTo>
                    <a:pt x="1229868" y="1219200"/>
                  </a:lnTo>
                  <a:lnTo>
                    <a:pt x="1229868" y="1229868"/>
                  </a:lnTo>
                  <a:lnTo>
                    <a:pt x="1267968" y="1229868"/>
                  </a:lnTo>
                  <a:lnTo>
                    <a:pt x="1267968" y="1219200"/>
                  </a:lnTo>
                  <a:close/>
                </a:path>
                <a:path w="2277110" h="1229995">
                  <a:moveTo>
                    <a:pt x="1295400" y="0"/>
                  </a:moveTo>
                  <a:lnTo>
                    <a:pt x="1257300" y="0"/>
                  </a:lnTo>
                  <a:lnTo>
                    <a:pt x="1257300" y="10668"/>
                  </a:lnTo>
                  <a:lnTo>
                    <a:pt x="1295400" y="10668"/>
                  </a:lnTo>
                  <a:lnTo>
                    <a:pt x="1295400" y="0"/>
                  </a:lnTo>
                  <a:close/>
                </a:path>
                <a:path w="2277110" h="1229995">
                  <a:moveTo>
                    <a:pt x="1306068" y="1219200"/>
                  </a:moveTo>
                  <a:lnTo>
                    <a:pt x="1295400" y="1219200"/>
                  </a:lnTo>
                  <a:lnTo>
                    <a:pt x="1295400" y="1229868"/>
                  </a:lnTo>
                  <a:lnTo>
                    <a:pt x="1306068" y="1229868"/>
                  </a:lnTo>
                  <a:lnTo>
                    <a:pt x="1306068" y="1219200"/>
                  </a:lnTo>
                  <a:close/>
                </a:path>
                <a:path w="2277110" h="1229995">
                  <a:moveTo>
                    <a:pt x="1333487" y="0"/>
                  </a:moveTo>
                  <a:lnTo>
                    <a:pt x="1324343" y="0"/>
                  </a:lnTo>
                  <a:lnTo>
                    <a:pt x="1324343" y="10668"/>
                  </a:lnTo>
                  <a:lnTo>
                    <a:pt x="1333487" y="10668"/>
                  </a:lnTo>
                  <a:lnTo>
                    <a:pt x="1333487" y="0"/>
                  </a:lnTo>
                  <a:close/>
                </a:path>
                <a:path w="2277110" h="1229995">
                  <a:moveTo>
                    <a:pt x="1371600" y="1219200"/>
                  </a:moveTo>
                  <a:lnTo>
                    <a:pt x="1333500" y="1219200"/>
                  </a:lnTo>
                  <a:lnTo>
                    <a:pt x="1333500" y="1229868"/>
                  </a:lnTo>
                  <a:lnTo>
                    <a:pt x="1371600" y="1229868"/>
                  </a:lnTo>
                  <a:lnTo>
                    <a:pt x="1371600" y="1219200"/>
                  </a:lnTo>
                  <a:close/>
                </a:path>
                <a:path w="2277110" h="1229995">
                  <a:moveTo>
                    <a:pt x="1400543" y="0"/>
                  </a:moveTo>
                  <a:lnTo>
                    <a:pt x="1362443" y="0"/>
                  </a:lnTo>
                  <a:lnTo>
                    <a:pt x="1362443" y="10668"/>
                  </a:lnTo>
                  <a:lnTo>
                    <a:pt x="1400543" y="10668"/>
                  </a:lnTo>
                  <a:lnTo>
                    <a:pt x="1400543" y="0"/>
                  </a:lnTo>
                  <a:close/>
                </a:path>
                <a:path w="2277110" h="1229995">
                  <a:moveTo>
                    <a:pt x="1409687" y="1219200"/>
                  </a:moveTo>
                  <a:lnTo>
                    <a:pt x="1400543" y="1219200"/>
                  </a:lnTo>
                  <a:lnTo>
                    <a:pt x="1400543" y="1229868"/>
                  </a:lnTo>
                  <a:lnTo>
                    <a:pt x="1409687" y="1229868"/>
                  </a:lnTo>
                  <a:lnTo>
                    <a:pt x="1409687" y="1219200"/>
                  </a:lnTo>
                  <a:close/>
                </a:path>
                <a:path w="2277110" h="1229995">
                  <a:moveTo>
                    <a:pt x="1438643" y="0"/>
                  </a:moveTo>
                  <a:lnTo>
                    <a:pt x="1429499" y="0"/>
                  </a:lnTo>
                  <a:lnTo>
                    <a:pt x="1429499" y="10668"/>
                  </a:lnTo>
                  <a:lnTo>
                    <a:pt x="1438643" y="10668"/>
                  </a:lnTo>
                  <a:lnTo>
                    <a:pt x="1438643" y="0"/>
                  </a:lnTo>
                  <a:close/>
                </a:path>
                <a:path w="2277110" h="1229995">
                  <a:moveTo>
                    <a:pt x="1476743" y="1219200"/>
                  </a:moveTo>
                  <a:lnTo>
                    <a:pt x="1438643" y="1219200"/>
                  </a:lnTo>
                  <a:lnTo>
                    <a:pt x="1438643" y="1229868"/>
                  </a:lnTo>
                  <a:lnTo>
                    <a:pt x="1476743" y="1229868"/>
                  </a:lnTo>
                  <a:lnTo>
                    <a:pt x="1476743" y="1219200"/>
                  </a:lnTo>
                  <a:close/>
                </a:path>
                <a:path w="2277110" h="1229995">
                  <a:moveTo>
                    <a:pt x="1505699" y="0"/>
                  </a:moveTo>
                  <a:lnTo>
                    <a:pt x="1467599" y="0"/>
                  </a:lnTo>
                  <a:lnTo>
                    <a:pt x="1467599" y="10668"/>
                  </a:lnTo>
                  <a:lnTo>
                    <a:pt x="1505699" y="10668"/>
                  </a:lnTo>
                  <a:lnTo>
                    <a:pt x="1505699" y="0"/>
                  </a:lnTo>
                  <a:close/>
                </a:path>
                <a:path w="2277110" h="1229995">
                  <a:moveTo>
                    <a:pt x="1543799" y="0"/>
                  </a:moveTo>
                  <a:lnTo>
                    <a:pt x="1534655" y="0"/>
                  </a:lnTo>
                  <a:lnTo>
                    <a:pt x="1534655" y="10668"/>
                  </a:lnTo>
                  <a:lnTo>
                    <a:pt x="1543799" y="10668"/>
                  </a:lnTo>
                  <a:lnTo>
                    <a:pt x="1543799" y="0"/>
                  </a:lnTo>
                  <a:close/>
                </a:path>
                <a:path w="2277110" h="1229995">
                  <a:moveTo>
                    <a:pt x="1610855" y="0"/>
                  </a:moveTo>
                  <a:lnTo>
                    <a:pt x="1572755" y="0"/>
                  </a:lnTo>
                  <a:lnTo>
                    <a:pt x="1572755" y="10668"/>
                  </a:lnTo>
                  <a:lnTo>
                    <a:pt x="1610855" y="10668"/>
                  </a:lnTo>
                  <a:lnTo>
                    <a:pt x="1610855" y="0"/>
                  </a:lnTo>
                  <a:close/>
                </a:path>
                <a:path w="2277110" h="1229995">
                  <a:moveTo>
                    <a:pt x="1648955" y="0"/>
                  </a:moveTo>
                  <a:lnTo>
                    <a:pt x="1638287" y="0"/>
                  </a:lnTo>
                  <a:lnTo>
                    <a:pt x="1638287" y="10668"/>
                  </a:lnTo>
                  <a:lnTo>
                    <a:pt x="1648955" y="10668"/>
                  </a:lnTo>
                  <a:lnTo>
                    <a:pt x="1648955" y="0"/>
                  </a:lnTo>
                  <a:close/>
                </a:path>
                <a:path w="2277110" h="1229995">
                  <a:moveTo>
                    <a:pt x="1714487" y="0"/>
                  </a:moveTo>
                  <a:lnTo>
                    <a:pt x="1676387" y="0"/>
                  </a:lnTo>
                  <a:lnTo>
                    <a:pt x="1676387" y="10668"/>
                  </a:lnTo>
                  <a:lnTo>
                    <a:pt x="1714487" y="10668"/>
                  </a:lnTo>
                  <a:lnTo>
                    <a:pt x="1714487" y="0"/>
                  </a:lnTo>
                  <a:close/>
                </a:path>
                <a:path w="2277110" h="1229995">
                  <a:moveTo>
                    <a:pt x="1752587" y="0"/>
                  </a:moveTo>
                  <a:lnTo>
                    <a:pt x="1743443" y="0"/>
                  </a:lnTo>
                  <a:lnTo>
                    <a:pt x="1743443" y="10668"/>
                  </a:lnTo>
                  <a:lnTo>
                    <a:pt x="1752587" y="10668"/>
                  </a:lnTo>
                  <a:lnTo>
                    <a:pt x="1752587" y="0"/>
                  </a:lnTo>
                  <a:close/>
                </a:path>
                <a:path w="2277110" h="1229995">
                  <a:moveTo>
                    <a:pt x="1819643" y="0"/>
                  </a:moveTo>
                  <a:lnTo>
                    <a:pt x="1781543" y="0"/>
                  </a:lnTo>
                  <a:lnTo>
                    <a:pt x="1781543" y="10668"/>
                  </a:lnTo>
                  <a:lnTo>
                    <a:pt x="1819643" y="10668"/>
                  </a:lnTo>
                  <a:lnTo>
                    <a:pt x="1819643" y="0"/>
                  </a:lnTo>
                  <a:close/>
                </a:path>
                <a:path w="2277110" h="1229995">
                  <a:moveTo>
                    <a:pt x="1857743" y="0"/>
                  </a:moveTo>
                  <a:lnTo>
                    <a:pt x="1848599" y="0"/>
                  </a:lnTo>
                  <a:lnTo>
                    <a:pt x="1848599" y="10668"/>
                  </a:lnTo>
                  <a:lnTo>
                    <a:pt x="1857743" y="10668"/>
                  </a:lnTo>
                  <a:lnTo>
                    <a:pt x="1857743" y="0"/>
                  </a:lnTo>
                  <a:close/>
                </a:path>
                <a:path w="2277110" h="1229995">
                  <a:moveTo>
                    <a:pt x="1924799" y="0"/>
                  </a:moveTo>
                  <a:lnTo>
                    <a:pt x="1886699" y="0"/>
                  </a:lnTo>
                  <a:lnTo>
                    <a:pt x="1886699" y="10668"/>
                  </a:lnTo>
                  <a:lnTo>
                    <a:pt x="1924799" y="10668"/>
                  </a:lnTo>
                  <a:lnTo>
                    <a:pt x="1924799" y="0"/>
                  </a:lnTo>
                  <a:close/>
                </a:path>
                <a:path w="2277110" h="1229995">
                  <a:moveTo>
                    <a:pt x="1962899" y="0"/>
                  </a:moveTo>
                  <a:lnTo>
                    <a:pt x="1953755" y="0"/>
                  </a:lnTo>
                  <a:lnTo>
                    <a:pt x="1953755" y="10668"/>
                  </a:lnTo>
                  <a:lnTo>
                    <a:pt x="1962899" y="10668"/>
                  </a:lnTo>
                  <a:lnTo>
                    <a:pt x="1962899" y="0"/>
                  </a:lnTo>
                  <a:close/>
                </a:path>
                <a:path w="2277110" h="1229995">
                  <a:moveTo>
                    <a:pt x="2029955" y="0"/>
                  </a:moveTo>
                  <a:lnTo>
                    <a:pt x="1991855" y="0"/>
                  </a:lnTo>
                  <a:lnTo>
                    <a:pt x="1991855" y="10668"/>
                  </a:lnTo>
                  <a:lnTo>
                    <a:pt x="2029955" y="10668"/>
                  </a:lnTo>
                  <a:lnTo>
                    <a:pt x="2029955" y="0"/>
                  </a:lnTo>
                  <a:close/>
                </a:path>
                <a:path w="2277110" h="1229995">
                  <a:moveTo>
                    <a:pt x="2068055" y="0"/>
                  </a:moveTo>
                  <a:lnTo>
                    <a:pt x="2057387" y="0"/>
                  </a:lnTo>
                  <a:lnTo>
                    <a:pt x="2057387" y="10668"/>
                  </a:lnTo>
                  <a:lnTo>
                    <a:pt x="2068055" y="10668"/>
                  </a:lnTo>
                  <a:lnTo>
                    <a:pt x="2068055" y="0"/>
                  </a:lnTo>
                  <a:close/>
                </a:path>
                <a:path w="2277110" h="1229995">
                  <a:moveTo>
                    <a:pt x="2133587" y="0"/>
                  </a:moveTo>
                  <a:lnTo>
                    <a:pt x="2095487" y="0"/>
                  </a:lnTo>
                  <a:lnTo>
                    <a:pt x="2095487" y="10668"/>
                  </a:lnTo>
                  <a:lnTo>
                    <a:pt x="2133587" y="10668"/>
                  </a:lnTo>
                  <a:lnTo>
                    <a:pt x="2133587" y="0"/>
                  </a:lnTo>
                  <a:close/>
                </a:path>
                <a:path w="2277110" h="1229995">
                  <a:moveTo>
                    <a:pt x="2171687" y="0"/>
                  </a:moveTo>
                  <a:lnTo>
                    <a:pt x="2162543" y="0"/>
                  </a:lnTo>
                  <a:lnTo>
                    <a:pt x="2162543" y="10668"/>
                  </a:lnTo>
                  <a:lnTo>
                    <a:pt x="2171687" y="10668"/>
                  </a:lnTo>
                  <a:lnTo>
                    <a:pt x="2171687" y="0"/>
                  </a:lnTo>
                  <a:close/>
                </a:path>
                <a:path w="2277110" h="1229995">
                  <a:moveTo>
                    <a:pt x="2238743" y="0"/>
                  </a:moveTo>
                  <a:lnTo>
                    <a:pt x="2200643" y="0"/>
                  </a:lnTo>
                  <a:lnTo>
                    <a:pt x="2200643" y="10668"/>
                  </a:lnTo>
                  <a:lnTo>
                    <a:pt x="2238743" y="10668"/>
                  </a:lnTo>
                  <a:lnTo>
                    <a:pt x="2238743" y="0"/>
                  </a:lnTo>
                  <a:close/>
                </a:path>
                <a:path w="2277110" h="1229995">
                  <a:moveTo>
                    <a:pt x="2276843" y="0"/>
                  </a:moveTo>
                  <a:lnTo>
                    <a:pt x="2267699" y="0"/>
                  </a:lnTo>
                  <a:lnTo>
                    <a:pt x="2267699" y="10668"/>
                  </a:lnTo>
                  <a:lnTo>
                    <a:pt x="2276843" y="10668"/>
                  </a:lnTo>
                  <a:lnTo>
                    <a:pt x="22768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9815" y="4952999"/>
              <a:ext cx="1681480" cy="1268095"/>
            </a:xfrm>
            <a:custGeom>
              <a:avLst/>
              <a:gdLst/>
              <a:ahLst/>
              <a:cxnLst/>
              <a:rect l="l" t="t" r="r" b="b"/>
              <a:pathLst>
                <a:path w="1681480" h="1268095">
                  <a:moveTo>
                    <a:pt x="10668" y="1229880"/>
                  </a:moveTo>
                  <a:lnTo>
                    <a:pt x="0" y="1229880"/>
                  </a:lnTo>
                  <a:lnTo>
                    <a:pt x="0" y="1267980"/>
                  </a:lnTo>
                  <a:lnTo>
                    <a:pt x="10668" y="1267980"/>
                  </a:lnTo>
                  <a:lnTo>
                    <a:pt x="10668" y="1229880"/>
                  </a:lnTo>
                  <a:close/>
                </a:path>
                <a:path w="1681480" h="1268095">
                  <a:moveTo>
                    <a:pt x="10668" y="1191780"/>
                  </a:moveTo>
                  <a:lnTo>
                    <a:pt x="0" y="1191780"/>
                  </a:lnTo>
                  <a:lnTo>
                    <a:pt x="0" y="1200924"/>
                  </a:lnTo>
                  <a:lnTo>
                    <a:pt x="10668" y="1200924"/>
                  </a:lnTo>
                  <a:lnTo>
                    <a:pt x="10668" y="1191780"/>
                  </a:lnTo>
                  <a:close/>
                </a:path>
                <a:path w="1681480" h="1268095">
                  <a:moveTo>
                    <a:pt x="10668" y="1124724"/>
                  </a:moveTo>
                  <a:lnTo>
                    <a:pt x="0" y="1124724"/>
                  </a:lnTo>
                  <a:lnTo>
                    <a:pt x="0" y="1162824"/>
                  </a:lnTo>
                  <a:lnTo>
                    <a:pt x="10668" y="1162824"/>
                  </a:lnTo>
                  <a:lnTo>
                    <a:pt x="10668" y="1124724"/>
                  </a:lnTo>
                  <a:close/>
                </a:path>
                <a:path w="1681480" h="1268095">
                  <a:moveTo>
                    <a:pt x="10668" y="1086624"/>
                  </a:moveTo>
                  <a:lnTo>
                    <a:pt x="0" y="1086624"/>
                  </a:lnTo>
                  <a:lnTo>
                    <a:pt x="0" y="1095768"/>
                  </a:lnTo>
                  <a:lnTo>
                    <a:pt x="10668" y="1095768"/>
                  </a:lnTo>
                  <a:lnTo>
                    <a:pt x="10668" y="1086624"/>
                  </a:lnTo>
                  <a:close/>
                </a:path>
                <a:path w="1681480" h="1268095">
                  <a:moveTo>
                    <a:pt x="10668" y="1019568"/>
                  </a:moveTo>
                  <a:lnTo>
                    <a:pt x="0" y="1019568"/>
                  </a:lnTo>
                  <a:lnTo>
                    <a:pt x="0" y="1057668"/>
                  </a:lnTo>
                  <a:lnTo>
                    <a:pt x="10668" y="1057668"/>
                  </a:lnTo>
                  <a:lnTo>
                    <a:pt x="10668" y="1019568"/>
                  </a:lnTo>
                  <a:close/>
                </a:path>
                <a:path w="1681480" h="1268095">
                  <a:moveTo>
                    <a:pt x="10668" y="981468"/>
                  </a:moveTo>
                  <a:lnTo>
                    <a:pt x="0" y="981468"/>
                  </a:lnTo>
                  <a:lnTo>
                    <a:pt x="0" y="990612"/>
                  </a:lnTo>
                  <a:lnTo>
                    <a:pt x="10668" y="990612"/>
                  </a:lnTo>
                  <a:lnTo>
                    <a:pt x="10668" y="981468"/>
                  </a:lnTo>
                  <a:close/>
                </a:path>
                <a:path w="1681480" h="1268095">
                  <a:moveTo>
                    <a:pt x="10668" y="914412"/>
                  </a:moveTo>
                  <a:lnTo>
                    <a:pt x="0" y="914412"/>
                  </a:lnTo>
                  <a:lnTo>
                    <a:pt x="0" y="952512"/>
                  </a:lnTo>
                  <a:lnTo>
                    <a:pt x="10668" y="952512"/>
                  </a:lnTo>
                  <a:lnTo>
                    <a:pt x="10668" y="914412"/>
                  </a:lnTo>
                  <a:close/>
                </a:path>
                <a:path w="1681480" h="1268095">
                  <a:moveTo>
                    <a:pt x="10668" y="876312"/>
                  </a:moveTo>
                  <a:lnTo>
                    <a:pt x="0" y="876312"/>
                  </a:lnTo>
                  <a:lnTo>
                    <a:pt x="0" y="886980"/>
                  </a:lnTo>
                  <a:lnTo>
                    <a:pt x="10668" y="886980"/>
                  </a:lnTo>
                  <a:lnTo>
                    <a:pt x="10668" y="876312"/>
                  </a:lnTo>
                  <a:close/>
                </a:path>
                <a:path w="1681480" h="1268095">
                  <a:moveTo>
                    <a:pt x="10668" y="810780"/>
                  </a:moveTo>
                  <a:lnTo>
                    <a:pt x="0" y="810780"/>
                  </a:lnTo>
                  <a:lnTo>
                    <a:pt x="0" y="848880"/>
                  </a:lnTo>
                  <a:lnTo>
                    <a:pt x="10668" y="848880"/>
                  </a:lnTo>
                  <a:lnTo>
                    <a:pt x="10668" y="810780"/>
                  </a:lnTo>
                  <a:close/>
                </a:path>
                <a:path w="1681480" h="1268095">
                  <a:moveTo>
                    <a:pt x="10668" y="772680"/>
                  </a:moveTo>
                  <a:lnTo>
                    <a:pt x="0" y="772680"/>
                  </a:lnTo>
                  <a:lnTo>
                    <a:pt x="0" y="781824"/>
                  </a:lnTo>
                  <a:lnTo>
                    <a:pt x="10668" y="781824"/>
                  </a:lnTo>
                  <a:lnTo>
                    <a:pt x="10668" y="772680"/>
                  </a:lnTo>
                  <a:close/>
                </a:path>
                <a:path w="1681480" h="1268095">
                  <a:moveTo>
                    <a:pt x="10668" y="705624"/>
                  </a:moveTo>
                  <a:lnTo>
                    <a:pt x="0" y="705624"/>
                  </a:lnTo>
                  <a:lnTo>
                    <a:pt x="0" y="743724"/>
                  </a:lnTo>
                  <a:lnTo>
                    <a:pt x="10668" y="743724"/>
                  </a:lnTo>
                  <a:lnTo>
                    <a:pt x="10668" y="705624"/>
                  </a:lnTo>
                  <a:close/>
                </a:path>
                <a:path w="1681480" h="1268095">
                  <a:moveTo>
                    <a:pt x="10668" y="667524"/>
                  </a:moveTo>
                  <a:lnTo>
                    <a:pt x="0" y="667524"/>
                  </a:lnTo>
                  <a:lnTo>
                    <a:pt x="0" y="676668"/>
                  </a:lnTo>
                  <a:lnTo>
                    <a:pt x="10668" y="676668"/>
                  </a:lnTo>
                  <a:lnTo>
                    <a:pt x="10668" y="667524"/>
                  </a:lnTo>
                  <a:close/>
                </a:path>
                <a:path w="1681480" h="1268095">
                  <a:moveTo>
                    <a:pt x="10668" y="600468"/>
                  </a:moveTo>
                  <a:lnTo>
                    <a:pt x="0" y="600468"/>
                  </a:lnTo>
                  <a:lnTo>
                    <a:pt x="0" y="638568"/>
                  </a:lnTo>
                  <a:lnTo>
                    <a:pt x="10668" y="638568"/>
                  </a:lnTo>
                  <a:lnTo>
                    <a:pt x="10668" y="600468"/>
                  </a:lnTo>
                  <a:close/>
                </a:path>
                <a:path w="1681480" h="1268095">
                  <a:moveTo>
                    <a:pt x="10668" y="562368"/>
                  </a:moveTo>
                  <a:lnTo>
                    <a:pt x="0" y="562368"/>
                  </a:lnTo>
                  <a:lnTo>
                    <a:pt x="0" y="571512"/>
                  </a:lnTo>
                  <a:lnTo>
                    <a:pt x="10668" y="571512"/>
                  </a:lnTo>
                  <a:lnTo>
                    <a:pt x="10668" y="562368"/>
                  </a:lnTo>
                  <a:close/>
                </a:path>
                <a:path w="1681480" h="1268095">
                  <a:moveTo>
                    <a:pt x="10668" y="495312"/>
                  </a:moveTo>
                  <a:lnTo>
                    <a:pt x="0" y="495312"/>
                  </a:lnTo>
                  <a:lnTo>
                    <a:pt x="0" y="533412"/>
                  </a:lnTo>
                  <a:lnTo>
                    <a:pt x="10668" y="533412"/>
                  </a:lnTo>
                  <a:lnTo>
                    <a:pt x="10668" y="495312"/>
                  </a:lnTo>
                  <a:close/>
                </a:path>
                <a:path w="1681480" h="1268095">
                  <a:moveTo>
                    <a:pt x="10668" y="457212"/>
                  </a:moveTo>
                  <a:lnTo>
                    <a:pt x="0" y="457212"/>
                  </a:lnTo>
                  <a:lnTo>
                    <a:pt x="0" y="467880"/>
                  </a:lnTo>
                  <a:lnTo>
                    <a:pt x="10668" y="467880"/>
                  </a:lnTo>
                  <a:lnTo>
                    <a:pt x="10668" y="457212"/>
                  </a:lnTo>
                  <a:close/>
                </a:path>
                <a:path w="1681480" h="1268095">
                  <a:moveTo>
                    <a:pt x="10668" y="391668"/>
                  </a:moveTo>
                  <a:lnTo>
                    <a:pt x="0" y="391668"/>
                  </a:lnTo>
                  <a:lnTo>
                    <a:pt x="0" y="429780"/>
                  </a:lnTo>
                  <a:lnTo>
                    <a:pt x="10668" y="429780"/>
                  </a:lnTo>
                  <a:lnTo>
                    <a:pt x="10668" y="391668"/>
                  </a:lnTo>
                  <a:close/>
                </a:path>
                <a:path w="1681480" h="1268095">
                  <a:moveTo>
                    <a:pt x="10668" y="353580"/>
                  </a:moveTo>
                  <a:lnTo>
                    <a:pt x="0" y="353580"/>
                  </a:lnTo>
                  <a:lnTo>
                    <a:pt x="0" y="362724"/>
                  </a:lnTo>
                  <a:lnTo>
                    <a:pt x="10668" y="362724"/>
                  </a:lnTo>
                  <a:lnTo>
                    <a:pt x="10668" y="353580"/>
                  </a:lnTo>
                  <a:close/>
                </a:path>
                <a:path w="1681480" h="1268095">
                  <a:moveTo>
                    <a:pt x="10668" y="286524"/>
                  </a:moveTo>
                  <a:lnTo>
                    <a:pt x="0" y="286524"/>
                  </a:lnTo>
                  <a:lnTo>
                    <a:pt x="0" y="324624"/>
                  </a:lnTo>
                  <a:lnTo>
                    <a:pt x="10668" y="324624"/>
                  </a:lnTo>
                  <a:lnTo>
                    <a:pt x="10668" y="286524"/>
                  </a:lnTo>
                  <a:close/>
                </a:path>
                <a:path w="1681480" h="1268095">
                  <a:moveTo>
                    <a:pt x="10668" y="248424"/>
                  </a:moveTo>
                  <a:lnTo>
                    <a:pt x="0" y="248424"/>
                  </a:lnTo>
                  <a:lnTo>
                    <a:pt x="0" y="257568"/>
                  </a:lnTo>
                  <a:lnTo>
                    <a:pt x="10668" y="257568"/>
                  </a:lnTo>
                  <a:lnTo>
                    <a:pt x="10668" y="248424"/>
                  </a:lnTo>
                  <a:close/>
                </a:path>
                <a:path w="1681480" h="1268095">
                  <a:moveTo>
                    <a:pt x="10668" y="181368"/>
                  </a:moveTo>
                  <a:lnTo>
                    <a:pt x="0" y="181368"/>
                  </a:lnTo>
                  <a:lnTo>
                    <a:pt x="0" y="219468"/>
                  </a:lnTo>
                  <a:lnTo>
                    <a:pt x="10668" y="219468"/>
                  </a:lnTo>
                  <a:lnTo>
                    <a:pt x="10668" y="181368"/>
                  </a:lnTo>
                  <a:close/>
                </a:path>
                <a:path w="1681480" h="1268095">
                  <a:moveTo>
                    <a:pt x="10668" y="143268"/>
                  </a:moveTo>
                  <a:lnTo>
                    <a:pt x="0" y="143268"/>
                  </a:lnTo>
                  <a:lnTo>
                    <a:pt x="0" y="152412"/>
                  </a:lnTo>
                  <a:lnTo>
                    <a:pt x="10668" y="152412"/>
                  </a:lnTo>
                  <a:lnTo>
                    <a:pt x="10668" y="143268"/>
                  </a:lnTo>
                  <a:close/>
                </a:path>
                <a:path w="1681480" h="1268095">
                  <a:moveTo>
                    <a:pt x="10668" y="76200"/>
                  </a:moveTo>
                  <a:lnTo>
                    <a:pt x="0" y="76200"/>
                  </a:lnTo>
                  <a:lnTo>
                    <a:pt x="0" y="114312"/>
                  </a:lnTo>
                  <a:lnTo>
                    <a:pt x="10668" y="114312"/>
                  </a:lnTo>
                  <a:lnTo>
                    <a:pt x="10668" y="76200"/>
                  </a:lnTo>
                  <a:close/>
                </a:path>
                <a:path w="1681480" h="1268095">
                  <a:moveTo>
                    <a:pt x="947928" y="1214640"/>
                  </a:moveTo>
                  <a:lnTo>
                    <a:pt x="909828" y="1214640"/>
                  </a:lnTo>
                  <a:lnTo>
                    <a:pt x="909828" y="1225308"/>
                  </a:lnTo>
                  <a:lnTo>
                    <a:pt x="947928" y="1225308"/>
                  </a:lnTo>
                  <a:lnTo>
                    <a:pt x="947928" y="1214640"/>
                  </a:lnTo>
                  <a:close/>
                </a:path>
                <a:path w="1681480" h="1268095">
                  <a:moveTo>
                    <a:pt x="986028" y="1214640"/>
                  </a:moveTo>
                  <a:lnTo>
                    <a:pt x="976884" y="1214640"/>
                  </a:lnTo>
                  <a:lnTo>
                    <a:pt x="976884" y="1225308"/>
                  </a:lnTo>
                  <a:lnTo>
                    <a:pt x="986028" y="1225308"/>
                  </a:lnTo>
                  <a:lnTo>
                    <a:pt x="986028" y="1214640"/>
                  </a:lnTo>
                  <a:close/>
                </a:path>
                <a:path w="1681480" h="1268095">
                  <a:moveTo>
                    <a:pt x="1053084" y="1214640"/>
                  </a:moveTo>
                  <a:lnTo>
                    <a:pt x="1014984" y="1214640"/>
                  </a:lnTo>
                  <a:lnTo>
                    <a:pt x="1014984" y="1225308"/>
                  </a:lnTo>
                  <a:lnTo>
                    <a:pt x="1053084" y="1225308"/>
                  </a:lnTo>
                  <a:lnTo>
                    <a:pt x="1053084" y="1214640"/>
                  </a:lnTo>
                  <a:close/>
                </a:path>
                <a:path w="1681480" h="1268095">
                  <a:moveTo>
                    <a:pt x="1091184" y="1214640"/>
                  </a:moveTo>
                  <a:lnTo>
                    <a:pt x="1082040" y="1214640"/>
                  </a:lnTo>
                  <a:lnTo>
                    <a:pt x="1082040" y="1225308"/>
                  </a:lnTo>
                  <a:lnTo>
                    <a:pt x="1091184" y="1225308"/>
                  </a:lnTo>
                  <a:lnTo>
                    <a:pt x="1091184" y="1214640"/>
                  </a:lnTo>
                  <a:close/>
                </a:path>
                <a:path w="1681480" h="1268095">
                  <a:moveTo>
                    <a:pt x="1158240" y="1214640"/>
                  </a:moveTo>
                  <a:lnTo>
                    <a:pt x="1120140" y="1214640"/>
                  </a:lnTo>
                  <a:lnTo>
                    <a:pt x="1120140" y="1225308"/>
                  </a:lnTo>
                  <a:lnTo>
                    <a:pt x="1158240" y="1225308"/>
                  </a:lnTo>
                  <a:lnTo>
                    <a:pt x="1158240" y="1214640"/>
                  </a:lnTo>
                  <a:close/>
                </a:path>
                <a:path w="1681480" h="1268095">
                  <a:moveTo>
                    <a:pt x="1196340" y="1214640"/>
                  </a:moveTo>
                  <a:lnTo>
                    <a:pt x="1185672" y="1214640"/>
                  </a:lnTo>
                  <a:lnTo>
                    <a:pt x="1185672" y="1225308"/>
                  </a:lnTo>
                  <a:lnTo>
                    <a:pt x="1196340" y="1225308"/>
                  </a:lnTo>
                  <a:lnTo>
                    <a:pt x="1196340" y="1214640"/>
                  </a:lnTo>
                  <a:close/>
                </a:path>
                <a:path w="1681480" h="1268095">
                  <a:moveTo>
                    <a:pt x="1261872" y="1214640"/>
                  </a:moveTo>
                  <a:lnTo>
                    <a:pt x="1223772" y="1214640"/>
                  </a:lnTo>
                  <a:lnTo>
                    <a:pt x="1223772" y="1225308"/>
                  </a:lnTo>
                  <a:lnTo>
                    <a:pt x="1261872" y="1225308"/>
                  </a:lnTo>
                  <a:lnTo>
                    <a:pt x="1261872" y="1214640"/>
                  </a:lnTo>
                  <a:close/>
                </a:path>
                <a:path w="1681480" h="1268095">
                  <a:moveTo>
                    <a:pt x="1299972" y="1214640"/>
                  </a:moveTo>
                  <a:lnTo>
                    <a:pt x="1290828" y="1214640"/>
                  </a:lnTo>
                  <a:lnTo>
                    <a:pt x="1290828" y="1225308"/>
                  </a:lnTo>
                  <a:lnTo>
                    <a:pt x="1299972" y="1225308"/>
                  </a:lnTo>
                  <a:lnTo>
                    <a:pt x="1299972" y="1214640"/>
                  </a:lnTo>
                  <a:close/>
                </a:path>
                <a:path w="1681480" h="1268095">
                  <a:moveTo>
                    <a:pt x="1306080" y="1153680"/>
                  </a:moveTo>
                  <a:lnTo>
                    <a:pt x="1295412" y="1153680"/>
                  </a:lnTo>
                  <a:lnTo>
                    <a:pt x="1295412" y="1191780"/>
                  </a:lnTo>
                  <a:lnTo>
                    <a:pt x="1306080" y="1191780"/>
                  </a:lnTo>
                  <a:lnTo>
                    <a:pt x="1306080" y="1153680"/>
                  </a:lnTo>
                  <a:close/>
                </a:path>
                <a:path w="1681480" h="1268095">
                  <a:moveTo>
                    <a:pt x="1306080" y="1115580"/>
                  </a:moveTo>
                  <a:lnTo>
                    <a:pt x="1295412" y="1115580"/>
                  </a:lnTo>
                  <a:lnTo>
                    <a:pt x="1295412" y="1124724"/>
                  </a:lnTo>
                  <a:lnTo>
                    <a:pt x="1306080" y="1124724"/>
                  </a:lnTo>
                  <a:lnTo>
                    <a:pt x="1306080" y="1115580"/>
                  </a:lnTo>
                  <a:close/>
                </a:path>
                <a:path w="1681480" h="1268095">
                  <a:moveTo>
                    <a:pt x="1306080" y="1048524"/>
                  </a:moveTo>
                  <a:lnTo>
                    <a:pt x="1295412" y="1048524"/>
                  </a:lnTo>
                  <a:lnTo>
                    <a:pt x="1295412" y="1086624"/>
                  </a:lnTo>
                  <a:lnTo>
                    <a:pt x="1306080" y="1086624"/>
                  </a:lnTo>
                  <a:lnTo>
                    <a:pt x="1306080" y="1048524"/>
                  </a:lnTo>
                  <a:close/>
                </a:path>
                <a:path w="1681480" h="1268095">
                  <a:moveTo>
                    <a:pt x="1306080" y="1010424"/>
                  </a:moveTo>
                  <a:lnTo>
                    <a:pt x="1295412" y="1010424"/>
                  </a:lnTo>
                  <a:lnTo>
                    <a:pt x="1295412" y="1019568"/>
                  </a:lnTo>
                  <a:lnTo>
                    <a:pt x="1306080" y="1019568"/>
                  </a:lnTo>
                  <a:lnTo>
                    <a:pt x="1306080" y="1010424"/>
                  </a:lnTo>
                  <a:close/>
                </a:path>
                <a:path w="1681480" h="1268095">
                  <a:moveTo>
                    <a:pt x="1306080" y="943368"/>
                  </a:moveTo>
                  <a:lnTo>
                    <a:pt x="1295412" y="943368"/>
                  </a:lnTo>
                  <a:lnTo>
                    <a:pt x="1295412" y="981468"/>
                  </a:lnTo>
                  <a:lnTo>
                    <a:pt x="1306080" y="981468"/>
                  </a:lnTo>
                  <a:lnTo>
                    <a:pt x="1306080" y="943368"/>
                  </a:lnTo>
                  <a:close/>
                </a:path>
                <a:path w="1681480" h="1268095">
                  <a:moveTo>
                    <a:pt x="1306080" y="905268"/>
                  </a:moveTo>
                  <a:lnTo>
                    <a:pt x="1295412" y="905268"/>
                  </a:lnTo>
                  <a:lnTo>
                    <a:pt x="1295412" y="914412"/>
                  </a:lnTo>
                  <a:lnTo>
                    <a:pt x="1306080" y="914412"/>
                  </a:lnTo>
                  <a:lnTo>
                    <a:pt x="1306080" y="905268"/>
                  </a:lnTo>
                  <a:close/>
                </a:path>
                <a:path w="1681480" h="1268095">
                  <a:moveTo>
                    <a:pt x="1306080" y="838212"/>
                  </a:moveTo>
                  <a:lnTo>
                    <a:pt x="1295412" y="838212"/>
                  </a:lnTo>
                  <a:lnTo>
                    <a:pt x="1295412" y="876312"/>
                  </a:lnTo>
                  <a:lnTo>
                    <a:pt x="1306080" y="876312"/>
                  </a:lnTo>
                  <a:lnTo>
                    <a:pt x="1306080" y="838212"/>
                  </a:lnTo>
                  <a:close/>
                </a:path>
                <a:path w="1681480" h="1268095">
                  <a:moveTo>
                    <a:pt x="1306080" y="800112"/>
                  </a:moveTo>
                  <a:lnTo>
                    <a:pt x="1295412" y="800112"/>
                  </a:lnTo>
                  <a:lnTo>
                    <a:pt x="1295412" y="810780"/>
                  </a:lnTo>
                  <a:lnTo>
                    <a:pt x="1306080" y="810780"/>
                  </a:lnTo>
                  <a:lnTo>
                    <a:pt x="1306080" y="800112"/>
                  </a:lnTo>
                  <a:close/>
                </a:path>
                <a:path w="1681480" h="1268095">
                  <a:moveTo>
                    <a:pt x="1306080" y="734580"/>
                  </a:moveTo>
                  <a:lnTo>
                    <a:pt x="1295412" y="734580"/>
                  </a:lnTo>
                  <a:lnTo>
                    <a:pt x="1295412" y="772680"/>
                  </a:lnTo>
                  <a:lnTo>
                    <a:pt x="1306080" y="772680"/>
                  </a:lnTo>
                  <a:lnTo>
                    <a:pt x="1306080" y="734580"/>
                  </a:lnTo>
                  <a:close/>
                </a:path>
                <a:path w="1681480" h="1268095">
                  <a:moveTo>
                    <a:pt x="1306080" y="696480"/>
                  </a:moveTo>
                  <a:lnTo>
                    <a:pt x="1295412" y="696480"/>
                  </a:lnTo>
                  <a:lnTo>
                    <a:pt x="1295412" y="705624"/>
                  </a:lnTo>
                  <a:lnTo>
                    <a:pt x="1306080" y="705624"/>
                  </a:lnTo>
                  <a:lnTo>
                    <a:pt x="1306080" y="696480"/>
                  </a:lnTo>
                  <a:close/>
                </a:path>
                <a:path w="1681480" h="1268095">
                  <a:moveTo>
                    <a:pt x="1306080" y="629424"/>
                  </a:moveTo>
                  <a:lnTo>
                    <a:pt x="1295412" y="629424"/>
                  </a:lnTo>
                  <a:lnTo>
                    <a:pt x="1295412" y="667524"/>
                  </a:lnTo>
                  <a:lnTo>
                    <a:pt x="1306080" y="667524"/>
                  </a:lnTo>
                  <a:lnTo>
                    <a:pt x="1306080" y="629424"/>
                  </a:lnTo>
                  <a:close/>
                </a:path>
                <a:path w="1681480" h="1268095">
                  <a:moveTo>
                    <a:pt x="1306080" y="591324"/>
                  </a:moveTo>
                  <a:lnTo>
                    <a:pt x="1295412" y="591324"/>
                  </a:lnTo>
                  <a:lnTo>
                    <a:pt x="1295412" y="600468"/>
                  </a:lnTo>
                  <a:lnTo>
                    <a:pt x="1306080" y="600468"/>
                  </a:lnTo>
                  <a:lnTo>
                    <a:pt x="1306080" y="591324"/>
                  </a:lnTo>
                  <a:close/>
                </a:path>
                <a:path w="1681480" h="1268095">
                  <a:moveTo>
                    <a:pt x="1306080" y="524268"/>
                  </a:moveTo>
                  <a:lnTo>
                    <a:pt x="1295412" y="524268"/>
                  </a:lnTo>
                  <a:lnTo>
                    <a:pt x="1295412" y="562368"/>
                  </a:lnTo>
                  <a:lnTo>
                    <a:pt x="1306080" y="562368"/>
                  </a:lnTo>
                  <a:lnTo>
                    <a:pt x="1306080" y="524268"/>
                  </a:lnTo>
                  <a:close/>
                </a:path>
                <a:path w="1681480" h="1268095">
                  <a:moveTo>
                    <a:pt x="1306080" y="486168"/>
                  </a:moveTo>
                  <a:lnTo>
                    <a:pt x="1295412" y="486168"/>
                  </a:lnTo>
                  <a:lnTo>
                    <a:pt x="1295412" y="495312"/>
                  </a:lnTo>
                  <a:lnTo>
                    <a:pt x="1306080" y="495312"/>
                  </a:lnTo>
                  <a:lnTo>
                    <a:pt x="1306080" y="486168"/>
                  </a:lnTo>
                  <a:close/>
                </a:path>
                <a:path w="1681480" h="1268095">
                  <a:moveTo>
                    <a:pt x="1306080" y="419112"/>
                  </a:moveTo>
                  <a:lnTo>
                    <a:pt x="1295412" y="419112"/>
                  </a:lnTo>
                  <a:lnTo>
                    <a:pt x="1295412" y="457212"/>
                  </a:lnTo>
                  <a:lnTo>
                    <a:pt x="1306080" y="457212"/>
                  </a:lnTo>
                  <a:lnTo>
                    <a:pt x="1306080" y="419112"/>
                  </a:lnTo>
                  <a:close/>
                </a:path>
                <a:path w="1681480" h="1268095">
                  <a:moveTo>
                    <a:pt x="1306080" y="381012"/>
                  </a:moveTo>
                  <a:lnTo>
                    <a:pt x="1295412" y="381012"/>
                  </a:lnTo>
                  <a:lnTo>
                    <a:pt x="1295412" y="391680"/>
                  </a:lnTo>
                  <a:lnTo>
                    <a:pt x="1306080" y="391680"/>
                  </a:lnTo>
                  <a:lnTo>
                    <a:pt x="1306080" y="381012"/>
                  </a:lnTo>
                  <a:close/>
                </a:path>
                <a:path w="1681480" h="1268095">
                  <a:moveTo>
                    <a:pt x="1306080" y="315468"/>
                  </a:moveTo>
                  <a:lnTo>
                    <a:pt x="1295412" y="315468"/>
                  </a:lnTo>
                  <a:lnTo>
                    <a:pt x="1295412" y="353580"/>
                  </a:lnTo>
                  <a:lnTo>
                    <a:pt x="1306080" y="353580"/>
                  </a:lnTo>
                  <a:lnTo>
                    <a:pt x="1306080" y="315468"/>
                  </a:lnTo>
                  <a:close/>
                </a:path>
                <a:path w="1681480" h="1268095">
                  <a:moveTo>
                    <a:pt x="1306080" y="277380"/>
                  </a:moveTo>
                  <a:lnTo>
                    <a:pt x="1295412" y="277380"/>
                  </a:lnTo>
                  <a:lnTo>
                    <a:pt x="1295412" y="286524"/>
                  </a:lnTo>
                  <a:lnTo>
                    <a:pt x="1306080" y="286524"/>
                  </a:lnTo>
                  <a:lnTo>
                    <a:pt x="1306080" y="277380"/>
                  </a:lnTo>
                  <a:close/>
                </a:path>
                <a:path w="1681480" h="1268095">
                  <a:moveTo>
                    <a:pt x="1306080" y="210324"/>
                  </a:moveTo>
                  <a:lnTo>
                    <a:pt x="1295412" y="210324"/>
                  </a:lnTo>
                  <a:lnTo>
                    <a:pt x="1295412" y="248424"/>
                  </a:lnTo>
                  <a:lnTo>
                    <a:pt x="1306080" y="248424"/>
                  </a:lnTo>
                  <a:lnTo>
                    <a:pt x="1306080" y="210324"/>
                  </a:lnTo>
                  <a:close/>
                </a:path>
                <a:path w="1681480" h="1268095">
                  <a:moveTo>
                    <a:pt x="1306080" y="172224"/>
                  </a:moveTo>
                  <a:lnTo>
                    <a:pt x="1295412" y="172224"/>
                  </a:lnTo>
                  <a:lnTo>
                    <a:pt x="1295412" y="181368"/>
                  </a:lnTo>
                  <a:lnTo>
                    <a:pt x="1306080" y="181368"/>
                  </a:lnTo>
                  <a:lnTo>
                    <a:pt x="1306080" y="172224"/>
                  </a:lnTo>
                  <a:close/>
                </a:path>
                <a:path w="1681480" h="1268095">
                  <a:moveTo>
                    <a:pt x="1306080" y="105168"/>
                  </a:moveTo>
                  <a:lnTo>
                    <a:pt x="1295412" y="105168"/>
                  </a:lnTo>
                  <a:lnTo>
                    <a:pt x="1295412" y="143268"/>
                  </a:lnTo>
                  <a:lnTo>
                    <a:pt x="1306080" y="143268"/>
                  </a:lnTo>
                  <a:lnTo>
                    <a:pt x="1306080" y="105168"/>
                  </a:lnTo>
                  <a:close/>
                </a:path>
                <a:path w="1681480" h="1268095">
                  <a:moveTo>
                    <a:pt x="1306080" y="67068"/>
                  </a:moveTo>
                  <a:lnTo>
                    <a:pt x="1295412" y="67068"/>
                  </a:lnTo>
                  <a:lnTo>
                    <a:pt x="1295412" y="76212"/>
                  </a:lnTo>
                  <a:lnTo>
                    <a:pt x="1306080" y="76212"/>
                  </a:lnTo>
                  <a:lnTo>
                    <a:pt x="1306080" y="67068"/>
                  </a:lnTo>
                  <a:close/>
                </a:path>
                <a:path w="1681480" h="1268095">
                  <a:moveTo>
                    <a:pt x="1306080" y="0"/>
                  </a:moveTo>
                  <a:lnTo>
                    <a:pt x="1295412" y="0"/>
                  </a:lnTo>
                  <a:lnTo>
                    <a:pt x="1295412" y="38112"/>
                  </a:lnTo>
                  <a:lnTo>
                    <a:pt x="1306080" y="38112"/>
                  </a:lnTo>
                  <a:lnTo>
                    <a:pt x="1306080" y="0"/>
                  </a:lnTo>
                  <a:close/>
                </a:path>
                <a:path w="1681480" h="1268095">
                  <a:moveTo>
                    <a:pt x="1367028" y="1214640"/>
                  </a:moveTo>
                  <a:lnTo>
                    <a:pt x="1328928" y="1214640"/>
                  </a:lnTo>
                  <a:lnTo>
                    <a:pt x="1328928" y="1225308"/>
                  </a:lnTo>
                  <a:lnTo>
                    <a:pt x="1367028" y="1225308"/>
                  </a:lnTo>
                  <a:lnTo>
                    <a:pt x="1367028" y="1214640"/>
                  </a:lnTo>
                  <a:close/>
                </a:path>
                <a:path w="1681480" h="1268095">
                  <a:moveTo>
                    <a:pt x="1405128" y="1214640"/>
                  </a:moveTo>
                  <a:lnTo>
                    <a:pt x="1395984" y="1214640"/>
                  </a:lnTo>
                  <a:lnTo>
                    <a:pt x="1395984" y="1225308"/>
                  </a:lnTo>
                  <a:lnTo>
                    <a:pt x="1405128" y="1225308"/>
                  </a:lnTo>
                  <a:lnTo>
                    <a:pt x="1405128" y="1214640"/>
                  </a:lnTo>
                  <a:close/>
                </a:path>
                <a:path w="1681480" h="1268095">
                  <a:moveTo>
                    <a:pt x="1472184" y="1214640"/>
                  </a:moveTo>
                  <a:lnTo>
                    <a:pt x="1434084" y="1214640"/>
                  </a:lnTo>
                  <a:lnTo>
                    <a:pt x="1434084" y="1225308"/>
                  </a:lnTo>
                  <a:lnTo>
                    <a:pt x="1472184" y="1225308"/>
                  </a:lnTo>
                  <a:lnTo>
                    <a:pt x="1472184" y="1214640"/>
                  </a:lnTo>
                  <a:close/>
                </a:path>
                <a:path w="1681480" h="1268095">
                  <a:moveTo>
                    <a:pt x="1510284" y="1214640"/>
                  </a:moveTo>
                  <a:lnTo>
                    <a:pt x="1501140" y="1214640"/>
                  </a:lnTo>
                  <a:lnTo>
                    <a:pt x="1501140" y="1225308"/>
                  </a:lnTo>
                  <a:lnTo>
                    <a:pt x="1510284" y="1225308"/>
                  </a:lnTo>
                  <a:lnTo>
                    <a:pt x="1510284" y="1214640"/>
                  </a:lnTo>
                  <a:close/>
                </a:path>
                <a:path w="1681480" h="1268095">
                  <a:moveTo>
                    <a:pt x="1577340" y="1214640"/>
                  </a:moveTo>
                  <a:lnTo>
                    <a:pt x="1539240" y="1214640"/>
                  </a:lnTo>
                  <a:lnTo>
                    <a:pt x="1539240" y="1225308"/>
                  </a:lnTo>
                  <a:lnTo>
                    <a:pt x="1577340" y="1225308"/>
                  </a:lnTo>
                  <a:lnTo>
                    <a:pt x="1577340" y="1214640"/>
                  </a:lnTo>
                  <a:close/>
                </a:path>
                <a:path w="1681480" h="1268095">
                  <a:moveTo>
                    <a:pt x="1615440" y="1214640"/>
                  </a:moveTo>
                  <a:lnTo>
                    <a:pt x="1604772" y="1214640"/>
                  </a:lnTo>
                  <a:lnTo>
                    <a:pt x="1604772" y="1225308"/>
                  </a:lnTo>
                  <a:lnTo>
                    <a:pt x="1615440" y="1225308"/>
                  </a:lnTo>
                  <a:lnTo>
                    <a:pt x="1615440" y="1214640"/>
                  </a:lnTo>
                  <a:close/>
                </a:path>
                <a:path w="1681480" h="1268095">
                  <a:moveTo>
                    <a:pt x="1680972" y="1214640"/>
                  </a:moveTo>
                  <a:lnTo>
                    <a:pt x="1642872" y="1214640"/>
                  </a:lnTo>
                  <a:lnTo>
                    <a:pt x="1642872" y="1225308"/>
                  </a:lnTo>
                  <a:lnTo>
                    <a:pt x="1680972" y="1225308"/>
                  </a:lnTo>
                  <a:lnTo>
                    <a:pt x="1680972" y="12146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511294" y="6159483"/>
            <a:ext cx="144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49492" y="5321285"/>
            <a:ext cx="161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0697" y="5321285"/>
            <a:ext cx="24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w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0481" y="4137211"/>
            <a:ext cx="1734820" cy="7372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746760" marR="5080" indent="-734695">
              <a:lnSpc>
                <a:spcPts val="2720"/>
              </a:lnSpc>
              <a:spcBef>
                <a:spcPts val="320"/>
              </a:spcBef>
            </a:pPr>
            <a:r>
              <a:rPr sz="2400" spc="-10" dirty="0">
                <a:latin typeface="Times New Roman"/>
                <a:cs typeface="Times New Roman"/>
              </a:rPr>
              <a:t>BorderLayout </a:t>
            </a:r>
            <a:r>
              <a:rPr sz="2400" spc="-50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860520" y="1241619"/>
            <a:ext cx="1448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GridLayout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76427" y="1706879"/>
            <a:ext cx="2372995" cy="2144395"/>
            <a:chOff x="376427" y="1706879"/>
            <a:chExt cx="2372995" cy="2144395"/>
          </a:xfrm>
        </p:grpSpPr>
        <p:sp>
          <p:nvSpPr>
            <p:cNvPr id="33" name="object 33"/>
            <p:cNvSpPr/>
            <p:nvPr/>
          </p:nvSpPr>
          <p:spPr>
            <a:xfrm>
              <a:off x="380999" y="1711451"/>
              <a:ext cx="2362200" cy="2133600"/>
            </a:xfrm>
            <a:custGeom>
              <a:avLst/>
              <a:gdLst/>
              <a:ahLst/>
              <a:cxnLst/>
              <a:rect l="l" t="t" r="r" b="b"/>
              <a:pathLst>
                <a:path w="2362200" h="2133600">
                  <a:moveTo>
                    <a:pt x="2362200" y="2133600"/>
                  </a:moveTo>
                  <a:lnTo>
                    <a:pt x="0" y="2133600"/>
                  </a:lnTo>
                  <a:lnTo>
                    <a:pt x="0" y="0"/>
                  </a:lnTo>
                  <a:lnTo>
                    <a:pt x="2362200" y="0"/>
                  </a:lnTo>
                  <a:lnTo>
                    <a:pt x="2362200" y="213360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6427" y="1706879"/>
              <a:ext cx="2372995" cy="2144395"/>
            </a:xfrm>
            <a:custGeom>
              <a:avLst/>
              <a:gdLst/>
              <a:ahLst/>
              <a:cxnLst/>
              <a:rect l="l" t="t" r="r" b="b"/>
              <a:pathLst>
                <a:path w="2372995" h="2144395">
                  <a:moveTo>
                    <a:pt x="2372868" y="2144268"/>
                  </a:moveTo>
                  <a:lnTo>
                    <a:pt x="0" y="2144268"/>
                  </a:lnTo>
                  <a:lnTo>
                    <a:pt x="0" y="0"/>
                  </a:lnTo>
                  <a:lnTo>
                    <a:pt x="2372868" y="0"/>
                  </a:lnTo>
                  <a:lnTo>
                    <a:pt x="2372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2133600"/>
                  </a:lnTo>
                  <a:lnTo>
                    <a:pt x="4572" y="2133600"/>
                  </a:lnTo>
                  <a:lnTo>
                    <a:pt x="10668" y="2138172"/>
                  </a:lnTo>
                  <a:lnTo>
                    <a:pt x="2372868" y="2138172"/>
                  </a:lnTo>
                  <a:lnTo>
                    <a:pt x="2372868" y="2144268"/>
                  </a:lnTo>
                  <a:close/>
                </a:path>
                <a:path w="2372995" h="2144395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2372995" h="2144395">
                  <a:moveTo>
                    <a:pt x="2362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2362200" y="4572"/>
                  </a:lnTo>
                  <a:lnTo>
                    <a:pt x="2362200" y="10668"/>
                  </a:lnTo>
                  <a:close/>
                </a:path>
                <a:path w="2372995" h="2144395">
                  <a:moveTo>
                    <a:pt x="2362200" y="2138172"/>
                  </a:moveTo>
                  <a:lnTo>
                    <a:pt x="2362200" y="4572"/>
                  </a:lnTo>
                  <a:lnTo>
                    <a:pt x="2366772" y="10668"/>
                  </a:lnTo>
                  <a:lnTo>
                    <a:pt x="2372868" y="10668"/>
                  </a:lnTo>
                  <a:lnTo>
                    <a:pt x="2372868" y="2133600"/>
                  </a:lnTo>
                  <a:lnTo>
                    <a:pt x="2366772" y="2133600"/>
                  </a:lnTo>
                  <a:lnTo>
                    <a:pt x="2362200" y="2138172"/>
                  </a:lnTo>
                  <a:close/>
                </a:path>
                <a:path w="2372995" h="2144395">
                  <a:moveTo>
                    <a:pt x="2372868" y="10668"/>
                  </a:moveTo>
                  <a:lnTo>
                    <a:pt x="2366772" y="10668"/>
                  </a:lnTo>
                  <a:lnTo>
                    <a:pt x="2362200" y="4572"/>
                  </a:lnTo>
                  <a:lnTo>
                    <a:pt x="2372868" y="4572"/>
                  </a:lnTo>
                  <a:lnTo>
                    <a:pt x="2372868" y="10668"/>
                  </a:lnTo>
                  <a:close/>
                </a:path>
                <a:path w="2372995" h="2144395">
                  <a:moveTo>
                    <a:pt x="10668" y="2138172"/>
                  </a:moveTo>
                  <a:lnTo>
                    <a:pt x="4572" y="2133600"/>
                  </a:lnTo>
                  <a:lnTo>
                    <a:pt x="10668" y="2133600"/>
                  </a:lnTo>
                  <a:lnTo>
                    <a:pt x="10668" y="2138172"/>
                  </a:lnTo>
                  <a:close/>
                </a:path>
                <a:path w="2372995" h="2144395">
                  <a:moveTo>
                    <a:pt x="2362200" y="2138172"/>
                  </a:moveTo>
                  <a:lnTo>
                    <a:pt x="10668" y="2138172"/>
                  </a:lnTo>
                  <a:lnTo>
                    <a:pt x="10668" y="2133600"/>
                  </a:lnTo>
                  <a:lnTo>
                    <a:pt x="2362200" y="2133600"/>
                  </a:lnTo>
                  <a:lnTo>
                    <a:pt x="2362200" y="2138172"/>
                  </a:lnTo>
                  <a:close/>
                </a:path>
                <a:path w="2372995" h="2144395">
                  <a:moveTo>
                    <a:pt x="2372868" y="2138172"/>
                  </a:moveTo>
                  <a:lnTo>
                    <a:pt x="2362200" y="2138172"/>
                  </a:lnTo>
                  <a:lnTo>
                    <a:pt x="2366772" y="2133600"/>
                  </a:lnTo>
                  <a:lnTo>
                    <a:pt x="2372868" y="2133600"/>
                  </a:lnTo>
                  <a:lnTo>
                    <a:pt x="2372868" y="2138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938308" y="2338814"/>
            <a:ext cx="11957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81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none, programmer </a:t>
            </a:r>
            <a:r>
              <a:rPr sz="1800" dirty="0">
                <a:latin typeface="Calibri"/>
                <a:cs typeface="Calibri"/>
              </a:rPr>
              <a:t>sets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x,y,w,h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97875" y="1276593"/>
            <a:ext cx="500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null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041143" y="5473684"/>
            <a:ext cx="1287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10707" y="4137211"/>
            <a:ext cx="1482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CardLayout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396228" y="4567428"/>
            <a:ext cx="2372995" cy="2144395"/>
            <a:chOff x="6396228" y="4567428"/>
            <a:chExt cx="2372995" cy="2144395"/>
          </a:xfrm>
        </p:grpSpPr>
        <p:sp>
          <p:nvSpPr>
            <p:cNvPr id="40" name="object 40"/>
            <p:cNvSpPr/>
            <p:nvPr/>
          </p:nvSpPr>
          <p:spPr>
            <a:xfrm>
              <a:off x="6400799" y="4571999"/>
              <a:ext cx="2362200" cy="2133600"/>
            </a:xfrm>
            <a:custGeom>
              <a:avLst/>
              <a:gdLst/>
              <a:ahLst/>
              <a:cxnLst/>
              <a:rect l="l" t="t" r="r" b="b"/>
              <a:pathLst>
                <a:path w="2362200" h="2133600">
                  <a:moveTo>
                    <a:pt x="2362200" y="2133600"/>
                  </a:moveTo>
                  <a:lnTo>
                    <a:pt x="0" y="2133600"/>
                  </a:lnTo>
                  <a:lnTo>
                    <a:pt x="0" y="0"/>
                  </a:lnTo>
                  <a:lnTo>
                    <a:pt x="2362200" y="0"/>
                  </a:lnTo>
                  <a:lnTo>
                    <a:pt x="2362200" y="213360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96228" y="4567440"/>
              <a:ext cx="2372995" cy="2144395"/>
            </a:xfrm>
            <a:custGeom>
              <a:avLst/>
              <a:gdLst/>
              <a:ahLst/>
              <a:cxnLst/>
              <a:rect l="l" t="t" r="r" b="b"/>
              <a:pathLst>
                <a:path w="2372995" h="2144395">
                  <a:moveTo>
                    <a:pt x="696468" y="2061972"/>
                  </a:moveTo>
                  <a:lnTo>
                    <a:pt x="685800" y="2061972"/>
                  </a:lnTo>
                  <a:lnTo>
                    <a:pt x="685800" y="2072640"/>
                  </a:lnTo>
                  <a:lnTo>
                    <a:pt x="696468" y="2072640"/>
                  </a:lnTo>
                  <a:lnTo>
                    <a:pt x="696468" y="2061972"/>
                  </a:lnTo>
                  <a:close/>
                </a:path>
                <a:path w="2372995" h="2144395">
                  <a:moveTo>
                    <a:pt x="696468" y="1996440"/>
                  </a:moveTo>
                  <a:lnTo>
                    <a:pt x="685800" y="1996440"/>
                  </a:lnTo>
                  <a:lnTo>
                    <a:pt x="685800" y="2034540"/>
                  </a:lnTo>
                  <a:lnTo>
                    <a:pt x="696468" y="2034540"/>
                  </a:lnTo>
                  <a:lnTo>
                    <a:pt x="696468" y="1996440"/>
                  </a:lnTo>
                  <a:close/>
                </a:path>
                <a:path w="2372995" h="2144395">
                  <a:moveTo>
                    <a:pt x="696468" y="1958340"/>
                  </a:moveTo>
                  <a:lnTo>
                    <a:pt x="685800" y="1958340"/>
                  </a:lnTo>
                  <a:lnTo>
                    <a:pt x="685800" y="1967484"/>
                  </a:lnTo>
                  <a:lnTo>
                    <a:pt x="696468" y="1967484"/>
                  </a:lnTo>
                  <a:lnTo>
                    <a:pt x="696468" y="1958340"/>
                  </a:lnTo>
                  <a:close/>
                </a:path>
                <a:path w="2372995" h="2144395">
                  <a:moveTo>
                    <a:pt x="696468" y="1891284"/>
                  </a:moveTo>
                  <a:lnTo>
                    <a:pt x="685800" y="1891284"/>
                  </a:lnTo>
                  <a:lnTo>
                    <a:pt x="685800" y="1929384"/>
                  </a:lnTo>
                  <a:lnTo>
                    <a:pt x="696468" y="1929384"/>
                  </a:lnTo>
                  <a:lnTo>
                    <a:pt x="696468" y="1891284"/>
                  </a:lnTo>
                  <a:close/>
                </a:path>
                <a:path w="2372995" h="2144395">
                  <a:moveTo>
                    <a:pt x="696468" y="1853184"/>
                  </a:moveTo>
                  <a:lnTo>
                    <a:pt x="685800" y="1853184"/>
                  </a:lnTo>
                  <a:lnTo>
                    <a:pt x="685800" y="1862328"/>
                  </a:lnTo>
                  <a:lnTo>
                    <a:pt x="696468" y="1862328"/>
                  </a:lnTo>
                  <a:lnTo>
                    <a:pt x="696468" y="1853184"/>
                  </a:lnTo>
                  <a:close/>
                </a:path>
                <a:path w="2372995" h="2144395">
                  <a:moveTo>
                    <a:pt x="696468" y="1786115"/>
                  </a:moveTo>
                  <a:lnTo>
                    <a:pt x="685800" y="1786115"/>
                  </a:lnTo>
                  <a:lnTo>
                    <a:pt x="685800" y="1824215"/>
                  </a:lnTo>
                  <a:lnTo>
                    <a:pt x="696468" y="1824215"/>
                  </a:lnTo>
                  <a:lnTo>
                    <a:pt x="696468" y="1786115"/>
                  </a:lnTo>
                  <a:close/>
                </a:path>
                <a:path w="2372995" h="2144395">
                  <a:moveTo>
                    <a:pt x="696468" y="1748015"/>
                  </a:moveTo>
                  <a:lnTo>
                    <a:pt x="685800" y="1748015"/>
                  </a:lnTo>
                  <a:lnTo>
                    <a:pt x="685800" y="1757159"/>
                  </a:lnTo>
                  <a:lnTo>
                    <a:pt x="696468" y="1757159"/>
                  </a:lnTo>
                  <a:lnTo>
                    <a:pt x="696468" y="1748015"/>
                  </a:lnTo>
                  <a:close/>
                </a:path>
                <a:path w="2372995" h="2144395">
                  <a:moveTo>
                    <a:pt x="696468" y="1680959"/>
                  </a:moveTo>
                  <a:lnTo>
                    <a:pt x="685800" y="1680959"/>
                  </a:lnTo>
                  <a:lnTo>
                    <a:pt x="685800" y="1719059"/>
                  </a:lnTo>
                  <a:lnTo>
                    <a:pt x="696468" y="1719059"/>
                  </a:lnTo>
                  <a:lnTo>
                    <a:pt x="696468" y="1680959"/>
                  </a:lnTo>
                  <a:close/>
                </a:path>
                <a:path w="2372995" h="2144395">
                  <a:moveTo>
                    <a:pt x="696468" y="1642859"/>
                  </a:moveTo>
                  <a:lnTo>
                    <a:pt x="685800" y="1642859"/>
                  </a:lnTo>
                  <a:lnTo>
                    <a:pt x="685800" y="1653527"/>
                  </a:lnTo>
                  <a:lnTo>
                    <a:pt x="696468" y="1653527"/>
                  </a:lnTo>
                  <a:lnTo>
                    <a:pt x="696468" y="1642859"/>
                  </a:lnTo>
                  <a:close/>
                </a:path>
                <a:path w="2372995" h="2144395">
                  <a:moveTo>
                    <a:pt x="696468" y="1577327"/>
                  </a:moveTo>
                  <a:lnTo>
                    <a:pt x="685800" y="1577327"/>
                  </a:lnTo>
                  <a:lnTo>
                    <a:pt x="685800" y="1615427"/>
                  </a:lnTo>
                  <a:lnTo>
                    <a:pt x="696468" y="1615427"/>
                  </a:lnTo>
                  <a:lnTo>
                    <a:pt x="696468" y="1577327"/>
                  </a:lnTo>
                  <a:close/>
                </a:path>
                <a:path w="2372995" h="2144395">
                  <a:moveTo>
                    <a:pt x="696468" y="1539227"/>
                  </a:moveTo>
                  <a:lnTo>
                    <a:pt x="685800" y="1539227"/>
                  </a:lnTo>
                  <a:lnTo>
                    <a:pt x="685800" y="1548371"/>
                  </a:lnTo>
                  <a:lnTo>
                    <a:pt x="696468" y="1548371"/>
                  </a:lnTo>
                  <a:lnTo>
                    <a:pt x="696468" y="1539227"/>
                  </a:lnTo>
                  <a:close/>
                </a:path>
                <a:path w="2372995" h="2144395">
                  <a:moveTo>
                    <a:pt x="696468" y="1472171"/>
                  </a:moveTo>
                  <a:lnTo>
                    <a:pt x="685800" y="1472171"/>
                  </a:lnTo>
                  <a:lnTo>
                    <a:pt x="685800" y="1510271"/>
                  </a:lnTo>
                  <a:lnTo>
                    <a:pt x="696468" y="1510271"/>
                  </a:lnTo>
                  <a:lnTo>
                    <a:pt x="696468" y="1472171"/>
                  </a:lnTo>
                  <a:close/>
                </a:path>
                <a:path w="2372995" h="2144395">
                  <a:moveTo>
                    <a:pt x="696468" y="1434071"/>
                  </a:moveTo>
                  <a:lnTo>
                    <a:pt x="685800" y="1434071"/>
                  </a:lnTo>
                  <a:lnTo>
                    <a:pt x="685800" y="1443215"/>
                  </a:lnTo>
                  <a:lnTo>
                    <a:pt x="696468" y="1443215"/>
                  </a:lnTo>
                  <a:lnTo>
                    <a:pt x="696468" y="1434071"/>
                  </a:lnTo>
                  <a:close/>
                </a:path>
                <a:path w="2372995" h="2144395">
                  <a:moveTo>
                    <a:pt x="696468" y="1367015"/>
                  </a:moveTo>
                  <a:lnTo>
                    <a:pt x="685800" y="1367015"/>
                  </a:lnTo>
                  <a:lnTo>
                    <a:pt x="685800" y="1405115"/>
                  </a:lnTo>
                  <a:lnTo>
                    <a:pt x="696468" y="1405115"/>
                  </a:lnTo>
                  <a:lnTo>
                    <a:pt x="696468" y="1367015"/>
                  </a:lnTo>
                  <a:close/>
                </a:path>
                <a:path w="2372995" h="2144395">
                  <a:moveTo>
                    <a:pt x="696468" y="1328915"/>
                  </a:moveTo>
                  <a:lnTo>
                    <a:pt x="685800" y="1328915"/>
                  </a:lnTo>
                  <a:lnTo>
                    <a:pt x="685800" y="1338059"/>
                  </a:lnTo>
                  <a:lnTo>
                    <a:pt x="696468" y="1338059"/>
                  </a:lnTo>
                  <a:lnTo>
                    <a:pt x="696468" y="1328915"/>
                  </a:lnTo>
                  <a:close/>
                </a:path>
                <a:path w="2372995" h="2144395">
                  <a:moveTo>
                    <a:pt x="696468" y="1261872"/>
                  </a:moveTo>
                  <a:lnTo>
                    <a:pt x="685800" y="1261872"/>
                  </a:lnTo>
                  <a:lnTo>
                    <a:pt x="685800" y="1299972"/>
                  </a:lnTo>
                  <a:lnTo>
                    <a:pt x="696468" y="1299972"/>
                  </a:lnTo>
                  <a:lnTo>
                    <a:pt x="696468" y="1261872"/>
                  </a:lnTo>
                  <a:close/>
                </a:path>
                <a:path w="2372995" h="2144395">
                  <a:moveTo>
                    <a:pt x="696468" y="1223772"/>
                  </a:moveTo>
                  <a:lnTo>
                    <a:pt x="685800" y="1223772"/>
                  </a:lnTo>
                  <a:lnTo>
                    <a:pt x="685800" y="1234440"/>
                  </a:lnTo>
                  <a:lnTo>
                    <a:pt x="696468" y="1234440"/>
                  </a:lnTo>
                  <a:lnTo>
                    <a:pt x="696468" y="1223772"/>
                  </a:lnTo>
                  <a:close/>
                </a:path>
                <a:path w="2372995" h="2144395">
                  <a:moveTo>
                    <a:pt x="696468" y="1158240"/>
                  </a:moveTo>
                  <a:lnTo>
                    <a:pt x="685800" y="1158240"/>
                  </a:lnTo>
                  <a:lnTo>
                    <a:pt x="685800" y="1196340"/>
                  </a:lnTo>
                  <a:lnTo>
                    <a:pt x="696468" y="1196340"/>
                  </a:lnTo>
                  <a:lnTo>
                    <a:pt x="696468" y="1158240"/>
                  </a:lnTo>
                  <a:close/>
                </a:path>
                <a:path w="2372995" h="2144395">
                  <a:moveTo>
                    <a:pt x="696468" y="1120140"/>
                  </a:moveTo>
                  <a:lnTo>
                    <a:pt x="685800" y="1120140"/>
                  </a:lnTo>
                  <a:lnTo>
                    <a:pt x="685800" y="1129284"/>
                  </a:lnTo>
                  <a:lnTo>
                    <a:pt x="696468" y="1129284"/>
                  </a:lnTo>
                  <a:lnTo>
                    <a:pt x="696468" y="1120140"/>
                  </a:lnTo>
                  <a:close/>
                </a:path>
                <a:path w="2372995" h="2144395">
                  <a:moveTo>
                    <a:pt x="696468" y="1053084"/>
                  </a:moveTo>
                  <a:lnTo>
                    <a:pt x="685800" y="1053084"/>
                  </a:lnTo>
                  <a:lnTo>
                    <a:pt x="685800" y="1091184"/>
                  </a:lnTo>
                  <a:lnTo>
                    <a:pt x="696468" y="1091184"/>
                  </a:lnTo>
                  <a:lnTo>
                    <a:pt x="696468" y="1053084"/>
                  </a:lnTo>
                  <a:close/>
                </a:path>
                <a:path w="2372995" h="2144395">
                  <a:moveTo>
                    <a:pt x="696468" y="1014984"/>
                  </a:moveTo>
                  <a:lnTo>
                    <a:pt x="685800" y="1014984"/>
                  </a:lnTo>
                  <a:lnTo>
                    <a:pt x="685800" y="1024128"/>
                  </a:lnTo>
                  <a:lnTo>
                    <a:pt x="696468" y="1024128"/>
                  </a:lnTo>
                  <a:lnTo>
                    <a:pt x="696468" y="1014984"/>
                  </a:lnTo>
                  <a:close/>
                </a:path>
                <a:path w="2372995" h="2144395">
                  <a:moveTo>
                    <a:pt x="696468" y="947928"/>
                  </a:moveTo>
                  <a:lnTo>
                    <a:pt x="685800" y="947928"/>
                  </a:lnTo>
                  <a:lnTo>
                    <a:pt x="685800" y="986028"/>
                  </a:lnTo>
                  <a:lnTo>
                    <a:pt x="696468" y="986028"/>
                  </a:lnTo>
                  <a:lnTo>
                    <a:pt x="696468" y="947928"/>
                  </a:lnTo>
                  <a:close/>
                </a:path>
                <a:path w="2372995" h="2144395">
                  <a:moveTo>
                    <a:pt x="696468" y="909828"/>
                  </a:moveTo>
                  <a:lnTo>
                    <a:pt x="685800" y="909828"/>
                  </a:lnTo>
                  <a:lnTo>
                    <a:pt x="685800" y="918972"/>
                  </a:lnTo>
                  <a:lnTo>
                    <a:pt x="696468" y="918972"/>
                  </a:lnTo>
                  <a:lnTo>
                    <a:pt x="696468" y="909828"/>
                  </a:lnTo>
                  <a:close/>
                </a:path>
                <a:path w="2372995" h="2144395">
                  <a:moveTo>
                    <a:pt x="696468" y="842772"/>
                  </a:moveTo>
                  <a:lnTo>
                    <a:pt x="685800" y="842772"/>
                  </a:lnTo>
                  <a:lnTo>
                    <a:pt x="685800" y="880872"/>
                  </a:lnTo>
                  <a:lnTo>
                    <a:pt x="696468" y="880872"/>
                  </a:lnTo>
                  <a:lnTo>
                    <a:pt x="696468" y="842772"/>
                  </a:lnTo>
                  <a:close/>
                </a:path>
                <a:path w="2372995" h="2144395">
                  <a:moveTo>
                    <a:pt x="696468" y="804659"/>
                  </a:moveTo>
                  <a:lnTo>
                    <a:pt x="685800" y="804659"/>
                  </a:lnTo>
                  <a:lnTo>
                    <a:pt x="685800" y="815340"/>
                  </a:lnTo>
                  <a:lnTo>
                    <a:pt x="696468" y="815340"/>
                  </a:lnTo>
                  <a:lnTo>
                    <a:pt x="696468" y="804659"/>
                  </a:lnTo>
                  <a:close/>
                </a:path>
                <a:path w="2372995" h="2144395">
                  <a:moveTo>
                    <a:pt x="696468" y="739127"/>
                  </a:moveTo>
                  <a:lnTo>
                    <a:pt x="685800" y="739127"/>
                  </a:lnTo>
                  <a:lnTo>
                    <a:pt x="685800" y="777227"/>
                  </a:lnTo>
                  <a:lnTo>
                    <a:pt x="696468" y="777227"/>
                  </a:lnTo>
                  <a:lnTo>
                    <a:pt x="696468" y="739127"/>
                  </a:lnTo>
                  <a:close/>
                </a:path>
                <a:path w="2372995" h="2144395">
                  <a:moveTo>
                    <a:pt x="696468" y="701027"/>
                  </a:moveTo>
                  <a:lnTo>
                    <a:pt x="685800" y="701027"/>
                  </a:lnTo>
                  <a:lnTo>
                    <a:pt x="685800" y="710171"/>
                  </a:lnTo>
                  <a:lnTo>
                    <a:pt x="696468" y="710171"/>
                  </a:lnTo>
                  <a:lnTo>
                    <a:pt x="696468" y="701027"/>
                  </a:lnTo>
                  <a:close/>
                </a:path>
                <a:path w="2372995" h="2144395">
                  <a:moveTo>
                    <a:pt x="696468" y="633971"/>
                  </a:moveTo>
                  <a:lnTo>
                    <a:pt x="685800" y="633971"/>
                  </a:lnTo>
                  <a:lnTo>
                    <a:pt x="685800" y="672071"/>
                  </a:lnTo>
                  <a:lnTo>
                    <a:pt x="696468" y="672071"/>
                  </a:lnTo>
                  <a:lnTo>
                    <a:pt x="696468" y="633971"/>
                  </a:lnTo>
                  <a:close/>
                </a:path>
                <a:path w="2372995" h="2144395">
                  <a:moveTo>
                    <a:pt x="696468" y="595871"/>
                  </a:moveTo>
                  <a:lnTo>
                    <a:pt x="685800" y="595871"/>
                  </a:lnTo>
                  <a:lnTo>
                    <a:pt x="685800" y="605015"/>
                  </a:lnTo>
                  <a:lnTo>
                    <a:pt x="696468" y="605015"/>
                  </a:lnTo>
                  <a:lnTo>
                    <a:pt x="696468" y="595871"/>
                  </a:lnTo>
                  <a:close/>
                </a:path>
                <a:path w="2372995" h="2144395">
                  <a:moveTo>
                    <a:pt x="696468" y="528815"/>
                  </a:moveTo>
                  <a:lnTo>
                    <a:pt x="685800" y="528815"/>
                  </a:lnTo>
                  <a:lnTo>
                    <a:pt x="685800" y="566915"/>
                  </a:lnTo>
                  <a:lnTo>
                    <a:pt x="696468" y="566915"/>
                  </a:lnTo>
                  <a:lnTo>
                    <a:pt x="696468" y="528815"/>
                  </a:lnTo>
                  <a:close/>
                </a:path>
                <a:path w="2372995" h="2144395">
                  <a:moveTo>
                    <a:pt x="696468" y="490715"/>
                  </a:moveTo>
                  <a:lnTo>
                    <a:pt x="685800" y="490715"/>
                  </a:lnTo>
                  <a:lnTo>
                    <a:pt x="685800" y="499859"/>
                  </a:lnTo>
                  <a:lnTo>
                    <a:pt x="696468" y="499859"/>
                  </a:lnTo>
                  <a:lnTo>
                    <a:pt x="696468" y="490715"/>
                  </a:lnTo>
                  <a:close/>
                </a:path>
                <a:path w="2372995" h="2144395">
                  <a:moveTo>
                    <a:pt x="696468" y="423659"/>
                  </a:moveTo>
                  <a:lnTo>
                    <a:pt x="685800" y="423659"/>
                  </a:lnTo>
                  <a:lnTo>
                    <a:pt x="685800" y="461759"/>
                  </a:lnTo>
                  <a:lnTo>
                    <a:pt x="696468" y="461759"/>
                  </a:lnTo>
                  <a:lnTo>
                    <a:pt x="696468" y="423659"/>
                  </a:lnTo>
                  <a:close/>
                </a:path>
                <a:path w="2372995" h="2144395">
                  <a:moveTo>
                    <a:pt x="696468" y="385559"/>
                  </a:moveTo>
                  <a:lnTo>
                    <a:pt x="685800" y="385559"/>
                  </a:lnTo>
                  <a:lnTo>
                    <a:pt x="685800" y="396227"/>
                  </a:lnTo>
                  <a:lnTo>
                    <a:pt x="696468" y="396227"/>
                  </a:lnTo>
                  <a:lnTo>
                    <a:pt x="696468" y="385559"/>
                  </a:lnTo>
                  <a:close/>
                </a:path>
                <a:path w="2372995" h="2144395">
                  <a:moveTo>
                    <a:pt x="696468" y="320027"/>
                  </a:moveTo>
                  <a:lnTo>
                    <a:pt x="685800" y="320027"/>
                  </a:lnTo>
                  <a:lnTo>
                    <a:pt x="685800" y="358127"/>
                  </a:lnTo>
                  <a:lnTo>
                    <a:pt x="696468" y="358127"/>
                  </a:lnTo>
                  <a:lnTo>
                    <a:pt x="696468" y="320027"/>
                  </a:lnTo>
                  <a:close/>
                </a:path>
                <a:path w="2372995" h="2144395">
                  <a:moveTo>
                    <a:pt x="696468" y="281927"/>
                  </a:moveTo>
                  <a:lnTo>
                    <a:pt x="685800" y="281927"/>
                  </a:lnTo>
                  <a:lnTo>
                    <a:pt x="685800" y="291071"/>
                  </a:lnTo>
                  <a:lnTo>
                    <a:pt x="696468" y="291071"/>
                  </a:lnTo>
                  <a:lnTo>
                    <a:pt x="696468" y="281927"/>
                  </a:lnTo>
                  <a:close/>
                </a:path>
                <a:path w="2372995" h="2144395">
                  <a:moveTo>
                    <a:pt x="696468" y="214884"/>
                  </a:moveTo>
                  <a:lnTo>
                    <a:pt x="685800" y="214884"/>
                  </a:lnTo>
                  <a:lnTo>
                    <a:pt x="685800" y="252984"/>
                  </a:lnTo>
                  <a:lnTo>
                    <a:pt x="696468" y="252984"/>
                  </a:lnTo>
                  <a:lnTo>
                    <a:pt x="696468" y="214884"/>
                  </a:lnTo>
                  <a:close/>
                </a:path>
                <a:path w="2372995" h="2144395">
                  <a:moveTo>
                    <a:pt x="696468" y="176784"/>
                  </a:moveTo>
                  <a:lnTo>
                    <a:pt x="685800" y="176784"/>
                  </a:lnTo>
                  <a:lnTo>
                    <a:pt x="685800" y="185928"/>
                  </a:lnTo>
                  <a:lnTo>
                    <a:pt x="696468" y="185928"/>
                  </a:lnTo>
                  <a:lnTo>
                    <a:pt x="696468" y="176784"/>
                  </a:lnTo>
                  <a:close/>
                </a:path>
                <a:path w="2372995" h="2144395">
                  <a:moveTo>
                    <a:pt x="696468" y="109728"/>
                  </a:moveTo>
                  <a:lnTo>
                    <a:pt x="685800" y="109728"/>
                  </a:lnTo>
                  <a:lnTo>
                    <a:pt x="685800" y="147828"/>
                  </a:lnTo>
                  <a:lnTo>
                    <a:pt x="696468" y="147828"/>
                  </a:lnTo>
                  <a:lnTo>
                    <a:pt x="696468" y="109728"/>
                  </a:lnTo>
                  <a:close/>
                </a:path>
                <a:path w="2372995" h="2144395">
                  <a:moveTo>
                    <a:pt x="696468" y="71628"/>
                  </a:moveTo>
                  <a:lnTo>
                    <a:pt x="685800" y="71628"/>
                  </a:lnTo>
                  <a:lnTo>
                    <a:pt x="685800" y="80772"/>
                  </a:lnTo>
                  <a:lnTo>
                    <a:pt x="696468" y="80772"/>
                  </a:lnTo>
                  <a:lnTo>
                    <a:pt x="696468" y="71628"/>
                  </a:lnTo>
                  <a:close/>
                </a:path>
                <a:path w="2372995" h="2144395">
                  <a:moveTo>
                    <a:pt x="1153668" y="2061972"/>
                  </a:moveTo>
                  <a:lnTo>
                    <a:pt x="1143000" y="2061972"/>
                  </a:lnTo>
                  <a:lnTo>
                    <a:pt x="1143000" y="2072640"/>
                  </a:lnTo>
                  <a:lnTo>
                    <a:pt x="1153668" y="2072640"/>
                  </a:lnTo>
                  <a:lnTo>
                    <a:pt x="1153668" y="2061972"/>
                  </a:lnTo>
                  <a:close/>
                </a:path>
                <a:path w="2372995" h="2144395">
                  <a:moveTo>
                    <a:pt x="1153668" y="1996440"/>
                  </a:moveTo>
                  <a:lnTo>
                    <a:pt x="1143000" y="1996440"/>
                  </a:lnTo>
                  <a:lnTo>
                    <a:pt x="1143000" y="2034540"/>
                  </a:lnTo>
                  <a:lnTo>
                    <a:pt x="1153668" y="2034540"/>
                  </a:lnTo>
                  <a:lnTo>
                    <a:pt x="1153668" y="1996440"/>
                  </a:lnTo>
                  <a:close/>
                </a:path>
                <a:path w="2372995" h="2144395">
                  <a:moveTo>
                    <a:pt x="1153668" y="1958340"/>
                  </a:moveTo>
                  <a:lnTo>
                    <a:pt x="1143000" y="1958340"/>
                  </a:lnTo>
                  <a:lnTo>
                    <a:pt x="1143000" y="1967484"/>
                  </a:lnTo>
                  <a:lnTo>
                    <a:pt x="1153668" y="1967484"/>
                  </a:lnTo>
                  <a:lnTo>
                    <a:pt x="1153668" y="1958340"/>
                  </a:lnTo>
                  <a:close/>
                </a:path>
                <a:path w="2372995" h="2144395">
                  <a:moveTo>
                    <a:pt x="1153668" y="1891284"/>
                  </a:moveTo>
                  <a:lnTo>
                    <a:pt x="1143000" y="1891284"/>
                  </a:lnTo>
                  <a:lnTo>
                    <a:pt x="1143000" y="1929384"/>
                  </a:lnTo>
                  <a:lnTo>
                    <a:pt x="1153668" y="1929384"/>
                  </a:lnTo>
                  <a:lnTo>
                    <a:pt x="1153668" y="1891284"/>
                  </a:lnTo>
                  <a:close/>
                </a:path>
                <a:path w="2372995" h="2144395">
                  <a:moveTo>
                    <a:pt x="1153668" y="1853184"/>
                  </a:moveTo>
                  <a:lnTo>
                    <a:pt x="1143000" y="1853184"/>
                  </a:lnTo>
                  <a:lnTo>
                    <a:pt x="1143000" y="1862328"/>
                  </a:lnTo>
                  <a:lnTo>
                    <a:pt x="1153668" y="1862328"/>
                  </a:lnTo>
                  <a:lnTo>
                    <a:pt x="1153668" y="1853184"/>
                  </a:lnTo>
                  <a:close/>
                </a:path>
                <a:path w="2372995" h="2144395">
                  <a:moveTo>
                    <a:pt x="1153668" y="1786115"/>
                  </a:moveTo>
                  <a:lnTo>
                    <a:pt x="1143000" y="1786115"/>
                  </a:lnTo>
                  <a:lnTo>
                    <a:pt x="1143000" y="1824215"/>
                  </a:lnTo>
                  <a:lnTo>
                    <a:pt x="1153668" y="1824215"/>
                  </a:lnTo>
                  <a:lnTo>
                    <a:pt x="1153668" y="1786115"/>
                  </a:lnTo>
                  <a:close/>
                </a:path>
                <a:path w="2372995" h="2144395">
                  <a:moveTo>
                    <a:pt x="1153668" y="1748015"/>
                  </a:moveTo>
                  <a:lnTo>
                    <a:pt x="1143000" y="1748015"/>
                  </a:lnTo>
                  <a:lnTo>
                    <a:pt x="1143000" y="1757159"/>
                  </a:lnTo>
                  <a:lnTo>
                    <a:pt x="1153668" y="1757159"/>
                  </a:lnTo>
                  <a:lnTo>
                    <a:pt x="1153668" y="1748015"/>
                  </a:lnTo>
                  <a:close/>
                </a:path>
                <a:path w="2372995" h="2144395">
                  <a:moveTo>
                    <a:pt x="1153668" y="1680959"/>
                  </a:moveTo>
                  <a:lnTo>
                    <a:pt x="1143000" y="1680959"/>
                  </a:lnTo>
                  <a:lnTo>
                    <a:pt x="1143000" y="1719059"/>
                  </a:lnTo>
                  <a:lnTo>
                    <a:pt x="1153668" y="1719059"/>
                  </a:lnTo>
                  <a:lnTo>
                    <a:pt x="1153668" y="1680959"/>
                  </a:lnTo>
                  <a:close/>
                </a:path>
                <a:path w="2372995" h="2144395">
                  <a:moveTo>
                    <a:pt x="1153668" y="1642859"/>
                  </a:moveTo>
                  <a:lnTo>
                    <a:pt x="1143000" y="1642859"/>
                  </a:lnTo>
                  <a:lnTo>
                    <a:pt x="1143000" y="1653527"/>
                  </a:lnTo>
                  <a:lnTo>
                    <a:pt x="1153668" y="1653527"/>
                  </a:lnTo>
                  <a:lnTo>
                    <a:pt x="1153668" y="1642859"/>
                  </a:lnTo>
                  <a:close/>
                </a:path>
                <a:path w="2372995" h="2144395">
                  <a:moveTo>
                    <a:pt x="1153668" y="1577327"/>
                  </a:moveTo>
                  <a:lnTo>
                    <a:pt x="1143000" y="1577327"/>
                  </a:lnTo>
                  <a:lnTo>
                    <a:pt x="1143000" y="1615427"/>
                  </a:lnTo>
                  <a:lnTo>
                    <a:pt x="1153668" y="1615427"/>
                  </a:lnTo>
                  <a:lnTo>
                    <a:pt x="1153668" y="1577327"/>
                  </a:lnTo>
                  <a:close/>
                </a:path>
                <a:path w="2372995" h="2144395">
                  <a:moveTo>
                    <a:pt x="1153668" y="1539227"/>
                  </a:moveTo>
                  <a:lnTo>
                    <a:pt x="1143000" y="1539227"/>
                  </a:lnTo>
                  <a:lnTo>
                    <a:pt x="1143000" y="1548371"/>
                  </a:lnTo>
                  <a:lnTo>
                    <a:pt x="1153668" y="1548371"/>
                  </a:lnTo>
                  <a:lnTo>
                    <a:pt x="1153668" y="1539227"/>
                  </a:lnTo>
                  <a:close/>
                </a:path>
                <a:path w="2372995" h="2144395">
                  <a:moveTo>
                    <a:pt x="1153668" y="1472171"/>
                  </a:moveTo>
                  <a:lnTo>
                    <a:pt x="1143000" y="1472171"/>
                  </a:lnTo>
                  <a:lnTo>
                    <a:pt x="1143000" y="1510271"/>
                  </a:lnTo>
                  <a:lnTo>
                    <a:pt x="1153668" y="1510271"/>
                  </a:lnTo>
                  <a:lnTo>
                    <a:pt x="1153668" y="1472171"/>
                  </a:lnTo>
                  <a:close/>
                </a:path>
                <a:path w="2372995" h="2144395">
                  <a:moveTo>
                    <a:pt x="1153668" y="1434071"/>
                  </a:moveTo>
                  <a:lnTo>
                    <a:pt x="1143000" y="1434071"/>
                  </a:lnTo>
                  <a:lnTo>
                    <a:pt x="1143000" y="1443215"/>
                  </a:lnTo>
                  <a:lnTo>
                    <a:pt x="1153668" y="1443215"/>
                  </a:lnTo>
                  <a:lnTo>
                    <a:pt x="1153668" y="1434071"/>
                  </a:lnTo>
                  <a:close/>
                </a:path>
                <a:path w="2372995" h="2144395">
                  <a:moveTo>
                    <a:pt x="1153668" y="1367015"/>
                  </a:moveTo>
                  <a:lnTo>
                    <a:pt x="1143000" y="1367015"/>
                  </a:lnTo>
                  <a:lnTo>
                    <a:pt x="1143000" y="1405115"/>
                  </a:lnTo>
                  <a:lnTo>
                    <a:pt x="1153668" y="1405115"/>
                  </a:lnTo>
                  <a:lnTo>
                    <a:pt x="1153668" y="1367015"/>
                  </a:lnTo>
                  <a:close/>
                </a:path>
                <a:path w="2372995" h="2144395">
                  <a:moveTo>
                    <a:pt x="1153668" y="1328915"/>
                  </a:moveTo>
                  <a:lnTo>
                    <a:pt x="1143000" y="1328915"/>
                  </a:lnTo>
                  <a:lnTo>
                    <a:pt x="1143000" y="1338059"/>
                  </a:lnTo>
                  <a:lnTo>
                    <a:pt x="1153668" y="1338059"/>
                  </a:lnTo>
                  <a:lnTo>
                    <a:pt x="1153668" y="1328915"/>
                  </a:lnTo>
                  <a:close/>
                </a:path>
                <a:path w="2372995" h="2144395">
                  <a:moveTo>
                    <a:pt x="1153668" y="1271016"/>
                  </a:moveTo>
                  <a:lnTo>
                    <a:pt x="1143000" y="1271016"/>
                  </a:lnTo>
                  <a:lnTo>
                    <a:pt x="1143000" y="1299972"/>
                  </a:lnTo>
                  <a:lnTo>
                    <a:pt x="1153668" y="1299972"/>
                  </a:lnTo>
                  <a:lnTo>
                    <a:pt x="1153668" y="1271016"/>
                  </a:lnTo>
                  <a:close/>
                </a:path>
                <a:path w="2372995" h="2144395">
                  <a:moveTo>
                    <a:pt x="1153668" y="633971"/>
                  </a:moveTo>
                  <a:lnTo>
                    <a:pt x="1143000" y="633971"/>
                  </a:lnTo>
                  <a:lnTo>
                    <a:pt x="1143000" y="672071"/>
                  </a:lnTo>
                  <a:lnTo>
                    <a:pt x="1153668" y="672071"/>
                  </a:lnTo>
                  <a:lnTo>
                    <a:pt x="1153668" y="633971"/>
                  </a:lnTo>
                  <a:close/>
                </a:path>
                <a:path w="2372995" h="2144395">
                  <a:moveTo>
                    <a:pt x="1153668" y="595871"/>
                  </a:moveTo>
                  <a:lnTo>
                    <a:pt x="1143000" y="595871"/>
                  </a:lnTo>
                  <a:lnTo>
                    <a:pt x="1143000" y="605015"/>
                  </a:lnTo>
                  <a:lnTo>
                    <a:pt x="1153668" y="605015"/>
                  </a:lnTo>
                  <a:lnTo>
                    <a:pt x="1153668" y="595871"/>
                  </a:lnTo>
                  <a:close/>
                </a:path>
                <a:path w="2372995" h="2144395">
                  <a:moveTo>
                    <a:pt x="1153668" y="528815"/>
                  </a:moveTo>
                  <a:lnTo>
                    <a:pt x="1143000" y="528815"/>
                  </a:lnTo>
                  <a:lnTo>
                    <a:pt x="1143000" y="566915"/>
                  </a:lnTo>
                  <a:lnTo>
                    <a:pt x="1153668" y="566915"/>
                  </a:lnTo>
                  <a:lnTo>
                    <a:pt x="1153668" y="528815"/>
                  </a:lnTo>
                  <a:close/>
                </a:path>
                <a:path w="2372995" h="2144395">
                  <a:moveTo>
                    <a:pt x="1153668" y="490715"/>
                  </a:moveTo>
                  <a:lnTo>
                    <a:pt x="1143000" y="490715"/>
                  </a:lnTo>
                  <a:lnTo>
                    <a:pt x="1143000" y="499859"/>
                  </a:lnTo>
                  <a:lnTo>
                    <a:pt x="1153668" y="499859"/>
                  </a:lnTo>
                  <a:lnTo>
                    <a:pt x="1153668" y="490715"/>
                  </a:lnTo>
                  <a:close/>
                </a:path>
                <a:path w="2372995" h="2144395">
                  <a:moveTo>
                    <a:pt x="1153668" y="423659"/>
                  </a:moveTo>
                  <a:lnTo>
                    <a:pt x="1143000" y="423659"/>
                  </a:lnTo>
                  <a:lnTo>
                    <a:pt x="1143000" y="461759"/>
                  </a:lnTo>
                  <a:lnTo>
                    <a:pt x="1153668" y="461759"/>
                  </a:lnTo>
                  <a:lnTo>
                    <a:pt x="1153668" y="423659"/>
                  </a:lnTo>
                  <a:close/>
                </a:path>
                <a:path w="2372995" h="2144395">
                  <a:moveTo>
                    <a:pt x="1153668" y="385559"/>
                  </a:moveTo>
                  <a:lnTo>
                    <a:pt x="1143000" y="385559"/>
                  </a:lnTo>
                  <a:lnTo>
                    <a:pt x="1143000" y="396227"/>
                  </a:lnTo>
                  <a:lnTo>
                    <a:pt x="1153668" y="396227"/>
                  </a:lnTo>
                  <a:lnTo>
                    <a:pt x="1153668" y="385559"/>
                  </a:lnTo>
                  <a:close/>
                </a:path>
                <a:path w="2372995" h="2144395">
                  <a:moveTo>
                    <a:pt x="1153668" y="320027"/>
                  </a:moveTo>
                  <a:lnTo>
                    <a:pt x="1143000" y="320027"/>
                  </a:lnTo>
                  <a:lnTo>
                    <a:pt x="1143000" y="358127"/>
                  </a:lnTo>
                  <a:lnTo>
                    <a:pt x="1153668" y="358127"/>
                  </a:lnTo>
                  <a:lnTo>
                    <a:pt x="1153668" y="320027"/>
                  </a:lnTo>
                  <a:close/>
                </a:path>
                <a:path w="2372995" h="2144395">
                  <a:moveTo>
                    <a:pt x="1153668" y="281927"/>
                  </a:moveTo>
                  <a:lnTo>
                    <a:pt x="1143000" y="281927"/>
                  </a:lnTo>
                  <a:lnTo>
                    <a:pt x="1143000" y="291071"/>
                  </a:lnTo>
                  <a:lnTo>
                    <a:pt x="1153668" y="291071"/>
                  </a:lnTo>
                  <a:lnTo>
                    <a:pt x="1153668" y="281927"/>
                  </a:lnTo>
                  <a:close/>
                </a:path>
                <a:path w="2372995" h="2144395">
                  <a:moveTo>
                    <a:pt x="1153668" y="214884"/>
                  </a:moveTo>
                  <a:lnTo>
                    <a:pt x="1143000" y="214884"/>
                  </a:lnTo>
                  <a:lnTo>
                    <a:pt x="1143000" y="252984"/>
                  </a:lnTo>
                  <a:lnTo>
                    <a:pt x="1153668" y="252984"/>
                  </a:lnTo>
                  <a:lnTo>
                    <a:pt x="1153668" y="214884"/>
                  </a:lnTo>
                  <a:close/>
                </a:path>
                <a:path w="2372995" h="2144395">
                  <a:moveTo>
                    <a:pt x="1153668" y="176784"/>
                  </a:moveTo>
                  <a:lnTo>
                    <a:pt x="1143000" y="176784"/>
                  </a:lnTo>
                  <a:lnTo>
                    <a:pt x="1143000" y="185928"/>
                  </a:lnTo>
                  <a:lnTo>
                    <a:pt x="1153668" y="185928"/>
                  </a:lnTo>
                  <a:lnTo>
                    <a:pt x="1153668" y="176784"/>
                  </a:lnTo>
                  <a:close/>
                </a:path>
                <a:path w="2372995" h="2144395">
                  <a:moveTo>
                    <a:pt x="1153668" y="109728"/>
                  </a:moveTo>
                  <a:lnTo>
                    <a:pt x="1143000" y="109728"/>
                  </a:lnTo>
                  <a:lnTo>
                    <a:pt x="1143000" y="147828"/>
                  </a:lnTo>
                  <a:lnTo>
                    <a:pt x="1153668" y="147828"/>
                  </a:lnTo>
                  <a:lnTo>
                    <a:pt x="1153668" y="109728"/>
                  </a:lnTo>
                  <a:close/>
                </a:path>
                <a:path w="2372995" h="2144395">
                  <a:moveTo>
                    <a:pt x="1153668" y="71628"/>
                  </a:moveTo>
                  <a:lnTo>
                    <a:pt x="1143000" y="71628"/>
                  </a:lnTo>
                  <a:lnTo>
                    <a:pt x="1143000" y="80772"/>
                  </a:lnTo>
                  <a:lnTo>
                    <a:pt x="1153668" y="80772"/>
                  </a:lnTo>
                  <a:lnTo>
                    <a:pt x="1153668" y="71628"/>
                  </a:lnTo>
                  <a:close/>
                </a:path>
                <a:path w="2372995" h="2144395">
                  <a:moveTo>
                    <a:pt x="2372868" y="0"/>
                  </a:moveTo>
                  <a:lnTo>
                    <a:pt x="2362200" y="0"/>
                  </a:lnTo>
                  <a:lnTo>
                    <a:pt x="2362200" y="10668"/>
                  </a:lnTo>
                  <a:lnTo>
                    <a:pt x="2362200" y="2133600"/>
                  </a:lnTo>
                  <a:lnTo>
                    <a:pt x="696468" y="2133600"/>
                  </a:lnTo>
                  <a:lnTo>
                    <a:pt x="696468" y="2100072"/>
                  </a:lnTo>
                  <a:lnTo>
                    <a:pt x="685800" y="2100072"/>
                  </a:lnTo>
                  <a:lnTo>
                    <a:pt x="685800" y="2133600"/>
                  </a:lnTo>
                  <a:lnTo>
                    <a:pt x="10668" y="2133600"/>
                  </a:lnTo>
                  <a:lnTo>
                    <a:pt x="10668" y="10668"/>
                  </a:lnTo>
                  <a:lnTo>
                    <a:pt x="685800" y="10668"/>
                  </a:lnTo>
                  <a:lnTo>
                    <a:pt x="685800" y="42672"/>
                  </a:lnTo>
                  <a:lnTo>
                    <a:pt x="696468" y="42672"/>
                  </a:lnTo>
                  <a:lnTo>
                    <a:pt x="696468" y="10668"/>
                  </a:lnTo>
                  <a:lnTo>
                    <a:pt x="1143000" y="10668"/>
                  </a:lnTo>
                  <a:lnTo>
                    <a:pt x="1143000" y="42672"/>
                  </a:lnTo>
                  <a:lnTo>
                    <a:pt x="1153668" y="42672"/>
                  </a:lnTo>
                  <a:lnTo>
                    <a:pt x="1153668" y="10668"/>
                  </a:lnTo>
                  <a:lnTo>
                    <a:pt x="2362200" y="10668"/>
                  </a:lnTo>
                  <a:lnTo>
                    <a:pt x="2362200" y="0"/>
                  </a:lnTo>
                  <a:lnTo>
                    <a:pt x="0" y="0"/>
                  </a:lnTo>
                  <a:lnTo>
                    <a:pt x="0" y="2144268"/>
                  </a:lnTo>
                  <a:lnTo>
                    <a:pt x="2372868" y="2144268"/>
                  </a:lnTo>
                  <a:lnTo>
                    <a:pt x="2372868" y="2138172"/>
                  </a:lnTo>
                  <a:lnTo>
                    <a:pt x="2372868" y="2133600"/>
                  </a:lnTo>
                  <a:lnTo>
                    <a:pt x="2372868" y="10668"/>
                  </a:lnTo>
                  <a:lnTo>
                    <a:pt x="2372868" y="4572"/>
                  </a:lnTo>
                  <a:lnTo>
                    <a:pt x="23728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00800" y="5100840"/>
              <a:ext cx="2277110" cy="1605280"/>
            </a:xfrm>
            <a:custGeom>
              <a:avLst/>
              <a:gdLst/>
              <a:ahLst/>
              <a:cxnLst/>
              <a:rect l="l" t="t" r="r" b="b"/>
              <a:pathLst>
                <a:path w="2277109" h="1605279">
                  <a:moveTo>
                    <a:pt x="38100" y="838200"/>
                  </a:moveTo>
                  <a:lnTo>
                    <a:pt x="0" y="838200"/>
                  </a:lnTo>
                  <a:lnTo>
                    <a:pt x="0" y="848868"/>
                  </a:lnTo>
                  <a:lnTo>
                    <a:pt x="38100" y="848868"/>
                  </a:lnTo>
                  <a:lnTo>
                    <a:pt x="38100" y="838200"/>
                  </a:lnTo>
                  <a:close/>
                </a:path>
                <a:path w="2277109" h="1605279">
                  <a:moveTo>
                    <a:pt x="38100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38100" y="10668"/>
                  </a:lnTo>
                  <a:lnTo>
                    <a:pt x="38100" y="0"/>
                  </a:lnTo>
                  <a:close/>
                </a:path>
                <a:path w="2277109" h="1605279">
                  <a:moveTo>
                    <a:pt x="76200" y="838200"/>
                  </a:moveTo>
                  <a:lnTo>
                    <a:pt x="67056" y="838200"/>
                  </a:lnTo>
                  <a:lnTo>
                    <a:pt x="67056" y="848868"/>
                  </a:lnTo>
                  <a:lnTo>
                    <a:pt x="76200" y="848868"/>
                  </a:lnTo>
                  <a:lnTo>
                    <a:pt x="76200" y="838200"/>
                  </a:lnTo>
                  <a:close/>
                </a:path>
                <a:path w="2277109" h="1605279">
                  <a:moveTo>
                    <a:pt x="76200" y="0"/>
                  </a:moveTo>
                  <a:lnTo>
                    <a:pt x="67056" y="0"/>
                  </a:lnTo>
                  <a:lnTo>
                    <a:pt x="67056" y="10668"/>
                  </a:lnTo>
                  <a:lnTo>
                    <a:pt x="76200" y="10668"/>
                  </a:lnTo>
                  <a:lnTo>
                    <a:pt x="76200" y="0"/>
                  </a:lnTo>
                  <a:close/>
                </a:path>
                <a:path w="2277109" h="1605279">
                  <a:moveTo>
                    <a:pt x="143256" y="838200"/>
                  </a:moveTo>
                  <a:lnTo>
                    <a:pt x="105156" y="838200"/>
                  </a:lnTo>
                  <a:lnTo>
                    <a:pt x="105156" y="848868"/>
                  </a:lnTo>
                  <a:lnTo>
                    <a:pt x="143256" y="848868"/>
                  </a:lnTo>
                  <a:lnTo>
                    <a:pt x="143256" y="838200"/>
                  </a:lnTo>
                  <a:close/>
                </a:path>
                <a:path w="2277109" h="1605279">
                  <a:moveTo>
                    <a:pt x="143256" y="0"/>
                  </a:moveTo>
                  <a:lnTo>
                    <a:pt x="105156" y="0"/>
                  </a:lnTo>
                  <a:lnTo>
                    <a:pt x="105156" y="10668"/>
                  </a:lnTo>
                  <a:lnTo>
                    <a:pt x="143256" y="10668"/>
                  </a:lnTo>
                  <a:lnTo>
                    <a:pt x="143256" y="0"/>
                  </a:lnTo>
                  <a:close/>
                </a:path>
                <a:path w="2277109" h="1605279">
                  <a:moveTo>
                    <a:pt x="181356" y="838200"/>
                  </a:moveTo>
                  <a:lnTo>
                    <a:pt x="172212" y="838200"/>
                  </a:lnTo>
                  <a:lnTo>
                    <a:pt x="172212" y="848868"/>
                  </a:lnTo>
                  <a:lnTo>
                    <a:pt x="181356" y="848868"/>
                  </a:lnTo>
                  <a:lnTo>
                    <a:pt x="181356" y="838200"/>
                  </a:lnTo>
                  <a:close/>
                </a:path>
                <a:path w="2277109" h="1605279">
                  <a:moveTo>
                    <a:pt x="181356" y="0"/>
                  </a:moveTo>
                  <a:lnTo>
                    <a:pt x="172212" y="0"/>
                  </a:lnTo>
                  <a:lnTo>
                    <a:pt x="172212" y="10668"/>
                  </a:lnTo>
                  <a:lnTo>
                    <a:pt x="181356" y="10668"/>
                  </a:lnTo>
                  <a:lnTo>
                    <a:pt x="181356" y="0"/>
                  </a:lnTo>
                  <a:close/>
                </a:path>
                <a:path w="2277109" h="1605279">
                  <a:moveTo>
                    <a:pt x="248412" y="838200"/>
                  </a:moveTo>
                  <a:lnTo>
                    <a:pt x="210312" y="838200"/>
                  </a:lnTo>
                  <a:lnTo>
                    <a:pt x="210312" y="848868"/>
                  </a:lnTo>
                  <a:lnTo>
                    <a:pt x="248412" y="848868"/>
                  </a:lnTo>
                  <a:lnTo>
                    <a:pt x="248412" y="838200"/>
                  </a:lnTo>
                  <a:close/>
                </a:path>
                <a:path w="2277109" h="1605279">
                  <a:moveTo>
                    <a:pt x="248412" y="0"/>
                  </a:moveTo>
                  <a:lnTo>
                    <a:pt x="210312" y="0"/>
                  </a:lnTo>
                  <a:lnTo>
                    <a:pt x="210312" y="10668"/>
                  </a:lnTo>
                  <a:lnTo>
                    <a:pt x="248412" y="10668"/>
                  </a:lnTo>
                  <a:lnTo>
                    <a:pt x="248412" y="0"/>
                  </a:lnTo>
                  <a:close/>
                </a:path>
                <a:path w="2277109" h="1605279">
                  <a:moveTo>
                    <a:pt x="286499" y="838200"/>
                  </a:moveTo>
                  <a:lnTo>
                    <a:pt x="277355" y="838200"/>
                  </a:lnTo>
                  <a:lnTo>
                    <a:pt x="277355" y="848868"/>
                  </a:lnTo>
                  <a:lnTo>
                    <a:pt x="286499" y="848868"/>
                  </a:lnTo>
                  <a:lnTo>
                    <a:pt x="286499" y="838200"/>
                  </a:lnTo>
                  <a:close/>
                </a:path>
                <a:path w="2277109" h="1605279">
                  <a:moveTo>
                    <a:pt x="286499" y="0"/>
                  </a:moveTo>
                  <a:lnTo>
                    <a:pt x="277355" y="0"/>
                  </a:lnTo>
                  <a:lnTo>
                    <a:pt x="277355" y="10668"/>
                  </a:lnTo>
                  <a:lnTo>
                    <a:pt x="286499" y="10668"/>
                  </a:lnTo>
                  <a:lnTo>
                    <a:pt x="286499" y="0"/>
                  </a:lnTo>
                  <a:close/>
                </a:path>
                <a:path w="2277109" h="1605279">
                  <a:moveTo>
                    <a:pt x="353555" y="838200"/>
                  </a:moveTo>
                  <a:lnTo>
                    <a:pt x="315455" y="838200"/>
                  </a:lnTo>
                  <a:lnTo>
                    <a:pt x="315455" y="848868"/>
                  </a:lnTo>
                  <a:lnTo>
                    <a:pt x="353555" y="848868"/>
                  </a:lnTo>
                  <a:lnTo>
                    <a:pt x="353555" y="838200"/>
                  </a:lnTo>
                  <a:close/>
                </a:path>
                <a:path w="2277109" h="1605279">
                  <a:moveTo>
                    <a:pt x="353555" y="0"/>
                  </a:moveTo>
                  <a:lnTo>
                    <a:pt x="315455" y="0"/>
                  </a:lnTo>
                  <a:lnTo>
                    <a:pt x="315455" y="10668"/>
                  </a:lnTo>
                  <a:lnTo>
                    <a:pt x="353555" y="10668"/>
                  </a:lnTo>
                  <a:lnTo>
                    <a:pt x="353555" y="0"/>
                  </a:lnTo>
                  <a:close/>
                </a:path>
                <a:path w="2277109" h="1605279">
                  <a:moveTo>
                    <a:pt x="391655" y="838200"/>
                  </a:moveTo>
                  <a:lnTo>
                    <a:pt x="380987" y="838200"/>
                  </a:lnTo>
                  <a:lnTo>
                    <a:pt x="380987" y="848868"/>
                  </a:lnTo>
                  <a:lnTo>
                    <a:pt x="391655" y="848868"/>
                  </a:lnTo>
                  <a:lnTo>
                    <a:pt x="391655" y="838200"/>
                  </a:lnTo>
                  <a:close/>
                </a:path>
                <a:path w="2277109" h="1605279">
                  <a:moveTo>
                    <a:pt x="391655" y="0"/>
                  </a:moveTo>
                  <a:lnTo>
                    <a:pt x="380987" y="0"/>
                  </a:lnTo>
                  <a:lnTo>
                    <a:pt x="380987" y="10668"/>
                  </a:lnTo>
                  <a:lnTo>
                    <a:pt x="391655" y="10668"/>
                  </a:lnTo>
                  <a:lnTo>
                    <a:pt x="391655" y="0"/>
                  </a:lnTo>
                  <a:close/>
                </a:path>
                <a:path w="2277109" h="1605279">
                  <a:moveTo>
                    <a:pt x="457187" y="838200"/>
                  </a:moveTo>
                  <a:lnTo>
                    <a:pt x="419087" y="838200"/>
                  </a:lnTo>
                  <a:lnTo>
                    <a:pt x="419087" y="848868"/>
                  </a:lnTo>
                  <a:lnTo>
                    <a:pt x="457187" y="848868"/>
                  </a:lnTo>
                  <a:lnTo>
                    <a:pt x="457187" y="838200"/>
                  </a:lnTo>
                  <a:close/>
                </a:path>
                <a:path w="2277109" h="1605279">
                  <a:moveTo>
                    <a:pt x="457187" y="0"/>
                  </a:moveTo>
                  <a:lnTo>
                    <a:pt x="419087" y="0"/>
                  </a:lnTo>
                  <a:lnTo>
                    <a:pt x="419087" y="10668"/>
                  </a:lnTo>
                  <a:lnTo>
                    <a:pt x="457187" y="10668"/>
                  </a:lnTo>
                  <a:lnTo>
                    <a:pt x="457187" y="0"/>
                  </a:lnTo>
                  <a:close/>
                </a:path>
                <a:path w="2277109" h="1605279">
                  <a:moveTo>
                    <a:pt x="495287" y="838200"/>
                  </a:moveTo>
                  <a:lnTo>
                    <a:pt x="486143" y="838200"/>
                  </a:lnTo>
                  <a:lnTo>
                    <a:pt x="486143" y="848868"/>
                  </a:lnTo>
                  <a:lnTo>
                    <a:pt x="495287" y="848868"/>
                  </a:lnTo>
                  <a:lnTo>
                    <a:pt x="495287" y="838200"/>
                  </a:lnTo>
                  <a:close/>
                </a:path>
                <a:path w="2277109" h="1605279">
                  <a:moveTo>
                    <a:pt x="495287" y="0"/>
                  </a:moveTo>
                  <a:lnTo>
                    <a:pt x="486143" y="0"/>
                  </a:lnTo>
                  <a:lnTo>
                    <a:pt x="486143" y="10668"/>
                  </a:lnTo>
                  <a:lnTo>
                    <a:pt x="495287" y="10668"/>
                  </a:lnTo>
                  <a:lnTo>
                    <a:pt x="495287" y="0"/>
                  </a:lnTo>
                  <a:close/>
                </a:path>
                <a:path w="2277109" h="1605279">
                  <a:moveTo>
                    <a:pt x="562343" y="838200"/>
                  </a:moveTo>
                  <a:lnTo>
                    <a:pt x="524243" y="838200"/>
                  </a:lnTo>
                  <a:lnTo>
                    <a:pt x="524243" y="848868"/>
                  </a:lnTo>
                  <a:lnTo>
                    <a:pt x="562343" y="848868"/>
                  </a:lnTo>
                  <a:lnTo>
                    <a:pt x="562343" y="838200"/>
                  </a:lnTo>
                  <a:close/>
                </a:path>
                <a:path w="2277109" h="1605279">
                  <a:moveTo>
                    <a:pt x="562343" y="0"/>
                  </a:moveTo>
                  <a:lnTo>
                    <a:pt x="524243" y="0"/>
                  </a:lnTo>
                  <a:lnTo>
                    <a:pt x="524243" y="10668"/>
                  </a:lnTo>
                  <a:lnTo>
                    <a:pt x="562343" y="10668"/>
                  </a:lnTo>
                  <a:lnTo>
                    <a:pt x="562343" y="0"/>
                  </a:lnTo>
                  <a:close/>
                </a:path>
                <a:path w="2277109" h="1605279">
                  <a:moveTo>
                    <a:pt x="600443" y="838200"/>
                  </a:moveTo>
                  <a:lnTo>
                    <a:pt x="591299" y="838200"/>
                  </a:lnTo>
                  <a:lnTo>
                    <a:pt x="591299" y="848868"/>
                  </a:lnTo>
                  <a:lnTo>
                    <a:pt x="600443" y="848868"/>
                  </a:lnTo>
                  <a:lnTo>
                    <a:pt x="600443" y="838200"/>
                  </a:lnTo>
                  <a:close/>
                </a:path>
                <a:path w="2277109" h="1605279">
                  <a:moveTo>
                    <a:pt x="600443" y="0"/>
                  </a:moveTo>
                  <a:lnTo>
                    <a:pt x="591299" y="0"/>
                  </a:lnTo>
                  <a:lnTo>
                    <a:pt x="591299" y="10668"/>
                  </a:lnTo>
                  <a:lnTo>
                    <a:pt x="600443" y="10668"/>
                  </a:lnTo>
                  <a:lnTo>
                    <a:pt x="600443" y="0"/>
                  </a:lnTo>
                  <a:close/>
                </a:path>
                <a:path w="2277109" h="1605279">
                  <a:moveTo>
                    <a:pt x="667499" y="838200"/>
                  </a:moveTo>
                  <a:lnTo>
                    <a:pt x="629399" y="838200"/>
                  </a:lnTo>
                  <a:lnTo>
                    <a:pt x="629399" y="848868"/>
                  </a:lnTo>
                  <a:lnTo>
                    <a:pt x="667499" y="848868"/>
                  </a:lnTo>
                  <a:lnTo>
                    <a:pt x="667499" y="838200"/>
                  </a:lnTo>
                  <a:close/>
                </a:path>
                <a:path w="2277109" h="1605279">
                  <a:moveTo>
                    <a:pt x="667499" y="0"/>
                  </a:moveTo>
                  <a:lnTo>
                    <a:pt x="629399" y="0"/>
                  </a:lnTo>
                  <a:lnTo>
                    <a:pt x="629399" y="10668"/>
                  </a:lnTo>
                  <a:lnTo>
                    <a:pt x="667499" y="10668"/>
                  </a:lnTo>
                  <a:lnTo>
                    <a:pt x="667499" y="0"/>
                  </a:lnTo>
                  <a:close/>
                </a:path>
                <a:path w="2277109" h="1605279">
                  <a:moveTo>
                    <a:pt x="705599" y="838200"/>
                  </a:moveTo>
                  <a:lnTo>
                    <a:pt x="696455" y="838200"/>
                  </a:lnTo>
                  <a:lnTo>
                    <a:pt x="696455" y="848868"/>
                  </a:lnTo>
                  <a:lnTo>
                    <a:pt x="705599" y="848868"/>
                  </a:lnTo>
                  <a:lnTo>
                    <a:pt x="705599" y="838200"/>
                  </a:lnTo>
                  <a:close/>
                </a:path>
                <a:path w="2277109" h="1605279">
                  <a:moveTo>
                    <a:pt x="705599" y="0"/>
                  </a:moveTo>
                  <a:lnTo>
                    <a:pt x="696455" y="0"/>
                  </a:lnTo>
                  <a:lnTo>
                    <a:pt x="696455" y="10668"/>
                  </a:lnTo>
                  <a:lnTo>
                    <a:pt x="705599" y="10668"/>
                  </a:lnTo>
                  <a:lnTo>
                    <a:pt x="705599" y="0"/>
                  </a:lnTo>
                  <a:close/>
                </a:path>
                <a:path w="2277109" h="1605279">
                  <a:moveTo>
                    <a:pt x="772655" y="838200"/>
                  </a:moveTo>
                  <a:lnTo>
                    <a:pt x="734555" y="838200"/>
                  </a:lnTo>
                  <a:lnTo>
                    <a:pt x="734555" y="848868"/>
                  </a:lnTo>
                  <a:lnTo>
                    <a:pt x="772655" y="848868"/>
                  </a:lnTo>
                  <a:lnTo>
                    <a:pt x="772655" y="838200"/>
                  </a:lnTo>
                  <a:close/>
                </a:path>
                <a:path w="2277109" h="1605279">
                  <a:moveTo>
                    <a:pt x="772655" y="0"/>
                  </a:moveTo>
                  <a:lnTo>
                    <a:pt x="734555" y="0"/>
                  </a:lnTo>
                  <a:lnTo>
                    <a:pt x="734555" y="10668"/>
                  </a:lnTo>
                  <a:lnTo>
                    <a:pt x="772655" y="10668"/>
                  </a:lnTo>
                  <a:lnTo>
                    <a:pt x="772655" y="0"/>
                  </a:lnTo>
                  <a:close/>
                </a:path>
                <a:path w="2277109" h="1605279">
                  <a:moveTo>
                    <a:pt x="810768" y="838200"/>
                  </a:moveTo>
                  <a:lnTo>
                    <a:pt x="800100" y="838200"/>
                  </a:lnTo>
                  <a:lnTo>
                    <a:pt x="800100" y="848868"/>
                  </a:lnTo>
                  <a:lnTo>
                    <a:pt x="810768" y="848868"/>
                  </a:lnTo>
                  <a:lnTo>
                    <a:pt x="810768" y="838200"/>
                  </a:lnTo>
                  <a:close/>
                </a:path>
                <a:path w="2277109" h="1605279">
                  <a:moveTo>
                    <a:pt x="810768" y="0"/>
                  </a:moveTo>
                  <a:lnTo>
                    <a:pt x="800100" y="0"/>
                  </a:lnTo>
                  <a:lnTo>
                    <a:pt x="800100" y="10668"/>
                  </a:lnTo>
                  <a:lnTo>
                    <a:pt x="810768" y="10668"/>
                  </a:lnTo>
                  <a:lnTo>
                    <a:pt x="810768" y="0"/>
                  </a:lnTo>
                  <a:close/>
                </a:path>
                <a:path w="2277109" h="1605279">
                  <a:moveTo>
                    <a:pt x="876300" y="838200"/>
                  </a:moveTo>
                  <a:lnTo>
                    <a:pt x="838200" y="838200"/>
                  </a:lnTo>
                  <a:lnTo>
                    <a:pt x="838200" y="848868"/>
                  </a:lnTo>
                  <a:lnTo>
                    <a:pt x="876300" y="848868"/>
                  </a:lnTo>
                  <a:lnTo>
                    <a:pt x="876300" y="838200"/>
                  </a:lnTo>
                  <a:close/>
                </a:path>
                <a:path w="2277109" h="1605279">
                  <a:moveTo>
                    <a:pt x="876300" y="0"/>
                  </a:moveTo>
                  <a:lnTo>
                    <a:pt x="838200" y="0"/>
                  </a:lnTo>
                  <a:lnTo>
                    <a:pt x="838200" y="10668"/>
                  </a:lnTo>
                  <a:lnTo>
                    <a:pt x="876300" y="10668"/>
                  </a:lnTo>
                  <a:lnTo>
                    <a:pt x="876300" y="0"/>
                  </a:lnTo>
                  <a:close/>
                </a:path>
                <a:path w="2277109" h="1605279">
                  <a:moveTo>
                    <a:pt x="914400" y="838200"/>
                  </a:moveTo>
                  <a:lnTo>
                    <a:pt x="905256" y="838200"/>
                  </a:lnTo>
                  <a:lnTo>
                    <a:pt x="905256" y="848868"/>
                  </a:lnTo>
                  <a:lnTo>
                    <a:pt x="914400" y="848868"/>
                  </a:lnTo>
                  <a:lnTo>
                    <a:pt x="914400" y="838200"/>
                  </a:lnTo>
                  <a:close/>
                </a:path>
                <a:path w="2277109" h="1605279">
                  <a:moveTo>
                    <a:pt x="914400" y="0"/>
                  </a:moveTo>
                  <a:lnTo>
                    <a:pt x="905256" y="0"/>
                  </a:lnTo>
                  <a:lnTo>
                    <a:pt x="905256" y="10668"/>
                  </a:lnTo>
                  <a:lnTo>
                    <a:pt x="914400" y="10668"/>
                  </a:lnTo>
                  <a:lnTo>
                    <a:pt x="914400" y="0"/>
                  </a:lnTo>
                  <a:close/>
                </a:path>
                <a:path w="2277109" h="1605279">
                  <a:moveTo>
                    <a:pt x="981456" y="838200"/>
                  </a:moveTo>
                  <a:lnTo>
                    <a:pt x="943356" y="838200"/>
                  </a:lnTo>
                  <a:lnTo>
                    <a:pt x="943356" y="848868"/>
                  </a:lnTo>
                  <a:lnTo>
                    <a:pt x="981456" y="848868"/>
                  </a:lnTo>
                  <a:lnTo>
                    <a:pt x="981456" y="838200"/>
                  </a:lnTo>
                  <a:close/>
                </a:path>
                <a:path w="2277109" h="1605279">
                  <a:moveTo>
                    <a:pt x="981456" y="0"/>
                  </a:moveTo>
                  <a:lnTo>
                    <a:pt x="943356" y="0"/>
                  </a:lnTo>
                  <a:lnTo>
                    <a:pt x="943356" y="10668"/>
                  </a:lnTo>
                  <a:lnTo>
                    <a:pt x="981456" y="10668"/>
                  </a:lnTo>
                  <a:lnTo>
                    <a:pt x="981456" y="0"/>
                  </a:lnTo>
                  <a:close/>
                </a:path>
                <a:path w="2277109" h="1605279">
                  <a:moveTo>
                    <a:pt x="1019556" y="838200"/>
                  </a:moveTo>
                  <a:lnTo>
                    <a:pt x="1010412" y="838200"/>
                  </a:lnTo>
                  <a:lnTo>
                    <a:pt x="1010412" y="848868"/>
                  </a:lnTo>
                  <a:lnTo>
                    <a:pt x="1019556" y="848868"/>
                  </a:lnTo>
                  <a:lnTo>
                    <a:pt x="1019556" y="838200"/>
                  </a:lnTo>
                  <a:close/>
                </a:path>
                <a:path w="2277109" h="1605279">
                  <a:moveTo>
                    <a:pt x="1019556" y="0"/>
                  </a:moveTo>
                  <a:lnTo>
                    <a:pt x="1010412" y="0"/>
                  </a:lnTo>
                  <a:lnTo>
                    <a:pt x="1010412" y="10668"/>
                  </a:lnTo>
                  <a:lnTo>
                    <a:pt x="1019556" y="10668"/>
                  </a:lnTo>
                  <a:lnTo>
                    <a:pt x="1019556" y="0"/>
                  </a:lnTo>
                  <a:close/>
                </a:path>
                <a:path w="2277109" h="1605279">
                  <a:moveTo>
                    <a:pt x="1086612" y="838200"/>
                  </a:moveTo>
                  <a:lnTo>
                    <a:pt x="1048512" y="838200"/>
                  </a:lnTo>
                  <a:lnTo>
                    <a:pt x="1048512" y="848868"/>
                  </a:lnTo>
                  <a:lnTo>
                    <a:pt x="1086612" y="848868"/>
                  </a:lnTo>
                  <a:lnTo>
                    <a:pt x="1086612" y="838200"/>
                  </a:lnTo>
                  <a:close/>
                </a:path>
                <a:path w="2277109" h="1605279">
                  <a:moveTo>
                    <a:pt x="1086612" y="0"/>
                  </a:moveTo>
                  <a:lnTo>
                    <a:pt x="1048512" y="0"/>
                  </a:lnTo>
                  <a:lnTo>
                    <a:pt x="1048512" y="10668"/>
                  </a:lnTo>
                  <a:lnTo>
                    <a:pt x="1086612" y="10668"/>
                  </a:lnTo>
                  <a:lnTo>
                    <a:pt x="1086612" y="0"/>
                  </a:lnTo>
                  <a:close/>
                </a:path>
                <a:path w="2277109" h="1605279">
                  <a:moveTo>
                    <a:pt x="1124712" y="838200"/>
                  </a:moveTo>
                  <a:lnTo>
                    <a:pt x="1115568" y="838200"/>
                  </a:lnTo>
                  <a:lnTo>
                    <a:pt x="1115568" y="848868"/>
                  </a:lnTo>
                  <a:lnTo>
                    <a:pt x="1124712" y="848868"/>
                  </a:lnTo>
                  <a:lnTo>
                    <a:pt x="1124712" y="838200"/>
                  </a:lnTo>
                  <a:close/>
                </a:path>
                <a:path w="2277109" h="1605279">
                  <a:moveTo>
                    <a:pt x="1124712" y="0"/>
                  </a:moveTo>
                  <a:lnTo>
                    <a:pt x="1115568" y="0"/>
                  </a:lnTo>
                  <a:lnTo>
                    <a:pt x="1115568" y="10668"/>
                  </a:lnTo>
                  <a:lnTo>
                    <a:pt x="1124712" y="10668"/>
                  </a:lnTo>
                  <a:lnTo>
                    <a:pt x="1124712" y="0"/>
                  </a:lnTo>
                  <a:close/>
                </a:path>
                <a:path w="2277109" h="1605279">
                  <a:moveTo>
                    <a:pt x="1149096" y="1566672"/>
                  </a:moveTo>
                  <a:lnTo>
                    <a:pt x="1138428" y="1566672"/>
                  </a:lnTo>
                  <a:lnTo>
                    <a:pt x="1138428" y="1604772"/>
                  </a:lnTo>
                  <a:lnTo>
                    <a:pt x="1149096" y="1604772"/>
                  </a:lnTo>
                  <a:lnTo>
                    <a:pt x="1149096" y="1566672"/>
                  </a:lnTo>
                  <a:close/>
                </a:path>
                <a:path w="2277109" h="1605279">
                  <a:moveTo>
                    <a:pt x="1149096" y="1528572"/>
                  </a:moveTo>
                  <a:lnTo>
                    <a:pt x="1138428" y="1528572"/>
                  </a:lnTo>
                  <a:lnTo>
                    <a:pt x="1138428" y="1539240"/>
                  </a:lnTo>
                  <a:lnTo>
                    <a:pt x="1149096" y="1539240"/>
                  </a:lnTo>
                  <a:lnTo>
                    <a:pt x="1149096" y="1528572"/>
                  </a:lnTo>
                  <a:close/>
                </a:path>
                <a:path w="2277109" h="1605279">
                  <a:moveTo>
                    <a:pt x="1191768" y="838200"/>
                  </a:moveTo>
                  <a:lnTo>
                    <a:pt x="1153668" y="838200"/>
                  </a:lnTo>
                  <a:lnTo>
                    <a:pt x="1153668" y="848868"/>
                  </a:lnTo>
                  <a:lnTo>
                    <a:pt x="1191768" y="848868"/>
                  </a:lnTo>
                  <a:lnTo>
                    <a:pt x="1191768" y="838200"/>
                  </a:lnTo>
                  <a:close/>
                </a:path>
                <a:path w="2277109" h="1605279">
                  <a:moveTo>
                    <a:pt x="1191768" y="0"/>
                  </a:moveTo>
                  <a:lnTo>
                    <a:pt x="1153668" y="0"/>
                  </a:lnTo>
                  <a:lnTo>
                    <a:pt x="1153668" y="10668"/>
                  </a:lnTo>
                  <a:lnTo>
                    <a:pt x="1191768" y="10668"/>
                  </a:lnTo>
                  <a:lnTo>
                    <a:pt x="1191768" y="0"/>
                  </a:lnTo>
                  <a:close/>
                </a:path>
                <a:path w="2277109" h="1605279">
                  <a:moveTo>
                    <a:pt x="1229868" y="838200"/>
                  </a:moveTo>
                  <a:lnTo>
                    <a:pt x="1219200" y="838200"/>
                  </a:lnTo>
                  <a:lnTo>
                    <a:pt x="1219200" y="848868"/>
                  </a:lnTo>
                  <a:lnTo>
                    <a:pt x="1229868" y="848868"/>
                  </a:lnTo>
                  <a:lnTo>
                    <a:pt x="1229868" y="838200"/>
                  </a:lnTo>
                  <a:close/>
                </a:path>
                <a:path w="2277109" h="1605279">
                  <a:moveTo>
                    <a:pt x="1229868" y="0"/>
                  </a:moveTo>
                  <a:lnTo>
                    <a:pt x="1219200" y="0"/>
                  </a:lnTo>
                  <a:lnTo>
                    <a:pt x="1219200" y="10668"/>
                  </a:lnTo>
                  <a:lnTo>
                    <a:pt x="1229868" y="10668"/>
                  </a:lnTo>
                  <a:lnTo>
                    <a:pt x="1229868" y="0"/>
                  </a:lnTo>
                  <a:close/>
                </a:path>
                <a:path w="2277109" h="1605279">
                  <a:moveTo>
                    <a:pt x="1295400" y="838200"/>
                  </a:moveTo>
                  <a:lnTo>
                    <a:pt x="1257300" y="838200"/>
                  </a:lnTo>
                  <a:lnTo>
                    <a:pt x="1257300" y="848868"/>
                  </a:lnTo>
                  <a:lnTo>
                    <a:pt x="1295400" y="848868"/>
                  </a:lnTo>
                  <a:lnTo>
                    <a:pt x="1295400" y="838200"/>
                  </a:lnTo>
                  <a:close/>
                </a:path>
                <a:path w="2277109" h="1605279">
                  <a:moveTo>
                    <a:pt x="1295400" y="0"/>
                  </a:moveTo>
                  <a:lnTo>
                    <a:pt x="1257300" y="0"/>
                  </a:lnTo>
                  <a:lnTo>
                    <a:pt x="1257300" y="10668"/>
                  </a:lnTo>
                  <a:lnTo>
                    <a:pt x="1295400" y="10668"/>
                  </a:lnTo>
                  <a:lnTo>
                    <a:pt x="1295400" y="0"/>
                  </a:lnTo>
                  <a:close/>
                </a:path>
                <a:path w="2277109" h="1605279">
                  <a:moveTo>
                    <a:pt x="1333487" y="0"/>
                  </a:moveTo>
                  <a:lnTo>
                    <a:pt x="1324343" y="0"/>
                  </a:lnTo>
                  <a:lnTo>
                    <a:pt x="1324343" y="10668"/>
                  </a:lnTo>
                  <a:lnTo>
                    <a:pt x="1333487" y="10668"/>
                  </a:lnTo>
                  <a:lnTo>
                    <a:pt x="1333487" y="0"/>
                  </a:lnTo>
                  <a:close/>
                </a:path>
                <a:path w="2277109" h="1605279">
                  <a:moveTo>
                    <a:pt x="1400543" y="0"/>
                  </a:moveTo>
                  <a:lnTo>
                    <a:pt x="1362443" y="0"/>
                  </a:lnTo>
                  <a:lnTo>
                    <a:pt x="1362443" y="10668"/>
                  </a:lnTo>
                  <a:lnTo>
                    <a:pt x="1400543" y="10668"/>
                  </a:lnTo>
                  <a:lnTo>
                    <a:pt x="1400543" y="0"/>
                  </a:lnTo>
                  <a:close/>
                </a:path>
                <a:path w="2277109" h="1605279">
                  <a:moveTo>
                    <a:pt x="1438643" y="0"/>
                  </a:moveTo>
                  <a:lnTo>
                    <a:pt x="1429499" y="0"/>
                  </a:lnTo>
                  <a:lnTo>
                    <a:pt x="1429499" y="10668"/>
                  </a:lnTo>
                  <a:lnTo>
                    <a:pt x="1438643" y="10668"/>
                  </a:lnTo>
                  <a:lnTo>
                    <a:pt x="1438643" y="0"/>
                  </a:lnTo>
                  <a:close/>
                </a:path>
                <a:path w="2277109" h="1605279">
                  <a:moveTo>
                    <a:pt x="1505699" y="0"/>
                  </a:moveTo>
                  <a:lnTo>
                    <a:pt x="1467599" y="0"/>
                  </a:lnTo>
                  <a:lnTo>
                    <a:pt x="1467599" y="10668"/>
                  </a:lnTo>
                  <a:lnTo>
                    <a:pt x="1505699" y="10668"/>
                  </a:lnTo>
                  <a:lnTo>
                    <a:pt x="1505699" y="0"/>
                  </a:lnTo>
                  <a:close/>
                </a:path>
                <a:path w="2277109" h="1605279">
                  <a:moveTo>
                    <a:pt x="1543799" y="0"/>
                  </a:moveTo>
                  <a:lnTo>
                    <a:pt x="1534655" y="0"/>
                  </a:lnTo>
                  <a:lnTo>
                    <a:pt x="1534655" y="10668"/>
                  </a:lnTo>
                  <a:lnTo>
                    <a:pt x="1543799" y="10668"/>
                  </a:lnTo>
                  <a:lnTo>
                    <a:pt x="1543799" y="0"/>
                  </a:lnTo>
                  <a:close/>
                </a:path>
                <a:path w="2277109" h="1605279">
                  <a:moveTo>
                    <a:pt x="1610855" y="0"/>
                  </a:moveTo>
                  <a:lnTo>
                    <a:pt x="1572755" y="0"/>
                  </a:lnTo>
                  <a:lnTo>
                    <a:pt x="1572755" y="10668"/>
                  </a:lnTo>
                  <a:lnTo>
                    <a:pt x="1610855" y="10668"/>
                  </a:lnTo>
                  <a:lnTo>
                    <a:pt x="1610855" y="0"/>
                  </a:lnTo>
                  <a:close/>
                </a:path>
                <a:path w="2277109" h="1605279">
                  <a:moveTo>
                    <a:pt x="1648955" y="0"/>
                  </a:moveTo>
                  <a:lnTo>
                    <a:pt x="1638287" y="0"/>
                  </a:lnTo>
                  <a:lnTo>
                    <a:pt x="1638287" y="10668"/>
                  </a:lnTo>
                  <a:lnTo>
                    <a:pt x="1648955" y="10668"/>
                  </a:lnTo>
                  <a:lnTo>
                    <a:pt x="1648955" y="0"/>
                  </a:lnTo>
                  <a:close/>
                </a:path>
                <a:path w="2277109" h="1605279">
                  <a:moveTo>
                    <a:pt x="1714487" y="0"/>
                  </a:moveTo>
                  <a:lnTo>
                    <a:pt x="1676387" y="0"/>
                  </a:lnTo>
                  <a:lnTo>
                    <a:pt x="1676387" y="10668"/>
                  </a:lnTo>
                  <a:lnTo>
                    <a:pt x="1714487" y="10668"/>
                  </a:lnTo>
                  <a:lnTo>
                    <a:pt x="1714487" y="0"/>
                  </a:lnTo>
                  <a:close/>
                </a:path>
                <a:path w="2277109" h="1605279">
                  <a:moveTo>
                    <a:pt x="1752587" y="0"/>
                  </a:moveTo>
                  <a:lnTo>
                    <a:pt x="1743443" y="0"/>
                  </a:lnTo>
                  <a:lnTo>
                    <a:pt x="1743443" y="10668"/>
                  </a:lnTo>
                  <a:lnTo>
                    <a:pt x="1752587" y="10668"/>
                  </a:lnTo>
                  <a:lnTo>
                    <a:pt x="1752587" y="0"/>
                  </a:lnTo>
                  <a:close/>
                </a:path>
                <a:path w="2277109" h="1605279">
                  <a:moveTo>
                    <a:pt x="1819643" y="0"/>
                  </a:moveTo>
                  <a:lnTo>
                    <a:pt x="1781543" y="0"/>
                  </a:lnTo>
                  <a:lnTo>
                    <a:pt x="1781543" y="10668"/>
                  </a:lnTo>
                  <a:lnTo>
                    <a:pt x="1819643" y="10668"/>
                  </a:lnTo>
                  <a:lnTo>
                    <a:pt x="1819643" y="0"/>
                  </a:lnTo>
                  <a:close/>
                </a:path>
                <a:path w="2277109" h="1605279">
                  <a:moveTo>
                    <a:pt x="1857756" y="0"/>
                  </a:moveTo>
                  <a:lnTo>
                    <a:pt x="1848612" y="0"/>
                  </a:lnTo>
                  <a:lnTo>
                    <a:pt x="1848612" y="10668"/>
                  </a:lnTo>
                  <a:lnTo>
                    <a:pt x="1857756" y="10668"/>
                  </a:lnTo>
                  <a:lnTo>
                    <a:pt x="1857756" y="0"/>
                  </a:lnTo>
                  <a:close/>
                </a:path>
                <a:path w="2277109" h="1605279">
                  <a:moveTo>
                    <a:pt x="1924812" y="0"/>
                  </a:moveTo>
                  <a:lnTo>
                    <a:pt x="1886712" y="0"/>
                  </a:lnTo>
                  <a:lnTo>
                    <a:pt x="1886712" y="10668"/>
                  </a:lnTo>
                  <a:lnTo>
                    <a:pt x="1924812" y="10668"/>
                  </a:lnTo>
                  <a:lnTo>
                    <a:pt x="1924812" y="0"/>
                  </a:lnTo>
                  <a:close/>
                </a:path>
                <a:path w="2277109" h="1605279">
                  <a:moveTo>
                    <a:pt x="1962912" y="0"/>
                  </a:moveTo>
                  <a:lnTo>
                    <a:pt x="1953768" y="0"/>
                  </a:lnTo>
                  <a:lnTo>
                    <a:pt x="1953768" y="10668"/>
                  </a:lnTo>
                  <a:lnTo>
                    <a:pt x="1962912" y="10668"/>
                  </a:lnTo>
                  <a:lnTo>
                    <a:pt x="1962912" y="0"/>
                  </a:lnTo>
                  <a:close/>
                </a:path>
                <a:path w="2277109" h="1605279">
                  <a:moveTo>
                    <a:pt x="2029968" y="0"/>
                  </a:moveTo>
                  <a:lnTo>
                    <a:pt x="1991868" y="0"/>
                  </a:lnTo>
                  <a:lnTo>
                    <a:pt x="1991868" y="10668"/>
                  </a:lnTo>
                  <a:lnTo>
                    <a:pt x="2029968" y="10668"/>
                  </a:lnTo>
                  <a:lnTo>
                    <a:pt x="2029968" y="0"/>
                  </a:lnTo>
                  <a:close/>
                </a:path>
                <a:path w="2277109" h="1605279">
                  <a:moveTo>
                    <a:pt x="2068068" y="0"/>
                  </a:moveTo>
                  <a:lnTo>
                    <a:pt x="2057400" y="0"/>
                  </a:lnTo>
                  <a:lnTo>
                    <a:pt x="2057400" y="10668"/>
                  </a:lnTo>
                  <a:lnTo>
                    <a:pt x="2068068" y="10668"/>
                  </a:lnTo>
                  <a:lnTo>
                    <a:pt x="2068068" y="0"/>
                  </a:lnTo>
                  <a:close/>
                </a:path>
                <a:path w="2277109" h="1605279">
                  <a:moveTo>
                    <a:pt x="2133600" y="0"/>
                  </a:moveTo>
                  <a:lnTo>
                    <a:pt x="2095500" y="0"/>
                  </a:lnTo>
                  <a:lnTo>
                    <a:pt x="2095500" y="10668"/>
                  </a:lnTo>
                  <a:lnTo>
                    <a:pt x="2133600" y="10668"/>
                  </a:lnTo>
                  <a:lnTo>
                    <a:pt x="2133600" y="0"/>
                  </a:lnTo>
                  <a:close/>
                </a:path>
                <a:path w="2277109" h="1605279">
                  <a:moveTo>
                    <a:pt x="2171700" y="0"/>
                  </a:moveTo>
                  <a:lnTo>
                    <a:pt x="2162556" y="0"/>
                  </a:lnTo>
                  <a:lnTo>
                    <a:pt x="2162556" y="10668"/>
                  </a:lnTo>
                  <a:lnTo>
                    <a:pt x="2171700" y="10668"/>
                  </a:lnTo>
                  <a:lnTo>
                    <a:pt x="2171700" y="0"/>
                  </a:lnTo>
                  <a:close/>
                </a:path>
                <a:path w="2277109" h="1605279">
                  <a:moveTo>
                    <a:pt x="2238756" y="0"/>
                  </a:moveTo>
                  <a:lnTo>
                    <a:pt x="2200656" y="0"/>
                  </a:lnTo>
                  <a:lnTo>
                    <a:pt x="2200656" y="10668"/>
                  </a:lnTo>
                  <a:lnTo>
                    <a:pt x="2238756" y="10668"/>
                  </a:lnTo>
                  <a:lnTo>
                    <a:pt x="2238756" y="0"/>
                  </a:lnTo>
                  <a:close/>
                </a:path>
                <a:path w="2277109" h="1605279">
                  <a:moveTo>
                    <a:pt x="2276856" y="0"/>
                  </a:moveTo>
                  <a:lnTo>
                    <a:pt x="2267712" y="0"/>
                  </a:lnTo>
                  <a:lnTo>
                    <a:pt x="2267712" y="10668"/>
                  </a:lnTo>
                  <a:lnTo>
                    <a:pt x="2276856" y="10668"/>
                  </a:lnTo>
                  <a:lnTo>
                    <a:pt x="22768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58100" y="5939040"/>
              <a:ext cx="1087120" cy="10795"/>
            </a:xfrm>
            <a:custGeom>
              <a:avLst/>
              <a:gdLst/>
              <a:ahLst/>
              <a:cxnLst/>
              <a:rect l="l" t="t" r="r" b="b"/>
              <a:pathLst>
                <a:path w="1087120" h="10795">
                  <a:moveTo>
                    <a:pt x="38100" y="0"/>
                  </a:moveTo>
                  <a:lnTo>
                    <a:pt x="0" y="0"/>
                  </a:lnTo>
                  <a:lnTo>
                    <a:pt x="0" y="10668"/>
                  </a:lnTo>
                  <a:lnTo>
                    <a:pt x="38100" y="10668"/>
                  </a:lnTo>
                  <a:lnTo>
                    <a:pt x="38100" y="0"/>
                  </a:lnTo>
                  <a:close/>
                </a:path>
                <a:path w="1087120" h="10795">
                  <a:moveTo>
                    <a:pt x="76187" y="0"/>
                  </a:moveTo>
                  <a:lnTo>
                    <a:pt x="67043" y="0"/>
                  </a:lnTo>
                  <a:lnTo>
                    <a:pt x="67043" y="10668"/>
                  </a:lnTo>
                  <a:lnTo>
                    <a:pt x="76187" y="10668"/>
                  </a:lnTo>
                  <a:lnTo>
                    <a:pt x="76187" y="0"/>
                  </a:lnTo>
                  <a:close/>
                </a:path>
                <a:path w="1087120" h="10795">
                  <a:moveTo>
                    <a:pt x="143243" y="0"/>
                  </a:moveTo>
                  <a:lnTo>
                    <a:pt x="105143" y="0"/>
                  </a:lnTo>
                  <a:lnTo>
                    <a:pt x="105143" y="10668"/>
                  </a:lnTo>
                  <a:lnTo>
                    <a:pt x="143243" y="10668"/>
                  </a:lnTo>
                  <a:lnTo>
                    <a:pt x="143243" y="0"/>
                  </a:lnTo>
                  <a:close/>
                </a:path>
                <a:path w="1087120" h="10795">
                  <a:moveTo>
                    <a:pt x="181343" y="0"/>
                  </a:moveTo>
                  <a:lnTo>
                    <a:pt x="172199" y="0"/>
                  </a:lnTo>
                  <a:lnTo>
                    <a:pt x="172199" y="10668"/>
                  </a:lnTo>
                  <a:lnTo>
                    <a:pt x="181343" y="10668"/>
                  </a:lnTo>
                  <a:lnTo>
                    <a:pt x="181343" y="0"/>
                  </a:lnTo>
                  <a:close/>
                </a:path>
                <a:path w="1087120" h="10795">
                  <a:moveTo>
                    <a:pt x="248399" y="0"/>
                  </a:moveTo>
                  <a:lnTo>
                    <a:pt x="210299" y="0"/>
                  </a:lnTo>
                  <a:lnTo>
                    <a:pt x="210299" y="10668"/>
                  </a:lnTo>
                  <a:lnTo>
                    <a:pt x="248399" y="10668"/>
                  </a:lnTo>
                  <a:lnTo>
                    <a:pt x="248399" y="0"/>
                  </a:lnTo>
                  <a:close/>
                </a:path>
                <a:path w="1087120" h="10795">
                  <a:moveTo>
                    <a:pt x="286499" y="0"/>
                  </a:moveTo>
                  <a:lnTo>
                    <a:pt x="277355" y="0"/>
                  </a:lnTo>
                  <a:lnTo>
                    <a:pt x="277355" y="10668"/>
                  </a:lnTo>
                  <a:lnTo>
                    <a:pt x="286499" y="10668"/>
                  </a:lnTo>
                  <a:lnTo>
                    <a:pt x="286499" y="0"/>
                  </a:lnTo>
                  <a:close/>
                </a:path>
                <a:path w="1087120" h="10795">
                  <a:moveTo>
                    <a:pt x="353555" y="0"/>
                  </a:moveTo>
                  <a:lnTo>
                    <a:pt x="315455" y="0"/>
                  </a:lnTo>
                  <a:lnTo>
                    <a:pt x="315455" y="10668"/>
                  </a:lnTo>
                  <a:lnTo>
                    <a:pt x="353555" y="10668"/>
                  </a:lnTo>
                  <a:lnTo>
                    <a:pt x="353555" y="0"/>
                  </a:lnTo>
                  <a:close/>
                </a:path>
                <a:path w="1087120" h="10795">
                  <a:moveTo>
                    <a:pt x="391655" y="0"/>
                  </a:moveTo>
                  <a:lnTo>
                    <a:pt x="380987" y="0"/>
                  </a:lnTo>
                  <a:lnTo>
                    <a:pt x="380987" y="10668"/>
                  </a:lnTo>
                  <a:lnTo>
                    <a:pt x="391655" y="10668"/>
                  </a:lnTo>
                  <a:lnTo>
                    <a:pt x="391655" y="0"/>
                  </a:lnTo>
                  <a:close/>
                </a:path>
                <a:path w="1087120" h="10795">
                  <a:moveTo>
                    <a:pt x="457187" y="0"/>
                  </a:moveTo>
                  <a:lnTo>
                    <a:pt x="419087" y="0"/>
                  </a:lnTo>
                  <a:lnTo>
                    <a:pt x="419087" y="10668"/>
                  </a:lnTo>
                  <a:lnTo>
                    <a:pt x="457187" y="10668"/>
                  </a:lnTo>
                  <a:lnTo>
                    <a:pt x="457187" y="0"/>
                  </a:lnTo>
                  <a:close/>
                </a:path>
                <a:path w="1087120" h="10795">
                  <a:moveTo>
                    <a:pt x="495287" y="0"/>
                  </a:moveTo>
                  <a:lnTo>
                    <a:pt x="486143" y="0"/>
                  </a:lnTo>
                  <a:lnTo>
                    <a:pt x="486143" y="10668"/>
                  </a:lnTo>
                  <a:lnTo>
                    <a:pt x="495287" y="10668"/>
                  </a:lnTo>
                  <a:lnTo>
                    <a:pt x="495287" y="0"/>
                  </a:lnTo>
                  <a:close/>
                </a:path>
                <a:path w="1087120" h="10795">
                  <a:moveTo>
                    <a:pt x="562343" y="0"/>
                  </a:moveTo>
                  <a:lnTo>
                    <a:pt x="524243" y="0"/>
                  </a:lnTo>
                  <a:lnTo>
                    <a:pt x="524243" y="10668"/>
                  </a:lnTo>
                  <a:lnTo>
                    <a:pt x="562343" y="10668"/>
                  </a:lnTo>
                  <a:lnTo>
                    <a:pt x="562343" y="0"/>
                  </a:lnTo>
                  <a:close/>
                </a:path>
                <a:path w="1087120" h="10795">
                  <a:moveTo>
                    <a:pt x="600456" y="0"/>
                  </a:moveTo>
                  <a:lnTo>
                    <a:pt x="591312" y="0"/>
                  </a:lnTo>
                  <a:lnTo>
                    <a:pt x="591312" y="10668"/>
                  </a:lnTo>
                  <a:lnTo>
                    <a:pt x="600456" y="10668"/>
                  </a:lnTo>
                  <a:lnTo>
                    <a:pt x="600456" y="0"/>
                  </a:lnTo>
                  <a:close/>
                </a:path>
                <a:path w="1087120" h="10795">
                  <a:moveTo>
                    <a:pt x="667512" y="0"/>
                  </a:moveTo>
                  <a:lnTo>
                    <a:pt x="629412" y="0"/>
                  </a:lnTo>
                  <a:lnTo>
                    <a:pt x="629412" y="10668"/>
                  </a:lnTo>
                  <a:lnTo>
                    <a:pt x="667512" y="10668"/>
                  </a:lnTo>
                  <a:lnTo>
                    <a:pt x="667512" y="0"/>
                  </a:lnTo>
                  <a:close/>
                </a:path>
                <a:path w="1087120" h="10795">
                  <a:moveTo>
                    <a:pt x="705612" y="0"/>
                  </a:moveTo>
                  <a:lnTo>
                    <a:pt x="696468" y="0"/>
                  </a:lnTo>
                  <a:lnTo>
                    <a:pt x="696468" y="10668"/>
                  </a:lnTo>
                  <a:lnTo>
                    <a:pt x="705612" y="10668"/>
                  </a:lnTo>
                  <a:lnTo>
                    <a:pt x="705612" y="0"/>
                  </a:lnTo>
                  <a:close/>
                </a:path>
                <a:path w="1087120" h="10795">
                  <a:moveTo>
                    <a:pt x="772668" y="0"/>
                  </a:moveTo>
                  <a:lnTo>
                    <a:pt x="734568" y="0"/>
                  </a:lnTo>
                  <a:lnTo>
                    <a:pt x="734568" y="10668"/>
                  </a:lnTo>
                  <a:lnTo>
                    <a:pt x="772668" y="10668"/>
                  </a:lnTo>
                  <a:lnTo>
                    <a:pt x="772668" y="0"/>
                  </a:lnTo>
                  <a:close/>
                </a:path>
                <a:path w="1087120" h="10795">
                  <a:moveTo>
                    <a:pt x="810768" y="0"/>
                  </a:moveTo>
                  <a:lnTo>
                    <a:pt x="800100" y="0"/>
                  </a:lnTo>
                  <a:lnTo>
                    <a:pt x="800100" y="10668"/>
                  </a:lnTo>
                  <a:lnTo>
                    <a:pt x="810768" y="10668"/>
                  </a:lnTo>
                  <a:lnTo>
                    <a:pt x="810768" y="0"/>
                  </a:lnTo>
                  <a:close/>
                </a:path>
                <a:path w="1087120" h="10795">
                  <a:moveTo>
                    <a:pt x="876300" y="0"/>
                  </a:moveTo>
                  <a:lnTo>
                    <a:pt x="838200" y="0"/>
                  </a:lnTo>
                  <a:lnTo>
                    <a:pt x="838200" y="10668"/>
                  </a:lnTo>
                  <a:lnTo>
                    <a:pt x="876300" y="10668"/>
                  </a:lnTo>
                  <a:lnTo>
                    <a:pt x="876300" y="0"/>
                  </a:lnTo>
                  <a:close/>
                </a:path>
                <a:path w="1087120" h="10795">
                  <a:moveTo>
                    <a:pt x="914400" y="0"/>
                  </a:moveTo>
                  <a:lnTo>
                    <a:pt x="905256" y="0"/>
                  </a:lnTo>
                  <a:lnTo>
                    <a:pt x="905256" y="10668"/>
                  </a:lnTo>
                  <a:lnTo>
                    <a:pt x="914400" y="10668"/>
                  </a:lnTo>
                  <a:lnTo>
                    <a:pt x="914400" y="0"/>
                  </a:lnTo>
                  <a:close/>
                </a:path>
                <a:path w="1087120" h="10795">
                  <a:moveTo>
                    <a:pt x="981456" y="0"/>
                  </a:moveTo>
                  <a:lnTo>
                    <a:pt x="943356" y="0"/>
                  </a:lnTo>
                  <a:lnTo>
                    <a:pt x="943356" y="10668"/>
                  </a:lnTo>
                  <a:lnTo>
                    <a:pt x="981456" y="10668"/>
                  </a:lnTo>
                  <a:lnTo>
                    <a:pt x="981456" y="0"/>
                  </a:lnTo>
                  <a:close/>
                </a:path>
                <a:path w="1087120" h="10795">
                  <a:moveTo>
                    <a:pt x="1019556" y="0"/>
                  </a:moveTo>
                  <a:lnTo>
                    <a:pt x="1010412" y="0"/>
                  </a:lnTo>
                  <a:lnTo>
                    <a:pt x="1010412" y="10668"/>
                  </a:lnTo>
                  <a:lnTo>
                    <a:pt x="1019556" y="10668"/>
                  </a:lnTo>
                  <a:lnTo>
                    <a:pt x="1019556" y="0"/>
                  </a:lnTo>
                  <a:close/>
                </a:path>
                <a:path w="1087120" h="10795">
                  <a:moveTo>
                    <a:pt x="1086612" y="0"/>
                  </a:moveTo>
                  <a:lnTo>
                    <a:pt x="1048512" y="0"/>
                  </a:lnTo>
                  <a:lnTo>
                    <a:pt x="1048512" y="10668"/>
                  </a:lnTo>
                  <a:lnTo>
                    <a:pt x="1086612" y="10668"/>
                  </a:lnTo>
                  <a:lnTo>
                    <a:pt x="10866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62800" y="5257800"/>
              <a:ext cx="1524000" cy="581025"/>
            </a:xfrm>
            <a:custGeom>
              <a:avLst/>
              <a:gdLst/>
              <a:ahLst/>
              <a:cxnLst/>
              <a:rect l="l" t="t" r="r" b="b"/>
              <a:pathLst>
                <a:path w="1524000" h="581025">
                  <a:moveTo>
                    <a:pt x="1524000" y="580644"/>
                  </a:moveTo>
                  <a:lnTo>
                    <a:pt x="0" y="580644"/>
                  </a:lnTo>
                  <a:lnTo>
                    <a:pt x="0" y="0"/>
                  </a:lnTo>
                  <a:lnTo>
                    <a:pt x="1524000" y="0"/>
                  </a:lnTo>
                  <a:lnTo>
                    <a:pt x="1524000" y="580644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631861" y="4102088"/>
            <a:ext cx="19392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GridBagLayout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18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7162800" y="5257800"/>
            <a:ext cx="1524000" cy="58102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4064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alibri"/>
                <a:cs typeface="Calibri"/>
              </a:rPr>
              <a:t>JButton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5633" y="595389"/>
            <a:ext cx="17703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609600" y="1295399"/>
            <a:ext cx="7039609" cy="2266315"/>
          </a:xfrm>
          <a:custGeom>
            <a:avLst/>
            <a:gdLst/>
            <a:ahLst/>
            <a:cxnLst/>
            <a:rect l="l" t="t" r="r" b="b"/>
            <a:pathLst>
              <a:path w="7039609" h="2266315">
                <a:moveTo>
                  <a:pt x="7039343" y="0"/>
                </a:moveTo>
                <a:lnTo>
                  <a:pt x="0" y="0"/>
                </a:lnTo>
                <a:lnTo>
                  <a:pt x="0" y="27444"/>
                </a:lnTo>
                <a:lnTo>
                  <a:pt x="0" y="160032"/>
                </a:lnTo>
                <a:lnTo>
                  <a:pt x="0" y="2266200"/>
                </a:lnTo>
                <a:lnTo>
                  <a:pt x="7039343" y="2266200"/>
                </a:lnTo>
                <a:lnTo>
                  <a:pt x="7039343" y="27444"/>
                </a:lnTo>
                <a:lnTo>
                  <a:pt x="7039343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6324" y="1246914"/>
            <a:ext cx="3797935" cy="229044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54635" indent="-229870">
              <a:lnSpc>
                <a:spcPct val="100000"/>
              </a:lnSpc>
              <a:spcBef>
                <a:spcPts val="390"/>
              </a:spcBef>
              <a:buClr>
                <a:srgbClr val="666431"/>
              </a:buClr>
              <a:buFont typeface="Arial"/>
              <a:buAutoNum type="arabicPlain"/>
              <a:tabLst>
                <a:tab pos="254635" algn="l"/>
              </a:tabLst>
            </a:pP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000" b="1" spc="5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Fig.</a:t>
            </a:r>
            <a:r>
              <a:rPr sz="1000" b="1" spc="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11.9:</a:t>
            </a:r>
            <a:r>
              <a:rPr sz="1000" b="1" spc="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40" dirty="0">
                <a:solidFill>
                  <a:srgbClr val="008000"/>
                </a:solidFill>
                <a:latin typeface="Courier New"/>
                <a:cs typeface="Courier New"/>
              </a:rPr>
              <a:t>TextFieldFrame.java</a:t>
            </a:r>
            <a:endParaRPr sz="1000">
              <a:latin typeface="Courier New"/>
              <a:cs typeface="Courier New"/>
            </a:endParaRPr>
          </a:p>
          <a:p>
            <a:pPr marL="254635" indent="-229870">
              <a:lnSpc>
                <a:spcPct val="100000"/>
              </a:lnSpc>
              <a:spcBef>
                <a:spcPts val="285"/>
              </a:spcBef>
              <a:buClr>
                <a:srgbClr val="666431"/>
              </a:buClr>
              <a:buFont typeface="Arial"/>
              <a:buAutoNum type="arabicPlain"/>
              <a:tabLst>
                <a:tab pos="254635" algn="l"/>
              </a:tabLst>
            </a:pP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000" b="1" spc="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Demonstrating</a:t>
            </a:r>
            <a:r>
              <a:rPr sz="1000" b="1" spc="60" dirty="0">
                <a:solidFill>
                  <a:srgbClr val="008000"/>
                </a:solidFill>
                <a:latin typeface="Courier New"/>
                <a:cs typeface="Courier New"/>
              </a:rPr>
              <a:t> the</a:t>
            </a:r>
            <a:r>
              <a:rPr sz="1000" b="1" spc="5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JTextField</a:t>
            </a:r>
            <a:r>
              <a:rPr sz="1000" b="1" spc="5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45" dirty="0">
                <a:solidFill>
                  <a:srgbClr val="008000"/>
                </a:solidFill>
                <a:latin typeface="Courier New"/>
                <a:cs typeface="Courier New"/>
              </a:rPr>
              <a:t>class.</a:t>
            </a:r>
            <a:endParaRPr sz="1000">
              <a:latin typeface="Courier New"/>
              <a:cs typeface="Courier New"/>
            </a:endParaRPr>
          </a:p>
          <a:p>
            <a:pPr marL="254635" indent="-229870">
              <a:lnSpc>
                <a:spcPct val="100000"/>
              </a:lnSpc>
              <a:spcBef>
                <a:spcPts val="290"/>
              </a:spcBef>
              <a:buClr>
                <a:srgbClr val="666431"/>
              </a:buClr>
              <a:buFont typeface="Arial"/>
              <a:buAutoNum type="arabicPlain"/>
              <a:tabLst>
                <a:tab pos="254635" algn="l"/>
              </a:tabLst>
            </a:pP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1000" b="1" spc="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45" dirty="0">
                <a:latin typeface="Courier New"/>
                <a:cs typeface="Courier New"/>
              </a:rPr>
              <a:t>java.awt.FlowLayout;</a:t>
            </a:r>
            <a:endParaRPr sz="1000">
              <a:latin typeface="Courier New"/>
              <a:cs typeface="Courier New"/>
            </a:endParaRPr>
          </a:p>
          <a:p>
            <a:pPr marL="254635" indent="-229870">
              <a:lnSpc>
                <a:spcPct val="100000"/>
              </a:lnSpc>
              <a:spcBef>
                <a:spcPts val="275"/>
              </a:spcBef>
              <a:buClr>
                <a:srgbClr val="666431"/>
              </a:buClr>
              <a:buFont typeface="Arial"/>
              <a:buAutoNum type="arabicPlain"/>
              <a:tabLst>
                <a:tab pos="254635" algn="l"/>
              </a:tabLst>
            </a:pP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1000" b="1" spc="6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40" dirty="0">
                <a:latin typeface="Courier New"/>
                <a:cs typeface="Courier New"/>
              </a:rPr>
              <a:t>java.awt.event.ActionListener;</a:t>
            </a:r>
            <a:endParaRPr sz="1000">
              <a:latin typeface="Courier New"/>
              <a:cs typeface="Courier New"/>
            </a:endParaRPr>
          </a:p>
          <a:p>
            <a:pPr marL="254635" indent="-229870">
              <a:lnSpc>
                <a:spcPct val="100000"/>
              </a:lnSpc>
              <a:spcBef>
                <a:spcPts val="290"/>
              </a:spcBef>
              <a:buClr>
                <a:srgbClr val="666431"/>
              </a:buClr>
              <a:buFont typeface="Arial"/>
              <a:buAutoNum type="arabicPlain"/>
              <a:tabLst>
                <a:tab pos="254635" algn="l"/>
              </a:tabLst>
            </a:pP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1000" b="1" spc="6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40" dirty="0">
                <a:latin typeface="Courier New"/>
                <a:cs typeface="Courier New"/>
              </a:rPr>
              <a:t>java.awt.event.ActionEvent;</a:t>
            </a:r>
            <a:endParaRPr sz="1000">
              <a:latin typeface="Courier New"/>
              <a:cs typeface="Courier New"/>
            </a:endParaRPr>
          </a:p>
          <a:p>
            <a:pPr marL="254635" indent="-229870">
              <a:lnSpc>
                <a:spcPct val="100000"/>
              </a:lnSpc>
              <a:spcBef>
                <a:spcPts val="285"/>
              </a:spcBef>
              <a:buClr>
                <a:srgbClr val="666431"/>
              </a:buClr>
              <a:buFont typeface="Arial"/>
              <a:buAutoNum type="arabicPlain"/>
              <a:tabLst>
                <a:tab pos="254635" algn="l"/>
              </a:tabLst>
            </a:pP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1000" b="1" spc="6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40" dirty="0">
                <a:latin typeface="Courier New"/>
                <a:cs typeface="Courier New"/>
              </a:rPr>
              <a:t>javax.swing.JFrame;</a:t>
            </a:r>
            <a:endParaRPr sz="1000">
              <a:latin typeface="Courier New"/>
              <a:cs typeface="Courier New"/>
            </a:endParaRPr>
          </a:p>
          <a:p>
            <a:pPr marL="254635" indent="-229870">
              <a:lnSpc>
                <a:spcPct val="100000"/>
              </a:lnSpc>
              <a:spcBef>
                <a:spcPts val="290"/>
              </a:spcBef>
              <a:buClr>
                <a:srgbClr val="666431"/>
              </a:buClr>
              <a:buFont typeface="Arial"/>
              <a:buAutoNum type="arabicPlain"/>
              <a:tabLst>
                <a:tab pos="254635" algn="l"/>
              </a:tabLst>
            </a:pP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1000" b="1" spc="6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40" dirty="0">
                <a:latin typeface="Courier New"/>
                <a:cs typeface="Courier New"/>
              </a:rPr>
              <a:t>javax.swing.JTextField;</a:t>
            </a:r>
            <a:endParaRPr sz="1000">
              <a:latin typeface="Courier New"/>
              <a:cs typeface="Courier New"/>
            </a:endParaRPr>
          </a:p>
          <a:p>
            <a:pPr marL="254635" indent="-229870">
              <a:lnSpc>
                <a:spcPct val="100000"/>
              </a:lnSpc>
              <a:spcBef>
                <a:spcPts val="275"/>
              </a:spcBef>
              <a:buClr>
                <a:srgbClr val="666431"/>
              </a:buClr>
              <a:buFont typeface="Arial"/>
              <a:buAutoNum type="arabicPlain"/>
              <a:tabLst>
                <a:tab pos="254635" algn="l"/>
              </a:tabLst>
            </a:pP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1000" b="1" spc="6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40" dirty="0">
                <a:latin typeface="Courier New"/>
                <a:cs typeface="Courier New"/>
              </a:rPr>
              <a:t>javax.swing.JPasswordField;</a:t>
            </a:r>
            <a:endParaRPr sz="1000">
              <a:latin typeface="Courier New"/>
              <a:cs typeface="Courier New"/>
            </a:endParaRPr>
          </a:p>
          <a:p>
            <a:pPr marL="254635" indent="-229870">
              <a:lnSpc>
                <a:spcPct val="100000"/>
              </a:lnSpc>
              <a:spcBef>
                <a:spcPts val="290"/>
              </a:spcBef>
              <a:buClr>
                <a:srgbClr val="666431"/>
              </a:buClr>
              <a:buFont typeface="Arial"/>
              <a:buAutoNum type="arabicPlain"/>
              <a:tabLst>
                <a:tab pos="254635" algn="l"/>
              </a:tabLst>
            </a:pP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1000" b="1" spc="6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40" dirty="0">
                <a:latin typeface="Courier New"/>
                <a:cs typeface="Courier New"/>
              </a:rPr>
              <a:t>javax.swing.JOptionPane;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10</a:t>
            </a:r>
            <a:endParaRPr sz="1000">
              <a:latin typeface="Arial"/>
              <a:cs typeface="Arial"/>
            </a:endParaRPr>
          </a:p>
          <a:p>
            <a:pPr marL="253365" indent="-240665">
              <a:lnSpc>
                <a:spcPct val="100000"/>
              </a:lnSpc>
              <a:spcBef>
                <a:spcPts val="290"/>
              </a:spcBef>
              <a:buClr>
                <a:srgbClr val="666431"/>
              </a:buClr>
              <a:buFont typeface="Arial"/>
              <a:buAutoNum type="arabicPlain" startAt="11"/>
              <a:tabLst>
                <a:tab pos="253365" algn="l"/>
              </a:tabLst>
            </a:pP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public</a:t>
            </a:r>
            <a:r>
              <a:rPr sz="1000" b="1" spc="50" dirty="0">
                <a:solidFill>
                  <a:srgbClr val="0000FF"/>
                </a:solidFill>
                <a:latin typeface="Courier New"/>
                <a:cs typeface="Courier New"/>
              </a:rPr>
              <a:t> class</a:t>
            </a:r>
            <a:r>
              <a:rPr sz="1000" b="1" spc="8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latin typeface="Courier New"/>
                <a:cs typeface="Courier New"/>
              </a:rPr>
              <a:t>TextFieldFrame</a:t>
            </a:r>
            <a:r>
              <a:rPr sz="1000" b="1" spc="60" dirty="0"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extends </a:t>
            </a:r>
            <a:r>
              <a:rPr sz="1000" b="1" spc="45" dirty="0">
                <a:latin typeface="Courier New"/>
                <a:cs typeface="Courier New"/>
              </a:rPr>
              <a:t>JFrame</a:t>
            </a:r>
            <a:endParaRPr sz="1000">
              <a:latin typeface="Courier New"/>
              <a:cs typeface="Courier New"/>
            </a:endParaRPr>
          </a:p>
          <a:p>
            <a:pPr marL="253365" indent="-240665">
              <a:lnSpc>
                <a:spcPct val="100000"/>
              </a:lnSpc>
              <a:spcBef>
                <a:spcPts val="285"/>
              </a:spcBef>
              <a:buClr>
                <a:srgbClr val="666431"/>
              </a:buClr>
              <a:buFont typeface="Arial"/>
              <a:buAutoNum type="arabicPlain" startAt="11"/>
              <a:tabLst>
                <a:tab pos="253365" algn="l"/>
              </a:tabLst>
            </a:pPr>
            <a:r>
              <a:rPr sz="1000" b="1" spc="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600" y="3561600"/>
            <a:ext cx="7039609" cy="756285"/>
          </a:xfrm>
          <a:custGeom>
            <a:avLst/>
            <a:gdLst/>
            <a:ahLst/>
            <a:cxnLst/>
            <a:rect l="l" t="t" r="r" b="b"/>
            <a:pathLst>
              <a:path w="7039609" h="756285">
                <a:moveTo>
                  <a:pt x="7039343" y="0"/>
                </a:moveTo>
                <a:lnTo>
                  <a:pt x="0" y="0"/>
                </a:lnTo>
                <a:lnTo>
                  <a:pt x="0" y="27419"/>
                </a:lnTo>
                <a:lnTo>
                  <a:pt x="0" y="160020"/>
                </a:lnTo>
                <a:lnTo>
                  <a:pt x="0" y="755891"/>
                </a:lnTo>
                <a:lnTo>
                  <a:pt x="7039343" y="755891"/>
                </a:lnTo>
                <a:lnTo>
                  <a:pt x="7039343" y="27419"/>
                </a:lnTo>
                <a:lnTo>
                  <a:pt x="7039343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0087" y="3511646"/>
            <a:ext cx="5572125" cy="78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000"/>
              </a:lnSpc>
              <a:spcBef>
                <a:spcPts val="100"/>
              </a:spcBef>
            </a:pP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private</a:t>
            </a:r>
            <a:r>
              <a:rPr sz="1000" b="1" spc="6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latin typeface="Courier New"/>
                <a:cs typeface="Courier New"/>
              </a:rPr>
              <a:t>JTextField textField1;</a:t>
            </a:r>
            <a:r>
              <a:rPr sz="1000" b="1" spc="70" dirty="0"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// text</a:t>
            </a:r>
            <a:r>
              <a:rPr sz="1000" b="1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0" dirty="0">
                <a:solidFill>
                  <a:srgbClr val="008000"/>
                </a:solidFill>
                <a:latin typeface="Courier New"/>
                <a:cs typeface="Courier New"/>
              </a:rPr>
              <a:t>field</a:t>
            </a:r>
            <a:r>
              <a:rPr sz="1000" b="1" spc="7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0" dirty="0">
                <a:solidFill>
                  <a:srgbClr val="008000"/>
                </a:solidFill>
                <a:latin typeface="Courier New"/>
                <a:cs typeface="Courier New"/>
              </a:rPr>
              <a:t>with</a:t>
            </a:r>
            <a:r>
              <a:rPr sz="1000" b="1" spc="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set </a:t>
            </a:r>
            <a:r>
              <a:rPr sz="1000" b="1" spc="35" dirty="0">
                <a:solidFill>
                  <a:srgbClr val="008000"/>
                </a:solidFill>
                <a:latin typeface="Courier New"/>
                <a:cs typeface="Courier New"/>
              </a:rPr>
              <a:t>size</a:t>
            </a:r>
            <a:r>
              <a:rPr sz="1000" b="1" spc="500" dirty="0">
                <a:solidFill>
                  <a:srgbClr val="008000"/>
                </a:solidFill>
                <a:latin typeface="Courier New"/>
                <a:cs typeface="Courier New"/>
              </a:rPr>
              <a:t>  </a:t>
            </a: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private</a:t>
            </a:r>
            <a:r>
              <a:rPr sz="1000" b="1" spc="6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latin typeface="Courier New"/>
                <a:cs typeface="Courier New"/>
              </a:rPr>
              <a:t>JTextField textField2;</a:t>
            </a:r>
            <a:r>
              <a:rPr sz="1000" b="1" spc="80" dirty="0"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// text</a:t>
            </a:r>
            <a:r>
              <a:rPr sz="1000" b="1" spc="8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0" dirty="0">
                <a:solidFill>
                  <a:srgbClr val="008000"/>
                </a:solidFill>
                <a:latin typeface="Courier New"/>
                <a:cs typeface="Courier New"/>
              </a:rPr>
              <a:t>field</a:t>
            </a:r>
            <a:r>
              <a:rPr sz="1000" b="1" spc="8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0" dirty="0">
                <a:solidFill>
                  <a:srgbClr val="008000"/>
                </a:solidFill>
                <a:latin typeface="Courier New"/>
                <a:cs typeface="Courier New"/>
              </a:rPr>
              <a:t>constructed</a:t>
            </a:r>
            <a:r>
              <a:rPr sz="1000" b="1" spc="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with</a:t>
            </a:r>
            <a:r>
              <a:rPr sz="1000" b="1" spc="5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35" dirty="0">
                <a:solidFill>
                  <a:srgbClr val="008000"/>
                </a:solidFill>
                <a:latin typeface="Courier New"/>
                <a:cs typeface="Courier New"/>
              </a:rPr>
              <a:t>text </a:t>
            </a: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private</a:t>
            </a:r>
            <a:r>
              <a:rPr sz="1000" b="1" spc="6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latin typeface="Courier New"/>
                <a:cs typeface="Courier New"/>
              </a:rPr>
              <a:t>JTextField textField3;</a:t>
            </a:r>
            <a:r>
              <a:rPr sz="1000" b="1" spc="70" dirty="0"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// text</a:t>
            </a:r>
            <a:r>
              <a:rPr sz="1000" b="1" spc="7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0" dirty="0">
                <a:solidFill>
                  <a:srgbClr val="008000"/>
                </a:solidFill>
                <a:latin typeface="Courier New"/>
                <a:cs typeface="Courier New"/>
              </a:rPr>
              <a:t>field</a:t>
            </a:r>
            <a:r>
              <a:rPr sz="1000" b="1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0" dirty="0">
                <a:solidFill>
                  <a:srgbClr val="008000"/>
                </a:solidFill>
                <a:latin typeface="Courier New"/>
                <a:cs typeface="Courier New"/>
              </a:rPr>
              <a:t>with</a:t>
            </a:r>
            <a:r>
              <a:rPr sz="1000" b="1" spc="6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text and</a:t>
            </a:r>
            <a:r>
              <a:rPr sz="1000" b="1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30" dirty="0">
                <a:solidFill>
                  <a:srgbClr val="008000"/>
                </a:solidFill>
                <a:latin typeface="Courier New"/>
                <a:cs typeface="Courier New"/>
              </a:rPr>
              <a:t>size </a:t>
            </a: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private</a:t>
            </a:r>
            <a:r>
              <a:rPr sz="1000" b="1" spc="6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latin typeface="Courier New"/>
                <a:cs typeface="Courier New"/>
              </a:rPr>
              <a:t>JPasswordField</a:t>
            </a:r>
            <a:r>
              <a:rPr sz="1000" b="1" spc="70" dirty="0">
                <a:latin typeface="Courier New"/>
                <a:cs typeface="Courier New"/>
              </a:rPr>
              <a:t> </a:t>
            </a:r>
            <a:r>
              <a:rPr sz="1000" b="1" spc="50" dirty="0">
                <a:latin typeface="Courier New"/>
                <a:cs typeface="Courier New"/>
              </a:rPr>
              <a:t>passwordField;</a:t>
            </a:r>
            <a:r>
              <a:rPr sz="1000" b="1" spc="80" dirty="0"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// password</a:t>
            </a:r>
            <a:r>
              <a:rPr sz="1000" b="1" spc="7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field</a:t>
            </a:r>
            <a:r>
              <a:rPr sz="1000" b="1" spc="7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with</a:t>
            </a:r>
            <a:r>
              <a:rPr sz="1000" b="1" spc="7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30" dirty="0">
                <a:solidFill>
                  <a:srgbClr val="008000"/>
                </a:solidFill>
                <a:latin typeface="Courier New"/>
                <a:cs typeface="Courier New"/>
              </a:rPr>
              <a:t>text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9600" y="4317491"/>
            <a:ext cx="7039609" cy="1130935"/>
          </a:xfrm>
          <a:custGeom>
            <a:avLst/>
            <a:gdLst/>
            <a:ahLst/>
            <a:cxnLst/>
            <a:rect l="l" t="t" r="r" b="b"/>
            <a:pathLst>
              <a:path w="7039609" h="1130935">
                <a:moveTo>
                  <a:pt x="7039343" y="0"/>
                </a:moveTo>
                <a:lnTo>
                  <a:pt x="0" y="0"/>
                </a:lnTo>
                <a:lnTo>
                  <a:pt x="0" y="27444"/>
                </a:lnTo>
                <a:lnTo>
                  <a:pt x="0" y="158496"/>
                </a:lnTo>
                <a:lnTo>
                  <a:pt x="0" y="1130808"/>
                </a:lnTo>
                <a:lnTo>
                  <a:pt x="7039343" y="1130808"/>
                </a:lnTo>
                <a:lnTo>
                  <a:pt x="7039343" y="27444"/>
                </a:lnTo>
                <a:lnTo>
                  <a:pt x="7039343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59678" y="5287878"/>
            <a:ext cx="758825" cy="1263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5"/>
              </a:lnSpc>
            </a:pPr>
            <a:r>
              <a:rPr sz="1000" b="1" spc="60" dirty="0">
                <a:solidFill>
                  <a:srgbClr val="008000"/>
                </a:solidFill>
                <a:latin typeface="Courier New"/>
                <a:cs typeface="Courier New"/>
              </a:rPr>
              <a:t>me </a:t>
            </a:r>
            <a:r>
              <a:rPr sz="1000" b="1" spc="45" dirty="0">
                <a:solidFill>
                  <a:srgbClr val="008000"/>
                </a:solidFill>
                <a:latin typeface="Courier New"/>
                <a:cs typeface="Courier New"/>
              </a:rPr>
              <a:t>layout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9600" y="5448300"/>
            <a:ext cx="7039609" cy="378460"/>
            <a:chOff x="609600" y="5448300"/>
            <a:chExt cx="7039609" cy="378460"/>
          </a:xfrm>
        </p:grpSpPr>
        <p:sp>
          <p:nvSpPr>
            <p:cNvPr id="10" name="object 10"/>
            <p:cNvSpPr/>
            <p:nvPr/>
          </p:nvSpPr>
          <p:spPr>
            <a:xfrm>
              <a:off x="609600" y="5448299"/>
              <a:ext cx="7039609" cy="378460"/>
            </a:xfrm>
            <a:custGeom>
              <a:avLst/>
              <a:gdLst/>
              <a:ahLst/>
              <a:cxnLst/>
              <a:rect l="l" t="t" r="r" b="b"/>
              <a:pathLst>
                <a:path w="7039609" h="378460">
                  <a:moveTo>
                    <a:pt x="7039343" y="0"/>
                  </a:moveTo>
                  <a:lnTo>
                    <a:pt x="0" y="0"/>
                  </a:lnTo>
                  <a:lnTo>
                    <a:pt x="0" y="27444"/>
                  </a:lnTo>
                  <a:lnTo>
                    <a:pt x="0" y="161556"/>
                  </a:lnTo>
                  <a:lnTo>
                    <a:pt x="0" y="188988"/>
                  </a:lnTo>
                  <a:lnTo>
                    <a:pt x="0" y="216408"/>
                  </a:lnTo>
                  <a:lnTo>
                    <a:pt x="0" y="350520"/>
                  </a:lnTo>
                  <a:lnTo>
                    <a:pt x="0" y="377952"/>
                  </a:lnTo>
                  <a:lnTo>
                    <a:pt x="7039343" y="377952"/>
                  </a:lnTo>
                  <a:lnTo>
                    <a:pt x="7039343" y="27444"/>
                  </a:lnTo>
                  <a:lnTo>
                    <a:pt x="7039343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15795" y="5675376"/>
              <a:ext cx="3192780" cy="113030"/>
            </a:xfrm>
            <a:custGeom>
              <a:avLst/>
              <a:gdLst/>
              <a:ahLst/>
              <a:cxnLst/>
              <a:rect l="l" t="t" r="r" b="b"/>
              <a:pathLst>
                <a:path w="3192779" h="113029">
                  <a:moveTo>
                    <a:pt x="3192780" y="112775"/>
                  </a:moveTo>
                  <a:lnTo>
                    <a:pt x="0" y="112775"/>
                  </a:lnTo>
                  <a:lnTo>
                    <a:pt x="0" y="0"/>
                  </a:lnTo>
                  <a:lnTo>
                    <a:pt x="3192780" y="0"/>
                  </a:lnTo>
                  <a:lnTo>
                    <a:pt x="3192780" y="11277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03113" y="5626593"/>
            <a:ext cx="3216910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// construct</a:t>
            </a:r>
            <a:r>
              <a:rPr sz="1000" b="1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0" dirty="0">
                <a:solidFill>
                  <a:srgbClr val="008000"/>
                </a:solidFill>
                <a:latin typeface="Courier New"/>
                <a:cs typeface="Courier New"/>
              </a:rPr>
              <a:t>textfield</a:t>
            </a:r>
            <a:r>
              <a:rPr sz="1000" b="1" spc="6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with</a:t>
            </a:r>
            <a:r>
              <a:rPr sz="1000" b="1" spc="8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10</a:t>
            </a:r>
            <a:r>
              <a:rPr sz="1000" b="1" spc="7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40" dirty="0">
                <a:solidFill>
                  <a:srgbClr val="008000"/>
                </a:solidFill>
                <a:latin typeface="Courier New"/>
                <a:cs typeface="Courier New"/>
              </a:rPr>
              <a:t>columns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9600" y="5826251"/>
            <a:ext cx="7039609" cy="189230"/>
          </a:xfrm>
          <a:custGeom>
            <a:avLst/>
            <a:gdLst/>
            <a:ahLst/>
            <a:cxnLst/>
            <a:rect l="l" t="t" r="r" b="b"/>
            <a:pathLst>
              <a:path w="7039609" h="189229">
                <a:moveTo>
                  <a:pt x="7039343" y="0"/>
                </a:moveTo>
                <a:lnTo>
                  <a:pt x="0" y="0"/>
                </a:lnTo>
                <a:lnTo>
                  <a:pt x="0" y="27432"/>
                </a:lnTo>
                <a:lnTo>
                  <a:pt x="0" y="161556"/>
                </a:lnTo>
                <a:lnTo>
                  <a:pt x="0" y="188988"/>
                </a:lnTo>
                <a:lnTo>
                  <a:pt x="7039343" y="188988"/>
                </a:lnTo>
                <a:lnTo>
                  <a:pt x="7039343" y="161556"/>
                </a:lnTo>
                <a:lnTo>
                  <a:pt x="7039343" y="27432"/>
                </a:lnTo>
                <a:lnTo>
                  <a:pt x="7039343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15795" y="5864352"/>
            <a:ext cx="2868930" cy="11303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1000" b="1" spc="50" dirty="0">
                <a:latin typeface="Courier New"/>
                <a:cs typeface="Courier New"/>
              </a:rPr>
              <a:t>textField1</a:t>
            </a:r>
            <a:r>
              <a:rPr sz="1000" b="1" spc="65" dirty="0">
                <a:latin typeface="Courier New"/>
                <a:cs typeface="Courier New"/>
              </a:rPr>
              <a:t> </a:t>
            </a:r>
            <a:r>
              <a:rPr sz="1000" b="1" spc="60" dirty="0">
                <a:latin typeface="Courier New"/>
                <a:cs typeface="Courier New"/>
              </a:rPr>
              <a:t>=</a:t>
            </a:r>
            <a:r>
              <a:rPr sz="1000" b="1" spc="75" dirty="0"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000" b="1" spc="6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latin typeface="Courier New"/>
                <a:cs typeface="Courier New"/>
              </a:rPr>
              <a:t>JTextField(</a:t>
            </a:r>
            <a:r>
              <a:rPr sz="1000" b="1" spc="65" dirty="0">
                <a:latin typeface="Courier New"/>
                <a:cs typeface="Courier New"/>
              </a:rPr>
              <a:t> </a:t>
            </a:r>
            <a:r>
              <a:rPr sz="1000" b="1" spc="50" dirty="0">
                <a:solidFill>
                  <a:srgbClr val="0099FF"/>
                </a:solidFill>
                <a:latin typeface="Courier New"/>
                <a:cs typeface="Courier New"/>
              </a:rPr>
              <a:t>10</a:t>
            </a:r>
            <a:r>
              <a:rPr sz="1000" b="1" spc="80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000" b="1" spc="30" dirty="0"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09600" y="6015240"/>
            <a:ext cx="7039609" cy="189230"/>
          </a:xfrm>
          <a:custGeom>
            <a:avLst/>
            <a:gdLst/>
            <a:ahLst/>
            <a:cxnLst/>
            <a:rect l="l" t="t" r="r" b="b"/>
            <a:pathLst>
              <a:path w="7039609" h="189229">
                <a:moveTo>
                  <a:pt x="7039343" y="0"/>
                </a:moveTo>
                <a:lnTo>
                  <a:pt x="0" y="0"/>
                </a:lnTo>
                <a:lnTo>
                  <a:pt x="0" y="27432"/>
                </a:lnTo>
                <a:lnTo>
                  <a:pt x="0" y="160020"/>
                </a:lnTo>
                <a:lnTo>
                  <a:pt x="0" y="188963"/>
                </a:lnTo>
                <a:lnTo>
                  <a:pt x="7039343" y="188963"/>
                </a:lnTo>
                <a:lnTo>
                  <a:pt x="7039343" y="160020"/>
                </a:lnTo>
                <a:lnTo>
                  <a:pt x="7039343" y="27432"/>
                </a:lnTo>
                <a:lnTo>
                  <a:pt x="7039343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03113" y="6004537"/>
            <a:ext cx="3890645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b="1" spc="50" dirty="0">
                <a:latin typeface="Courier New"/>
                <a:cs typeface="Courier New"/>
              </a:rPr>
              <a:t>add( </a:t>
            </a:r>
            <a:r>
              <a:rPr sz="1000" b="1" spc="55" dirty="0">
                <a:latin typeface="Courier New"/>
                <a:cs typeface="Courier New"/>
              </a:rPr>
              <a:t>textField1</a:t>
            </a:r>
            <a:r>
              <a:rPr sz="1000" b="1" spc="45" dirty="0">
                <a:latin typeface="Courier New"/>
                <a:cs typeface="Courier New"/>
              </a:rPr>
              <a:t> </a:t>
            </a:r>
            <a:r>
              <a:rPr sz="1000" b="1" spc="60" dirty="0">
                <a:latin typeface="Courier New"/>
                <a:cs typeface="Courier New"/>
              </a:rPr>
              <a:t>); </a:t>
            </a:r>
            <a:r>
              <a:rPr sz="1000" b="1" spc="60" dirty="0">
                <a:solidFill>
                  <a:srgbClr val="008000"/>
                </a:solidFill>
                <a:latin typeface="Courier New"/>
                <a:cs typeface="Courier New"/>
              </a:rPr>
              <a:t>// </a:t>
            </a:r>
            <a:r>
              <a:rPr sz="1000" b="1" spc="50" dirty="0">
                <a:solidFill>
                  <a:srgbClr val="008000"/>
                </a:solidFill>
                <a:latin typeface="Courier New"/>
                <a:cs typeface="Courier New"/>
              </a:rPr>
              <a:t>add</a:t>
            </a:r>
            <a:r>
              <a:rPr sz="1000" b="1" spc="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textField1 </a:t>
            </a:r>
            <a:r>
              <a:rPr sz="1000" b="1" spc="60" dirty="0">
                <a:solidFill>
                  <a:srgbClr val="008000"/>
                </a:solidFill>
                <a:latin typeface="Courier New"/>
                <a:cs typeface="Courier New"/>
              </a:rPr>
              <a:t>to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45" dirty="0">
                <a:solidFill>
                  <a:srgbClr val="008000"/>
                </a:solidFill>
                <a:latin typeface="Courier New"/>
                <a:cs typeface="Courier New"/>
              </a:rPr>
              <a:t>JFrame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9600" y="6204203"/>
            <a:ext cx="7039609" cy="189230"/>
          </a:xfrm>
          <a:custGeom>
            <a:avLst/>
            <a:gdLst/>
            <a:ahLst/>
            <a:cxnLst/>
            <a:rect l="l" t="t" r="r" b="b"/>
            <a:pathLst>
              <a:path w="7039609" h="189229">
                <a:moveTo>
                  <a:pt x="7039343" y="0"/>
                </a:moveTo>
                <a:lnTo>
                  <a:pt x="0" y="0"/>
                </a:lnTo>
                <a:lnTo>
                  <a:pt x="0" y="27432"/>
                </a:lnTo>
                <a:lnTo>
                  <a:pt x="0" y="160020"/>
                </a:lnTo>
                <a:lnTo>
                  <a:pt x="0" y="188988"/>
                </a:lnTo>
                <a:lnTo>
                  <a:pt x="7039343" y="188988"/>
                </a:lnTo>
                <a:lnTo>
                  <a:pt x="7039343" y="160020"/>
                </a:lnTo>
                <a:lnTo>
                  <a:pt x="7039343" y="27432"/>
                </a:lnTo>
                <a:lnTo>
                  <a:pt x="7039343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6324" y="3511646"/>
            <a:ext cx="180975" cy="28587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13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14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15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16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17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18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19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20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21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22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23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24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25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26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00" b="1" spc="30" dirty="0">
                <a:solidFill>
                  <a:srgbClr val="666431"/>
                </a:solidFill>
                <a:latin typeface="Arial"/>
                <a:cs typeface="Arial"/>
              </a:rPr>
              <a:t>27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72228" y="5329428"/>
            <a:ext cx="3134995" cy="356870"/>
            <a:chOff x="4872228" y="5329428"/>
            <a:chExt cx="3134995" cy="356870"/>
          </a:xfrm>
        </p:grpSpPr>
        <p:sp>
          <p:nvSpPr>
            <p:cNvPr id="20" name="object 20"/>
            <p:cNvSpPr/>
            <p:nvPr/>
          </p:nvSpPr>
          <p:spPr>
            <a:xfrm>
              <a:off x="4876799" y="5333999"/>
              <a:ext cx="3124200" cy="347980"/>
            </a:xfrm>
            <a:custGeom>
              <a:avLst/>
              <a:gdLst/>
              <a:ahLst/>
              <a:cxnLst/>
              <a:rect l="l" t="t" r="r" b="b"/>
              <a:pathLst>
                <a:path w="3124200" h="347979">
                  <a:moveTo>
                    <a:pt x="3124200" y="347471"/>
                  </a:moveTo>
                  <a:lnTo>
                    <a:pt x="0" y="347471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347471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72228" y="5329428"/>
              <a:ext cx="3134995" cy="356870"/>
            </a:xfrm>
            <a:custGeom>
              <a:avLst/>
              <a:gdLst/>
              <a:ahLst/>
              <a:cxnLst/>
              <a:rect l="l" t="t" r="r" b="b"/>
              <a:pathLst>
                <a:path w="3134995" h="356870">
                  <a:moveTo>
                    <a:pt x="3134868" y="356616"/>
                  </a:moveTo>
                  <a:lnTo>
                    <a:pt x="0" y="356616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345948"/>
                  </a:lnTo>
                  <a:lnTo>
                    <a:pt x="4572" y="345948"/>
                  </a:lnTo>
                  <a:lnTo>
                    <a:pt x="10668" y="352044"/>
                  </a:lnTo>
                  <a:lnTo>
                    <a:pt x="3134868" y="352044"/>
                  </a:lnTo>
                  <a:lnTo>
                    <a:pt x="3134868" y="356616"/>
                  </a:lnTo>
                  <a:close/>
                </a:path>
                <a:path w="3134995" h="356870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3134995" h="356870">
                  <a:moveTo>
                    <a:pt x="3124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3124200" y="4572"/>
                  </a:lnTo>
                  <a:lnTo>
                    <a:pt x="3124200" y="10668"/>
                  </a:lnTo>
                  <a:close/>
                </a:path>
                <a:path w="3134995" h="356870">
                  <a:moveTo>
                    <a:pt x="3124200" y="352044"/>
                  </a:moveTo>
                  <a:lnTo>
                    <a:pt x="3124200" y="4572"/>
                  </a:lnTo>
                  <a:lnTo>
                    <a:pt x="3128772" y="10668"/>
                  </a:lnTo>
                  <a:lnTo>
                    <a:pt x="3134868" y="10668"/>
                  </a:lnTo>
                  <a:lnTo>
                    <a:pt x="3134868" y="345948"/>
                  </a:lnTo>
                  <a:lnTo>
                    <a:pt x="3128772" y="345948"/>
                  </a:lnTo>
                  <a:lnTo>
                    <a:pt x="3124200" y="352044"/>
                  </a:lnTo>
                  <a:close/>
                </a:path>
                <a:path w="3134995" h="356870">
                  <a:moveTo>
                    <a:pt x="3134868" y="10668"/>
                  </a:moveTo>
                  <a:lnTo>
                    <a:pt x="3128772" y="10668"/>
                  </a:lnTo>
                  <a:lnTo>
                    <a:pt x="3124200" y="4572"/>
                  </a:lnTo>
                  <a:lnTo>
                    <a:pt x="3134868" y="4572"/>
                  </a:lnTo>
                  <a:lnTo>
                    <a:pt x="3134868" y="10668"/>
                  </a:lnTo>
                  <a:close/>
                </a:path>
                <a:path w="3134995" h="356870">
                  <a:moveTo>
                    <a:pt x="10668" y="352044"/>
                  </a:moveTo>
                  <a:lnTo>
                    <a:pt x="4572" y="345948"/>
                  </a:lnTo>
                  <a:lnTo>
                    <a:pt x="10668" y="345948"/>
                  </a:lnTo>
                  <a:lnTo>
                    <a:pt x="10668" y="352044"/>
                  </a:lnTo>
                  <a:close/>
                </a:path>
                <a:path w="3134995" h="356870">
                  <a:moveTo>
                    <a:pt x="3124200" y="352044"/>
                  </a:moveTo>
                  <a:lnTo>
                    <a:pt x="10668" y="352044"/>
                  </a:lnTo>
                  <a:lnTo>
                    <a:pt x="10668" y="345948"/>
                  </a:lnTo>
                  <a:lnTo>
                    <a:pt x="3124200" y="345948"/>
                  </a:lnTo>
                  <a:lnTo>
                    <a:pt x="3124200" y="352044"/>
                  </a:lnTo>
                  <a:close/>
                </a:path>
                <a:path w="3134995" h="356870">
                  <a:moveTo>
                    <a:pt x="3134868" y="352044"/>
                  </a:moveTo>
                  <a:lnTo>
                    <a:pt x="3124200" y="352044"/>
                  </a:lnTo>
                  <a:lnTo>
                    <a:pt x="3128772" y="345948"/>
                  </a:lnTo>
                  <a:lnTo>
                    <a:pt x="3134868" y="345948"/>
                  </a:lnTo>
                  <a:lnTo>
                    <a:pt x="3134868" y="352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49466" y="4456408"/>
            <a:ext cx="6163310" cy="117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35735" indent="-635">
              <a:lnSpc>
                <a:spcPct val="124000"/>
              </a:lnSpc>
              <a:spcBef>
                <a:spcPts val="100"/>
              </a:spcBef>
            </a:pP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000" b="1" spc="7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TextFieldFrame constructor</a:t>
            </a:r>
            <a:r>
              <a:rPr sz="1000" b="1" spc="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0" dirty="0">
                <a:solidFill>
                  <a:srgbClr val="008000"/>
                </a:solidFill>
                <a:latin typeface="Courier New"/>
                <a:cs typeface="Courier New"/>
              </a:rPr>
              <a:t>adds</a:t>
            </a:r>
            <a:r>
              <a:rPr sz="1000" b="1" spc="6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JTextFields</a:t>
            </a:r>
            <a:r>
              <a:rPr sz="1000" b="1" spc="4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60" dirty="0">
                <a:solidFill>
                  <a:srgbClr val="008000"/>
                </a:solidFill>
                <a:latin typeface="Courier New"/>
                <a:cs typeface="Courier New"/>
              </a:rPr>
              <a:t>to</a:t>
            </a:r>
            <a:r>
              <a:rPr sz="1000" b="1" spc="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40" dirty="0">
                <a:solidFill>
                  <a:srgbClr val="008000"/>
                </a:solidFill>
                <a:latin typeface="Courier New"/>
                <a:cs typeface="Courier New"/>
              </a:rPr>
              <a:t>JFrame </a:t>
            </a:r>
            <a:r>
              <a:rPr sz="1000" b="1" spc="55" dirty="0">
                <a:solidFill>
                  <a:srgbClr val="0000FF"/>
                </a:solidFill>
                <a:latin typeface="Courier New"/>
                <a:cs typeface="Courier New"/>
              </a:rPr>
              <a:t>public</a:t>
            </a:r>
            <a:r>
              <a:rPr sz="1000" b="1" spc="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40" dirty="0">
                <a:latin typeface="Courier New"/>
                <a:cs typeface="Courier New"/>
              </a:rPr>
              <a:t>TextFieldFrame()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000" b="1" spc="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266065" marR="1771014" indent="-635">
              <a:lnSpc>
                <a:spcPct val="124000"/>
              </a:lnSpc>
            </a:pPr>
            <a:r>
              <a:rPr sz="1000" b="1" spc="50" dirty="0">
                <a:solidFill>
                  <a:srgbClr val="0000FF"/>
                </a:solidFill>
                <a:latin typeface="Courier New"/>
                <a:cs typeface="Courier New"/>
              </a:rPr>
              <a:t>super</a:t>
            </a:r>
            <a:r>
              <a:rPr sz="1000" b="1" spc="50" dirty="0">
                <a:latin typeface="Courier New"/>
                <a:cs typeface="Courier New"/>
              </a:rPr>
              <a:t>(</a:t>
            </a:r>
            <a:r>
              <a:rPr sz="1000" b="1" spc="90" dirty="0"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99FF"/>
                </a:solidFill>
                <a:latin typeface="Courier New"/>
                <a:cs typeface="Courier New"/>
              </a:rPr>
              <a:t>"Testing JTextField</a:t>
            </a:r>
            <a:r>
              <a:rPr sz="1000" b="1" spc="100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000" b="1" spc="50" dirty="0">
                <a:solidFill>
                  <a:srgbClr val="0099FF"/>
                </a:solidFill>
                <a:latin typeface="Courier New"/>
                <a:cs typeface="Courier New"/>
              </a:rPr>
              <a:t>and</a:t>
            </a:r>
            <a:r>
              <a:rPr sz="1000" b="1" spc="75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000" b="1" spc="50" dirty="0">
                <a:solidFill>
                  <a:srgbClr val="0099FF"/>
                </a:solidFill>
                <a:latin typeface="Courier New"/>
                <a:cs typeface="Courier New"/>
              </a:rPr>
              <a:t>JPasswordField"</a:t>
            </a:r>
            <a:r>
              <a:rPr sz="1000" b="1" spc="90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000" b="1" spc="30" dirty="0">
                <a:latin typeface="Courier New"/>
                <a:cs typeface="Courier New"/>
              </a:rPr>
              <a:t>); </a:t>
            </a:r>
            <a:r>
              <a:rPr sz="1000" b="1" spc="50" dirty="0">
                <a:latin typeface="Courier New"/>
                <a:cs typeface="Courier New"/>
              </a:rPr>
              <a:t>setLayout(</a:t>
            </a:r>
            <a:r>
              <a:rPr sz="1000" b="1" spc="70" dirty="0">
                <a:latin typeface="Courier New"/>
                <a:cs typeface="Courier New"/>
              </a:rPr>
              <a:t> </a:t>
            </a:r>
            <a:r>
              <a:rPr sz="1000" b="1" spc="60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000" b="1" spc="7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b="1" spc="50" dirty="0">
                <a:latin typeface="Courier New"/>
                <a:cs typeface="Courier New"/>
              </a:rPr>
              <a:t>FlowLayout()</a:t>
            </a:r>
            <a:r>
              <a:rPr sz="1000" b="1" spc="90" dirty="0">
                <a:latin typeface="Courier New"/>
                <a:cs typeface="Courier New"/>
              </a:rPr>
              <a:t> </a:t>
            </a:r>
            <a:r>
              <a:rPr sz="1000" b="1" spc="50" dirty="0">
                <a:latin typeface="Courier New"/>
                <a:cs typeface="Courier New"/>
              </a:rPr>
              <a:t>);</a:t>
            </a:r>
            <a:r>
              <a:rPr sz="1000" b="1" spc="70" dirty="0">
                <a:latin typeface="Courier New"/>
                <a:cs typeface="Courier New"/>
              </a:rPr>
              <a:t> </a:t>
            </a:r>
            <a:r>
              <a:rPr sz="1000" b="1" spc="55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000" b="1" spc="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60" dirty="0">
                <a:solidFill>
                  <a:srgbClr val="008000"/>
                </a:solidFill>
                <a:latin typeface="Courier New"/>
                <a:cs typeface="Courier New"/>
              </a:rPr>
              <a:t>set</a:t>
            </a:r>
            <a:r>
              <a:rPr sz="1000" b="1" spc="7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b="1" spc="25" dirty="0">
                <a:solidFill>
                  <a:srgbClr val="008000"/>
                </a:solidFill>
                <a:latin typeface="Courier New"/>
                <a:cs typeface="Courier New"/>
              </a:rPr>
              <a:t>fra</a:t>
            </a:r>
            <a:endParaRPr sz="1000">
              <a:latin typeface="Courier New"/>
              <a:cs typeface="Courier New"/>
            </a:endParaRPr>
          </a:p>
          <a:p>
            <a:pPr marL="3818254">
              <a:lnSpc>
                <a:spcPts val="1585"/>
              </a:lnSpc>
            </a:pPr>
            <a:r>
              <a:rPr sz="1600" dirty="0">
                <a:latin typeface="Times New Roman"/>
                <a:cs typeface="Times New Roman"/>
              </a:rPr>
              <a:t>Create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new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Lucida Console"/>
                <a:cs typeface="Lucida Console"/>
              </a:rPr>
              <a:t>JTextField</a:t>
            </a:r>
            <a:endParaRPr sz="1600">
              <a:latin typeface="Lucida Console"/>
              <a:cs typeface="Lucida Console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352800" y="5487923"/>
            <a:ext cx="1525905" cy="365760"/>
          </a:xfrm>
          <a:custGeom>
            <a:avLst/>
            <a:gdLst/>
            <a:ahLst/>
            <a:cxnLst/>
            <a:rect l="l" t="t" r="r" b="b"/>
            <a:pathLst>
              <a:path w="1525904" h="365760">
                <a:moveTo>
                  <a:pt x="76358" y="332523"/>
                </a:moveTo>
                <a:lnTo>
                  <a:pt x="74259" y="323171"/>
                </a:lnTo>
                <a:lnTo>
                  <a:pt x="1524000" y="0"/>
                </a:lnTo>
                <a:lnTo>
                  <a:pt x="1525524" y="9144"/>
                </a:lnTo>
                <a:lnTo>
                  <a:pt x="76358" y="332523"/>
                </a:lnTo>
                <a:close/>
              </a:path>
              <a:path w="1525904" h="365760">
                <a:moveTo>
                  <a:pt x="83820" y="365760"/>
                </a:moveTo>
                <a:lnTo>
                  <a:pt x="0" y="345948"/>
                </a:lnTo>
                <a:lnTo>
                  <a:pt x="67055" y="291083"/>
                </a:lnTo>
                <a:lnTo>
                  <a:pt x="74259" y="323171"/>
                </a:lnTo>
                <a:lnTo>
                  <a:pt x="60959" y="326136"/>
                </a:lnTo>
                <a:lnTo>
                  <a:pt x="64008" y="335280"/>
                </a:lnTo>
                <a:lnTo>
                  <a:pt x="76977" y="335280"/>
                </a:lnTo>
                <a:lnTo>
                  <a:pt x="83820" y="365760"/>
                </a:lnTo>
                <a:close/>
              </a:path>
              <a:path w="1525904" h="365760">
                <a:moveTo>
                  <a:pt x="64008" y="335280"/>
                </a:moveTo>
                <a:lnTo>
                  <a:pt x="60959" y="326136"/>
                </a:lnTo>
                <a:lnTo>
                  <a:pt x="74259" y="323171"/>
                </a:lnTo>
                <a:lnTo>
                  <a:pt x="76358" y="332523"/>
                </a:lnTo>
                <a:lnTo>
                  <a:pt x="64008" y="335280"/>
                </a:lnTo>
                <a:close/>
              </a:path>
              <a:path w="1525904" h="365760">
                <a:moveTo>
                  <a:pt x="76977" y="335280"/>
                </a:moveTo>
                <a:lnTo>
                  <a:pt x="64008" y="335280"/>
                </a:lnTo>
                <a:lnTo>
                  <a:pt x="76358" y="332523"/>
                </a:lnTo>
                <a:lnTo>
                  <a:pt x="76977" y="3352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9067" y="298716"/>
            <a:ext cx="7038340" cy="210820"/>
          </a:xfrm>
          <a:custGeom>
            <a:avLst/>
            <a:gdLst/>
            <a:ahLst/>
            <a:cxnLst/>
            <a:rect l="l" t="t" r="r" b="b"/>
            <a:pathLst>
              <a:path w="7038340" h="210820">
                <a:moveTo>
                  <a:pt x="7037845" y="0"/>
                </a:moveTo>
                <a:lnTo>
                  <a:pt x="0" y="0"/>
                </a:lnTo>
                <a:lnTo>
                  <a:pt x="0" y="30467"/>
                </a:lnTo>
                <a:lnTo>
                  <a:pt x="0" y="178308"/>
                </a:lnTo>
                <a:lnTo>
                  <a:pt x="0" y="210312"/>
                </a:lnTo>
                <a:lnTo>
                  <a:pt x="7037845" y="210312"/>
                </a:lnTo>
                <a:lnTo>
                  <a:pt x="7037845" y="178308"/>
                </a:lnTo>
                <a:lnTo>
                  <a:pt x="7037845" y="30467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5275" y="339852"/>
            <a:ext cx="3371850" cy="1270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4"/>
              </a:lnSpc>
            </a:pP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construct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textfield</a:t>
            </a:r>
            <a:r>
              <a:rPr sz="1100" b="1" spc="-5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with</a:t>
            </a:r>
            <a:r>
              <a:rPr sz="1100" b="1" spc="-4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default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 text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9067" y="509028"/>
            <a:ext cx="7038340" cy="208915"/>
          </a:xfrm>
          <a:custGeom>
            <a:avLst/>
            <a:gdLst/>
            <a:ahLst/>
            <a:cxnLst/>
            <a:rect l="l" t="t" r="r" b="b"/>
            <a:pathLst>
              <a:path w="7038340" h="208915">
                <a:moveTo>
                  <a:pt x="7037845" y="0"/>
                </a:moveTo>
                <a:lnTo>
                  <a:pt x="0" y="0"/>
                </a:lnTo>
                <a:lnTo>
                  <a:pt x="0" y="30467"/>
                </a:lnTo>
                <a:lnTo>
                  <a:pt x="0" y="176771"/>
                </a:lnTo>
                <a:lnTo>
                  <a:pt x="0" y="208788"/>
                </a:lnTo>
                <a:lnTo>
                  <a:pt x="7037845" y="208788"/>
                </a:lnTo>
                <a:lnTo>
                  <a:pt x="7037845" y="176771"/>
                </a:lnTo>
                <a:lnTo>
                  <a:pt x="7037845" y="30467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65275" y="550163"/>
            <a:ext cx="4116704" cy="12509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5"/>
              </a:lnSpc>
            </a:pPr>
            <a:r>
              <a:rPr sz="1100" b="1" dirty="0">
                <a:latin typeface="Courier New"/>
                <a:cs typeface="Courier New"/>
              </a:rPr>
              <a:t>textField2</a:t>
            </a:r>
            <a:r>
              <a:rPr sz="1100" b="1" spc="-4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=</a:t>
            </a:r>
            <a:r>
              <a:rPr sz="1100" b="1" spc="-1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1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JTextField(</a:t>
            </a:r>
            <a:r>
              <a:rPr sz="1100" b="1" spc="-3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"Enter</a:t>
            </a:r>
            <a:r>
              <a:rPr sz="1100" b="1" spc="-15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text</a:t>
            </a:r>
            <a:r>
              <a:rPr sz="1100" b="1" spc="-40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here"</a:t>
            </a:r>
            <a:r>
              <a:rPr sz="1100" b="1" spc="-35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100" b="1" spc="-25" dirty="0"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9067" y="717816"/>
            <a:ext cx="7038340" cy="210820"/>
          </a:xfrm>
          <a:custGeom>
            <a:avLst/>
            <a:gdLst/>
            <a:ahLst/>
            <a:cxnLst/>
            <a:rect l="l" t="t" r="r" b="b"/>
            <a:pathLst>
              <a:path w="7038340" h="210819">
                <a:moveTo>
                  <a:pt x="7037845" y="0"/>
                </a:moveTo>
                <a:lnTo>
                  <a:pt x="0" y="0"/>
                </a:lnTo>
                <a:lnTo>
                  <a:pt x="0" y="30467"/>
                </a:lnTo>
                <a:lnTo>
                  <a:pt x="0" y="178308"/>
                </a:lnTo>
                <a:lnTo>
                  <a:pt x="0" y="210312"/>
                </a:lnTo>
                <a:lnTo>
                  <a:pt x="7037845" y="210312"/>
                </a:lnTo>
                <a:lnTo>
                  <a:pt x="7037845" y="178308"/>
                </a:lnTo>
                <a:lnTo>
                  <a:pt x="7037845" y="30467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52431" y="707038"/>
            <a:ext cx="38919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ourier New"/>
                <a:cs typeface="Courier New"/>
              </a:rPr>
              <a:t>add(</a:t>
            </a:r>
            <a:r>
              <a:rPr sz="1100" b="1" spc="-4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textField2</a:t>
            </a:r>
            <a:r>
              <a:rPr sz="1100" b="1" spc="-3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);</a:t>
            </a:r>
            <a:r>
              <a:rPr sz="1100" b="1" spc="-2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4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add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textField2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to</a:t>
            </a:r>
            <a:r>
              <a:rPr sz="1100" b="1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JFrame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9067" y="928128"/>
            <a:ext cx="7038340" cy="419100"/>
          </a:xfrm>
          <a:custGeom>
            <a:avLst/>
            <a:gdLst/>
            <a:ahLst/>
            <a:cxnLst/>
            <a:rect l="l" t="t" r="r" b="b"/>
            <a:pathLst>
              <a:path w="7038340" h="419100">
                <a:moveTo>
                  <a:pt x="7037845" y="0"/>
                </a:moveTo>
                <a:lnTo>
                  <a:pt x="0" y="0"/>
                </a:lnTo>
                <a:lnTo>
                  <a:pt x="0" y="30467"/>
                </a:lnTo>
                <a:lnTo>
                  <a:pt x="0" y="175247"/>
                </a:lnTo>
                <a:lnTo>
                  <a:pt x="0" y="208788"/>
                </a:lnTo>
                <a:lnTo>
                  <a:pt x="0" y="239255"/>
                </a:lnTo>
                <a:lnTo>
                  <a:pt x="0" y="385559"/>
                </a:lnTo>
                <a:lnTo>
                  <a:pt x="0" y="419100"/>
                </a:lnTo>
                <a:lnTo>
                  <a:pt x="7037845" y="419100"/>
                </a:lnTo>
                <a:lnTo>
                  <a:pt x="7037845" y="30467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65275" y="1178051"/>
            <a:ext cx="4632325" cy="12509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5"/>
              </a:lnSpc>
            </a:pP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construct</a:t>
            </a:r>
            <a:r>
              <a:rPr sz="1100" b="1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textfield</a:t>
            </a:r>
            <a:r>
              <a:rPr sz="1100" b="1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with</a:t>
            </a:r>
            <a:r>
              <a:rPr sz="1100" b="1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default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text</a:t>
            </a:r>
            <a:r>
              <a:rPr sz="1100" b="1" spc="-5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and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21</a:t>
            </a:r>
            <a:r>
              <a:rPr sz="1100" b="1" spc="-4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columns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9067" y="1347228"/>
            <a:ext cx="7038340" cy="210820"/>
          </a:xfrm>
          <a:custGeom>
            <a:avLst/>
            <a:gdLst/>
            <a:ahLst/>
            <a:cxnLst/>
            <a:rect l="l" t="t" r="r" b="b"/>
            <a:pathLst>
              <a:path w="7038340" h="210819">
                <a:moveTo>
                  <a:pt x="7037845" y="0"/>
                </a:moveTo>
                <a:lnTo>
                  <a:pt x="0" y="0"/>
                </a:lnTo>
                <a:lnTo>
                  <a:pt x="0" y="30467"/>
                </a:lnTo>
                <a:lnTo>
                  <a:pt x="0" y="176771"/>
                </a:lnTo>
                <a:lnTo>
                  <a:pt x="0" y="210312"/>
                </a:lnTo>
                <a:lnTo>
                  <a:pt x="7037845" y="210312"/>
                </a:lnTo>
                <a:lnTo>
                  <a:pt x="7037845" y="176771"/>
                </a:lnTo>
                <a:lnTo>
                  <a:pt x="7037845" y="30467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65275" y="1388363"/>
            <a:ext cx="4958080" cy="12509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5"/>
              </a:lnSpc>
            </a:pPr>
            <a:r>
              <a:rPr sz="1100" b="1" dirty="0">
                <a:latin typeface="Courier New"/>
                <a:cs typeface="Courier New"/>
              </a:rPr>
              <a:t>textField3</a:t>
            </a:r>
            <a:r>
              <a:rPr sz="1100" b="1" spc="-4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=</a:t>
            </a:r>
            <a:r>
              <a:rPr sz="1100" b="1" spc="-2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1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JTextField(</a:t>
            </a:r>
            <a:r>
              <a:rPr sz="1100" b="1" spc="-3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"Uneditable</a:t>
            </a:r>
            <a:r>
              <a:rPr sz="1100" b="1" spc="-45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text</a:t>
            </a:r>
            <a:r>
              <a:rPr sz="1100" b="1" spc="-30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field"</a:t>
            </a:r>
            <a:r>
              <a:rPr sz="1100" b="1" dirty="0">
                <a:latin typeface="Courier New"/>
                <a:cs typeface="Courier New"/>
              </a:rPr>
              <a:t>,</a:t>
            </a:r>
            <a:r>
              <a:rPr sz="1100" b="1" spc="-3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21</a:t>
            </a:r>
            <a:r>
              <a:rPr sz="1100" b="1" spc="-20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100" b="1" spc="-25" dirty="0"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9067" y="1557540"/>
            <a:ext cx="7038340" cy="207645"/>
          </a:xfrm>
          <a:custGeom>
            <a:avLst/>
            <a:gdLst/>
            <a:ahLst/>
            <a:cxnLst/>
            <a:rect l="l" t="t" r="r" b="b"/>
            <a:pathLst>
              <a:path w="7038340" h="207644">
                <a:moveTo>
                  <a:pt x="7037845" y="0"/>
                </a:moveTo>
                <a:lnTo>
                  <a:pt x="0" y="0"/>
                </a:lnTo>
                <a:lnTo>
                  <a:pt x="0" y="30480"/>
                </a:lnTo>
                <a:lnTo>
                  <a:pt x="0" y="175247"/>
                </a:lnTo>
                <a:lnTo>
                  <a:pt x="0" y="207251"/>
                </a:lnTo>
                <a:lnTo>
                  <a:pt x="7037845" y="207251"/>
                </a:lnTo>
                <a:lnTo>
                  <a:pt x="7037845" y="175247"/>
                </a:lnTo>
                <a:lnTo>
                  <a:pt x="7037845" y="30480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65275" y="1598675"/>
            <a:ext cx="4297045" cy="12382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69"/>
              </a:lnSpc>
            </a:pPr>
            <a:r>
              <a:rPr sz="1100" b="1" dirty="0">
                <a:latin typeface="Courier New"/>
                <a:cs typeface="Courier New"/>
              </a:rPr>
              <a:t>textField3.setEditable(</a:t>
            </a:r>
            <a:r>
              <a:rPr sz="1100" b="1" spc="-4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false</a:t>
            </a:r>
            <a:r>
              <a:rPr sz="11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);</a:t>
            </a:r>
            <a:r>
              <a:rPr sz="1100" b="1" spc="-4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4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disable</a:t>
            </a:r>
            <a:r>
              <a:rPr sz="1100" b="1" spc="-5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editing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9067" y="1764791"/>
            <a:ext cx="7038340" cy="210820"/>
          </a:xfrm>
          <a:custGeom>
            <a:avLst/>
            <a:gdLst/>
            <a:ahLst/>
            <a:cxnLst/>
            <a:rect l="l" t="t" r="r" b="b"/>
            <a:pathLst>
              <a:path w="7038340" h="210819">
                <a:moveTo>
                  <a:pt x="7037845" y="0"/>
                </a:moveTo>
                <a:lnTo>
                  <a:pt x="0" y="0"/>
                </a:lnTo>
                <a:lnTo>
                  <a:pt x="0" y="30480"/>
                </a:lnTo>
                <a:lnTo>
                  <a:pt x="0" y="178308"/>
                </a:lnTo>
                <a:lnTo>
                  <a:pt x="0" y="210324"/>
                </a:lnTo>
                <a:lnTo>
                  <a:pt x="7037845" y="210324"/>
                </a:lnTo>
                <a:lnTo>
                  <a:pt x="7037845" y="178308"/>
                </a:lnTo>
                <a:lnTo>
                  <a:pt x="7037845" y="30480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52431" y="1754009"/>
            <a:ext cx="38919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ourier New"/>
                <a:cs typeface="Courier New"/>
              </a:rPr>
              <a:t>add(</a:t>
            </a:r>
            <a:r>
              <a:rPr sz="1100" b="1" spc="-4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textField3</a:t>
            </a:r>
            <a:r>
              <a:rPr sz="1100" b="1" spc="-3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);</a:t>
            </a:r>
            <a:r>
              <a:rPr sz="1100" b="1" spc="-2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4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add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textField3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to</a:t>
            </a:r>
            <a:r>
              <a:rPr sz="1100" b="1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JFrame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59067" y="1975116"/>
            <a:ext cx="7038340" cy="419100"/>
          </a:xfrm>
          <a:custGeom>
            <a:avLst/>
            <a:gdLst/>
            <a:ahLst/>
            <a:cxnLst/>
            <a:rect l="l" t="t" r="r" b="b"/>
            <a:pathLst>
              <a:path w="7038340" h="419100">
                <a:moveTo>
                  <a:pt x="7037845" y="0"/>
                </a:moveTo>
                <a:lnTo>
                  <a:pt x="0" y="0"/>
                </a:lnTo>
                <a:lnTo>
                  <a:pt x="0" y="30467"/>
                </a:lnTo>
                <a:lnTo>
                  <a:pt x="0" y="176784"/>
                </a:lnTo>
                <a:lnTo>
                  <a:pt x="0" y="208775"/>
                </a:lnTo>
                <a:lnTo>
                  <a:pt x="0" y="239268"/>
                </a:lnTo>
                <a:lnTo>
                  <a:pt x="0" y="387083"/>
                </a:lnTo>
                <a:lnTo>
                  <a:pt x="0" y="419087"/>
                </a:lnTo>
                <a:lnTo>
                  <a:pt x="7037845" y="419087"/>
                </a:lnTo>
                <a:lnTo>
                  <a:pt x="7037845" y="30467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52431" y="2173125"/>
            <a:ext cx="37223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construct</a:t>
            </a:r>
            <a:r>
              <a:rPr sz="1100" b="1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passwordfield</a:t>
            </a:r>
            <a:r>
              <a:rPr sz="1100" b="1" spc="-4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with</a:t>
            </a:r>
            <a:r>
              <a:rPr sz="1100" b="1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default</a:t>
            </a:r>
            <a:r>
              <a:rPr sz="1100" b="1" spc="-6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text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9067" y="2394203"/>
            <a:ext cx="7038340" cy="210820"/>
          </a:xfrm>
          <a:custGeom>
            <a:avLst/>
            <a:gdLst/>
            <a:ahLst/>
            <a:cxnLst/>
            <a:rect l="l" t="t" r="r" b="b"/>
            <a:pathLst>
              <a:path w="7038340" h="210819">
                <a:moveTo>
                  <a:pt x="7037845" y="0"/>
                </a:moveTo>
                <a:lnTo>
                  <a:pt x="0" y="0"/>
                </a:lnTo>
                <a:lnTo>
                  <a:pt x="0" y="30480"/>
                </a:lnTo>
                <a:lnTo>
                  <a:pt x="0" y="178308"/>
                </a:lnTo>
                <a:lnTo>
                  <a:pt x="0" y="210324"/>
                </a:lnTo>
                <a:lnTo>
                  <a:pt x="7037845" y="210324"/>
                </a:lnTo>
                <a:lnTo>
                  <a:pt x="7037845" y="178308"/>
                </a:lnTo>
                <a:lnTo>
                  <a:pt x="7037845" y="30480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65275" y="2435351"/>
            <a:ext cx="4369435" cy="1270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4"/>
              </a:lnSpc>
            </a:pPr>
            <a:r>
              <a:rPr sz="1100" b="1" dirty="0">
                <a:latin typeface="Courier New"/>
                <a:cs typeface="Courier New"/>
              </a:rPr>
              <a:t>passwordField</a:t>
            </a:r>
            <a:r>
              <a:rPr sz="1100" b="1" spc="-4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=</a:t>
            </a:r>
            <a:r>
              <a:rPr sz="1100" b="1" spc="-5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1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JPasswordField(</a:t>
            </a:r>
            <a:r>
              <a:rPr sz="1100" b="1" spc="-3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"Hidden</a:t>
            </a:r>
            <a:r>
              <a:rPr sz="1100" b="1" spc="-45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text"</a:t>
            </a:r>
            <a:r>
              <a:rPr sz="1100" b="1" spc="-30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100" b="1" spc="-25" dirty="0"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59067" y="2604528"/>
            <a:ext cx="7038340" cy="208915"/>
          </a:xfrm>
          <a:custGeom>
            <a:avLst/>
            <a:gdLst/>
            <a:ahLst/>
            <a:cxnLst/>
            <a:rect l="l" t="t" r="r" b="b"/>
            <a:pathLst>
              <a:path w="7038340" h="208914">
                <a:moveTo>
                  <a:pt x="7037845" y="0"/>
                </a:moveTo>
                <a:lnTo>
                  <a:pt x="0" y="0"/>
                </a:lnTo>
                <a:lnTo>
                  <a:pt x="0" y="30480"/>
                </a:lnTo>
                <a:lnTo>
                  <a:pt x="0" y="176771"/>
                </a:lnTo>
                <a:lnTo>
                  <a:pt x="0" y="208775"/>
                </a:lnTo>
                <a:lnTo>
                  <a:pt x="7037845" y="208775"/>
                </a:lnTo>
                <a:lnTo>
                  <a:pt x="7037845" y="176771"/>
                </a:lnTo>
                <a:lnTo>
                  <a:pt x="7037845" y="30480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52431" y="2592241"/>
            <a:ext cx="43935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ourier New"/>
                <a:cs typeface="Courier New"/>
              </a:rPr>
              <a:t>add(</a:t>
            </a:r>
            <a:r>
              <a:rPr sz="1100" b="1" spc="-5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passwordField</a:t>
            </a:r>
            <a:r>
              <a:rPr sz="1100" b="1" spc="-3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);</a:t>
            </a:r>
            <a:r>
              <a:rPr sz="1100" b="1" spc="-4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add</a:t>
            </a:r>
            <a:r>
              <a:rPr sz="1100" b="1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passwordField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to</a:t>
            </a:r>
            <a:r>
              <a:rPr sz="1100" b="1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JFrame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9067" y="2813303"/>
            <a:ext cx="7038340" cy="419100"/>
          </a:xfrm>
          <a:custGeom>
            <a:avLst/>
            <a:gdLst/>
            <a:ahLst/>
            <a:cxnLst/>
            <a:rect l="l" t="t" r="r" b="b"/>
            <a:pathLst>
              <a:path w="7038340" h="419100">
                <a:moveTo>
                  <a:pt x="7037845" y="0"/>
                </a:moveTo>
                <a:lnTo>
                  <a:pt x="0" y="0"/>
                </a:lnTo>
                <a:lnTo>
                  <a:pt x="0" y="30480"/>
                </a:lnTo>
                <a:lnTo>
                  <a:pt x="0" y="178308"/>
                </a:lnTo>
                <a:lnTo>
                  <a:pt x="0" y="210324"/>
                </a:lnTo>
                <a:lnTo>
                  <a:pt x="0" y="240804"/>
                </a:lnTo>
                <a:lnTo>
                  <a:pt x="0" y="387096"/>
                </a:lnTo>
                <a:lnTo>
                  <a:pt x="0" y="419100"/>
                </a:lnTo>
                <a:lnTo>
                  <a:pt x="7037845" y="419100"/>
                </a:lnTo>
                <a:lnTo>
                  <a:pt x="7037845" y="30480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52431" y="3011357"/>
            <a:ext cx="22104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register</a:t>
            </a:r>
            <a:r>
              <a:rPr sz="1100" b="1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event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handlers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59067" y="3232403"/>
            <a:ext cx="7038340" cy="1047115"/>
          </a:xfrm>
          <a:custGeom>
            <a:avLst/>
            <a:gdLst/>
            <a:ahLst/>
            <a:cxnLst/>
            <a:rect l="l" t="t" r="r" b="b"/>
            <a:pathLst>
              <a:path w="7038340" h="1047114">
                <a:moveTo>
                  <a:pt x="7037845" y="0"/>
                </a:moveTo>
                <a:lnTo>
                  <a:pt x="0" y="0"/>
                </a:lnTo>
                <a:lnTo>
                  <a:pt x="0" y="30480"/>
                </a:lnTo>
                <a:lnTo>
                  <a:pt x="0" y="178308"/>
                </a:lnTo>
                <a:lnTo>
                  <a:pt x="0" y="1046988"/>
                </a:lnTo>
                <a:lnTo>
                  <a:pt x="7037845" y="1046988"/>
                </a:lnTo>
                <a:lnTo>
                  <a:pt x="7037845" y="30480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1065275" y="3273552"/>
          <a:ext cx="4221478" cy="9620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275">
                <a:tc gridSpan="3">
                  <a:txBody>
                    <a:bodyPr/>
                    <a:lstStyle/>
                    <a:p>
                      <a:pPr>
                        <a:lnSpc>
                          <a:spcPts val="1010"/>
                        </a:lnSpc>
                      </a:pPr>
                      <a:r>
                        <a:rPr sz="1100" b="1" dirty="0">
                          <a:latin typeface="Courier New"/>
                          <a:cs typeface="Courier New"/>
                        </a:rPr>
                        <a:t>TextFieldHandler</a:t>
                      </a:r>
                      <a:r>
                        <a:rPr sz="1100" b="1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b="1" dirty="0">
                          <a:latin typeface="Courier New"/>
                          <a:cs typeface="Courier New"/>
                        </a:rPr>
                        <a:t>handler</a:t>
                      </a:r>
                      <a:r>
                        <a:rPr sz="1100" b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b="1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1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b="1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new</a:t>
                      </a:r>
                      <a:r>
                        <a:rPr sz="1100" b="1" spc="-30" dirty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b="1" spc="-10" dirty="0">
                          <a:latin typeface="Courier New"/>
                          <a:cs typeface="Courier New"/>
                        </a:rPr>
                        <a:t>TextFieldHandler();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8382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Courier New"/>
                          <a:cs typeface="Courier New"/>
                        </a:rPr>
                        <a:t>textField1.addActionListener(</a:t>
                      </a:r>
                      <a:r>
                        <a:rPr sz="1100" b="1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b="1" dirty="0">
                          <a:latin typeface="Courier New"/>
                          <a:cs typeface="Courier New"/>
                        </a:rPr>
                        <a:t>handler</a:t>
                      </a:r>
                      <a:r>
                        <a:rPr sz="1100" b="1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b="1" spc="-35" dirty="0">
                          <a:latin typeface="Courier New"/>
                          <a:cs typeface="Courier New"/>
                        </a:rPr>
                        <a:t>);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2540" marB="0">
                    <a:lnT w="83820">
                      <a:solidFill>
                        <a:srgbClr val="FFFFFF"/>
                      </a:solidFill>
                      <a:prstDash val="solid"/>
                    </a:lnT>
                    <a:lnB w="83819">
                      <a:solidFill>
                        <a:srgbClr val="FFFFFF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3820">
                      <a:solidFill>
                        <a:srgbClr val="FFFFFF"/>
                      </a:solidFill>
                      <a:prstDash val="solid"/>
                    </a:lnT>
                    <a:lnB w="85343">
                      <a:solidFill>
                        <a:srgbClr val="FFFFFF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100" b="1" dirty="0">
                          <a:latin typeface="Courier New"/>
                          <a:cs typeface="Courier New"/>
                        </a:rPr>
                        <a:t>textField2.addActionListener(</a:t>
                      </a:r>
                      <a:r>
                        <a:rPr sz="1100" b="1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b="1" dirty="0">
                          <a:latin typeface="Courier New"/>
                          <a:cs typeface="Courier New"/>
                        </a:rPr>
                        <a:t>handler</a:t>
                      </a:r>
                      <a:r>
                        <a:rPr sz="1100" b="1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b="1" spc="-35" dirty="0">
                          <a:latin typeface="Courier New"/>
                          <a:cs typeface="Courier New"/>
                        </a:rPr>
                        <a:t>);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2540" marB="0">
                    <a:lnT w="83819">
                      <a:solidFill>
                        <a:srgbClr val="FFFFFF"/>
                      </a:solidFill>
                      <a:prstDash val="solid"/>
                    </a:lnT>
                    <a:lnB w="85344">
                      <a:solidFill>
                        <a:srgbClr val="FFFFFF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83820">
                      <a:solidFill>
                        <a:srgbClr val="FFFFFF"/>
                      </a:solidFill>
                      <a:prstDash val="solid"/>
                    </a:lnT>
                    <a:lnB w="85343">
                      <a:solidFill>
                        <a:srgbClr val="FFFFFF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b="1" dirty="0">
                          <a:latin typeface="Courier New"/>
                          <a:cs typeface="Courier New"/>
                        </a:rPr>
                        <a:t>textField3.addActionListener(</a:t>
                      </a:r>
                      <a:r>
                        <a:rPr sz="1100" b="1" spc="-10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b="1" dirty="0">
                          <a:latin typeface="Courier New"/>
                          <a:cs typeface="Courier New"/>
                        </a:rPr>
                        <a:t>handler</a:t>
                      </a:r>
                      <a:r>
                        <a:rPr sz="1100" b="1" spc="-8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b="1" spc="-35" dirty="0">
                          <a:latin typeface="Courier New"/>
                          <a:cs typeface="Courier New"/>
                        </a:rPr>
                        <a:t>);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3175" marB="0">
                    <a:lnT w="85344">
                      <a:solidFill>
                        <a:srgbClr val="FFFFFF"/>
                      </a:solidFill>
                      <a:prstDash val="solid"/>
                    </a:lnT>
                    <a:lnB w="85343">
                      <a:solidFill>
                        <a:srgbClr val="FFFFFF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83820">
                      <a:solidFill>
                        <a:srgbClr val="FFFFFF"/>
                      </a:solidFill>
                      <a:prstDash val="solid"/>
                    </a:lnT>
                    <a:lnB w="85343">
                      <a:solidFill>
                        <a:srgbClr val="FFFFFF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735">
                <a:tc gridSpan="2">
                  <a:txBody>
                    <a:bodyPr/>
                    <a:lstStyle/>
                    <a:p>
                      <a:pPr>
                        <a:lnSpc>
                          <a:spcPts val="1190"/>
                        </a:lnSpc>
                        <a:spcBef>
                          <a:spcPts val="15"/>
                        </a:spcBef>
                      </a:pPr>
                      <a:r>
                        <a:rPr sz="1100" b="1" spc="-10" dirty="0">
                          <a:latin typeface="Courier New"/>
                          <a:cs typeface="Courier New"/>
                        </a:rPr>
                        <a:t>passwordField.addActionListener(</a:t>
                      </a:r>
                      <a:r>
                        <a:rPr sz="1100" b="1" spc="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b="1" dirty="0">
                          <a:latin typeface="Courier New"/>
                          <a:cs typeface="Courier New"/>
                        </a:rPr>
                        <a:t>handler</a:t>
                      </a:r>
                      <a:r>
                        <a:rPr sz="1100" b="1" spc="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b="1" spc="-25" dirty="0">
                          <a:latin typeface="Courier New"/>
                          <a:cs typeface="Courier New"/>
                        </a:rPr>
                        <a:t>);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1905" marB="0">
                    <a:lnT w="85343">
                      <a:solidFill>
                        <a:srgbClr val="FFFFFF"/>
                      </a:solidFill>
                      <a:prstDash val="solid"/>
                    </a:lnT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85343">
                      <a:solidFill>
                        <a:srgbClr val="FFFFFF"/>
                      </a:solidFill>
                      <a:prstDash val="solid"/>
                    </a:lnT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object 26"/>
          <p:cNvSpPr/>
          <p:nvPr/>
        </p:nvSpPr>
        <p:spPr>
          <a:xfrm>
            <a:off x="259067" y="4279391"/>
            <a:ext cx="7038340" cy="210820"/>
          </a:xfrm>
          <a:custGeom>
            <a:avLst/>
            <a:gdLst/>
            <a:ahLst/>
            <a:cxnLst/>
            <a:rect l="l" t="t" r="r" b="b"/>
            <a:pathLst>
              <a:path w="7038340" h="210820">
                <a:moveTo>
                  <a:pt x="7037845" y="0"/>
                </a:moveTo>
                <a:lnTo>
                  <a:pt x="0" y="0"/>
                </a:lnTo>
                <a:lnTo>
                  <a:pt x="0" y="30492"/>
                </a:lnTo>
                <a:lnTo>
                  <a:pt x="0" y="178308"/>
                </a:lnTo>
                <a:lnTo>
                  <a:pt x="0" y="210312"/>
                </a:lnTo>
                <a:lnTo>
                  <a:pt x="7037845" y="210312"/>
                </a:lnTo>
                <a:lnTo>
                  <a:pt x="7037845" y="178308"/>
                </a:lnTo>
                <a:lnTo>
                  <a:pt x="7037845" y="30492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00235" y="4268629"/>
            <a:ext cx="29673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ourier New"/>
                <a:cs typeface="Courier New"/>
              </a:rPr>
              <a:t>}</a:t>
            </a:r>
            <a:r>
              <a:rPr sz="1100" b="1" spc="-2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end</a:t>
            </a:r>
            <a:r>
              <a:rPr sz="1100" b="1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TextFieldFrame</a:t>
            </a:r>
            <a:r>
              <a:rPr sz="1100" b="1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constructor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59067" y="4489703"/>
            <a:ext cx="7038340" cy="419100"/>
          </a:xfrm>
          <a:custGeom>
            <a:avLst/>
            <a:gdLst/>
            <a:ahLst/>
            <a:cxnLst/>
            <a:rect l="l" t="t" r="r" b="b"/>
            <a:pathLst>
              <a:path w="7038340" h="419100">
                <a:moveTo>
                  <a:pt x="7037845" y="0"/>
                </a:moveTo>
                <a:lnTo>
                  <a:pt x="0" y="0"/>
                </a:lnTo>
                <a:lnTo>
                  <a:pt x="0" y="30480"/>
                </a:lnTo>
                <a:lnTo>
                  <a:pt x="0" y="178320"/>
                </a:lnTo>
                <a:lnTo>
                  <a:pt x="0" y="210324"/>
                </a:lnTo>
                <a:lnTo>
                  <a:pt x="0" y="239268"/>
                </a:lnTo>
                <a:lnTo>
                  <a:pt x="0" y="387096"/>
                </a:lnTo>
                <a:lnTo>
                  <a:pt x="0" y="419100"/>
                </a:lnTo>
                <a:lnTo>
                  <a:pt x="7037845" y="419100"/>
                </a:lnTo>
                <a:lnTo>
                  <a:pt x="7037845" y="30480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00235" y="4687745"/>
            <a:ext cx="34696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private</a:t>
            </a:r>
            <a:r>
              <a:rPr sz="1100" b="1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inner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class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for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event</a:t>
            </a:r>
            <a:r>
              <a:rPr sz="1100" b="1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handling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59067" y="4908803"/>
            <a:ext cx="7038340" cy="210820"/>
          </a:xfrm>
          <a:custGeom>
            <a:avLst/>
            <a:gdLst/>
            <a:ahLst/>
            <a:cxnLst/>
            <a:rect l="l" t="t" r="r" b="b"/>
            <a:pathLst>
              <a:path w="7038340" h="210820">
                <a:moveTo>
                  <a:pt x="7037845" y="0"/>
                </a:moveTo>
                <a:lnTo>
                  <a:pt x="0" y="0"/>
                </a:lnTo>
                <a:lnTo>
                  <a:pt x="0" y="30480"/>
                </a:lnTo>
                <a:lnTo>
                  <a:pt x="0" y="178320"/>
                </a:lnTo>
                <a:lnTo>
                  <a:pt x="0" y="210324"/>
                </a:lnTo>
                <a:lnTo>
                  <a:pt x="7037845" y="210324"/>
                </a:lnTo>
                <a:lnTo>
                  <a:pt x="7037845" y="178320"/>
                </a:lnTo>
                <a:lnTo>
                  <a:pt x="7037845" y="30480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812291" y="4949952"/>
            <a:ext cx="4717415" cy="1270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4"/>
              </a:lnSpc>
            </a:pP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private</a:t>
            </a:r>
            <a:r>
              <a:rPr sz="1100" b="1" spc="-6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1100" b="1" spc="-4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TextFieldHandler</a:t>
            </a:r>
            <a:r>
              <a:rPr sz="1100" b="1" spc="-5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implements</a:t>
            </a:r>
            <a:r>
              <a:rPr sz="1100" b="1" spc="-4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latin typeface="Courier New"/>
                <a:cs typeface="Courier New"/>
              </a:rPr>
              <a:t>ActionListener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59067" y="5119128"/>
            <a:ext cx="7038340" cy="208915"/>
          </a:xfrm>
          <a:custGeom>
            <a:avLst/>
            <a:gdLst/>
            <a:ahLst/>
            <a:cxnLst/>
            <a:rect l="l" t="t" r="r" b="b"/>
            <a:pathLst>
              <a:path w="7038340" h="208914">
                <a:moveTo>
                  <a:pt x="7037845" y="0"/>
                </a:moveTo>
                <a:lnTo>
                  <a:pt x="0" y="0"/>
                </a:lnTo>
                <a:lnTo>
                  <a:pt x="0" y="30480"/>
                </a:lnTo>
                <a:lnTo>
                  <a:pt x="0" y="176771"/>
                </a:lnTo>
                <a:lnTo>
                  <a:pt x="0" y="208775"/>
                </a:lnTo>
                <a:lnTo>
                  <a:pt x="7037845" y="208775"/>
                </a:lnTo>
                <a:lnTo>
                  <a:pt x="7037845" y="176771"/>
                </a:lnTo>
                <a:lnTo>
                  <a:pt x="7037845" y="30480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00235" y="5106819"/>
            <a:ext cx="1098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59067" y="5327903"/>
            <a:ext cx="7038340" cy="210820"/>
          </a:xfrm>
          <a:custGeom>
            <a:avLst/>
            <a:gdLst/>
            <a:ahLst/>
            <a:cxnLst/>
            <a:rect l="l" t="t" r="r" b="b"/>
            <a:pathLst>
              <a:path w="7038340" h="210820">
                <a:moveTo>
                  <a:pt x="7037845" y="0"/>
                </a:moveTo>
                <a:lnTo>
                  <a:pt x="0" y="0"/>
                </a:lnTo>
                <a:lnTo>
                  <a:pt x="0" y="30480"/>
                </a:lnTo>
                <a:lnTo>
                  <a:pt x="0" y="178320"/>
                </a:lnTo>
                <a:lnTo>
                  <a:pt x="0" y="210324"/>
                </a:lnTo>
                <a:lnTo>
                  <a:pt x="7037845" y="210324"/>
                </a:lnTo>
                <a:lnTo>
                  <a:pt x="7037845" y="178320"/>
                </a:lnTo>
                <a:lnTo>
                  <a:pt x="7037845" y="30480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052431" y="5317102"/>
            <a:ext cx="23787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process</a:t>
            </a:r>
            <a:r>
              <a:rPr sz="1100" b="1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text</a:t>
            </a:r>
            <a:r>
              <a:rPr sz="1100" b="1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field</a:t>
            </a:r>
            <a:r>
              <a:rPr sz="1100" b="1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events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59067" y="5538228"/>
            <a:ext cx="7038340" cy="210820"/>
          </a:xfrm>
          <a:custGeom>
            <a:avLst/>
            <a:gdLst/>
            <a:ahLst/>
            <a:cxnLst/>
            <a:rect l="l" t="t" r="r" b="b"/>
            <a:pathLst>
              <a:path w="7038340" h="210820">
                <a:moveTo>
                  <a:pt x="7037845" y="0"/>
                </a:moveTo>
                <a:lnTo>
                  <a:pt x="0" y="0"/>
                </a:lnTo>
                <a:lnTo>
                  <a:pt x="0" y="30480"/>
                </a:lnTo>
                <a:lnTo>
                  <a:pt x="0" y="178295"/>
                </a:lnTo>
                <a:lnTo>
                  <a:pt x="0" y="210312"/>
                </a:lnTo>
                <a:lnTo>
                  <a:pt x="7037845" y="210312"/>
                </a:lnTo>
                <a:lnTo>
                  <a:pt x="7037845" y="178295"/>
                </a:lnTo>
                <a:lnTo>
                  <a:pt x="7037845" y="30480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065275" y="5579364"/>
            <a:ext cx="4043679" cy="1270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4"/>
              </a:lnSpc>
            </a:pP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public</a:t>
            </a:r>
            <a:r>
              <a:rPr sz="1100" b="1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void</a:t>
            </a:r>
            <a:r>
              <a:rPr sz="11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actionPerformed(</a:t>
            </a:r>
            <a:r>
              <a:rPr sz="1100" b="1" spc="-4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ActionEvent</a:t>
            </a:r>
            <a:r>
              <a:rPr sz="1100" b="1" spc="-5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event</a:t>
            </a:r>
            <a:r>
              <a:rPr sz="1100" b="1" spc="-60" dirty="0">
                <a:latin typeface="Courier New"/>
                <a:cs typeface="Courier New"/>
              </a:rPr>
              <a:t> </a:t>
            </a:r>
            <a:r>
              <a:rPr sz="1100" b="1" spc="-50" dirty="0"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59067" y="5748540"/>
            <a:ext cx="7038340" cy="208915"/>
          </a:xfrm>
          <a:custGeom>
            <a:avLst/>
            <a:gdLst/>
            <a:ahLst/>
            <a:cxnLst/>
            <a:rect l="l" t="t" r="r" b="b"/>
            <a:pathLst>
              <a:path w="7038340" h="208914">
                <a:moveTo>
                  <a:pt x="7037845" y="0"/>
                </a:moveTo>
                <a:lnTo>
                  <a:pt x="0" y="0"/>
                </a:lnTo>
                <a:lnTo>
                  <a:pt x="0" y="28943"/>
                </a:lnTo>
                <a:lnTo>
                  <a:pt x="0" y="176784"/>
                </a:lnTo>
                <a:lnTo>
                  <a:pt x="0" y="208788"/>
                </a:lnTo>
                <a:lnTo>
                  <a:pt x="7037845" y="208788"/>
                </a:lnTo>
                <a:lnTo>
                  <a:pt x="7037845" y="176784"/>
                </a:lnTo>
                <a:lnTo>
                  <a:pt x="7037845" y="28943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052431" y="5736218"/>
            <a:ext cx="1098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59067" y="5957328"/>
            <a:ext cx="7038340" cy="210820"/>
          </a:xfrm>
          <a:custGeom>
            <a:avLst/>
            <a:gdLst/>
            <a:ahLst/>
            <a:cxnLst/>
            <a:rect l="l" t="t" r="r" b="b"/>
            <a:pathLst>
              <a:path w="7038340" h="210820">
                <a:moveTo>
                  <a:pt x="7037845" y="0"/>
                </a:moveTo>
                <a:lnTo>
                  <a:pt x="0" y="0"/>
                </a:lnTo>
                <a:lnTo>
                  <a:pt x="0" y="30480"/>
                </a:lnTo>
                <a:lnTo>
                  <a:pt x="0" y="176771"/>
                </a:lnTo>
                <a:lnTo>
                  <a:pt x="0" y="210312"/>
                </a:lnTo>
                <a:lnTo>
                  <a:pt x="7037845" y="210312"/>
                </a:lnTo>
                <a:lnTo>
                  <a:pt x="7037845" y="176771"/>
                </a:lnTo>
                <a:lnTo>
                  <a:pt x="7037845" y="30480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304626" y="5946544"/>
            <a:ext cx="40589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ourier New"/>
                <a:cs typeface="Courier New"/>
              </a:rPr>
              <a:t>String</a:t>
            </a:r>
            <a:r>
              <a:rPr sz="1100" b="1" spc="-3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string</a:t>
            </a:r>
            <a:r>
              <a:rPr sz="1100" b="1" spc="-2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=</a:t>
            </a:r>
            <a:r>
              <a:rPr sz="1100" b="1" spc="-2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""</a:t>
            </a:r>
            <a:r>
              <a:rPr sz="1100" b="1" dirty="0">
                <a:latin typeface="Courier New"/>
                <a:cs typeface="Courier New"/>
              </a:rPr>
              <a:t>;</a:t>
            </a:r>
            <a:r>
              <a:rPr sz="1100" b="1" spc="-2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declare</a:t>
            </a:r>
            <a:r>
              <a:rPr sz="1100" b="1" spc="-4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string</a:t>
            </a:r>
            <a:r>
              <a:rPr sz="1100" b="1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to</a:t>
            </a:r>
            <a:r>
              <a:rPr sz="1100" b="1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display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59067" y="6167640"/>
            <a:ext cx="7038340" cy="208915"/>
          </a:xfrm>
          <a:custGeom>
            <a:avLst/>
            <a:gdLst/>
            <a:ahLst/>
            <a:cxnLst/>
            <a:rect l="l" t="t" r="r" b="b"/>
            <a:pathLst>
              <a:path w="7038340" h="208914">
                <a:moveTo>
                  <a:pt x="7037845" y="0"/>
                </a:moveTo>
                <a:lnTo>
                  <a:pt x="0" y="0"/>
                </a:lnTo>
                <a:lnTo>
                  <a:pt x="0" y="30467"/>
                </a:lnTo>
                <a:lnTo>
                  <a:pt x="0" y="175247"/>
                </a:lnTo>
                <a:lnTo>
                  <a:pt x="0" y="208788"/>
                </a:lnTo>
                <a:lnTo>
                  <a:pt x="7037845" y="208788"/>
                </a:lnTo>
                <a:lnTo>
                  <a:pt x="7037845" y="175247"/>
                </a:lnTo>
                <a:lnTo>
                  <a:pt x="7037845" y="30467"/>
                </a:lnTo>
                <a:lnTo>
                  <a:pt x="7037845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05827" y="246871"/>
            <a:ext cx="180975" cy="610171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28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29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30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31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32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33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34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35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36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37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38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39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40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41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42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43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44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45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46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47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48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49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50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51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52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53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54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55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56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710428" y="757427"/>
            <a:ext cx="3134995" cy="356870"/>
            <a:chOff x="5710428" y="757427"/>
            <a:chExt cx="3134995" cy="356870"/>
          </a:xfrm>
        </p:grpSpPr>
        <p:sp>
          <p:nvSpPr>
            <p:cNvPr id="45" name="object 45"/>
            <p:cNvSpPr/>
            <p:nvPr/>
          </p:nvSpPr>
          <p:spPr>
            <a:xfrm>
              <a:off x="5714999" y="762000"/>
              <a:ext cx="3124200" cy="347980"/>
            </a:xfrm>
            <a:custGeom>
              <a:avLst/>
              <a:gdLst/>
              <a:ahLst/>
              <a:cxnLst/>
              <a:rect l="l" t="t" r="r" b="b"/>
              <a:pathLst>
                <a:path w="3124200" h="347980">
                  <a:moveTo>
                    <a:pt x="3124200" y="347471"/>
                  </a:moveTo>
                  <a:lnTo>
                    <a:pt x="0" y="347471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347471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710428" y="757427"/>
              <a:ext cx="3134995" cy="356870"/>
            </a:xfrm>
            <a:custGeom>
              <a:avLst/>
              <a:gdLst/>
              <a:ahLst/>
              <a:cxnLst/>
              <a:rect l="l" t="t" r="r" b="b"/>
              <a:pathLst>
                <a:path w="3134995" h="356869">
                  <a:moveTo>
                    <a:pt x="3134868" y="356616"/>
                  </a:moveTo>
                  <a:lnTo>
                    <a:pt x="0" y="356616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345948"/>
                  </a:lnTo>
                  <a:lnTo>
                    <a:pt x="4572" y="345948"/>
                  </a:lnTo>
                  <a:lnTo>
                    <a:pt x="10668" y="352044"/>
                  </a:lnTo>
                  <a:lnTo>
                    <a:pt x="3134868" y="352044"/>
                  </a:lnTo>
                  <a:lnTo>
                    <a:pt x="3134868" y="356616"/>
                  </a:lnTo>
                  <a:close/>
                </a:path>
                <a:path w="3134995" h="356869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3134995" h="356869">
                  <a:moveTo>
                    <a:pt x="3124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3124200" y="4572"/>
                  </a:lnTo>
                  <a:lnTo>
                    <a:pt x="3124200" y="10668"/>
                  </a:lnTo>
                  <a:close/>
                </a:path>
                <a:path w="3134995" h="356869">
                  <a:moveTo>
                    <a:pt x="3124200" y="352044"/>
                  </a:moveTo>
                  <a:lnTo>
                    <a:pt x="3124200" y="4572"/>
                  </a:lnTo>
                  <a:lnTo>
                    <a:pt x="3128772" y="10668"/>
                  </a:lnTo>
                  <a:lnTo>
                    <a:pt x="3134868" y="10668"/>
                  </a:lnTo>
                  <a:lnTo>
                    <a:pt x="3134868" y="345948"/>
                  </a:lnTo>
                  <a:lnTo>
                    <a:pt x="3128772" y="345948"/>
                  </a:lnTo>
                  <a:lnTo>
                    <a:pt x="3124200" y="352044"/>
                  </a:lnTo>
                  <a:close/>
                </a:path>
                <a:path w="3134995" h="356869">
                  <a:moveTo>
                    <a:pt x="3134868" y="10668"/>
                  </a:moveTo>
                  <a:lnTo>
                    <a:pt x="3128772" y="10668"/>
                  </a:lnTo>
                  <a:lnTo>
                    <a:pt x="3124200" y="4572"/>
                  </a:lnTo>
                  <a:lnTo>
                    <a:pt x="3134868" y="4572"/>
                  </a:lnTo>
                  <a:lnTo>
                    <a:pt x="3134868" y="10668"/>
                  </a:lnTo>
                  <a:close/>
                </a:path>
                <a:path w="3134995" h="356869">
                  <a:moveTo>
                    <a:pt x="10668" y="352044"/>
                  </a:moveTo>
                  <a:lnTo>
                    <a:pt x="4572" y="345948"/>
                  </a:lnTo>
                  <a:lnTo>
                    <a:pt x="10668" y="345948"/>
                  </a:lnTo>
                  <a:lnTo>
                    <a:pt x="10668" y="352044"/>
                  </a:lnTo>
                  <a:close/>
                </a:path>
                <a:path w="3134995" h="356869">
                  <a:moveTo>
                    <a:pt x="3124200" y="352044"/>
                  </a:moveTo>
                  <a:lnTo>
                    <a:pt x="10668" y="352044"/>
                  </a:lnTo>
                  <a:lnTo>
                    <a:pt x="10668" y="345948"/>
                  </a:lnTo>
                  <a:lnTo>
                    <a:pt x="3124200" y="345948"/>
                  </a:lnTo>
                  <a:lnTo>
                    <a:pt x="3124200" y="352044"/>
                  </a:lnTo>
                  <a:close/>
                </a:path>
                <a:path w="3134995" h="356869">
                  <a:moveTo>
                    <a:pt x="3134868" y="352044"/>
                  </a:moveTo>
                  <a:lnTo>
                    <a:pt x="3124200" y="352044"/>
                  </a:lnTo>
                  <a:lnTo>
                    <a:pt x="3128772" y="345948"/>
                  </a:lnTo>
                  <a:lnTo>
                    <a:pt x="3134868" y="345948"/>
                  </a:lnTo>
                  <a:lnTo>
                    <a:pt x="3134868" y="352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793730" y="785832"/>
            <a:ext cx="23571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Create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new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Lucida Console"/>
                <a:cs typeface="Lucida Console"/>
              </a:rPr>
              <a:t>JTextField</a:t>
            </a:r>
            <a:endParaRPr sz="1600">
              <a:latin typeface="Lucida Console"/>
              <a:cs typeface="Lucida Console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038600" y="659891"/>
            <a:ext cx="4959350" cy="1386840"/>
            <a:chOff x="4038600" y="659891"/>
            <a:chExt cx="4959350" cy="1386840"/>
          </a:xfrm>
        </p:grpSpPr>
        <p:sp>
          <p:nvSpPr>
            <p:cNvPr id="49" name="object 49"/>
            <p:cNvSpPr/>
            <p:nvPr/>
          </p:nvSpPr>
          <p:spPr>
            <a:xfrm>
              <a:off x="4038600" y="659891"/>
              <a:ext cx="1678305" cy="265430"/>
            </a:xfrm>
            <a:custGeom>
              <a:avLst/>
              <a:gdLst/>
              <a:ahLst/>
              <a:cxnLst/>
              <a:rect l="l" t="t" r="r" b="b"/>
              <a:pathLst>
                <a:path w="1678304" h="265430">
                  <a:moveTo>
                    <a:pt x="71628" y="74676"/>
                  </a:moveTo>
                  <a:lnTo>
                    <a:pt x="0" y="25907"/>
                  </a:lnTo>
                  <a:lnTo>
                    <a:pt x="80771" y="0"/>
                  </a:lnTo>
                  <a:lnTo>
                    <a:pt x="77039" y="30480"/>
                  </a:lnTo>
                  <a:lnTo>
                    <a:pt x="64008" y="30480"/>
                  </a:lnTo>
                  <a:lnTo>
                    <a:pt x="62483" y="39624"/>
                  </a:lnTo>
                  <a:lnTo>
                    <a:pt x="75694" y="41470"/>
                  </a:lnTo>
                  <a:lnTo>
                    <a:pt x="71628" y="74676"/>
                  </a:lnTo>
                  <a:close/>
                </a:path>
                <a:path w="1678304" h="265430">
                  <a:moveTo>
                    <a:pt x="75694" y="41470"/>
                  </a:moveTo>
                  <a:lnTo>
                    <a:pt x="62483" y="39624"/>
                  </a:lnTo>
                  <a:lnTo>
                    <a:pt x="64008" y="30480"/>
                  </a:lnTo>
                  <a:lnTo>
                    <a:pt x="76821" y="32258"/>
                  </a:lnTo>
                  <a:lnTo>
                    <a:pt x="75694" y="41470"/>
                  </a:lnTo>
                  <a:close/>
                </a:path>
                <a:path w="1678304" h="265430">
                  <a:moveTo>
                    <a:pt x="76821" y="32258"/>
                  </a:moveTo>
                  <a:lnTo>
                    <a:pt x="64008" y="30480"/>
                  </a:lnTo>
                  <a:lnTo>
                    <a:pt x="77039" y="30480"/>
                  </a:lnTo>
                  <a:lnTo>
                    <a:pt x="76821" y="32258"/>
                  </a:lnTo>
                  <a:close/>
                </a:path>
                <a:path w="1678304" h="265430">
                  <a:moveTo>
                    <a:pt x="1676400" y="265176"/>
                  </a:moveTo>
                  <a:lnTo>
                    <a:pt x="75694" y="41470"/>
                  </a:lnTo>
                  <a:lnTo>
                    <a:pt x="76821" y="32258"/>
                  </a:lnTo>
                  <a:lnTo>
                    <a:pt x="1677924" y="254508"/>
                  </a:lnTo>
                  <a:lnTo>
                    <a:pt x="1676400" y="265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768339" y="1696212"/>
              <a:ext cx="3223260" cy="346075"/>
            </a:xfrm>
            <a:custGeom>
              <a:avLst/>
              <a:gdLst/>
              <a:ahLst/>
              <a:cxnLst/>
              <a:rect l="l" t="t" r="r" b="b"/>
              <a:pathLst>
                <a:path w="3223259" h="346075">
                  <a:moveTo>
                    <a:pt x="3223260" y="345947"/>
                  </a:moveTo>
                  <a:lnTo>
                    <a:pt x="0" y="345947"/>
                  </a:lnTo>
                  <a:lnTo>
                    <a:pt x="0" y="0"/>
                  </a:lnTo>
                  <a:lnTo>
                    <a:pt x="3223260" y="0"/>
                  </a:lnTo>
                  <a:lnTo>
                    <a:pt x="3223260" y="345947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763767" y="1691640"/>
              <a:ext cx="3234055" cy="355600"/>
            </a:xfrm>
            <a:custGeom>
              <a:avLst/>
              <a:gdLst/>
              <a:ahLst/>
              <a:cxnLst/>
              <a:rect l="l" t="t" r="r" b="b"/>
              <a:pathLst>
                <a:path w="3234054" h="355600">
                  <a:moveTo>
                    <a:pt x="3233927" y="355092"/>
                  </a:moveTo>
                  <a:lnTo>
                    <a:pt x="0" y="355092"/>
                  </a:lnTo>
                  <a:lnTo>
                    <a:pt x="0" y="0"/>
                  </a:lnTo>
                  <a:lnTo>
                    <a:pt x="3233927" y="0"/>
                  </a:lnTo>
                  <a:lnTo>
                    <a:pt x="3233927" y="4572"/>
                  </a:lnTo>
                  <a:lnTo>
                    <a:pt x="10668" y="4572"/>
                  </a:lnTo>
                  <a:lnTo>
                    <a:pt x="4572" y="9144"/>
                  </a:lnTo>
                  <a:lnTo>
                    <a:pt x="10668" y="9144"/>
                  </a:lnTo>
                  <a:lnTo>
                    <a:pt x="10668" y="345948"/>
                  </a:lnTo>
                  <a:lnTo>
                    <a:pt x="4572" y="345948"/>
                  </a:lnTo>
                  <a:lnTo>
                    <a:pt x="10668" y="350520"/>
                  </a:lnTo>
                  <a:lnTo>
                    <a:pt x="3233927" y="350520"/>
                  </a:lnTo>
                  <a:lnTo>
                    <a:pt x="3233927" y="355092"/>
                  </a:lnTo>
                  <a:close/>
                </a:path>
                <a:path w="3234054" h="355600">
                  <a:moveTo>
                    <a:pt x="10668" y="9144"/>
                  </a:moveTo>
                  <a:lnTo>
                    <a:pt x="4572" y="9144"/>
                  </a:lnTo>
                  <a:lnTo>
                    <a:pt x="10668" y="4572"/>
                  </a:lnTo>
                  <a:lnTo>
                    <a:pt x="10668" y="9144"/>
                  </a:lnTo>
                  <a:close/>
                </a:path>
                <a:path w="3234054" h="355600">
                  <a:moveTo>
                    <a:pt x="3223260" y="9144"/>
                  </a:moveTo>
                  <a:lnTo>
                    <a:pt x="10668" y="9144"/>
                  </a:lnTo>
                  <a:lnTo>
                    <a:pt x="10668" y="4572"/>
                  </a:lnTo>
                  <a:lnTo>
                    <a:pt x="3223260" y="4572"/>
                  </a:lnTo>
                  <a:lnTo>
                    <a:pt x="3223260" y="9144"/>
                  </a:lnTo>
                  <a:close/>
                </a:path>
                <a:path w="3234054" h="355600">
                  <a:moveTo>
                    <a:pt x="3223260" y="350520"/>
                  </a:moveTo>
                  <a:lnTo>
                    <a:pt x="3223260" y="4572"/>
                  </a:lnTo>
                  <a:lnTo>
                    <a:pt x="3227832" y="9144"/>
                  </a:lnTo>
                  <a:lnTo>
                    <a:pt x="3233927" y="9144"/>
                  </a:lnTo>
                  <a:lnTo>
                    <a:pt x="3233927" y="345948"/>
                  </a:lnTo>
                  <a:lnTo>
                    <a:pt x="3227832" y="345948"/>
                  </a:lnTo>
                  <a:lnTo>
                    <a:pt x="3223260" y="350520"/>
                  </a:lnTo>
                  <a:close/>
                </a:path>
                <a:path w="3234054" h="355600">
                  <a:moveTo>
                    <a:pt x="3233927" y="9144"/>
                  </a:moveTo>
                  <a:lnTo>
                    <a:pt x="3227832" y="9144"/>
                  </a:lnTo>
                  <a:lnTo>
                    <a:pt x="3223260" y="4572"/>
                  </a:lnTo>
                  <a:lnTo>
                    <a:pt x="3233927" y="4572"/>
                  </a:lnTo>
                  <a:lnTo>
                    <a:pt x="3233927" y="9144"/>
                  </a:lnTo>
                  <a:close/>
                </a:path>
                <a:path w="3234054" h="355600">
                  <a:moveTo>
                    <a:pt x="10668" y="350520"/>
                  </a:moveTo>
                  <a:lnTo>
                    <a:pt x="4572" y="345948"/>
                  </a:lnTo>
                  <a:lnTo>
                    <a:pt x="10668" y="345948"/>
                  </a:lnTo>
                  <a:lnTo>
                    <a:pt x="10668" y="350520"/>
                  </a:lnTo>
                  <a:close/>
                </a:path>
                <a:path w="3234054" h="355600">
                  <a:moveTo>
                    <a:pt x="3223260" y="350520"/>
                  </a:moveTo>
                  <a:lnTo>
                    <a:pt x="10668" y="350520"/>
                  </a:lnTo>
                  <a:lnTo>
                    <a:pt x="10668" y="345948"/>
                  </a:lnTo>
                  <a:lnTo>
                    <a:pt x="3223260" y="345948"/>
                  </a:lnTo>
                  <a:lnTo>
                    <a:pt x="3223260" y="350520"/>
                  </a:lnTo>
                  <a:close/>
                </a:path>
                <a:path w="3234054" h="355600">
                  <a:moveTo>
                    <a:pt x="3233927" y="350520"/>
                  </a:moveTo>
                  <a:lnTo>
                    <a:pt x="3223260" y="350520"/>
                  </a:lnTo>
                  <a:lnTo>
                    <a:pt x="3227832" y="345948"/>
                  </a:lnTo>
                  <a:lnTo>
                    <a:pt x="3233927" y="345948"/>
                  </a:lnTo>
                  <a:lnTo>
                    <a:pt x="3233927" y="3505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847051" y="1820663"/>
            <a:ext cx="30333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Make this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Lucida Console"/>
                <a:cs typeface="Lucida Console"/>
              </a:rPr>
              <a:t>JTextField</a:t>
            </a:r>
            <a:r>
              <a:rPr sz="1600" spc="-340" dirty="0">
                <a:latin typeface="Lucida Console"/>
                <a:cs typeface="Lucida Console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uneditable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038599" y="1703832"/>
            <a:ext cx="4806950" cy="1315720"/>
            <a:chOff x="4038599" y="1703832"/>
            <a:chExt cx="4806950" cy="1315720"/>
          </a:xfrm>
        </p:grpSpPr>
        <p:sp>
          <p:nvSpPr>
            <p:cNvPr id="54" name="object 54"/>
            <p:cNvSpPr/>
            <p:nvPr/>
          </p:nvSpPr>
          <p:spPr>
            <a:xfrm>
              <a:off x="4038599" y="1703832"/>
              <a:ext cx="1731645" cy="265430"/>
            </a:xfrm>
            <a:custGeom>
              <a:avLst/>
              <a:gdLst/>
              <a:ahLst/>
              <a:cxnLst/>
              <a:rect l="l" t="t" r="r" b="b"/>
              <a:pathLst>
                <a:path w="1731645" h="265430">
                  <a:moveTo>
                    <a:pt x="71628" y="74676"/>
                  </a:moveTo>
                  <a:lnTo>
                    <a:pt x="0" y="27432"/>
                  </a:lnTo>
                  <a:lnTo>
                    <a:pt x="80772" y="0"/>
                  </a:lnTo>
                  <a:lnTo>
                    <a:pt x="77039" y="30480"/>
                  </a:lnTo>
                  <a:lnTo>
                    <a:pt x="64008" y="30480"/>
                  </a:lnTo>
                  <a:lnTo>
                    <a:pt x="62484" y="41148"/>
                  </a:lnTo>
                  <a:lnTo>
                    <a:pt x="75519" y="42899"/>
                  </a:lnTo>
                  <a:lnTo>
                    <a:pt x="71628" y="74676"/>
                  </a:lnTo>
                  <a:close/>
                </a:path>
                <a:path w="1731645" h="265430">
                  <a:moveTo>
                    <a:pt x="75519" y="42899"/>
                  </a:moveTo>
                  <a:lnTo>
                    <a:pt x="62484" y="41148"/>
                  </a:lnTo>
                  <a:lnTo>
                    <a:pt x="64008" y="30480"/>
                  </a:lnTo>
                  <a:lnTo>
                    <a:pt x="76827" y="32214"/>
                  </a:lnTo>
                  <a:lnTo>
                    <a:pt x="75519" y="42899"/>
                  </a:lnTo>
                  <a:close/>
                </a:path>
                <a:path w="1731645" h="265430">
                  <a:moveTo>
                    <a:pt x="76827" y="32214"/>
                  </a:moveTo>
                  <a:lnTo>
                    <a:pt x="64008" y="30480"/>
                  </a:lnTo>
                  <a:lnTo>
                    <a:pt x="77039" y="30480"/>
                  </a:lnTo>
                  <a:lnTo>
                    <a:pt x="76827" y="32214"/>
                  </a:lnTo>
                  <a:close/>
                </a:path>
                <a:path w="1731645" h="265430">
                  <a:moveTo>
                    <a:pt x="1729740" y="265176"/>
                  </a:moveTo>
                  <a:lnTo>
                    <a:pt x="75519" y="42899"/>
                  </a:lnTo>
                  <a:lnTo>
                    <a:pt x="76827" y="32214"/>
                  </a:lnTo>
                  <a:lnTo>
                    <a:pt x="1731264" y="256032"/>
                  </a:lnTo>
                  <a:lnTo>
                    <a:pt x="1729740" y="265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715000" y="2667000"/>
              <a:ext cx="3124200" cy="347980"/>
            </a:xfrm>
            <a:custGeom>
              <a:avLst/>
              <a:gdLst/>
              <a:ahLst/>
              <a:cxnLst/>
              <a:rect l="l" t="t" r="r" b="b"/>
              <a:pathLst>
                <a:path w="3124200" h="347980">
                  <a:moveTo>
                    <a:pt x="3124200" y="347472"/>
                  </a:moveTo>
                  <a:lnTo>
                    <a:pt x="0" y="347472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347472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710428" y="2662427"/>
              <a:ext cx="3134995" cy="356870"/>
            </a:xfrm>
            <a:custGeom>
              <a:avLst/>
              <a:gdLst/>
              <a:ahLst/>
              <a:cxnLst/>
              <a:rect l="l" t="t" r="r" b="b"/>
              <a:pathLst>
                <a:path w="3134995" h="356869">
                  <a:moveTo>
                    <a:pt x="3134868" y="356616"/>
                  </a:moveTo>
                  <a:lnTo>
                    <a:pt x="0" y="356616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345948"/>
                  </a:lnTo>
                  <a:lnTo>
                    <a:pt x="4572" y="345948"/>
                  </a:lnTo>
                  <a:lnTo>
                    <a:pt x="10668" y="352044"/>
                  </a:lnTo>
                  <a:lnTo>
                    <a:pt x="3134868" y="352044"/>
                  </a:lnTo>
                  <a:lnTo>
                    <a:pt x="3134868" y="356616"/>
                  </a:lnTo>
                  <a:close/>
                </a:path>
                <a:path w="3134995" h="356869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3134995" h="356869">
                  <a:moveTo>
                    <a:pt x="3124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3124200" y="4572"/>
                  </a:lnTo>
                  <a:lnTo>
                    <a:pt x="3124200" y="10668"/>
                  </a:lnTo>
                  <a:close/>
                </a:path>
                <a:path w="3134995" h="356869">
                  <a:moveTo>
                    <a:pt x="3124200" y="352044"/>
                  </a:moveTo>
                  <a:lnTo>
                    <a:pt x="3124200" y="4572"/>
                  </a:lnTo>
                  <a:lnTo>
                    <a:pt x="3128772" y="10668"/>
                  </a:lnTo>
                  <a:lnTo>
                    <a:pt x="3134868" y="10668"/>
                  </a:lnTo>
                  <a:lnTo>
                    <a:pt x="3134868" y="345948"/>
                  </a:lnTo>
                  <a:lnTo>
                    <a:pt x="3128772" y="345948"/>
                  </a:lnTo>
                  <a:lnTo>
                    <a:pt x="3124200" y="352044"/>
                  </a:lnTo>
                  <a:close/>
                </a:path>
                <a:path w="3134995" h="356869">
                  <a:moveTo>
                    <a:pt x="3134868" y="10668"/>
                  </a:moveTo>
                  <a:lnTo>
                    <a:pt x="3128772" y="10668"/>
                  </a:lnTo>
                  <a:lnTo>
                    <a:pt x="3124200" y="4572"/>
                  </a:lnTo>
                  <a:lnTo>
                    <a:pt x="3134868" y="4572"/>
                  </a:lnTo>
                  <a:lnTo>
                    <a:pt x="3134868" y="10668"/>
                  </a:lnTo>
                  <a:close/>
                </a:path>
                <a:path w="3134995" h="356869">
                  <a:moveTo>
                    <a:pt x="10668" y="352044"/>
                  </a:moveTo>
                  <a:lnTo>
                    <a:pt x="4572" y="345948"/>
                  </a:lnTo>
                  <a:lnTo>
                    <a:pt x="10668" y="345948"/>
                  </a:lnTo>
                  <a:lnTo>
                    <a:pt x="10668" y="352044"/>
                  </a:lnTo>
                  <a:close/>
                </a:path>
                <a:path w="3134995" h="356869">
                  <a:moveTo>
                    <a:pt x="3124200" y="352044"/>
                  </a:moveTo>
                  <a:lnTo>
                    <a:pt x="10668" y="352044"/>
                  </a:lnTo>
                  <a:lnTo>
                    <a:pt x="10668" y="345948"/>
                  </a:lnTo>
                  <a:lnTo>
                    <a:pt x="3124200" y="345948"/>
                  </a:lnTo>
                  <a:lnTo>
                    <a:pt x="3124200" y="352044"/>
                  </a:lnTo>
                  <a:close/>
                </a:path>
                <a:path w="3134995" h="356869">
                  <a:moveTo>
                    <a:pt x="3134868" y="352044"/>
                  </a:moveTo>
                  <a:lnTo>
                    <a:pt x="3124200" y="352044"/>
                  </a:lnTo>
                  <a:lnTo>
                    <a:pt x="3128772" y="345948"/>
                  </a:lnTo>
                  <a:lnTo>
                    <a:pt x="3134868" y="345948"/>
                  </a:lnTo>
                  <a:lnTo>
                    <a:pt x="3134868" y="352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793730" y="2690808"/>
            <a:ext cx="2845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Create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new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Lucida Console"/>
                <a:cs typeface="Lucida Console"/>
              </a:rPr>
              <a:t>JPasswordField</a:t>
            </a:r>
            <a:endParaRPr sz="1600">
              <a:latin typeface="Lucida Console"/>
              <a:cs typeface="Lucida Console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4038600" y="2564891"/>
            <a:ext cx="4806950" cy="1251585"/>
            <a:chOff x="4038600" y="2564891"/>
            <a:chExt cx="4806950" cy="1251585"/>
          </a:xfrm>
        </p:grpSpPr>
        <p:sp>
          <p:nvSpPr>
            <p:cNvPr id="59" name="object 59"/>
            <p:cNvSpPr/>
            <p:nvPr/>
          </p:nvSpPr>
          <p:spPr>
            <a:xfrm>
              <a:off x="4038600" y="2564891"/>
              <a:ext cx="1678305" cy="265430"/>
            </a:xfrm>
            <a:custGeom>
              <a:avLst/>
              <a:gdLst/>
              <a:ahLst/>
              <a:cxnLst/>
              <a:rect l="l" t="t" r="r" b="b"/>
              <a:pathLst>
                <a:path w="1678304" h="265430">
                  <a:moveTo>
                    <a:pt x="71628" y="74676"/>
                  </a:moveTo>
                  <a:lnTo>
                    <a:pt x="0" y="25907"/>
                  </a:lnTo>
                  <a:lnTo>
                    <a:pt x="80771" y="0"/>
                  </a:lnTo>
                  <a:lnTo>
                    <a:pt x="77039" y="30480"/>
                  </a:lnTo>
                  <a:lnTo>
                    <a:pt x="64008" y="30480"/>
                  </a:lnTo>
                  <a:lnTo>
                    <a:pt x="62483" y="39624"/>
                  </a:lnTo>
                  <a:lnTo>
                    <a:pt x="75694" y="41470"/>
                  </a:lnTo>
                  <a:lnTo>
                    <a:pt x="71628" y="74676"/>
                  </a:lnTo>
                  <a:close/>
                </a:path>
                <a:path w="1678304" h="265430">
                  <a:moveTo>
                    <a:pt x="75694" y="41470"/>
                  </a:moveTo>
                  <a:lnTo>
                    <a:pt x="62483" y="39624"/>
                  </a:lnTo>
                  <a:lnTo>
                    <a:pt x="64008" y="30480"/>
                  </a:lnTo>
                  <a:lnTo>
                    <a:pt x="76821" y="32258"/>
                  </a:lnTo>
                  <a:lnTo>
                    <a:pt x="75694" y="41470"/>
                  </a:lnTo>
                  <a:close/>
                </a:path>
                <a:path w="1678304" h="265430">
                  <a:moveTo>
                    <a:pt x="76821" y="32258"/>
                  </a:moveTo>
                  <a:lnTo>
                    <a:pt x="64008" y="30480"/>
                  </a:lnTo>
                  <a:lnTo>
                    <a:pt x="77039" y="30480"/>
                  </a:lnTo>
                  <a:lnTo>
                    <a:pt x="76821" y="32258"/>
                  </a:lnTo>
                  <a:close/>
                </a:path>
                <a:path w="1678304" h="265430">
                  <a:moveTo>
                    <a:pt x="1676400" y="265176"/>
                  </a:moveTo>
                  <a:lnTo>
                    <a:pt x="75694" y="41470"/>
                  </a:lnTo>
                  <a:lnTo>
                    <a:pt x="76821" y="32258"/>
                  </a:lnTo>
                  <a:lnTo>
                    <a:pt x="1677924" y="254508"/>
                  </a:lnTo>
                  <a:lnTo>
                    <a:pt x="1676400" y="265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15000" y="3464051"/>
              <a:ext cx="3124200" cy="346075"/>
            </a:xfrm>
            <a:custGeom>
              <a:avLst/>
              <a:gdLst/>
              <a:ahLst/>
              <a:cxnLst/>
              <a:rect l="l" t="t" r="r" b="b"/>
              <a:pathLst>
                <a:path w="3124200" h="346075">
                  <a:moveTo>
                    <a:pt x="3124200" y="345948"/>
                  </a:moveTo>
                  <a:lnTo>
                    <a:pt x="0" y="345948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345948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710428" y="3459480"/>
              <a:ext cx="3134995" cy="356870"/>
            </a:xfrm>
            <a:custGeom>
              <a:avLst/>
              <a:gdLst/>
              <a:ahLst/>
              <a:cxnLst/>
              <a:rect l="l" t="t" r="r" b="b"/>
              <a:pathLst>
                <a:path w="3134995" h="356870">
                  <a:moveTo>
                    <a:pt x="3134868" y="356616"/>
                  </a:moveTo>
                  <a:lnTo>
                    <a:pt x="0" y="356616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345948"/>
                  </a:lnTo>
                  <a:lnTo>
                    <a:pt x="4572" y="345948"/>
                  </a:lnTo>
                  <a:lnTo>
                    <a:pt x="10668" y="350520"/>
                  </a:lnTo>
                  <a:lnTo>
                    <a:pt x="3134868" y="350520"/>
                  </a:lnTo>
                  <a:lnTo>
                    <a:pt x="3134868" y="356616"/>
                  </a:lnTo>
                  <a:close/>
                </a:path>
                <a:path w="3134995" h="356870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3134995" h="356870">
                  <a:moveTo>
                    <a:pt x="3124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3124200" y="4572"/>
                  </a:lnTo>
                  <a:lnTo>
                    <a:pt x="3124200" y="10668"/>
                  </a:lnTo>
                  <a:close/>
                </a:path>
                <a:path w="3134995" h="356870">
                  <a:moveTo>
                    <a:pt x="3124200" y="350520"/>
                  </a:moveTo>
                  <a:lnTo>
                    <a:pt x="3124200" y="4572"/>
                  </a:lnTo>
                  <a:lnTo>
                    <a:pt x="3128772" y="10668"/>
                  </a:lnTo>
                  <a:lnTo>
                    <a:pt x="3134868" y="10668"/>
                  </a:lnTo>
                  <a:lnTo>
                    <a:pt x="3134868" y="345948"/>
                  </a:lnTo>
                  <a:lnTo>
                    <a:pt x="3128772" y="345948"/>
                  </a:lnTo>
                  <a:lnTo>
                    <a:pt x="3124200" y="350520"/>
                  </a:lnTo>
                  <a:close/>
                </a:path>
                <a:path w="3134995" h="356870">
                  <a:moveTo>
                    <a:pt x="3134868" y="10668"/>
                  </a:moveTo>
                  <a:lnTo>
                    <a:pt x="3128772" y="10668"/>
                  </a:lnTo>
                  <a:lnTo>
                    <a:pt x="3124200" y="4572"/>
                  </a:lnTo>
                  <a:lnTo>
                    <a:pt x="3134868" y="4572"/>
                  </a:lnTo>
                  <a:lnTo>
                    <a:pt x="3134868" y="10668"/>
                  </a:lnTo>
                  <a:close/>
                </a:path>
                <a:path w="3134995" h="356870">
                  <a:moveTo>
                    <a:pt x="10668" y="350520"/>
                  </a:moveTo>
                  <a:lnTo>
                    <a:pt x="4572" y="345948"/>
                  </a:lnTo>
                  <a:lnTo>
                    <a:pt x="10668" y="345948"/>
                  </a:lnTo>
                  <a:lnTo>
                    <a:pt x="10668" y="350520"/>
                  </a:lnTo>
                  <a:close/>
                </a:path>
                <a:path w="3134995" h="356870">
                  <a:moveTo>
                    <a:pt x="3124200" y="350520"/>
                  </a:moveTo>
                  <a:lnTo>
                    <a:pt x="10668" y="350520"/>
                  </a:lnTo>
                  <a:lnTo>
                    <a:pt x="10668" y="345948"/>
                  </a:lnTo>
                  <a:lnTo>
                    <a:pt x="3124200" y="345948"/>
                  </a:lnTo>
                  <a:lnTo>
                    <a:pt x="3124200" y="350520"/>
                  </a:lnTo>
                  <a:close/>
                </a:path>
                <a:path w="3134995" h="356870">
                  <a:moveTo>
                    <a:pt x="3134868" y="350520"/>
                  </a:moveTo>
                  <a:lnTo>
                    <a:pt x="3124200" y="350520"/>
                  </a:lnTo>
                  <a:lnTo>
                    <a:pt x="3128772" y="345948"/>
                  </a:lnTo>
                  <a:lnTo>
                    <a:pt x="3134868" y="345948"/>
                  </a:lnTo>
                  <a:lnTo>
                    <a:pt x="3134868" y="3505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5793730" y="3487913"/>
            <a:ext cx="171068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Create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handler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038600" y="3361944"/>
            <a:ext cx="1678305" cy="265430"/>
          </a:xfrm>
          <a:custGeom>
            <a:avLst/>
            <a:gdLst/>
            <a:ahLst/>
            <a:cxnLst/>
            <a:rect l="l" t="t" r="r" b="b"/>
            <a:pathLst>
              <a:path w="1678304" h="265429">
                <a:moveTo>
                  <a:pt x="71628" y="74676"/>
                </a:moveTo>
                <a:lnTo>
                  <a:pt x="0" y="25907"/>
                </a:lnTo>
                <a:lnTo>
                  <a:pt x="80771" y="0"/>
                </a:lnTo>
                <a:lnTo>
                  <a:pt x="77039" y="30480"/>
                </a:lnTo>
                <a:lnTo>
                  <a:pt x="64008" y="30480"/>
                </a:lnTo>
                <a:lnTo>
                  <a:pt x="62483" y="39624"/>
                </a:lnTo>
                <a:lnTo>
                  <a:pt x="75694" y="41470"/>
                </a:lnTo>
                <a:lnTo>
                  <a:pt x="71628" y="74676"/>
                </a:lnTo>
                <a:close/>
              </a:path>
              <a:path w="1678304" h="265429">
                <a:moveTo>
                  <a:pt x="75694" y="41470"/>
                </a:moveTo>
                <a:lnTo>
                  <a:pt x="62483" y="39624"/>
                </a:lnTo>
                <a:lnTo>
                  <a:pt x="64008" y="30480"/>
                </a:lnTo>
                <a:lnTo>
                  <a:pt x="76821" y="32258"/>
                </a:lnTo>
                <a:lnTo>
                  <a:pt x="75694" y="41470"/>
                </a:lnTo>
                <a:close/>
              </a:path>
              <a:path w="1678304" h="265429">
                <a:moveTo>
                  <a:pt x="76821" y="32258"/>
                </a:moveTo>
                <a:lnTo>
                  <a:pt x="64008" y="30480"/>
                </a:lnTo>
                <a:lnTo>
                  <a:pt x="77039" y="30480"/>
                </a:lnTo>
                <a:lnTo>
                  <a:pt x="76821" y="32258"/>
                </a:lnTo>
                <a:close/>
              </a:path>
              <a:path w="1678304" h="265429">
                <a:moveTo>
                  <a:pt x="1676400" y="265176"/>
                </a:moveTo>
                <a:lnTo>
                  <a:pt x="75694" y="41470"/>
                </a:lnTo>
                <a:lnTo>
                  <a:pt x="76821" y="32258"/>
                </a:lnTo>
                <a:lnTo>
                  <a:pt x="1677924" y="254508"/>
                </a:lnTo>
                <a:lnTo>
                  <a:pt x="1676400" y="265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4" name="object 64"/>
          <p:cNvGrpSpPr/>
          <p:nvPr/>
        </p:nvGrpSpPr>
        <p:grpSpPr>
          <a:xfrm>
            <a:off x="5710428" y="4338827"/>
            <a:ext cx="3134995" cy="356870"/>
            <a:chOff x="5710428" y="4338827"/>
            <a:chExt cx="3134995" cy="356870"/>
          </a:xfrm>
        </p:grpSpPr>
        <p:sp>
          <p:nvSpPr>
            <p:cNvPr id="65" name="object 65"/>
            <p:cNvSpPr/>
            <p:nvPr/>
          </p:nvSpPr>
          <p:spPr>
            <a:xfrm>
              <a:off x="5714999" y="4343399"/>
              <a:ext cx="3124200" cy="347980"/>
            </a:xfrm>
            <a:custGeom>
              <a:avLst/>
              <a:gdLst/>
              <a:ahLst/>
              <a:cxnLst/>
              <a:rect l="l" t="t" r="r" b="b"/>
              <a:pathLst>
                <a:path w="3124200" h="347979">
                  <a:moveTo>
                    <a:pt x="3124200" y="347471"/>
                  </a:moveTo>
                  <a:lnTo>
                    <a:pt x="0" y="347471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347471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710428" y="4338827"/>
              <a:ext cx="3134995" cy="356870"/>
            </a:xfrm>
            <a:custGeom>
              <a:avLst/>
              <a:gdLst/>
              <a:ahLst/>
              <a:cxnLst/>
              <a:rect l="l" t="t" r="r" b="b"/>
              <a:pathLst>
                <a:path w="3134995" h="356870">
                  <a:moveTo>
                    <a:pt x="3134868" y="356616"/>
                  </a:moveTo>
                  <a:lnTo>
                    <a:pt x="0" y="356616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345948"/>
                  </a:lnTo>
                  <a:lnTo>
                    <a:pt x="4572" y="345948"/>
                  </a:lnTo>
                  <a:lnTo>
                    <a:pt x="10668" y="352044"/>
                  </a:lnTo>
                  <a:lnTo>
                    <a:pt x="3134868" y="352044"/>
                  </a:lnTo>
                  <a:lnTo>
                    <a:pt x="3134868" y="356616"/>
                  </a:lnTo>
                  <a:close/>
                </a:path>
                <a:path w="3134995" h="356870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3134995" h="356870">
                  <a:moveTo>
                    <a:pt x="3124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3124200" y="4572"/>
                  </a:lnTo>
                  <a:lnTo>
                    <a:pt x="3124200" y="10668"/>
                  </a:lnTo>
                  <a:close/>
                </a:path>
                <a:path w="3134995" h="356870">
                  <a:moveTo>
                    <a:pt x="3124200" y="352044"/>
                  </a:moveTo>
                  <a:lnTo>
                    <a:pt x="3124200" y="4572"/>
                  </a:lnTo>
                  <a:lnTo>
                    <a:pt x="3128772" y="10668"/>
                  </a:lnTo>
                  <a:lnTo>
                    <a:pt x="3134868" y="10668"/>
                  </a:lnTo>
                  <a:lnTo>
                    <a:pt x="3134868" y="345948"/>
                  </a:lnTo>
                  <a:lnTo>
                    <a:pt x="3128772" y="345948"/>
                  </a:lnTo>
                  <a:lnTo>
                    <a:pt x="3124200" y="352044"/>
                  </a:lnTo>
                  <a:close/>
                </a:path>
                <a:path w="3134995" h="356870">
                  <a:moveTo>
                    <a:pt x="3134868" y="10668"/>
                  </a:moveTo>
                  <a:lnTo>
                    <a:pt x="3128772" y="10668"/>
                  </a:lnTo>
                  <a:lnTo>
                    <a:pt x="3124200" y="4572"/>
                  </a:lnTo>
                  <a:lnTo>
                    <a:pt x="3134868" y="4572"/>
                  </a:lnTo>
                  <a:lnTo>
                    <a:pt x="3134868" y="10668"/>
                  </a:lnTo>
                  <a:close/>
                </a:path>
                <a:path w="3134995" h="356870">
                  <a:moveTo>
                    <a:pt x="10668" y="352044"/>
                  </a:moveTo>
                  <a:lnTo>
                    <a:pt x="4572" y="345948"/>
                  </a:lnTo>
                  <a:lnTo>
                    <a:pt x="10668" y="345948"/>
                  </a:lnTo>
                  <a:lnTo>
                    <a:pt x="10668" y="352044"/>
                  </a:lnTo>
                  <a:close/>
                </a:path>
                <a:path w="3134995" h="356870">
                  <a:moveTo>
                    <a:pt x="3124200" y="352044"/>
                  </a:moveTo>
                  <a:lnTo>
                    <a:pt x="10668" y="352044"/>
                  </a:lnTo>
                  <a:lnTo>
                    <a:pt x="10668" y="345948"/>
                  </a:lnTo>
                  <a:lnTo>
                    <a:pt x="3124200" y="345948"/>
                  </a:lnTo>
                  <a:lnTo>
                    <a:pt x="3124200" y="352044"/>
                  </a:lnTo>
                  <a:close/>
                </a:path>
                <a:path w="3134995" h="356870">
                  <a:moveTo>
                    <a:pt x="3134868" y="352044"/>
                  </a:moveTo>
                  <a:lnTo>
                    <a:pt x="3124200" y="352044"/>
                  </a:lnTo>
                  <a:lnTo>
                    <a:pt x="3128772" y="345948"/>
                  </a:lnTo>
                  <a:lnTo>
                    <a:pt x="3134868" y="345948"/>
                  </a:lnTo>
                  <a:lnTo>
                    <a:pt x="3134868" y="3520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5793730" y="4367262"/>
            <a:ext cx="1858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Register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handler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4038600" y="4241291"/>
            <a:ext cx="4806950" cy="1480185"/>
            <a:chOff x="4038600" y="4241291"/>
            <a:chExt cx="4806950" cy="1480185"/>
          </a:xfrm>
        </p:grpSpPr>
        <p:sp>
          <p:nvSpPr>
            <p:cNvPr id="69" name="object 69"/>
            <p:cNvSpPr/>
            <p:nvPr/>
          </p:nvSpPr>
          <p:spPr>
            <a:xfrm>
              <a:off x="4038600" y="4241291"/>
              <a:ext cx="1678305" cy="265430"/>
            </a:xfrm>
            <a:custGeom>
              <a:avLst/>
              <a:gdLst/>
              <a:ahLst/>
              <a:cxnLst/>
              <a:rect l="l" t="t" r="r" b="b"/>
              <a:pathLst>
                <a:path w="1678304" h="265429">
                  <a:moveTo>
                    <a:pt x="71628" y="74676"/>
                  </a:moveTo>
                  <a:lnTo>
                    <a:pt x="0" y="25907"/>
                  </a:lnTo>
                  <a:lnTo>
                    <a:pt x="80771" y="0"/>
                  </a:lnTo>
                  <a:lnTo>
                    <a:pt x="77039" y="30480"/>
                  </a:lnTo>
                  <a:lnTo>
                    <a:pt x="64008" y="30480"/>
                  </a:lnTo>
                  <a:lnTo>
                    <a:pt x="62483" y="39624"/>
                  </a:lnTo>
                  <a:lnTo>
                    <a:pt x="75694" y="41470"/>
                  </a:lnTo>
                  <a:lnTo>
                    <a:pt x="71628" y="74676"/>
                  </a:lnTo>
                  <a:close/>
                </a:path>
                <a:path w="1678304" h="265429">
                  <a:moveTo>
                    <a:pt x="75694" y="41470"/>
                  </a:moveTo>
                  <a:lnTo>
                    <a:pt x="62483" y="39624"/>
                  </a:lnTo>
                  <a:lnTo>
                    <a:pt x="64008" y="30480"/>
                  </a:lnTo>
                  <a:lnTo>
                    <a:pt x="76821" y="32258"/>
                  </a:lnTo>
                  <a:lnTo>
                    <a:pt x="75694" y="41470"/>
                  </a:lnTo>
                  <a:close/>
                </a:path>
                <a:path w="1678304" h="265429">
                  <a:moveTo>
                    <a:pt x="76821" y="32258"/>
                  </a:moveTo>
                  <a:lnTo>
                    <a:pt x="64008" y="30480"/>
                  </a:lnTo>
                  <a:lnTo>
                    <a:pt x="77039" y="30480"/>
                  </a:lnTo>
                  <a:lnTo>
                    <a:pt x="76821" y="32258"/>
                  </a:lnTo>
                  <a:close/>
                </a:path>
                <a:path w="1678304" h="265429">
                  <a:moveTo>
                    <a:pt x="1676400" y="265176"/>
                  </a:moveTo>
                  <a:lnTo>
                    <a:pt x="75694" y="41470"/>
                  </a:lnTo>
                  <a:lnTo>
                    <a:pt x="76821" y="32258"/>
                  </a:lnTo>
                  <a:lnTo>
                    <a:pt x="1677924" y="254508"/>
                  </a:lnTo>
                  <a:lnTo>
                    <a:pt x="1676400" y="265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715000" y="4881371"/>
              <a:ext cx="3124200" cy="833755"/>
            </a:xfrm>
            <a:custGeom>
              <a:avLst/>
              <a:gdLst/>
              <a:ahLst/>
              <a:cxnLst/>
              <a:rect l="l" t="t" r="r" b="b"/>
              <a:pathLst>
                <a:path w="3124200" h="833754">
                  <a:moveTo>
                    <a:pt x="3124200" y="833628"/>
                  </a:moveTo>
                  <a:lnTo>
                    <a:pt x="0" y="833628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833628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710428" y="4875276"/>
              <a:ext cx="3134995" cy="845819"/>
            </a:xfrm>
            <a:custGeom>
              <a:avLst/>
              <a:gdLst/>
              <a:ahLst/>
              <a:cxnLst/>
              <a:rect l="l" t="t" r="r" b="b"/>
              <a:pathLst>
                <a:path w="3134995" h="845820">
                  <a:moveTo>
                    <a:pt x="3134868" y="845820"/>
                  </a:moveTo>
                  <a:lnTo>
                    <a:pt x="0" y="845820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6096"/>
                  </a:lnTo>
                  <a:lnTo>
                    <a:pt x="10668" y="6096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835152"/>
                  </a:lnTo>
                  <a:lnTo>
                    <a:pt x="4572" y="835152"/>
                  </a:lnTo>
                  <a:lnTo>
                    <a:pt x="10668" y="839724"/>
                  </a:lnTo>
                  <a:lnTo>
                    <a:pt x="3134868" y="839724"/>
                  </a:lnTo>
                  <a:lnTo>
                    <a:pt x="3134868" y="845820"/>
                  </a:lnTo>
                  <a:close/>
                </a:path>
                <a:path w="3134995" h="845820">
                  <a:moveTo>
                    <a:pt x="10668" y="10668"/>
                  </a:moveTo>
                  <a:lnTo>
                    <a:pt x="4572" y="10668"/>
                  </a:lnTo>
                  <a:lnTo>
                    <a:pt x="10668" y="6096"/>
                  </a:lnTo>
                  <a:lnTo>
                    <a:pt x="10668" y="10668"/>
                  </a:lnTo>
                  <a:close/>
                </a:path>
                <a:path w="3134995" h="845820">
                  <a:moveTo>
                    <a:pt x="3124200" y="10668"/>
                  </a:moveTo>
                  <a:lnTo>
                    <a:pt x="10668" y="10668"/>
                  </a:lnTo>
                  <a:lnTo>
                    <a:pt x="10668" y="6096"/>
                  </a:lnTo>
                  <a:lnTo>
                    <a:pt x="3124200" y="6096"/>
                  </a:lnTo>
                  <a:lnTo>
                    <a:pt x="3124200" y="10668"/>
                  </a:lnTo>
                  <a:close/>
                </a:path>
                <a:path w="3134995" h="845820">
                  <a:moveTo>
                    <a:pt x="3124200" y="839724"/>
                  </a:moveTo>
                  <a:lnTo>
                    <a:pt x="3124200" y="6096"/>
                  </a:lnTo>
                  <a:lnTo>
                    <a:pt x="3128772" y="10668"/>
                  </a:lnTo>
                  <a:lnTo>
                    <a:pt x="3134868" y="10668"/>
                  </a:lnTo>
                  <a:lnTo>
                    <a:pt x="3134868" y="835152"/>
                  </a:lnTo>
                  <a:lnTo>
                    <a:pt x="3128772" y="835152"/>
                  </a:lnTo>
                  <a:lnTo>
                    <a:pt x="3124200" y="839724"/>
                  </a:lnTo>
                  <a:close/>
                </a:path>
                <a:path w="3134995" h="845820">
                  <a:moveTo>
                    <a:pt x="3134868" y="10668"/>
                  </a:moveTo>
                  <a:lnTo>
                    <a:pt x="3128772" y="10668"/>
                  </a:lnTo>
                  <a:lnTo>
                    <a:pt x="3124200" y="6096"/>
                  </a:lnTo>
                  <a:lnTo>
                    <a:pt x="3134868" y="6096"/>
                  </a:lnTo>
                  <a:lnTo>
                    <a:pt x="3134868" y="10668"/>
                  </a:lnTo>
                  <a:close/>
                </a:path>
                <a:path w="3134995" h="845820">
                  <a:moveTo>
                    <a:pt x="10668" y="839724"/>
                  </a:moveTo>
                  <a:lnTo>
                    <a:pt x="4572" y="835152"/>
                  </a:lnTo>
                  <a:lnTo>
                    <a:pt x="10668" y="835152"/>
                  </a:lnTo>
                  <a:lnTo>
                    <a:pt x="10668" y="839724"/>
                  </a:lnTo>
                  <a:close/>
                </a:path>
                <a:path w="3134995" h="845820">
                  <a:moveTo>
                    <a:pt x="3124200" y="839724"/>
                  </a:moveTo>
                  <a:lnTo>
                    <a:pt x="10668" y="839724"/>
                  </a:lnTo>
                  <a:lnTo>
                    <a:pt x="10668" y="835152"/>
                  </a:lnTo>
                  <a:lnTo>
                    <a:pt x="3124200" y="835152"/>
                  </a:lnTo>
                  <a:lnTo>
                    <a:pt x="3124200" y="839724"/>
                  </a:lnTo>
                  <a:close/>
                </a:path>
                <a:path w="3134995" h="845820">
                  <a:moveTo>
                    <a:pt x="3134868" y="839724"/>
                  </a:moveTo>
                  <a:lnTo>
                    <a:pt x="3124200" y="839724"/>
                  </a:lnTo>
                  <a:lnTo>
                    <a:pt x="3128772" y="835152"/>
                  </a:lnTo>
                  <a:lnTo>
                    <a:pt x="3134868" y="835152"/>
                  </a:lnTo>
                  <a:lnTo>
                    <a:pt x="3134868" y="8397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5793730" y="4906748"/>
            <a:ext cx="24136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Create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handler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class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by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793730" y="5150611"/>
            <a:ext cx="14573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implementing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793730" y="5391405"/>
            <a:ext cx="24974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Lucida Console"/>
                <a:cs typeface="Lucida Console"/>
              </a:rPr>
              <a:t>ActionListener</a:t>
            </a:r>
            <a:r>
              <a:rPr sz="1600" spc="-425" dirty="0">
                <a:latin typeface="Lucida Console"/>
                <a:cs typeface="Lucida Console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interface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3962400" y="5077967"/>
            <a:ext cx="4883150" cy="1461770"/>
            <a:chOff x="3962400" y="5077967"/>
            <a:chExt cx="4883150" cy="1461770"/>
          </a:xfrm>
        </p:grpSpPr>
        <p:sp>
          <p:nvSpPr>
            <p:cNvPr id="76" name="object 76"/>
            <p:cNvSpPr/>
            <p:nvPr/>
          </p:nvSpPr>
          <p:spPr>
            <a:xfrm>
              <a:off x="3962400" y="5077967"/>
              <a:ext cx="1754505" cy="262255"/>
            </a:xfrm>
            <a:custGeom>
              <a:avLst/>
              <a:gdLst/>
              <a:ahLst/>
              <a:cxnLst/>
              <a:rect l="l" t="t" r="r" b="b"/>
              <a:pathLst>
                <a:path w="1754504" h="262254">
                  <a:moveTo>
                    <a:pt x="71628" y="76200"/>
                  </a:moveTo>
                  <a:lnTo>
                    <a:pt x="0" y="27432"/>
                  </a:lnTo>
                  <a:lnTo>
                    <a:pt x="80771" y="0"/>
                  </a:lnTo>
                  <a:lnTo>
                    <a:pt x="76931" y="32004"/>
                  </a:lnTo>
                  <a:lnTo>
                    <a:pt x="64008" y="32004"/>
                  </a:lnTo>
                  <a:lnTo>
                    <a:pt x="62483" y="41147"/>
                  </a:lnTo>
                  <a:lnTo>
                    <a:pt x="75628" y="42866"/>
                  </a:lnTo>
                  <a:lnTo>
                    <a:pt x="71628" y="76200"/>
                  </a:lnTo>
                  <a:close/>
                </a:path>
                <a:path w="1754504" h="262254">
                  <a:moveTo>
                    <a:pt x="75628" y="42866"/>
                  </a:moveTo>
                  <a:lnTo>
                    <a:pt x="62483" y="41147"/>
                  </a:lnTo>
                  <a:lnTo>
                    <a:pt x="64008" y="32004"/>
                  </a:lnTo>
                  <a:lnTo>
                    <a:pt x="76733" y="33656"/>
                  </a:lnTo>
                  <a:lnTo>
                    <a:pt x="75628" y="42866"/>
                  </a:lnTo>
                  <a:close/>
                </a:path>
                <a:path w="1754504" h="262254">
                  <a:moveTo>
                    <a:pt x="76733" y="33656"/>
                  </a:moveTo>
                  <a:lnTo>
                    <a:pt x="64008" y="32004"/>
                  </a:lnTo>
                  <a:lnTo>
                    <a:pt x="76931" y="32004"/>
                  </a:lnTo>
                  <a:lnTo>
                    <a:pt x="76733" y="33656"/>
                  </a:lnTo>
                  <a:close/>
                </a:path>
                <a:path w="1754504" h="262254">
                  <a:moveTo>
                    <a:pt x="1752600" y="262128"/>
                  </a:moveTo>
                  <a:lnTo>
                    <a:pt x="75628" y="42866"/>
                  </a:lnTo>
                  <a:lnTo>
                    <a:pt x="76733" y="33656"/>
                  </a:lnTo>
                  <a:lnTo>
                    <a:pt x="1754124" y="251460"/>
                  </a:lnTo>
                  <a:lnTo>
                    <a:pt x="1752600" y="262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715000" y="5943599"/>
              <a:ext cx="3124200" cy="591820"/>
            </a:xfrm>
            <a:custGeom>
              <a:avLst/>
              <a:gdLst/>
              <a:ahLst/>
              <a:cxnLst/>
              <a:rect l="l" t="t" r="r" b="b"/>
              <a:pathLst>
                <a:path w="3124200" h="591820">
                  <a:moveTo>
                    <a:pt x="3124200" y="591312"/>
                  </a:moveTo>
                  <a:lnTo>
                    <a:pt x="0" y="591312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591312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710428" y="5939027"/>
              <a:ext cx="3134995" cy="600710"/>
            </a:xfrm>
            <a:custGeom>
              <a:avLst/>
              <a:gdLst/>
              <a:ahLst/>
              <a:cxnLst/>
              <a:rect l="l" t="t" r="r" b="b"/>
              <a:pathLst>
                <a:path w="3134995" h="600709">
                  <a:moveTo>
                    <a:pt x="3134868" y="600456"/>
                  </a:moveTo>
                  <a:lnTo>
                    <a:pt x="0" y="600456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591312"/>
                  </a:lnTo>
                  <a:lnTo>
                    <a:pt x="4572" y="591312"/>
                  </a:lnTo>
                  <a:lnTo>
                    <a:pt x="10668" y="595884"/>
                  </a:lnTo>
                  <a:lnTo>
                    <a:pt x="3134868" y="595884"/>
                  </a:lnTo>
                  <a:lnTo>
                    <a:pt x="3134868" y="600456"/>
                  </a:lnTo>
                  <a:close/>
                </a:path>
                <a:path w="3134995" h="600709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3134995" h="600709">
                  <a:moveTo>
                    <a:pt x="3124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3124200" y="4572"/>
                  </a:lnTo>
                  <a:lnTo>
                    <a:pt x="3124200" y="10668"/>
                  </a:lnTo>
                  <a:close/>
                </a:path>
                <a:path w="3134995" h="600709">
                  <a:moveTo>
                    <a:pt x="3124200" y="595884"/>
                  </a:moveTo>
                  <a:lnTo>
                    <a:pt x="3124200" y="4572"/>
                  </a:lnTo>
                  <a:lnTo>
                    <a:pt x="3128772" y="10668"/>
                  </a:lnTo>
                  <a:lnTo>
                    <a:pt x="3134868" y="10668"/>
                  </a:lnTo>
                  <a:lnTo>
                    <a:pt x="3134868" y="591312"/>
                  </a:lnTo>
                  <a:lnTo>
                    <a:pt x="3128772" y="591312"/>
                  </a:lnTo>
                  <a:lnTo>
                    <a:pt x="3124200" y="595884"/>
                  </a:lnTo>
                  <a:close/>
                </a:path>
                <a:path w="3134995" h="600709">
                  <a:moveTo>
                    <a:pt x="3134868" y="10668"/>
                  </a:moveTo>
                  <a:lnTo>
                    <a:pt x="3128772" y="10668"/>
                  </a:lnTo>
                  <a:lnTo>
                    <a:pt x="3124200" y="4572"/>
                  </a:lnTo>
                  <a:lnTo>
                    <a:pt x="3134868" y="4572"/>
                  </a:lnTo>
                  <a:lnTo>
                    <a:pt x="3134868" y="10668"/>
                  </a:lnTo>
                  <a:close/>
                </a:path>
                <a:path w="3134995" h="600709">
                  <a:moveTo>
                    <a:pt x="10668" y="595884"/>
                  </a:moveTo>
                  <a:lnTo>
                    <a:pt x="4572" y="591312"/>
                  </a:lnTo>
                  <a:lnTo>
                    <a:pt x="10668" y="591312"/>
                  </a:lnTo>
                  <a:lnTo>
                    <a:pt x="10668" y="595884"/>
                  </a:lnTo>
                  <a:close/>
                </a:path>
                <a:path w="3134995" h="600709">
                  <a:moveTo>
                    <a:pt x="3124200" y="595884"/>
                  </a:moveTo>
                  <a:lnTo>
                    <a:pt x="10668" y="595884"/>
                  </a:lnTo>
                  <a:lnTo>
                    <a:pt x="10668" y="591312"/>
                  </a:lnTo>
                  <a:lnTo>
                    <a:pt x="3124200" y="591312"/>
                  </a:lnTo>
                  <a:lnTo>
                    <a:pt x="3124200" y="595884"/>
                  </a:lnTo>
                  <a:close/>
                </a:path>
                <a:path w="3134995" h="600709">
                  <a:moveTo>
                    <a:pt x="3134868" y="595884"/>
                  </a:moveTo>
                  <a:lnTo>
                    <a:pt x="3124200" y="595884"/>
                  </a:lnTo>
                  <a:lnTo>
                    <a:pt x="3128772" y="591312"/>
                  </a:lnTo>
                  <a:lnTo>
                    <a:pt x="3134868" y="591312"/>
                  </a:lnTo>
                  <a:lnTo>
                    <a:pt x="3134868" y="595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5793730" y="5967435"/>
            <a:ext cx="2538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Declare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Lucida Console"/>
                <a:cs typeface="Lucida Console"/>
              </a:rPr>
              <a:t>actionPerformed</a:t>
            </a:r>
            <a:endParaRPr sz="1600">
              <a:latin typeface="Lucida Console"/>
              <a:cs typeface="Lucida Console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5793730" y="6211273"/>
            <a:ext cx="6318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Times New Roman"/>
                <a:cs typeface="Times New Roman"/>
              </a:rPr>
              <a:t>method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038600" y="5702807"/>
            <a:ext cx="1678305" cy="550545"/>
          </a:xfrm>
          <a:custGeom>
            <a:avLst/>
            <a:gdLst/>
            <a:ahLst/>
            <a:cxnLst/>
            <a:rect l="l" t="t" r="r" b="b"/>
            <a:pathLst>
              <a:path w="1678304" h="550545">
                <a:moveTo>
                  <a:pt x="62483" y="71627"/>
                </a:moveTo>
                <a:lnTo>
                  <a:pt x="0" y="12191"/>
                </a:lnTo>
                <a:lnTo>
                  <a:pt x="85344" y="0"/>
                </a:lnTo>
                <a:lnTo>
                  <a:pt x="76589" y="27431"/>
                </a:lnTo>
                <a:lnTo>
                  <a:pt x="62483" y="27431"/>
                </a:lnTo>
                <a:lnTo>
                  <a:pt x="59436" y="36576"/>
                </a:lnTo>
                <a:lnTo>
                  <a:pt x="72360" y="40681"/>
                </a:lnTo>
                <a:lnTo>
                  <a:pt x="62483" y="71627"/>
                </a:lnTo>
                <a:close/>
              </a:path>
              <a:path w="1678304" h="550545">
                <a:moveTo>
                  <a:pt x="72360" y="40681"/>
                </a:moveTo>
                <a:lnTo>
                  <a:pt x="59436" y="36576"/>
                </a:lnTo>
                <a:lnTo>
                  <a:pt x="62483" y="27431"/>
                </a:lnTo>
                <a:lnTo>
                  <a:pt x="75289" y="31503"/>
                </a:lnTo>
                <a:lnTo>
                  <a:pt x="72360" y="40681"/>
                </a:lnTo>
                <a:close/>
              </a:path>
              <a:path w="1678304" h="550545">
                <a:moveTo>
                  <a:pt x="75289" y="31503"/>
                </a:moveTo>
                <a:lnTo>
                  <a:pt x="62483" y="27431"/>
                </a:lnTo>
                <a:lnTo>
                  <a:pt x="76589" y="27431"/>
                </a:lnTo>
                <a:lnTo>
                  <a:pt x="75289" y="31503"/>
                </a:lnTo>
                <a:close/>
              </a:path>
              <a:path w="1678304" h="550545">
                <a:moveTo>
                  <a:pt x="1676400" y="550163"/>
                </a:moveTo>
                <a:lnTo>
                  <a:pt x="72360" y="40681"/>
                </a:lnTo>
                <a:lnTo>
                  <a:pt x="75289" y="31503"/>
                </a:lnTo>
                <a:lnTo>
                  <a:pt x="1677924" y="541019"/>
                </a:lnTo>
                <a:lnTo>
                  <a:pt x="1676400" y="5501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4424" y="902208"/>
            <a:ext cx="7033259" cy="210820"/>
          </a:xfrm>
          <a:custGeom>
            <a:avLst/>
            <a:gdLst/>
            <a:ahLst/>
            <a:cxnLst/>
            <a:rect l="l" t="t" r="r" b="b"/>
            <a:pathLst>
              <a:path w="7033259" h="210819">
                <a:moveTo>
                  <a:pt x="70332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7033259" y="0"/>
                </a:lnTo>
                <a:lnTo>
                  <a:pt x="7033259" y="210312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79817" y="892874"/>
            <a:ext cx="38931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user</a:t>
            </a:r>
            <a:r>
              <a:rPr sz="1100" b="1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pressed</a:t>
            </a:r>
            <a:r>
              <a:rPr sz="1100" b="1" spc="-4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Enter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in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JTextField</a:t>
            </a:r>
            <a:r>
              <a:rPr sz="1100" b="1" spc="-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textField1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4424" y="1112519"/>
            <a:ext cx="7033259" cy="208915"/>
            <a:chOff x="344424" y="1112519"/>
            <a:chExt cx="7033259" cy="208915"/>
          </a:xfrm>
        </p:grpSpPr>
        <p:sp>
          <p:nvSpPr>
            <p:cNvPr id="5" name="object 5"/>
            <p:cNvSpPr/>
            <p:nvPr/>
          </p:nvSpPr>
          <p:spPr>
            <a:xfrm>
              <a:off x="344424" y="1112519"/>
              <a:ext cx="7033259" cy="208915"/>
            </a:xfrm>
            <a:custGeom>
              <a:avLst/>
              <a:gdLst/>
              <a:ahLst/>
              <a:cxnLst/>
              <a:rect l="l" t="t" r="r" b="b"/>
              <a:pathLst>
                <a:path w="7033259" h="208915">
                  <a:moveTo>
                    <a:pt x="7033259" y="208787"/>
                  </a:moveTo>
                  <a:lnTo>
                    <a:pt x="0" y="208787"/>
                  </a:lnTo>
                  <a:lnTo>
                    <a:pt x="0" y="0"/>
                  </a:lnTo>
                  <a:lnTo>
                    <a:pt x="7033259" y="0"/>
                  </a:lnTo>
                  <a:lnTo>
                    <a:pt x="7033259" y="208787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13559" y="1155191"/>
              <a:ext cx="2606040" cy="123825"/>
            </a:xfrm>
            <a:custGeom>
              <a:avLst/>
              <a:gdLst/>
              <a:ahLst/>
              <a:cxnLst/>
              <a:rect l="l" t="t" r="r" b="b"/>
              <a:pathLst>
                <a:path w="2606040" h="123825">
                  <a:moveTo>
                    <a:pt x="2606040" y="123444"/>
                  </a:moveTo>
                  <a:lnTo>
                    <a:pt x="0" y="123444"/>
                  </a:lnTo>
                  <a:lnTo>
                    <a:pt x="0" y="0"/>
                  </a:lnTo>
                  <a:lnTo>
                    <a:pt x="2606040" y="0"/>
                  </a:lnTo>
                  <a:lnTo>
                    <a:pt x="2606040" y="123444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80246" y="1101675"/>
            <a:ext cx="32200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sz="11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(</a:t>
            </a:r>
            <a:r>
              <a:rPr sz="1100" b="1" spc="-4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event.getSource()</a:t>
            </a:r>
            <a:r>
              <a:rPr sz="1100" b="1" spc="-4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==</a:t>
            </a:r>
            <a:r>
              <a:rPr sz="1100" b="1" spc="-3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textField1</a:t>
            </a:r>
            <a:r>
              <a:rPr sz="1100" b="1" spc="-35" dirty="0">
                <a:latin typeface="Courier New"/>
                <a:cs typeface="Courier New"/>
              </a:rPr>
              <a:t> </a:t>
            </a:r>
            <a:r>
              <a:rPr sz="1100" b="1" spc="-50" dirty="0"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4424" y="1321308"/>
            <a:ext cx="7033259" cy="210820"/>
          </a:xfrm>
          <a:custGeom>
            <a:avLst/>
            <a:gdLst/>
            <a:ahLst/>
            <a:cxnLst/>
            <a:rect l="l" t="t" r="r" b="b"/>
            <a:pathLst>
              <a:path w="7033259" h="210819">
                <a:moveTo>
                  <a:pt x="70332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7033259" y="0"/>
                </a:lnTo>
                <a:lnTo>
                  <a:pt x="7033259" y="210312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33526" y="1310408"/>
            <a:ext cx="34715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ourier New"/>
                <a:cs typeface="Courier New"/>
              </a:rPr>
              <a:t>string</a:t>
            </a:r>
            <a:r>
              <a:rPr sz="1100" b="1" spc="-4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=</a:t>
            </a:r>
            <a:r>
              <a:rPr sz="1100" b="1" spc="-4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String.format(</a:t>
            </a:r>
            <a:r>
              <a:rPr sz="1100" b="1" spc="-5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"textField1:</a:t>
            </a:r>
            <a:r>
              <a:rPr sz="1100" b="1" spc="-40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100" b="1" spc="-20" dirty="0">
                <a:solidFill>
                  <a:srgbClr val="0099FF"/>
                </a:solidFill>
                <a:latin typeface="Courier New"/>
                <a:cs typeface="Courier New"/>
              </a:rPr>
              <a:t>%s"</a:t>
            </a:r>
            <a:r>
              <a:rPr sz="1100" b="1" spc="-20" dirty="0"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44424" y="1531619"/>
            <a:ext cx="7033259" cy="210820"/>
          </a:xfrm>
          <a:custGeom>
            <a:avLst/>
            <a:gdLst/>
            <a:ahLst/>
            <a:cxnLst/>
            <a:rect l="l" t="t" r="r" b="b"/>
            <a:pathLst>
              <a:path w="7033259" h="210819">
                <a:moveTo>
                  <a:pt x="70332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7033259" y="0"/>
                </a:lnTo>
                <a:lnTo>
                  <a:pt x="7033259" y="210312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98904" y="1572767"/>
            <a:ext cx="2029460" cy="1270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4"/>
              </a:lnSpc>
            </a:pPr>
            <a:r>
              <a:rPr sz="1100" b="1" spc="-10" dirty="0">
                <a:latin typeface="Courier New"/>
                <a:cs typeface="Courier New"/>
              </a:rPr>
              <a:t>event.getActionCommand()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85594" y="1520780"/>
            <a:ext cx="1955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4424" y="1741944"/>
            <a:ext cx="7033259" cy="419100"/>
          </a:xfrm>
          <a:custGeom>
            <a:avLst/>
            <a:gdLst/>
            <a:ahLst/>
            <a:cxnLst/>
            <a:rect l="l" t="t" r="r" b="b"/>
            <a:pathLst>
              <a:path w="7033259" h="419100">
                <a:moveTo>
                  <a:pt x="7033247" y="0"/>
                </a:moveTo>
                <a:lnTo>
                  <a:pt x="0" y="0"/>
                </a:lnTo>
                <a:lnTo>
                  <a:pt x="0" y="208788"/>
                </a:lnTo>
                <a:lnTo>
                  <a:pt x="0" y="419100"/>
                </a:lnTo>
                <a:lnTo>
                  <a:pt x="7033247" y="419100"/>
                </a:lnTo>
                <a:lnTo>
                  <a:pt x="7033247" y="208788"/>
                </a:lnTo>
                <a:lnTo>
                  <a:pt x="7033247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79817" y="1939816"/>
            <a:ext cx="38931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user</a:t>
            </a:r>
            <a:r>
              <a:rPr sz="1100" b="1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pressed</a:t>
            </a:r>
            <a:r>
              <a:rPr sz="1100" b="1" spc="-4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Enter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in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JTextField</a:t>
            </a:r>
            <a:r>
              <a:rPr sz="1100" b="1" spc="-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textField2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44424" y="2161032"/>
            <a:ext cx="7033259" cy="208915"/>
            <a:chOff x="344424" y="2161032"/>
            <a:chExt cx="7033259" cy="208915"/>
          </a:xfrm>
        </p:grpSpPr>
        <p:sp>
          <p:nvSpPr>
            <p:cNvPr id="16" name="object 16"/>
            <p:cNvSpPr/>
            <p:nvPr/>
          </p:nvSpPr>
          <p:spPr>
            <a:xfrm>
              <a:off x="344424" y="2161032"/>
              <a:ext cx="7033259" cy="208915"/>
            </a:xfrm>
            <a:custGeom>
              <a:avLst/>
              <a:gdLst/>
              <a:ahLst/>
              <a:cxnLst/>
              <a:rect l="l" t="t" r="r" b="b"/>
              <a:pathLst>
                <a:path w="7033259" h="208914">
                  <a:moveTo>
                    <a:pt x="7033259" y="208787"/>
                  </a:moveTo>
                  <a:lnTo>
                    <a:pt x="0" y="208787"/>
                  </a:lnTo>
                  <a:lnTo>
                    <a:pt x="0" y="0"/>
                  </a:lnTo>
                  <a:lnTo>
                    <a:pt x="7033259" y="0"/>
                  </a:lnTo>
                  <a:lnTo>
                    <a:pt x="7033259" y="208787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34184" y="2202180"/>
              <a:ext cx="2604770" cy="127000"/>
            </a:xfrm>
            <a:custGeom>
              <a:avLst/>
              <a:gdLst/>
              <a:ahLst/>
              <a:cxnLst/>
              <a:rect l="l" t="t" r="r" b="b"/>
              <a:pathLst>
                <a:path w="2604770" h="127000">
                  <a:moveTo>
                    <a:pt x="2604516" y="126491"/>
                  </a:moveTo>
                  <a:lnTo>
                    <a:pt x="0" y="126491"/>
                  </a:lnTo>
                  <a:lnTo>
                    <a:pt x="0" y="0"/>
                  </a:lnTo>
                  <a:lnTo>
                    <a:pt x="2604516" y="0"/>
                  </a:lnTo>
                  <a:lnTo>
                    <a:pt x="2604516" y="126491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380246" y="2150188"/>
            <a:ext cx="364045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r>
              <a:rPr sz="11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sz="11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(</a:t>
            </a:r>
            <a:r>
              <a:rPr sz="1100" b="1" spc="-2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event.getSource()</a:t>
            </a:r>
            <a:r>
              <a:rPr sz="1100" b="1" spc="-1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==</a:t>
            </a:r>
            <a:r>
              <a:rPr sz="1100" b="1" spc="-4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textField2</a:t>
            </a:r>
            <a:r>
              <a:rPr sz="1100" b="1" spc="-35" dirty="0">
                <a:latin typeface="Courier New"/>
                <a:cs typeface="Courier New"/>
              </a:rPr>
              <a:t> </a:t>
            </a:r>
            <a:r>
              <a:rPr sz="1100" b="1" spc="-50" dirty="0"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4424" y="2369819"/>
            <a:ext cx="7033259" cy="208915"/>
          </a:xfrm>
          <a:custGeom>
            <a:avLst/>
            <a:gdLst/>
            <a:ahLst/>
            <a:cxnLst/>
            <a:rect l="l" t="t" r="r" b="b"/>
            <a:pathLst>
              <a:path w="7033259" h="208914">
                <a:moveTo>
                  <a:pt x="7033259" y="208788"/>
                </a:moveTo>
                <a:lnTo>
                  <a:pt x="0" y="208788"/>
                </a:lnTo>
                <a:lnTo>
                  <a:pt x="0" y="0"/>
                </a:lnTo>
                <a:lnTo>
                  <a:pt x="7033259" y="0"/>
                </a:lnTo>
                <a:lnTo>
                  <a:pt x="7033259" y="208788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633526" y="2360492"/>
            <a:ext cx="34715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ourier New"/>
                <a:cs typeface="Courier New"/>
              </a:rPr>
              <a:t>string</a:t>
            </a:r>
            <a:r>
              <a:rPr sz="1100" b="1" spc="-4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=</a:t>
            </a:r>
            <a:r>
              <a:rPr sz="1100" b="1" spc="-4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String.format(</a:t>
            </a:r>
            <a:r>
              <a:rPr sz="1100" b="1" spc="-5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"textField2:</a:t>
            </a:r>
            <a:r>
              <a:rPr sz="1100" b="1" spc="-40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100" b="1" spc="-20" dirty="0">
                <a:solidFill>
                  <a:srgbClr val="0099FF"/>
                </a:solidFill>
                <a:latin typeface="Courier New"/>
                <a:cs typeface="Courier New"/>
              </a:rPr>
              <a:t>%s"</a:t>
            </a:r>
            <a:r>
              <a:rPr sz="1100" b="1" spc="-20" dirty="0"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44424" y="2578607"/>
            <a:ext cx="7033259" cy="210820"/>
          </a:xfrm>
          <a:custGeom>
            <a:avLst/>
            <a:gdLst/>
            <a:ahLst/>
            <a:cxnLst/>
            <a:rect l="l" t="t" r="r" b="b"/>
            <a:pathLst>
              <a:path w="7033259" h="210819">
                <a:moveTo>
                  <a:pt x="7033259" y="210311"/>
                </a:moveTo>
                <a:lnTo>
                  <a:pt x="0" y="210311"/>
                </a:lnTo>
                <a:lnTo>
                  <a:pt x="0" y="0"/>
                </a:lnTo>
                <a:lnTo>
                  <a:pt x="7033259" y="0"/>
                </a:lnTo>
                <a:lnTo>
                  <a:pt x="7033259" y="210311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898904" y="2621280"/>
            <a:ext cx="2029460" cy="1270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94"/>
              </a:lnSpc>
            </a:pPr>
            <a:r>
              <a:rPr sz="1100" b="1" spc="-10" dirty="0">
                <a:latin typeface="Courier New"/>
                <a:cs typeface="Courier New"/>
              </a:rPr>
              <a:t>event.getActionCommand()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85594" y="2569225"/>
            <a:ext cx="1955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4424" y="2788919"/>
            <a:ext cx="7033259" cy="421005"/>
          </a:xfrm>
          <a:custGeom>
            <a:avLst/>
            <a:gdLst/>
            <a:ahLst/>
            <a:cxnLst/>
            <a:rect l="l" t="t" r="r" b="b"/>
            <a:pathLst>
              <a:path w="7033259" h="421005">
                <a:moveTo>
                  <a:pt x="7033247" y="0"/>
                </a:moveTo>
                <a:lnTo>
                  <a:pt x="0" y="0"/>
                </a:lnTo>
                <a:lnTo>
                  <a:pt x="0" y="210324"/>
                </a:lnTo>
                <a:lnTo>
                  <a:pt x="0" y="420624"/>
                </a:lnTo>
                <a:lnTo>
                  <a:pt x="7033247" y="420624"/>
                </a:lnTo>
                <a:lnTo>
                  <a:pt x="7033247" y="210324"/>
                </a:lnTo>
                <a:lnTo>
                  <a:pt x="7033247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379817" y="2989901"/>
            <a:ext cx="38931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user</a:t>
            </a:r>
            <a:r>
              <a:rPr sz="1100" b="1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pressed</a:t>
            </a:r>
            <a:r>
              <a:rPr sz="1100" b="1" spc="-4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Enter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in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JTextField</a:t>
            </a:r>
            <a:r>
              <a:rPr sz="1100" b="1" spc="-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textField3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44424" y="3209543"/>
            <a:ext cx="7033259" cy="208915"/>
            <a:chOff x="344424" y="3209543"/>
            <a:chExt cx="7033259" cy="208915"/>
          </a:xfrm>
        </p:grpSpPr>
        <p:sp>
          <p:nvSpPr>
            <p:cNvPr id="27" name="object 27"/>
            <p:cNvSpPr/>
            <p:nvPr/>
          </p:nvSpPr>
          <p:spPr>
            <a:xfrm>
              <a:off x="344424" y="3209543"/>
              <a:ext cx="7033259" cy="208915"/>
            </a:xfrm>
            <a:custGeom>
              <a:avLst/>
              <a:gdLst/>
              <a:ahLst/>
              <a:cxnLst/>
              <a:rect l="l" t="t" r="r" b="b"/>
              <a:pathLst>
                <a:path w="7033259" h="208914">
                  <a:moveTo>
                    <a:pt x="7033259" y="208788"/>
                  </a:moveTo>
                  <a:lnTo>
                    <a:pt x="0" y="208788"/>
                  </a:lnTo>
                  <a:lnTo>
                    <a:pt x="0" y="0"/>
                  </a:lnTo>
                  <a:lnTo>
                    <a:pt x="7033259" y="0"/>
                  </a:lnTo>
                  <a:lnTo>
                    <a:pt x="7033259" y="208788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34184" y="3250691"/>
              <a:ext cx="2604770" cy="125095"/>
            </a:xfrm>
            <a:custGeom>
              <a:avLst/>
              <a:gdLst/>
              <a:ahLst/>
              <a:cxnLst/>
              <a:rect l="l" t="t" r="r" b="b"/>
              <a:pathLst>
                <a:path w="2604770" h="125095">
                  <a:moveTo>
                    <a:pt x="2604516" y="124967"/>
                  </a:moveTo>
                  <a:lnTo>
                    <a:pt x="0" y="124967"/>
                  </a:lnTo>
                  <a:lnTo>
                    <a:pt x="0" y="0"/>
                  </a:lnTo>
                  <a:lnTo>
                    <a:pt x="2604516" y="0"/>
                  </a:lnTo>
                  <a:lnTo>
                    <a:pt x="2604516" y="124967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380246" y="3198634"/>
            <a:ext cx="364045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r>
              <a:rPr sz="11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sz="11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(</a:t>
            </a:r>
            <a:r>
              <a:rPr sz="1100" b="1" spc="-2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event.getSource()</a:t>
            </a:r>
            <a:r>
              <a:rPr sz="1100" b="1" spc="-1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==</a:t>
            </a:r>
            <a:r>
              <a:rPr sz="1100" b="1" spc="-4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textField3</a:t>
            </a:r>
            <a:r>
              <a:rPr sz="1100" b="1" spc="-35" dirty="0">
                <a:latin typeface="Courier New"/>
                <a:cs typeface="Courier New"/>
              </a:rPr>
              <a:t> </a:t>
            </a:r>
            <a:r>
              <a:rPr sz="1100" b="1" spc="-50" dirty="0"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44424" y="3418332"/>
            <a:ext cx="7033259" cy="210820"/>
          </a:xfrm>
          <a:custGeom>
            <a:avLst/>
            <a:gdLst/>
            <a:ahLst/>
            <a:cxnLst/>
            <a:rect l="l" t="t" r="r" b="b"/>
            <a:pathLst>
              <a:path w="7033259" h="210820">
                <a:moveTo>
                  <a:pt x="7033259" y="210311"/>
                </a:moveTo>
                <a:lnTo>
                  <a:pt x="0" y="210311"/>
                </a:lnTo>
                <a:lnTo>
                  <a:pt x="0" y="0"/>
                </a:lnTo>
                <a:lnTo>
                  <a:pt x="7033259" y="0"/>
                </a:lnTo>
                <a:lnTo>
                  <a:pt x="7033259" y="210311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633526" y="3408938"/>
            <a:ext cx="34715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ourier New"/>
                <a:cs typeface="Courier New"/>
              </a:rPr>
              <a:t>string</a:t>
            </a:r>
            <a:r>
              <a:rPr sz="1100" b="1" spc="-4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=</a:t>
            </a:r>
            <a:r>
              <a:rPr sz="1100" b="1" spc="-4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String.format(</a:t>
            </a:r>
            <a:r>
              <a:rPr sz="1100" b="1" spc="-5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"textField3:</a:t>
            </a:r>
            <a:r>
              <a:rPr sz="1100" b="1" spc="-40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100" b="1" spc="-20" dirty="0">
                <a:solidFill>
                  <a:srgbClr val="0099FF"/>
                </a:solidFill>
                <a:latin typeface="Courier New"/>
                <a:cs typeface="Courier New"/>
              </a:rPr>
              <a:t>%s"</a:t>
            </a:r>
            <a:r>
              <a:rPr sz="1100" b="1" spc="-20" dirty="0"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44424" y="3628644"/>
            <a:ext cx="7033259" cy="210820"/>
          </a:xfrm>
          <a:custGeom>
            <a:avLst/>
            <a:gdLst/>
            <a:ahLst/>
            <a:cxnLst/>
            <a:rect l="l" t="t" r="r" b="b"/>
            <a:pathLst>
              <a:path w="7033259" h="210820">
                <a:moveTo>
                  <a:pt x="70332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7033259" y="0"/>
                </a:lnTo>
                <a:lnTo>
                  <a:pt x="7033259" y="210312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898904" y="3671315"/>
            <a:ext cx="2029460" cy="12509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5"/>
              </a:lnSpc>
            </a:pPr>
            <a:r>
              <a:rPr sz="1100" b="1" spc="-10" dirty="0">
                <a:latin typeface="Courier New"/>
                <a:cs typeface="Courier New"/>
              </a:rPr>
              <a:t>event.getActionCommand()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85594" y="3619310"/>
            <a:ext cx="1955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44424" y="3838968"/>
            <a:ext cx="7033259" cy="419100"/>
          </a:xfrm>
          <a:custGeom>
            <a:avLst/>
            <a:gdLst/>
            <a:ahLst/>
            <a:cxnLst/>
            <a:rect l="l" t="t" r="r" b="b"/>
            <a:pathLst>
              <a:path w="7033259" h="419100">
                <a:moveTo>
                  <a:pt x="7033247" y="0"/>
                </a:moveTo>
                <a:lnTo>
                  <a:pt x="0" y="0"/>
                </a:lnTo>
                <a:lnTo>
                  <a:pt x="0" y="208775"/>
                </a:lnTo>
                <a:lnTo>
                  <a:pt x="0" y="419100"/>
                </a:lnTo>
                <a:lnTo>
                  <a:pt x="7033247" y="419100"/>
                </a:lnTo>
                <a:lnTo>
                  <a:pt x="7033247" y="208775"/>
                </a:lnTo>
                <a:lnTo>
                  <a:pt x="7033247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379817" y="4036844"/>
            <a:ext cx="414591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user</a:t>
            </a:r>
            <a:r>
              <a:rPr sz="1100" b="1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pressed</a:t>
            </a:r>
            <a:r>
              <a:rPr sz="1100" b="1" spc="-4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Enter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in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JTextField</a:t>
            </a:r>
            <a:r>
              <a:rPr sz="1100" b="1" spc="-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passwordField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44424" y="4258055"/>
            <a:ext cx="7033259" cy="210820"/>
            <a:chOff x="344424" y="4258055"/>
            <a:chExt cx="7033259" cy="210820"/>
          </a:xfrm>
        </p:grpSpPr>
        <p:sp>
          <p:nvSpPr>
            <p:cNvPr id="38" name="object 38"/>
            <p:cNvSpPr/>
            <p:nvPr/>
          </p:nvSpPr>
          <p:spPr>
            <a:xfrm>
              <a:off x="344424" y="4258055"/>
              <a:ext cx="7033259" cy="210820"/>
            </a:xfrm>
            <a:custGeom>
              <a:avLst/>
              <a:gdLst/>
              <a:ahLst/>
              <a:cxnLst/>
              <a:rect l="l" t="t" r="r" b="b"/>
              <a:pathLst>
                <a:path w="7033259" h="210820">
                  <a:moveTo>
                    <a:pt x="7033259" y="210311"/>
                  </a:moveTo>
                  <a:lnTo>
                    <a:pt x="0" y="210311"/>
                  </a:lnTo>
                  <a:lnTo>
                    <a:pt x="0" y="0"/>
                  </a:lnTo>
                  <a:lnTo>
                    <a:pt x="7033259" y="0"/>
                  </a:lnTo>
                  <a:lnTo>
                    <a:pt x="7033259" y="210311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34184" y="4299203"/>
              <a:ext cx="2857500" cy="127000"/>
            </a:xfrm>
            <a:custGeom>
              <a:avLst/>
              <a:gdLst/>
              <a:ahLst/>
              <a:cxnLst/>
              <a:rect l="l" t="t" r="r" b="b"/>
              <a:pathLst>
                <a:path w="2857500" h="127000">
                  <a:moveTo>
                    <a:pt x="2857499" y="126492"/>
                  </a:moveTo>
                  <a:lnTo>
                    <a:pt x="0" y="126492"/>
                  </a:lnTo>
                  <a:lnTo>
                    <a:pt x="0" y="0"/>
                  </a:lnTo>
                  <a:lnTo>
                    <a:pt x="2857499" y="0"/>
                  </a:lnTo>
                  <a:lnTo>
                    <a:pt x="2857499" y="12649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380246" y="4247131"/>
            <a:ext cx="38931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r>
              <a:rPr sz="1100" b="1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sz="11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(</a:t>
            </a:r>
            <a:r>
              <a:rPr sz="1100" b="1" spc="-3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event.getSource()</a:t>
            </a:r>
            <a:r>
              <a:rPr sz="1100" b="1" spc="-2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==</a:t>
            </a:r>
            <a:r>
              <a:rPr sz="1100" b="1" spc="-4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passwordField</a:t>
            </a:r>
            <a:r>
              <a:rPr sz="1100" b="1" spc="-30" dirty="0">
                <a:latin typeface="Courier New"/>
                <a:cs typeface="Courier New"/>
              </a:rPr>
              <a:t> </a:t>
            </a:r>
            <a:r>
              <a:rPr sz="1100" b="1" spc="-50" dirty="0"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44424" y="4468367"/>
            <a:ext cx="7033259" cy="208915"/>
          </a:xfrm>
          <a:custGeom>
            <a:avLst/>
            <a:gdLst/>
            <a:ahLst/>
            <a:cxnLst/>
            <a:rect l="l" t="t" r="r" b="b"/>
            <a:pathLst>
              <a:path w="7033259" h="208914">
                <a:moveTo>
                  <a:pt x="7033259" y="208787"/>
                </a:moveTo>
                <a:lnTo>
                  <a:pt x="0" y="208787"/>
                </a:lnTo>
                <a:lnTo>
                  <a:pt x="0" y="0"/>
                </a:lnTo>
                <a:lnTo>
                  <a:pt x="7033259" y="0"/>
                </a:lnTo>
                <a:lnTo>
                  <a:pt x="7033259" y="208787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633526" y="4455965"/>
            <a:ext cx="37249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ourier New"/>
                <a:cs typeface="Courier New"/>
              </a:rPr>
              <a:t>string</a:t>
            </a:r>
            <a:r>
              <a:rPr sz="1100" b="1" spc="-5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=</a:t>
            </a:r>
            <a:r>
              <a:rPr sz="1100" b="1" spc="-5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String.format(</a:t>
            </a:r>
            <a:r>
              <a:rPr sz="1100" b="1" spc="-5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"passwordField:</a:t>
            </a:r>
            <a:r>
              <a:rPr sz="1100" b="1" spc="-35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100" b="1" spc="-20" dirty="0">
                <a:solidFill>
                  <a:srgbClr val="0099FF"/>
                </a:solidFill>
                <a:latin typeface="Courier New"/>
                <a:cs typeface="Courier New"/>
              </a:rPr>
              <a:t>%s"</a:t>
            </a:r>
            <a:r>
              <a:rPr sz="1100" b="1" spc="-20" dirty="0">
                <a:latin typeface="Courier New"/>
                <a:cs typeface="Courier New"/>
              </a:rPr>
              <a:t>,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44424" y="4677155"/>
            <a:ext cx="7033259" cy="208915"/>
            <a:chOff x="344424" y="4677155"/>
            <a:chExt cx="7033259" cy="208915"/>
          </a:xfrm>
        </p:grpSpPr>
        <p:sp>
          <p:nvSpPr>
            <p:cNvPr id="44" name="object 44"/>
            <p:cNvSpPr/>
            <p:nvPr/>
          </p:nvSpPr>
          <p:spPr>
            <a:xfrm>
              <a:off x="344424" y="4677155"/>
              <a:ext cx="7033259" cy="208915"/>
            </a:xfrm>
            <a:custGeom>
              <a:avLst/>
              <a:gdLst/>
              <a:ahLst/>
              <a:cxnLst/>
              <a:rect l="l" t="t" r="r" b="b"/>
              <a:pathLst>
                <a:path w="7033259" h="208914">
                  <a:moveTo>
                    <a:pt x="7033259" y="208788"/>
                  </a:moveTo>
                  <a:lnTo>
                    <a:pt x="0" y="208788"/>
                  </a:lnTo>
                  <a:lnTo>
                    <a:pt x="0" y="0"/>
                  </a:lnTo>
                  <a:lnTo>
                    <a:pt x="7033259" y="0"/>
                  </a:lnTo>
                  <a:lnTo>
                    <a:pt x="7033259" y="208788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06267" y="4718303"/>
              <a:ext cx="2269490" cy="127000"/>
            </a:xfrm>
            <a:custGeom>
              <a:avLst/>
              <a:gdLst/>
              <a:ahLst/>
              <a:cxnLst/>
              <a:rect l="l" t="t" r="r" b="b"/>
              <a:pathLst>
                <a:path w="2269490" h="127000">
                  <a:moveTo>
                    <a:pt x="2269235" y="126492"/>
                  </a:moveTo>
                  <a:lnTo>
                    <a:pt x="0" y="126492"/>
                  </a:lnTo>
                  <a:lnTo>
                    <a:pt x="0" y="0"/>
                  </a:lnTo>
                  <a:lnTo>
                    <a:pt x="2269235" y="0"/>
                  </a:lnTo>
                  <a:lnTo>
                    <a:pt x="2269235" y="12649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886176" y="4666253"/>
            <a:ext cx="37217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100" b="1" spc="-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String(</a:t>
            </a:r>
            <a:r>
              <a:rPr sz="1100" b="1" spc="-5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passwordField.getPassword()</a:t>
            </a:r>
            <a:r>
              <a:rPr sz="1100" b="1" spc="-4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)</a:t>
            </a:r>
            <a:r>
              <a:rPr sz="1100" b="1" spc="-50" dirty="0">
                <a:latin typeface="Courier New"/>
                <a:cs typeface="Courier New"/>
              </a:rPr>
              <a:t> </a:t>
            </a:r>
            <a:r>
              <a:rPr sz="1100" b="1" spc="-25" dirty="0"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44424" y="4885956"/>
            <a:ext cx="7033259" cy="1049020"/>
          </a:xfrm>
          <a:custGeom>
            <a:avLst/>
            <a:gdLst/>
            <a:ahLst/>
            <a:cxnLst/>
            <a:rect l="l" t="t" r="r" b="b"/>
            <a:pathLst>
              <a:path w="7033259" h="1049020">
                <a:moveTo>
                  <a:pt x="7033247" y="0"/>
                </a:moveTo>
                <a:lnTo>
                  <a:pt x="0" y="0"/>
                </a:lnTo>
                <a:lnTo>
                  <a:pt x="0" y="210299"/>
                </a:lnTo>
                <a:lnTo>
                  <a:pt x="0" y="419100"/>
                </a:lnTo>
                <a:lnTo>
                  <a:pt x="0" y="629399"/>
                </a:lnTo>
                <a:lnTo>
                  <a:pt x="0" y="839711"/>
                </a:lnTo>
                <a:lnTo>
                  <a:pt x="0" y="1048499"/>
                </a:lnTo>
                <a:lnTo>
                  <a:pt x="7033247" y="1048499"/>
                </a:lnTo>
                <a:lnTo>
                  <a:pt x="7033247" y="839711"/>
                </a:lnTo>
                <a:lnTo>
                  <a:pt x="7033247" y="629399"/>
                </a:lnTo>
                <a:lnTo>
                  <a:pt x="7033247" y="419100"/>
                </a:lnTo>
                <a:lnTo>
                  <a:pt x="7033247" y="210299"/>
                </a:lnTo>
                <a:lnTo>
                  <a:pt x="7033247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82008" y="851933"/>
            <a:ext cx="180975" cy="505777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57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58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59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60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61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62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63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64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65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66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67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68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69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70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71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72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73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74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75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76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77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78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79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25" dirty="0">
                <a:solidFill>
                  <a:srgbClr val="666431"/>
                </a:solidFill>
                <a:latin typeface="Arial"/>
                <a:cs typeface="Arial"/>
              </a:rPr>
              <a:t>80</a:t>
            </a:r>
            <a:endParaRPr sz="11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75201" y="5042948"/>
            <a:ext cx="4397375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890" marR="5080">
              <a:lnSpc>
                <a:spcPct val="125400"/>
              </a:lnSpc>
              <a:spcBef>
                <a:spcPts val="100"/>
              </a:spcBef>
            </a:pP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display</a:t>
            </a:r>
            <a:r>
              <a:rPr sz="1100" b="1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JTextField</a:t>
            </a:r>
            <a:r>
              <a:rPr sz="1100" b="1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content </a:t>
            </a:r>
            <a:r>
              <a:rPr sz="1100" b="1" dirty="0">
                <a:latin typeface="Courier New"/>
                <a:cs typeface="Courier New"/>
              </a:rPr>
              <a:t>JOptionPane.showMessageDialog(</a:t>
            </a:r>
            <a:r>
              <a:rPr sz="1100" b="1" spc="-7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null</a:t>
            </a:r>
            <a:r>
              <a:rPr sz="1100" b="1" dirty="0">
                <a:latin typeface="Courier New"/>
                <a:cs typeface="Courier New"/>
              </a:rPr>
              <a:t>,</a:t>
            </a:r>
            <a:r>
              <a:rPr sz="1100" b="1" spc="-6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string</a:t>
            </a:r>
            <a:r>
              <a:rPr sz="1100" b="1" spc="-75" dirty="0">
                <a:latin typeface="Courier New"/>
                <a:cs typeface="Courier New"/>
              </a:rPr>
              <a:t> </a:t>
            </a:r>
            <a:r>
              <a:rPr sz="1100" b="1" spc="-25" dirty="0"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  <a:p>
            <a:pPr marL="266065">
              <a:lnSpc>
                <a:spcPct val="100000"/>
              </a:lnSpc>
              <a:spcBef>
                <a:spcPts val="335"/>
              </a:spcBef>
            </a:pPr>
            <a:r>
              <a:rPr sz="1100" b="1" dirty="0">
                <a:latin typeface="Courier New"/>
                <a:cs typeface="Courier New"/>
              </a:rPr>
              <a:t>}</a:t>
            </a:r>
            <a:r>
              <a:rPr sz="1100" b="1" spc="-1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end</a:t>
            </a:r>
            <a:r>
              <a:rPr sz="1100" b="1" spc="-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method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actionPerformed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dirty="0">
                <a:latin typeface="Courier New"/>
                <a:cs typeface="Courier New"/>
              </a:rPr>
              <a:t>}</a:t>
            </a:r>
            <a:r>
              <a:rPr sz="1100" b="1" spc="-2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end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private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inner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class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TextFieldHandler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44424" y="5934455"/>
            <a:ext cx="7033259" cy="210820"/>
          </a:xfrm>
          <a:custGeom>
            <a:avLst/>
            <a:gdLst/>
            <a:ahLst/>
            <a:cxnLst/>
            <a:rect l="l" t="t" r="r" b="b"/>
            <a:pathLst>
              <a:path w="7033259" h="210820">
                <a:moveTo>
                  <a:pt x="7033259" y="210312"/>
                </a:moveTo>
                <a:lnTo>
                  <a:pt x="0" y="210312"/>
                </a:lnTo>
                <a:lnTo>
                  <a:pt x="0" y="0"/>
                </a:lnTo>
                <a:lnTo>
                  <a:pt x="7033259" y="0"/>
                </a:lnTo>
                <a:lnTo>
                  <a:pt x="7033259" y="210312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82008" y="5925070"/>
            <a:ext cx="270510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666431"/>
                </a:solidFill>
                <a:latin typeface="Arial"/>
                <a:cs typeface="Arial"/>
              </a:rPr>
              <a:t>81</a:t>
            </a:r>
            <a:r>
              <a:rPr sz="1100" b="1" spc="365" dirty="0">
                <a:solidFill>
                  <a:srgbClr val="666431"/>
                </a:solidFill>
                <a:latin typeface="Arial"/>
                <a:cs typeface="Arial"/>
              </a:rPr>
              <a:t> </a:t>
            </a:r>
            <a:r>
              <a:rPr sz="1100" b="1" dirty="0">
                <a:latin typeface="Courier New"/>
                <a:cs typeface="Courier New"/>
              </a:rPr>
              <a:t>}</a:t>
            </a:r>
            <a:r>
              <a:rPr sz="1100" b="1" spc="-1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end</a:t>
            </a:r>
            <a:r>
              <a:rPr sz="1100" b="1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class</a:t>
            </a:r>
            <a:r>
              <a:rPr sz="1100" b="1" spc="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TextFieldFrame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5710428" y="1021080"/>
            <a:ext cx="3134995" cy="600710"/>
            <a:chOff x="5710428" y="1021080"/>
            <a:chExt cx="3134995" cy="600710"/>
          </a:xfrm>
        </p:grpSpPr>
        <p:sp>
          <p:nvSpPr>
            <p:cNvPr id="53" name="object 53"/>
            <p:cNvSpPr/>
            <p:nvPr/>
          </p:nvSpPr>
          <p:spPr>
            <a:xfrm>
              <a:off x="5714999" y="1025651"/>
              <a:ext cx="3124200" cy="591820"/>
            </a:xfrm>
            <a:custGeom>
              <a:avLst/>
              <a:gdLst/>
              <a:ahLst/>
              <a:cxnLst/>
              <a:rect l="l" t="t" r="r" b="b"/>
              <a:pathLst>
                <a:path w="3124200" h="591819">
                  <a:moveTo>
                    <a:pt x="3124200" y="591312"/>
                  </a:moveTo>
                  <a:lnTo>
                    <a:pt x="0" y="591312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591312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710428" y="1021080"/>
              <a:ext cx="3134995" cy="600710"/>
            </a:xfrm>
            <a:custGeom>
              <a:avLst/>
              <a:gdLst/>
              <a:ahLst/>
              <a:cxnLst/>
              <a:rect l="l" t="t" r="r" b="b"/>
              <a:pathLst>
                <a:path w="3134995" h="600710">
                  <a:moveTo>
                    <a:pt x="3134868" y="600456"/>
                  </a:moveTo>
                  <a:lnTo>
                    <a:pt x="0" y="600456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591312"/>
                  </a:lnTo>
                  <a:lnTo>
                    <a:pt x="4572" y="591312"/>
                  </a:lnTo>
                  <a:lnTo>
                    <a:pt x="10668" y="595884"/>
                  </a:lnTo>
                  <a:lnTo>
                    <a:pt x="3134868" y="595884"/>
                  </a:lnTo>
                  <a:lnTo>
                    <a:pt x="3134868" y="600456"/>
                  </a:lnTo>
                  <a:close/>
                </a:path>
                <a:path w="3134995" h="600710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3134995" h="600710">
                  <a:moveTo>
                    <a:pt x="3124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3124200" y="4572"/>
                  </a:lnTo>
                  <a:lnTo>
                    <a:pt x="3124200" y="10668"/>
                  </a:lnTo>
                  <a:close/>
                </a:path>
                <a:path w="3134995" h="600710">
                  <a:moveTo>
                    <a:pt x="3124200" y="595884"/>
                  </a:moveTo>
                  <a:lnTo>
                    <a:pt x="3124200" y="4572"/>
                  </a:lnTo>
                  <a:lnTo>
                    <a:pt x="3128772" y="10668"/>
                  </a:lnTo>
                  <a:lnTo>
                    <a:pt x="3134868" y="10668"/>
                  </a:lnTo>
                  <a:lnTo>
                    <a:pt x="3134868" y="591312"/>
                  </a:lnTo>
                  <a:lnTo>
                    <a:pt x="3128772" y="591312"/>
                  </a:lnTo>
                  <a:lnTo>
                    <a:pt x="3124200" y="595884"/>
                  </a:lnTo>
                  <a:close/>
                </a:path>
                <a:path w="3134995" h="600710">
                  <a:moveTo>
                    <a:pt x="3134868" y="10668"/>
                  </a:moveTo>
                  <a:lnTo>
                    <a:pt x="3128772" y="10668"/>
                  </a:lnTo>
                  <a:lnTo>
                    <a:pt x="3124200" y="4572"/>
                  </a:lnTo>
                  <a:lnTo>
                    <a:pt x="3134868" y="4572"/>
                  </a:lnTo>
                  <a:lnTo>
                    <a:pt x="3134868" y="10668"/>
                  </a:lnTo>
                  <a:close/>
                </a:path>
                <a:path w="3134995" h="600710">
                  <a:moveTo>
                    <a:pt x="10668" y="595884"/>
                  </a:moveTo>
                  <a:lnTo>
                    <a:pt x="4572" y="591312"/>
                  </a:lnTo>
                  <a:lnTo>
                    <a:pt x="10668" y="591312"/>
                  </a:lnTo>
                  <a:lnTo>
                    <a:pt x="10668" y="595884"/>
                  </a:lnTo>
                  <a:close/>
                </a:path>
                <a:path w="3134995" h="600710">
                  <a:moveTo>
                    <a:pt x="3124200" y="595884"/>
                  </a:moveTo>
                  <a:lnTo>
                    <a:pt x="10668" y="595884"/>
                  </a:lnTo>
                  <a:lnTo>
                    <a:pt x="10668" y="591312"/>
                  </a:lnTo>
                  <a:lnTo>
                    <a:pt x="3124200" y="591312"/>
                  </a:lnTo>
                  <a:lnTo>
                    <a:pt x="3124200" y="595884"/>
                  </a:lnTo>
                  <a:close/>
                </a:path>
                <a:path w="3134995" h="600710">
                  <a:moveTo>
                    <a:pt x="3134868" y="595884"/>
                  </a:moveTo>
                  <a:lnTo>
                    <a:pt x="3124200" y="595884"/>
                  </a:lnTo>
                  <a:lnTo>
                    <a:pt x="3128772" y="591312"/>
                  </a:lnTo>
                  <a:lnTo>
                    <a:pt x="3134868" y="591312"/>
                  </a:lnTo>
                  <a:lnTo>
                    <a:pt x="3134868" y="595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5793730" y="1052556"/>
            <a:ext cx="2921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Times New Roman"/>
                <a:cs typeface="Times New Roman"/>
              </a:rPr>
              <a:t>Test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793730" y="1293350"/>
            <a:ext cx="11366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first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text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field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3962400" y="1202436"/>
            <a:ext cx="4883150" cy="861060"/>
            <a:chOff x="3962400" y="1202436"/>
            <a:chExt cx="4883150" cy="861060"/>
          </a:xfrm>
        </p:grpSpPr>
        <p:sp>
          <p:nvSpPr>
            <p:cNvPr id="58" name="object 58"/>
            <p:cNvSpPr/>
            <p:nvPr/>
          </p:nvSpPr>
          <p:spPr>
            <a:xfrm>
              <a:off x="3962400" y="1202436"/>
              <a:ext cx="1754505" cy="134620"/>
            </a:xfrm>
            <a:custGeom>
              <a:avLst/>
              <a:gdLst/>
              <a:ahLst/>
              <a:cxnLst/>
              <a:rect l="l" t="t" r="r" b="b"/>
              <a:pathLst>
                <a:path w="1754504" h="134619">
                  <a:moveTo>
                    <a:pt x="74675" y="76200"/>
                  </a:moveTo>
                  <a:lnTo>
                    <a:pt x="0" y="33528"/>
                  </a:lnTo>
                  <a:lnTo>
                    <a:pt x="79248" y="0"/>
                  </a:lnTo>
                  <a:lnTo>
                    <a:pt x="77327" y="32004"/>
                  </a:lnTo>
                  <a:lnTo>
                    <a:pt x="64008" y="32004"/>
                  </a:lnTo>
                  <a:lnTo>
                    <a:pt x="64008" y="41148"/>
                  </a:lnTo>
                  <a:lnTo>
                    <a:pt x="76737" y="41848"/>
                  </a:lnTo>
                  <a:lnTo>
                    <a:pt x="74675" y="76200"/>
                  </a:lnTo>
                  <a:close/>
                </a:path>
                <a:path w="1754504" h="134619">
                  <a:moveTo>
                    <a:pt x="76737" y="41848"/>
                  </a:moveTo>
                  <a:lnTo>
                    <a:pt x="64008" y="41148"/>
                  </a:lnTo>
                  <a:lnTo>
                    <a:pt x="64008" y="32004"/>
                  </a:lnTo>
                  <a:lnTo>
                    <a:pt x="77284" y="32722"/>
                  </a:lnTo>
                  <a:lnTo>
                    <a:pt x="76779" y="41148"/>
                  </a:lnTo>
                  <a:lnTo>
                    <a:pt x="76737" y="41848"/>
                  </a:lnTo>
                  <a:close/>
                </a:path>
                <a:path w="1754504" h="134619">
                  <a:moveTo>
                    <a:pt x="77284" y="32722"/>
                  </a:moveTo>
                  <a:lnTo>
                    <a:pt x="64008" y="32004"/>
                  </a:lnTo>
                  <a:lnTo>
                    <a:pt x="77327" y="32004"/>
                  </a:lnTo>
                  <a:lnTo>
                    <a:pt x="77284" y="32722"/>
                  </a:lnTo>
                  <a:close/>
                </a:path>
                <a:path w="1754504" h="134619">
                  <a:moveTo>
                    <a:pt x="1752600" y="134112"/>
                  </a:moveTo>
                  <a:lnTo>
                    <a:pt x="76737" y="41848"/>
                  </a:lnTo>
                  <a:lnTo>
                    <a:pt x="77236" y="33528"/>
                  </a:lnTo>
                  <a:lnTo>
                    <a:pt x="77284" y="32722"/>
                  </a:lnTo>
                  <a:lnTo>
                    <a:pt x="1754124" y="123444"/>
                  </a:lnTo>
                  <a:lnTo>
                    <a:pt x="1752600" y="134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715000" y="1711451"/>
              <a:ext cx="3124200" cy="346075"/>
            </a:xfrm>
            <a:custGeom>
              <a:avLst/>
              <a:gdLst/>
              <a:ahLst/>
              <a:cxnLst/>
              <a:rect l="l" t="t" r="r" b="b"/>
              <a:pathLst>
                <a:path w="3124200" h="346075">
                  <a:moveTo>
                    <a:pt x="3124200" y="345948"/>
                  </a:moveTo>
                  <a:lnTo>
                    <a:pt x="0" y="345948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345948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710428" y="1706880"/>
              <a:ext cx="3134995" cy="356870"/>
            </a:xfrm>
            <a:custGeom>
              <a:avLst/>
              <a:gdLst/>
              <a:ahLst/>
              <a:cxnLst/>
              <a:rect l="l" t="t" r="r" b="b"/>
              <a:pathLst>
                <a:path w="3134995" h="356869">
                  <a:moveTo>
                    <a:pt x="3134868" y="356616"/>
                  </a:moveTo>
                  <a:lnTo>
                    <a:pt x="0" y="356616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345948"/>
                  </a:lnTo>
                  <a:lnTo>
                    <a:pt x="4572" y="345948"/>
                  </a:lnTo>
                  <a:lnTo>
                    <a:pt x="10668" y="350520"/>
                  </a:lnTo>
                  <a:lnTo>
                    <a:pt x="3134868" y="350520"/>
                  </a:lnTo>
                  <a:lnTo>
                    <a:pt x="3134868" y="356616"/>
                  </a:lnTo>
                  <a:close/>
                </a:path>
                <a:path w="3134995" h="356869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3134995" h="356869">
                  <a:moveTo>
                    <a:pt x="3124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3124200" y="4572"/>
                  </a:lnTo>
                  <a:lnTo>
                    <a:pt x="3124200" y="10668"/>
                  </a:lnTo>
                  <a:close/>
                </a:path>
                <a:path w="3134995" h="356869">
                  <a:moveTo>
                    <a:pt x="3124200" y="350520"/>
                  </a:moveTo>
                  <a:lnTo>
                    <a:pt x="3124200" y="4572"/>
                  </a:lnTo>
                  <a:lnTo>
                    <a:pt x="3128772" y="10668"/>
                  </a:lnTo>
                  <a:lnTo>
                    <a:pt x="3134868" y="10668"/>
                  </a:lnTo>
                  <a:lnTo>
                    <a:pt x="3134868" y="345948"/>
                  </a:lnTo>
                  <a:lnTo>
                    <a:pt x="3128772" y="345948"/>
                  </a:lnTo>
                  <a:lnTo>
                    <a:pt x="3124200" y="350520"/>
                  </a:lnTo>
                  <a:close/>
                </a:path>
                <a:path w="3134995" h="356869">
                  <a:moveTo>
                    <a:pt x="3134868" y="10668"/>
                  </a:moveTo>
                  <a:lnTo>
                    <a:pt x="3128772" y="10668"/>
                  </a:lnTo>
                  <a:lnTo>
                    <a:pt x="3124200" y="4572"/>
                  </a:lnTo>
                  <a:lnTo>
                    <a:pt x="3134868" y="4572"/>
                  </a:lnTo>
                  <a:lnTo>
                    <a:pt x="3134868" y="10668"/>
                  </a:lnTo>
                  <a:close/>
                </a:path>
                <a:path w="3134995" h="356869">
                  <a:moveTo>
                    <a:pt x="10668" y="350520"/>
                  </a:moveTo>
                  <a:lnTo>
                    <a:pt x="4572" y="345948"/>
                  </a:lnTo>
                  <a:lnTo>
                    <a:pt x="10668" y="345948"/>
                  </a:lnTo>
                  <a:lnTo>
                    <a:pt x="10668" y="350520"/>
                  </a:lnTo>
                  <a:close/>
                </a:path>
                <a:path w="3134995" h="356869">
                  <a:moveTo>
                    <a:pt x="3124200" y="350520"/>
                  </a:moveTo>
                  <a:lnTo>
                    <a:pt x="10668" y="350520"/>
                  </a:lnTo>
                  <a:lnTo>
                    <a:pt x="10668" y="345948"/>
                  </a:lnTo>
                  <a:lnTo>
                    <a:pt x="3124200" y="345948"/>
                  </a:lnTo>
                  <a:lnTo>
                    <a:pt x="3124200" y="350520"/>
                  </a:lnTo>
                  <a:close/>
                </a:path>
                <a:path w="3134995" h="356869">
                  <a:moveTo>
                    <a:pt x="3134868" y="350520"/>
                  </a:moveTo>
                  <a:lnTo>
                    <a:pt x="3124200" y="350520"/>
                  </a:lnTo>
                  <a:lnTo>
                    <a:pt x="3128772" y="345948"/>
                  </a:lnTo>
                  <a:lnTo>
                    <a:pt x="3134868" y="345948"/>
                  </a:lnTo>
                  <a:lnTo>
                    <a:pt x="3134868" y="3505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5793730" y="1735351"/>
            <a:ext cx="19043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Get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text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text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field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038600" y="1592580"/>
            <a:ext cx="4806950" cy="1537970"/>
            <a:chOff x="4038600" y="1592580"/>
            <a:chExt cx="4806950" cy="1537970"/>
          </a:xfrm>
        </p:grpSpPr>
        <p:sp>
          <p:nvSpPr>
            <p:cNvPr id="63" name="object 63"/>
            <p:cNvSpPr/>
            <p:nvPr/>
          </p:nvSpPr>
          <p:spPr>
            <a:xfrm>
              <a:off x="4038600" y="1592580"/>
              <a:ext cx="1678305" cy="334010"/>
            </a:xfrm>
            <a:custGeom>
              <a:avLst/>
              <a:gdLst/>
              <a:ahLst/>
              <a:cxnLst/>
              <a:rect l="l" t="t" r="r" b="b"/>
              <a:pathLst>
                <a:path w="1678304" h="334010">
                  <a:moveTo>
                    <a:pt x="68579" y="74676"/>
                  </a:moveTo>
                  <a:lnTo>
                    <a:pt x="0" y="24384"/>
                  </a:lnTo>
                  <a:lnTo>
                    <a:pt x="82295" y="0"/>
                  </a:lnTo>
                  <a:lnTo>
                    <a:pt x="76697" y="30480"/>
                  </a:lnTo>
                  <a:lnTo>
                    <a:pt x="64008" y="30480"/>
                  </a:lnTo>
                  <a:lnTo>
                    <a:pt x="62483" y="39624"/>
                  </a:lnTo>
                  <a:lnTo>
                    <a:pt x="74612" y="41834"/>
                  </a:lnTo>
                  <a:lnTo>
                    <a:pt x="68579" y="74676"/>
                  </a:lnTo>
                  <a:close/>
                </a:path>
                <a:path w="1678304" h="334010">
                  <a:moveTo>
                    <a:pt x="74612" y="41834"/>
                  </a:moveTo>
                  <a:lnTo>
                    <a:pt x="62483" y="39624"/>
                  </a:lnTo>
                  <a:lnTo>
                    <a:pt x="64008" y="30480"/>
                  </a:lnTo>
                  <a:lnTo>
                    <a:pt x="76286" y="32717"/>
                  </a:lnTo>
                  <a:lnTo>
                    <a:pt x="74612" y="41834"/>
                  </a:lnTo>
                  <a:close/>
                </a:path>
                <a:path w="1678304" h="334010">
                  <a:moveTo>
                    <a:pt x="76286" y="32717"/>
                  </a:moveTo>
                  <a:lnTo>
                    <a:pt x="64008" y="30480"/>
                  </a:lnTo>
                  <a:lnTo>
                    <a:pt x="76697" y="30480"/>
                  </a:lnTo>
                  <a:lnTo>
                    <a:pt x="76286" y="32717"/>
                  </a:lnTo>
                  <a:close/>
                </a:path>
                <a:path w="1678304" h="334010">
                  <a:moveTo>
                    <a:pt x="1676400" y="333756"/>
                  </a:moveTo>
                  <a:lnTo>
                    <a:pt x="74612" y="41834"/>
                  </a:lnTo>
                  <a:lnTo>
                    <a:pt x="76286" y="32717"/>
                  </a:lnTo>
                  <a:lnTo>
                    <a:pt x="1677924" y="324612"/>
                  </a:lnTo>
                  <a:lnTo>
                    <a:pt x="1676400" y="333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715000" y="2778251"/>
              <a:ext cx="3124200" cy="346075"/>
            </a:xfrm>
            <a:custGeom>
              <a:avLst/>
              <a:gdLst/>
              <a:ahLst/>
              <a:cxnLst/>
              <a:rect l="l" t="t" r="r" b="b"/>
              <a:pathLst>
                <a:path w="3124200" h="346075">
                  <a:moveTo>
                    <a:pt x="3124200" y="345948"/>
                  </a:moveTo>
                  <a:lnTo>
                    <a:pt x="0" y="345948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345948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710428" y="2773680"/>
              <a:ext cx="3134995" cy="356870"/>
            </a:xfrm>
            <a:custGeom>
              <a:avLst/>
              <a:gdLst/>
              <a:ahLst/>
              <a:cxnLst/>
              <a:rect l="l" t="t" r="r" b="b"/>
              <a:pathLst>
                <a:path w="3134995" h="356869">
                  <a:moveTo>
                    <a:pt x="3134868" y="356616"/>
                  </a:moveTo>
                  <a:lnTo>
                    <a:pt x="0" y="356616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345948"/>
                  </a:lnTo>
                  <a:lnTo>
                    <a:pt x="4572" y="345948"/>
                  </a:lnTo>
                  <a:lnTo>
                    <a:pt x="10668" y="350520"/>
                  </a:lnTo>
                  <a:lnTo>
                    <a:pt x="3134868" y="350520"/>
                  </a:lnTo>
                  <a:lnTo>
                    <a:pt x="3134868" y="356616"/>
                  </a:lnTo>
                  <a:close/>
                </a:path>
                <a:path w="3134995" h="356869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3134995" h="356869">
                  <a:moveTo>
                    <a:pt x="3124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3124200" y="4572"/>
                  </a:lnTo>
                  <a:lnTo>
                    <a:pt x="3124200" y="10668"/>
                  </a:lnTo>
                  <a:close/>
                </a:path>
                <a:path w="3134995" h="356869">
                  <a:moveTo>
                    <a:pt x="3124200" y="350520"/>
                  </a:moveTo>
                  <a:lnTo>
                    <a:pt x="3124200" y="4572"/>
                  </a:lnTo>
                  <a:lnTo>
                    <a:pt x="3128772" y="10668"/>
                  </a:lnTo>
                  <a:lnTo>
                    <a:pt x="3134868" y="10668"/>
                  </a:lnTo>
                  <a:lnTo>
                    <a:pt x="3134868" y="345948"/>
                  </a:lnTo>
                  <a:lnTo>
                    <a:pt x="3128772" y="345948"/>
                  </a:lnTo>
                  <a:lnTo>
                    <a:pt x="3124200" y="350520"/>
                  </a:lnTo>
                  <a:close/>
                </a:path>
                <a:path w="3134995" h="356869">
                  <a:moveTo>
                    <a:pt x="3134868" y="10668"/>
                  </a:moveTo>
                  <a:lnTo>
                    <a:pt x="3128772" y="10668"/>
                  </a:lnTo>
                  <a:lnTo>
                    <a:pt x="3124200" y="4572"/>
                  </a:lnTo>
                  <a:lnTo>
                    <a:pt x="3134868" y="4572"/>
                  </a:lnTo>
                  <a:lnTo>
                    <a:pt x="3134868" y="10668"/>
                  </a:lnTo>
                  <a:close/>
                </a:path>
                <a:path w="3134995" h="356869">
                  <a:moveTo>
                    <a:pt x="10668" y="350520"/>
                  </a:moveTo>
                  <a:lnTo>
                    <a:pt x="4572" y="345948"/>
                  </a:lnTo>
                  <a:lnTo>
                    <a:pt x="10668" y="345948"/>
                  </a:lnTo>
                  <a:lnTo>
                    <a:pt x="10668" y="350520"/>
                  </a:lnTo>
                  <a:close/>
                </a:path>
                <a:path w="3134995" h="356869">
                  <a:moveTo>
                    <a:pt x="3124200" y="350520"/>
                  </a:moveTo>
                  <a:lnTo>
                    <a:pt x="10668" y="350520"/>
                  </a:lnTo>
                  <a:lnTo>
                    <a:pt x="10668" y="345948"/>
                  </a:lnTo>
                  <a:lnTo>
                    <a:pt x="3124200" y="345948"/>
                  </a:lnTo>
                  <a:lnTo>
                    <a:pt x="3124200" y="350520"/>
                  </a:lnTo>
                  <a:close/>
                </a:path>
                <a:path w="3134995" h="356869">
                  <a:moveTo>
                    <a:pt x="3134868" y="350520"/>
                  </a:moveTo>
                  <a:lnTo>
                    <a:pt x="3124200" y="350520"/>
                  </a:lnTo>
                  <a:lnTo>
                    <a:pt x="3128772" y="345948"/>
                  </a:lnTo>
                  <a:lnTo>
                    <a:pt x="3134868" y="345948"/>
                  </a:lnTo>
                  <a:lnTo>
                    <a:pt x="3134868" y="3505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5793730" y="2802149"/>
            <a:ext cx="19043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Get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text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text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field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4038600" y="2659379"/>
            <a:ext cx="4806950" cy="1537970"/>
            <a:chOff x="4038600" y="2659379"/>
            <a:chExt cx="4806950" cy="1537970"/>
          </a:xfrm>
        </p:grpSpPr>
        <p:sp>
          <p:nvSpPr>
            <p:cNvPr id="68" name="object 68"/>
            <p:cNvSpPr/>
            <p:nvPr/>
          </p:nvSpPr>
          <p:spPr>
            <a:xfrm>
              <a:off x="4038600" y="2659379"/>
              <a:ext cx="1678305" cy="334010"/>
            </a:xfrm>
            <a:custGeom>
              <a:avLst/>
              <a:gdLst/>
              <a:ahLst/>
              <a:cxnLst/>
              <a:rect l="l" t="t" r="r" b="b"/>
              <a:pathLst>
                <a:path w="1678304" h="334010">
                  <a:moveTo>
                    <a:pt x="68579" y="74676"/>
                  </a:moveTo>
                  <a:lnTo>
                    <a:pt x="0" y="24384"/>
                  </a:lnTo>
                  <a:lnTo>
                    <a:pt x="82295" y="0"/>
                  </a:lnTo>
                  <a:lnTo>
                    <a:pt x="76697" y="30480"/>
                  </a:lnTo>
                  <a:lnTo>
                    <a:pt x="64008" y="30480"/>
                  </a:lnTo>
                  <a:lnTo>
                    <a:pt x="62483" y="39624"/>
                  </a:lnTo>
                  <a:lnTo>
                    <a:pt x="74612" y="41834"/>
                  </a:lnTo>
                  <a:lnTo>
                    <a:pt x="68579" y="74676"/>
                  </a:lnTo>
                  <a:close/>
                </a:path>
                <a:path w="1678304" h="334010">
                  <a:moveTo>
                    <a:pt x="74612" y="41834"/>
                  </a:moveTo>
                  <a:lnTo>
                    <a:pt x="62483" y="39624"/>
                  </a:lnTo>
                  <a:lnTo>
                    <a:pt x="64008" y="30480"/>
                  </a:lnTo>
                  <a:lnTo>
                    <a:pt x="76286" y="32717"/>
                  </a:lnTo>
                  <a:lnTo>
                    <a:pt x="74612" y="41834"/>
                  </a:lnTo>
                  <a:close/>
                </a:path>
                <a:path w="1678304" h="334010">
                  <a:moveTo>
                    <a:pt x="76286" y="32717"/>
                  </a:moveTo>
                  <a:lnTo>
                    <a:pt x="64008" y="30480"/>
                  </a:lnTo>
                  <a:lnTo>
                    <a:pt x="76697" y="30480"/>
                  </a:lnTo>
                  <a:lnTo>
                    <a:pt x="76286" y="32717"/>
                  </a:lnTo>
                  <a:close/>
                </a:path>
                <a:path w="1678304" h="334010">
                  <a:moveTo>
                    <a:pt x="1676400" y="333756"/>
                  </a:moveTo>
                  <a:lnTo>
                    <a:pt x="74612" y="41834"/>
                  </a:lnTo>
                  <a:lnTo>
                    <a:pt x="76286" y="32717"/>
                  </a:lnTo>
                  <a:lnTo>
                    <a:pt x="1677924" y="324612"/>
                  </a:lnTo>
                  <a:lnTo>
                    <a:pt x="1676400" y="333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715000" y="3845051"/>
              <a:ext cx="3124200" cy="346075"/>
            </a:xfrm>
            <a:custGeom>
              <a:avLst/>
              <a:gdLst/>
              <a:ahLst/>
              <a:cxnLst/>
              <a:rect l="l" t="t" r="r" b="b"/>
              <a:pathLst>
                <a:path w="3124200" h="346075">
                  <a:moveTo>
                    <a:pt x="3124200" y="345948"/>
                  </a:moveTo>
                  <a:lnTo>
                    <a:pt x="0" y="345948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345948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710428" y="3840480"/>
              <a:ext cx="3134995" cy="356870"/>
            </a:xfrm>
            <a:custGeom>
              <a:avLst/>
              <a:gdLst/>
              <a:ahLst/>
              <a:cxnLst/>
              <a:rect l="l" t="t" r="r" b="b"/>
              <a:pathLst>
                <a:path w="3134995" h="356870">
                  <a:moveTo>
                    <a:pt x="3134868" y="356616"/>
                  </a:moveTo>
                  <a:lnTo>
                    <a:pt x="0" y="356616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345948"/>
                  </a:lnTo>
                  <a:lnTo>
                    <a:pt x="4572" y="345948"/>
                  </a:lnTo>
                  <a:lnTo>
                    <a:pt x="10668" y="350520"/>
                  </a:lnTo>
                  <a:lnTo>
                    <a:pt x="3134868" y="350520"/>
                  </a:lnTo>
                  <a:lnTo>
                    <a:pt x="3134868" y="356616"/>
                  </a:lnTo>
                  <a:close/>
                </a:path>
                <a:path w="3134995" h="356870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3134995" h="356870">
                  <a:moveTo>
                    <a:pt x="3124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3124200" y="4572"/>
                  </a:lnTo>
                  <a:lnTo>
                    <a:pt x="3124200" y="10668"/>
                  </a:lnTo>
                  <a:close/>
                </a:path>
                <a:path w="3134995" h="356870">
                  <a:moveTo>
                    <a:pt x="3124200" y="350520"/>
                  </a:moveTo>
                  <a:lnTo>
                    <a:pt x="3124200" y="4572"/>
                  </a:lnTo>
                  <a:lnTo>
                    <a:pt x="3128772" y="10668"/>
                  </a:lnTo>
                  <a:lnTo>
                    <a:pt x="3134868" y="10668"/>
                  </a:lnTo>
                  <a:lnTo>
                    <a:pt x="3134868" y="345948"/>
                  </a:lnTo>
                  <a:lnTo>
                    <a:pt x="3128772" y="345948"/>
                  </a:lnTo>
                  <a:lnTo>
                    <a:pt x="3124200" y="350520"/>
                  </a:lnTo>
                  <a:close/>
                </a:path>
                <a:path w="3134995" h="356870">
                  <a:moveTo>
                    <a:pt x="3134868" y="10668"/>
                  </a:moveTo>
                  <a:lnTo>
                    <a:pt x="3128772" y="10668"/>
                  </a:lnTo>
                  <a:lnTo>
                    <a:pt x="3124200" y="4572"/>
                  </a:lnTo>
                  <a:lnTo>
                    <a:pt x="3134868" y="4572"/>
                  </a:lnTo>
                  <a:lnTo>
                    <a:pt x="3134868" y="10668"/>
                  </a:lnTo>
                  <a:close/>
                </a:path>
                <a:path w="3134995" h="356870">
                  <a:moveTo>
                    <a:pt x="10668" y="350520"/>
                  </a:moveTo>
                  <a:lnTo>
                    <a:pt x="4572" y="345948"/>
                  </a:lnTo>
                  <a:lnTo>
                    <a:pt x="10668" y="345948"/>
                  </a:lnTo>
                  <a:lnTo>
                    <a:pt x="10668" y="350520"/>
                  </a:lnTo>
                  <a:close/>
                </a:path>
                <a:path w="3134995" h="356870">
                  <a:moveTo>
                    <a:pt x="3124200" y="350520"/>
                  </a:moveTo>
                  <a:lnTo>
                    <a:pt x="10668" y="350520"/>
                  </a:lnTo>
                  <a:lnTo>
                    <a:pt x="10668" y="345948"/>
                  </a:lnTo>
                  <a:lnTo>
                    <a:pt x="3124200" y="345948"/>
                  </a:lnTo>
                  <a:lnTo>
                    <a:pt x="3124200" y="350520"/>
                  </a:lnTo>
                  <a:close/>
                </a:path>
                <a:path w="3134995" h="356870">
                  <a:moveTo>
                    <a:pt x="3134868" y="350520"/>
                  </a:moveTo>
                  <a:lnTo>
                    <a:pt x="3124200" y="350520"/>
                  </a:lnTo>
                  <a:lnTo>
                    <a:pt x="3128772" y="345948"/>
                  </a:lnTo>
                  <a:lnTo>
                    <a:pt x="3134868" y="345948"/>
                  </a:lnTo>
                  <a:lnTo>
                    <a:pt x="3134868" y="3505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793730" y="3868948"/>
            <a:ext cx="19043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Get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text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text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field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4038600" y="3726179"/>
            <a:ext cx="4806950" cy="1537970"/>
            <a:chOff x="4038600" y="3726179"/>
            <a:chExt cx="4806950" cy="1537970"/>
          </a:xfrm>
        </p:grpSpPr>
        <p:sp>
          <p:nvSpPr>
            <p:cNvPr id="73" name="object 73"/>
            <p:cNvSpPr/>
            <p:nvPr/>
          </p:nvSpPr>
          <p:spPr>
            <a:xfrm>
              <a:off x="4038600" y="3726179"/>
              <a:ext cx="1678305" cy="334010"/>
            </a:xfrm>
            <a:custGeom>
              <a:avLst/>
              <a:gdLst/>
              <a:ahLst/>
              <a:cxnLst/>
              <a:rect l="l" t="t" r="r" b="b"/>
              <a:pathLst>
                <a:path w="1678304" h="334010">
                  <a:moveTo>
                    <a:pt x="68579" y="74676"/>
                  </a:moveTo>
                  <a:lnTo>
                    <a:pt x="0" y="24384"/>
                  </a:lnTo>
                  <a:lnTo>
                    <a:pt x="82295" y="0"/>
                  </a:lnTo>
                  <a:lnTo>
                    <a:pt x="76697" y="30480"/>
                  </a:lnTo>
                  <a:lnTo>
                    <a:pt x="64008" y="30480"/>
                  </a:lnTo>
                  <a:lnTo>
                    <a:pt x="62483" y="39624"/>
                  </a:lnTo>
                  <a:lnTo>
                    <a:pt x="74612" y="41834"/>
                  </a:lnTo>
                  <a:lnTo>
                    <a:pt x="68579" y="74676"/>
                  </a:lnTo>
                  <a:close/>
                </a:path>
                <a:path w="1678304" h="334010">
                  <a:moveTo>
                    <a:pt x="74612" y="41834"/>
                  </a:moveTo>
                  <a:lnTo>
                    <a:pt x="62483" y="39624"/>
                  </a:lnTo>
                  <a:lnTo>
                    <a:pt x="64008" y="30480"/>
                  </a:lnTo>
                  <a:lnTo>
                    <a:pt x="76286" y="32717"/>
                  </a:lnTo>
                  <a:lnTo>
                    <a:pt x="74612" y="41834"/>
                  </a:lnTo>
                  <a:close/>
                </a:path>
                <a:path w="1678304" h="334010">
                  <a:moveTo>
                    <a:pt x="76286" y="32717"/>
                  </a:moveTo>
                  <a:lnTo>
                    <a:pt x="64008" y="30480"/>
                  </a:lnTo>
                  <a:lnTo>
                    <a:pt x="76697" y="30480"/>
                  </a:lnTo>
                  <a:lnTo>
                    <a:pt x="76286" y="32717"/>
                  </a:lnTo>
                  <a:close/>
                </a:path>
                <a:path w="1678304" h="334010">
                  <a:moveTo>
                    <a:pt x="1676400" y="333756"/>
                  </a:moveTo>
                  <a:lnTo>
                    <a:pt x="74612" y="41834"/>
                  </a:lnTo>
                  <a:lnTo>
                    <a:pt x="76286" y="32717"/>
                  </a:lnTo>
                  <a:lnTo>
                    <a:pt x="1677924" y="324612"/>
                  </a:lnTo>
                  <a:lnTo>
                    <a:pt x="1676400" y="333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715000" y="4911851"/>
              <a:ext cx="3124200" cy="346075"/>
            </a:xfrm>
            <a:custGeom>
              <a:avLst/>
              <a:gdLst/>
              <a:ahLst/>
              <a:cxnLst/>
              <a:rect l="l" t="t" r="r" b="b"/>
              <a:pathLst>
                <a:path w="3124200" h="346075">
                  <a:moveTo>
                    <a:pt x="3124200" y="345948"/>
                  </a:moveTo>
                  <a:lnTo>
                    <a:pt x="0" y="345948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345948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710428" y="4907280"/>
              <a:ext cx="3134995" cy="356870"/>
            </a:xfrm>
            <a:custGeom>
              <a:avLst/>
              <a:gdLst/>
              <a:ahLst/>
              <a:cxnLst/>
              <a:rect l="l" t="t" r="r" b="b"/>
              <a:pathLst>
                <a:path w="3134995" h="356870">
                  <a:moveTo>
                    <a:pt x="3134868" y="356616"/>
                  </a:moveTo>
                  <a:lnTo>
                    <a:pt x="0" y="356616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345948"/>
                  </a:lnTo>
                  <a:lnTo>
                    <a:pt x="4572" y="345948"/>
                  </a:lnTo>
                  <a:lnTo>
                    <a:pt x="10668" y="350520"/>
                  </a:lnTo>
                  <a:lnTo>
                    <a:pt x="3134868" y="350520"/>
                  </a:lnTo>
                  <a:lnTo>
                    <a:pt x="3134868" y="356616"/>
                  </a:lnTo>
                  <a:close/>
                </a:path>
                <a:path w="3134995" h="356870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3134995" h="356870">
                  <a:moveTo>
                    <a:pt x="3124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3124200" y="4572"/>
                  </a:lnTo>
                  <a:lnTo>
                    <a:pt x="3124200" y="10668"/>
                  </a:lnTo>
                  <a:close/>
                </a:path>
                <a:path w="3134995" h="356870">
                  <a:moveTo>
                    <a:pt x="3124200" y="350520"/>
                  </a:moveTo>
                  <a:lnTo>
                    <a:pt x="3124200" y="4572"/>
                  </a:lnTo>
                  <a:lnTo>
                    <a:pt x="3128772" y="10668"/>
                  </a:lnTo>
                  <a:lnTo>
                    <a:pt x="3134868" y="10668"/>
                  </a:lnTo>
                  <a:lnTo>
                    <a:pt x="3134868" y="345948"/>
                  </a:lnTo>
                  <a:lnTo>
                    <a:pt x="3128772" y="345948"/>
                  </a:lnTo>
                  <a:lnTo>
                    <a:pt x="3124200" y="350520"/>
                  </a:lnTo>
                  <a:close/>
                </a:path>
                <a:path w="3134995" h="356870">
                  <a:moveTo>
                    <a:pt x="3134868" y="10668"/>
                  </a:moveTo>
                  <a:lnTo>
                    <a:pt x="3128772" y="10668"/>
                  </a:lnTo>
                  <a:lnTo>
                    <a:pt x="3124200" y="4572"/>
                  </a:lnTo>
                  <a:lnTo>
                    <a:pt x="3134868" y="4572"/>
                  </a:lnTo>
                  <a:lnTo>
                    <a:pt x="3134868" y="10668"/>
                  </a:lnTo>
                  <a:close/>
                </a:path>
                <a:path w="3134995" h="356870">
                  <a:moveTo>
                    <a:pt x="10668" y="350520"/>
                  </a:moveTo>
                  <a:lnTo>
                    <a:pt x="4572" y="345948"/>
                  </a:lnTo>
                  <a:lnTo>
                    <a:pt x="10668" y="345948"/>
                  </a:lnTo>
                  <a:lnTo>
                    <a:pt x="10668" y="350520"/>
                  </a:lnTo>
                  <a:close/>
                </a:path>
                <a:path w="3134995" h="356870">
                  <a:moveTo>
                    <a:pt x="3124200" y="350520"/>
                  </a:moveTo>
                  <a:lnTo>
                    <a:pt x="10668" y="350520"/>
                  </a:lnTo>
                  <a:lnTo>
                    <a:pt x="10668" y="345948"/>
                  </a:lnTo>
                  <a:lnTo>
                    <a:pt x="3124200" y="345948"/>
                  </a:lnTo>
                  <a:lnTo>
                    <a:pt x="3124200" y="350520"/>
                  </a:lnTo>
                  <a:close/>
                </a:path>
                <a:path w="3134995" h="356870">
                  <a:moveTo>
                    <a:pt x="3134868" y="350520"/>
                  </a:moveTo>
                  <a:lnTo>
                    <a:pt x="3124200" y="350520"/>
                  </a:lnTo>
                  <a:lnTo>
                    <a:pt x="3128772" y="345948"/>
                  </a:lnTo>
                  <a:lnTo>
                    <a:pt x="3134868" y="345948"/>
                  </a:lnTo>
                  <a:lnTo>
                    <a:pt x="3134868" y="3505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5793730" y="4935647"/>
            <a:ext cx="28289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Get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password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password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field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038600" y="2087880"/>
            <a:ext cx="4806950" cy="3039110"/>
            <a:chOff x="4038600" y="2087880"/>
            <a:chExt cx="4806950" cy="3039110"/>
          </a:xfrm>
        </p:grpSpPr>
        <p:sp>
          <p:nvSpPr>
            <p:cNvPr id="78" name="object 78"/>
            <p:cNvSpPr/>
            <p:nvPr/>
          </p:nvSpPr>
          <p:spPr>
            <a:xfrm>
              <a:off x="4038600" y="4792979"/>
              <a:ext cx="1678305" cy="334010"/>
            </a:xfrm>
            <a:custGeom>
              <a:avLst/>
              <a:gdLst/>
              <a:ahLst/>
              <a:cxnLst/>
              <a:rect l="l" t="t" r="r" b="b"/>
              <a:pathLst>
                <a:path w="1678304" h="334010">
                  <a:moveTo>
                    <a:pt x="68579" y="74676"/>
                  </a:moveTo>
                  <a:lnTo>
                    <a:pt x="0" y="24384"/>
                  </a:lnTo>
                  <a:lnTo>
                    <a:pt x="82295" y="0"/>
                  </a:lnTo>
                  <a:lnTo>
                    <a:pt x="76697" y="30480"/>
                  </a:lnTo>
                  <a:lnTo>
                    <a:pt x="64008" y="30480"/>
                  </a:lnTo>
                  <a:lnTo>
                    <a:pt x="62483" y="39624"/>
                  </a:lnTo>
                  <a:lnTo>
                    <a:pt x="74612" y="41834"/>
                  </a:lnTo>
                  <a:lnTo>
                    <a:pt x="68579" y="74676"/>
                  </a:lnTo>
                  <a:close/>
                </a:path>
                <a:path w="1678304" h="334010">
                  <a:moveTo>
                    <a:pt x="74612" y="41834"/>
                  </a:moveTo>
                  <a:lnTo>
                    <a:pt x="62483" y="39624"/>
                  </a:lnTo>
                  <a:lnTo>
                    <a:pt x="64008" y="30480"/>
                  </a:lnTo>
                  <a:lnTo>
                    <a:pt x="76286" y="32717"/>
                  </a:lnTo>
                  <a:lnTo>
                    <a:pt x="74612" y="41834"/>
                  </a:lnTo>
                  <a:close/>
                </a:path>
                <a:path w="1678304" h="334010">
                  <a:moveTo>
                    <a:pt x="76286" y="32717"/>
                  </a:moveTo>
                  <a:lnTo>
                    <a:pt x="64008" y="30480"/>
                  </a:lnTo>
                  <a:lnTo>
                    <a:pt x="76697" y="30480"/>
                  </a:lnTo>
                  <a:lnTo>
                    <a:pt x="76286" y="32717"/>
                  </a:lnTo>
                  <a:close/>
                </a:path>
                <a:path w="1678304" h="334010">
                  <a:moveTo>
                    <a:pt x="1676400" y="333756"/>
                  </a:moveTo>
                  <a:lnTo>
                    <a:pt x="74612" y="41834"/>
                  </a:lnTo>
                  <a:lnTo>
                    <a:pt x="76286" y="32717"/>
                  </a:lnTo>
                  <a:lnTo>
                    <a:pt x="1677924" y="324612"/>
                  </a:lnTo>
                  <a:lnTo>
                    <a:pt x="1676400" y="333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715000" y="2092451"/>
              <a:ext cx="3124200" cy="591820"/>
            </a:xfrm>
            <a:custGeom>
              <a:avLst/>
              <a:gdLst/>
              <a:ahLst/>
              <a:cxnLst/>
              <a:rect l="l" t="t" r="r" b="b"/>
              <a:pathLst>
                <a:path w="3124200" h="591819">
                  <a:moveTo>
                    <a:pt x="3124200" y="591312"/>
                  </a:moveTo>
                  <a:lnTo>
                    <a:pt x="0" y="591312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591312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710428" y="2087880"/>
              <a:ext cx="3134995" cy="600710"/>
            </a:xfrm>
            <a:custGeom>
              <a:avLst/>
              <a:gdLst/>
              <a:ahLst/>
              <a:cxnLst/>
              <a:rect l="l" t="t" r="r" b="b"/>
              <a:pathLst>
                <a:path w="3134995" h="600710">
                  <a:moveTo>
                    <a:pt x="3134868" y="600456"/>
                  </a:moveTo>
                  <a:lnTo>
                    <a:pt x="0" y="600456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591312"/>
                  </a:lnTo>
                  <a:lnTo>
                    <a:pt x="4572" y="591312"/>
                  </a:lnTo>
                  <a:lnTo>
                    <a:pt x="10668" y="595884"/>
                  </a:lnTo>
                  <a:lnTo>
                    <a:pt x="3134868" y="595884"/>
                  </a:lnTo>
                  <a:lnTo>
                    <a:pt x="3134868" y="600456"/>
                  </a:lnTo>
                  <a:close/>
                </a:path>
                <a:path w="3134995" h="600710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3134995" h="600710">
                  <a:moveTo>
                    <a:pt x="3124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3124200" y="4572"/>
                  </a:lnTo>
                  <a:lnTo>
                    <a:pt x="3124200" y="10668"/>
                  </a:lnTo>
                  <a:close/>
                </a:path>
                <a:path w="3134995" h="600710">
                  <a:moveTo>
                    <a:pt x="3124200" y="595884"/>
                  </a:moveTo>
                  <a:lnTo>
                    <a:pt x="3124200" y="4572"/>
                  </a:lnTo>
                  <a:lnTo>
                    <a:pt x="3128772" y="10668"/>
                  </a:lnTo>
                  <a:lnTo>
                    <a:pt x="3134868" y="10668"/>
                  </a:lnTo>
                  <a:lnTo>
                    <a:pt x="3134868" y="591312"/>
                  </a:lnTo>
                  <a:lnTo>
                    <a:pt x="3128772" y="591312"/>
                  </a:lnTo>
                  <a:lnTo>
                    <a:pt x="3124200" y="595884"/>
                  </a:lnTo>
                  <a:close/>
                </a:path>
                <a:path w="3134995" h="600710">
                  <a:moveTo>
                    <a:pt x="3134868" y="10668"/>
                  </a:moveTo>
                  <a:lnTo>
                    <a:pt x="3128772" y="10668"/>
                  </a:lnTo>
                  <a:lnTo>
                    <a:pt x="3124200" y="4572"/>
                  </a:lnTo>
                  <a:lnTo>
                    <a:pt x="3134868" y="4572"/>
                  </a:lnTo>
                  <a:lnTo>
                    <a:pt x="3134868" y="10668"/>
                  </a:lnTo>
                  <a:close/>
                </a:path>
                <a:path w="3134995" h="600710">
                  <a:moveTo>
                    <a:pt x="10668" y="595884"/>
                  </a:moveTo>
                  <a:lnTo>
                    <a:pt x="4572" y="591312"/>
                  </a:lnTo>
                  <a:lnTo>
                    <a:pt x="10668" y="591312"/>
                  </a:lnTo>
                  <a:lnTo>
                    <a:pt x="10668" y="595884"/>
                  </a:lnTo>
                  <a:close/>
                </a:path>
                <a:path w="3134995" h="600710">
                  <a:moveTo>
                    <a:pt x="3124200" y="595884"/>
                  </a:moveTo>
                  <a:lnTo>
                    <a:pt x="10668" y="595884"/>
                  </a:lnTo>
                  <a:lnTo>
                    <a:pt x="10668" y="591312"/>
                  </a:lnTo>
                  <a:lnTo>
                    <a:pt x="3124200" y="591312"/>
                  </a:lnTo>
                  <a:lnTo>
                    <a:pt x="3124200" y="595884"/>
                  </a:lnTo>
                  <a:close/>
                </a:path>
                <a:path w="3134995" h="600710">
                  <a:moveTo>
                    <a:pt x="3134868" y="595884"/>
                  </a:moveTo>
                  <a:lnTo>
                    <a:pt x="3124200" y="595884"/>
                  </a:lnTo>
                  <a:lnTo>
                    <a:pt x="3128772" y="591312"/>
                  </a:lnTo>
                  <a:lnTo>
                    <a:pt x="3134868" y="591312"/>
                  </a:lnTo>
                  <a:lnTo>
                    <a:pt x="3134868" y="595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5793730" y="2119355"/>
            <a:ext cx="2921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Times New Roman"/>
                <a:cs typeface="Times New Roman"/>
              </a:rPr>
              <a:t>Test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793730" y="2360149"/>
            <a:ext cx="13716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second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text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field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3962400" y="2269236"/>
            <a:ext cx="4883150" cy="1485900"/>
            <a:chOff x="3962400" y="2269236"/>
            <a:chExt cx="4883150" cy="1485900"/>
          </a:xfrm>
        </p:grpSpPr>
        <p:sp>
          <p:nvSpPr>
            <p:cNvPr id="84" name="object 84"/>
            <p:cNvSpPr/>
            <p:nvPr/>
          </p:nvSpPr>
          <p:spPr>
            <a:xfrm>
              <a:off x="3962400" y="2269236"/>
              <a:ext cx="1754505" cy="134620"/>
            </a:xfrm>
            <a:custGeom>
              <a:avLst/>
              <a:gdLst/>
              <a:ahLst/>
              <a:cxnLst/>
              <a:rect l="l" t="t" r="r" b="b"/>
              <a:pathLst>
                <a:path w="1754504" h="134619">
                  <a:moveTo>
                    <a:pt x="74675" y="76200"/>
                  </a:moveTo>
                  <a:lnTo>
                    <a:pt x="0" y="33528"/>
                  </a:lnTo>
                  <a:lnTo>
                    <a:pt x="79248" y="0"/>
                  </a:lnTo>
                  <a:lnTo>
                    <a:pt x="77327" y="32004"/>
                  </a:lnTo>
                  <a:lnTo>
                    <a:pt x="64008" y="32004"/>
                  </a:lnTo>
                  <a:lnTo>
                    <a:pt x="64008" y="41148"/>
                  </a:lnTo>
                  <a:lnTo>
                    <a:pt x="76737" y="41848"/>
                  </a:lnTo>
                  <a:lnTo>
                    <a:pt x="74675" y="76200"/>
                  </a:lnTo>
                  <a:close/>
                </a:path>
                <a:path w="1754504" h="134619">
                  <a:moveTo>
                    <a:pt x="76737" y="41848"/>
                  </a:moveTo>
                  <a:lnTo>
                    <a:pt x="64008" y="41148"/>
                  </a:lnTo>
                  <a:lnTo>
                    <a:pt x="64008" y="32004"/>
                  </a:lnTo>
                  <a:lnTo>
                    <a:pt x="77284" y="32722"/>
                  </a:lnTo>
                  <a:lnTo>
                    <a:pt x="76779" y="41148"/>
                  </a:lnTo>
                  <a:lnTo>
                    <a:pt x="76737" y="41848"/>
                  </a:lnTo>
                  <a:close/>
                </a:path>
                <a:path w="1754504" h="134619">
                  <a:moveTo>
                    <a:pt x="77284" y="32722"/>
                  </a:moveTo>
                  <a:lnTo>
                    <a:pt x="64008" y="32004"/>
                  </a:lnTo>
                  <a:lnTo>
                    <a:pt x="77327" y="32004"/>
                  </a:lnTo>
                  <a:lnTo>
                    <a:pt x="77284" y="32722"/>
                  </a:lnTo>
                  <a:close/>
                </a:path>
                <a:path w="1754504" h="134619">
                  <a:moveTo>
                    <a:pt x="1752600" y="134112"/>
                  </a:moveTo>
                  <a:lnTo>
                    <a:pt x="76737" y="41848"/>
                  </a:lnTo>
                  <a:lnTo>
                    <a:pt x="77236" y="33528"/>
                  </a:lnTo>
                  <a:lnTo>
                    <a:pt x="77284" y="32722"/>
                  </a:lnTo>
                  <a:lnTo>
                    <a:pt x="1754124" y="123444"/>
                  </a:lnTo>
                  <a:lnTo>
                    <a:pt x="1752600" y="134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715000" y="3159251"/>
              <a:ext cx="3124200" cy="591820"/>
            </a:xfrm>
            <a:custGeom>
              <a:avLst/>
              <a:gdLst/>
              <a:ahLst/>
              <a:cxnLst/>
              <a:rect l="l" t="t" r="r" b="b"/>
              <a:pathLst>
                <a:path w="3124200" h="591820">
                  <a:moveTo>
                    <a:pt x="3124200" y="591312"/>
                  </a:moveTo>
                  <a:lnTo>
                    <a:pt x="0" y="591312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591312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710428" y="3154680"/>
              <a:ext cx="3134995" cy="600710"/>
            </a:xfrm>
            <a:custGeom>
              <a:avLst/>
              <a:gdLst/>
              <a:ahLst/>
              <a:cxnLst/>
              <a:rect l="l" t="t" r="r" b="b"/>
              <a:pathLst>
                <a:path w="3134995" h="600710">
                  <a:moveTo>
                    <a:pt x="3134868" y="600456"/>
                  </a:moveTo>
                  <a:lnTo>
                    <a:pt x="0" y="600456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4572"/>
                  </a:lnTo>
                  <a:lnTo>
                    <a:pt x="10668" y="4572"/>
                  </a:lnTo>
                  <a:lnTo>
                    <a:pt x="4572" y="10668"/>
                  </a:lnTo>
                  <a:lnTo>
                    <a:pt x="10668" y="10668"/>
                  </a:lnTo>
                  <a:lnTo>
                    <a:pt x="10668" y="591312"/>
                  </a:lnTo>
                  <a:lnTo>
                    <a:pt x="4572" y="591312"/>
                  </a:lnTo>
                  <a:lnTo>
                    <a:pt x="10668" y="595884"/>
                  </a:lnTo>
                  <a:lnTo>
                    <a:pt x="3134868" y="595884"/>
                  </a:lnTo>
                  <a:lnTo>
                    <a:pt x="3134868" y="600456"/>
                  </a:lnTo>
                  <a:close/>
                </a:path>
                <a:path w="3134995" h="600710">
                  <a:moveTo>
                    <a:pt x="10668" y="10668"/>
                  </a:moveTo>
                  <a:lnTo>
                    <a:pt x="4572" y="10668"/>
                  </a:lnTo>
                  <a:lnTo>
                    <a:pt x="10668" y="4572"/>
                  </a:lnTo>
                  <a:lnTo>
                    <a:pt x="10668" y="10668"/>
                  </a:lnTo>
                  <a:close/>
                </a:path>
                <a:path w="3134995" h="600710">
                  <a:moveTo>
                    <a:pt x="3124200" y="10668"/>
                  </a:moveTo>
                  <a:lnTo>
                    <a:pt x="10668" y="10668"/>
                  </a:lnTo>
                  <a:lnTo>
                    <a:pt x="10668" y="4572"/>
                  </a:lnTo>
                  <a:lnTo>
                    <a:pt x="3124200" y="4572"/>
                  </a:lnTo>
                  <a:lnTo>
                    <a:pt x="3124200" y="10668"/>
                  </a:lnTo>
                  <a:close/>
                </a:path>
                <a:path w="3134995" h="600710">
                  <a:moveTo>
                    <a:pt x="3124200" y="595884"/>
                  </a:moveTo>
                  <a:lnTo>
                    <a:pt x="3124200" y="4572"/>
                  </a:lnTo>
                  <a:lnTo>
                    <a:pt x="3128772" y="10668"/>
                  </a:lnTo>
                  <a:lnTo>
                    <a:pt x="3134868" y="10668"/>
                  </a:lnTo>
                  <a:lnTo>
                    <a:pt x="3134868" y="591312"/>
                  </a:lnTo>
                  <a:lnTo>
                    <a:pt x="3128772" y="591312"/>
                  </a:lnTo>
                  <a:lnTo>
                    <a:pt x="3124200" y="595884"/>
                  </a:lnTo>
                  <a:close/>
                </a:path>
                <a:path w="3134995" h="600710">
                  <a:moveTo>
                    <a:pt x="3134868" y="10668"/>
                  </a:moveTo>
                  <a:lnTo>
                    <a:pt x="3128772" y="10668"/>
                  </a:lnTo>
                  <a:lnTo>
                    <a:pt x="3124200" y="4572"/>
                  </a:lnTo>
                  <a:lnTo>
                    <a:pt x="3134868" y="4572"/>
                  </a:lnTo>
                  <a:lnTo>
                    <a:pt x="3134868" y="10668"/>
                  </a:lnTo>
                  <a:close/>
                </a:path>
                <a:path w="3134995" h="600710">
                  <a:moveTo>
                    <a:pt x="10668" y="595884"/>
                  </a:moveTo>
                  <a:lnTo>
                    <a:pt x="4572" y="591312"/>
                  </a:lnTo>
                  <a:lnTo>
                    <a:pt x="10668" y="591312"/>
                  </a:lnTo>
                  <a:lnTo>
                    <a:pt x="10668" y="595884"/>
                  </a:lnTo>
                  <a:close/>
                </a:path>
                <a:path w="3134995" h="600710">
                  <a:moveTo>
                    <a:pt x="3124200" y="595884"/>
                  </a:moveTo>
                  <a:lnTo>
                    <a:pt x="10668" y="595884"/>
                  </a:lnTo>
                  <a:lnTo>
                    <a:pt x="10668" y="591312"/>
                  </a:lnTo>
                  <a:lnTo>
                    <a:pt x="3124200" y="591312"/>
                  </a:lnTo>
                  <a:lnTo>
                    <a:pt x="3124200" y="595884"/>
                  </a:lnTo>
                  <a:close/>
                </a:path>
                <a:path w="3134995" h="600710">
                  <a:moveTo>
                    <a:pt x="3134868" y="595884"/>
                  </a:moveTo>
                  <a:lnTo>
                    <a:pt x="3124200" y="595884"/>
                  </a:lnTo>
                  <a:lnTo>
                    <a:pt x="3128772" y="591312"/>
                  </a:lnTo>
                  <a:lnTo>
                    <a:pt x="3134868" y="591312"/>
                  </a:lnTo>
                  <a:lnTo>
                    <a:pt x="3134868" y="5958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5793730" y="3186153"/>
            <a:ext cx="2921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Times New Roman"/>
                <a:cs typeface="Times New Roman"/>
              </a:rPr>
              <a:t>Test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5793730" y="3426948"/>
            <a:ext cx="1193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third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text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field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3962400" y="3336035"/>
            <a:ext cx="4883150" cy="1468120"/>
            <a:chOff x="3962400" y="3336035"/>
            <a:chExt cx="4883150" cy="1468120"/>
          </a:xfrm>
        </p:grpSpPr>
        <p:sp>
          <p:nvSpPr>
            <p:cNvPr id="90" name="object 90"/>
            <p:cNvSpPr/>
            <p:nvPr/>
          </p:nvSpPr>
          <p:spPr>
            <a:xfrm>
              <a:off x="3962400" y="3336035"/>
              <a:ext cx="1754505" cy="134620"/>
            </a:xfrm>
            <a:custGeom>
              <a:avLst/>
              <a:gdLst/>
              <a:ahLst/>
              <a:cxnLst/>
              <a:rect l="l" t="t" r="r" b="b"/>
              <a:pathLst>
                <a:path w="1754504" h="134620">
                  <a:moveTo>
                    <a:pt x="74675" y="76200"/>
                  </a:moveTo>
                  <a:lnTo>
                    <a:pt x="0" y="33528"/>
                  </a:lnTo>
                  <a:lnTo>
                    <a:pt x="79248" y="0"/>
                  </a:lnTo>
                  <a:lnTo>
                    <a:pt x="77327" y="32004"/>
                  </a:lnTo>
                  <a:lnTo>
                    <a:pt x="64008" y="32004"/>
                  </a:lnTo>
                  <a:lnTo>
                    <a:pt x="64008" y="41148"/>
                  </a:lnTo>
                  <a:lnTo>
                    <a:pt x="76737" y="41848"/>
                  </a:lnTo>
                  <a:lnTo>
                    <a:pt x="74675" y="76200"/>
                  </a:lnTo>
                  <a:close/>
                </a:path>
                <a:path w="1754504" h="134620">
                  <a:moveTo>
                    <a:pt x="76737" y="41848"/>
                  </a:moveTo>
                  <a:lnTo>
                    <a:pt x="64008" y="41148"/>
                  </a:lnTo>
                  <a:lnTo>
                    <a:pt x="64008" y="32004"/>
                  </a:lnTo>
                  <a:lnTo>
                    <a:pt x="77284" y="32722"/>
                  </a:lnTo>
                  <a:lnTo>
                    <a:pt x="76779" y="41148"/>
                  </a:lnTo>
                  <a:lnTo>
                    <a:pt x="76737" y="41848"/>
                  </a:lnTo>
                  <a:close/>
                </a:path>
                <a:path w="1754504" h="134620">
                  <a:moveTo>
                    <a:pt x="77284" y="32722"/>
                  </a:moveTo>
                  <a:lnTo>
                    <a:pt x="64008" y="32004"/>
                  </a:lnTo>
                  <a:lnTo>
                    <a:pt x="77327" y="32004"/>
                  </a:lnTo>
                  <a:lnTo>
                    <a:pt x="77284" y="32722"/>
                  </a:lnTo>
                  <a:close/>
                </a:path>
                <a:path w="1754504" h="134620">
                  <a:moveTo>
                    <a:pt x="1752600" y="134112"/>
                  </a:moveTo>
                  <a:lnTo>
                    <a:pt x="76737" y="41848"/>
                  </a:lnTo>
                  <a:lnTo>
                    <a:pt x="77236" y="33528"/>
                  </a:lnTo>
                  <a:lnTo>
                    <a:pt x="77284" y="32722"/>
                  </a:lnTo>
                  <a:lnTo>
                    <a:pt x="1754124" y="123444"/>
                  </a:lnTo>
                  <a:lnTo>
                    <a:pt x="1752600" y="1341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715000" y="4207763"/>
              <a:ext cx="3124200" cy="589915"/>
            </a:xfrm>
            <a:custGeom>
              <a:avLst/>
              <a:gdLst/>
              <a:ahLst/>
              <a:cxnLst/>
              <a:rect l="l" t="t" r="r" b="b"/>
              <a:pathLst>
                <a:path w="3124200" h="589914">
                  <a:moveTo>
                    <a:pt x="3124200" y="589787"/>
                  </a:moveTo>
                  <a:lnTo>
                    <a:pt x="0" y="589787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589787"/>
                  </a:lnTo>
                  <a:close/>
                </a:path>
              </a:pathLst>
            </a:custGeom>
            <a:solidFill>
              <a:srgbClr val="EF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5710428" y="4203191"/>
              <a:ext cx="3134995" cy="600710"/>
            </a:xfrm>
            <a:custGeom>
              <a:avLst/>
              <a:gdLst/>
              <a:ahLst/>
              <a:cxnLst/>
              <a:rect l="l" t="t" r="r" b="b"/>
              <a:pathLst>
                <a:path w="3134995" h="600710">
                  <a:moveTo>
                    <a:pt x="3134868" y="600456"/>
                  </a:moveTo>
                  <a:lnTo>
                    <a:pt x="0" y="600456"/>
                  </a:lnTo>
                  <a:lnTo>
                    <a:pt x="0" y="0"/>
                  </a:lnTo>
                  <a:lnTo>
                    <a:pt x="3134868" y="0"/>
                  </a:lnTo>
                  <a:lnTo>
                    <a:pt x="3134868" y="4572"/>
                  </a:lnTo>
                  <a:lnTo>
                    <a:pt x="10668" y="4572"/>
                  </a:lnTo>
                  <a:lnTo>
                    <a:pt x="4572" y="9144"/>
                  </a:lnTo>
                  <a:lnTo>
                    <a:pt x="10668" y="9144"/>
                  </a:lnTo>
                  <a:lnTo>
                    <a:pt x="10668" y="589787"/>
                  </a:lnTo>
                  <a:lnTo>
                    <a:pt x="4572" y="589787"/>
                  </a:lnTo>
                  <a:lnTo>
                    <a:pt x="10668" y="594360"/>
                  </a:lnTo>
                  <a:lnTo>
                    <a:pt x="3134868" y="594360"/>
                  </a:lnTo>
                  <a:lnTo>
                    <a:pt x="3134868" y="600456"/>
                  </a:lnTo>
                  <a:close/>
                </a:path>
                <a:path w="3134995" h="600710">
                  <a:moveTo>
                    <a:pt x="10668" y="9144"/>
                  </a:moveTo>
                  <a:lnTo>
                    <a:pt x="4572" y="9144"/>
                  </a:lnTo>
                  <a:lnTo>
                    <a:pt x="10668" y="4572"/>
                  </a:lnTo>
                  <a:lnTo>
                    <a:pt x="10668" y="9144"/>
                  </a:lnTo>
                  <a:close/>
                </a:path>
                <a:path w="3134995" h="600710">
                  <a:moveTo>
                    <a:pt x="3124200" y="9144"/>
                  </a:moveTo>
                  <a:lnTo>
                    <a:pt x="10668" y="9144"/>
                  </a:lnTo>
                  <a:lnTo>
                    <a:pt x="10668" y="4572"/>
                  </a:lnTo>
                  <a:lnTo>
                    <a:pt x="3124200" y="4572"/>
                  </a:lnTo>
                  <a:lnTo>
                    <a:pt x="3124200" y="9144"/>
                  </a:lnTo>
                  <a:close/>
                </a:path>
                <a:path w="3134995" h="600710">
                  <a:moveTo>
                    <a:pt x="3124200" y="594360"/>
                  </a:moveTo>
                  <a:lnTo>
                    <a:pt x="3124200" y="4572"/>
                  </a:lnTo>
                  <a:lnTo>
                    <a:pt x="3128772" y="9144"/>
                  </a:lnTo>
                  <a:lnTo>
                    <a:pt x="3134868" y="9144"/>
                  </a:lnTo>
                  <a:lnTo>
                    <a:pt x="3134868" y="589787"/>
                  </a:lnTo>
                  <a:lnTo>
                    <a:pt x="3128772" y="589787"/>
                  </a:lnTo>
                  <a:lnTo>
                    <a:pt x="3124200" y="594360"/>
                  </a:lnTo>
                  <a:close/>
                </a:path>
                <a:path w="3134995" h="600710">
                  <a:moveTo>
                    <a:pt x="3134868" y="9144"/>
                  </a:moveTo>
                  <a:lnTo>
                    <a:pt x="3128772" y="9144"/>
                  </a:lnTo>
                  <a:lnTo>
                    <a:pt x="3124200" y="4572"/>
                  </a:lnTo>
                  <a:lnTo>
                    <a:pt x="3134868" y="4572"/>
                  </a:lnTo>
                  <a:lnTo>
                    <a:pt x="3134868" y="9144"/>
                  </a:lnTo>
                  <a:close/>
                </a:path>
                <a:path w="3134995" h="600710">
                  <a:moveTo>
                    <a:pt x="10668" y="594360"/>
                  </a:moveTo>
                  <a:lnTo>
                    <a:pt x="4572" y="589787"/>
                  </a:lnTo>
                  <a:lnTo>
                    <a:pt x="10668" y="589787"/>
                  </a:lnTo>
                  <a:lnTo>
                    <a:pt x="10668" y="594360"/>
                  </a:lnTo>
                  <a:close/>
                </a:path>
                <a:path w="3134995" h="600710">
                  <a:moveTo>
                    <a:pt x="3124200" y="594360"/>
                  </a:moveTo>
                  <a:lnTo>
                    <a:pt x="10668" y="594360"/>
                  </a:lnTo>
                  <a:lnTo>
                    <a:pt x="10668" y="589787"/>
                  </a:lnTo>
                  <a:lnTo>
                    <a:pt x="3124200" y="589787"/>
                  </a:lnTo>
                  <a:lnTo>
                    <a:pt x="3124200" y="594360"/>
                  </a:lnTo>
                  <a:close/>
                </a:path>
                <a:path w="3134995" h="600710">
                  <a:moveTo>
                    <a:pt x="3134868" y="594360"/>
                  </a:moveTo>
                  <a:lnTo>
                    <a:pt x="3124200" y="594360"/>
                  </a:lnTo>
                  <a:lnTo>
                    <a:pt x="3128772" y="589787"/>
                  </a:lnTo>
                  <a:lnTo>
                    <a:pt x="3134868" y="589787"/>
                  </a:lnTo>
                  <a:lnTo>
                    <a:pt x="3134868" y="5943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5793730" y="4233158"/>
            <a:ext cx="2921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Times New Roman"/>
                <a:cs typeface="Times New Roman"/>
              </a:rPr>
              <a:t>Test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793730" y="4473952"/>
            <a:ext cx="1217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password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field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3962400" y="4383023"/>
            <a:ext cx="1754505" cy="134620"/>
          </a:xfrm>
          <a:custGeom>
            <a:avLst/>
            <a:gdLst/>
            <a:ahLst/>
            <a:cxnLst/>
            <a:rect l="l" t="t" r="r" b="b"/>
            <a:pathLst>
              <a:path w="1754504" h="134620">
                <a:moveTo>
                  <a:pt x="74675" y="76200"/>
                </a:moveTo>
                <a:lnTo>
                  <a:pt x="0" y="33528"/>
                </a:lnTo>
                <a:lnTo>
                  <a:pt x="79248" y="0"/>
                </a:lnTo>
                <a:lnTo>
                  <a:pt x="77236" y="33528"/>
                </a:lnTo>
                <a:lnTo>
                  <a:pt x="64008" y="33528"/>
                </a:lnTo>
                <a:lnTo>
                  <a:pt x="64008" y="42672"/>
                </a:lnTo>
                <a:lnTo>
                  <a:pt x="76646" y="43356"/>
                </a:lnTo>
                <a:lnTo>
                  <a:pt x="74675" y="76200"/>
                </a:lnTo>
                <a:close/>
              </a:path>
              <a:path w="1754504" h="134620">
                <a:moveTo>
                  <a:pt x="76646" y="43356"/>
                </a:moveTo>
                <a:lnTo>
                  <a:pt x="64008" y="42672"/>
                </a:lnTo>
                <a:lnTo>
                  <a:pt x="64008" y="33528"/>
                </a:lnTo>
                <a:lnTo>
                  <a:pt x="77193" y="34241"/>
                </a:lnTo>
                <a:lnTo>
                  <a:pt x="76687" y="42672"/>
                </a:lnTo>
                <a:lnTo>
                  <a:pt x="76646" y="43356"/>
                </a:lnTo>
                <a:close/>
              </a:path>
              <a:path w="1754504" h="134620">
                <a:moveTo>
                  <a:pt x="77193" y="34241"/>
                </a:moveTo>
                <a:lnTo>
                  <a:pt x="64008" y="33528"/>
                </a:lnTo>
                <a:lnTo>
                  <a:pt x="77236" y="33528"/>
                </a:lnTo>
                <a:lnTo>
                  <a:pt x="77193" y="34241"/>
                </a:lnTo>
                <a:close/>
              </a:path>
              <a:path w="1754504" h="134620">
                <a:moveTo>
                  <a:pt x="1752600" y="134112"/>
                </a:moveTo>
                <a:lnTo>
                  <a:pt x="76646" y="43356"/>
                </a:lnTo>
                <a:lnTo>
                  <a:pt x="77193" y="34241"/>
                </a:lnTo>
                <a:lnTo>
                  <a:pt x="1754124" y="124968"/>
                </a:lnTo>
                <a:lnTo>
                  <a:pt x="1752600" y="1341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7800" y="228599"/>
            <a:ext cx="7048500" cy="3195955"/>
          </a:xfrm>
          <a:custGeom>
            <a:avLst/>
            <a:gdLst/>
            <a:ahLst/>
            <a:cxnLst/>
            <a:rect l="l" t="t" r="r" b="b"/>
            <a:pathLst>
              <a:path w="7048500" h="3195954">
                <a:moveTo>
                  <a:pt x="7048500" y="0"/>
                </a:moveTo>
                <a:lnTo>
                  <a:pt x="7045452" y="0"/>
                </a:lnTo>
                <a:lnTo>
                  <a:pt x="7045452" y="39636"/>
                </a:lnTo>
                <a:lnTo>
                  <a:pt x="7045452" y="185928"/>
                </a:lnTo>
                <a:lnTo>
                  <a:pt x="7045452" y="268236"/>
                </a:lnTo>
                <a:lnTo>
                  <a:pt x="7045452" y="414528"/>
                </a:lnTo>
                <a:lnTo>
                  <a:pt x="7045452" y="496836"/>
                </a:lnTo>
                <a:lnTo>
                  <a:pt x="7045452" y="641616"/>
                </a:lnTo>
                <a:lnTo>
                  <a:pt x="7045439" y="496836"/>
                </a:lnTo>
                <a:lnTo>
                  <a:pt x="7045452" y="414528"/>
                </a:lnTo>
                <a:lnTo>
                  <a:pt x="7045439" y="268236"/>
                </a:lnTo>
                <a:lnTo>
                  <a:pt x="7045452" y="185928"/>
                </a:lnTo>
                <a:lnTo>
                  <a:pt x="7045439" y="39636"/>
                </a:lnTo>
                <a:lnTo>
                  <a:pt x="7045452" y="0"/>
                </a:lnTo>
                <a:lnTo>
                  <a:pt x="0" y="0"/>
                </a:lnTo>
                <a:lnTo>
                  <a:pt x="0" y="39636"/>
                </a:lnTo>
                <a:lnTo>
                  <a:pt x="0" y="185928"/>
                </a:lnTo>
                <a:lnTo>
                  <a:pt x="0" y="723900"/>
                </a:lnTo>
                <a:lnTo>
                  <a:pt x="9144" y="723900"/>
                </a:lnTo>
                <a:lnTo>
                  <a:pt x="0" y="723912"/>
                </a:lnTo>
                <a:lnTo>
                  <a:pt x="0" y="870216"/>
                </a:lnTo>
                <a:lnTo>
                  <a:pt x="0" y="912876"/>
                </a:lnTo>
                <a:lnTo>
                  <a:pt x="0" y="952500"/>
                </a:lnTo>
                <a:lnTo>
                  <a:pt x="9144" y="952500"/>
                </a:lnTo>
                <a:lnTo>
                  <a:pt x="0" y="952512"/>
                </a:lnTo>
                <a:lnTo>
                  <a:pt x="0" y="1098816"/>
                </a:lnTo>
                <a:lnTo>
                  <a:pt x="0" y="1141476"/>
                </a:lnTo>
                <a:lnTo>
                  <a:pt x="0" y="1181100"/>
                </a:lnTo>
                <a:lnTo>
                  <a:pt x="9144" y="1181100"/>
                </a:lnTo>
                <a:lnTo>
                  <a:pt x="0" y="1181112"/>
                </a:lnTo>
                <a:lnTo>
                  <a:pt x="0" y="1327416"/>
                </a:lnTo>
                <a:lnTo>
                  <a:pt x="0" y="1370076"/>
                </a:lnTo>
                <a:lnTo>
                  <a:pt x="0" y="1409700"/>
                </a:lnTo>
                <a:lnTo>
                  <a:pt x="9144" y="1409700"/>
                </a:lnTo>
                <a:lnTo>
                  <a:pt x="0" y="1409712"/>
                </a:lnTo>
                <a:lnTo>
                  <a:pt x="0" y="1554480"/>
                </a:lnTo>
                <a:lnTo>
                  <a:pt x="0" y="1597152"/>
                </a:lnTo>
                <a:lnTo>
                  <a:pt x="0" y="1636776"/>
                </a:lnTo>
                <a:lnTo>
                  <a:pt x="9144" y="1636776"/>
                </a:lnTo>
                <a:lnTo>
                  <a:pt x="0" y="1636788"/>
                </a:lnTo>
                <a:lnTo>
                  <a:pt x="0" y="1783092"/>
                </a:lnTo>
                <a:lnTo>
                  <a:pt x="0" y="1825752"/>
                </a:lnTo>
                <a:lnTo>
                  <a:pt x="0" y="1865376"/>
                </a:lnTo>
                <a:lnTo>
                  <a:pt x="9144" y="1865376"/>
                </a:lnTo>
                <a:lnTo>
                  <a:pt x="0" y="1865388"/>
                </a:lnTo>
                <a:lnTo>
                  <a:pt x="0" y="2011692"/>
                </a:lnTo>
                <a:lnTo>
                  <a:pt x="0" y="2054352"/>
                </a:lnTo>
                <a:lnTo>
                  <a:pt x="0" y="2093976"/>
                </a:lnTo>
                <a:lnTo>
                  <a:pt x="9144" y="2093976"/>
                </a:lnTo>
                <a:lnTo>
                  <a:pt x="0" y="2093988"/>
                </a:lnTo>
                <a:lnTo>
                  <a:pt x="0" y="2240292"/>
                </a:lnTo>
                <a:lnTo>
                  <a:pt x="0" y="2282952"/>
                </a:lnTo>
                <a:lnTo>
                  <a:pt x="0" y="2322576"/>
                </a:lnTo>
                <a:lnTo>
                  <a:pt x="9144" y="2322576"/>
                </a:lnTo>
                <a:lnTo>
                  <a:pt x="0" y="2322588"/>
                </a:lnTo>
                <a:lnTo>
                  <a:pt x="0" y="2467368"/>
                </a:lnTo>
                <a:lnTo>
                  <a:pt x="0" y="2510028"/>
                </a:lnTo>
                <a:lnTo>
                  <a:pt x="0" y="2549652"/>
                </a:lnTo>
                <a:lnTo>
                  <a:pt x="9144" y="2549652"/>
                </a:lnTo>
                <a:lnTo>
                  <a:pt x="0" y="2549664"/>
                </a:lnTo>
                <a:lnTo>
                  <a:pt x="0" y="2695968"/>
                </a:lnTo>
                <a:lnTo>
                  <a:pt x="0" y="2738628"/>
                </a:lnTo>
                <a:lnTo>
                  <a:pt x="0" y="2778252"/>
                </a:lnTo>
                <a:lnTo>
                  <a:pt x="9144" y="2778252"/>
                </a:lnTo>
                <a:lnTo>
                  <a:pt x="0" y="2778264"/>
                </a:lnTo>
                <a:lnTo>
                  <a:pt x="0" y="2924568"/>
                </a:lnTo>
                <a:lnTo>
                  <a:pt x="0" y="2967228"/>
                </a:lnTo>
                <a:lnTo>
                  <a:pt x="0" y="3006852"/>
                </a:lnTo>
                <a:lnTo>
                  <a:pt x="9144" y="3006852"/>
                </a:lnTo>
                <a:lnTo>
                  <a:pt x="0" y="3006864"/>
                </a:lnTo>
                <a:lnTo>
                  <a:pt x="0" y="3153168"/>
                </a:lnTo>
                <a:lnTo>
                  <a:pt x="0" y="3195828"/>
                </a:lnTo>
                <a:lnTo>
                  <a:pt x="7048500" y="3195828"/>
                </a:lnTo>
                <a:lnTo>
                  <a:pt x="7048500" y="3153168"/>
                </a:lnTo>
                <a:lnTo>
                  <a:pt x="7048500" y="3006864"/>
                </a:lnTo>
                <a:lnTo>
                  <a:pt x="7045452" y="3006864"/>
                </a:lnTo>
                <a:lnTo>
                  <a:pt x="7045452" y="3153168"/>
                </a:lnTo>
                <a:lnTo>
                  <a:pt x="7045439" y="3006852"/>
                </a:lnTo>
                <a:lnTo>
                  <a:pt x="7048500" y="3006852"/>
                </a:lnTo>
                <a:lnTo>
                  <a:pt x="7048500" y="2967228"/>
                </a:lnTo>
                <a:lnTo>
                  <a:pt x="7048500" y="2924568"/>
                </a:lnTo>
                <a:lnTo>
                  <a:pt x="7048500" y="2778264"/>
                </a:lnTo>
                <a:lnTo>
                  <a:pt x="7045452" y="2778264"/>
                </a:lnTo>
                <a:lnTo>
                  <a:pt x="7045452" y="2924568"/>
                </a:lnTo>
                <a:lnTo>
                  <a:pt x="7045439" y="2778252"/>
                </a:lnTo>
                <a:lnTo>
                  <a:pt x="7048500" y="2778252"/>
                </a:lnTo>
                <a:lnTo>
                  <a:pt x="7048500" y="2738628"/>
                </a:lnTo>
                <a:lnTo>
                  <a:pt x="7048500" y="2695968"/>
                </a:lnTo>
                <a:lnTo>
                  <a:pt x="7048500" y="2549664"/>
                </a:lnTo>
                <a:lnTo>
                  <a:pt x="7045452" y="2549664"/>
                </a:lnTo>
                <a:lnTo>
                  <a:pt x="7045452" y="2695968"/>
                </a:lnTo>
                <a:lnTo>
                  <a:pt x="7045439" y="2549652"/>
                </a:lnTo>
                <a:lnTo>
                  <a:pt x="7048500" y="2549652"/>
                </a:lnTo>
                <a:lnTo>
                  <a:pt x="7048500" y="2510028"/>
                </a:lnTo>
                <a:lnTo>
                  <a:pt x="7048500" y="2467368"/>
                </a:lnTo>
                <a:lnTo>
                  <a:pt x="7048500" y="2322588"/>
                </a:lnTo>
                <a:lnTo>
                  <a:pt x="7045452" y="2322588"/>
                </a:lnTo>
                <a:lnTo>
                  <a:pt x="7045452" y="2467368"/>
                </a:lnTo>
                <a:lnTo>
                  <a:pt x="7045439" y="2322576"/>
                </a:lnTo>
                <a:lnTo>
                  <a:pt x="7048500" y="2322576"/>
                </a:lnTo>
                <a:lnTo>
                  <a:pt x="7048500" y="2282952"/>
                </a:lnTo>
                <a:lnTo>
                  <a:pt x="7048500" y="2240292"/>
                </a:lnTo>
                <a:lnTo>
                  <a:pt x="7048500" y="2093988"/>
                </a:lnTo>
                <a:lnTo>
                  <a:pt x="7045452" y="2093988"/>
                </a:lnTo>
                <a:lnTo>
                  <a:pt x="7045452" y="2240292"/>
                </a:lnTo>
                <a:lnTo>
                  <a:pt x="7045439" y="2093976"/>
                </a:lnTo>
                <a:lnTo>
                  <a:pt x="7048500" y="2093976"/>
                </a:lnTo>
                <a:lnTo>
                  <a:pt x="7048500" y="2054352"/>
                </a:lnTo>
                <a:lnTo>
                  <a:pt x="7048500" y="2011692"/>
                </a:lnTo>
                <a:lnTo>
                  <a:pt x="7048500" y="1865388"/>
                </a:lnTo>
                <a:lnTo>
                  <a:pt x="7045452" y="1865388"/>
                </a:lnTo>
                <a:lnTo>
                  <a:pt x="7045452" y="2011692"/>
                </a:lnTo>
                <a:lnTo>
                  <a:pt x="7045439" y="1865376"/>
                </a:lnTo>
                <a:lnTo>
                  <a:pt x="7048500" y="1865376"/>
                </a:lnTo>
                <a:lnTo>
                  <a:pt x="7048500" y="1825752"/>
                </a:lnTo>
                <a:lnTo>
                  <a:pt x="7048500" y="1783092"/>
                </a:lnTo>
                <a:lnTo>
                  <a:pt x="7048500" y="1636788"/>
                </a:lnTo>
                <a:lnTo>
                  <a:pt x="7045452" y="1636788"/>
                </a:lnTo>
                <a:lnTo>
                  <a:pt x="7045452" y="1783092"/>
                </a:lnTo>
                <a:lnTo>
                  <a:pt x="7045439" y="1636776"/>
                </a:lnTo>
                <a:lnTo>
                  <a:pt x="7048500" y="1636776"/>
                </a:lnTo>
                <a:lnTo>
                  <a:pt x="7048500" y="1597152"/>
                </a:lnTo>
                <a:lnTo>
                  <a:pt x="7048500" y="1554492"/>
                </a:lnTo>
                <a:lnTo>
                  <a:pt x="7048500" y="1409712"/>
                </a:lnTo>
                <a:lnTo>
                  <a:pt x="7045452" y="1409712"/>
                </a:lnTo>
                <a:lnTo>
                  <a:pt x="7045452" y="1554480"/>
                </a:lnTo>
                <a:lnTo>
                  <a:pt x="7045439" y="1409700"/>
                </a:lnTo>
                <a:lnTo>
                  <a:pt x="7048500" y="1409700"/>
                </a:lnTo>
                <a:lnTo>
                  <a:pt x="7048500" y="1370076"/>
                </a:lnTo>
                <a:lnTo>
                  <a:pt x="7048500" y="1327416"/>
                </a:lnTo>
                <a:lnTo>
                  <a:pt x="7048500" y="1181112"/>
                </a:lnTo>
                <a:lnTo>
                  <a:pt x="7045452" y="1181112"/>
                </a:lnTo>
                <a:lnTo>
                  <a:pt x="7045452" y="1327416"/>
                </a:lnTo>
                <a:lnTo>
                  <a:pt x="7045439" y="1181100"/>
                </a:lnTo>
                <a:lnTo>
                  <a:pt x="7048500" y="1181100"/>
                </a:lnTo>
                <a:lnTo>
                  <a:pt x="7048500" y="1141476"/>
                </a:lnTo>
                <a:lnTo>
                  <a:pt x="7048500" y="1098816"/>
                </a:lnTo>
                <a:lnTo>
                  <a:pt x="7048500" y="952512"/>
                </a:lnTo>
                <a:lnTo>
                  <a:pt x="7045452" y="952512"/>
                </a:lnTo>
                <a:lnTo>
                  <a:pt x="7045452" y="1098816"/>
                </a:lnTo>
                <a:lnTo>
                  <a:pt x="7045439" y="952500"/>
                </a:lnTo>
                <a:lnTo>
                  <a:pt x="7048500" y="952500"/>
                </a:lnTo>
                <a:lnTo>
                  <a:pt x="7048500" y="912876"/>
                </a:lnTo>
                <a:lnTo>
                  <a:pt x="7048500" y="870216"/>
                </a:lnTo>
                <a:lnTo>
                  <a:pt x="7048500" y="723912"/>
                </a:lnTo>
                <a:lnTo>
                  <a:pt x="7045452" y="723912"/>
                </a:lnTo>
                <a:lnTo>
                  <a:pt x="7045452" y="870216"/>
                </a:lnTo>
                <a:lnTo>
                  <a:pt x="7045439" y="723900"/>
                </a:lnTo>
                <a:lnTo>
                  <a:pt x="7048500" y="723900"/>
                </a:lnTo>
                <a:lnTo>
                  <a:pt x="7048500" y="684276"/>
                </a:lnTo>
                <a:lnTo>
                  <a:pt x="7048500" y="39636"/>
                </a:lnTo>
                <a:lnTo>
                  <a:pt x="704850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96103" y="167640"/>
            <a:ext cx="6154420" cy="322135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53365" indent="-228600">
              <a:lnSpc>
                <a:spcPct val="100000"/>
              </a:lnSpc>
              <a:spcBef>
                <a:spcPts val="580"/>
              </a:spcBef>
              <a:buClr>
                <a:srgbClr val="666431"/>
              </a:buClr>
              <a:buFont typeface="Arial"/>
              <a:buAutoNum type="arabicPlain"/>
              <a:tabLst>
                <a:tab pos="253365" algn="l"/>
              </a:tabLst>
            </a:pP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Fig.</a:t>
            </a:r>
            <a:r>
              <a:rPr sz="1100" b="1" spc="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11.10: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TextFieldTest.java</a:t>
            </a:r>
            <a:endParaRPr sz="1100">
              <a:latin typeface="Courier New"/>
              <a:cs typeface="Courier New"/>
            </a:endParaRPr>
          </a:p>
          <a:p>
            <a:pPr marL="253365" indent="-228600">
              <a:lnSpc>
                <a:spcPct val="100000"/>
              </a:lnSpc>
              <a:spcBef>
                <a:spcPts val="480"/>
              </a:spcBef>
              <a:buClr>
                <a:srgbClr val="666431"/>
              </a:buClr>
              <a:buFont typeface="Arial"/>
              <a:buAutoNum type="arabicPlain"/>
              <a:tabLst>
                <a:tab pos="253365" algn="l"/>
              </a:tabLst>
            </a:pP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Testing</a:t>
            </a:r>
            <a:r>
              <a:rPr sz="1100" b="1" spc="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TextFieldFrame.</a:t>
            </a:r>
            <a:endParaRPr sz="1100">
              <a:latin typeface="Courier New"/>
              <a:cs typeface="Courier New"/>
            </a:endParaRPr>
          </a:p>
          <a:p>
            <a:pPr marL="253365" indent="-228600">
              <a:lnSpc>
                <a:spcPct val="100000"/>
              </a:lnSpc>
              <a:spcBef>
                <a:spcPts val="465"/>
              </a:spcBef>
              <a:buClr>
                <a:srgbClr val="666431"/>
              </a:buClr>
              <a:buFont typeface="Arial"/>
              <a:buAutoNum type="arabicPlain"/>
              <a:tabLst>
                <a:tab pos="253365" algn="l"/>
              </a:tabLst>
            </a:pP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1100" b="1" spc="-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latin typeface="Courier New"/>
                <a:cs typeface="Courier New"/>
              </a:rPr>
              <a:t>javax.swing.JFrame;</a:t>
            </a:r>
            <a:endParaRPr sz="1100">
              <a:latin typeface="Courier New"/>
              <a:cs typeface="Courier New"/>
            </a:endParaRPr>
          </a:p>
          <a:p>
            <a:pPr marL="24765">
              <a:lnSpc>
                <a:spcPct val="100000"/>
              </a:lnSpc>
              <a:spcBef>
                <a:spcPts val="480"/>
              </a:spcBef>
            </a:pPr>
            <a:r>
              <a:rPr sz="1100" b="1" spc="-50" dirty="0">
                <a:solidFill>
                  <a:srgbClr val="666431"/>
                </a:solidFill>
                <a:latin typeface="Arial"/>
                <a:cs typeface="Arial"/>
              </a:rPr>
              <a:t>4</a:t>
            </a:r>
            <a:endParaRPr sz="1100">
              <a:latin typeface="Arial"/>
              <a:cs typeface="Arial"/>
            </a:endParaRPr>
          </a:p>
          <a:p>
            <a:pPr marL="253365" indent="-228600">
              <a:lnSpc>
                <a:spcPct val="100000"/>
              </a:lnSpc>
              <a:spcBef>
                <a:spcPts val="480"/>
              </a:spcBef>
              <a:buClr>
                <a:srgbClr val="666431"/>
              </a:buClr>
              <a:buFont typeface="Arial"/>
              <a:buAutoNum type="arabicPlain" startAt="5"/>
              <a:tabLst>
                <a:tab pos="253365" algn="l"/>
              </a:tabLst>
            </a:pP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public</a:t>
            </a:r>
            <a:r>
              <a:rPr sz="1100" b="1" spc="-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1100" b="1" spc="-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latin typeface="Courier New"/>
                <a:cs typeface="Courier New"/>
              </a:rPr>
              <a:t>TextFieldTest</a:t>
            </a:r>
            <a:endParaRPr sz="1100">
              <a:latin typeface="Courier New"/>
              <a:cs typeface="Courier New"/>
            </a:endParaRPr>
          </a:p>
          <a:p>
            <a:pPr marL="253365" indent="-228600">
              <a:lnSpc>
                <a:spcPct val="100000"/>
              </a:lnSpc>
              <a:spcBef>
                <a:spcPts val="480"/>
              </a:spcBef>
              <a:buClr>
                <a:srgbClr val="666431"/>
              </a:buClr>
              <a:buFont typeface="Arial"/>
              <a:buAutoNum type="arabicPlain" startAt="5"/>
              <a:tabLst>
                <a:tab pos="253365" algn="l"/>
              </a:tabLst>
            </a:pPr>
            <a:r>
              <a:rPr sz="1100" b="1" spc="-50" dirty="0"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507365" indent="-482600">
              <a:lnSpc>
                <a:spcPct val="100000"/>
              </a:lnSpc>
              <a:spcBef>
                <a:spcPts val="470"/>
              </a:spcBef>
              <a:buClr>
                <a:srgbClr val="666431"/>
              </a:buClr>
              <a:buFont typeface="Arial"/>
              <a:buAutoNum type="arabicPlain" startAt="5"/>
              <a:tabLst>
                <a:tab pos="507365" algn="l"/>
              </a:tabLst>
            </a:pP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public</a:t>
            </a:r>
            <a:r>
              <a:rPr sz="11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static</a:t>
            </a:r>
            <a:r>
              <a:rPr sz="11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void</a:t>
            </a:r>
            <a:r>
              <a:rPr sz="1100" b="1" spc="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main(</a:t>
            </a:r>
            <a:r>
              <a:rPr sz="1100" b="1" spc="-3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String</a:t>
            </a:r>
            <a:r>
              <a:rPr sz="1100" b="1" spc="-20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args[]</a:t>
            </a:r>
            <a:r>
              <a:rPr sz="1100" b="1" spc="-25" dirty="0">
                <a:latin typeface="Courier New"/>
                <a:cs typeface="Courier New"/>
              </a:rPr>
              <a:t> </a:t>
            </a:r>
            <a:r>
              <a:rPr sz="1100" b="1" spc="-60" dirty="0"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507365" indent="-482600">
              <a:lnSpc>
                <a:spcPct val="100000"/>
              </a:lnSpc>
              <a:spcBef>
                <a:spcPts val="480"/>
              </a:spcBef>
              <a:buClr>
                <a:srgbClr val="666431"/>
              </a:buClr>
              <a:buFont typeface="Arial"/>
              <a:buAutoNum type="arabicPlain" startAt="5"/>
              <a:tabLst>
                <a:tab pos="507365" algn="l"/>
              </a:tabLst>
            </a:pPr>
            <a:r>
              <a:rPr sz="1100" b="1" spc="-50" dirty="0"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757555" indent="-732790">
              <a:lnSpc>
                <a:spcPct val="100000"/>
              </a:lnSpc>
              <a:spcBef>
                <a:spcPts val="480"/>
              </a:spcBef>
              <a:buClr>
                <a:srgbClr val="666431"/>
              </a:buClr>
              <a:buFont typeface="Arial"/>
              <a:buAutoNum type="arabicPlain" startAt="5"/>
              <a:tabLst>
                <a:tab pos="757555" algn="l"/>
              </a:tabLst>
            </a:pPr>
            <a:r>
              <a:rPr sz="1100" b="1" dirty="0">
                <a:latin typeface="Courier New"/>
                <a:cs typeface="Courier New"/>
              </a:rPr>
              <a:t>TextFieldFrame</a:t>
            </a:r>
            <a:r>
              <a:rPr sz="1100" b="1" spc="-3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textFieldFrame</a:t>
            </a:r>
            <a:r>
              <a:rPr sz="1100" b="1" spc="-25" dirty="0"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=</a:t>
            </a:r>
            <a:r>
              <a:rPr sz="1100" b="1" spc="-2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1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latin typeface="Courier New"/>
                <a:cs typeface="Courier New"/>
              </a:rPr>
              <a:t>TextFieldFrame();</a:t>
            </a:r>
            <a:endParaRPr sz="1100">
              <a:latin typeface="Courier New"/>
              <a:cs typeface="Courier New"/>
            </a:endParaRPr>
          </a:p>
          <a:p>
            <a:pPr marL="757555" indent="-744855">
              <a:lnSpc>
                <a:spcPct val="100000"/>
              </a:lnSpc>
              <a:spcBef>
                <a:spcPts val="480"/>
              </a:spcBef>
              <a:buClr>
                <a:srgbClr val="666431"/>
              </a:buClr>
              <a:buFont typeface="Arial"/>
              <a:buAutoNum type="arabicPlain" startAt="5"/>
              <a:tabLst>
                <a:tab pos="757555" algn="l"/>
              </a:tabLst>
            </a:pPr>
            <a:r>
              <a:rPr sz="1100" b="1" dirty="0">
                <a:latin typeface="Courier New"/>
                <a:cs typeface="Courier New"/>
              </a:rPr>
              <a:t>textFieldFrame.setDefaultCloseOperation(</a:t>
            </a:r>
            <a:r>
              <a:rPr sz="1100" b="1" spc="-10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JFrame.EXIT_ON_CLOSE</a:t>
            </a:r>
            <a:r>
              <a:rPr sz="1100" b="1" spc="-105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100" b="1" spc="-25" dirty="0"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  <a:p>
            <a:pPr marL="757555" indent="-744855">
              <a:lnSpc>
                <a:spcPct val="100000"/>
              </a:lnSpc>
              <a:spcBef>
                <a:spcPts val="465"/>
              </a:spcBef>
              <a:buClr>
                <a:srgbClr val="666431"/>
              </a:buClr>
              <a:buFont typeface="Arial"/>
              <a:buAutoNum type="arabicPlain" startAt="5"/>
              <a:tabLst>
                <a:tab pos="757555" algn="l"/>
              </a:tabLst>
            </a:pPr>
            <a:r>
              <a:rPr sz="1100" b="1" dirty="0">
                <a:latin typeface="Courier New"/>
                <a:cs typeface="Courier New"/>
              </a:rPr>
              <a:t>textFieldFrame.setSize(</a:t>
            </a:r>
            <a:r>
              <a:rPr sz="1100" b="1" spc="-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325</a:t>
            </a:r>
            <a:r>
              <a:rPr sz="1100" b="1" dirty="0">
                <a:latin typeface="Courier New"/>
                <a:cs typeface="Courier New"/>
              </a:rPr>
              <a:t>,</a:t>
            </a:r>
            <a:r>
              <a:rPr sz="1100" b="1" spc="-2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99FF"/>
                </a:solidFill>
                <a:latin typeface="Courier New"/>
                <a:cs typeface="Courier New"/>
              </a:rPr>
              <a:t>100</a:t>
            </a:r>
            <a:r>
              <a:rPr sz="1100" b="1" spc="-10" dirty="0">
                <a:solidFill>
                  <a:srgbClr val="0099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);</a:t>
            </a:r>
            <a:r>
              <a:rPr sz="1100" b="1" spc="-2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set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frame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size</a:t>
            </a:r>
            <a:endParaRPr sz="1100">
              <a:latin typeface="Courier New"/>
              <a:cs typeface="Courier New"/>
            </a:endParaRPr>
          </a:p>
          <a:p>
            <a:pPr marL="757555" indent="-744855">
              <a:lnSpc>
                <a:spcPct val="100000"/>
              </a:lnSpc>
              <a:spcBef>
                <a:spcPts val="480"/>
              </a:spcBef>
              <a:buClr>
                <a:srgbClr val="666431"/>
              </a:buClr>
              <a:buFont typeface="Arial"/>
              <a:buAutoNum type="arabicPlain" startAt="5"/>
              <a:tabLst>
                <a:tab pos="757555" algn="l"/>
              </a:tabLst>
            </a:pPr>
            <a:r>
              <a:rPr sz="1100" b="1" dirty="0">
                <a:latin typeface="Courier New"/>
                <a:cs typeface="Courier New"/>
              </a:rPr>
              <a:t>textFieldFrame.setVisible(</a:t>
            </a:r>
            <a:r>
              <a:rPr sz="1100" b="1" spc="-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true</a:t>
            </a:r>
            <a:r>
              <a:rPr sz="11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latin typeface="Courier New"/>
                <a:cs typeface="Courier New"/>
              </a:rPr>
              <a:t>);</a:t>
            </a:r>
            <a:r>
              <a:rPr sz="1100" b="1" spc="-40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display</a:t>
            </a:r>
            <a:r>
              <a:rPr sz="1100" b="1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frame</a:t>
            </a:r>
            <a:endParaRPr sz="1100">
              <a:latin typeface="Courier New"/>
              <a:cs typeface="Courier New"/>
            </a:endParaRPr>
          </a:p>
          <a:p>
            <a:pPr marL="507365" indent="-494665">
              <a:lnSpc>
                <a:spcPct val="100000"/>
              </a:lnSpc>
              <a:spcBef>
                <a:spcPts val="480"/>
              </a:spcBef>
              <a:buClr>
                <a:srgbClr val="666431"/>
              </a:buClr>
              <a:buFont typeface="Arial"/>
              <a:buAutoNum type="arabicPlain" startAt="5"/>
              <a:tabLst>
                <a:tab pos="507365" algn="l"/>
              </a:tabLst>
            </a:pPr>
            <a:r>
              <a:rPr sz="1100" b="1" dirty="0">
                <a:latin typeface="Courier New"/>
                <a:cs typeface="Courier New"/>
              </a:rPr>
              <a:t>}</a:t>
            </a:r>
            <a:r>
              <a:rPr sz="1100" b="1" spc="-2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end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20" dirty="0">
                <a:solidFill>
                  <a:srgbClr val="008000"/>
                </a:solidFill>
                <a:latin typeface="Courier New"/>
                <a:cs typeface="Courier New"/>
              </a:rPr>
              <a:t>main</a:t>
            </a:r>
            <a:endParaRPr sz="1100">
              <a:latin typeface="Courier New"/>
              <a:cs typeface="Courier New"/>
            </a:endParaRPr>
          </a:p>
          <a:p>
            <a:pPr marL="250825" indent="-238125">
              <a:lnSpc>
                <a:spcPct val="100000"/>
              </a:lnSpc>
              <a:spcBef>
                <a:spcPts val="484"/>
              </a:spcBef>
              <a:buClr>
                <a:srgbClr val="666431"/>
              </a:buClr>
              <a:buFont typeface="Arial"/>
              <a:buAutoNum type="arabicPlain" startAt="5"/>
              <a:tabLst>
                <a:tab pos="250825" algn="l"/>
              </a:tabLst>
            </a:pPr>
            <a:r>
              <a:rPr sz="1100" b="1" dirty="0">
                <a:latin typeface="Courier New"/>
                <a:cs typeface="Courier New"/>
              </a:rPr>
              <a:t>}</a:t>
            </a:r>
            <a:r>
              <a:rPr sz="1100" b="1" spc="1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100" b="1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end</a:t>
            </a:r>
            <a:r>
              <a:rPr sz="1100" b="1" spc="-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8000"/>
                </a:solidFill>
                <a:latin typeface="Courier New"/>
                <a:cs typeface="Courier New"/>
              </a:rPr>
              <a:t>class</a:t>
            </a:r>
            <a:r>
              <a:rPr sz="1100" b="1" spc="-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8000"/>
                </a:solidFill>
                <a:latin typeface="Courier New"/>
                <a:cs typeface="Courier New"/>
              </a:rPr>
              <a:t>TextFieldTest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47800" y="3424427"/>
            <a:ext cx="7048500" cy="3148965"/>
            <a:chOff x="1447800" y="3424427"/>
            <a:chExt cx="7048500" cy="3148965"/>
          </a:xfrm>
        </p:grpSpPr>
        <p:sp>
          <p:nvSpPr>
            <p:cNvPr id="5" name="object 5"/>
            <p:cNvSpPr/>
            <p:nvPr/>
          </p:nvSpPr>
          <p:spPr>
            <a:xfrm>
              <a:off x="1447800" y="3424427"/>
              <a:ext cx="7048500" cy="3148965"/>
            </a:xfrm>
            <a:custGeom>
              <a:avLst/>
              <a:gdLst/>
              <a:ahLst/>
              <a:cxnLst/>
              <a:rect l="l" t="t" r="r" b="b"/>
              <a:pathLst>
                <a:path w="7048500" h="3148965">
                  <a:moveTo>
                    <a:pt x="7048500" y="0"/>
                  </a:moveTo>
                  <a:lnTo>
                    <a:pt x="7045452" y="0"/>
                  </a:lnTo>
                  <a:lnTo>
                    <a:pt x="7045452" y="1499628"/>
                  </a:lnTo>
                  <a:lnTo>
                    <a:pt x="7045452" y="1645932"/>
                  </a:lnTo>
                  <a:lnTo>
                    <a:pt x="7045439" y="1499628"/>
                  </a:lnTo>
                  <a:lnTo>
                    <a:pt x="7045452" y="0"/>
                  </a:lnTo>
                  <a:lnTo>
                    <a:pt x="0" y="0"/>
                  </a:lnTo>
                  <a:lnTo>
                    <a:pt x="0" y="1499628"/>
                  </a:lnTo>
                  <a:lnTo>
                    <a:pt x="0" y="1645932"/>
                  </a:lnTo>
                  <a:lnTo>
                    <a:pt x="0" y="3148596"/>
                  </a:lnTo>
                  <a:lnTo>
                    <a:pt x="7048500" y="3148596"/>
                  </a:lnTo>
                  <a:lnTo>
                    <a:pt x="7048500" y="1645932"/>
                  </a:lnTo>
                  <a:lnTo>
                    <a:pt x="7048500" y="1499628"/>
                  </a:lnTo>
                  <a:lnTo>
                    <a:pt x="7048500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0400" y="3962400"/>
              <a:ext cx="3505200" cy="10789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600" y="5300471"/>
              <a:ext cx="3581400" cy="11003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2600" y="5306567"/>
              <a:ext cx="2743200" cy="124663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Event Listeners</a:t>
            </a:r>
          </a:p>
        </p:txBody>
      </p:sp>
    </p:spTree>
    <p:extLst>
      <p:ext uri="{BB962C8B-B14F-4D97-AF65-F5344CB8AC3E}">
        <p14:creationId xmlns:p14="http://schemas.microsoft.com/office/powerpoint/2010/main" val="113428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23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6450" y="461368"/>
            <a:ext cx="46291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Events</a:t>
            </a:r>
            <a:r>
              <a:rPr sz="4400" spc="-135" dirty="0"/>
              <a:t> </a:t>
            </a:r>
            <a:r>
              <a:rPr sz="4400" dirty="0"/>
              <a:t>and</a:t>
            </a:r>
            <a:r>
              <a:rPr sz="4400" spc="-105" dirty="0"/>
              <a:t> </a:t>
            </a:r>
            <a:r>
              <a:rPr sz="4400" spc="-10" dirty="0"/>
              <a:t>Listeners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0" y="1226277"/>
            <a:ext cx="9144000" cy="3635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3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event</a:t>
            </a:r>
            <a:r>
              <a:rPr sz="3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can</a:t>
            </a:r>
            <a:r>
              <a:rPr sz="3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3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defined</a:t>
            </a:r>
            <a:r>
              <a:rPr sz="3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32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3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type</a:t>
            </a:r>
            <a:r>
              <a:rPr sz="3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3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signal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FF0000"/>
                </a:solidFill>
                <a:latin typeface="Calibri"/>
                <a:cs typeface="Calibri"/>
              </a:rPr>
              <a:t>to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3200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program</a:t>
            </a:r>
            <a:r>
              <a:rPr sz="3200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3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something</a:t>
            </a:r>
            <a:r>
              <a:rPr sz="32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has</a:t>
            </a:r>
            <a:r>
              <a:rPr sz="3200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happened.</a:t>
            </a:r>
            <a:endParaRPr sz="3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55600" marR="431800" indent="-34353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The</a:t>
            </a:r>
            <a:r>
              <a:rPr sz="3200" spc="-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event</a:t>
            </a:r>
            <a:r>
              <a:rPr sz="3200" spc="-9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is</a:t>
            </a:r>
            <a:r>
              <a:rPr sz="3200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0070C0"/>
                </a:solidFill>
                <a:latin typeface="Calibri"/>
                <a:cs typeface="Calibri"/>
              </a:rPr>
              <a:t>generated</a:t>
            </a:r>
            <a:r>
              <a:rPr sz="3200" spc="-10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by</a:t>
            </a:r>
            <a:r>
              <a:rPr sz="3200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external</a:t>
            </a:r>
            <a:r>
              <a:rPr sz="3200" spc="-8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0070C0"/>
                </a:solidFill>
                <a:latin typeface="Calibri"/>
                <a:cs typeface="Calibri"/>
              </a:rPr>
              <a:t>user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actions</a:t>
            </a:r>
            <a:r>
              <a:rPr sz="3200" spc="-8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such</a:t>
            </a:r>
            <a:r>
              <a:rPr sz="3200" spc="-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as</a:t>
            </a:r>
            <a:r>
              <a:rPr sz="3200" spc="-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mouse</a:t>
            </a:r>
            <a:r>
              <a:rPr sz="3200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70C0"/>
                </a:solidFill>
                <a:latin typeface="Calibri"/>
                <a:cs typeface="Calibri"/>
              </a:rPr>
              <a:t>movements,</a:t>
            </a:r>
            <a:r>
              <a:rPr sz="3200" spc="-4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70C0"/>
                </a:solidFill>
                <a:latin typeface="Calibri"/>
                <a:cs typeface="Calibri"/>
              </a:rPr>
              <a:t>mouse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button</a:t>
            </a:r>
            <a:r>
              <a:rPr sz="3200" spc="-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clicks,</a:t>
            </a:r>
            <a:r>
              <a:rPr sz="3200" spc="-8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and</a:t>
            </a:r>
            <a:r>
              <a:rPr sz="3200" spc="-7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rgbClr val="0070C0"/>
                </a:solidFill>
                <a:latin typeface="Calibri"/>
                <a:cs typeface="Calibri"/>
              </a:rPr>
              <a:t>keystrokes,</a:t>
            </a:r>
            <a:r>
              <a:rPr sz="3200" spc="-8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or</a:t>
            </a:r>
            <a:r>
              <a:rPr sz="3200" spc="-8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by</a:t>
            </a:r>
            <a:r>
              <a:rPr sz="3200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0070C0"/>
                </a:solidFill>
                <a:latin typeface="Calibri"/>
                <a:cs typeface="Calibri"/>
              </a:rPr>
              <a:t>the </a:t>
            </a:r>
            <a:r>
              <a:rPr sz="3200" spc="-10" dirty="0">
                <a:solidFill>
                  <a:srgbClr val="0070C0"/>
                </a:solidFill>
                <a:latin typeface="Calibri"/>
                <a:cs typeface="Calibri"/>
              </a:rPr>
              <a:t>operating</a:t>
            </a:r>
            <a:r>
              <a:rPr sz="3200" spc="-6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70C0"/>
                </a:solidFill>
                <a:latin typeface="Calibri"/>
                <a:cs typeface="Calibri"/>
              </a:rPr>
              <a:t>system,</a:t>
            </a:r>
            <a:r>
              <a:rPr sz="3200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such</a:t>
            </a:r>
            <a:r>
              <a:rPr sz="3200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as</a:t>
            </a:r>
            <a:r>
              <a:rPr sz="3200" spc="-9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70C0"/>
                </a:solidFill>
                <a:latin typeface="Calibri"/>
                <a:cs typeface="Calibri"/>
              </a:rPr>
              <a:t>a</a:t>
            </a:r>
            <a:r>
              <a:rPr sz="3200" spc="-6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70C0"/>
                </a:solidFill>
                <a:latin typeface="Calibri"/>
                <a:cs typeface="Calibri"/>
              </a:rPr>
              <a:t>timer.</a:t>
            </a:r>
            <a:endParaRPr sz="3200" dirty="0">
              <a:solidFill>
                <a:srgbClr val="0070C0"/>
              </a:solidFill>
              <a:latin typeface="Calibri"/>
              <a:cs typeface="Calibri"/>
            </a:endParaRPr>
          </a:p>
          <a:p>
            <a:pPr marL="354965" indent="-34226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Events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responded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event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 smtClean="0">
                <a:latin typeface="Calibri"/>
                <a:cs typeface="Calibri"/>
              </a:rPr>
              <a:t>listeners</a:t>
            </a:r>
            <a:r>
              <a:rPr lang="en-US" sz="3200" spc="-10" dirty="0" smtClean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Graphical events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en-US" b="1" smtClean="0">
                <a:solidFill>
                  <a:srgbClr val="262626"/>
                </a:solidFill>
              </a:rPr>
              <a:t>event</a:t>
            </a:r>
            <a:r>
              <a:rPr lang="en-US" altLang="en-US" smtClean="0">
                <a:solidFill>
                  <a:srgbClr val="262626"/>
                </a:solidFill>
              </a:rPr>
              <a:t>: An object that represents a user's interaction with a GUI component; can be "handled" to create interactive components.</a:t>
            </a:r>
          </a:p>
          <a:p>
            <a:pPr lvl="1"/>
            <a:endParaRPr lang="en-US" altLang="en-US" sz="1200" smtClean="0">
              <a:solidFill>
                <a:srgbClr val="404040"/>
              </a:solidFill>
            </a:endParaRPr>
          </a:p>
          <a:p>
            <a:r>
              <a:rPr lang="en-US" altLang="en-US" b="1" smtClean="0">
                <a:solidFill>
                  <a:srgbClr val="262626"/>
                </a:solidFill>
              </a:rPr>
              <a:t>listener</a:t>
            </a:r>
            <a:r>
              <a:rPr lang="en-US" altLang="en-US" smtClean="0">
                <a:solidFill>
                  <a:srgbClr val="262626"/>
                </a:solidFill>
              </a:rPr>
              <a:t>: An object that waits for events and responds to them.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To handle an event, attach a </a:t>
            </a:r>
            <a:r>
              <a:rPr lang="en-US" altLang="en-US" i="1" smtClean="0">
                <a:solidFill>
                  <a:srgbClr val="404040"/>
                </a:solidFill>
              </a:rPr>
              <a:t>listener </a:t>
            </a:r>
            <a:r>
              <a:rPr lang="en-US" altLang="en-US" smtClean="0">
                <a:solidFill>
                  <a:srgbClr val="404040"/>
                </a:solidFill>
              </a:rPr>
              <a:t>to a component.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The listener will be notified when the event occurs (e.g. button click).</a:t>
            </a:r>
          </a:p>
        </p:txBody>
      </p:sp>
      <p:pic>
        <p:nvPicPr>
          <p:cNvPr id="23556" name="Picture 4" descr="ev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733800"/>
            <a:ext cx="5410200" cy="267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233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Event-driven programming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en-US" b="1" smtClean="0">
                <a:solidFill>
                  <a:srgbClr val="262626"/>
                </a:solidFill>
              </a:rPr>
              <a:t>event-driven programming</a:t>
            </a:r>
            <a:r>
              <a:rPr lang="en-US" altLang="en-US" smtClean="0">
                <a:solidFill>
                  <a:srgbClr val="262626"/>
                </a:solidFill>
              </a:rPr>
              <a:t>: A style of coding where a program's overall flow of execution is dictated by events.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Rather than a central "main" method that drives execution,</a:t>
            </a:r>
            <a:br>
              <a:rPr lang="en-US" altLang="en-US" smtClean="0">
                <a:solidFill>
                  <a:srgbClr val="404040"/>
                </a:solidFill>
              </a:rPr>
            </a:br>
            <a:r>
              <a:rPr lang="en-US" altLang="en-US" smtClean="0">
                <a:solidFill>
                  <a:srgbClr val="404040"/>
                </a:solidFill>
              </a:rPr>
              <a:t>the program loads and waits for user input events.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As each event occurs, the program runs particular code to respond.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The overall flow of what code is executed is determined by the series of events that occur, not a pre-determined order.</a:t>
            </a:r>
          </a:p>
        </p:txBody>
      </p:sp>
      <p:pic>
        <p:nvPicPr>
          <p:cNvPr id="24580" name="Picture 5" descr="event-driv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191000"/>
            <a:ext cx="4494213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090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Event hierarchy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endParaRPr lang="en-US" altLang="en-US" sz="2400" smtClean="0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2400" smtClean="0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2400" smtClean="0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EventObject</a:t>
            </a:r>
            <a:endParaRPr lang="en-US" altLang="en-US" sz="2400" smtClean="0"/>
          </a:p>
          <a:p>
            <a:pPr lvl="1">
              <a:lnSpc>
                <a:spcPct val="85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AWTEvent  </a:t>
            </a:r>
            <a:r>
              <a:rPr lang="en-US" altLang="en-US" sz="2000" smtClean="0"/>
              <a:t>(AWT)</a:t>
            </a:r>
            <a:endParaRPr lang="en-US" altLang="en-US" sz="2000" smtClean="0">
              <a:latin typeface="Courier New" panose="02070309020205020404" pitchFamily="49" charset="0"/>
            </a:endParaRPr>
          </a:p>
          <a:p>
            <a:pPr lvl="2">
              <a:lnSpc>
                <a:spcPct val="85000"/>
              </a:lnSpc>
            </a:pPr>
            <a:r>
              <a:rPr lang="en-US" altLang="en-US" b="1" smtClean="0">
                <a:latin typeface="Courier New" panose="02070309020205020404" pitchFamily="49" charset="0"/>
              </a:rPr>
              <a:t>ActionEvent</a:t>
            </a:r>
          </a:p>
          <a:p>
            <a:pPr lvl="2">
              <a:lnSpc>
                <a:spcPct val="85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TextEvent</a:t>
            </a:r>
          </a:p>
          <a:p>
            <a:pPr lvl="2">
              <a:lnSpc>
                <a:spcPct val="85000"/>
              </a:lnSpc>
            </a:pPr>
            <a:r>
              <a:rPr lang="en-US" altLang="en-US" smtClean="0">
                <a:latin typeface="Courier New" panose="02070309020205020404" pitchFamily="49" charset="0"/>
              </a:rPr>
              <a:t>ComponentEvent</a:t>
            </a:r>
          </a:p>
          <a:p>
            <a:pPr lvl="3">
              <a:lnSpc>
                <a:spcPct val="85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FocusEvent</a:t>
            </a:r>
          </a:p>
          <a:p>
            <a:pPr lvl="3">
              <a:lnSpc>
                <a:spcPct val="85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WindowEvent</a:t>
            </a:r>
          </a:p>
          <a:p>
            <a:pPr lvl="3">
              <a:lnSpc>
                <a:spcPct val="85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InputEvent</a:t>
            </a:r>
          </a:p>
          <a:p>
            <a:pPr lvl="4">
              <a:lnSpc>
                <a:spcPct val="85000"/>
              </a:lnSpc>
              <a:buFontTx/>
              <a:buChar char="•"/>
            </a:pPr>
            <a:r>
              <a:rPr lang="en-US" altLang="en-US" sz="2000" smtClean="0">
                <a:latin typeface="Courier New" panose="02070309020205020404" pitchFamily="49" charset="0"/>
              </a:rPr>
              <a:t>KeyEvent</a:t>
            </a:r>
          </a:p>
          <a:p>
            <a:pPr lvl="4">
              <a:lnSpc>
                <a:spcPct val="85000"/>
              </a:lnSpc>
              <a:buFontTx/>
              <a:buChar char="•"/>
            </a:pPr>
            <a:r>
              <a:rPr lang="en-US" altLang="en-US" sz="2000" smtClean="0">
                <a:latin typeface="Courier New" panose="02070309020205020404" pitchFamily="49" charset="0"/>
              </a:rPr>
              <a:t>MouseEvent</a:t>
            </a:r>
          </a:p>
        </p:txBody>
      </p:sp>
      <p:sp>
        <p:nvSpPr>
          <p:cNvPr id="25604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85000"/>
              </a:lnSpc>
            </a:pPr>
            <a:endParaRPr lang="en-US" altLang="en-US" sz="2400" smtClean="0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2400" smtClean="0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endParaRPr lang="en-US" altLang="en-US" sz="2400" smtClean="0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2400" smtClean="0">
                <a:latin typeface="Courier New" panose="02070309020205020404" pitchFamily="49" charset="0"/>
              </a:rPr>
              <a:t>EventListener</a:t>
            </a:r>
            <a:endParaRPr lang="en-US" altLang="en-US" sz="2400" smtClean="0"/>
          </a:p>
          <a:p>
            <a:pPr lvl="1">
              <a:lnSpc>
                <a:spcPct val="85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AWTEventListener</a:t>
            </a:r>
            <a:endParaRPr lang="en-US" altLang="en-US" sz="2000" b="1" smtClean="0">
              <a:latin typeface="Courier New" panose="02070309020205020404" pitchFamily="49" charset="0"/>
            </a:endParaRPr>
          </a:p>
          <a:p>
            <a:pPr lvl="1">
              <a:lnSpc>
                <a:spcPct val="85000"/>
              </a:lnSpc>
            </a:pPr>
            <a:r>
              <a:rPr lang="en-US" altLang="en-US" sz="2000" b="1" smtClean="0">
                <a:latin typeface="Courier New" panose="02070309020205020404" pitchFamily="49" charset="0"/>
              </a:rPr>
              <a:t>ActionListener</a:t>
            </a:r>
          </a:p>
          <a:p>
            <a:pPr lvl="1">
              <a:lnSpc>
                <a:spcPct val="85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TextListener</a:t>
            </a:r>
          </a:p>
          <a:p>
            <a:pPr lvl="1">
              <a:lnSpc>
                <a:spcPct val="85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ComponentListener</a:t>
            </a:r>
          </a:p>
          <a:p>
            <a:pPr lvl="1">
              <a:lnSpc>
                <a:spcPct val="85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FocusListener</a:t>
            </a:r>
          </a:p>
          <a:p>
            <a:pPr lvl="1">
              <a:lnSpc>
                <a:spcPct val="85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WindowListener</a:t>
            </a:r>
          </a:p>
          <a:p>
            <a:pPr lvl="1">
              <a:lnSpc>
                <a:spcPct val="85000"/>
              </a:lnSpc>
            </a:pPr>
            <a:endParaRPr lang="en-US" altLang="en-US" sz="2000" smtClean="0">
              <a:latin typeface="Courier New" panose="02070309020205020404" pitchFamily="49" charset="0"/>
            </a:endParaRPr>
          </a:p>
          <a:p>
            <a:pPr lvl="1">
              <a:lnSpc>
                <a:spcPct val="85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KeyListener</a:t>
            </a:r>
          </a:p>
          <a:p>
            <a:pPr lvl="1">
              <a:lnSpc>
                <a:spcPct val="85000"/>
              </a:lnSpc>
            </a:pPr>
            <a:r>
              <a:rPr lang="en-US" altLang="en-US" sz="2000" smtClean="0">
                <a:latin typeface="Courier New" panose="02070309020205020404" pitchFamily="49" charset="0"/>
              </a:rPr>
              <a:t>MouseListener</a:t>
            </a:r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4724400" y="1482725"/>
            <a:ext cx="39751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 java.awt.</a:t>
            </a:r>
            <a:r>
              <a:rPr kumimoji="0" lang="en-US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event</a:t>
            </a:r>
            <a:r>
              <a:rPr kumimoji="0" lang="en-US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.*;</a:t>
            </a:r>
          </a:p>
        </p:txBody>
      </p:sp>
    </p:spTree>
    <p:extLst>
      <p:ext uri="{BB962C8B-B14F-4D97-AF65-F5344CB8AC3E}">
        <p14:creationId xmlns:p14="http://schemas.microsoft.com/office/powerpoint/2010/main" val="1426220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Action events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en-US" b="1" smtClean="0">
                <a:solidFill>
                  <a:srgbClr val="262626"/>
                </a:solidFill>
              </a:rPr>
              <a:t>action event</a:t>
            </a:r>
            <a:r>
              <a:rPr lang="en-US" altLang="en-US" smtClean="0">
                <a:solidFill>
                  <a:srgbClr val="262626"/>
                </a:solidFill>
              </a:rPr>
              <a:t>: An action that has occurred on a GUI component.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The most common, general event type in Swing.  Caused by:</a:t>
            </a:r>
          </a:p>
          <a:p>
            <a:pPr lvl="2"/>
            <a:r>
              <a:rPr lang="en-US" altLang="en-US" sz="2400" smtClean="0"/>
              <a:t>button or menu clicks,</a:t>
            </a:r>
          </a:p>
          <a:p>
            <a:pPr lvl="2"/>
            <a:r>
              <a:rPr lang="en-US" altLang="en-US" sz="2400" smtClean="0"/>
              <a:t>check box checking / unchecking,</a:t>
            </a:r>
          </a:p>
          <a:p>
            <a:pPr lvl="2"/>
            <a:r>
              <a:rPr lang="en-US" altLang="en-US" sz="2400" smtClean="0"/>
              <a:t>pressing Enter in a text field, ...</a:t>
            </a:r>
          </a:p>
          <a:p>
            <a:pPr lvl="2"/>
            <a:endParaRPr lang="en-US" altLang="en-US" sz="2400" smtClean="0"/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Represented by a class named </a:t>
            </a:r>
            <a:r>
              <a:rPr lang="en-US" altLang="en-US" sz="2000" smtClean="0">
                <a:solidFill>
                  <a:srgbClr val="404040"/>
                </a:solidFill>
                <a:latin typeface="Courier New" panose="02070309020205020404" pitchFamily="49" charset="0"/>
              </a:rPr>
              <a:t>ActionEvent</a:t>
            </a:r>
            <a:endParaRPr lang="en-US" altLang="en-US" smtClean="0">
              <a:solidFill>
                <a:srgbClr val="404040"/>
              </a:solidFill>
            </a:endParaRP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Handled by objects that implement interface </a:t>
            </a:r>
            <a:r>
              <a:rPr lang="en-US" altLang="en-US" sz="2000" smtClean="0">
                <a:solidFill>
                  <a:srgbClr val="404040"/>
                </a:solidFill>
                <a:latin typeface="Courier New" panose="02070309020205020404" pitchFamily="49" charset="0"/>
              </a:rPr>
              <a:t>ActionListener</a:t>
            </a:r>
          </a:p>
        </p:txBody>
      </p:sp>
      <p:pic>
        <p:nvPicPr>
          <p:cNvPr id="26628" name="Picture 4" descr="6actionlisten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105400"/>
            <a:ext cx="7086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688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Implementing a listener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altLang="en-US" sz="22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200" smtClean="0">
                <a:solidFill>
                  <a:srgbClr val="262626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en-US" sz="2200" b="1" smtClean="0">
                <a:solidFill>
                  <a:srgbClr val="262626"/>
                </a:solidFill>
              </a:rPr>
              <a:t>name</a:t>
            </a:r>
            <a:r>
              <a:rPr lang="en-US" altLang="en-US" sz="2200" smtClean="0">
                <a:solidFill>
                  <a:srgbClr val="262626"/>
                </a:solidFill>
                <a:latin typeface="Courier New" panose="02070309020205020404" pitchFamily="49" charset="0"/>
              </a:rPr>
              <a:t> implements ActionListener</a:t>
            </a:r>
            <a:r>
              <a:rPr lang="en-US" altLang="en-US" sz="2200" b="1" smtClean="0">
                <a:solidFill>
                  <a:srgbClr val="262626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200" smtClean="0">
                <a:solidFill>
                  <a:srgbClr val="262626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smtClean="0">
                <a:solidFill>
                  <a:srgbClr val="262626"/>
                </a:solidFill>
                <a:latin typeface="Courier New" panose="02070309020205020404" pitchFamily="49" charset="0"/>
              </a:rPr>
              <a:t>    public void actionPerformed(ActionEvent event)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en-US" sz="2000" b="1" smtClean="0">
                <a:solidFill>
                  <a:srgbClr val="262626"/>
                </a:solidFill>
              </a:rPr>
              <a:t>code to handle the event</a:t>
            </a:r>
            <a:r>
              <a:rPr lang="en-US" altLang="en-US" sz="2000" smtClean="0">
                <a:solidFill>
                  <a:srgbClr val="262626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smtClean="0">
                <a:solidFill>
                  <a:srgbClr val="262626"/>
                </a:solidFill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200" smtClean="0">
                <a:solidFill>
                  <a:srgbClr val="262626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2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JButton</a:t>
            </a:r>
            <a:r>
              <a:rPr lang="en-US" altLang="en-US" smtClean="0">
                <a:solidFill>
                  <a:srgbClr val="262626"/>
                </a:solidFill>
              </a:rPr>
              <a:t> and other graphical components have this method:</a:t>
            </a:r>
          </a:p>
          <a:p>
            <a:pPr lvl="1"/>
            <a:r>
              <a:rPr lang="en-US" altLang="en-US" sz="2000" smtClean="0">
                <a:solidFill>
                  <a:srgbClr val="404040"/>
                </a:solidFill>
                <a:latin typeface="Courier New" panose="02070309020205020404" pitchFamily="49" charset="0"/>
              </a:rPr>
              <a:t>public void addActionListener(ActionListener al)</a:t>
            </a:r>
            <a:br>
              <a:rPr lang="en-US" altLang="en-US" sz="2000" smtClean="0">
                <a:solidFill>
                  <a:srgbClr val="404040"/>
                </a:solidFill>
                <a:latin typeface="Courier New" panose="02070309020205020404" pitchFamily="49" charset="0"/>
              </a:rPr>
            </a:br>
            <a:r>
              <a:rPr lang="en-US" altLang="en-US" smtClean="0">
                <a:solidFill>
                  <a:srgbClr val="404040"/>
                </a:solidFill>
              </a:rPr>
              <a:t>Attaches the given listener to be notified of clicks and events that occur on this component.</a:t>
            </a:r>
          </a:p>
        </p:txBody>
      </p:sp>
    </p:spTree>
    <p:extLst>
      <p:ext uri="{BB962C8B-B14F-4D97-AF65-F5344CB8AC3E}">
        <p14:creationId xmlns:p14="http://schemas.microsoft.com/office/powerpoint/2010/main" val="1734355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Nested classes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r>
              <a:rPr lang="en-US" altLang="en-US" b="1" smtClean="0">
                <a:solidFill>
                  <a:srgbClr val="262626"/>
                </a:solidFill>
              </a:rPr>
              <a:t>nested class</a:t>
            </a:r>
            <a:r>
              <a:rPr lang="en-US" altLang="en-US" smtClean="0">
                <a:solidFill>
                  <a:srgbClr val="262626"/>
                </a:solidFill>
              </a:rPr>
              <a:t>: A class defined inside of another class.</a:t>
            </a:r>
          </a:p>
          <a:p>
            <a:pPr lvl="1"/>
            <a:endParaRPr lang="en-US" altLang="en-US" sz="1200" smtClean="0">
              <a:solidFill>
                <a:srgbClr val="404040"/>
              </a:solidFill>
            </a:endParaRPr>
          </a:p>
          <a:p>
            <a:r>
              <a:rPr lang="en-US" altLang="en-US" smtClean="0">
                <a:solidFill>
                  <a:srgbClr val="262626"/>
                </a:solidFill>
              </a:rPr>
              <a:t>Usefulness: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Nested classes are hidden from other classes (encapsulated).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Nested objects can access/modify the fields of their outer object.</a:t>
            </a:r>
          </a:p>
          <a:p>
            <a:pPr lvl="1"/>
            <a:endParaRPr lang="en-US" altLang="en-US" smtClean="0">
              <a:solidFill>
                <a:srgbClr val="404040"/>
              </a:solidFill>
            </a:endParaRPr>
          </a:p>
          <a:p>
            <a:r>
              <a:rPr lang="en-US" altLang="en-US" smtClean="0">
                <a:solidFill>
                  <a:srgbClr val="262626"/>
                </a:solidFill>
              </a:rPr>
              <a:t>Event listeners are often defined as nested classes inside a GUI.</a:t>
            </a:r>
          </a:p>
        </p:txBody>
      </p:sp>
      <p:pic>
        <p:nvPicPr>
          <p:cNvPr id="28676" name="Picture 4" descr="innerclas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572000"/>
            <a:ext cx="7315200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66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Nested class syntax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008000"/>
                </a:solidFill>
                <a:latin typeface="Courier New" panose="02070309020205020404" pitchFamily="49" charset="0"/>
              </a:rPr>
              <a:t>// enclosing outer class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en-US" b="1" smtClean="0">
                <a:solidFill>
                  <a:srgbClr val="262626"/>
                </a:solidFill>
              </a:rPr>
              <a:t>name</a:t>
            </a: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    ...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008000"/>
                </a:solidFill>
                <a:latin typeface="Courier New" panose="02070309020205020404" pitchFamily="49" charset="0"/>
              </a:rPr>
              <a:t>    // nested inner class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    private class </a:t>
            </a:r>
            <a:r>
              <a:rPr lang="en-US" altLang="en-US" b="1" smtClean="0">
                <a:solidFill>
                  <a:srgbClr val="262626"/>
                </a:solidFill>
              </a:rPr>
              <a:t>name</a:t>
            </a: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...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mtClean="0">
              <a:solidFill>
                <a:srgbClr val="262626"/>
              </a:solidFill>
            </a:endParaRP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Only the outer class can see the nested class or make objects of it.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Each nested object is associated with the outer object that created it, so it can access/modify that outer object's methods/fields.</a:t>
            </a:r>
          </a:p>
          <a:p>
            <a:pPr lvl="2"/>
            <a:r>
              <a:rPr lang="en-US" altLang="en-US" smtClean="0"/>
              <a:t>If necessary, can refer to outer object as </a:t>
            </a:r>
            <a:r>
              <a:rPr lang="en-US" altLang="en-US" b="1" smtClean="0"/>
              <a:t>OuterClassName</a:t>
            </a:r>
            <a:r>
              <a:rPr lang="en-US" altLang="en-US" smtClean="0">
                <a:latin typeface="Courier New" panose="02070309020205020404" pitchFamily="49" charset="0"/>
              </a:rPr>
              <a:t>.this</a:t>
            </a:r>
            <a:endParaRPr lang="en-US" altLang="en-US" sz="700" smtClean="0"/>
          </a:p>
        </p:txBody>
      </p:sp>
    </p:spTree>
    <p:extLst>
      <p:ext uri="{BB962C8B-B14F-4D97-AF65-F5344CB8AC3E}">
        <p14:creationId xmlns:p14="http://schemas.microsoft.com/office/powerpoint/2010/main" val="46566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Static inner classes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008000"/>
                </a:solidFill>
                <a:latin typeface="Courier New" panose="02070309020205020404" pitchFamily="49" charset="0"/>
              </a:rPr>
              <a:t>// enclosing outer class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public class </a:t>
            </a:r>
            <a:r>
              <a:rPr lang="en-US" altLang="en-US" b="1" smtClean="0">
                <a:solidFill>
                  <a:srgbClr val="262626"/>
                </a:solidFill>
              </a:rPr>
              <a:t>name</a:t>
            </a: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    ...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008000"/>
                </a:solidFill>
                <a:latin typeface="Courier New" panose="02070309020205020404" pitchFamily="49" charset="0"/>
              </a:rPr>
              <a:t>    // non-nested static inner class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    public </a:t>
            </a:r>
            <a:r>
              <a:rPr lang="en-US" altLang="en-US" b="1" smtClean="0">
                <a:solidFill>
                  <a:schemeClr val="accent2"/>
                </a:solidFill>
                <a:latin typeface="Courier New" panose="02070309020205020404" pitchFamily="49" charset="0"/>
              </a:rPr>
              <a:t>static</a:t>
            </a: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 class </a:t>
            </a:r>
            <a:r>
              <a:rPr lang="en-US" altLang="en-US" b="1" smtClean="0">
                <a:solidFill>
                  <a:srgbClr val="262626"/>
                </a:solidFill>
              </a:rPr>
              <a:t>name</a:t>
            </a: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...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mtClean="0">
                <a:solidFill>
                  <a:srgbClr val="262626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mtClean="0">
              <a:solidFill>
                <a:srgbClr val="262626"/>
              </a:solidFill>
            </a:endParaRP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Static inner classes are </a:t>
            </a:r>
            <a:r>
              <a:rPr lang="en-US" altLang="en-US" i="1" smtClean="0">
                <a:solidFill>
                  <a:srgbClr val="404040"/>
                </a:solidFill>
              </a:rPr>
              <a:t>not </a:t>
            </a:r>
            <a:r>
              <a:rPr lang="en-US" altLang="en-US" smtClean="0">
                <a:solidFill>
                  <a:srgbClr val="404040"/>
                </a:solidFill>
              </a:rPr>
              <a:t>associated with a particular outer object.</a:t>
            </a:r>
          </a:p>
          <a:p>
            <a:pPr lvl="1"/>
            <a:r>
              <a:rPr lang="en-US" altLang="en-US" smtClean="0">
                <a:solidFill>
                  <a:srgbClr val="404040"/>
                </a:solidFill>
              </a:rPr>
              <a:t>They cannot see the fields of the enclosing class.</a:t>
            </a:r>
          </a:p>
          <a:p>
            <a:pPr lvl="1"/>
            <a:r>
              <a:rPr lang="en-US" altLang="en-US" i="1" smtClean="0">
                <a:solidFill>
                  <a:srgbClr val="404040"/>
                </a:solidFill>
              </a:rPr>
              <a:t>Usefulness:</a:t>
            </a:r>
            <a:r>
              <a:rPr lang="en-US" altLang="en-US" smtClean="0">
                <a:solidFill>
                  <a:srgbClr val="404040"/>
                </a:solidFill>
              </a:rPr>
              <a:t> Clients can refer to and instantiate static inner classes:</a:t>
            </a:r>
          </a:p>
          <a:p>
            <a:pPr lvl="2">
              <a:buFontTx/>
              <a:buNone/>
            </a:pPr>
            <a:r>
              <a:rPr lang="en-US" altLang="en-US" b="1" smtClean="0"/>
              <a:t>Outer</a:t>
            </a:r>
            <a:r>
              <a:rPr lang="en-US" altLang="en-US" smtClean="0">
                <a:latin typeface="Courier New" panose="02070309020205020404" pitchFamily="49" charset="0"/>
              </a:rPr>
              <a:t>.</a:t>
            </a:r>
            <a:r>
              <a:rPr lang="en-US" altLang="en-US" b="1" smtClean="0"/>
              <a:t>Inner</a:t>
            </a:r>
            <a:r>
              <a:rPr lang="en-US" altLang="en-US" smtClean="0">
                <a:latin typeface="Courier New" panose="02070309020205020404" pitchFamily="49" charset="0"/>
              </a:rPr>
              <a:t> </a:t>
            </a:r>
            <a:r>
              <a:rPr lang="en-US" altLang="en-US" b="1" smtClean="0"/>
              <a:t>name</a:t>
            </a:r>
            <a:r>
              <a:rPr lang="en-US" altLang="en-US" smtClean="0">
                <a:latin typeface="Courier New" panose="02070309020205020404" pitchFamily="49" charset="0"/>
              </a:rPr>
              <a:t> = new </a:t>
            </a:r>
            <a:r>
              <a:rPr lang="en-US" altLang="en-US" b="1" smtClean="0"/>
              <a:t>Outer</a:t>
            </a:r>
            <a:r>
              <a:rPr lang="en-US" altLang="en-US" smtClean="0">
                <a:latin typeface="Courier New" panose="02070309020205020404" pitchFamily="49" charset="0"/>
              </a:rPr>
              <a:t>.</a:t>
            </a:r>
            <a:r>
              <a:rPr lang="en-US" altLang="en-US" b="1" smtClean="0"/>
              <a:t>Inner</a:t>
            </a:r>
            <a:r>
              <a:rPr lang="en-US" altLang="en-US" smtClean="0">
                <a:latin typeface="Courier New" panose="02070309020205020404" pitchFamily="49" charset="0"/>
              </a:rPr>
              <a:t>(</a:t>
            </a:r>
            <a:r>
              <a:rPr lang="en-US" altLang="en-US" b="1" smtClean="0"/>
              <a:t>params</a:t>
            </a:r>
            <a:r>
              <a:rPr lang="en-US" altLang="en-US" smtClean="0"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4585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GUI event example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public class MyGUI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private JFrame frame;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private JButton stutter;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private JTextField textfield;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public MyGUI()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...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stutter.</a:t>
            </a:r>
            <a:r>
              <a:rPr lang="en-US" altLang="en-US" sz="1800" b="1" smtClean="0">
                <a:solidFill>
                  <a:srgbClr val="262626"/>
                </a:solidFill>
                <a:latin typeface="Courier New" panose="02070309020205020404" pitchFamily="49" charset="0"/>
              </a:rPr>
              <a:t>addActionListener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(new </a:t>
            </a:r>
            <a:r>
              <a:rPr lang="en-US" altLang="en-US" sz="1800" b="1" smtClean="0">
                <a:solidFill>
                  <a:srgbClr val="262626"/>
                </a:solidFill>
                <a:latin typeface="Courier New" panose="02070309020205020404" pitchFamily="49" charset="0"/>
              </a:rPr>
              <a:t>StutterListener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());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...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 smtClean="0">
              <a:solidFill>
                <a:srgbClr val="262626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chemeClr val="hlink"/>
                </a:solidFill>
                <a:latin typeface="Courier New" panose="02070309020205020404" pitchFamily="49" charset="0"/>
              </a:rPr>
              <a:t>    // When button is clicked, doubles the field's text.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private class </a:t>
            </a:r>
            <a:r>
              <a:rPr lang="en-US" altLang="en-US" sz="1800" b="1" smtClean="0">
                <a:solidFill>
                  <a:srgbClr val="262626"/>
                </a:solidFill>
                <a:latin typeface="Courier New" panose="02070309020205020404" pitchFamily="49" charset="0"/>
              </a:rPr>
              <a:t>StutterListener implements ActionListener</a:t>
            </a: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public void actionPerformed(ActionEvent event)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    String text = textfield.getText();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    textfield.setText(text + text);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800" smtClean="0">
                <a:solidFill>
                  <a:srgbClr val="262626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787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031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Selected</a:t>
            </a:r>
            <a:r>
              <a:rPr sz="4400" spc="-85" dirty="0"/>
              <a:t> </a:t>
            </a:r>
            <a:r>
              <a:rPr sz="4400" dirty="0"/>
              <a:t>User</a:t>
            </a:r>
            <a:r>
              <a:rPr sz="4400" spc="-90" dirty="0"/>
              <a:t> </a:t>
            </a:r>
            <a:r>
              <a:rPr sz="4400" spc="-10" dirty="0"/>
              <a:t>Actions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8262" y="1433326"/>
          <a:ext cx="8717280" cy="3637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1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39"/>
                        </a:spcBef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6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Action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20979" marB="0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ts val="1739"/>
                        </a:lnSpc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Source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7183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Object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ts val="1739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Event</a:t>
                      </a:r>
                      <a:r>
                        <a:rPr sz="16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20" dirty="0">
                          <a:latin typeface="Times New Roman"/>
                          <a:cs typeface="Times New Roman"/>
                        </a:rPr>
                        <a:t>Type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4704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Generated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4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6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Click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button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24155" marB="0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765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JButton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24155" marB="0"/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ct val="100000"/>
                        </a:lnSpc>
                        <a:spcBef>
                          <a:spcPts val="1765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ActionEvent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22415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Click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box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JCheckBox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ItemEvent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ActionEvent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Click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radio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button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JRadioButton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ItemEvent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ActionEvent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Press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return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field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JTextField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ActionEvent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Select</a:t>
                      </a: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item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JComboBox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Courier New"/>
                          <a:cs typeface="Courier New"/>
                        </a:rPr>
                        <a:t>ItemEvent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6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ActionEvent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Select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item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List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JList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ListSelectionEvent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opened,</a:t>
                      </a:r>
                      <a:r>
                        <a:rPr sz="16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closed,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 etc.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Window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WindowEvent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Mouse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pressed,</a:t>
                      </a:r>
                      <a:r>
                        <a:rPr sz="16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released,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etc.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Component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MouseEvent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6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released,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pressed,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etc.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6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10" dirty="0">
                          <a:latin typeface="Courier New"/>
                          <a:cs typeface="Courier New"/>
                        </a:rPr>
                        <a:t>Component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600" spc="-10" dirty="0">
                          <a:latin typeface="Courier New"/>
                          <a:cs typeface="Courier New"/>
                        </a:rPr>
                        <a:t>KeyEvent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25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2952" y="191476"/>
            <a:ext cx="32353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Java</a:t>
            </a:r>
            <a:r>
              <a:rPr spc="-220" dirty="0"/>
              <a:t> </a:t>
            </a:r>
            <a:r>
              <a:rPr dirty="0"/>
              <a:t>AWT</a:t>
            </a:r>
            <a:r>
              <a:rPr spc="-175" dirty="0"/>
              <a:t> </a:t>
            </a:r>
            <a:r>
              <a:rPr spc="-20" dirty="0"/>
              <a:t>Event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2035" y="801062"/>
            <a:ext cx="3816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"/>
                <a:cs typeface="Calibri"/>
              </a:rPr>
              <a:t>Listener</a:t>
            </a:r>
            <a:r>
              <a:rPr sz="4000" spc="-16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Interfaces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845" y="1226277"/>
            <a:ext cx="27406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ActionListener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845" y="1714765"/>
            <a:ext cx="3623310" cy="295148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AdjustmentListener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ComponentListener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ContainerListener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FocusListener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ItemListener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50717" y="1387809"/>
            <a:ext cx="3183255" cy="26593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000FF"/>
              </a:buClr>
              <a:buSzPct val="89583"/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latin typeface="Calibri"/>
                <a:cs typeface="Calibri"/>
              </a:rPr>
              <a:t>KeyListener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000FF"/>
              </a:buClr>
              <a:buSzPct val="89583"/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latin typeface="Calibri"/>
                <a:cs typeface="Calibri"/>
              </a:rPr>
              <a:t>MouseListener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000FF"/>
              </a:buClr>
              <a:buSzPct val="89583"/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latin typeface="Calibri"/>
                <a:cs typeface="Calibri"/>
              </a:rPr>
              <a:t>MouseMotionListener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0000FF"/>
              </a:buClr>
              <a:buSzPct val="89583"/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latin typeface="Calibri"/>
                <a:cs typeface="Calibri"/>
              </a:rPr>
              <a:t>TextListener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000FF"/>
              </a:buClr>
              <a:buSzPct val="89583"/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latin typeface="Calibri"/>
                <a:cs typeface="Calibri"/>
              </a:rPr>
              <a:t>WindowListener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000FF"/>
              </a:buClr>
              <a:buSzPct val="89583"/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latin typeface="Calibri"/>
                <a:cs typeface="Calibri"/>
              </a:rPr>
              <a:t>ListSelectionListener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896" y="4840544"/>
            <a:ext cx="79572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marR="5080" indent="-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All</a:t>
            </a:r>
            <a:r>
              <a:rPr sz="20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20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0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java.awt.event</a:t>
            </a:r>
            <a:r>
              <a:rPr sz="2000" spc="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or</a:t>
            </a:r>
            <a:r>
              <a:rPr sz="20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javax.swing.event</a:t>
            </a:r>
            <a:r>
              <a:rPr sz="20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package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All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20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derived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from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EventListener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20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java.util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package</a:t>
            </a:r>
            <a:endParaRPr sz="2000" dirty="0">
              <a:solidFill>
                <a:srgbClr val="FF0000"/>
              </a:solidFill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996" y="5672492"/>
            <a:ext cx="873506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70C0"/>
                </a:solidFill>
                <a:latin typeface="Times New Roman"/>
                <a:cs typeface="Times New Roman"/>
              </a:rPr>
              <a:t>NOTE:</a:t>
            </a:r>
            <a:r>
              <a:rPr sz="2000" b="1" spc="-2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/>
                <a:cs typeface="Times New Roman"/>
              </a:rPr>
              <a:t>any</a:t>
            </a:r>
            <a:r>
              <a:rPr sz="20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/>
                <a:cs typeface="Times New Roman"/>
              </a:rPr>
              <a:t>object</a:t>
            </a:r>
            <a:r>
              <a:rPr sz="2000" b="1" spc="-4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/>
                <a:cs typeface="Times New Roman"/>
              </a:rPr>
              <a:t>that</a:t>
            </a:r>
            <a:r>
              <a:rPr sz="2000" b="1" spc="-2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/>
                <a:cs typeface="Times New Roman"/>
              </a:rPr>
              <a:t>will</a:t>
            </a:r>
            <a:r>
              <a:rPr sz="2000" b="1" spc="-2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/>
                <a:cs typeface="Times New Roman"/>
              </a:rPr>
              <a:t>respond</a:t>
            </a:r>
            <a:r>
              <a:rPr sz="2000" b="1" spc="-4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/>
                <a:cs typeface="Times New Roman"/>
              </a:rPr>
              <a:t>to</a:t>
            </a:r>
            <a:r>
              <a:rPr sz="20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/>
                <a:cs typeface="Times New Roman"/>
              </a:rPr>
              <a:t>an</a:t>
            </a:r>
            <a:r>
              <a:rPr sz="2000" b="1" spc="-2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/>
                <a:cs typeface="Times New Roman"/>
              </a:rPr>
              <a:t>event</a:t>
            </a:r>
            <a:r>
              <a:rPr sz="2000" b="1" spc="-4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/>
                <a:cs typeface="Times New Roman"/>
              </a:rPr>
              <a:t>must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800080"/>
                </a:solidFill>
                <a:latin typeface="Times New Roman"/>
                <a:cs typeface="Times New Roman"/>
              </a:rPr>
              <a:t>implement</a:t>
            </a:r>
            <a:r>
              <a:rPr sz="2000" b="1" spc="-45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800080"/>
                </a:solidFill>
                <a:latin typeface="Times New Roman"/>
                <a:cs typeface="Times New Roman"/>
              </a:rPr>
              <a:t>listener</a:t>
            </a:r>
            <a:r>
              <a:rPr sz="2000" b="1" spc="-35" dirty="0">
                <a:solidFill>
                  <a:srgbClr val="80008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800080"/>
                </a:solidFill>
                <a:latin typeface="Times New Roman"/>
                <a:cs typeface="Times New Roman"/>
              </a:rPr>
              <a:t>interface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26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16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Selected</a:t>
            </a:r>
            <a:r>
              <a:rPr sz="4400" spc="-160" dirty="0"/>
              <a:t> </a:t>
            </a:r>
            <a:r>
              <a:rPr sz="4400" dirty="0"/>
              <a:t>Event</a:t>
            </a:r>
            <a:r>
              <a:rPr sz="4400" spc="-155" dirty="0"/>
              <a:t> </a:t>
            </a:r>
            <a:r>
              <a:rPr sz="4400" spc="-10" dirty="0"/>
              <a:t>Handlers</a:t>
            </a:r>
            <a:endParaRPr sz="4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9708" y="1435828"/>
          <a:ext cx="8787130" cy="2718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3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2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31750">
                        <a:lnSpc>
                          <a:spcPts val="21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Event</a:t>
                      </a:r>
                      <a:r>
                        <a:rPr sz="20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latin typeface="Times New Roman"/>
                          <a:cs typeface="Times New Roman"/>
                        </a:rPr>
                        <a:t>Class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21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Listener</a:t>
                      </a:r>
                      <a:r>
                        <a:rPr sz="20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Interface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2185"/>
                        </a:lnSpc>
                      </a:pPr>
                      <a:r>
                        <a:rPr sz="2000" b="1" dirty="0">
                          <a:latin typeface="Times New Roman"/>
                          <a:cs typeface="Times New Roman"/>
                        </a:rPr>
                        <a:t>Listener</a:t>
                      </a:r>
                      <a:r>
                        <a:rPr sz="20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dirty="0">
                          <a:latin typeface="Times New Roman"/>
                          <a:cs typeface="Times New Roman"/>
                        </a:rPr>
                        <a:t>Methods</a:t>
                      </a:r>
                      <a:r>
                        <a:rPr sz="20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b="1" spc="-10" dirty="0">
                          <a:latin typeface="Times New Roman"/>
                          <a:cs typeface="Times New Roman"/>
                        </a:rPr>
                        <a:t>(Handlers)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ActionEvent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ts val="2135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ActionListener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2135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actionPerformed(ActionEvent)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ItemEvent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70510" marB="0"/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ItemListener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70510" marB="0"/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itemStateChanged(ItemEvent)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705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ListSelection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70510" marB="0"/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ListSelection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70510" marB="0"/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2130"/>
                        </a:spcBef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valueChanged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2705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Event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2135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Listener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ts val="2135"/>
                        </a:lnSpc>
                      </a:pPr>
                      <a:r>
                        <a:rPr sz="2000" spc="-10" dirty="0">
                          <a:latin typeface="Courier New"/>
                          <a:cs typeface="Courier New"/>
                        </a:rPr>
                        <a:t>(ListSelectionEvent)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27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9220">
              <a:lnSpc>
                <a:spcPct val="100000"/>
              </a:lnSpc>
              <a:spcBef>
                <a:spcPts val="100"/>
              </a:spcBef>
            </a:pPr>
            <a:r>
              <a:rPr sz="4400" spc="-20" dirty="0"/>
              <a:t>Adapters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845" y="1177599"/>
            <a:ext cx="7851775" cy="453898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481965" indent="-343535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Listeners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typically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interfaces,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therefore </a:t>
            </a:r>
            <a:r>
              <a:rPr sz="3200" dirty="0">
                <a:latin typeface="Calibri"/>
                <a:cs typeface="Calibri"/>
              </a:rPr>
              <a:t>requiring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methods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implemented</a:t>
            </a:r>
            <a:endParaRPr sz="3200">
              <a:latin typeface="Calibri"/>
              <a:cs typeface="Calibri"/>
            </a:endParaRPr>
          </a:p>
          <a:p>
            <a:pPr marL="755015" marR="685165" lvl="1" indent="-285750">
              <a:lnSpc>
                <a:spcPts val="3020"/>
              </a:lnSpc>
              <a:spcBef>
                <a:spcPts val="68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Use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adapter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convenience 	implementations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unused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methods:</a:t>
            </a:r>
            <a:endParaRPr sz="2800">
              <a:latin typeface="Calibri"/>
              <a:cs typeface="Calibri"/>
            </a:endParaRPr>
          </a:p>
          <a:p>
            <a:pPr marL="1322705" lvl="1" indent="-852805">
              <a:lnSpc>
                <a:spcPct val="100000"/>
              </a:lnSpc>
              <a:spcBef>
                <a:spcPts val="295"/>
              </a:spcBef>
              <a:buFont typeface="Arial MT"/>
              <a:buChar char="–"/>
              <a:tabLst>
                <a:tab pos="1322705" algn="l"/>
              </a:tabLst>
            </a:pPr>
            <a:r>
              <a:rPr sz="2800" spc="-10" dirty="0">
                <a:latin typeface="Calibri"/>
                <a:cs typeface="Calibri"/>
              </a:rPr>
              <a:t>addWindowListener(new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WindowAdapter()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{</a:t>
            </a:r>
            <a:endParaRPr sz="2800">
              <a:latin typeface="Calibri"/>
              <a:cs typeface="Calibri"/>
            </a:endParaRPr>
          </a:p>
          <a:p>
            <a:pPr marL="756285" marR="5080" lvl="1" indent="-287020">
              <a:lnSpc>
                <a:spcPts val="3020"/>
              </a:lnSpc>
              <a:spcBef>
                <a:spcPts val="720"/>
              </a:spcBef>
              <a:buChar char="–"/>
              <a:tabLst>
                <a:tab pos="756285" algn="l"/>
                <a:tab pos="1565275" algn="l"/>
              </a:tabLst>
            </a:pPr>
            <a:r>
              <a:rPr sz="2800" dirty="0">
                <a:latin typeface="Arial MT"/>
                <a:cs typeface="Arial MT"/>
              </a:rPr>
              <a:t>	</a:t>
            </a:r>
            <a:r>
              <a:rPr sz="2800" dirty="0">
                <a:latin typeface="Calibri"/>
                <a:cs typeface="Calibri"/>
              </a:rPr>
              <a:t>public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void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windowActivated(WindowEvent </a:t>
            </a:r>
            <a:r>
              <a:rPr sz="2800" dirty="0">
                <a:latin typeface="Calibri"/>
                <a:cs typeface="Calibri"/>
              </a:rPr>
              <a:t>event)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{</a:t>
            </a:r>
            <a:endParaRPr sz="2800">
              <a:latin typeface="Calibri"/>
              <a:cs typeface="Calibri"/>
            </a:endParaRPr>
          </a:p>
          <a:p>
            <a:pPr marL="1809114" lvl="1" indent="-1339215">
              <a:lnSpc>
                <a:spcPct val="100000"/>
              </a:lnSpc>
              <a:spcBef>
                <a:spcPts val="295"/>
              </a:spcBef>
              <a:buFont typeface="Arial MT"/>
              <a:buChar char="–"/>
              <a:tabLst>
                <a:tab pos="1809114" algn="l"/>
              </a:tabLst>
            </a:pPr>
            <a:r>
              <a:rPr sz="2800" spc="-20" dirty="0">
                <a:latin typeface="Calibri"/>
                <a:cs typeface="Calibri"/>
              </a:rPr>
              <a:t>System.out.println("Window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activated");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  <a:tabLst>
                <a:tab pos="1565275" algn="l"/>
              </a:tabLst>
            </a:pPr>
            <a:r>
              <a:rPr sz="2800" spc="-50" dirty="0">
                <a:latin typeface="Arial MT"/>
                <a:cs typeface="Arial MT"/>
              </a:rPr>
              <a:t>–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40"/>
              </a:spcBef>
              <a:tabLst>
                <a:tab pos="1322705" algn="l"/>
              </a:tabLst>
            </a:pPr>
            <a:r>
              <a:rPr sz="2800" spc="-50" dirty="0">
                <a:latin typeface="Arial MT"/>
                <a:cs typeface="Arial MT"/>
              </a:rPr>
              <a:t>–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Calibri"/>
                <a:cs typeface="Calibri"/>
              </a:rPr>
              <a:t>});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28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8572" y="461368"/>
            <a:ext cx="69850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45" dirty="0"/>
              <a:t>Event-</a:t>
            </a:r>
            <a:r>
              <a:rPr sz="4400" dirty="0"/>
              <a:t>Driven</a:t>
            </a:r>
            <a:r>
              <a:rPr sz="4400" spc="-95" dirty="0"/>
              <a:t> </a:t>
            </a:r>
            <a:r>
              <a:rPr sz="4400" spc="-10" dirty="0"/>
              <a:t>Programming</a:t>
            </a:r>
            <a:r>
              <a:rPr sz="4400" spc="-150" dirty="0"/>
              <a:t> </a:t>
            </a:r>
            <a:r>
              <a:rPr sz="4400" spc="-10" dirty="0"/>
              <a:t>(iii)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845" y="1125722"/>
            <a:ext cx="7915909" cy="350583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Listener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classes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respond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actions</a:t>
            </a:r>
            <a:endParaRPr sz="3200">
              <a:latin typeface="Calibri"/>
              <a:cs typeface="Calibri"/>
            </a:endParaRPr>
          </a:p>
          <a:p>
            <a:pPr marL="755015" marR="1087755" lvl="1" indent="-28575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e.g.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override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20" dirty="0">
                <a:latin typeface="Calibri"/>
                <a:cs typeface="Calibri"/>
              </a:rPr>
              <a:t>java.awt.event.actionPerformed()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method</a:t>
            </a:r>
            <a:endParaRPr sz="2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15"/>
              </a:spcBef>
              <a:buFont typeface="Arial MT"/>
              <a:buChar char="–"/>
            </a:pPr>
            <a:endParaRPr sz="2800">
              <a:latin typeface="Calibri"/>
              <a:cs typeface="Calibri"/>
            </a:endParaRPr>
          </a:p>
          <a:p>
            <a:pPr marL="355600" marR="354965" indent="-343535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Listener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classes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must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registered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GUI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objects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they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listening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for: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e.g.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okButton.addActionListener()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method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8816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Mouse</a:t>
            </a:r>
            <a:r>
              <a:rPr sz="4400" spc="-135" dirty="0"/>
              <a:t> </a:t>
            </a:r>
            <a:r>
              <a:rPr sz="4400" dirty="0"/>
              <a:t>Events</a:t>
            </a:r>
            <a:r>
              <a:rPr sz="4400" spc="-110" dirty="0"/>
              <a:t> </a:t>
            </a:r>
            <a:r>
              <a:rPr sz="4400" spc="-25" dirty="0"/>
              <a:t>(i)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27254" y="4108227"/>
            <a:ext cx="3242945" cy="2023110"/>
          </a:xfrm>
          <a:custGeom>
            <a:avLst/>
            <a:gdLst/>
            <a:ahLst/>
            <a:cxnLst/>
            <a:rect l="l" t="t" r="r" b="b"/>
            <a:pathLst>
              <a:path w="3242945" h="2023110">
                <a:moveTo>
                  <a:pt x="3242405" y="0"/>
                </a:moveTo>
                <a:lnTo>
                  <a:pt x="0" y="0"/>
                </a:lnTo>
                <a:lnTo>
                  <a:pt x="0" y="2023014"/>
                </a:lnTo>
                <a:lnTo>
                  <a:pt x="3242405" y="2023014"/>
                </a:lnTo>
                <a:lnTo>
                  <a:pt x="3242405" y="0"/>
                </a:lnTo>
                <a:close/>
              </a:path>
            </a:pathLst>
          </a:custGeom>
          <a:ln w="186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6564" y="3901845"/>
            <a:ext cx="3223895" cy="2167890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1535"/>
              </a:spcBef>
            </a:pPr>
            <a:r>
              <a:rPr sz="2000" spc="-10" dirty="0">
                <a:latin typeface="Times New Roman"/>
                <a:cs typeface="Times New Roman"/>
              </a:rPr>
              <a:t>java.awt.event.MouseEvent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r>
              <a:rPr sz="1600" dirty="0">
                <a:latin typeface="Times New Roman"/>
                <a:cs typeface="Times New Roman"/>
              </a:rPr>
              <a:t>+getButton():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int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r>
              <a:rPr sz="1600" dirty="0">
                <a:latin typeface="Times New Roman"/>
                <a:cs typeface="Times New Roman"/>
              </a:rPr>
              <a:t>+getClickCount():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int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r>
              <a:rPr sz="1600" dirty="0">
                <a:latin typeface="Times New Roman"/>
                <a:cs typeface="Times New Roman"/>
              </a:rPr>
              <a:t>+getPoint():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java.awt.Point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1600" dirty="0">
                <a:latin typeface="Times New Roman"/>
                <a:cs typeface="Times New Roman"/>
              </a:rPr>
              <a:t>+getX():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int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r>
              <a:rPr sz="1600" dirty="0">
                <a:latin typeface="Times New Roman"/>
                <a:cs typeface="Times New Roman"/>
              </a:rPr>
              <a:t>+getY():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int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91722" y="3801522"/>
            <a:ext cx="279400" cy="325755"/>
          </a:xfrm>
          <a:custGeom>
            <a:avLst/>
            <a:gdLst/>
            <a:ahLst/>
            <a:cxnLst/>
            <a:rect l="l" t="t" r="r" b="b"/>
            <a:pathLst>
              <a:path w="279400" h="325754">
                <a:moveTo>
                  <a:pt x="139636" y="0"/>
                </a:moveTo>
                <a:lnTo>
                  <a:pt x="0" y="89820"/>
                </a:lnTo>
                <a:lnTo>
                  <a:pt x="279272" y="89820"/>
                </a:lnTo>
                <a:lnTo>
                  <a:pt x="139636" y="0"/>
                </a:lnTo>
                <a:close/>
              </a:path>
              <a:path w="279400" h="325754">
                <a:moveTo>
                  <a:pt x="145827" y="108394"/>
                </a:moveTo>
                <a:lnTo>
                  <a:pt x="145827" y="325278"/>
                </a:lnTo>
              </a:path>
            </a:pathLst>
          </a:custGeom>
          <a:ln w="1862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37635" y="4477449"/>
            <a:ext cx="5234940" cy="159512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600" dirty="0">
                <a:latin typeface="Times New Roman"/>
                <a:cs typeface="Times New Roman"/>
              </a:rPr>
              <a:t>Indicates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mouse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button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been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clicked.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ts val="2480"/>
              </a:lnSpc>
              <a:spcBef>
                <a:spcPts val="155"/>
              </a:spcBef>
            </a:pPr>
            <a:r>
              <a:rPr sz="1600" dirty="0">
                <a:latin typeface="Times New Roman"/>
                <a:cs typeface="Times New Roman"/>
              </a:rPr>
              <a:t>Returns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number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mouse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clicks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associated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event. </a:t>
            </a:r>
            <a:r>
              <a:rPr sz="1600" dirty="0">
                <a:latin typeface="Times New Roman"/>
                <a:cs typeface="Times New Roman"/>
              </a:rPr>
              <a:t>Returns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Point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object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containing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x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coordinates.</a:t>
            </a:r>
            <a:endParaRPr sz="1600">
              <a:latin typeface="Times New Roman"/>
              <a:cs typeface="Times New Roman"/>
            </a:endParaRPr>
          </a:p>
          <a:p>
            <a:pPr marL="12700" marR="1516380">
              <a:lnSpc>
                <a:spcPts val="2460"/>
              </a:lnSpc>
            </a:pPr>
            <a:r>
              <a:rPr sz="1600" dirty="0">
                <a:latin typeface="Times New Roman"/>
                <a:cs typeface="Times New Roman"/>
              </a:rPr>
              <a:t>Returns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x-coordinate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mouse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point. </a:t>
            </a:r>
            <a:r>
              <a:rPr sz="1600" dirty="0">
                <a:latin typeface="Times New Roman"/>
                <a:cs typeface="Times New Roman"/>
              </a:rPr>
              <a:t>Returns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y-</a:t>
            </a:r>
            <a:r>
              <a:rPr sz="1600" dirty="0">
                <a:latin typeface="Times New Roman"/>
                <a:cs typeface="Times New Roman"/>
              </a:rPr>
              <a:t>coordinate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mouse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point.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585" y="1793938"/>
            <a:ext cx="3223895" cy="362585"/>
          </a:xfrm>
          <a:prstGeom prst="rect">
            <a:avLst/>
          </a:prstGeom>
          <a:ln w="186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7175">
              <a:lnSpc>
                <a:spcPts val="2330"/>
              </a:lnSpc>
            </a:pPr>
            <a:r>
              <a:rPr sz="2000" spc="-10" dirty="0">
                <a:latin typeface="Times New Roman"/>
                <a:cs typeface="Times New Roman"/>
              </a:rPr>
              <a:t>java.awt.event.InputEvent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585" y="2156364"/>
            <a:ext cx="3223895" cy="1645285"/>
          </a:xfrm>
          <a:prstGeom prst="rect">
            <a:avLst/>
          </a:prstGeom>
          <a:ln w="18621">
            <a:solidFill>
              <a:srgbClr val="000000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8255">
              <a:lnSpc>
                <a:spcPct val="100000"/>
              </a:lnSpc>
              <a:spcBef>
                <a:spcPts val="630"/>
              </a:spcBef>
            </a:pPr>
            <a:r>
              <a:rPr sz="1600" dirty="0">
                <a:latin typeface="Times New Roman"/>
                <a:cs typeface="Times New Roman"/>
              </a:rPr>
              <a:t>+getWhen():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long</a:t>
            </a:r>
            <a:endParaRPr sz="1600">
              <a:latin typeface="Times New Roman"/>
              <a:cs typeface="Times New Roman"/>
            </a:endParaRPr>
          </a:p>
          <a:p>
            <a:pPr marL="8255">
              <a:lnSpc>
                <a:spcPct val="100000"/>
              </a:lnSpc>
              <a:spcBef>
                <a:spcPts val="565"/>
              </a:spcBef>
            </a:pPr>
            <a:r>
              <a:rPr sz="1600" dirty="0">
                <a:latin typeface="Times New Roman"/>
                <a:cs typeface="Times New Roman"/>
              </a:rPr>
              <a:t>+isAltDown():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boolean</a:t>
            </a:r>
            <a:endParaRPr sz="1600">
              <a:latin typeface="Times New Roman"/>
              <a:cs typeface="Times New Roman"/>
            </a:endParaRPr>
          </a:p>
          <a:p>
            <a:pPr marL="8255">
              <a:lnSpc>
                <a:spcPct val="100000"/>
              </a:lnSpc>
              <a:spcBef>
                <a:spcPts val="575"/>
              </a:spcBef>
            </a:pPr>
            <a:r>
              <a:rPr sz="1600" dirty="0">
                <a:latin typeface="Times New Roman"/>
                <a:cs typeface="Times New Roman"/>
              </a:rPr>
              <a:t>+isControlDown():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boolean</a:t>
            </a:r>
            <a:endParaRPr sz="1600">
              <a:latin typeface="Times New Roman"/>
              <a:cs typeface="Times New Roman"/>
            </a:endParaRPr>
          </a:p>
          <a:p>
            <a:pPr marL="8255">
              <a:lnSpc>
                <a:spcPct val="100000"/>
              </a:lnSpc>
              <a:spcBef>
                <a:spcPts val="540"/>
              </a:spcBef>
            </a:pPr>
            <a:r>
              <a:rPr sz="1600" dirty="0">
                <a:latin typeface="Times New Roman"/>
                <a:cs typeface="Times New Roman"/>
              </a:rPr>
              <a:t>+isMetaDown():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boolean</a:t>
            </a:r>
            <a:endParaRPr sz="1600">
              <a:latin typeface="Times New Roman"/>
              <a:cs typeface="Times New Roman"/>
            </a:endParaRPr>
          </a:p>
          <a:p>
            <a:pPr marL="8255">
              <a:lnSpc>
                <a:spcPct val="100000"/>
              </a:lnSpc>
              <a:spcBef>
                <a:spcPts val="565"/>
              </a:spcBef>
            </a:pPr>
            <a:r>
              <a:rPr sz="1600" dirty="0">
                <a:latin typeface="Times New Roman"/>
                <a:cs typeface="Times New Roman"/>
              </a:rPr>
              <a:t>+isShiftDown():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boolean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19347" y="2179257"/>
            <a:ext cx="5547995" cy="159829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600" dirty="0">
                <a:latin typeface="Times New Roman"/>
                <a:cs typeface="Times New Roman"/>
              </a:rPr>
              <a:t>Returns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timestamp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occurred.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ts val="2480"/>
              </a:lnSpc>
              <a:spcBef>
                <a:spcPts val="165"/>
              </a:spcBef>
            </a:pPr>
            <a:r>
              <a:rPr sz="1600" dirty="0">
                <a:latin typeface="Times New Roman"/>
                <a:cs typeface="Times New Roman"/>
              </a:rPr>
              <a:t>Returns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whether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Alt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modifier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down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event. </a:t>
            </a:r>
            <a:r>
              <a:rPr sz="1600" dirty="0">
                <a:latin typeface="Times New Roman"/>
                <a:cs typeface="Times New Roman"/>
              </a:rPr>
              <a:t>Returns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whether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Control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modifier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down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event.</a:t>
            </a:r>
            <a:endParaRPr sz="1600">
              <a:latin typeface="Times New Roman"/>
              <a:cs typeface="Times New Roman"/>
            </a:endParaRPr>
          </a:p>
          <a:p>
            <a:pPr marL="12700" marR="237490">
              <a:lnSpc>
                <a:spcPts val="2470"/>
              </a:lnSpc>
            </a:pPr>
            <a:r>
              <a:rPr sz="1600" dirty="0">
                <a:latin typeface="Times New Roman"/>
                <a:cs typeface="Times New Roman"/>
              </a:rPr>
              <a:t>Returns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whether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Meta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modifier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down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event </a:t>
            </a:r>
            <a:r>
              <a:rPr sz="1600" dirty="0">
                <a:latin typeface="Times New Roman"/>
                <a:cs typeface="Times New Roman"/>
              </a:rPr>
              <a:t>Returns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whether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Shift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modifier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down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event.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7254" y="4486179"/>
            <a:ext cx="3236595" cy="3175"/>
          </a:xfrm>
          <a:custGeom>
            <a:avLst/>
            <a:gdLst/>
            <a:ahLst/>
            <a:cxnLst/>
            <a:rect l="l" t="t" r="r" b="b"/>
            <a:pathLst>
              <a:path w="3236595" h="3175">
                <a:moveTo>
                  <a:pt x="0" y="3048"/>
                </a:moveTo>
                <a:lnTo>
                  <a:pt x="3236213" y="0"/>
                </a:lnTo>
              </a:path>
            </a:pathLst>
          </a:custGeom>
          <a:ln w="186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29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2402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Mouse</a:t>
            </a:r>
            <a:r>
              <a:rPr sz="4400" spc="-135" dirty="0"/>
              <a:t> </a:t>
            </a:r>
            <a:r>
              <a:rPr sz="4400" dirty="0"/>
              <a:t>Events</a:t>
            </a:r>
            <a:r>
              <a:rPr sz="4400" spc="-110" dirty="0"/>
              <a:t> </a:t>
            </a:r>
            <a:r>
              <a:rPr sz="4400" spc="-20" dirty="0"/>
              <a:t>(ii)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07346" y="1948910"/>
            <a:ext cx="3634104" cy="2724150"/>
          </a:xfrm>
          <a:custGeom>
            <a:avLst/>
            <a:gdLst/>
            <a:ahLst/>
            <a:cxnLst/>
            <a:rect l="l" t="t" r="r" b="b"/>
            <a:pathLst>
              <a:path w="3634104" h="2724150">
                <a:moveTo>
                  <a:pt x="3633692" y="0"/>
                </a:moveTo>
                <a:lnTo>
                  <a:pt x="0" y="0"/>
                </a:lnTo>
                <a:lnTo>
                  <a:pt x="0" y="2724149"/>
                </a:lnTo>
                <a:lnTo>
                  <a:pt x="3633692" y="2724149"/>
                </a:lnTo>
                <a:lnTo>
                  <a:pt x="3633692" y="0"/>
                </a:lnTo>
                <a:close/>
              </a:path>
            </a:pathLst>
          </a:custGeom>
          <a:ln w="18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7346" y="1948910"/>
            <a:ext cx="3634104" cy="359410"/>
          </a:xfrm>
          <a:prstGeom prst="rect">
            <a:avLst/>
          </a:prstGeom>
          <a:ln w="1840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ts val="2100"/>
              </a:lnSpc>
            </a:pPr>
            <a:r>
              <a:rPr sz="1800" i="1" spc="-10" dirty="0">
                <a:latin typeface="Times New Roman"/>
                <a:cs typeface="Times New Roman"/>
              </a:rPr>
              <a:t>java.awt.event.MouseListener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8963" y="2307812"/>
            <a:ext cx="3649345" cy="0"/>
          </a:xfrm>
          <a:custGeom>
            <a:avLst/>
            <a:gdLst/>
            <a:ahLst/>
            <a:cxnLst/>
            <a:rect l="l" t="t" r="r" b="b"/>
            <a:pathLst>
              <a:path w="3649345">
                <a:moveTo>
                  <a:pt x="0" y="0"/>
                </a:moveTo>
                <a:lnTo>
                  <a:pt x="3648932" y="0"/>
                </a:lnTo>
              </a:path>
            </a:pathLst>
          </a:custGeom>
          <a:ln w="18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26255" y="2358457"/>
            <a:ext cx="5133340" cy="223266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0650" marR="499745" indent="-108585">
              <a:lnSpc>
                <a:spcPts val="1860"/>
              </a:lnSpc>
              <a:spcBef>
                <a:spcPts val="229"/>
              </a:spcBef>
            </a:pPr>
            <a:r>
              <a:rPr sz="1600" dirty="0">
                <a:latin typeface="Times New Roman"/>
                <a:cs typeface="Times New Roman"/>
              </a:rPr>
              <a:t>Invoked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mouse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button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been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pressed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component.</a:t>
            </a:r>
            <a:endParaRPr sz="1600">
              <a:latin typeface="Times New Roman"/>
              <a:cs typeface="Times New Roman"/>
            </a:endParaRPr>
          </a:p>
          <a:p>
            <a:pPr marL="120650" marR="446405" indent="-108585">
              <a:lnSpc>
                <a:spcPts val="1860"/>
              </a:lnSpc>
              <a:spcBef>
                <a:spcPts val="580"/>
              </a:spcBef>
            </a:pPr>
            <a:r>
              <a:rPr sz="1600" dirty="0">
                <a:latin typeface="Times New Roman"/>
                <a:cs typeface="Times New Roman"/>
              </a:rPr>
              <a:t>Invoked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mouse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button has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been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released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component.</a:t>
            </a:r>
            <a:endParaRPr sz="1600">
              <a:latin typeface="Times New Roman"/>
              <a:cs typeface="Times New Roman"/>
            </a:endParaRPr>
          </a:p>
          <a:p>
            <a:pPr marL="120650" marR="5080" indent="-108585">
              <a:lnSpc>
                <a:spcPts val="1839"/>
              </a:lnSpc>
              <a:spcBef>
                <a:spcPts val="615"/>
              </a:spcBef>
            </a:pPr>
            <a:r>
              <a:rPr sz="1600" dirty="0">
                <a:latin typeface="Times New Roman"/>
                <a:cs typeface="Times New Roman"/>
              </a:rPr>
              <a:t>Invoked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mouse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button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been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clicked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(pressed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and </a:t>
            </a:r>
            <a:r>
              <a:rPr sz="1600" dirty="0">
                <a:latin typeface="Times New Roman"/>
                <a:cs typeface="Times New Roman"/>
              </a:rPr>
              <a:t>released) on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component.</a:t>
            </a:r>
            <a:endParaRPr sz="1600">
              <a:latin typeface="Times New Roman"/>
              <a:cs typeface="Times New Roman"/>
            </a:endParaRPr>
          </a:p>
          <a:p>
            <a:pPr marL="12700" marR="622300">
              <a:lnSpc>
                <a:spcPts val="2510"/>
              </a:lnSpc>
              <a:spcBef>
                <a:spcPts val="10"/>
              </a:spcBef>
            </a:pPr>
            <a:r>
              <a:rPr sz="1600" dirty="0">
                <a:latin typeface="Times New Roman"/>
                <a:cs typeface="Times New Roman"/>
              </a:rPr>
              <a:t>Invoked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mouse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enters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source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component. </a:t>
            </a:r>
            <a:r>
              <a:rPr sz="1600" dirty="0">
                <a:latin typeface="Times New Roman"/>
                <a:cs typeface="Times New Roman"/>
              </a:rPr>
              <a:t>Invoked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mouse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exits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 source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component.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7346" y="4903184"/>
            <a:ext cx="3634104" cy="1273175"/>
          </a:xfrm>
          <a:custGeom>
            <a:avLst/>
            <a:gdLst/>
            <a:ahLst/>
            <a:cxnLst/>
            <a:rect l="l" t="t" r="r" b="b"/>
            <a:pathLst>
              <a:path w="3634104" h="1273175">
                <a:moveTo>
                  <a:pt x="3633692" y="0"/>
                </a:moveTo>
                <a:lnTo>
                  <a:pt x="0" y="0"/>
                </a:lnTo>
                <a:lnTo>
                  <a:pt x="0" y="1273015"/>
                </a:lnTo>
                <a:lnTo>
                  <a:pt x="3633692" y="1273015"/>
                </a:lnTo>
                <a:lnTo>
                  <a:pt x="3633692" y="0"/>
                </a:lnTo>
                <a:close/>
              </a:path>
            </a:pathLst>
          </a:custGeom>
          <a:ln w="18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dirty="0"/>
              <a:t>+mousePressed(e:</a:t>
            </a:r>
            <a:r>
              <a:rPr spc="20" dirty="0"/>
              <a:t> </a:t>
            </a:r>
            <a:r>
              <a:rPr dirty="0"/>
              <a:t>MouseEvent):</a:t>
            </a:r>
            <a:r>
              <a:rPr spc="-25" dirty="0"/>
              <a:t> </a:t>
            </a:r>
            <a:r>
              <a:rPr spc="-20" dirty="0"/>
              <a:t>void</a:t>
            </a: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pc="-20" dirty="0"/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/>
              <a:t>+mouseReleased(e:</a:t>
            </a:r>
            <a:r>
              <a:rPr spc="-15" dirty="0"/>
              <a:t> </a:t>
            </a:r>
            <a:r>
              <a:rPr dirty="0"/>
              <a:t>MouseEvent):</a:t>
            </a:r>
            <a:r>
              <a:rPr spc="20" dirty="0"/>
              <a:t> </a:t>
            </a:r>
            <a:r>
              <a:rPr spc="-20" dirty="0"/>
              <a:t>void</a:t>
            </a: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pc="-20" dirty="0"/>
          </a:p>
          <a:p>
            <a:pPr>
              <a:lnSpc>
                <a:spcPct val="100000"/>
              </a:lnSpc>
            </a:pPr>
            <a:r>
              <a:rPr dirty="0"/>
              <a:t>+mouseClicked(e:</a:t>
            </a:r>
            <a:r>
              <a:rPr spc="-10" dirty="0"/>
              <a:t> </a:t>
            </a:r>
            <a:r>
              <a:rPr dirty="0"/>
              <a:t>MouseEvent):</a:t>
            </a:r>
            <a:r>
              <a:rPr spc="15" dirty="0"/>
              <a:t> </a:t>
            </a:r>
            <a:r>
              <a:rPr spc="-20" dirty="0"/>
              <a:t>void</a:t>
            </a: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pc="-20" dirty="0"/>
          </a:p>
          <a:p>
            <a:pPr>
              <a:lnSpc>
                <a:spcPct val="100000"/>
              </a:lnSpc>
            </a:pPr>
            <a:r>
              <a:rPr dirty="0"/>
              <a:t>+mouseEntered(e:</a:t>
            </a:r>
            <a:r>
              <a:rPr spc="20" dirty="0"/>
              <a:t> </a:t>
            </a:r>
            <a:r>
              <a:rPr dirty="0"/>
              <a:t>MouseEvent):</a:t>
            </a:r>
            <a:r>
              <a:rPr spc="-15" dirty="0"/>
              <a:t> </a:t>
            </a:r>
            <a:r>
              <a:rPr spc="-20" dirty="0"/>
              <a:t>void</a:t>
            </a:r>
          </a:p>
          <a:p>
            <a:pPr>
              <a:lnSpc>
                <a:spcPct val="100000"/>
              </a:lnSpc>
              <a:spcBef>
                <a:spcPts val="515"/>
              </a:spcBef>
            </a:pPr>
            <a:r>
              <a:rPr dirty="0"/>
              <a:t>+mouseExited(e:</a:t>
            </a:r>
            <a:r>
              <a:rPr spc="15" dirty="0"/>
              <a:t> </a:t>
            </a:r>
            <a:r>
              <a:rPr dirty="0"/>
              <a:t>MouseEvent):</a:t>
            </a:r>
            <a:r>
              <a:rPr spc="-20" dirty="0"/>
              <a:t> void</a:t>
            </a: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pc="-20" dirty="0"/>
          </a:p>
          <a:p>
            <a:pPr marL="98425">
              <a:lnSpc>
                <a:spcPct val="100000"/>
              </a:lnSpc>
            </a:pPr>
            <a:r>
              <a:rPr sz="1800" spc="-10" dirty="0"/>
              <a:t>java.awt.event.MouseMotionListener</a:t>
            </a:r>
            <a:endParaRPr sz="1800"/>
          </a:p>
          <a:p>
            <a:pPr>
              <a:lnSpc>
                <a:spcPct val="100000"/>
              </a:lnSpc>
              <a:spcBef>
                <a:spcPts val="1125"/>
              </a:spcBef>
            </a:pPr>
            <a:r>
              <a:rPr dirty="0"/>
              <a:t>+mouseDragged(e:</a:t>
            </a:r>
            <a:r>
              <a:rPr spc="5" dirty="0"/>
              <a:t> </a:t>
            </a:r>
            <a:r>
              <a:rPr dirty="0"/>
              <a:t>MouseEvent):</a:t>
            </a:r>
            <a:r>
              <a:rPr spc="10" dirty="0"/>
              <a:t> </a:t>
            </a:r>
            <a:r>
              <a:rPr spc="-20" dirty="0"/>
              <a:t>void</a:t>
            </a:r>
          </a:p>
          <a:p>
            <a:pPr>
              <a:lnSpc>
                <a:spcPct val="100000"/>
              </a:lnSpc>
              <a:spcBef>
                <a:spcPts val="540"/>
              </a:spcBef>
            </a:pPr>
            <a:r>
              <a:rPr dirty="0"/>
              <a:t>+mouseMoved(e:</a:t>
            </a:r>
            <a:r>
              <a:rPr spc="-10" dirty="0"/>
              <a:t> </a:t>
            </a:r>
            <a:r>
              <a:rPr dirty="0"/>
              <a:t>MouseEvent):</a:t>
            </a:r>
            <a:r>
              <a:rPr spc="40" dirty="0"/>
              <a:t> </a:t>
            </a:r>
            <a:r>
              <a:rPr spc="-20" dirty="0"/>
              <a:t>void</a:t>
            </a:r>
          </a:p>
        </p:txBody>
      </p:sp>
      <p:sp>
        <p:nvSpPr>
          <p:cNvPr id="9" name="object 9"/>
          <p:cNvSpPr/>
          <p:nvPr/>
        </p:nvSpPr>
        <p:spPr>
          <a:xfrm>
            <a:off x="88963" y="5259038"/>
            <a:ext cx="3649345" cy="3175"/>
          </a:xfrm>
          <a:custGeom>
            <a:avLst/>
            <a:gdLst/>
            <a:ahLst/>
            <a:cxnLst/>
            <a:rect l="l" t="t" r="r" b="b"/>
            <a:pathLst>
              <a:path w="3649345" h="3175">
                <a:moveTo>
                  <a:pt x="0" y="3048"/>
                </a:moveTo>
                <a:lnTo>
                  <a:pt x="3648932" y="0"/>
                </a:lnTo>
              </a:path>
            </a:pathLst>
          </a:custGeom>
          <a:ln w="184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26255" y="5249709"/>
            <a:ext cx="5134610" cy="880744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600" dirty="0">
                <a:latin typeface="Times New Roman"/>
                <a:cs typeface="Times New Roman"/>
              </a:rPr>
              <a:t>Invoked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mouse button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moved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 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button </a:t>
            </a:r>
            <a:r>
              <a:rPr sz="1600" spc="-10" dirty="0">
                <a:latin typeface="Times New Roman"/>
                <a:cs typeface="Times New Roman"/>
              </a:rPr>
              <a:t>pressed.</a:t>
            </a:r>
            <a:endParaRPr sz="1600">
              <a:latin typeface="Times New Roman"/>
              <a:cs typeface="Times New Roman"/>
            </a:endParaRPr>
          </a:p>
          <a:p>
            <a:pPr marL="120650" marR="455930" indent="-108585">
              <a:lnSpc>
                <a:spcPts val="1860"/>
              </a:lnSpc>
              <a:spcBef>
                <a:spcPts val="630"/>
              </a:spcBef>
            </a:pPr>
            <a:r>
              <a:rPr sz="1600" dirty="0">
                <a:latin typeface="Times New Roman"/>
                <a:cs typeface="Times New Roman"/>
              </a:rPr>
              <a:t>Invoked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when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mouse button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moved without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button pressed.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25673" y="6464282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98989"/>
                </a:solidFill>
                <a:latin typeface="Calibri"/>
                <a:cs typeface="Calibri"/>
              </a:rPr>
              <a:t>30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1665" y="461368"/>
            <a:ext cx="37795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Keyboard</a:t>
            </a:r>
            <a:r>
              <a:rPr sz="4400" spc="-180" dirty="0"/>
              <a:t> </a:t>
            </a:r>
            <a:r>
              <a:rPr sz="4400" spc="-10" dirty="0"/>
              <a:t>Events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845" y="1226277"/>
            <a:ext cx="768032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Capture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keyboard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events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via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KeyListener interface: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54120" y="2391523"/>
            <a:ext cx="285750" cy="867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75">
              <a:lnSpc>
                <a:spcPts val="2655"/>
              </a:lnSpc>
            </a:pPr>
            <a:r>
              <a:rPr sz="2800" spc="-5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r>
              <a:rPr sz="2800" spc="-25" dirty="0">
                <a:latin typeface="Calibri"/>
                <a:cs typeface="Calibri"/>
              </a:rPr>
              <a:t>e)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26" y="3314238"/>
            <a:ext cx="35331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9730" algn="l"/>
              </a:tabLst>
            </a:pPr>
            <a:r>
              <a:rPr sz="2800" spc="-50" dirty="0">
                <a:latin typeface="Arial MT"/>
                <a:cs typeface="Arial MT"/>
              </a:rPr>
              <a:t>–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30" dirty="0">
                <a:latin typeface="Calibri"/>
                <a:cs typeface="Calibri"/>
              </a:rPr>
              <a:t>keyTyped(KeyEvent</a:t>
            </a:r>
            <a:r>
              <a:rPr sz="2800" spc="-25" dirty="0">
                <a:latin typeface="Calibri"/>
                <a:cs typeface="Calibri"/>
              </a:rPr>
              <a:t> e)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2875" y="5138261"/>
            <a:ext cx="3243580" cy="1051560"/>
          </a:xfrm>
          <a:custGeom>
            <a:avLst/>
            <a:gdLst/>
            <a:ahLst/>
            <a:cxnLst/>
            <a:rect l="l" t="t" r="r" b="b"/>
            <a:pathLst>
              <a:path w="3243579" h="1051560">
                <a:moveTo>
                  <a:pt x="3243452" y="0"/>
                </a:moveTo>
                <a:lnTo>
                  <a:pt x="0" y="0"/>
                </a:lnTo>
                <a:lnTo>
                  <a:pt x="0" y="1051559"/>
                </a:lnTo>
                <a:lnTo>
                  <a:pt x="3243452" y="1051559"/>
                </a:lnTo>
                <a:lnTo>
                  <a:pt x="3243452" y="0"/>
                </a:lnTo>
                <a:close/>
              </a:path>
            </a:pathLst>
          </a:custGeom>
          <a:ln w="186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2185" y="5109840"/>
            <a:ext cx="3225165" cy="335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135"/>
              </a:spcBef>
            </a:pPr>
            <a:r>
              <a:rPr sz="2000" spc="-10" dirty="0">
                <a:latin typeface="Times New Roman"/>
                <a:cs typeface="Times New Roman"/>
              </a:rPr>
              <a:t>java.awt.event.KeyEvent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185" y="5501751"/>
            <a:ext cx="3225165" cy="65976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15"/>
              </a:spcBef>
            </a:pPr>
            <a:r>
              <a:rPr sz="1650" spc="-20" dirty="0">
                <a:latin typeface="Times New Roman"/>
                <a:cs typeface="Times New Roman"/>
              </a:rPr>
              <a:t>+getKeyChar():</a:t>
            </a:r>
            <a:r>
              <a:rPr sz="1650" spc="45" dirty="0">
                <a:latin typeface="Times New Roman"/>
                <a:cs typeface="Times New Roman"/>
              </a:rPr>
              <a:t> </a:t>
            </a:r>
            <a:r>
              <a:rPr sz="1650" spc="-20" dirty="0">
                <a:latin typeface="Times New Roman"/>
                <a:cs typeface="Times New Roman"/>
              </a:rPr>
              <a:t>char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r>
              <a:rPr sz="1650" spc="-10" dirty="0">
                <a:latin typeface="Times New Roman"/>
                <a:cs typeface="Times New Roman"/>
              </a:rPr>
              <a:t>+getKeyCode():</a:t>
            </a:r>
            <a:r>
              <a:rPr sz="1650" spc="-95" dirty="0">
                <a:latin typeface="Times New Roman"/>
                <a:cs typeface="Times New Roman"/>
              </a:rPr>
              <a:t> </a:t>
            </a:r>
            <a:r>
              <a:rPr sz="1650" spc="-25" dirty="0">
                <a:latin typeface="Times New Roman"/>
                <a:cs typeface="Times New Roman"/>
              </a:rPr>
              <a:t>int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3564" y="4821007"/>
            <a:ext cx="3256279" cy="709295"/>
            <a:chOff x="133564" y="4821007"/>
            <a:chExt cx="3256279" cy="709295"/>
          </a:xfrm>
        </p:grpSpPr>
        <p:sp>
          <p:nvSpPr>
            <p:cNvPr id="10" name="object 10"/>
            <p:cNvSpPr/>
            <p:nvPr/>
          </p:nvSpPr>
          <p:spPr>
            <a:xfrm>
              <a:off x="1607820" y="4830317"/>
              <a:ext cx="279400" cy="307975"/>
            </a:xfrm>
            <a:custGeom>
              <a:avLst/>
              <a:gdLst/>
              <a:ahLst/>
              <a:cxnLst/>
              <a:rect l="l" t="t" r="r" b="b"/>
              <a:pathLst>
                <a:path w="279400" h="307975">
                  <a:moveTo>
                    <a:pt x="139731" y="0"/>
                  </a:moveTo>
                  <a:lnTo>
                    <a:pt x="0" y="90202"/>
                  </a:lnTo>
                  <a:lnTo>
                    <a:pt x="279368" y="90202"/>
                  </a:lnTo>
                  <a:lnTo>
                    <a:pt x="139731" y="0"/>
                  </a:lnTo>
                  <a:close/>
                </a:path>
                <a:path w="279400" h="307975">
                  <a:moveTo>
                    <a:pt x="127254" y="90202"/>
                  </a:moveTo>
                  <a:lnTo>
                    <a:pt x="127254" y="307943"/>
                  </a:lnTo>
                </a:path>
              </a:pathLst>
            </a:custGeom>
            <a:ln w="1862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2875" y="5517832"/>
              <a:ext cx="3237865" cy="3175"/>
            </a:xfrm>
            <a:custGeom>
              <a:avLst/>
              <a:gdLst/>
              <a:ahLst/>
              <a:cxnLst/>
              <a:rect l="l" t="t" r="r" b="b"/>
              <a:pathLst>
                <a:path w="3237865" h="3175">
                  <a:moveTo>
                    <a:pt x="0" y="3143"/>
                  </a:moveTo>
                  <a:lnTo>
                    <a:pt x="3237261" y="0"/>
                  </a:lnTo>
                </a:path>
              </a:pathLst>
            </a:custGeom>
            <a:ln w="186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5632" y="4466272"/>
            <a:ext cx="3225165" cy="345440"/>
          </a:xfrm>
          <a:prstGeom prst="rect">
            <a:avLst/>
          </a:prstGeom>
          <a:ln w="1862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6540">
              <a:lnSpc>
                <a:spcPts val="2335"/>
              </a:lnSpc>
            </a:pPr>
            <a:r>
              <a:rPr sz="2000" spc="-10" dirty="0">
                <a:latin typeface="Times New Roman"/>
                <a:cs typeface="Times New Roman"/>
              </a:rPr>
              <a:t>java.awt.event.InputEvent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39055" y="2505456"/>
            <a:ext cx="3830320" cy="3066415"/>
            <a:chOff x="4639055" y="2505456"/>
            <a:chExt cx="3830320" cy="3066415"/>
          </a:xfrm>
        </p:grpSpPr>
        <p:sp>
          <p:nvSpPr>
            <p:cNvPr id="14" name="object 14"/>
            <p:cNvSpPr/>
            <p:nvPr/>
          </p:nvSpPr>
          <p:spPr>
            <a:xfrm>
              <a:off x="4648199" y="2514600"/>
              <a:ext cx="3810000" cy="3048000"/>
            </a:xfrm>
            <a:custGeom>
              <a:avLst/>
              <a:gdLst/>
              <a:ahLst/>
              <a:cxnLst/>
              <a:rect l="l" t="t" r="r" b="b"/>
              <a:pathLst>
                <a:path w="3810000" h="3048000">
                  <a:moveTo>
                    <a:pt x="3810000" y="3048000"/>
                  </a:moveTo>
                  <a:lnTo>
                    <a:pt x="0" y="3048000"/>
                  </a:lnTo>
                  <a:lnTo>
                    <a:pt x="0" y="0"/>
                  </a:lnTo>
                  <a:lnTo>
                    <a:pt x="3810000" y="0"/>
                  </a:lnTo>
                  <a:lnTo>
                    <a:pt x="3810000" y="3048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39055" y="2505456"/>
              <a:ext cx="3830320" cy="3066415"/>
            </a:xfrm>
            <a:custGeom>
              <a:avLst/>
              <a:gdLst/>
              <a:ahLst/>
              <a:cxnLst/>
              <a:rect l="l" t="t" r="r" b="b"/>
              <a:pathLst>
                <a:path w="3830320" h="3066415">
                  <a:moveTo>
                    <a:pt x="3829811" y="3066288"/>
                  </a:moveTo>
                  <a:lnTo>
                    <a:pt x="0" y="3066288"/>
                  </a:lnTo>
                  <a:lnTo>
                    <a:pt x="0" y="0"/>
                  </a:lnTo>
                  <a:lnTo>
                    <a:pt x="3829811" y="0"/>
                  </a:lnTo>
                  <a:lnTo>
                    <a:pt x="3829811" y="9144"/>
                  </a:lnTo>
                  <a:lnTo>
                    <a:pt x="19812" y="9144"/>
                  </a:lnTo>
                  <a:lnTo>
                    <a:pt x="9144" y="19812"/>
                  </a:lnTo>
                  <a:lnTo>
                    <a:pt x="19812" y="19812"/>
                  </a:lnTo>
                  <a:lnTo>
                    <a:pt x="19812" y="3048000"/>
                  </a:lnTo>
                  <a:lnTo>
                    <a:pt x="9144" y="3048000"/>
                  </a:lnTo>
                  <a:lnTo>
                    <a:pt x="19812" y="3057144"/>
                  </a:lnTo>
                  <a:lnTo>
                    <a:pt x="3829811" y="3057144"/>
                  </a:lnTo>
                  <a:lnTo>
                    <a:pt x="3829811" y="3066288"/>
                  </a:lnTo>
                  <a:close/>
                </a:path>
                <a:path w="3830320" h="3066415">
                  <a:moveTo>
                    <a:pt x="19812" y="19812"/>
                  </a:moveTo>
                  <a:lnTo>
                    <a:pt x="9144" y="19812"/>
                  </a:lnTo>
                  <a:lnTo>
                    <a:pt x="19812" y="9144"/>
                  </a:lnTo>
                  <a:lnTo>
                    <a:pt x="19812" y="19812"/>
                  </a:lnTo>
                  <a:close/>
                </a:path>
                <a:path w="3830320" h="3066415">
                  <a:moveTo>
                    <a:pt x="3810000" y="19812"/>
                  </a:moveTo>
                  <a:lnTo>
                    <a:pt x="19812" y="19812"/>
                  </a:lnTo>
                  <a:lnTo>
                    <a:pt x="19812" y="9144"/>
                  </a:lnTo>
                  <a:lnTo>
                    <a:pt x="3810000" y="9144"/>
                  </a:lnTo>
                  <a:lnTo>
                    <a:pt x="3810000" y="19812"/>
                  </a:lnTo>
                  <a:close/>
                </a:path>
                <a:path w="3830320" h="3066415">
                  <a:moveTo>
                    <a:pt x="3810000" y="3057144"/>
                  </a:moveTo>
                  <a:lnTo>
                    <a:pt x="3810000" y="9144"/>
                  </a:lnTo>
                  <a:lnTo>
                    <a:pt x="3819144" y="19812"/>
                  </a:lnTo>
                  <a:lnTo>
                    <a:pt x="3829811" y="19812"/>
                  </a:lnTo>
                  <a:lnTo>
                    <a:pt x="3829811" y="3048000"/>
                  </a:lnTo>
                  <a:lnTo>
                    <a:pt x="3819144" y="3048000"/>
                  </a:lnTo>
                  <a:lnTo>
                    <a:pt x="3810000" y="3057144"/>
                  </a:lnTo>
                  <a:close/>
                </a:path>
                <a:path w="3830320" h="3066415">
                  <a:moveTo>
                    <a:pt x="3829811" y="19812"/>
                  </a:moveTo>
                  <a:lnTo>
                    <a:pt x="3819144" y="19812"/>
                  </a:lnTo>
                  <a:lnTo>
                    <a:pt x="3810000" y="9144"/>
                  </a:lnTo>
                  <a:lnTo>
                    <a:pt x="3829811" y="9144"/>
                  </a:lnTo>
                  <a:lnTo>
                    <a:pt x="3829811" y="19812"/>
                  </a:lnTo>
                  <a:close/>
                </a:path>
                <a:path w="3830320" h="3066415">
                  <a:moveTo>
                    <a:pt x="19812" y="3057144"/>
                  </a:moveTo>
                  <a:lnTo>
                    <a:pt x="9144" y="3048000"/>
                  </a:lnTo>
                  <a:lnTo>
                    <a:pt x="19812" y="3048000"/>
                  </a:lnTo>
                  <a:lnTo>
                    <a:pt x="19812" y="3057144"/>
                  </a:lnTo>
                  <a:close/>
                </a:path>
                <a:path w="3830320" h="3066415">
                  <a:moveTo>
                    <a:pt x="3810000" y="3057144"/>
                  </a:moveTo>
                  <a:lnTo>
                    <a:pt x="19812" y="3057144"/>
                  </a:lnTo>
                  <a:lnTo>
                    <a:pt x="19812" y="3048000"/>
                  </a:lnTo>
                  <a:lnTo>
                    <a:pt x="3810000" y="3048000"/>
                  </a:lnTo>
                  <a:lnTo>
                    <a:pt x="3810000" y="3057144"/>
                  </a:lnTo>
                  <a:close/>
                </a:path>
                <a:path w="3830320" h="3066415">
                  <a:moveTo>
                    <a:pt x="3829811" y="3057144"/>
                  </a:moveTo>
                  <a:lnTo>
                    <a:pt x="3810000" y="3057144"/>
                  </a:lnTo>
                  <a:lnTo>
                    <a:pt x="3819144" y="3048000"/>
                  </a:lnTo>
                  <a:lnTo>
                    <a:pt x="3829811" y="3048000"/>
                  </a:lnTo>
                  <a:lnTo>
                    <a:pt x="3829811" y="3057144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67726" y="2290050"/>
            <a:ext cx="45523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05130" algn="l"/>
              </a:tabLst>
            </a:pPr>
            <a:r>
              <a:rPr sz="2800" spc="-50" dirty="0">
                <a:latin typeface="Arial MT"/>
                <a:cs typeface="Arial MT"/>
              </a:rPr>
              <a:t>–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25" dirty="0">
                <a:latin typeface="Calibri"/>
                <a:cs typeface="Calibri"/>
              </a:rPr>
              <a:t>keyPressed(KeyEvent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3600" spc="-30" baseline="-34722" dirty="0">
                <a:latin typeface="Times New Roman"/>
                <a:cs typeface="Times New Roman"/>
              </a:rPr>
              <a:t>Home</a:t>
            </a:r>
            <a:endParaRPr sz="3600" baseline="-34722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31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67726" y="2802057"/>
            <a:ext cx="48526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05130" algn="l"/>
                <a:tab pos="3771265" algn="l"/>
              </a:tabLst>
            </a:pPr>
            <a:r>
              <a:rPr sz="2800" spc="-50" dirty="0">
                <a:latin typeface="Arial MT"/>
                <a:cs typeface="Arial MT"/>
              </a:rPr>
              <a:t>–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10" dirty="0">
                <a:latin typeface="Calibri"/>
                <a:cs typeface="Calibri"/>
              </a:rPr>
              <a:t>keyReleased(KeyEvent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3600" baseline="-8101" dirty="0">
                <a:latin typeface="Times New Roman"/>
                <a:cs typeface="Times New Roman"/>
              </a:rPr>
              <a:t>Page</a:t>
            </a:r>
            <a:r>
              <a:rPr sz="3600" spc="-15" baseline="-8101" dirty="0">
                <a:latin typeface="Times New Roman"/>
                <a:cs typeface="Times New Roman"/>
              </a:rPr>
              <a:t> </a:t>
            </a:r>
            <a:r>
              <a:rPr sz="3600" spc="-37" baseline="-8101" dirty="0">
                <a:latin typeface="Times New Roman"/>
                <a:cs typeface="Times New Roman"/>
              </a:rPr>
              <a:t>Up</a:t>
            </a:r>
            <a:endParaRPr sz="3600" baseline="-8101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46671" y="2532402"/>
            <a:ext cx="13157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Lucida Console"/>
                <a:cs typeface="Lucida Console"/>
              </a:rPr>
              <a:t>VK_HOME VK_PGUP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55662" y="3263890"/>
            <a:ext cx="1315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Lucida Console"/>
                <a:cs typeface="Lucida Console"/>
              </a:rPr>
              <a:t>VK_PGDN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26866" y="3263890"/>
            <a:ext cx="152527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Page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Down</a:t>
            </a:r>
            <a:endParaRPr sz="2400">
              <a:latin typeface="Times New Roman"/>
              <a:cs typeface="Times New Roman"/>
            </a:endParaRPr>
          </a:p>
          <a:p>
            <a:pPr marL="240665">
              <a:lnSpc>
                <a:spcPts val="2860"/>
              </a:lnSpc>
              <a:spcBef>
                <a:spcPts val="35"/>
              </a:spcBef>
            </a:pPr>
            <a:r>
              <a:rPr sz="2400" spc="-50" dirty="0">
                <a:latin typeface="Times New Roman"/>
                <a:cs typeface="Times New Roman"/>
              </a:rPr>
              <a:t>…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60"/>
              </a:lnSpc>
            </a:pPr>
            <a:r>
              <a:rPr sz="2400" dirty="0">
                <a:latin typeface="Times New Roman"/>
                <a:cs typeface="Times New Roman"/>
              </a:rPr>
              <a:t>Arrow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Keys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5662" y="3995378"/>
            <a:ext cx="9467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Lucida Console"/>
                <a:cs typeface="Lucida Console"/>
              </a:rPr>
              <a:t>VK_UP</a:t>
            </a:r>
            <a:endParaRPr sz="2400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07740" y="4361197"/>
            <a:ext cx="5484495" cy="180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1430" marR="144843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Lucida Console"/>
                <a:cs typeface="Lucida Console"/>
              </a:rPr>
              <a:t>VK_DOWN VK_RIGHT VK_LEFT</a:t>
            </a:r>
            <a:endParaRPr sz="2400">
              <a:latin typeface="Lucida Console"/>
              <a:cs typeface="Lucida Console"/>
            </a:endParaRPr>
          </a:p>
          <a:p>
            <a:pPr marL="12700" marR="5080">
              <a:lnSpc>
                <a:spcPct val="124800"/>
              </a:lnSpc>
              <a:spcBef>
                <a:spcPts val="414"/>
              </a:spcBef>
            </a:pPr>
            <a:r>
              <a:rPr sz="1650" dirty="0">
                <a:latin typeface="Times New Roman"/>
                <a:cs typeface="Times New Roman"/>
              </a:rPr>
              <a:t>Returns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character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associated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with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10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key</a:t>
            </a:r>
            <a:r>
              <a:rPr sz="1650" spc="-9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this</a:t>
            </a:r>
            <a:r>
              <a:rPr sz="1650" spc="-5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event. </a:t>
            </a:r>
            <a:r>
              <a:rPr sz="1650" dirty="0">
                <a:latin typeface="Times New Roman"/>
                <a:cs typeface="Times New Roman"/>
              </a:rPr>
              <a:t>Returns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integer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keyCode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associated</a:t>
            </a:r>
            <a:r>
              <a:rPr sz="1650" spc="-3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with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key</a:t>
            </a:r>
            <a:r>
              <a:rPr sz="1650" spc="-10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</a:t>
            </a:r>
            <a:r>
              <a:rPr sz="1650" spc="-6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this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spc="-10" dirty="0">
                <a:latin typeface="Times New Roman"/>
                <a:cs typeface="Times New Roman"/>
              </a:rPr>
              <a:t>event.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32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535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Timer</a:t>
            </a:r>
            <a:r>
              <a:rPr sz="4400" spc="-50" dirty="0"/>
              <a:t> </a:t>
            </a:r>
            <a:r>
              <a:rPr sz="4400" spc="-25" dirty="0"/>
              <a:t>Events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845" y="1226277"/>
            <a:ext cx="774255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Use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timers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java.awt.Timer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class)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control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animations,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trigger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other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events,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etc.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587" y="3341560"/>
            <a:ext cx="2890520" cy="372745"/>
          </a:xfrm>
          <a:prstGeom prst="rect">
            <a:avLst/>
          </a:prstGeom>
          <a:ln w="2469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43560">
              <a:lnSpc>
                <a:spcPts val="2145"/>
              </a:lnSpc>
            </a:pPr>
            <a:r>
              <a:rPr sz="1950" spc="-10" dirty="0">
                <a:latin typeface="Times New Roman"/>
                <a:cs typeface="Times New Roman"/>
              </a:rPr>
              <a:t>javax.swing.Timer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587" y="3713988"/>
            <a:ext cx="2890520" cy="2334260"/>
          </a:xfrm>
          <a:prstGeom prst="rect">
            <a:avLst/>
          </a:prstGeom>
          <a:ln w="24698">
            <a:solidFill>
              <a:srgbClr val="000000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 marL="345440" marR="399415" indent="-271780">
              <a:lnSpc>
                <a:spcPts val="1939"/>
              </a:lnSpc>
              <a:spcBef>
                <a:spcPts val="800"/>
              </a:spcBef>
            </a:pPr>
            <a:r>
              <a:rPr sz="1750" spc="-45" dirty="0">
                <a:latin typeface="Times New Roman"/>
                <a:cs typeface="Times New Roman"/>
              </a:rPr>
              <a:t>+Timer(</a:t>
            </a:r>
            <a:r>
              <a:rPr sz="1750" spc="-2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delay: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int,</a:t>
            </a:r>
            <a:r>
              <a:rPr sz="1750" spc="-9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listener: ActionListener)</a:t>
            </a:r>
            <a:endParaRPr sz="1750">
              <a:latin typeface="Times New Roman"/>
              <a:cs typeface="Times New Roman"/>
            </a:endParaRPr>
          </a:p>
          <a:p>
            <a:pPr marL="370205" marR="248285" indent="-295910">
              <a:lnSpc>
                <a:spcPts val="1960"/>
              </a:lnSpc>
              <a:spcBef>
                <a:spcPts val="795"/>
              </a:spcBef>
            </a:pPr>
            <a:r>
              <a:rPr sz="1750" spc="-10" dirty="0">
                <a:latin typeface="Times New Roman"/>
                <a:cs typeface="Times New Roman"/>
              </a:rPr>
              <a:t>+addActionListener(listener: </a:t>
            </a:r>
            <a:r>
              <a:rPr sz="1750" dirty="0">
                <a:latin typeface="Times New Roman"/>
                <a:cs typeface="Times New Roman"/>
              </a:rPr>
              <a:t>ActionListener):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void</a:t>
            </a:r>
            <a:endParaRPr sz="175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590"/>
              </a:spcBef>
            </a:pPr>
            <a:r>
              <a:rPr sz="1750" spc="-65" dirty="0">
                <a:latin typeface="Times New Roman"/>
                <a:cs typeface="Times New Roman"/>
              </a:rPr>
              <a:t>+sta</a:t>
            </a:r>
            <a:r>
              <a:rPr sz="1750" spc="-254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rt():</a:t>
            </a:r>
            <a:r>
              <a:rPr sz="1750" spc="-7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void</a:t>
            </a:r>
            <a:endParaRPr sz="175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635"/>
              </a:spcBef>
            </a:pPr>
            <a:r>
              <a:rPr sz="1750" spc="-45" dirty="0">
                <a:latin typeface="Times New Roman"/>
                <a:cs typeface="Times New Roman"/>
              </a:rPr>
              <a:t>+stop(</a:t>
            </a:r>
            <a:r>
              <a:rPr sz="1750" spc="-2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):</a:t>
            </a:r>
            <a:r>
              <a:rPr sz="1750" spc="4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void</a:t>
            </a:r>
            <a:endParaRPr sz="1750">
              <a:latin typeface="Times New Roman"/>
              <a:cs typeface="Times New Roman"/>
            </a:endParaRPr>
          </a:p>
          <a:p>
            <a:pPr marL="74295">
              <a:lnSpc>
                <a:spcPct val="100000"/>
              </a:lnSpc>
              <a:spcBef>
                <a:spcPts val="445"/>
              </a:spcBef>
            </a:pPr>
            <a:r>
              <a:rPr sz="1750" dirty="0">
                <a:latin typeface="Times New Roman"/>
                <a:cs typeface="Times New Roman"/>
              </a:rPr>
              <a:t>+setDelay(delay:</a:t>
            </a:r>
            <a:r>
              <a:rPr sz="1750" spc="-7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int):</a:t>
            </a:r>
            <a:r>
              <a:rPr sz="1750" spc="-7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void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1416" y="3776097"/>
            <a:ext cx="5525770" cy="890269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35890" marR="5080" indent="-123825">
              <a:lnSpc>
                <a:spcPts val="1939"/>
              </a:lnSpc>
              <a:spcBef>
                <a:spcPts val="310"/>
              </a:spcBef>
            </a:pPr>
            <a:r>
              <a:rPr sz="1750" dirty="0">
                <a:latin typeface="Times New Roman"/>
                <a:cs typeface="Times New Roman"/>
              </a:rPr>
              <a:t>Creates</a:t>
            </a:r>
            <a:r>
              <a:rPr sz="1750" spc="-1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Timer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with</a:t>
            </a:r>
            <a:r>
              <a:rPr sz="1750" spc="-1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17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specified</a:t>
            </a:r>
            <a:r>
              <a:rPr sz="1750" spc="60" dirty="0">
                <a:latin typeface="Times New Roman"/>
                <a:cs typeface="Times New Roman"/>
              </a:rPr>
              <a:t> </a:t>
            </a:r>
            <a:r>
              <a:rPr sz="1750" spc="-55" dirty="0">
                <a:latin typeface="Times New Roman"/>
                <a:cs typeface="Times New Roman"/>
              </a:rPr>
              <a:t>dela</a:t>
            </a:r>
            <a:r>
              <a:rPr sz="1750" spc="-2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y</a:t>
            </a:r>
            <a:r>
              <a:rPr sz="1750" spc="-145" dirty="0">
                <a:latin typeface="Times New Roman"/>
                <a:cs typeface="Times New Roman"/>
              </a:rPr>
              <a:t> </a:t>
            </a:r>
            <a:r>
              <a:rPr sz="1750" spc="50" dirty="0">
                <a:latin typeface="Times New Roman"/>
                <a:cs typeface="Times New Roman"/>
              </a:rPr>
              <a:t>in</a:t>
            </a:r>
            <a:r>
              <a:rPr sz="1750" spc="6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milliseconds</a:t>
            </a:r>
            <a:r>
              <a:rPr sz="1750" spc="-1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-2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nd</a:t>
            </a:r>
            <a:r>
              <a:rPr sz="1750" spc="85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an </a:t>
            </a:r>
            <a:r>
              <a:rPr sz="1750" spc="-10" dirty="0">
                <a:latin typeface="Times New Roman"/>
                <a:cs typeface="Times New Roman"/>
              </a:rPr>
              <a:t>ActionListener.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750" dirty="0">
                <a:latin typeface="Times New Roman"/>
                <a:cs typeface="Times New Roman"/>
              </a:rPr>
              <a:t>Adds</a:t>
            </a:r>
            <a:r>
              <a:rPr sz="1750" spc="-15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an</a:t>
            </a:r>
            <a:r>
              <a:rPr sz="1750" spc="-1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ActionListener</a:t>
            </a:r>
            <a:r>
              <a:rPr sz="1750" spc="10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to</a:t>
            </a:r>
            <a:r>
              <a:rPr sz="1750" spc="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the</a:t>
            </a:r>
            <a:r>
              <a:rPr sz="1750" spc="-8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timer.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1416" y="4889067"/>
            <a:ext cx="3344545" cy="1043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858645">
              <a:lnSpc>
                <a:spcPct val="130300"/>
              </a:lnSpc>
              <a:spcBef>
                <a:spcPts val="95"/>
              </a:spcBef>
            </a:pPr>
            <a:r>
              <a:rPr sz="1750" dirty="0">
                <a:latin typeface="Times New Roman"/>
                <a:cs typeface="Times New Roman"/>
              </a:rPr>
              <a:t>Starts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this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timer. </a:t>
            </a:r>
            <a:r>
              <a:rPr sz="1750" dirty="0">
                <a:latin typeface="Times New Roman"/>
                <a:cs typeface="Times New Roman"/>
              </a:rPr>
              <a:t>Stops</a:t>
            </a:r>
            <a:r>
              <a:rPr sz="1750" spc="-10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this</a:t>
            </a:r>
            <a:r>
              <a:rPr sz="1750" spc="135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timer.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750" dirty="0">
                <a:latin typeface="Times New Roman"/>
                <a:cs typeface="Times New Roman"/>
              </a:rPr>
              <a:t>Sets</a:t>
            </a:r>
            <a:r>
              <a:rPr sz="1750" spc="-1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a</a:t>
            </a:r>
            <a:r>
              <a:rPr sz="1750" spc="1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new</a:t>
            </a:r>
            <a:r>
              <a:rPr sz="1750" spc="40" dirty="0">
                <a:latin typeface="Times New Roman"/>
                <a:cs typeface="Times New Roman"/>
              </a:rPr>
              <a:t> </a:t>
            </a:r>
            <a:r>
              <a:rPr sz="1750" spc="-55" dirty="0">
                <a:latin typeface="Times New Roman"/>
                <a:cs typeface="Times New Roman"/>
              </a:rPr>
              <a:t>de</a:t>
            </a:r>
            <a:r>
              <a:rPr sz="1750" spc="-254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lay</a:t>
            </a:r>
            <a:r>
              <a:rPr sz="1750" spc="4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value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spc="-40" dirty="0">
                <a:latin typeface="Times New Roman"/>
                <a:cs typeface="Times New Roman"/>
              </a:rPr>
              <a:t>for</a:t>
            </a:r>
            <a:r>
              <a:rPr sz="1750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this</a:t>
            </a:r>
            <a:r>
              <a:rPr sz="1750" spc="60" dirty="0">
                <a:latin typeface="Times New Roman"/>
                <a:cs typeface="Times New Roman"/>
              </a:rPr>
              <a:t> </a:t>
            </a:r>
            <a:r>
              <a:rPr sz="1750" spc="-10" dirty="0">
                <a:latin typeface="Times New Roman"/>
                <a:cs typeface="Times New Roman"/>
              </a:rPr>
              <a:t>timer.</a:t>
            </a:r>
            <a:endParaRPr sz="1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353555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99" y="0"/>
                </a:lnTo>
              </a:path>
            </a:pathLst>
          </a:custGeom>
          <a:ln w="9144">
            <a:solidFill>
              <a:srgbClr val="BF504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5675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190500"/>
                </a:moveTo>
                <a:lnTo>
                  <a:pt x="0" y="0"/>
                </a:lnTo>
                <a:lnTo>
                  <a:pt x="120396" y="96012"/>
                </a:lnTo>
                <a:lnTo>
                  <a:pt x="0" y="190500"/>
                </a:lnTo>
                <a:close/>
              </a:path>
            </a:pathLst>
          </a:custGeom>
          <a:solidFill>
            <a:srgbClr val="BF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1981200"/>
            <a:ext cx="3962400" cy="26670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1143000"/>
            <a:ext cx="4572000" cy="5410200"/>
            <a:chOff x="0" y="1143000"/>
            <a:chExt cx="4572000" cy="54102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143000"/>
              <a:ext cx="4572000" cy="54102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92608" y="1937004"/>
              <a:ext cx="1778635" cy="254635"/>
            </a:xfrm>
            <a:custGeom>
              <a:avLst/>
              <a:gdLst/>
              <a:ahLst/>
              <a:cxnLst/>
              <a:rect l="l" t="t" r="r" b="b"/>
              <a:pathLst>
                <a:path w="1778635" h="254635">
                  <a:moveTo>
                    <a:pt x="1778508" y="254507"/>
                  </a:moveTo>
                  <a:lnTo>
                    <a:pt x="0" y="254507"/>
                  </a:lnTo>
                  <a:lnTo>
                    <a:pt x="0" y="0"/>
                  </a:lnTo>
                  <a:lnTo>
                    <a:pt x="1778508" y="0"/>
                  </a:lnTo>
                  <a:lnTo>
                    <a:pt x="1778508" y="13716"/>
                  </a:lnTo>
                  <a:lnTo>
                    <a:pt x="25908" y="13716"/>
                  </a:lnTo>
                  <a:lnTo>
                    <a:pt x="12192" y="25908"/>
                  </a:lnTo>
                  <a:lnTo>
                    <a:pt x="25908" y="25908"/>
                  </a:lnTo>
                  <a:lnTo>
                    <a:pt x="25908" y="228600"/>
                  </a:lnTo>
                  <a:lnTo>
                    <a:pt x="12192" y="228600"/>
                  </a:lnTo>
                  <a:lnTo>
                    <a:pt x="25908" y="242316"/>
                  </a:lnTo>
                  <a:lnTo>
                    <a:pt x="1778508" y="242316"/>
                  </a:lnTo>
                  <a:lnTo>
                    <a:pt x="1778508" y="254507"/>
                  </a:lnTo>
                  <a:close/>
                </a:path>
                <a:path w="1778635" h="254635">
                  <a:moveTo>
                    <a:pt x="25908" y="25908"/>
                  </a:moveTo>
                  <a:lnTo>
                    <a:pt x="12192" y="25908"/>
                  </a:lnTo>
                  <a:lnTo>
                    <a:pt x="25908" y="13716"/>
                  </a:lnTo>
                  <a:lnTo>
                    <a:pt x="25908" y="25908"/>
                  </a:lnTo>
                  <a:close/>
                </a:path>
                <a:path w="1778635" h="254635">
                  <a:moveTo>
                    <a:pt x="1752600" y="25908"/>
                  </a:moveTo>
                  <a:lnTo>
                    <a:pt x="25908" y="25908"/>
                  </a:lnTo>
                  <a:lnTo>
                    <a:pt x="25908" y="13716"/>
                  </a:lnTo>
                  <a:lnTo>
                    <a:pt x="1752600" y="13716"/>
                  </a:lnTo>
                  <a:lnTo>
                    <a:pt x="1752600" y="25908"/>
                  </a:lnTo>
                  <a:close/>
                </a:path>
                <a:path w="1778635" h="254635">
                  <a:moveTo>
                    <a:pt x="1752600" y="242316"/>
                  </a:moveTo>
                  <a:lnTo>
                    <a:pt x="1752600" y="13716"/>
                  </a:lnTo>
                  <a:lnTo>
                    <a:pt x="1764792" y="25908"/>
                  </a:lnTo>
                  <a:lnTo>
                    <a:pt x="1778508" y="25908"/>
                  </a:lnTo>
                  <a:lnTo>
                    <a:pt x="1778508" y="228600"/>
                  </a:lnTo>
                  <a:lnTo>
                    <a:pt x="1764792" y="228600"/>
                  </a:lnTo>
                  <a:lnTo>
                    <a:pt x="1752600" y="242316"/>
                  </a:lnTo>
                  <a:close/>
                </a:path>
                <a:path w="1778635" h="254635">
                  <a:moveTo>
                    <a:pt x="1778508" y="25908"/>
                  </a:moveTo>
                  <a:lnTo>
                    <a:pt x="1764792" y="25908"/>
                  </a:lnTo>
                  <a:lnTo>
                    <a:pt x="1752600" y="13716"/>
                  </a:lnTo>
                  <a:lnTo>
                    <a:pt x="1778508" y="13716"/>
                  </a:lnTo>
                  <a:lnTo>
                    <a:pt x="1778508" y="25908"/>
                  </a:lnTo>
                  <a:close/>
                </a:path>
                <a:path w="1778635" h="254635">
                  <a:moveTo>
                    <a:pt x="25908" y="242316"/>
                  </a:moveTo>
                  <a:lnTo>
                    <a:pt x="12192" y="228600"/>
                  </a:lnTo>
                  <a:lnTo>
                    <a:pt x="25908" y="228600"/>
                  </a:lnTo>
                  <a:lnTo>
                    <a:pt x="25908" y="242316"/>
                  </a:lnTo>
                  <a:close/>
                </a:path>
                <a:path w="1778635" h="254635">
                  <a:moveTo>
                    <a:pt x="1752600" y="242316"/>
                  </a:moveTo>
                  <a:lnTo>
                    <a:pt x="25908" y="242316"/>
                  </a:lnTo>
                  <a:lnTo>
                    <a:pt x="25908" y="228600"/>
                  </a:lnTo>
                  <a:lnTo>
                    <a:pt x="1752600" y="228600"/>
                  </a:lnTo>
                  <a:lnTo>
                    <a:pt x="1752600" y="242316"/>
                  </a:lnTo>
                  <a:close/>
                </a:path>
                <a:path w="1778635" h="254635">
                  <a:moveTo>
                    <a:pt x="1778508" y="242316"/>
                  </a:moveTo>
                  <a:lnTo>
                    <a:pt x="1752600" y="242316"/>
                  </a:lnTo>
                  <a:lnTo>
                    <a:pt x="1764792" y="228600"/>
                  </a:lnTo>
                  <a:lnTo>
                    <a:pt x="1778508" y="228600"/>
                  </a:lnTo>
                  <a:lnTo>
                    <a:pt x="1778508" y="24231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73149" y="410936"/>
            <a:ext cx="3249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Handling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Simple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Events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3293" y="1933444"/>
            <a:ext cx="15957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Implementing</a:t>
            </a:r>
            <a:r>
              <a:rPr sz="1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Times New Roman"/>
                <a:cs typeface="Times New Roman"/>
              </a:rPr>
              <a:t>listener interface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8808" y="4559807"/>
            <a:ext cx="2388235" cy="559435"/>
          </a:xfrm>
          <a:custGeom>
            <a:avLst/>
            <a:gdLst/>
            <a:ahLst/>
            <a:cxnLst/>
            <a:rect l="l" t="t" r="r" b="b"/>
            <a:pathLst>
              <a:path w="2388235" h="559435">
                <a:moveTo>
                  <a:pt x="2388108" y="559308"/>
                </a:moveTo>
                <a:lnTo>
                  <a:pt x="0" y="559308"/>
                </a:lnTo>
                <a:lnTo>
                  <a:pt x="0" y="0"/>
                </a:lnTo>
                <a:lnTo>
                  <a:pt x="2388108" y="0"/>
                </a:lnTo>
                <a:lnTo>
                  <a:pt x="2388108" y="12192"/>
                </a:lnTo>
                <a:lnTo>
                  <a:pt x="25908" y="12192"/>
                </a:lnTo>
                <a:lnTo>
                  <a:pt x="12192" y="25908"/>
                </a:lnTo>
                <a:lnTo>
                  <a:pt x="25908" y="25908"/>
                </a:lnTo>
                <a:lnTo>
                  <a:pt x="25908" y="533400"/>
                </a:lnTo>
                <a:lnTo>
                  <a:pt x="12192" y="533400"/>
                </a:lnTo>
                <a:lnTo>
                  <a:pt x="25908" y="545592"/>
                </a:lnTo>
                <a:lnTo>
                  <a:pt x="2388108" y="545592"/>
                </a:lnTo>
                <a:lnTo>
                  <a:pt x="2388108" y="559308"/>
                </a:lnTo>
                <a:close/>
              </a:path>
              <a:path w="2388235" h="559435">
                <a:moveTo>
                  <a:pt x="25908" y="25908"/>
                </a:moveTo>
                <a:lnTo>
                  <a:pt x="12192" y="25908"/>
                </a:lnTo>
                <a:lnTo>
                  <a:pt x="25908" y="12192"/>
                </a:lnTo>
                <a:lnTo>
                  <a:pt x="25908" y="25908"/>
                </a:lnTo>
                <a:close/>
              </a:path>
              <a:path w="2388235" h="559435">
                <a:moveTo>
                  <a:pt x="2362200" y="25908"/>
                </a:moveTo>
                <a:lnTo>
                  <a:pt x="25908" y="25908"/>
                </a:lnTo>
                <a:lnTo>
                  <a:pt x="25908" y="12192"/>
                </a:lnTo>
                <a:lnTo>
                  <a:pt x="2362200" y="12192"/>
                </a:lnTo>
                <a:lnTo>
                  <a:pt x="2362200" y="25908"/>
                </a:lnTo>
                <a:close/>
              </a:path>
              <a:path w="2388235" h="559435">
                <a:moveTo>
                  <a:pt x="2362200" y="545592"/>
                </a:moveTo>
                <a:lnTo>
                  <a:pt x="2362200" y="12192"/>
                </a:lnTo>
                <a:lnTo>
                  <a:pt x="2374392" y="25908"/>
                </a:lnTo>
                <a:lnTo>
                  <a:pt x="2388108" y="25908"/>
                </a:lnTo>
                <a:lnTo>
                  <a:pt x="2388108" y="533400"/>
                </a:lnTo>
                <a:lnTo>
                  <a:pt x="2374392" y="533400"/>
                </a:lnTo>
                <a:lnTo>
                  <a:pt x="2362200" y="545592"/>
                </a:lnTo>
                <a:close/>
              </a:path>
              <a:path w="2388235" h="559435">
                <a:moveTo>
                  <a:pt x="2388108" y="25908"/>
                </a:moveTo>
                <a:lnTo>
                  <a:pt x="2374392" y="25908"/>
                </a:lnTo>
                <a:lnTo>
                  <a:pt x="2362200" y="12192"/>
                </a:lnTo>
                <a:lnTo>
                  <a:pt x="2388108" y="12192"/>
                </a:lnTo>
                <a:lnTo>
                  <a:pt x="2388108" y="25908"/>
                </a:lnTo>
                <a:close/>
              </a:path>
              <a:path w="2388235" h="559435">
                <a:moveTo>
                  <a:pt x="25908" y="545592"/>
                </a:moveTo>
                <a:lnTo>
                  <a:pt x="12192" y="533400"/>
                </a:lnTo>
                <a:lnTo>
                  <a:pt x="25908" y="533400"/>
                </a:lnTo>
                <a:lnTo>
                  <a:pt x="25908" y="545592"/>
                </a:lnTo>
                <a:close/>
              </a:path>
              <a:path w="2388235" h="559435">
                <a:moveTo>
                  <a:pt x="2362200" y="545592"/>
                </a:moveTo>
                <a:lnTo>
                  <a:pt x="25908" y="545592"/>
                </a:lnTo>
                <a:lnTo>
                  <a:pt x="25908" y="533400"/>
                </a:lnTo>
                <a:lnTo>
                  <a:pt x="2362200" y="533400"/>
                </a:lnTo>
                <a:lnTo>
                  <a:pt x="2362200" y="545592"/>
                </a:lnTo>
                <a:close/>
              </a:path>
              <a:path w="2388235" h="559435">
                <a:moveTo>
                  <a:pt x="2388108" y="545592"/>
                </a:moveTo>
                <a:lnTo>
                  <a:pt x="2362200" y="545592"/>
                </a:lnTo>
                <a:lnTo>
                  <a:pt x="2374392" y="533400"/>
                </a:lnTo>
                <a:lnTo>
                  <a:pt x="2388108" y="533400"/>
                </a:lnTo>
                <a:lnTo>
                  <a:pt x="2388108" y="5455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898146" y="4219439"/>
            <a:ext cx="15087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Registering</a:t>
            </a:r>
            <a:r>
              <a:rPr sz="1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frame</a:t>
            </a:r>
            <a:r>
              <a:rPr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FF0000"/>
                </a:solidFill>
                <a:latin typeface="Times New Roman"/>
                <a:cs typeface="Times New Roman"/>
              </a:rPr>
              <a:t>to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be</a:t>
            </a:r>
            <a:r>
              <a:rPr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listener</a:t>
            </a:r>
            <a:r>
              <a:rPr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1200" spc="-10" dirty="0">
                <a:solidFill>
                  <a:srgbClr val="FF0000"/>
                </a:solidFill>
                <a:latin typeface="Times New Roman"/>
                <a:cs typeface="Times New Roman"/>
              </a:rPr>
              <a:t> action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events</a:t>
            </a:r>
            <a:r>
              <a:rPr sz="12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generated</a:t>
            </a:r>
            <a:r>
              <a:rPr sz="1200" spc="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r>
              <a:rPr sz="12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two</a:t>
            </a:r>
            <a:r>
              <a:rPr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Times New Roman"/>
                <a:cs typeface="Times New Roman"/>
              </a:rPr>
              <a:t>buttons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712207" y="2121407"/>
            <a:ext cx="3531235" cy="2388235"/>
          </a:xfrm>
          <a:custGeom>
            <a:avLst/>
            <a:gdLst/>
            <a:ahLst/>
            <a:cxnLst/>
            <a:rect l="l" t="t" r="r" b="b"/>
            <a:pathLst>
              <a:path w="3531234" h="2388235">
                <a:moveTo>
                  <a:pt x="3531108" y="2388108"/>
                </a:moveTo>
                <a:lnTo>
                  <a:pt x="0" y="2388108"/>
                </a:lnTo>
                <a:lnTo>
                  <a:pt x="0" y="0"/>
                </a:lnTo>
                <a:lnTo>
                  <a:pt x="3531108" y="0"/>
                </a:lnTo>
                <a:lnTo>
                  <a:pt x="3531108" y="12192"/>
                </a:lnTo>
                <a:lnTo>
                  <a:pt x="25908" y="12192"/>
                </a:lnTo>
                <a:lnTo>
                  <a:pt x="12192" y="25908"/>
                </a:lnTo>
                <a:lnTo>
                  <a:pt x="25908" y="25908"/>
                </a:lnTo>
                <a:lnTo>
                  <a:pt x="25908" y="2362200"/>
                </a:lnTo>
                <a:lnTo>
                  <a:pt x="12192" y="2362200"/>
                </a:lnTo>
                <a:lnTo>
                  <a:pt x="25908" y="2374392"/>
                </a:lnTo>
                <a:lnTo>
                  <a:pt x="3531108" y="2374392"/>
                </a:lnTo>
                <a:lnTo>
                  <a:pt x="3531108" y="2388108"/>
                </a:lnTo>
                <a:close/>
              </a:path>
              <a:path w="3531234" h="2388235">
                <a:moveTo>
                  <a:pt x="25908" y="25908"/>
                </a:moveTo>
                <a:lnTo>
                  <a:pt x="12192" y="25908"/>
                </a:lnTo>
                <a:lnTo>
                  <a:pt x="25908" y="12192"/>
                </a:lnTo>
                <a:lnTo>
                  <a:pt x="25908" y="25908"/>
                </a:lnTo>
                <a:close/>
              </a:path>
              <a:path w="3531234" h="2388235">
                <a:moveTo>
                  <a:pt x="3505200" y="25908"/>
                </a:moveTo>
                <a:lnTo>
                  <a:pt x="25908" y="25908"/>
                </a:lnTo>
                <a:lnTo>
                  <a:pt x="25908" y="12192"/>
                </a:lnTo>
                <a:lnTo>
                  <a:pt x="3505200" y="12192"/>
                </a:lnTo>
                <a:lnTo>
                  <a:pt x="3505200" y="25908"/>
                </a:lnTo>
                <a:close/>
              </a:path>
              <a:path w="3531234" h="2388235">
                <a:moveTo>
                  <a:pt x="3505200" y="2374392"/>
                </a:moveTo>
                <a:lnTo>
                  <a:pt x="3505200" y="12192"/>
                </a:lnTo>
                <a:lnTo>
                  <a:pt x="3517392" y="25908"/>
                </a:lnTo>
                <a:lnTo>
                  <a:pt x="3531108" y="25908"/>
                </a:lnTo>
                <a:lnTo>
                  <a:pt x="3531108" y="2362200"/>
                </a:lnTo>
                <a:lnTo>
                  <a:pt x="3517392" y="2362200"/>
                </a:lnTo>
                <a:lnTo>
                  <a:pt x="3505200" y="2374392"/>
                </a:lnTo>
                <a:close/>
              </a:path>
              <a:path w="3531234" h="2388235">
                <a:moveTo>
                  <a:pt x="3531108" y="25908"/>
                </a:moveTo>
                <a:lnTo>
                  <a:pt x="3517392" y="25908"/>
                </a:lnTo>
                <a:lnTo>
                  <a:pt x="3505200" y="12192"/>
                </a:lnTo>
                <a:lnTo>
                  <a:pt x="3531108" y="12192"/>
                </a:lnTo>
                <a:lnTo>
                  <a:pt x="3531108" y="25908"/>
                </a:lnTo>
                <a:close/>
              </a:path>
              <a:path w="3531234" h="2388235">
                <a:moveTo>
                  <a:pt x="25908" y="2374392"/>
                </a:moveTo>
                <a:lnTo>
                  <a:pt x="12192" y="2362200"/>
                </a:lnTo>
                <a:lnTo>
                  <a:pt x="25908" y="2362200"/>
                </a:lnTo>
                <a:lnTo>
                  <a:pt x="25908" y="2374392"/>
                </a:lnTo>
                <a:close/>
              </a:path>
              <a:path w="3531234" h="2388235">
                <a:moveTo>
                  <a:pt x="3505200" y="2374392"/>
                </a:moveTo>
                <a:lnTo>
                  <a:pt x="25908" y="2374392"/>
                </a:lnTo>
                <a:lnTo>
                  <a:pt x="25908" y="2362200"/>
                </a:lnTo>
                <a:lnTo>
                  <a:pt x="3505200" y="2362200"/>
                </a:lnTo>
                <a:lnTo>
                  <a:pt x="3505200" y="2374392"/>
                </a:lnTo>
                <a:close/>
              </a:path>
              <a:path w="3531234" h="2388235">
                <a:moveTo>
                  <a:pt x="3531108" y="2374392"/>
                </a:moveTo>
                <a:lnTo>
                  <a:pt x="3505200" y="2374392"/>
                </a:lnTo>
                <a:lnTo>
                  <a:pt x="3517392" y="2362200"/>
                </a:lnTo>
                <a:lnTo>
                  <a:pt x="3531108" y="2362200"/>
                </a:lnTo>
                <a:lnTo>
                  <a:pt x="3531108" y="23743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00800" y="1447800"/>
            <a:ext cx="1752600" cy="6400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0640" rIns="0" bIns="0" rtlCol="0">
            <a:spAutoFit/>
          </a:bodyPr>
          <a:lstStyle/>
          <a:p>
            <a:pPr marL="90805" marR="191770">
              <a:lnSpc>
                <a:spcPct val="100000"/>
              </a:lnSpc>
              <a:spcBef>
                <a:spcPts val="320"/>
              </a:spcBef>
            </a:pP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12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method</a:t>
            </a:r>
            <a:r>
              <a:rPr sz="1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FF0000"/>
                </a:solidFill>
                <a:latin typeface="Times New Roman"/>
                <a:cs typeface="Times New Roman"/>
              </a:rPr>
              <a:t>for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responding</a:t>
            </a:r>
            <a:r>
              <a:rPr sz="12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2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1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Times New Roman"/>
                <a:cs typeface="Times New Roman"/>
              </a:rPr>
              <a:t>Action event.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33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353555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99" y="0"/>
                </a:lnTo>
              </a:path>
            </a:pathLst>
          </a:custGeom>
          <a:ln w="9144">
            <a:solidFill>
              <a:srgbClr val="BF504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5675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190500"/>
                </a:moveTo>
                <a:lnTo>
                  <a:pt x="0" y="0"/>
                </a:lnTo>
                <a:lnTo>
                  <a:pt x="120396" y="96012"/>
                </a:lnTo>
                <a:lnTo>
                  <a:pt x="0" y="190500"/>
                </a:lnTo>
                <a:close/>
              </a:path>
            </a:pathLst>
          </a:custGeom>
          <a:solidFill>
            <a:srgbClr val="BF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762000" y="2133600"/>
            <a:ext cx="7239000" cy="3962400"/>
            <a:chOff x="762000" y="2133600"/>
            <a:chExt cx="7239000" cy="39624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0" y="2133600"/>
              <a:ext cx="7239000" cy="39624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92808" y="2502420"/>
              <a:ext cx="2235835" cy="1092835"/>
            </a:xfrm>
            <a:custGeom>
              <a:avLst/>
              <a:gdLst/>
              <a:ahLst/>
              <a:cxnLst/>
              <a:rect l="l" t="t" r="r" b="b"/>
              <a:pathLst>
                <a:path w="2235835" h="1092835">
                  <a:moveTo>
                    <a:pt x="1397508" y="685800"/>
                  </a:moveTo>
                  <a:lnTo>
                    <a:pt x="1371600" y="685800"/>
                  </a:lnTo>
                  <a:lnTo>
                    <a:pt x="1371600" y="711708"/>
                  </a:lnTo>
                  <a:lnTo>
                    <a:pt x="1371600" y="1066800"/>
                  </a:lnTo>
                  <a:lnTo>
                    <a:pt x="25908" y="1066800"/>
                  </a:lnTo>
                  <a:lnTo>
                    <a:pt x="25908" y="711708"/>
                  </a:lnTo>
                  <a:lnTo>
                    <a:pt x="1371600" y="711708"/>
                  </a:lnTo>
                  <a:lnTo>
                    <a:pt x="1371600" y="685800"/>
                  </a:lnTo>
                  <a:lnTo>
                    <a:pt x="0" y="685800"/>
                  </a:lnTo>
                  <a:lnTo>
                    <a:pt x="0" y="1092708"/>
                  </a:lnTo>
                  <a:lnTo>
                    <a:pt x="1397508" y="1092708"/>
                  </a:lnTo>
                  <a:lnTo>
                    <a:pt x="1397508" y="1078992"/>
                  </a:lnTo>
                  <a:lnTo>
                    <a:pt x="1397508" y="1066800"/>
                  </a:lnTo>
                  <a:lnTo>
                    <a:pt x="1397508" y="711708"/>
                  </a:lnTo>
                  <a:lnTo>
                    <a:pt x="1397508" y="697992"/>
                  </a:lnTo>
                  <a:lnTo>
                    <a:pt x="1397508" y="685800"/>
                  </a:lnTo>
                  <a:close/>
                </a:path>
                <a:path w="2235835" h="1092835">
                  <a:moveTo>
                    <a:pt x="2235708" y="0"/>
                  </a:moveTo>
                  <a:lnTo>
                    <a:pt x="2209800" y="0"/>
                  </a:lnTo>
                  <a:lnTo>
                    <a:pt x="2209800" y="25908"/>
                  </a:lnTo>
                  <a:lnTo>
                    <a:pt x="2209800" y="457200"/>
                  </a:lnTo>
                  <a:lnTo>
                    <a:pt x="635508" y="457200"/>
                  </a:lnTo>
                  <a:lnTo>
                    <a:pt x="635508" y="25908"/>
                  </a:lnTo>
                  <a:lnTo>
                    <a:pt x="2209800" y="25908"/>
                  </a:lnTo>
                  <a:lnTo>
                    <a:pt x="2209800" y="0"/>
                  </a:lnTo>
                  <a:lnTo>
                    <a:pt x="609600" y="0"/>
                  </a:lnTo>
                  <a:lnTo>
                    <a:pt x="609600" y="483108"/>
                  </a:lnTo>
                  <a:lnTo>
                    <a:pt x="2235708" y="483108"/>
                  </a:lnTo>
                  <a:lnTo>
                    <a:pt x="2235708" y="469392"/>
                  </a:lnTo>
                  <a:lnTo>
                    <a:pt x="2235708" y="457200"/>
                  </a:lnTo>
                  <a:lnTo>
                    <a:pt x="2235708" y="25908"/>
                  </a:lnTo>
                  <a:lnTo>
                    <a:pt x="2235708" y="12192"/>
                  </a:lnTo>
                  <a:lnTo>
                    <a:pt x="223570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73149" y="410936"/>
            <a:ext cx="48069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Handling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Simple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–</a:t>
            </a:r>
            <a:endParaRPr sz="20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closer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look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event-handling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method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34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93133" y="1627137"/>
            <a:ext cx="22669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actionPerformed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14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4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method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required</a:t>
            </a:r>
            <a:r>
              <a:rPr sz="1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14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1400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Times New Roman"/>
                <a:cs typeface="Times New Roman"/>
              </a:rPr>
              <a:t>ActionListeners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69678" y="4979887"/>
            <a:ext cx="3024505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An</a:t>
            </a:r>
            <a:r>
              <a:rPr sz="16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Event</a:t>
            </a:r>
            <a:r>
              <a:rPr sz="1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object’s</a:t>
            </a:r>
            <a:r>
              <a:rPr sz="1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getSource()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method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returns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16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reference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6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Component</a:t>
            </a:r>
            <a:r>
              <a:rPr sz="16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object</a:t>
            </a:r>
            <a:r>
              <a:rPr sz="1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that</a:t>
            </a:r>
            <a:r>
              <a:rPr sz="16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generated</a:t>
            </a:r>
            <a:r>
              <a:rPr sz="1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event.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35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Alternative</a:t>
            </a:r>
            <a:r>
              <a:rPr spc="-145" dirty="0"/>
              <a:t> </a:t>
            </a:r>
            <a:r>
              <a:rPr dirty="0"/>
              <a:t>Approaches</a:t>
            </a:r>
            <a:r>
              <a:rPr spc="-114" dirty="0"/>
              <a:t> </a:t>
            </a:r>
            <a:r>
              <a:rPr dirty="0"/>
              <a:t>to</a:t>
            </a:r>
            <a:r>
              <a:rPr spc="-140" dirty="0"/>
              <a:t> </a:t>
            </a:r>
            <a:r>
              <a:rPr spc="-10" dirty="0"/>
              <a:t>Listening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873" y="1163824"/>
            <a:ext cx="8000365" cy="47205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080" indent="-343535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Implement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listener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with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main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application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class,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and </a:t>
            </a:r>
            <a:r>
              <a:rPr sz="2500" dirty="0">
                <a:latin typeface="Calibri"/>
                <a:cs typeface="Calibri"/>
              </a:rPr>
              <a:t>have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listener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assigned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all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components generating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events</a:t>
            </a:r>
            <a:endParaRPr sz="25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0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Advantage:</a:t>
            </a:r>
            <a:r>
              <a:rPr sz="2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simplicity</a:t>
            </a:r>
            <a:r>
              <a:rPr sz="2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beginner</a:t>
            </a:r>
            <a:r>
              <a:rPr sz="2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programmers</a:t>
            </a:r>
            <a:endParaRPr sz="2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756285" marR="147955" lvl="1" indent="-287020">
              <a:lnSpc>
                <a:spcPct val="80000"/>
              </a:lnSpc>
              <a:spcBef>
                <a:spcPts val="530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Disadvantage: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rgbClr val="FF0000"/>
                </a:solidFill>
                <a:latin typeface="Calibri"/>
                <a:cs typeface="Calibri"/>
              </a:rPr>
              <a:t>event-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handler</a:t>
            </a:r>
            <a:r>
              <a:rPr sz="22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method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may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require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if-statement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switch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several</a:t>
            </a:r>
            <a:r>
              <a:rPr sz="2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branches</a:t>
            </a:r>
            <a:r>
              <a:rPr sz="22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when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multiple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components generate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event</a:t>
            </a:r>
            <a:endParaRPr sz="2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55600" marR="298450" indent="-343535">
              <a:lnSpc>
                <a:spcPct val="80000"/>
              </a:lnSpc>
              <a:spcBef>
                <a:spcPts val="590"/>
              </a:spcBef>
              <a:buFont typeface="Arial MT"/>
              <a:buChar char="•"/>
              <a:tabLst>
                <a:tab pos="355600" algn="l"/>
              </a:tabLst>
            </a:pPr>
            <a:r>
              <a:rPr sz="2500" dirty="0">
                <a:latin typeface="Calibri"/>
                <a:cs typeface="Calibri"/>
              </a:rPr>
              <a:t>Use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inner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classes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implement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listeners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create</a:t>
            </a:r>
            <a:r>
              <a:rPr sz="2500" spc="-50" dirty="0">
                <a:latin typeface="Calibri"/>
                <a:cs typeface="Calibri"/>
              </a:rPr>
              <a:t> a </a:t>
            </a:r>
            <a:r>
              <a:rPr sz="2500" spc="-10" dirty="0">
                <a:latin typeface="Calibri"/>
                <a:cs typeface="Calibri"/>
              </a:rPr>
              <a:t>different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instance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as</a:t>
            </a:r>
            <a:r>
              <a:rPr sz="2500" spc="-11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each</a:t>
            </a:r>
            <a:r>
              <a:rPr sz="2500" spc="-9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component’s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listener.</a:t>
            </a:r>
            <a:endParaRPr sz="2500" dirty="0">
              <a:latin typeface="Calibri"/>
              <a:cs typeface="Calibri"/>
            </a:endParaRPr>
          </a:p>
          <a:p>
            <a:pPr marL="756285" marR="933450" lvl="1" indent="-287020">
              <a:lnSpc>
                <a:spcPts val="2110"/>
              </a:lnSpc>
              <a:spcBef>
                <a:spcPts val="520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latin typeface="Calibri"/>
                <a:cs typeface="Calibri"/>
              </a:rPr>
              <a:t>Named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inner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anonymous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inner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(This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5" dirty="0">
                <a:latin typeface="Calibri"/>
                <a:cs typeface="Calibri"/>
              </a:rPr>
              <a:t> the </a:t>
            </a:r>
            <a:r>
              <a:rPr sz="2200" dirty="0">
                <a:latin typeface="Calibri"/>
                <a:cs typeface="Calibri"/>
              </a:rPr>
              <a:t>approach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textbook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most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time)</a:t>
            </a:r>
            <a:endParaRPr sz="2200" dirty="0">
              <a:latin typeface="Calibri"/>
              <a:cs typeface="Calibri"/>
            </a:endParaRPr>
          </a:p>
          <a:p>
            <a:pPr marL="756285" marR="104139" lvl="1" indent="-287020" algn="just">
              <a:lnSpc>
                <a:spcPct val="80000"/>
              </a:lnSpc>
              <a:spcBef>
                <a:spcPts val="550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Advantage: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need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test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within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listeners</a:t>
            </a:r>
            <a:r>
              <a:rPr sz="2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determining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which</a:t>
            </a:r>
            <a:r>
              <a:rPr sz="2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component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sent</a:t>
            </a:r>
            <a:r>
              <a:rPr sz="2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event.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Each</a:t>
            </a:r>
            <a:r>
              <a:rPr sz="2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component</a:t>
            </a:r>
            <a:r>
              <a:rPr sz="22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has</a:t>
            </a:r>
            <a:r>
              <a:rPr sz="22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its</a:t>
            </a:r>
            <a:r>
              <a:rPr sz="22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own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dedicated</a:t>
            </a:r>
            <a:r>
              <a:rPr sz="2200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listener</a:t>
            </a:r>
            <a:endParaRPr sz="2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756285" lvl="1" indent="-286385" algn="just">
              <a:lnSpc>
                <a:spcPct val="100000"/>
              </a:lnSpc>
              <a:buFont typeface="Arial MT"/>
              <a:buChar char="–"/>
              <a:tabLst>
                <a:tab pos="756285" algn="l"/>
              </a:tabLst>
            </a:pP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Disadvantage: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harder</a:t>
            </a:r>
            <a:r>
              <a:rPr sz="2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understand</a:t>
            </a:r>
            <a:r>
              <a:rPr sz="2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novice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programmers</a:t>
            </a:r>
            <a:endParaRPr sz="22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353555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99" y="0"/>
                </a:lnTo>
              </a:path>
            </a:pathLst>
          </a:custGeom>
          <a:ln w="9144">
            <a:solidFill>
              <a:srgbClr val="BF504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5675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190500"/>
                </a:moveTo>
                <a:lnTo>
                  <a:pt x="0" y="0"/>
                </a:lnTo>
                <a:lnTo>
                  <a:pt x="120396" y="96012"/>
                </a:lnTo>
                <a:lnTo>
                  <a:pt x="0" y="190500"/>
                </a:lnTo>
                <a:close/>
              </a:path>
            </a:pathLst>
          </a:custGeom>
          <a:solidFill>
            <a:srgbClr val="BF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85800" y="76200"/>
            <a:ext cx="6477000" cy="6602095"/>
            <a:chOff x="685800" y="76200"/>
            <a:chExt cx="6477000" cy="66020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0" y="76200"/>
              <a:ext cx="6477000" cy="66019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43343" y="1892820"/>
              <a:ext cx="6005195" cy="4674235"/>
            </a:xfrm>
            <a:custGeom>
              <a:avLst/>
              <a:gdLst/>
              <a:ahLst/>
              <a:cxnLst/>
              <a:rect l="l" t="t" r="r" b="b"/>
              <a:pathLst>
                <a:path w="6005195" h="4674234">
                  <a:moveTo>
                    <a:pt x="4251972" y="0"/>
                  </a:moveTo>
                  <a:lnTo>
                    <a:pt x="4226064" y="0"/>
                  </a:lnTo>
                  <a:lnTo>
                    <a:pt x="4226064" y="25908"/>
                  </a:lnTo>
                  <a:lnTo>
                    <a:pt x="4226064" y="457200"/>
                  </a:lnTo>
                  <a:lnTo>
                    <a:pt x="213372" y="457200"/>
                  </a:lnTo>
                  <a:lnTo>
                    <a:pt x="213372" y="25908"/>
                  </a:lnTo>
                  <a:lnTo>
                    <a:pt x="4226064" y="25908"/>
                  </a:lnTo>
                  <a:lnTo>
                    <a:pt x="4226064" y="0"/>
                  </a:lnTo>
                  <a:lnTo>
                    <a:pt x="187464" y="0"/>
                  </a:lnTo>
                  <a:lnTo>
                    <a:pt x="187464" y="483108"/>
                  </a:lnTo>
                  <a:lnTo>
                    <a:pt x="4251972" y="483108"/>
                  </a:lnTo>
                  <a:lnTo>
                    <a:pt x="4251972" y="469392"/>
                  </a:lnTo>
                  <a:lnTo>
                    <a:pt x="4251972" y="457200"/>
                  </a:lnTo>
                  <a:lnTo>
                    <a:pt x="4251972" y="25908"/>
                  </a:lnTo>
                  <a:lnTo>
                    <a:pt x="4251972" y="12192"/>
                  </a:lnTo>
                  <a:lnTo>
                    <a:pt x="4251972" y="0"/>
                  </a:lnTo>
                  <a:close/>
                </a:path>
                <a:path w="6005195" h="4674234">
                  <a:moveTo>
                    <a:pt x="6004572" y="1676400"/>
                  </a:moveTo>
                  <a:lnTo>
                    <a:pt x="5978664" y="1676400"/>
                  </a:lnTo>
                  <a:lnTo>
                    <a:pt x="5978664" y="1702308"/>
                  </a:lnTo>
                  <a:lnTo>
                    <a:pt x="5978664" y="4648200"/>
                  </a:lnTo>
                  <a:lnTo>
                    <a:pt x="25908" y="4648200"/>
                  </a:lnTo>
                  <a:lnTo>
                    <a:pt x="25908" y="1702308"/>
                  </a:lnTo>
                  <a:lnTo>
                    <a:pt x="5978664" y="1702308"/>
                  </a:lnTo>
                  <a:lnTo>
                    <a:pt x="5978664" y="1676400"/>
                  </a:lnTo>
                  <a:lnTo>
                    <a:pt x="0" y="1676400"/>
                  </a:lnTo>
                  <a:lnTo>
                    <a:pt x="0" y="4674108"/>
                  </a:lnTo>
                  <a:lnTo>
                    <a:pt x="6004572" y="4674108"/>
                  </a:lnTo>
                  <a:lnTo>
                    <a:pt x="6004572" y="4660392"/>
                  </a:lnTo>
                  <a:lnTo>
                    <a:pt x="6004572" y="4648200"/>
                  </a:lnTo>
                  <a:lnTo>
                    <a:pt x="6004572" y="1702308"/>
                  </a:lnTo>
                  <a:lnTo>
                    <a:pt x="6004572" y="1688592"/>
                  </a:lnTo>
                  <a:lnTo>
                    <a:pt x="6004572" y="16764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32881" y="936819"/>
            <a:ext cx="1894839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sz="24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with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named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inner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classes,</a:t>
            </a:r>
            <a:r>
              <a:rPr sz="24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one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for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listening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to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each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button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12749" y="4295620"/>
            <a:ext cx="12065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Inner</a:t>
            </a:r>
            <a:r>
              <a:rPr sz="1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r>
              <a:rPr sz="12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has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direct</a:t>
            </a:r>
            <a:r>
              <a:rPr sz="12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access</a:t>
            </a: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2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all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members</a:t>
            </a:r>
            <a:r>
              <a:rPr sz="1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(even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private)</a:t>
            </a:r>
            <a:r>
              <a:rPr sz="1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1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 the </a:t>
            </a:r>
            <a:r>
              <a:rPr sz="1200" b="1" dirty="0">
                <a:solidFill>
                  <a:srgbClr val="FF0000"/>
                </a:solidFill>
                <a:latin typeface="Times New Roman"/>
                <a:cs typeface="Times New Roman"/>
              </a:rPr>
              <a:t>outer</a:t>
            </a:r>
            <a:r>
              <a:rPr sz="1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class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62200" y="4235208"/>
            <a:ext cx="2974975" cy="1222375"/>
          </a:xfrm>
          <a:custGeom>
            <a:avLst/>
            <a:gdLst/>
            <a:ahLst/>
            <a:cxnLst/>
            <a:rect l="l" t="t" r="r" b="b"/>
            <a:pathLst>
              <a:path w="2974975" h="1222375">
                <a:moveTo>
                  <a:pt x="2898648" y="574548"/>
                </a:moveTo>
                <a:lnTo>
                  <a:pt x="2894076" y="557784"/>
                </a:lnTo>
                <a:lnTo>
                  <a:pt x="73914" y="1152448"/>
                </a:lnTo>
                <a:lnTo>
                  <a:pt x="62484" y="1097280"/>
                </a:lnTo>
                <a:lnTo>
                  <a:pt x="0" y="1175004"/>
                </a:lnTo>
                <a:lnTo>
                  <a:pt x="88392" y="1222248"/>
                </a:lnTo>
                <a:lnTo>
                  <a:pt x="77647" y="1170432"/>
                </a:lnTo>
                <a:lnTo>
                  <a:pt x="77076" y="1167676"/>
                </a:lnTo>
                <a:lnTo>
                  <a:pt x="2898648" y="574548"/>
                </a:lnTo>
                <a:close/>
              </a:path>
              <a:path w="2974975" h="1222375">
                <a:moveTo>
                  <a:pt x="2974848" y="481584"/>
                </a:moveTo>
                <a:lnTo>
                  <a:pt x="1786128" y="234696"/>
                </a:lnTo>
                <a:lnTo>
                  <a:pt x="1476756" y="173736"/>
                </a:lnTo>
                <a:lnTo>
                  <a:pt x="1330452" y="146304"/>
                </a:lnTo>
                <a:lnTo>
                  <a:pt x="1191768" y="118872"/>
                </a:lnTo>
                <a:lnTo>
                  <a:pt x="1123188" y="106680"/>
                </a:lnTo>
                <a:lnTo>
                  <a:pt x="1059180" y="96012"/>
                </a:lnTo>
                <a:lnTo>
                  <a:pt x="995172" y="83820"/>
                </a:lnTo>
                <a:lnTo>
                  <a:pt x="934212" y="73152"/>
                </a:lnTo>
                <a:lnTo>
                  <a:pt x="762000" y="45720"/>
                </a:lnTo>
                <a:lnTo>
                  <a:pt x="708660" y="38100"/>
                </a:lnTo>
                <a:lnTo>
                  <a:pt x="659892" y="32004"/>
                </a:lnTo>
                <a:lnTo>
                  <a:pt x="611124" y="24384"/>
                </a:lnTo>
                <a:lnTo>
                  <a:pt x="588264" y="21336"/>
                </a:lnTo>
                <a:lnTo>
                  <a:pt x="565404" y="19812"/>
                </a:lnTo>
                <a:lnTo>
                  <a:pt x="533400" y="15240"/>
                </a:lnTo>
                <a:lnTo>
                  <a:pt x="522732" y="13716"/>
                </a:lnTo>
                <a:lnTo>
                  <a:pt x="374904" y="1524"/>
                </a:lnTo>
                <a:lnTo>
                  <a:pt x="344424" y="1524"/>
                </a:lnTo>
                <a:lnTo>
                  <a:pt x="313944" y="0"/>
                </a:lnTo>
                <a:lnTo>
                  <a:pt x="260604" y="0"/>
                </a:lnTo>
                <a:lnTo>
                  <a:pt x="193548" y="4572"/>
                </a:lnTo>
                <a:lnTo>
                  <a:pt x="173736" y="7620"/>
                </a:lnTo>
                <a:lnTo>
                  <a:pt x="156972" y="9144"/>
                </a:lnTo>
                <a:lnTo>
                  <a:pt x="140208" y="13716"/>
                </a:lnTo>
                <a:lnTo>
                  <a:pt x="124968" y="16764"/>
                </a:lnTo>
                <a:lnTo>
                  <a:pt x="109728" y="21336"/>
                </a:lnTo>
                <a:lnTo>
                  <a:pt x="85344" y="30480"/>
                </a:lnTo>
                <a:lnTo>
                  <a:pt x="74676" y="35052"/>
                </a:lnTo>
                <a:lnTo>
                  <a:pt x="64008" y="41148"/>
                </a:lnTo>
                <a:lnTo>
                  <a:pt x="54864" y="45720"/>
                </a:lnTo>
                <a:lnTo>
                  <a:pt x="53340" y="45720"/>
                </a:lnTo>
                <a:lnTo>
                  <a:pt x="53340" y="47244"/>
                </a:lnTo>
                <a:lnTo>
                  <a:pt x="49720" y="50393"/>
                </a:lnTo>
                <a:lnTo>
                  <a:pt x="10668" y="10668"/>
                </a:lnTo>
                <a:lnTo>
                  <a:pt x="0" y="108204"/>
                </a:lnTo>
                <a:lnTo>
                  <a:pt x="99060" y="100584"/>
                </a:lnTo>
                <a:lnTo>
                  <a:pt x="69088" y="70104"/>
                </a:lnTo>
                <a:lnTo>
                  <a:pt x="61099" y="61963"/>
                </a:lnTo>
                <a:lnTo>
                  <a:pt x="64008" y="59436"/>
                </a:lnTo>
                <a:lnTo>
                  <a:pt x="62484" y="59436"/>
                </a:lnTo>
                <a:lnTo>
                  <a:pt x="71628" y="54864"/>
                </a:lnTo>
                <a:lnTo>
                  <a:pt x="80772" y="48768"/>
                </a:lnTo>
                <a:lnTo>
                  <a:pt x="102108" y="39624"/>
                </a:lnTo>
                <a:lnTo>
                  <a:pt x="114300" y="36576"/>
                </a:lnTo>
                <a:lnTo>
                  <a:pt x="128016" y="32004"/>
                </a:lnTo>
                <a:lnTo>
                  <a:pt x="158496" y="25908"/>
                </a:lnTo>
                <a:lnTo>
                  <a:pt x="195072" y="19812"/>
                </a:lnTo>
                <a:lnTo>
                  <a:pt x="214884" y="18288"/>
                </a:lnTo>
                <a:lnTo>
                  <a:pt x="237744" y="16764"/>
                </a:lnTo>
                <a:lnTo>
                  <a:pt x="260604" y="16764"/>
                </a:lnTo>
                <a:lnTo>
                  <a:pt x="286512" y="15240"/>
                </a:lnTo>
                <a:lnTo>
                  <a:pt x="313944" y="16764"/>
                </a:lnTo>
                <a:lnTo>
                  <a:pt x="342900" y="16764"/>
                </a:lnTo>
                <a:lnTo>
                  <a:pt x="408432" y="19812"/>
                </a:lnTo>
                <a:lnTo>
                  <a:pt x="501396" y="27432"/>
                </a:lnTo>
                <a:lnTo>
                  <a:pt x="521208" y="30480"/>
                </a:lnTo>
                <a:lnTo>
                  <a:pt x="542544" y="32004"/>
                </a:lnTo>
                <a:lnTo>
                  <a:pt x="656844" y="47244"/>
                </a:lnTo>
                <a:lnTo>
                  <a:pt x="707136" y="53340"/>
                </a:lnTo>
                <a:lnTo>
                  <a:pt x="758952" y="62484"/>
                </a:lnTo>
                <a:lnTo>
                  <a:pt x="813816" y="70104"/>
                </a:lnTo>
                <a:lnTo>
                  <a:pt x="871728" y="79248"/>
                </a:lnTo>
                <a:lnTo>
                  <a:pt x="992124" y="100584"/>
                </a:lnTo>
                <a:lnTo>
                  <a:pt x="1056132" y="111252"/>
                </a:lnTo>
                <a:lnTo>
                  <a:pt x="1257300" y="147828"/>
                </a:lnTo>
                <a:lnTo>
                  <a:pt x="1783080" y="249936"/>
                </a:lnTo>
                <a:lnTo>
                  <a:pt x="2970276" y="498348"/>
                </a:lnTo>
                <a:lnTo>
                  <a:pt x="2974848" y="48158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36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353555"/>
            <a:ext cx="8229600" cy="0"/>
          </a:xfrm>
          <a:custGeom>
            <a:avLst/>
            <a:gdLst/>
            <a:ahLst/>
            <a:cxnLst/>
            <a:rect l="l" t="t" r="r" b="b"/>
            <a:pathLst>
              <a:path w="8229600">
                <a:moveTo>
                  <a:pt x="0" y="0"/>
                </a:moveTo>
                <a:lnTo>
                  <a:pt x="8229599" y="0"/>
                </a:lnTo>
              </a:path>
            </a:pathLst>
          </a:custGeom>
          <a:ln w="9144">
            <a:solidFill>
              <a:srgbClr val="BF504D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55675" y="6432803"/>
            <a:ext cx="120650" cy="190500"/>
          </a:xfrm>
          <a:custGeom>
            <a:avLst/>
            <a:gdLst/>
            <a:ahLst/>
            <a:cxnLst/>
            <a:rect l="l" t="t" r="r" b="b"/>
            <a:pathLst>
              <a:path w="120650" h="190500">
                <a:moveTo>
                  <a:pt x="0" y="190500"/>
                </a:moveTo>
                <a:lnTo>
                  <a:pt x="0" y="0"/>
                </a:lnTo>
                <a:lnTo>
                  <a:pt x="120396" y="96012"/>
                </a:lnTo>
                <a:lnTo>
                  <a:pt x="0" y="190500"/>
                </a:lnTo>
                <a:close/>
              </a:path>
            </a:pathLst>
          </a:custGeom>
          <a:solidFill>
            <a:srgbClr val="BF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76656" y="405383"/>
            <a:ext cx="6486525" cy="6306820"/>
            <a:chOff x="676656" y="405383"/>
            <a:chExt cx="6486525" cy="63068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2564" y="405383"/>
              <a:ext cx="6426707" cy="50291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656" y="5433060"/>
              <a:ext cx="6486143" cy="127863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43355" y="3835907"/>
              <a:ext cx="6118860" cy="1454150"/>
            </a:xfrm>
            <a:custGeom>
              <a:avLst/>
              <a:gdLst/>
              <a:ahLst/>
              <a:cxnLst/>
              <a:rect l="l" t="t" r="r" b="b"/>
              <a:pathLst>
                <a:path w="6118859" h="1454150">
                  <a:moveTo>
                    <a:pt x="6118860" y="1453896"/>
                  </a:moveTo>
                  <a:lnTo>
                    <a:pt x="0" y="1453896"/>
                  </a:lnTo>
                  <a:lnTo>
                    <a:pt x="0" y="0"/>
                  </a:lnTo>
                  <a:lnTo>
                    <a:pt x="6118860" y="0"/>
                  </a:lnTo>
                  <a:lnTo>
                    <a:pt x="6118860" y="12192"/>
                  </a:lnTo>
                  <a:lnTo>
                    <a:pt x="25908" y="12192"/>
                  </a:lnTo>
                  <a:lnTo>
                    <a:pt x="13716" y="25908"/>
                  </a:lnTo>
                  <a:lnTo>
                    <a:pt x="25908" y="25908"/>
                  </a:lnTo>
                  <a:lnTo>
                    <a:pt x="25908" y="1429512"/>
                  </a:lnTo>
                  <a:lnTo>
                    <a:pt x="13716" y="1429512"/>
                  </a:lnTo>
                  <a:lnTo>
                    <a:pt x="25908" y="1441704"/>
                  </a:lnTo>
                  <a:lnTo>
                    <a:pt x="6118860" y="1441704"/>
                  </a:lnTo>
                  <a:lnTo>
                    <a:pt x="6118860" y="1453896"/>
                  </a:lnTo>
                  <a:close/>
                </a:path>
                <a:path w="6118859" h="1454150">
                  <a:moveTo>
                    <a:pt x="25908" y="25908"/>
                  </a:moveTo>
                  <a:lnTo>
                    <a:pt x="13716" y="25908"/>
                  </a:lnTo>
                  <a:lnTo>
                    <a:pt x="25908" y="12192"/>
                  </a:lnTo>
                  <a:lnTo>
                    <a:pt x="25908" y="25908"/>
                  </a:lnTo>
                  <a:close/>
                </a:path>
                <a:path w="6118859" h="1454150">
                  <a:moveTo>
                    <a:pt x="6092952" y="25908"/>
                  </a:moveTo>
                  <a:lnTo>
                    <a:pt x="25908" y="25908"/>
                  </a:lnTo>
                  <a:lnTo>
                    <a:pt x="25908" y="12192"/>
                  </a:lnTo>
                  <a:lnTo>
                    <a:pt x="6092952" y="12192"/>
                  </a:lnTo>
                  <a:lnTo>
                    <a:pt x="6092952" y="25908"/>
                  </a:lnTo>
                  <a:close/>
                </a:path>
                <a:path w="6118859" h="1454150">
                  <a:moveTo>
                    <a:pt x="6092952" y="1441704"/>
                  </a:moveTo>
                  <a:lnTo>
                    <a:pt x="6092952" y="12192"/>
                  </a:lnTo>
                  <a:lnTo>
                    <a:pt x="6105144" y="25908"/>
                  </a:lnTo>
                  <a:lnTo>
                    <a:pt x="6118860" y="25908"/>
                  </a:lnTo>
                  <a:lnTo>
                    <a:pt x="6118860" y="1429512"/>
                  </a:lnTo>
                  <a:lnTo>
                    <a:pt x="6105144" y="1429512"/>
                  </a:lnTo>
                  <a:lnTo>
                    <a:pt x="6092952" y="1441704"/>
                  </a:lnTo>
                  <a:close/>
                </a:path>
                <a:path w="6118859" h="1454150">
                  <a:moveTo>
                    <a:pt x="6118860" y="25908"/>
                  </a:moveTo>
                  <a:lnTo>
                    <a:pt x="6105144" y="25908"/>
                  </a:lnTo>
                  <a:lnTo>
                    <a:pt x="6092952" y="12192"/>
                  </a:lnTo>
                  <a:lnTo>
                    <a:pt x="6118860" y="12192"/>
                  </a:lnTo>
                  <a:lnTo>
                    <a:pt x="6118860" y="25908"/>
                  </a:lnTo>
                  <a:close/>
                </a:path>
                <a:path w="6118859" h="1454150">
                  <a:moveTo>
                    <a:pt x="25908" y="1441704"/>
                  </a:moveTo>
                  <a:lnTo>
                    <a:pt x="13716" y="1429512"/>
                  </a:lnTo>
                  <a:lnTo>
                    <a:pt x="25908" y="1429512"/>
                  </a:lnTo>
                  <a:lnTo>
                    <a:pt x="25908" y="1441704"/>
                  </a:lnTo>
                  <a:close/>
                </a:path>
                <a:path w="6118859" h="1454150">
                  <a:moveTo>
                    <a:pt x="6092952" y="1441704"/>
                  </a:moveTo>
                  <a:lnTo>
                    <a:pt x="25908" y="1441704"/>
                  </a:lnTo>
                  <a:lnTo>
                    <a:pt x="25908" y="1429512"/>
                  </a:lnTo>
                  <a:lnTo>
                    <a:pt x="6092952" y="1429512"/>
                  </a:lnTo>
                  <a:lnTo>
                    <a:pt x="6092952" y="1441704"/>
                  </a:lnTo>
                  <a:close/>
                </a:path>
                <a:path w="6118859" h="1454150">
                  <a:moveTo>
                    <a:pt x="6118860" y="1441704"/>
                  </a:moveTo>
                  <a:lnTo>
                    <a:pt x="6092952" y="1441704"/>
                  </a:lnTo>
                  <a:lnTo>
                    <a:pt x="6105144" y="1429512"/>
                  </a:lnTo>
                  <a:lnTo>
                    <a:pt x="6118860" y="1429512"/>
                  </a:lnTo>
                  <a:lnTo>
                    <a:pt x="6118860" y="144170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614094" y="1380246"/>
            <a:ext cx="2498725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sz="16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with</a:t>
            </a:r>
            <a:r>
              <a:rPr sz="1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anonymous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inner</a:t>
            </a:r>
            <a:r>
              <a:rPr sz="1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classes,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one</a:t>
            </a:r>
            <a:r>
              <a:rPr sz="160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160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listening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16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Times New Roman"/>
                <a:cs typeface="Times New Roman"/>
              </a:rPr>
              <a:t>each</a:t>
            </a:r>
            <a:r>
              <a:rPr sz="16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Times New Roman"/>
                <a:cs typeface="Times New Roman"/>
              </a:rPr>
              <a:t>button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3355" y="2282951"/>
            <a:ext cx="6118860" cy="1455420"/>
          </a:xfrm>
          <a:custGeom>
            <a:avLst/>
            <a:gdLst/>
            <a:ahLst/>
            <a:cxnLst/>
            <a:rect l="l" t="t" r="r" b="b"/>
            <a:pathLst>
              <a:path w="6118859" h="1455420">
                <a:moveTo>
                  <a:pt x="6118860" y="1455420"/>
                </a:moveTo>
                <a:lnTo>
                  <a:pt x="0" y="1455420"/>
                </a:lnTo>
                <a:lnTo>
                  <a:pt x="0" y="0"/>
                </a:lnTo>
                <a:lnTo>
                  <a:pt x="6118860" y="0"/>
                </a:lnTo>
                <a:lnTo>
                  <a:pt x="6118860" y="13716"/>
                </a:lnTo>
                <a:lnTo>
                  <a:pt x="25908" y="13716"/>
                </a:lnTo>
                <a:lnTo>
                  <a:pt x="13716" y="25908"/>
                </a:lnTo>
                <a:lnTo>
                  <a:pt x="25908" y="25908"/>
                </a:lnTo>
                <a:lnTo>
                  <a:pt x="25908" y="1429512"/>
                </a:lnTo>
                <a:lnTo>
                  <a:pt x="13716" y="1429512"/>
                </a:lnTo>
                <a:lnTo>
                  <a:pt x="25908" y="1441704"/>
                </a:lnTo>
                <a:lnTo>
                  <a:pt x="6118860" y="1441704"/>
                </a:lnTo>
                <a:lnTo>
                  <a:pt x="6118860" y="1455420"/>
                </a:lnTo>
                <a:close/>
              </a:path>
              <a:path w="6118859" h="1455420">
                <a:moveTo>
                  <a:pt x="25908" y="25908"/>
                </a:moveTo>
                <a:lnTo>
                  <a:pt x="13716" y="25908"/>
                </a:lnTo>
                <a:lnTo>
                  <a:pt x="25908" y="13716"/>
                </a:lnTo>
                <a:lnTo>
                  <a:pt x="25908" y="25908"/>
                </a:lnTo>
                <a:close/>
              </a:path>
              <a:path w="6118859" h="1455420">
                <a:moveTo>
                  <a:pt x="6092952" y="25908"/>
                </a:moveTo>
                <a:lnTo>
                  <a:pt x="25908" y="25908"/>
                </a:lnTo>
                <a:lnTo>
                  <a:pt x="25908" y="13716"/>
                </a:lnTo>
                <a:lnTo>
                  <a:pt x="6092952" y="13716"/>
                </a:lnTo>
                <a:lnTo>
                  <a:pt x="6092952" y="25908"/>
                </a:lnTo>
                <a:close/>
              </a:path>
              <a:path w="6118859" h="1455420">
                <a:moveTo>
                  <a:pt x="6092952" y="1441704"/>
                </a:moveTo>
                <a:lnTo>
                  <a:pt x="6092952" y="13716"/>
                </a:lnTo>
                <a:lnTo>
                  <a:pt x="6105144" y="25908"/>
                </a:lnTo>
                <a:lnTo>
                  <a:pt x="6118860" y="25908"/>
                </a:lnTo>
                <a:lnTo>
                  <a:pt x="6118860" y="1429512"/>
                </a:lnTo>
                <a:lnTo>
                  <a:pt x="6105144" y="1429512"/>
                </a:lnTo>
                <a:lnTo>
                  <a:pt x="6092952" y="1441704"/>
                </a:lnTo>
                <a:close/>
              </a:path>
              <a:path w="6118859" h="1455420">
                <a:moveTo>
                  <a:pt x="6118860" y="25908"/>
                </a:moveTo>
                <a:lnTo>
                  <a:pt x="6105144" y="25908"/>
                </a:lnTo>
                <a:lnTo>
                  <a:pt x="6092952" y="13716"/>
                </a:lnTo>
                <a:lnTo>
                  <a:pt x="6118860" y="13716"/>
                </a:lnTo>
                <a:lnTo>
                  <a:pt x="6118860" y="25908"/>
                </a:lnTo>
                <a:close/>
              </a:path>
              <a:path w="6118859" h="1455420">
                <a:moveTo>
                  <a:pt x="25908" y="1441704"/>
                </a:moveTo>
                <a:lnTo>
                  <a:pt x="13716" y="1429512"/>
                </a:lnTo>
                <a:lnTo>
                  <a:pt x="25908" y="1429512"/>
                </a:lnTo>
                <a:lnTo>
                  <a:pt x="25908" y="1441704"/>
                </a:lnTo>
                <a:close/>
              </a:path>
              <a:path w="6118859" h="1455420">
                <a:moveTo>
                  <a:pt x="6092952" y="1441704"/>
                </a:moveTo>
                <a:lnTo>
                  <a:pt x="25908" y="1441704"/>
                </a:lnTo>
                <a:lnTo>
                  <a:pt x="25908" y="1429512"/>
                </a:lnTo>
                <a:lnTo>
                  <a:pt x="6092952" y="1429512"/>
                </a:lnTo>
                <a:lnTo>
                  <a:pt x="6092952" y="1441704"/>
                </a:lnTo>
                <a:close/>
              </a:path>
              <a:path w="6118859" h="1455420">
                <a:moveTo>
                  <a:pt x="6118860" y="1441704"/>
                </a:moveTo>
                <a:lnTo>
                  <a:pt x="6092952" y="1441704"/>
                </a:lnTo>
                <a:lnTo>
                  <a:pt x="6105144" y="1429512"/>
                </a:lnTo>
                <a:lnTo>
                  <a:pt x="6118860" y="1429512"/>
                </a:lnTo>
                <a:lnTo>
                  <a:pt x="6118860" y="144170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25" dirty="0"/>
              <a:t>37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42859" y="5705855"/>
              <a:ext cx="1062227" cy="5364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42859" y="6309360"/>
              <a:ext cx="1062227" cy="2560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056" y="5876544"/>
              <a:ext cx="2220468" cy="79552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56673" y="2507996"/>
            <a:ext cx="13601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Thanks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</TotalTime>
  <Words>4231</Words>
  <Application>Microsoft Office PowerPoint</Application>
  <PresentationFormat>On-screen Show (4:3)</PresentationFormat>
  <Paragraphs>1022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67</vt:i4>
      </vt:variant>
    </vt:vector>
  </HeadingPairs>
  <TitlesOfParts>
    <vt:vector size="77" baseType="lpstr">
      <vt:lpstr>Arial</vt:lpstr>
      <vt:lpstr>Arial MT</vt:lpstr>
      <vt:lpstr>Calibri</vt:lpstr>
      <vt:lpstr>Courier New</vt:lpstr>
      <vt:lpstr>Lucida Console</vt:lpstr>
      <vt:lpstr>Lucida Sans</vt:lpstr>
      <vt:lpstr>Times New Roman</vt:lpstr>
      <vt:lpstr>Wingdings</vt:lpstr>
      <vt:lpstr>Office Theme</vt:lpstr>
      <vt:lpstr>Default Design</vt:lpstr>
      <vt:lpstr>Java SWING (GUI) And Event Driven Programming</vt:lpstr>
      <vt:lpstr>PowerPoint Presentation</vt:lpstr>
      <vt:lpstr>PowerPoint Presentation</vt:lpstr>
      <vt:lpstr>PowerPoint Presentation</vt:lpstr>
      <vt:lpstr>Why learn GUIs?</vt:lpstr>
      <vt:lpstr>Java GUI History</vt:lpstr>
      <vt:lpstr>AWT to Swing</vt:lpstr>
      <vt:lpstr>Portability</vt:lpstr>
      <vt:lpstr>GUI terminology</vt:lpstr>
      <vt:lpstr>Components</vt:lpstr>
      <vt:lpstr>Swing inheritance hierarchy</vt:lpstr>
      <vt:lpstr>Component properties</vt:lpstr>
      <vt:lpstr>JFrame</vt:lpstr>
      <vt:lpstr>More JFrame</vt:lpstr>
      <vt:lpstr>JButton</vt:lpstr>
      <vt:lpstr>GUI example</vt:lpstr>
      <vt:lpstr>Sizing and positioning</vt:lpstr>
      <vt:lpstr>Containers and layout</vt:lpstr>
      <vt:lpstr>JFrame as container</vt:lpstr>
      <vt:lpstr>Preferred sizes</vt:lpstr>
      <vt:lpstr>FlowLayout</vt:lpstr>
      <vt:lpstr>BorderLayout</vt:lpstr>
      <vt:lpstr>GridLayout</vt:lpstr>
      <vt:lpstr>GUI Class Hierarchy</vt:lpstr>
      <vt:lpstr>Container Classes</vt:lpstr>
      <vt:lpstr>GUI Helper Classes</vt:lpstr>
      <vt:lpstr>Swing Components</vt:lpstr>
      <vt:lpstr>Core Swing Components</vt:lpstr>
      <vt:lpstr>AWT Classes</vt:lpstr>
      <vt:lpstr>Frames</vt:lpstr>
      <vt:lpstr>Content Frame Delegation</vt:lpstr>
      <vt:lpstr>Anatomy of a GUI</vt:lpstr>
      <vt:lpstr>Using a GUI Component 2</vt:lpstr>
      <vt:lpstr>Build from bottom up</vt:lpstr>
      <vt:lpstr>Example</vt:lpstr>
      <vt:lpstr>Application Code</vt:lpstr>
      <vt:lpstr>Layout Manager FlowLayout</vt:lpstr>
      <vt:lpstr>Example</vt:lpstr>
      <vt:lpstr>PowerPoint Presentation</vt:lpstr>
      <vt:lpstr>PowerPoint Presentation</vt:lpstr>
      <vt:lpstr>PowerPoint Presentation</vt:lpstr>
      <vt:lpstr>Event Listeners</vt:lpstr>
      <vt:lpstr>Events and Listeners</vt:lpstr>
      <vt:lpstr>Graphical events</vt:lpstr>
      <vt:lpstr>Event-driven programming</vt:lpstr>
      <vt:lpstr>Event hierarchy</vt:lpstr>
      <vt:lpstr>Action events</vt:lpstr>
      <vt:lpstr>Implementing a listener</vt:lpstr>
      <vt:lpstr>Nested classes</vt:lpstr>
      <vt:lpstr>Nested class syntax</vt:lpstr>
      <vt:lpstr>Static inner classes</vt:lpstr>
      <vt:lpstr>GUI event example</vt:lpstr>
      <vt:lpstr>Selected User Actions</vt:lpstr>
      <vt:lpstr>Java AWT Event</vt:lpstr>
      <vt:lpstr>Selected Event Handlers</vt:lpstr>
      <vt:lpstr>Adapters</vt:lpstr>
      <vt:lpstr>Event-Driven Programming (iii)</vt:lpstr>
      <vt:lpstr>Mouse Events (i)</vt:lpstr>
      <vt:lpstr>Mouse Events (ii)</vt:lpstr>
      <vt:lpstr>Keyboard Events</vt:lpstr>
      <vt:lpstr>Timer Events</vt:lpstr>
      <vt:lpstr>Handling Simple Action Events</vt:lpstr>
      <vt:lpstr>Handling Simple Action Events – a closer look at the event-handling method</vt:lpstr>
      <vt:lpstr>Alternative Approaches to Listening</vt:lpstr>
      <vt:lpstr>Example with named inner classes, one for listening to each button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APL13- 13 November.pptx</dc:title>
  <dc:creator>Atif Jilani</dc:creator>
  <cp:lastModifiedBy>Lenovo</cp:lastModifiedBy>
  <cp:revision>20</cp:revision>
  <dcterms:created xsi:type="dcterms:W3CDTF">2025-09-29T12:49:07Z</dcterms:created>
  <dcterms:modified xsi:type="dcterms:W3CDTF">2025-10-03T10:43:27Z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2018-11-20T00:00:00Z</vt:filetime>
  </property>
  <property fmtid="{D5CDD505-2E9C-101B-9397-08002B2CF9AE}" pid="3" name="LastSaved">
    <vt:filetime>2025-09-29T00:00:00Z</vt:filetime>
  </property>
  <property fmtid="{D5CDD505-2E9C-101B-9397-08002B2CF9AE}" pid="4" name="Producer">
    <vt:lpwstr>Microsoft: Print To PDF</vt:lpwstr>
  </property>
</Properties>
</file>