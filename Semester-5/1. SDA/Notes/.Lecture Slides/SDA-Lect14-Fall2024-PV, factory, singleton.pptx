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8.xml"/>
  <Override ContentType="application/vnd.openxmlformats-officedocument.presentationml.slideMaster+xml" PartName="/ppt/slideMasters/slideMaster11.xml"/>
  <Override ContentType="application/vnd.openxmlformats-officedocument.presentationml.slideMaster+xml" PartName="/ppt/slideMasters/slideMaster13.xml"/>
  <Override ContentType="application/vnd.openxmlformats-officedocument.presentationml.slideMaster+xml" PartName="/ppt/slideMasters/slideMaster10.xml"/>
  <Override ContentType="application/vnd.openxmlformats-officedocument.presentationml.slideMaster+xml" PartName="/ppt/slideMasters/slideMaster15.xml"/>
  <Override ContentType="application/vnd.openxmlformats-officedocument.presentationml.slideMaster+xml" PartName="/ppt/slideMasters/slideMaster1.xml"/>
  <Override ContentType="application/vnd.openxmlformats-officedocument.presentationml.slideMaster+xml" PartName="/ppt/slideMasters/slideMaster7.xml"/>
  <Override ContentType="application/vnd.openxmlformats-officedocument.presentationml.slideMaster+xml" PartName="/ppt/slideMasters/slideMaster21.xml"/>
  <Override ContentType="application/vnd.openxmlformats-officedocument.presentationml.slideMaster+xml" PartName="/ppt/slideMasters/slideMaster5.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19.xml"/>
  <Override ContentType="application/vnd.openxmlformats-officedocument.presentationml.slideMaster+xml" PartName="/ppt/slideMasters/slideMaster14.xml"/>
  <Override ContentType="application/vnd.openxmlformats-officedocument.presentationml.slideMaster+xml" PartName="/ppt/slideMasters/slideMaster17.xml"/>
  <Override ContentType="application/vnd.openxmlformats-officedocument.presentationml.slideMaster+xml" PartName="/ppt/slideMasters/slideMaster12.xml"/>
  <Override ContentType="application/vnd.openxmlformats-officedocument.presentationml.slideMaster+xml" PartName="/ppt/slideMasters/slideMaster16.xml"/>
  <Override ContentType="application/vnd.openxmlformats-officedocument.presentationml.slideMaster+xml" PartName="/ppt/slideMasters/slideMaster4.xml"/>
  <Override ContentType="application/vnd.openxmlformats-officedocument.presentationml.slideMaster+xml" PartName="/ppt/slideMasters/slideMaster6.xml"/>
  <Override ContentType="application/vnd.openxmlformats-officedocument.presentationml.slideMaster+xml" PartName="/ppt/slideMasters/slideMaster20.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14.xml"/>
  <Override ContentType="application/vnd.openxmlformats-officedocument.theme+xml" PartName="/ppt/theme/theme6.xml"/>
  <Override ContentType="application/vnd.openxmlformats-officedocument.theme+xml" PartName="/ppt/theme/theme19.xml"/>
  <Override ContentType="application/vnd.openxmlformats-officedocument.theme+xml" PartName="/ppt/theme/theme22.xml"/>
  <Override ContentType="application/vnd.openxmlformats-officedocument.theme+xml" PartName="/ppt/theme/theme3.xml"/>
  <Override ContentType="application/vnd.openxmlformats-officedocument.theme+xml" PartName="/ppt/theme/theme20.xml"/>
  <Override ContentType="application/vnd.openxmlformats-officedocument.theme+xml" PartName="/ppt/theme/theme17.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15.xml"/>
  <Override ContentType="application/vnd.openxmlformats-officedocument.theme+xml" PartName="/ppt/theme/theme9.xml"/>
  <Override ContentType="application/vnd.openxmlformats-officedocument.theme+xml" PartName="/ppt/theme/theme13.xml"/>
  <Override ContentType="application/vnd.openxmlformats-officedocument.theme+xml" PartName="/ppt/theme/theme7.xml"/>
  <Override ContentType="application/vnd.openxmlformats-officedocument.theme+xml" PartName="/ppt/theme/theme21.xml"/>
  <Override ContentType="application/vnd.openxmlformats-officedocument.theme+xml" PartName="/ppt/theme/theme2.xml"/>
  <Override ContentType="application/vnd.openxmlformats-officedocument.theme+xml" PartName="/ppt/theme/theme4.xml"/>
  <Override ContentType="application/vnd.openxmlformats-officedocument.theme+xml" PartName="/ppt/theme/theme18.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6.xml"/>
  <Override ContentType="application/vnd.openxmlformats-officedocument.theme+xml" PartName="/ppt/theme/theme1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2" r:id="rId6"/>
    <p:sldMasterId id="2147483654" r:id="rId7"/>
    <p:sldMasterId id="2147483655" r:id="rId8"/>
    <p:sldMasterId id="2147483657" r:id="rId9"/>
    <p:sldMasterId id="2147483659" r:id="rId10"/>
    <p:sldMasterId id="2147483661" r:id="rId11"/>
    <p:sldMasterId id="2147483663" r:id="rId12"/>
    <p:sldMasterId id="2147483665" r:id="rId13"/>
    <p:sldMasterId id="2147483667" r:id="rId14"/>
    <p:sldMasterId id="2147483669" r:id="rId15"/>
    <p:sldMasterId id="2147483671" r:id="rId16"/>
    <p:sldMasterId id="2147483673" r:id="rId17"/>
    <p:sldMasterId id="2147483675" r:id="rId18"/>
    <p:sldMasterId id="2147483677" r:id="rId19"/>
    <p:sldMasterId id="2147483679" r:id="rId20"/>
    <p:sldMasterId id="2147483681" r:id="rId21"/>
    <p:sldMasterId id="2147483683" r:id="rId22"/>
    <p:sldMasterId id="2147483685" r:id="rId23"/>
    <p:sldMasterId id="2147483687" r:id="rId24"/>
  </p:sldMasterIdLst>
  <p:notesMasterIdLst>
    <p:notesMasterId r:id="rId25"/>
  </p:notesMasterIdLst>
  <p:sldIdLst>
    <p:sldId id="256" r:id="rId26"/>
    <p:sldId id="257" r:id="rId27"/>
    <p:sldId id="258" r:id="rId28"/>
    <p:sldId id="259" r:id="rId29"/>
    <p:sldId id="260" r:id="rId30"/>
    <p:sldId id="261" r:id="rId31"/>
    <p:sldId id="262" r:id="rId32"/>
    <p:sldId id="263" r:id="rId33"/>
    <p:sldId id="264" r:id="rId34"/>
    <p:sldId id="265" r:id="rId35"/>
    <p:sldId id="266" r:id="rId36"/>
    <p:sldId id="267" r:id="rId37"/>
    <p:sldId id="268" r:id="rId38"/>
    <p:sldId id="269" r:id="rId39"/>
    <p:sldId id="270" r:id="rId40"/>
    <p:sldId id="271" r:id="rId41"/>
    <p:sldId id="272" r:id="rId42"/>
    <p:sldId id="273" r:id="rId43"/>
    <p:sldId id="274" r:id="rId44"/>
    <p:sldId id="275" r:id="rId45"/>
    <p:sldId id="276" r:id="rId46"/>
    <p:sldId id="277" r:id="rId47"/>
    <p:sldId id="278" r:id="rId48"/>
    <p:sldId id="279" r:id="rId49"/>
    <p:sldId id="280" r:id="rId50"/>
    <p:sldId id="281" r:id="rId51"/>
    <p:sldId id="282" r:id="rId52"/>
    <p:sldId id="283" r:id="rId53"/>
    <p:sldId id="284" r:id="rId54"/>
    <p:sldId id="285" r:id="rId55"/>
    <p:sldId id="286" r:id="rId56"/>
    <p:sldId id="287" r:id="rId57"/>
    <p:sldId id="288" r:id="rId58"/>
    <p:sldId id="289" r:id="rId59"/>
    <p:sldId id="290" r:id="rId60"/>
    <p:sldId id="291" r:id="rId61"/>
    <p:sldId id="292" r:id="rId62"/>
    <p:sldId id="293" r:id="rId63"/>
  </p:sldIdLst>
  <p:sldSz cy="6858000" cx="9144000"/>
  <p:notesSz cx="6858000" cy="9144000"/>
  <p:embeddedFontLst>
    <p:embeddedFont>
      <p:font typeface="Roboto"/>
      <p:regular r:id="rId64"/>
      <p:bold r:id="rId65"/>
      <p:italic r:id="rId66"/>
      <p:boldItalic r:id="rId67"/>
    </p:embeddedFont>
    <p:embeddedFont>
      <p:font typeface="Helvetica Neue"/>
      <p:regular r:id="rId68"/>
      <p:bold r:id="rId69"/>
      <p:italic r:id="rId70"/>
      <p:boldItalic r:id="rId7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72" roundtripDataSignature="AMtx7mhlRmjLz5ysT2/uQEPQtX2pSdrBG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15.xml"/><Relationship Id="rId42" Type="http://schemas.openxmlformats.org/officeDocument/2006/relationships/slide" Target="slides/slide17.xml"/><Relationship Id="rId41" Type="http://schemas.openxmlformats.org/officeDocument/2006/relationships/slide" Target="slides/slide16.xml"/><Relationship Id="rId44" Type="http://schemas.openxmlformats.org/officeDocument/2006/relationships/slide" Target="slides/slide19.xml"/><Relationship Id="rId43" Type="http://schemas.openxmlformats.org/officeDocument/2006/relationships/slide" Target="slides/slide18.xml"/><Relationship Id="rId46" Type="http://schemas.openxmlformats.org/officeDocument/2006/relationships/slide" Target="slides/slide21.xml"/><Relationship Id="rId45" Type="http://schemas.openxmlformats.org/officeDocument/2006/relationships/slide" Target="slides/slide20.xml"/><Relationship Id="rId1" Type="http://schemas.openxmlformats.org/officeDocument/2006/relationships/theme" Target="theme/theme8.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48" Type="http://schemas.openxmlformats.org/officeDocument/2006/relationships/slide" Target="slides/slide23.xml"/><Relationship Id="rId47" Type="http://schemas.openxmlformats.org/officeDocument/2006/relationships/slide" Target="slides/slide22.xml"/><Relationship Id="rId49" Type="http://schemas.openxmlformats.org/officeDocument/2006/relationships/slide" Target="slides/slide24.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72" Type="http://customschemas.google.com/relationships/presentationmetadata" Target="metadata"/><Relationship Id="rId31" Type="http://schemas.openxmlformats.org/officeDocument/2006/relationships/slide" Target="slides/slide6.xml"/><Relationship Id="rId30" Type="http://schemas.openxmlformats.org/officeDocument/2006/relationships/slide" Target="slides/slide5.xml"/><Relationship Id="rId33" Type="http://schemas.openxmlformats.org/officeDocument/2006/relationships/slide" Target="slides/slide8.xml"/><Relationship Id="rId32" Type="http://schemas.openxmlformats.org/officeDocument/2006/relationships/slide" Target="slides/slide7.xml"/><Relationship Id="rId35" Type="http://schemas.openxmlformats.org/officeDocument/2006/relationships/slide" Target="slides/slide10.xml"/><Relationship Id="rId34" Type="http://schemas.openxmlformats.org/officeDocument/2006/relationships/slide" Target="slides/slide9.xml"/><Relationship Id="rId71" Type="http://schemas.openxmlformats.org/officeDocument/2006/relationships/font" Target="fonts/HelveticaNeue-boldItalic.fntdata"/><Relationship Id="rId70" Type="http://schemas.openxmlformats.org/officeDocument/2006/relationships/font" Target="fonts/HelveticaNeue-italic.fntdata"/><Relationship Id="rId37" Type="http://schemas.openxmlformats.org/officeDocument/2006/relationships/slide" Target="slides/slide12.xml"/><Relationship Id="rId36" Type="http://schemas.openxmlformats.org/officeDocument/2006/relationships/slide" Target="slides/slide11.xml"/><Relationship Id="rId39" Type="http://schemas.openxmlformats.org/officeDocument/2006/relationships/slide" Target="slides/slide14.xml"/><Relationship Id="rId38" Type="http://schemas.openxmlformats.org/officeDocument/2006/relationships/slide" Target="slides/slide13.xml"/><Relationship Id="rId62" Type="http://schemas.openxmlformats.org/officeDocument/2006/relationships/slide" Target="slides/slide37.xml"/><Relationship Id="rId61" Type="http://schemas.openxmlformats.org/officeDocument/2006/relationships/slide" Target="slides/slide36.xml"/><Relationship Id="rId20" Type="http://schemas.openxmlformats.org/officeDocument/2006/relationships/slideMaster" Target="slideMasters/slideMaster17.xml"/><Relationship Id="rId64" Type="http://schemas.openxmlformats.org/officeDocument/2006/relationships/font" Target="fonts/Roboto-regular.fntdata"/><Relationship Id="rId63" Type="http://schemas.openxmlformats.org/officeDocument/2006/relationships/slide" Target="slides/slide38.xml"/><Relationship Id="rId22" Type="http://schemas.openxmlformats.org/officeDocument/2006/relationships/slideMaster" Target="slideMasters/slideMaster19.xml"/><Relationship Id="rId66" Type="http://schemas.openxmlformats.org/officeDocument/2006/relationships/font" Target="fonts/Roboto-italic.fntdata"/><Relationship Id="rId21" Type="http://schemas.openxmlformats.org/officeDocument/2006/relationships/slideMaster" Target="slideMasters/slideMaster18.xml"/><Relationship Id="rId65" Type="http://schemas.openxmlformats.org/officeDocument/2006/relationships/font" Target="fonts/Roboto-bold.fntdata"/><Relationship Id="rId24" Type="http://schemas.openxmlformats.org/officeDocument/2006/relationships/slideMaster" Target="slideMasters/slideMaster21.xml"/><Relationship Id="rId68" Type="http://schemas.openxmlformats.org/officeDocument/2006/relationships/font" Target="fonts/HelveticaNeue-regular.fntdata"/><Relationship Id="rId23" Type="http://schemas.openxmlformats.org/officeDocument/2006/relationships/slideMaster" Target="slideMasters/slideMaster20.xml"/><Relationship Id="rId67" Type="http://schemas.openxmlformats.org/officeDocument/2006/relationships/font" Target="fonts/Roboto-boldItalic.fntdata"/><Relationship Id="rId60" Type="http://schemas.openxmlformats.org/officeDocument/2006/relationships/slide" Target="slides/slide35.xml"/><Relationship Id="rId26" Type="http://schemas.openxmlformats.org/officeDocument/2006/relationships/slide" Target="slides/slide1.xml"/><Relationship Id="rId25" Type="http://schemas.openxmlformats.org/officeDocument/2006/relationships/notesMaster" Target="notesMasters/notesMaster1.xml"/><Relationship Id="rId69" Type="http://schemas.openxmlformats.org/officeDocument/2006/relationships/font" Target="fonts/HelveticaNeue-bold.fntdata"/><Relationship Id="rId28" Type="http://schemas.openxmlformats.org/officeDocument/2006/relationships/slide" Target="slides/slide3.xml"/><Relationship Id="rId27" Type="http://schemas.openxmlformats.org/officeDocument/2006/relationships/slide" Target="slides/slide2.xml"/><Relationship Id="rId29" Type="http://schemas.openxmlformats.org/officeDocument/2006/relationships/slide" Target="slides/slide4.xml"/><Relationship Id="rId51" Type="http://schemas.openxmlformats.org/officeDocument/2006/relationships/slide" Target="slides/slide26.xml"/><Relationship Id="rId50" Type="http://schemas.openxmlformats.org/officeDocument/2006/relationships/slide" Target="slides/slide25.xml"/><Relationship Id="rId53" Type="http://schemas.openxmlformats.org/officeDocument/2006/relationships/slide" Target="slides/slide28.xml"/><Relationship Id="rId52" Type="http://schemas.openxmlformats.org/officeDocument/2006/relationships/slide" Target="slides/slide27.xml"/><Relationship Id="rId11" Type="http://schemas.openxmlformats.org/officeDocument/2006/relationships/slideMaster" Target="slideMasters/slideMaster8.xml"/><Relationship Id="rId55" Type="http://schemas.openxmlformats.org/officeDocument/2006/relationships/slide" Target="slides/slide30.xml"/><Relationship Id="rId10" Type="http://schemas.openxmlformats.org/officeDocument/2006/relationships/slideMaster" Target="slideMasters/slideMaster7.xml"/><Relationship Id="rId54" Type="http://schemas.openxmlformats.org/officeDocument/2006/relationships/slide" Target="slides/slide29.xml"/><Relationship Id="rId13" Type="http://schemas.openxmlformats.org/officeDocument/2006/relationships/slideMaster" Target="slideMasters/slideMaster10.xml"/><Relationship Id="rId57" Type="http://schemas.openxmlformats.org/officeDocument/2006/relationships/slide" Target="slides/slide32.xml"/><Relationship Id="rId12" Type="http://schemas.openxmlformats.org/officeDocument/2006/relationships/slideMaster" Target="slideMasters/slideMaster9.xml"/><Relationship Id="rId56" Type="http://schemas.openxmlformats.org/officeDocument/2006/relationships/slide" Target="slides/slide31.xml"/><Relationship Id="rId15" Type="http://schemas.openxmlformats.org/officeDocument/2006/relationships/slideMaster" Target="slideMasters/slideMaster12.xml"/><Relationship Id="rId59" Type="http://schemas.openxmlformats.org/officeDocument/2006/relationships/slide" Target="slides/slide34.xml"/><Relationship Id="rId14" Type="http://schemas.openxmlformats.org/officeDocument/2006/relationships/slideMaster" Target="slideMasters/slideMaster11.xml"/><Relationship Id="rId58" Type="http://schemas.openxmlformats.org/officeDocument/2006/relationships/slide" Target="slides/slide33.xml"/><Relationship Id="rId17" Type="http://schemas.openxmlformats.org/officeDocument/2006/relationships/slideMaster" Target="slideMasters/slideMaster14.xml"/><Relationship Id="rId16" Type="http://schemas.openxmlformats.org/officeDocument/2006/relationships/slideMaster" Target="slideMasters/slideMaster13.xml"/><Relationship Id="rId19" Type="http://schemas.openxmlformats.org/officeDocument/2006/relationships/slideMaster" Target="slideMasters/slideMaster16.xml"/><Relationship Id="rId18" Type="http://schemas.openxmlformats.org/officeDocument/2006/relationships/slideMaster" Target="slideMasters/slideMaster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3884612" y="0"/>
            <a:ext cx="2971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8685212"/>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cap="none" strike="noStrike">
                <a:solidFill>
                  <a:srgbClr val="000000"/>
                </a:solidFill>
                <a:latin typeface="Arial"/>
                <a:ea typeface="Arial"/>
                <a:cs typeface="Arial"/>
                <a:sym typeface="Arial"/>
              </a:rPr>
              <a:t>‹#›</a:t>
            </a:fld>
            <a:endParaRPr/>
          </a:p>
        </p:txBody>
      </p:sp>
      <p:sp>
        <p:nvSpPr>
          <p:cNvPr id="224" name="Google Shape;22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p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9" name="Shape 229"/>
        <p:cNvGrpSpPr/>
        <p:nvPr/>
      </p:nvGrpSpPr>
      <p:grpSpPr>
        <a:xfrm>
          <a:off x="0" y="0"/>
          <a:ext cx="0" cy="0"/>
          <a:chOff x="0" y="0"/>
          <a:chExt cx="0" cy="0"/>
        </a:xfrm>
      </p:grpSpPr>
      <p:sp>
        <p:nvSpPr>
          <p:cNvPr id="230" name="Google Shape;230;p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1" name="Google Shape;231;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p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37" name="Google Shape;237;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4: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it looks like over coding, but, there are two main reasons that why I decided to go for it: Test Driven Development and Flexibility.</a:t>
            </a:r>
            <a:endParaRPr/>
          </a:p>
          <a:p>
            <a:pPr indent="0" lvl="0" marL="0" rtl="0" algn="l">
              <a:spcBef>
                <a:spcPts val="0"/>
              </a:spcBef>
              <a:spcAft>
                <a:spcPts val="0"/>
              </a:spcAft>
              <a:buSzPts val="1800"/>
              <a:buNone/>
            </a:pPr>
            <a:r>
              <a:t/>
            </a:r>
            <a:endParaRPr/>
          </a:p>
          <a:p>
            <a:pPr indent="-114300" lvl="0" marL="0" rtl="0" algn="l">
              <a:spcBef>
                <a:spcPts val="0"/>
              </a:spcBef>
              <a:spcAft>
                <a:spcPts val="0"/>
              </a:spcAft>
              <a:buSzPts val="1800"/>
              <a:buAutoNum type="arabicParenR"/>
            </a:pPr>
            <a:r>
              <a:rPr lang="en-US"/>
              <a:t>On the testing side, is absolutely needed. TDD is about creating the tests for the functionality to achieve, to later develop the code required to pass the tests. As there is no implementation of the code yet, using Interfaces to Mock objects is necessary to accomplish the test cases; when the actual implementation is ready, is just a matter of substituting the mocks and injecting the real object. If the object complies with the interface, your tests will behave the same way as the mocks. It also works when creating tests that depend on code done by another person or team and you do not have the real object yet.</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t/>
            </a:r>
            <a:endParaRPr/>
          </a:p>
          <a:p>
            <a:pPr indent="-114300" lvl="0" marL="0" rtl="0" algn="l">
              <a:spcBef>
                <a:spcPts val="0"/>
              </a:spcBef>
              <a:spcAft>
                <a:spcPts val="0"/>
              </a:spcAft>
              <a:buSzPts val="1800"/>
              <a:buAutoNum type="arabicParenR"/>
            </a:pPr>
            <a:r>
              <a:rPr lang="en-US"/>
              <a:t> Handle evolving requirements</a:t>
            </a:r>
            <a:endParaRPr/>
          </a:p>
        </p:txBody>
      </p:sp>
      <p:sp>
        <p:nvSpPr>
          <p:cNvPr id="250" name="Google Shape;250;p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2" name="Google Shape;262;p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The composition is typically “has a” or “uses a” relationship. Here the Employee class has a Person. It does not inherit from Person but instead gets the Person object passed to it, which is why it “has a” Person.</a:t>
            </a:r>
            <a:endParaRPr/>
          </a:p>
        </p:txBody>
      </p:sp>
      <p:sp>
        <p:nvSpPr>
          <p:cNvPr id="263" name="Google Shape;263;p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8: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1" name="Google Shape;271;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6" name="Google Shape;286;p1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We expose all the superclass methods to the other classes having access to subclass. So if a new method is introduced or there are security holes in the superclass, subclass becomes vulnerable. Since in composition we choose which methods to use, it’s more secure than inheritance. For example, we can provide ClassA foo() method exposure to other classes using below code in ClassB.</a:t>
            </a:r>
            <a:endParaRPr/>
          </a:p>
        </p:txBody>
      </p:sp>
      <p:sp>
        <p:nvSpPr>
          <p:cNvPr id="287" name="Google Shape;287;p1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2" name="Shape 292"/>
        <p:cNvGrpSpPr/>
        <p:nvPr/>
      </p:nvGrpSpPr>
      <p:grpSpPr>
        <a:xfrm>
          <a:off x="0" y="0"/>
          <a:ext cx="0" cy="0"/>
          <a:chOff x="0" y="0"/>
          <a:chExt cx="0" cy="0"/>
        </a:xfrm>
      </p:grpSpPr>
      <p:sp>
        <p:nvSpPr>
          <p:cNvPr id="293" name="Google Shape;293;p11: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4" name="Google Shape;294;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8" name="Shape 298"/>
        <p:cNvGrpSpPr/>
        <p:nvPr/>
      </p:nvGrpSpPr>
      <p:grpSpPr>
        <a:xfrm>
          <a:off x="0" y="0"/>
          <a:ext cx="0" cy="0"/>
          <a:chOff x="0" y="0"/>
          <a:chExt cx="0" cy="0"/>
        </a:xfrm>
      </p:grpSpPr>
      <p:sp>
        <p:nvSpPr>
          <p:cNvPr id="299" name="Google Shape;299;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0" name="Google Shape;300;p1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https://www.digitalocean.com/community/tutorials/composition-vs-inheritance</a:t>
            </a:r>
            <a:endParaRPr/>
          </a:p>
        </p:txBody>
      </p:sp>
      <p:sp>
        <p:nvSpPr>
          <p:cNvPr id="301" name="Google Shape;301;p1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p1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7" name="Google Shape;307;p1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p1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12" name="Google Shape;312;p1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Indirection introduces an intermediate unit to communicate between the other units, so that the other units are not directly coupled.</a:t>
            </a:r>
            <a:endParaRPr/>
          </a:p>
          <a:p>
            <a:pPr indent="0" lvl="0" marL="0" rtl="0" algn="l">
              <a:spcBef>
                <a:spcPts val="0"/>
              </a:spcBef>
              <a:spcAft>
                <a:spcPts val="0"/>
              </a:spcAft>
              <a:buSzPts val="1800"/>
              <a:buNone/>
            </a:pPr>
            <a:r>
              <a:rPr lang="en-US"/>
              <a:t>How to avoid impact of variations of some elements on the other elements. It provides a well defined interface so that the there will be no affect on other units.</a:t>
            </a:r>
            <a:endParaRPr/>
          </a:p>
        </p:txBody>
      </p:sp>
      <p:sp>
        <p:nvSpPr>
          <p:cNvPr id="313" name="Google Shape;313;p1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Arial"/>
                <a:ea typeface="Arial"/>
                <a:cs typeface="Arial"/>
                <a:sym typeface="Arial"/>
              </a:rPr>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19" name="Google Shape;319;p1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p1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5" name="Google Shape;325;p1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26" name="Google Shape;326;p1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8" name="Shape 338"/>
        <p:cNvGrpSpPr/>
        <p:nvPr/>
      </p:nvGrpSpPr>
      <p:grpSpPr>
        <a:xfrm>
          <a:off x="0" y="0"/>
          <a:ext cx="0" cy="0"/>
          <a:chOff x="0" y="0"/>
          <a:chExt cx="0" cy="0"/>
        </a:xfrm>
      </p:grpSpPr>
      <p:sp>
        <p:nvSpPr>
          <p:cNvPr id="339" name="Google Shape;339;p17: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40" name="Google Shape;340;p1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1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9" name="Google Shape;359;p1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60" name="Google Shape;360;p1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p19: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86" name="Google Shape;386;p1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0" name="Shape 390"/>
        <p:cNvGrpSpPr/>
        <p:nvPr/>
      </p:nvGrpSpPr>
      <p:grpSpPr>
        <a:xfrm>
          <a:off x="0" y="0"/>
          <a:ext cx="0" cy="0"/>
          <a:chOff x="0" y="0"/>
          <a:chExt cx="0" cy="0"/>
        </a:xfrm>
      </p:grpSpPr>
      <p:sp>
        <p:nvSpPr>
          <p:cNvPr id="391" name="Google Shape;391;p20: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2" name="Google Shape;392;p2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p2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7" name="Google Shape;397;p2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98" name="Google Shape;398;p2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1" name="Shape 401"/>
        <p:cNvGrpSpPr/>
        <p:nvPr/>
      </p:nvGrpSpPr>
      <p:grpSpPr>
        <a:xfrm>
          <a:off x="0" y="0"/>
          <a:ext cx="0" cy="0"/>
          <a:chOff x="0" y="0"/>
          <a:chExt cx="0" cy="0"/>
        </a:xfrm>
      </p:grpSpPr>
      <p:sp>
        <p:nvSpPr>
          <p:cNvPr id="402" name="Google Shape;402;p2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03" name="Google Shape;403;p22: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4" name="Google Shape;404;p22: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2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09" name="Google Shape;409;p2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p2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15" name="Google Shape;415;p2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16" name="Google Shape;416;p2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0" name="Shape 420"/>
        <p:cNvGrpSpPr/>
        <p:nvPr/>
      </p:nvGrpSpPr>
      <p:grpSpPr>
        <a:xfrm>
          <a:off x="0" y="0"/>
          <a:ext cx="0" cy="0"/>
          <a:chOff x="0" y="0"/>
          <a:chExt cx="0" cy="0"/>
        </a:xfrm>
      </p:grpSpPr>
      <p:sp>
        <p:nvSpPr>
          <p:cNvPr id="421" name="Google Shape;421;p25: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22" name="Google Shape;422;p2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23" name="Google Shape;423;p25: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7" name="Shape 427"/>
        <p:cNvGrpSpPr/>
        <p:nvPr/>
      </p:nvGrpSpPr>
      <p:grpSpPr>
        <a:xfrm>
          <a:off x="0" y="0"/>
          <a:ext cx="0" cy="0"/>
          <a:chOff x="0" y="0"/>
          <a:chExt cx="0" cy="0"/>
        </a:xfrm>
      </p:grpSpPr>
      <p:sp>
        <p:nvSpPr>
          <p:cNvPr id="428" name="Google Shape;428;p26: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29" name="Google Shape;429;p2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2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34" name="Google Shape;434;p2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35" name="Google Shape;435;p2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p2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41" name="Google Shape;441;p2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2" name="Google Shape;442;p2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6" name="Shape 446"/>
        <p:cNvGrpSpPr/>
        <p:nvPr/>
      </p:nvGrpSpPr>
      <p:grpSpPr>
        <a:xfrm>
          <a:off x="0" y="0"/>
          <a:ext cx="0" cy="0"/>
          <a:chOff x="0" y="0"/>
          <a:chExt cx="0" cy="0"/>
        </a:xfrm>
      </p:grpSpPr>
      <p:sp>
        <p:nvSpPr>
          <p:cNvPr id="447" name="Google Shape;447;p29: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48" name="Google Shape;448;p2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49" name="Google Shape;449;p29: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3" name="Shape 453"/>
        <p:cNvGrpSpPr/>
        <p:nvPr/>
      </p:nvGrpSpPr>
      <p:grpSpPr>
        <a:xfrm>
          <a:off x="0" y="0"/>
          <a:ext cx="0" cy="0"/>
          <a:chOff x="0" y="0"/>
          <a:chExt cx="0" cy="0"/>
        </a:xfrm>
      </p:grpSpPr>
      <p:sp>
        <p:nvSpPr>
          <p:cNvPr id="454" name="Google Shape;454;p3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5" name="Google Shape;455;p3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class PersistenceFactory {</a:t>
            </a:r>
            <a:endParaRPr/>
          </a:p>
          <a:p>
            <a:pPr indent="0" lvl="0" marL="0" rtl="0" algn="l">
              <a:spcBef>
                <a:spcPts val="0"/>
              </a:spcBef>
              <a:spcAft>
                <a:spcPts val="0"/>
              </a:spcAft>
              <a:buSzPts val="1800"/>
              <a:buNone/>
            </a:pPr>
            <a:r>
              <a:rPr lang="en-US"/>
              <a:t>    PersistenceHandler service;</a:t>
            </a:r>
            <a:endParaRPr/>
          </a:p>
          <a:p>
            <a:pPr indent="0" lvl="0" marL="0" rtl="0" algn="l">
              <a:spcBef>
                <a:spcPts val="0"/>
              </a:spcBef>
              <a:spcAft>
                <a:spcPts val="0"/>
              </a:spcAft>
              <a:buSzPts val="1800"/>
              <a:buNone/>
            </a:pPr>
            <a:r>
              <a:rPr lang="en-US"/>
              <a:t>    public PersistenceHandler createPersistenceHandler(String servName) {</a:t>
            </a:r>
            <a:endParaRPr/>
          </a:p>
          <a:p>
            <a:pPr indent="0" lvl="0" marL="0" rtl="0" algn="l">
              <a:spcBef>
                <a:spcPts val="0"/>
              </a:spcBef>
              <a:spcAft>
                <a:spcPts val="0"/>
              </a:spcAft>
              <a:buSzPts val="1800"/>
              <a:buNone/>
            </a:pPr>
            <a:r>
              <a:rPr lang="en-US"/>
              <a:t>            if (service == null) {</a:t>
            </a:r>
            <a:endParaRPr/>
          </a:p>
          <a:p>
            <a:pPr indent="0" lvl="0" marL="0" rtl="0" algn="l">
              <a:spcBef>
                <a:spcPts val="0"/>
              </a:spcBef>
              <a:spcAft>
                <a:spcPts val="0"/>
              </a:spcAft>
              <a:buSzPts val="1800"/>
              <a:buNone/>
            </a:pPr>
            <a:r>
              <a:rPr lang="en-US"/>
              <a:t>              if (servName.equals("Oracle") </a:t>
            </a:r>
            <a:endParaRPr/>
          </a:p>
          <a:p>
            <a:pPr indent="0" lvl="0" marL="0" rtl="0" algn="l">
              <a:spcBef>
                <a:spcPts val="0"/>
              </a:spcBef>
              <a:spcAft>
                <a:spcPts val="0"/>
              </a:spcAft>
              <a:buSzPts val="1800"/>
              <a:buNone/>
            </a:pPr>
            <a:r>
              <a:rPr lang="en-US"/>
              <a:t>                  service = new OracleDBHandler();</a:t>
            </a:r>
            <a:endParaRPr/>
          </a:p>
          <a:p>
            <a:pPr indent="0" lvl="0" marL="0" rtl="0" algn="l">
              <a:spcBef>
                <a:spcPts val="0"/>
              </a:spcBef>
              <a:spcAft>
                <a:spcPts val="0"/>
              </a:spcAft>
              <a:buSzPts val="1800"/>
              <a:buNone/>
            </a:pPr>
            <a:r>
              <a:rPr lang="en-US"/>
              <a:t>              else if (servName.equals("XML")</a:t>
            </a:r>
            <a:endParaRPr/>
          </a:p>
          <a:p>
            <a:pPr indent="0" lvl="0" marL="0" rtl="0" algn="l">
              <a:spcBef>
                <a:spcPts val="0"/>
              </a:spcBef>
              <a:spcAft>
                <a:spcPts val="0"/>
              </a:spcAft>
              <a:buSzPts val="1800"/>
              <a:buNone/>
            </a:pPr>
            <a:r>
              <a:rPr lang="en-US"/>
              <a:t>                  service = new XMLPersistence();</a:t>
            </a:r>
            <a:endParaRPr/>
          </a:p>
          <a:p>
            <a:pPr indent="0" lvl="0" marL="0" rtl="0" algn="l">
              <a:spcBef>
                <a:spcPts val="0"/>
              </a:spcBef>
              <a:spcAft>
                <a:spcPts val="0"/>
              </a:spcAft>
              <a:buSzPts val="1800"/>
              <a:buNone/>
            </a:pPr>
            <a:r>
              <a:rPr lang="en-US"/>
              <a:t>             }</a:t>
            </a:r>
            <a:endParaRPr/>
          </a:p>
          <a:p>
            <a:pPr indent="0" lvl="0" marL="0" rtl="0" algn="l">
              <a:spcBef>
                <a:spcPts val="0"/>
              </a:spcBef>
              <a:spcAft>
                <a:spcPts val="0"/>
              </a:spcAft>
              <a:buSzPts val="1800"/>
              <a:buNone/>
            </a:pPr>
            <a:r>
              <a:rPr lang="en-US"/>
              <a:t>       return service;</a:t>
            </a:r>
            <a:endParaRPr/>
          </a:p>
          <a:p>
            <a:pPr indent="0" lvl="0" marL="0" rtl="0" algn="l">
              <a:spcBef>
                <a:spcPts val="0"/>
              </a:spcBef>
              <a:spcAft>
                <a:spcPts val="0"/>
              </a:spcAft>
              <a:buSzPts val="1800"/>
              <a:buNone/>
            </a:pPr>
            <a:r>
              <a:rPr lang="en-US"/>
              <a:t>    }</a:t>
            </a:r>
            <a:endParaRPr/>
          </a:p>
          <a:p>
            <a:pPr indent="0" lvl="0" marL="0" rtl="0" algn="l">
              <a:spcBef>
                <a:spcPts val="0"/>
              </a:spcBef>
              <a:spcAft>
                <a:spcPts val="0"/>
              </a:spcAft>
              <a:buSzPts val="1800"/>
              <a:buNone/>
            </a:pPr>
            <a:r>
              <a:rPr lang="en-US"/>
              <a:t>}</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
        <p:nvSpPr>
          <p:cNvPr id="456" name="Google Shape;456;p30: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1" name="Shape 471"/>
        <p:cNvGrpSpPr/>
        <p:nvPr/>
      </p:nvGrpSpPr>
      <p:grpSpPr>
        <a:xfrm>
          <a:off x="0" y="0"/>
          <a:ext cx="0" cy="0"/>
          <a:chOff x="0" y="0"/>
          <a:chExt cx="0" cy="0"/>
        </a:xfrm>
      </p:grpSpPr>
      <p:sp>
        <p:nvSpPr>
          <p:cNvPr id="472" name="Google Shape;472;p31: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473" name="Google Shape;473;p3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4" name="Google Shape;474;p31: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32: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79" name="Google Shape;479;p3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4" name="Shape 484"/>
        <p:cNvGrpSpPr/>
        <p:nvPr/>
      </p:nvGrpSpPr>
      <p:grpSpPr>
        <a:xfrm>
          <a:off x="0" y="0"/>
          <a:ext cx="0" cy="0"/>
          <a:chOff x="0" y="0"/>
          <a:chExt cx="0" cy="0"/>
        </a:xfrm>
      </p:grpSpPr>
      <p:sp>
        <p:nvSpPr>
          <p:cNvPr id="485" name="Google Shape;485;p33: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86" name="Google Shape;486;p3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0" name="Shape 490"/>
        <p:cNvGrpSpPr/>
        <p:nvPr/>
      </p:nvGrpSpPr>
      <p:grpSpPr>
        <a:xfrm>
          <a:off x="0" y="0"/>
          <a:ext cx="0" cy="0"/>
          <a:chOff x="0" y="0"/>
          <a:chExt cx="0" cy="0"/>
        </a:xfrm>
      </p:grpSpPr>
      <p:sp>
        <p:nvSpPr>
          <p:cNvPr id="491" name="Google Shape;491;p3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2" name="Google Shape;492;p34: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a static method is a method that belongs to the class, rather than an instance of the class. Static methods are accessed through the class name, rather than an object of the class</a:t>
            </a:r>
            <a:endParaRPr/>
          </a:p>
        </p:txBody>
      </p:sp>
      <p:sp>
        <p:nvSpPr>
          <p:cNvPr id="493" name="Google Shape;493;p34: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a:solidFill>
                  <a:srgbClr val="000000"/>
                </a:solidFill>
                <a:latin typeface="Arial"/>
                <a:ea typeface="Arial"/>
                <a:cs typeface="Arial"/>
                <a:sym typeface="Arial"/>
              </a:rPr>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7" name="Shape 497"/>
        <p:cNvGrpSpPr/>
        <p:nvPr/>
      </p:nvGrpSpPr>
      <p:grpSpPr>
        <a:xfrm>
          <a:off x="0" y="0"/>
          <a:ext cx="0" cy="0"/>
          <a:chOff x="0" y="0"/>
          <a:chExt cx="0" cy="0"/>
        </a:xfrm>
      </p:grpSpPr>
      <p:sp>
        <p:nvSpPr>
          <p:cNvPr id="498" name="Google Shape;498;p35:notes"/>
          <p:cNvSpPr txBox="1"/>
          <p:nvPr>
            <p:ph idx="1" type="body"/>
          </p:nvPr>
        </p:nvSpPr>
        <p:spPr>
          <a:xfrm>
            <a:off x="685800" y="4343400"/>
            <a:ext cx="5486400" cy="41148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499" name="Google Shape;499;p3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4" name="Shape 504"/>
        <p:cNvGrpSpPr/>
        <p:nvPr/>
      </p:nvGrpSpPr>
      <p:grpSpPr>
        <a:xfrm>
          <a:off x="0" y="0"/>
          <a:ext cx="0" cy="0"/>
          <a:chOff x="0" y="0"/>
          <a:chExt cx="0" cy="0"/>
        </a:xfrm>
      </p:grpSpPr>
      <p:sp>
        <p:nvSpPr>
          <p:cNvPr id="505" name="Google Shape;505;p36: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06" name="Google Shape;506;p3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7" name="Google Shape;507;p36: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1" name="Shape 511"/>
        <p:cNvGrpSpPr/>
        <p:nvPr/>
      </p:nvGrpSpPr>
      <p:grpSpPr>
        <a:xfrm>
          <a:off x="0" y="0"/>
          <a:ext cx="0" cy="0"/>
          <a:chOff x="0" y="0"/>
          <a:chExt cx="0" cy="0"/>
        </a:xfrm>
      </p:grpSpPr>
      <p:sp>
        <p:nvSpPr>
          <p:cNvPr id="512" name="Google Shape;512;p37: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13" name="Google Shape;513;p3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4" name="Google Shape;514;p37: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public class PersistenceFactory {</a:t>
            </a:r>
            <a:endParaRPr/>
          </a:p>
          <a:p>
            <a:pPr indent="0" lvl="0" marL="0" rtl="0" algn="l">
              <a:spcBef>
                <a:spcPts val="0"/>
              </a:spcBef>
              <a:spcAft>
                <a:spcPts val="0"/>
              </a:spcAft>
              <a:buSzPts val="1800"/>
              <a:buNone/>
            </a:pPr>
            <a:r>
              <a:rPr lang="en-US"/>
              <a:t>	</a:t>
            </a:r>
            <a:endParaRPr/>
          </a:p>
          <a:p>
            <a:pPr indent="0" lvl="0" marL="0" rtl="0" algn="l">
              <a:spcBef>
                <a:spcPts val="0"/>
              </a:spcBef>
              <a:spcAft>
                <a:spcPts val="0"/>
              </a:spcAft>
              <a:buSzPts val="1800"/>
              <a:buNone/>
            </a:pPr>
            <a:r>
              <a:rPr lang="en-US"/>
              <a:t>	private static PersistenceFactory instance =null;</a:t>
            </a:r>
            <a:endParaRPr/>
          </a:p>
          <a:p>
            <a:pPr indent="0" lvl="0" marL="0" rtl="0" algn="l">
              <a:spcBef>
                <a:spcPts val="0"/>
              </a:spcBef>
              <a:spcAft>
                <a:spcPts val="0"/>
              </a:spcAft>
              <a:buSzPts val="1800"/>
              <a:buNone/>
            </a:pPr>
            <a:r>
              <a:rPr lang="en-US"/>
              <a:t>	</a:t>
            </a:r>
            <a:endParaRPr/>
          </a:p>
          <a:p>
            <a:pPr indent="0" lvl="0" marL="0" rtl="0" algn="l">
              <a:spcBef>
                <a:spcPts val="0"/>
              </a:spcBef>
              <a:spcAft>
                <a:spcPts val="0"/>
              </a:spcAft>
              <a:buSzPts val="1800"/>
              <a:buNone/>
            </a:pPr>
            <a:r>
              <a:rPr lang="en-US"/>
              <a:t>	private synchronized PersistenceFactory(){</a:t>
            </a:r>
            <a:endParaRPr/>
          </a:p>
          <a:p>
            <a:pPr indent="0" lvl="0" marL="0" rtl="0" algn="l">
              <a:spcBef>
                <a:spcPts val="0"/>
              </a:spcBef>
              <a:spcAft>
                <a:spcPts val="0"/>
              </a:spcAft>
              <a:buSzPts val="1800"/>
              <a:buNone/>
            </a:pPr>
            <a:r>
              <a:rPr lang="en-US"/>
              <a:t>	}</a:t>
            </a:r>
            <a:endParaRPr/>
          </a:p>
          <a:p>
            <a:pPr indent="0" lvl="0" marL="0" rtl="0" algn="l">
              <a:spcBef>
                <a:spcPts val="0"/>
              </a:spcBef>
              <a:spcAft>
                <a:spcPts val="0"/>
              </a:spcAft>
              <a:buSzPts val="1800"/>
              <a:buNone/>
            </a:pPr>
            <a:r>
              <a:rPr lang="en-US"/>
              <a:t>	</a:t>
            </a:r>
            <a:endParaRPr/>
          </a:p>
          <a:p>
            <a:pPr indent="0" lvl="0" marL="0" rtl="0" algn="l">
              <a:spcBef>
                <a:spcPts val="0"/>
              </a:spcBef>
              <a:spcAft>
                <a:spcPts val="0"/>
              </a:spcAft>
              <a:buSzPts val="1800"/>
              <a:buNone/>
            </a:pPr>
            <a:r>
              <a:rPr lang="en-US"/>
              <a:t>	public static synchronized PersistenceFactory getInstance() { </a:t>
            </a:r>
            <a:endParaRPr/>
          </a:p>
          <a:p>
            <a:pPr indent="0" lvl="0" marL="0" rtl="0" algn="l">
              <a:spcBef>
                <a:spcPts val="0"/>
              </a:spcBef>
              <a:spcAft>
                <a:spcPts val="0"/>
              </a:spcAft>
              <a:buSzPts val="1800"/>
              <a:buNone/>
            </a:pPr>
            <a:r>
              <a:rPr lang="en-US"/>
              <a:t>		if ( instance == null ) { </a:t>
            </a:r>
            <a:endParaRPr/>
          </a:p>
          <a:p>
            <a:pPr indent="0" lvl="0" marL="0" rtl="0" algn="l">
              <a:spcBef>
                <a:spcPts val="0"/>
              </a:spcBef>
              <a:spcAft>
                <a:spcPts val="0"/>
              </a:spcAft>
              <a:buSzPts val="1800"/>
              <a:buNone/>
            </a:pPr>
            <a:r>
              <a:rPr lang="en-US"/>
              <a:t>			instance = new PersistenceFactory(); </a:t>
            </a:r>
            <a:endParaRPr/>
          </a:p>
          <a:p>
            <a:pPr indent="0" lvl="0" marL="0" rtl="0" algn="l">
              <a:spcBef>
                <a:spcPts val="0"/>
              </a:spcBef>
              <a:spcAft>
                <a:spcPts val="0"/>
              </a:spcAft>
              <a:buSzPts val="1800"/>
              <a:buNone/>
            </a:pPr>
            <a:r>
              <a:rPr lang="en-US"/>
              <a:t>		} </a:t>
            </a:r>
            <a:endParaRPr/>
          </a:p>
          <a:p>
            <a:pPr indent="0" lvl="0" marL="0" rtl="0" algn="l">
              <a:spcBef>
                <a:spcPts val="0"/>
              </a:spcBef>
              <a:spcAft>
                <a:spcPts val="0"/>
              </a:spcAft>
              <a:buSzPts val="1800"/>
              <a:buNone/>
            </a:pPr>
            <a:r>
              <a:rPr lang="en-US"/>
              <a:t>		return instance; </a:t>
            </a:r>
            <a:endParaRPr/>
          </a:p>
          <a:p>
            <a:pPr indent="0" lvl="0" marL="0" rtl="0" algn="l">
              <a:spcBef>
                <a:spcPts val="0"/>
              </a:spcBef>
              <a:spcAft>
                <a:spcPts val="0"/>
              </a:spcAft>
              <a:buSzPts val="1800"/>
              <a:buNone/>
            </a:pPr>
            <a:r>
              <a:rPr lang="en-US"/>
              <a:t>	}</a:t>
            </a:r>
            <a:endParaRPr/>
          </a:p>
          <a:p>
            <a:pPr indent="0" lvl="0" marL="0" rtl="0" algn="l">
              <a:spcBef>
                <a:spcPts val="0"/>
              </a:spcBef>
              <a:spcAft>
                <a:spcPts val="0"/>
              </a:spcAft>
              <a:buSzPts val="1800"/>
              <a:buNone/>
            </a:pPr>
            <a:r>
              <a:t/>
            </a:r>
            <a:endParaRPr/>
          </a:p>
          <a:p>
            <a:pPr indent="0" lvl="0" marL="0" rtl="0" algn="l">
              <a:spcBef>
                <a:spcPts val="0"/>
              </a:spcBef>
              <a:spcAft>
                <a:spcPts val="0"/>
              </a:spcAft>
              <a:buSzPts val="1800"/>
              <a:buNone/>
            </a:pPr>
            <a:r>
              <a:rPr lang="en-US"/>
              <a:t>}</a:t>
            </a:r>
            <a:endParaRPr/>
          </a:p>
          <a:p>
            <a:pPr indent="0" lvl="0" marL="0" rtl="0" algn="l">
              <a:spcBef>
                <a:spcPts val="0"/>
              </a:spcBef>
              <a:spcAft>
                <a:spcPts val="0"/>
              </a:spcAft>
              <a:buSzPts val="1800"/>
              <a:buNone/>
            </a:pPr>
            <a:r>
              <a:rPr lang="en-US"/>
              <a:t> </a:t>
            </a:r>
            <a:br>
              <a:rPr lang="en-US"/>
            </a:br>
            <a:endParaRPr/>
          </a:p>
          <a:p>
            <a:pPr indent="0" lvl="0" marL="0" rtl="0" algn="l">
              <a:spcBef>
                <a:spcPts val="0"/>
              </a:spcBef>
              <a:spcAft>
                <a:spcPts val="0"/>
              </a:spcAft>
              <a:buSzPts val="1800"/>
              <a:buNone/>
            </a:pPr>
            <a:r>
              <a:t/>
            </a:r>
            <a:endParaRPr/>
          </a:p>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p38:notes"/>
          <p:cNvSpPr txBox="1"/>
          <p:nvPr/>
        </p:nvSpPr>
        <p:spPr>
          <a:xfrm>
            <a:off x="3884612" y="8685212"/>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Arial"/>
              <a:buNone/>
            </a:pPr>
            <a:fld id="{00000000-1234-1234-1234-123412341234}" type="slidenum">
              <a:rPr b="0" i="0" lang="en-US" sz="1800" u="none">
                <a:solidFill>
                  <a:srgbClr val="000000"/>
                </a:solidFill>
                <a:latin typeface="Arial"/>
                <a:ea typeface="Arial"/>
                <a:cs typeface="Arial"/>
                <a:sym typeface="Arial"/>
              </a:rPr>
              <a:t>‹#›</a:t>
            </a:fld>
            <a:endParaRPr/>
          </a:p>
        </p:txBody>
      </p:sp>
      <p:sp>
        <p:nvSpPr>
          <p:cNvPr id="519" name="Google Shape;519;p3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0" name="Google Shape;520;p38: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rtl="0" algn="l">
              <a:lnSpc>
                <a:spcPct val="80000"/>
              </a:lnSpc>
              <a:spcBef>
                <a:spcPts val="0"/>
              </a:spcBef>
              <a:spcAft>
                <a:spcPts val="0"/>
              </a:spcAft>
              <a:buSzPts val="1800"/>
              <a:buNone/>
            </a:pPr>
            <a:r>
              <a:rPr lang="en-US"/>
              <a:t>public class Student {</a:t>
            </a:r>
            <a:endParaRPr/>
          </a:p>
          <a:p>
            <a:pPr indent="0" lvl="0" marL="0" rtl="0" algn="l">
              <a:lnSpc>
                <a:spcPct val="80000"/>
              </a:lnSpc>
              <a:spcBef>
                <a:spcPts val="0"/>
              </a:spcBef>
              <a:spcAft>
                <a:spcPts val="0"/>
              </a:spcAft>
              <a:buSzPts val="1800"/>
              <a:buNone/>
            </a:pPr>
            <a:r>
              <a:rPr lang="en-US"/>
              <a:t>	 public void save() { </a:t>
            </a:r>
            <a:endParaRPr/>
          </a:p>
          <a:p>
            <a:pPr indent="0" lvl="0" marL="0" rtl="0" algn="l">
              <a:lnSpc>
                <a:spcPct val="80000"/>
              </a:lnSpc>
              <a:spcBef>
                <a:spcPts val="0"/>
              </a:spcBef>
              <a:spcAft>
                <a:spcPts val="0"/>
              </a:spcAft>
              <a:buSzPts val="1800"/>
              <a:buNone/>
            </a:pPr>
            <a:r>
              <a:rPr lang="en-US"/>
              <a:t>	</a:t>
            </a:r>
            <a:endParaRPr/>
          </a:p>
          <a:p>
            <a:pPr indent="0" lvl="0" marL="0" rtl="0" algn="l">
              <a:lnSpc>
                <a:spcPct val="80000"/>
              </a:lnSpc>
              <a:spcBef>
                <a:spcPts val="0"/>
              </a:spcBef>
              <a:spcAft>
                <a:spcPts val="0"/>
              </a:spcAft>
              <a:buSzPts val="1800"/>
              <a:buNone/>
            </a:pPr>
            <a:r>
              <a:rPr lang="en-US"/>
              <a:t>	PersistenceHandler dbService = PersistenceFactory.getInstance().createPersistenceHandler(); </a:t>
            </a:r>
            <a:endParaRPr/>
          </a:p>
          <a:p>
            <a:pPr indent="0" lvl="0" marL="0" rtl="0" algn="l">
              <a:lnSpc>
                <a:spcPct val="80000"/>
              </a:lnSpc>
              <a:spcBef>
                <a:spcPts val="0"/>
              </a:spcBef>
              <a:spcAft>
                <a:spcPts val="0"/>
              </a:spcAft>
              <a:buSzPts val="1800"/>
              <a:buNone/>
            </a:pPr>
            <a:r>
              <a:t/>
            </a:r>
            <a:endParaRPr/>
          </a:p>
          <a:p>
            <a:pPr indent="0" lvl="0" marL="0" rtl="0" algn="l">
              <a:lnSpc>
                <a:spcPct val="80000"/>
              </a:lnSpc>
              <a:spcBef>
                <a:spcPts val="0"/>
              </a:spcBef>
              <a:spcAft>
                <a:spcPts val="0"/>
              </a:spcAft>
              <a:buSzPts val="1800"/>
              <a:buNone/>
            </a:pPr>
            <a:r>
              <a:rPr lang="en-US"/>
              <a:t>	dbService.saveStudent(this);</a:t>
            </a:r>
            <a:endParaRPr/>
          </a:p>
          <a:p>
            <a:pPr indent="0" lvl="0" marL="0" rtl="0" algn="l">
              <a:lnSpc>
                <a:spcPct val="80000"/>
              </a:lnSpc>
              <a:spcBef>
                <a:spcPts val="0"/>
              </a:spcBef>
              <a:spcAft>
                <a:spcPts val="0"/>
              </a:spcAft>
              <a:buSzPts val="1800"/>
              <a:buNone/>
            </a:pPr>
            <a:r>
              <a:rPr lang="en-US"/>
              <a:t>    </a:t>
            </a:r>
            <a:endParaRPr/>
          </a:p>
          <a:p>
            <a:pPr indent="0" lvl="0" marL="0" rtl="0" algn="l">
              <a:lnSpc>
                <a:spcPct val="80000"/>
              </a:lnSpc>
              <a:spcBef>
                <a:spcPts val="0"/>
              </a:spcBef>
              <a:spcAft>
                <a:spcPts val="0"/>
              </a:spcAft>
              <a:buSzPts val="1800"/>
              <a:buNone/>
            </a:pPr>
            <a:r>
              <a:rPr lang="en-US"/>
              <a:t>	} </a:t>
            </a:r>
            <a:endParaRPr/>
          </a:p>
          <a:p>
            <a:pPr indent="0" lvl="0" marL="0" rtl="0" algn="l">
              <a:lnSpc>
                <a:spcPct val="80000"/>
              </a:lnSpc>
              <a:spcBef>
                <a:spcPts val="0"/>
              </a:spcBef>
              <a:spcAft>
                <a:spcPts val="0"/>
              </a:spcAft>
              <a:buSzPts val="1800"/>
              <a:buNone/>
            </a:pPr>
            <a:r>
              <a:rPr lang="en-US"/>
              <a:t>// other methods… </a:t>
            </a:r>
            <a:endParaRPr/>
          </a:p>
          <a:p>
            <a:pPr indent="0" lvl="0" marL="0" rtl="0" algn="l">
              <a:lnSpc>
                <a:spcPct val="80000"/>
              </a:lnSpc>
              <a:spcBef>
                <a:spcPts val="0"/>
              </a:spcBef>
              <a:spcAft>
                <a:spcPts val="0"/>
              </a:spcAft>
              <a:buSzPts val="1800"/>
              <a:buNone/>
            </a:pPr>
            <a:r>
              <a:rPr lang="en-US"/>
              <a:t>} // end of class </a:t>
            </a:r>
            <a:br>
              <a:rPr lang="en-US"/>
            </a:br>
            <a:endParaRPr/>
          </a:p>
          <a:p>
            <a:pPr indent="0" lvl="0" marL="0" rtl="0" algn="l">
              <a:spcBef>
                <a:spcPts val="0"/>
              </a:spcBef>
              <a:spcAft>
                <a:spcPts val="0"/>
              </a:spcAft>
              <a:buSzPts val="1800"/>
              <a:buNone/>
            </a:pPr>
            <a:r>
              <a:rPr lang="en-US"/>
              <a:t>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6.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7.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8.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9.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0.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4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 name="Google Shape;17;p4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480"/>
              </a:spcBef>
              <a:spcAft>
                <a:spcPts val="0"/>
              </a:spcAft>
              <a:buClr>
                <a:schemeClr val="dk1"/>
              </a:buClr>
              <a:buSzPts val="2400"/>
              <a:buNone/>
              <a:defRPr/>
            </a:lvl1pPr>
            <a:lvl2pPr lvl="1" algn="ctr">
              <a:spcBef>
                <a:spcPts val="420"/>
              </a:spcBef>
              <a:spcAft>
                <a:spcPts val="0"/>
              </a:spcAft>
              <a:buClr>
                <a:schemeClr val="dk1"/>
              </a:buClr>
              <a:buSzPts val="2100"/>
              <a:buNone/>
              <a:defRPr/>
            </a:lvl2pPr>
            <a:lvl3pPr lvl="2" algn="ctr">
              <a:spcBef>
                <a:spcPts val="360"/>
              </a:spcBef>
              <a:spcAft>
                <a:spcPts val="0"/>
              </a:spcAft>
              <a:buClr>
                <a:schemeClr val="dk1"/>
              </a:buClr>
              <a:buSzPts val="1800"/>
              <a:buNone/>
              <a:defRPr/>
            </a:lvl3pPr>
            <a:lvl4pPr lvl="3" algn="ctr">
              <a:spcBef>
                <a:spcPts val="300"/>
              </a:spcBef>
              <a:spcAft>
                <a:spcPts val="0"/>
              </a:spcAft>
              <a:buClr>
                <a:schemeClr val="dk1"/>
              </a:buClr>
              <a:buSzPts val="1500"/>
              <a:buNone/>
              <a:defRPr/>
            </a:lvl4pPr>
            <a:lvl5pPr lvl="4" algn="ctr">
              <a:spcBef>
                <a:spcPts val="300"/>
              </a:spcBef>
              <a:spcAft>
                <a:spcPts val="0"/>
              </a:spcAft>
              <a:buClr>
                <a:schemeClr val="dk1"/>
              </a:buClr>
              <a:buSzPts val="1500"/>
              <a:buNone/>
              <a:defRPr/>
            </a:lvl5pPr>
            <a:lvl6pPr lvl="5" algn="ctr">
              <a:spcBef>
                <a:spcPts val="300"/>
              </a:spcBef>
              <a:spcAft>
                <a:spcPts val="0"/>
              </a:spcAft>
              <a:buClr>
                <a:schemeClr val="dk1"/>
              </a:buClr>
              <a:buSzPts val="1500"/>
              <a:buNone/>
              <a:defRPr/>
            </a:lvl6pPr>
            <a:lvl7pPr lvl="6" algn="ctr">
              <a:spcBef>
                <a:spcPts val="300"/>
              </a:spcBef>
              <a:spcAft>
                <a:spcPts val="0"/>
              </a:spcAft>
              <a:buClr>
                <a:schemeClr val="dk1"/>
              </a:buClr>
              <a:buSzPts val="1500"/>
              <a:buNone/>
              <a:defRPr/>
            </a:lvl7pPr>
            <a:lvl8pPr lvl="7" algn="ctr">
              <a:spcBef>
                <a:spcPts val="300"/>
              </a:spcBef>
              <a:spcAft>
                <a:spcPts val="0"/>
              </a:spcAft>
              <a:buClr>
                <a:schemeClr val="dk1"/>
              </a:buClr>
              <a:buSzPts val="1500"/>
              <a:buNone/>
              <a:defRPr/>
            </a:lvl8pPr>
            <a:lvl9pPr lvl="8" algn="ctr">
              <a:spcBef>
                <a:spcPts val="300"/>
              </a:spcBef>
              <a:spcAft>
                <a:spcPts val="0"/>
              </a:spcAft>
              <a:buClr>
                <a:schemeClr val="dk1"/>
              </a:buClr>
              <a:buSzPts val="1500"/>
              <a:buNone/>
              <a:defRPr/>
            </a:lvl9pPr>
          </a:lstStyle>
          <a:p/>
        </p:txBody>
      </p:sp>
      <p:sp>
        <p:nvSpPr>
          <p:cNvPr id="18" name="Google Shape;18;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25" name="Shape 25"/>
        <p:cNvGrpSpPr/>
        <p:nvPr/>
      </p:nvGrpSpPr>
      <p:grpSpPr>
        <a:xfrm>
          <a:off x="0" y="0"/>
          <a:ext cx="0" cy="0"/>
          <a:chOff x="0" y="0"/>
          <a:chExt cx="0" cy="0"/>
        </a:xfrm>
      </p:grpSpPr>
      <p:sp>
        <p:nvSpPr>
          <p:cNvPr id="26" name="Google Shape;26;p4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7" name="Google Shape;27;p4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33375" lvl="0" marL="457200" algn="l">
              <a:spcBef>
                <a:spcPts val="330"/>
              </a:spcBef>
              <a:spcAft>
                <a:spcPts val="0"/>
              </a:spcAft>
              <a:buClr>
                <a:schemeClr val="dk1"/>
              </a:buClr>
              <a:buSzPts val="1650"/>
              <a:buChar char="•"/>
              <a:defRPr sz="1650"/>
            </a:lvl1pPr>
            <a:lvl2pPr indent="-323850" lvl="1" marL="914400" algn="l">
              <a:spcBef>
                <a:spcPts val="300"/>
              </a:spcBef>
              <a:spcAft>
                <a:spcPts val="0"/>
              </a:spcAft>
              <a:buClr>
                <a:schemeClr val="dk1"/>
              </a:buClr>
              <a:buSzPts val="1500"/>
              <a:buChar char="–"/>
              <a:defRPr sz="1500"/>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8" name="Google Shape;28;p42"/>
          <p:cNvSpPr txBox="1"/>
          <p:nvPr>
            <p:ph idx="12" type="sldNum"/>
          </p:nvPr>
        </p:nvSpPr>
        <p:spPr>
          <a:xfrm>
            <a:off x="8305800" y="6248400"/>
            <a:ext cx="5334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33" name="Shape 33"/>
        <p:cNvGrpSpPr/>
        <p:nvPr/>
      </p:nvGrpSpPr>
      <p:grpSpPr>
        <a:xfrm>
          <a:off x="0" y="0"/>
          <a:ext cx="0" cy="0"/>
          <a:chOff x="0" y="0"/>
          <a:chExt cx="0" cy="0"/>
        </a:xfrm>
      </p:grpSpPr>
      <p:sp>
        <p:nvSpPr>
          <p:cNvPr id="34" name="Google Shape;34;p44"/>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p:cSld name="Titelfolie">
    <p:spTree>
      <p:nvGrpSpPr>
        <p:cNvPr id="46" name="Shape 46"/>
        <p:cNvGrpSpPr/>
        <p:nvPr/>
      </p:nvGrpSpPr>
      <p:grpSpPr>
        <a:xfrm>
          <a:off x="0" y="0"/>
          <a:ext cx="0" cy="0"/>
          <a:chOff x="0" y="0"/>
          <a:chExt cx="0" cy="0"/>
        </a:xfrm>
      </p:grpSpPr>
      <p:sp>
        <p:nvSpPr>
          <p:cNvPr id="47" name="Google Shape;47;p47"/>
          <p:cNvSpPr txBox="1"/>
          <p:nvPr>
            <p:ph type="ctrTitle"/>
          </p:nvPr>
        </p:nvSpPr>
        <p:spPr>
          <a:xfrm>
            <a:off x="648633" y="2042277"/>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2400">
                <a:solidFill>
                  <a:schemeClr val="lt1"/>
                </a:solidFill>
                <a:latin typeface="Roboto"/>
                <a:ea typeface="Roboto"/>
                <a:cs typeface="Roboto"/>
                <a:sym typeface="Roboto"/>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48" name="Google Shape;48;p47"/>
          <p:cNvSpPr txBox="1"/>
          <p:nvPr>
            <p:ph idx="1" type="subTitle"/>
          </p:nvPr>
        </p:nvSpPr>
        <p:spPr>
          <a:xfrm>
            <a:off x="2558716" y="3933699"/>
            <a:ext cx="6400800" cy="1752600"/>
          </a:xfrm>
          <a:prstGeom prst="rect">
            <a:avLst/>
          </a:prstGeom>
          <a:noFill/>
          <a:ln>
            <a:noFill/>
          </a:ln>
        </p:spPr>
        <p:txBody>
          <a:bodyPr anchorCtr="0" anchor="t" bIns="45700" lIns="91425" spcFirstLastPara="1" rIns="91425" wrap="square" tIns="45700">
            <a:normAutofit/>
          </a:bodyPr>
          <a:lstStyle>
            <a:lvl1pPr lvl="0" algn="r">
              <a:spcBef>
                <a:spcPts val="240"/>
              </a:spcBef>
              <a:spcAft>
                <a:spcPts val="0"/>
              </a:spcAft>
              <a:buClr>
                <a:schemeClr val="dk1"/>
              </a:buClr>
              <a:buSzPts val="1200"/>
              <a:buNone/>
              <a:defRPr sz="1200">
                <a:latin typeface="Arial"/>
                <a:ea typeface="Arial"/>
                <a:cs typeface="Arial"/>
                <a:sym typeface="Arial"/>
              </a:defRPr>
            </a:lvl1pPr>
            <a:lvl2pPr lvl="1" algn="ctr">
              <a:spcBef>
                <a:spcPts val="420"/>
              </a:spcBef>
              <a:spcAft>
                <a:spcPts val="0"/>
              </a:spcAft>
              <a:buClr>
                <a:schemeClr val="dk1"/>
              </a:buClr>
              <a:buSzPts val="2100"/>
              <a:buNone/>
              <a:defRPr/>
            </a:lvl2pPr>
            <a:lvl3pPr lvl="2" algn="ctr">
              <a:spcBef>
                <a:spcPts val="360"/>
              </a:spcBef>
              <a:spcAft>
                <a:spcPts val="0"/>
              </a:spcAft>
              <a:buClr>
                <a:schemeClr val="dk1"/>
              </a:buClr>
              <a:buSzPts val="1800"/>
              <a:buNone/>
              <a:defRPr/>
            </a:lvl3pPr>
            <a:lvl4pPr lvl="3" algn="ctr">
              <a:spcBef>
                <a:spcPts val="300"/>
              </a:spcBef>
              <a:spcAft>
                <a:spcPts val="0"/>
              </a:spcAft>
              <a:buClr>
                <a:schemeClr val="dk1"/>
              </a:buClr>
              <a:buSzPts val="1500"/>
              <a:buNone/>
              <a:defRPr/>
            </a:lvl4pPr>
            <a:lvl5pPr lvl="4" algn="ctr">
              <a:spcBef>
                <a:spcPts val="300"/>
              </a:spcBef>
              <a:spcAft>
                <a:spcPts val="0"/>
              </a:spcAft>
              <a:buClr>
                <a:schemeClr val="dk1"/>
              </a:buClr>
              <a:buSzPts val="1500"/>
              <a:buNone/>
              <a:defRPr/>
            </a:lvl5pPr>
            <a:lvl6pPr lvl="5" algn="ctr">
              <a:spcBef>
                <a:spcPts val="300"/>
              </a:spcBef>
              <a:spcAft>
                <a:spcPts val="0"/>
              </a:spcAft>
              <a:buClr>
                <a:schemeClr val="dk1"/>
              </a:buClr>
              <a:buSzPts val="1500"/>
              <a:buNone/>
              <a:defRPr/>
            </a:lvl6pPr>
            <a:lvl7pPr lvl="6" algn="ctr">
              <a:spcBef>
                <a:spcPts val="300"/>
              </a:spcBef>
              <a:spcAft>
                <a:spcPts val="0"/>
              </a:spcAft>
              <a:buClr>
                <a:schemeClr val="dk1"/>
              </a:buClr>
              <a:buSzPts val="1500"/>
              <a:buNone/>
              <a:defRPr/>
            </a:lvl7pPr>
            <a:lvl8pPr lvl="7" algn="ctr">
              <a:spcBef>
                <a:spcPts val="300"/>
              </a:spcBef>
              <a:spcAft>
                <a:spcPts val="0"/>
              </a:spcAft>
              <a:buClr>
                <a:schemeClr val="dk1"/>
              </a:buClr>
              <a:buSzPts val="1500"/>
              <a:buNone/>
              <a:defRPr/>
            </a:lvl8pPr>
            <a:lvl9pPr lvl="8" algn="ctr">
              <a:spcBef>
                <a:spcPts val="300"/>
              </a:spcBef>
              <a:spcAft>
                <a:spcPts val="0"/>
              </a:spcAft>
              <a:buClr>
                <a:schemeClr val="dk1"/>
              </a:buClr>
              <a:buSzPts val="1500"/>
              <a:buNone/>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53" name="Shape 53"/>
        <p:cNvGrpSpPr/>
        <p:nvPr/>
      </p:nvGrpSpPr>
      <p:grpSpPr>
        <a:xfrm>
          <a:off x="0" y="0"/>
          <a:ext cx="0" cy="0"/>
          <a:chOff x="0" y="0"/>
          <a:chExt cx="0" cy="0"/>
        </a:xfrm>
      </p:grpSpPr>
      <p:sp>
        <p:nvSpPr>
          <p:cNvPr id="54" name="Google Shape;54;p4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55" name="Google Shape;55;p49"/>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obj">
  <p:cSld name="OBJECT">
    <p:spTree>
      <p:nvGrpSpPr>
        <p:cNvPr id="62" name="Shape 62"/>
        <p:cNvGrpSpPr/>
        <p:nvPr/>
      </p:nvGrpSpPr>
      <p:grpSpPr>
        <a:xfrm>
          <a:off x="0" y="0"/>
          <a:ext cx="0" cy="0"/>
          <a:chOff x="0" y="0"/>
          <a:chExt cx="0" cy="0"/>
        </a:xfrm>
      </p:grpSpPr>
      <p:sp>
        <p:nvSpPr>
          <p:cNvPr id="63" name="Google Shape;63;p51"/>
          <p:cNvSpPr txBox="1"/>
          <p:nvPr>
            <p:ph type="title"/>
          </p:nvPr>
        </p:nvSpPr>
        <p:spPr>
          <a:xfrm>
            <a:off x="457200" y="274637"/>
            <a:ext cx="8229600" cy="1143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b="0" i="0" sz="2978">
                <a:solidFill>
                  <a:schemeClr val="dk1"/>
                </a:solidFill>
                <a:latin typeface="Twentieth Century"/>
                <a:ea typeface="Twentieth Century"/>
                <a:cs typeface="Twentieth Century"/>
                <a:sym typeface="Twentieth Century"/>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64" name="Google Shape;64;p51"/>
          <p:cNvSpPr txBox="1"/>
          <p:nvPr>
            <p:ph idx="1" type="body"/>
          </p:nvPr>
        </p:nvSpPr>
        <p:spPr>
          <a:xfrm>
            <a:off x="1041376" y="1900907"/>
            <a:ext cx="3051464" cy="325923"/>
          </a:xfrm>
          <a:prstGeom prst="rect">
            <a:avLst/>
          </a:prstGeom>
          <a:noFill/>
          <a:ln>
            <a:noFill/>
          </a:ln>
        </p:spPr>
        <p:txBody>
          <a:bodyPr anchorCtr="0" anchor="t" bIns="0" lIns="0" spcFirstLastPara="1" rIns="0" wrap="square" tIns="0">
            <a:spAutoFit/>
          </a:bodyPr>
          <a:lstStyle>
            <a:lvl1pPr indent="-363093" lvl="0" marL="457200" algn="l">
              <a:spcBef>
                <a:spcPts val="424"/>
              </a:spcBef>
              <a:spcAft>
                <a:spcPts val="0"/>
              </a:spcAft>
              <a:buClr>
                <a:schemeClr val="dk1"/>
              </a:buClr>
              <a:buSzPts val="2118"/>
              <a:buChar char="•"/>
              <a:defRPr b="1" i="0" sz="2118">
                <a:solidFill>
                  <a:schemeClr val="dk1"/>
                </a:solidFill>
                <a:latin typeface="Calibri"/>
                <a:ea typeface="Calibri"/>
                <a:cs typeface="Calibri"/>
                <a:sym typeface="Calibri"/>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5" name="Google Shape;65;p51"/>
          <p:cNvSpPr txBox="1"/>
          <p:nvPr>
            <p:ph idx="2" type="body"/>
          </p:nvPr>
        </p:nvSpPr>
        <p:spPr>
          <a:xfrm>
            <a:off x="4710088" y="1434662"/>
            <a:ext cx="3505776" cy="183255"/>
          </a:xfrm>
          <a:prstGeom prst="rect">
            <a:avLst/>
          </a:prstGeom>
          <a:noFill/>
          <a:ln>
            <a:noFill/>
          </a:ln>
        </p:spPr>
        <p:txBody>
          <a:bodyPr anchorCtr="0" anchor="t" bIns="0" lIns="0" spcFirstLastPara="1" rIns="0" wrap="square" tIns="0">
            <a:spAutoFit/>
          </a:bodyPr>
          <a:lstStyle>
            <a:lvl1pPr indent="-304228" lvl="0" marL="457200" algn="l">
              <a:spcBef>
                <a:spcPts val="238"/>
              </a:spcBef>
              <a:spcAft>
                <a:spcPts val="0"/>
              </a:spcAft>
              <a:buClr>
                <a:schemeClr val="dk1"/>
              </a:buClr>
              <a:buSzPts val="1191"/>
              <a:buChar char="•"/>
              <a:defRPr b="1" i="0" sz="1191">
                <a:solidFill>
                  <a:schemeClr val="dk1"/>
                </a:solidFill>
                <a:latin typeface="Twentieth Century"/>
                <a:ea typeface="Twentieth Century"/>
                <a:cs typeface="Twentieth Century"/>
                <a:sym typeface="Twentieth Century"/>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66" name="Google Shape;66;p51"/>
          <p:cNvSpPr txBox="1"/>
          <p:nvPr>
            <p:ph idx="11" type="ftr"/>
          </p:nvPr>
        </p:nvSpPr>
        <p:spPr>
          <a:xfrm>
            <a:off x="3124200" y="6356350"/>
            <a:ext cx="2895600" cy="36512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51"/>
          <p:cNvSpPr txBox="1"/>
          <p:nvPr>
            <p:ph idx="10" type="dt"/>
          </p:nvPr>
        </p:nvSpPr>
        <p:spPr>
          <a:xfrm>
            <a:off x="457200" y="6356350"/>
            <a:ext cx="2133600" cy="36512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51"/>
          <p:cNvSpPr txBox="1"/>
          <p:nvPr>
            <p:ph idx="12" type="sldNum"/>
          </p:nvPr>
        </p:nvSpPr>
        <p:spPr>
          <a:xfrm>
            <a:off x="6553200" y="6356350"/>
            <a:ext cx="2133600" cy="365125"/>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obj">
  <p:cSld name="OBJECT">
    <p:spTree>
      <p:nvGrpSpPr>
        <p:cNvPr id="75" name="Shape 75"/>
        <p:cNvGrpSpPr/>
        <p:nvPr/>
      </p:nvGrpSpPr>
      <p:grpSpPr>
        <a:xfrm>
          <a:off x="0" y="0"/>
          <a:ext cx="0" cy="0"/>
          <a:chOff x="0" y="0"/>
          <a:chExt cx="0" cy="0"/>
        </a:xfrm>
      </p:grpSpPr>
      <p:sp>
        <p:nvSpPr>
          <p:cNvPr id="76" name="Google Shape;76;p53"/>
          <p:cNvSpPr txBox="1"/>
          <p:nvPr>
            <p:ph type="title"/>
          </p:nvPr>
        </p:nvSpPr>
        <p:spPr>
          <a:xfrm>
            <a:off x="457200" y="274637"/>
            <a:ext cx="8229600" cy="1143000"/>
          </a:xfrm>
          <a:prstGeom prst="rect">
            <a:avLst/>
          </a:prstGeom>
          <a:noFill/>
          <a:ln>
            <a:noFill/>
          </a:ln>
        </p:spPr>
        <p:txBody>
          <a:bodyPr anchorCtr="0" anchor="ctr" bIns="0" lIns="0" spcFirstLastPara="1" rIns="0" wrap="square" tIns="0">
            <a:noAutofit/>
          </a:bodyPr>
          <a:lstStyle>
            <a:lvl1pPr lvl="0" algn="ctr">
              <a:spcBef>
                <a:spcPts val="0"/>
              </a:spcBef>
              <a:spcAft>
                <a:spcPts val="0"/>
              </a:spcAft>
              <a:buSzPts val="1400"/>
              <a:buNone/>
              <a:defRPr b="0" i="0" sz="2978">
                <a:solidFill>
                  <a:schemeClr val="dk1"/>
                </a:solidFill>
                <a:latin typeface="Twentieth Century"/>
                <a:ea typeface="Twentieth Century"/>
                <a:cs typeface="Twentieth Century"/>
                <a:sym typeface="Twentieth Century"/>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77" name="Google Shape;77;p53"/>
          <p:cNvSpPr txBox="1"/>
          <p:nvPr>
            <p:ph idx="11" type="ftr"/>
          </p:nvPr>
        </p:nvSpPr>
        <p:spPr>
          <a:xfrm>
            <a:off x="3124200" y="6356350"/>
            <a:ext cx="2895600" cy="36512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53"/>
          <p:cNvSpPr txBox="1"/>
          <p:nvPr>
            <p:ph idx="10" type="dt"/>
          </p:nvPr>
        </p:nvSpPr>
        <p:spPr>
          <a:xfrm>
            <a:off x="457200" y="6356350"/>
            <a:ext cx="2133600" cy="365125"/>
          </a:xfrm>
          <a:prstGeom prst="rect">
            <a:avLst/>
          </a:prstGeom>
          <a:noFill/>
          <a:ln>
            <a:noFill/>
          </a:ln>
        </p:spPr>
        <p:txBody>
          <a:bodyPr anchorCtr="0" anchor="ctr" bIns="0" lIns="0" spcFirstLastPara="1" rIns="0" wrap="square" tIns="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53"/>
          <p:cNvSpPr txBox="1"/>
          <p:nvPr>
            <p:ph idx="12" type="sldNum"/>
          </p:nvPr>
        </p:nvSpPr>
        <p:spPr>
          <a:xfrm>
            <a:off x="6553200" y="6356350"/>
            <a:ext cx="2133600" cy="365125"/>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folie" type="title">
  <p:cSld name="TITLE">
    <p:spTree>
      <p:nvGrpSpPr>
        <p:cNvPr id="86" name="Shape 86"/>
        <p:cNvGrpSpPr/>
        <p:nvPr/>
      </p:nvGrpSpPr>
      <p:grpSpPr>
        <a:xfrm>
          <a:off x="0" y="0"/>
          <a:ext cx="0" cy="0"/>
          <a:chOff x="0" y="0"/>
          <a:chExt cx="0" cy="0"/>
        </a:xfrm>
      </p:grpSpPr>
      <p:sp>
        <p:nvSpPr>
          <p:cNvPr id="87" name="Google Shape;87;p55"/>
          <p:cNvSpPr txBox="1"/>
          <p:nvPr>
            <p:ph type="ctrTitle"/>
          </p:nvPr>
        </p:nvSpPr>
        <p:spPr>
          <a:xfrm>
            <a:off x="685800" y="2130427"/>
            <a:ext cx="7772400" cy="14700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sz="2400">
                <a:solidFill>
                  <a:schemeClr val="lt1"/>
                </a:solidFill>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88" name="Google Shape;88;p55"/>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algn="ctr">
              <a:spcBef>
                <a:spcPts val="360"/>
              </a:spcBef>
              <a:spcAft>
                <a:spcPts val="0"/>
              </a:spcAft>
              <a:buClr>
                <a:schemeClr val="dk1"/>
              </a:buClr>
              <a:buSzPts val="1800"/>
              <a:buFont typeface="Arial"/>
              <a:buNone/>
              <a:defRPr sz="1800"/>
            </a:lvl1pPr>
            <a:lvl2pPr lvl="1" algn="ctr">
              <a:spcBef>
                <a:spcPts val="360"/>
              </a:spcBef>
              <a:spcAft>
                <a:spcPts val="0"/>
              </a:spcAft>
              <a:buClr>
                <a:schemeClr val="dk1"/>
              </a:buClr>
              <a:buSzPts val="1800"/>
              <a:buFont typeface="Arial"/>
              <a:buNone/>
              <a:defRPr/>
            </a:lvl2pPr>
            <a:lvl3pPr lvl="2" algn="ctr">
              <a:spcBef>
                <a:spcPts val="360"/>
              </a:spcBef>
              <a:spcAft>
                <a:spcPts val="0"/>
              </a:spcAft>
              <a:buClr>
                <a:schemeClr val="dk1"/>
              </a:buClr>
              <a:buSzPts val="1800"/>
              <a:buFont typeface="Arial"/>
              <a:buNone/>
              <a:defRPr/>
            </a:lvl3pPr>
            <a:lvl4pPr lvl="3" algn="ctr">
              <a:spcBef>
                <a:spcPts val="360"/>
              </a:spcBef>
              <a:spcAft>
                <a:spcPts val="0"/>
              </a:spcAft>
              <a:buClr>
                <a:schemeClr val="dk1"/>
              </a:buClr>
              <a:buSzPts val="1800"/>
              <a:buFont typeface="Arial"/>
              <a:buNone/>
              <a:defRPr/>
            </a:lvl4pPr>
            <a:lvl5pPr lvl="4" algn="ctr">
              <a:spcBef>
                <a:spcPts val="360"/>
              </a:spcBef>
              <a:spcAft>
                <a:spcPts val="0"/>
              </a:spcAft>
              <a:buClr>
                <a:schemeClr val="dk1"/>
              </a:buClr>
              <a:buSzPts val="1800"/>
              <a:buFont typeface="Arial"/>
              <a:buNone/>
              <a:defRPr/>
            </a:lvl5pPr>
            <a:lvl6pPr lvl="5" algn="ctr">
              <a:spcBef>
                <a:spcPts val="300"/>
              </a:spcBef>
              <a:spcAft>
                <a:spcPts val="0"/>
              </a:spcAft>
              <a:buClr>
                <a:schemeClr val="dk1"/>
              </a:buClr>
              <a:buSzPts val="1500"/>
              <a:buFont typeface="Arial"/>
              <a:buNone/>
              <a:defRPr/>
            </a:lvl6pPr>
            <a:lvl7pPr lvl="6" algn="ctr">
              <a:spcBef>
                <a:spcPts val="300"/>
              </a:spcBef>
              <a:spcAft>
                <a:spcPts val="0"/>
              </a:spcAft>
              <a:buClr>
                <a:schemeClr val="dk1"/>
              </a:buClr>
              <a:buSzPts val="1500"/>
              <a:buFont typeface="Arial"/>
              <a:buNone/>
              <a:defRPr/>
            </a:lvl7pPr>
            <a:lvl8pPr lvl="7" algn="ctr">
              <a:spcBef>
                <a:spcPts val="300"/>
              </a:spcBef>
              <a:spcAft>
                <a:spcPts val="0"/>
              </a:spcAft>
              <a:buClr>
                <a:schemeClr val="dk1"/>
              </a:buClr>
              <a:buSzPts val="1500"/>
              <a:buFont typeface="Arial"/>
              <a:buNone/>
              <a:defRPr/>
            </a:lvl8pPr>
            <a:lvl9pPr lvl="8" algn="ctr">
              <a:spcBef>
                <a:spcPts val="300"/>
              </a:spcBef>
              <a:spcAft>
                <a:spcPts val="0"/>
              </a:spcAft>
              <a:buClr>
                <a:schemeClr val="dk1"/>
              </a:buClr>
              <a:buSzPts val="1500"/>
              <a:buFont typeface="Arial"/>
              <a:buNone/>
              <a:defRPr/>
            </a:lvl9pPr>
          </a:lstStyle>
          <a:p/>
        </p:txBody>
      </p:sp>
      <p:sp>
        <p:nvSpPr>
          <p:cNvPr id="89" name="Google Shape;89;p55"/>
          <p:cNvSpPr txBox="1"/>
          <p:nvPr>
            <p:ph idx="10" type="dt"/>
          </p:nvPr>
        </p:nvSpPr>
        <p:spPr>
          <a:xfrm>
            <a:off x="228600" y="6248400"/>
            <a:ext cx="22098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Inhalt" type="obj">
  <p:cSld name="OBJECT">
    <p:spTree>
      <p:nvGrpSpPr>
        <p:cNvPr id="96" name="Shape 96"/>
        <p:cNvGrpSpPr/>
        <p:nvPr/>
      </p:nvGrpSpPr>
      <p:grpSpPr>
        <a:xfrm>
          <a:off x="0" y="0"/>
          <a:ext cx="0" cy="0"/>
          <a:chOff x="0" y="0"/>
          <a:chExt cx="0" cy="0"/>
        </a:xfrm>
      </p:grpSpPr>
      <p:sp>
        <p:nvSpPr>
          <p:cNvPr id="97" name="Google Shape;97;p57"/>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98" name="Google Shape;98;p57"/>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33375" lvl="0" marL="457200" algn="l">
              <a:spcBef>
                <a:spcPts val="330"/>
              </a:spcBef>
              <a:spcAft>
                <a:spcPts val="0"/>
              </a:spcAft>
              <a:buClr>
                <a:schemeClr val="dk1"/>
              </a:buClr>
              <a:buSzPts val="1650"/>
              <a:buFont typeface="Arial"/>
              <a:buChar char="•"/>
              <a:defRPr sz="1650"/>
            </a:lvl1pPr>
            <a:lvl2pPr indent="-323850" lvl="1" marL="914400" algn="l">
              <a:spcBef>
                <a:spcPts val="300"/>
              </a:spcBef>
              <a:spcAft>
                <a:spcPts val="0"/>
              </a:spcAft>
              <a:buClr>
                <a:schemeClr val="dk1"/>
              </a:buClr>
              <a:buSzPts val="1500"/>
              <a:buFont typeface="Arial"/>
              <a:buChar char="–"/>
              <a:defRPr sz="1500"/>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p57"/>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schnittsüberschrift" type="secHead">
  <p:cSld name="SECTION_HEADER">
    <p:spTree>
      <p:nvGrpSpPr>
        <p:cNvPr id="106" name="Shape 106"/>
        <p:cNvGrpSpPr/>
        <p:nvPr/>
      </p:nvGrpSpPr>
      <p:grpSpPr>
        <a:xfrm>
          <a:off x="0" y="0"/>
          <a:ext cx="0" cy="0"/>
          <a:chOff x="0" y="0"/>
          <a:chExt cx="0" cy="0"/>
        </a:xfrm>
      </p:grpSpPr>
      <p:sp>
        <p:nvSpPr>
          <p:cNvPr id="107" name="Google Shape;107;p59"/>
          <p:cNvSpPr txBox="1"/>
          <p:nvPr>
            <p:ph type="title"/>
          </p:nvPr>
        </p:nvSpPr>
        <p:spPr>
          <a:xfrm>
            <a:off x="722313" y="4406902"/>
            <a:ext cx="7772400" cy="1362075"/>
          </a:xfrm>
          <a:prstGeom prst="rect">
            <a:avLst/>
          </a:prstGeom>
          <a:noFill/>
          <a:ln>
            <a:noFill/>
          </a:ln>
        </p:spPr>
        <p:txBody>
          <a:bodyPr anchorCtr="0" anchor="t" bIns="45700" lIns="91425" spcFirstLastPara="1" rIns="91425" wrap="square" tIns="45700">
            <a:noAutofit/>
          </a:bodyPr>
          <a:lstStyle>
            <a:lvl1pPr lvl="0" algn="l">
              <a:spcBef>
                <a:spcPts val="0"/>
              </a:spcBef>
              <a:spcAft>
                <a:spcPts val="0"/>
              </a:spcAft>
              <a:buSzPts val="1400"/>
              <a:buNone/>
              <a:defRPr b="1" sz="3000" cap="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08" name="Google Shape;108;p59"/>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algn="l">
              <a:spcBef>
                <a:spcPts val="300"/>
              </a:spcBef>
              <a:spcAft>
                <a:spcPts val="0"/>
              </a:spcAft>
              <a:buClr>
                <a:schemeClr val="dk1"/>
              </a:buClr>
              <a:buSzPts val="1500"/>
              <a:buFont typeface="Arial"/>
              <a:buNone/>
              <a:defRPr sz="1500"/>
            </a:lvl1pPr>
            <a:lvl2pPr indent="-228600" lvl="1" marL="914400" algn="l">
              <a:spcBef>
                <a:spcPts val="270"/>
              </a:spcBef>
              <a:spcAft>
                <a:spcPts val="0"/>
              </a:spcAft>
              <a:buClr>
                <a:schemeClr val="dk1"/>
              </a:buClr>
              <a:buSzPts val="1350"/>
              <a:buFont typeface="Arial"/>
              <a:buNone/>
              <a:defRPr sz="1350"/>
            </a:lvl2pPr>
            <a:lvl3pPr indent="-228600" lvl="2" marL="1371600" algn="l">
              <a:spcBef>
                <a:spcPts val="240"/>
              </a:spcBef>
              <a:spcAft>
                <a:spcPts val="0"/>
              </a:spcAft>
              <a:buClr>
                <a:schemeClr val="dk1"/>
              </a:buClr>
              <a:buSzPts val="1200"/>
              <a:buFont typeface="Arial"/>
              <a:buNone/>
              <a:defRPr sz="1200"/>
            </a:lvl3pPr>
            <a:lvl4pPr indent="-228600" lvl="3" marL="1828800" algn="l">
              <a:spcBef>
                <a:spcPts val="210"/>
              </a:spcBef>
              <a:spcAft>
                <a:spcPts val="0"/>
              </a:spcAft>
              <a:buClr>
                <a:schemeClr val="dk1"/>
              </a:buClr>
              <a:buSzPts val="1050"/>
              <a:buFont typeface="Arial"/>
              <a:buNone/>
              <a:defRPr sz="1050"/>
            </a:lvl4pPr>
            <a:lvl5pPr indent="-228600" lvl="4" marL="2286000" algn="l">
              <a:spcBef>
                <a:spcPts val="210"/>
              </a:spcBef>
              <a:spcAft>
                <a:spcPts val="0"/>
              </a:spcAft>
              <a:buClr>
                <a:schemeClr val="dk1"/>
              </a:buClr>
              <a:buSzPts val="1050"/>
              <a:buFont typeface="Arial"/>
              <a:buNone/>
              <a:defRPr sz="1050"/>
            </a:lvl5pPr>
            <a:lvl6pPr indent="-228600" lvl="5" marL="2743200" algn="l">
              <a:spcBef>
                <a:spcPts val="210"/>
              </a:spcBef>
              <a:spcAft>
                <a:spcPts val="0"/>
              </a:spcAft>
              <a:buClr>
                <a:schemeClr val="dk1"/>
              </a:buClr>
              <a:buSzPts val="1050"/>
              <a:buFont typeface="Arial"/>
              <a:buNone/>
              <a:defRPr sz="1050"/>
            </a:lvl6pPr>
            <a:lvl7pPr indent="-228600" lvl="6" marL="3200400" algn="l">
              <a:spcBef>
                <a:spcPts val="210"/>
              </a:spcBef>
              <a:spcAft>
                <a:spcPts val="0"/>
              </a:spcAft>
              <a:buClr>
                <a:schemeClr val="dk1"/>
              </a:buClr>
              <a:buSzPts val="1050"/>
              <a:buFont typeface="Arial"/>
              <a:buNone/>
              <a:defRPr sz="1050"/>
            </a:lvl7pPr>
            <a:lvl8pPr indent="-228600" lvl="7" marL="3657600" algn="l">
              <a:spcBef>
                <a:spcPts val="210"/>
              </a:spcBef>
              <a:spcAft>
                <a:spcPts val="0"/>
              </a:spcAft>
              <a:buClr>
                <a:schemeClr val="dk1"/>
              </a:buClr>
              <a:buSzPts val="1050"/>
              <a:buFont typeface="Arial"/>
              <a:buNone/>
              <a:defRPr sz="1050"/>
            </a:lvl8pPr>
            <a:lvl9pPr indent="-228600" lvl="8" marL="4114800" algn="l">
              <a:spcBef>
                <a:spcPts val="210"/>
              </a:spcBef>
              <a:spcAft>
                <a:spcPts val="0"/>
              </a:spcAft>
              <a:buClr>
                <a:schemeClr val="dk1"/>
              </a:buClr>
              <a:buSzPts val="1050"/>
              <a:buFont typeface="Arial"/>
              <a:buNone/>
              <a:defRPr sz="1050"/>
            </a:lvl9pPr>
          </a:lstStyle>
          <a:p/>
        </p:txBody>
      </p:sp>
      <p:sp>
        <p:nvSpPr>
          <p:cNvPr id="109" name="Google Shape;109;p59"/>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Zwei Inhalte" type="twoObj">
  <p:cSld name="TWO_OBJECTS">
    <p:spTree>
      <p:nvGrpSpPr>
        <p:cNvPr id="116" name="Shape 116"/>
        <p:cNvGrpSpPr/>
        <p:nvPr/>
      </p:nvGrpSpPr>
      <p:grpSpPr>
        <a:xfrm>
          <a:off x="0" y="0"/>
          <a:ext cx="0" cy="0"/>
          <a:chOff x="0" y="0"/>
          <a:chExt cx="0" cy="0"/>
        </a:xfrm>
      </p:grpSpPr>
      <p:sp>
        <p:nvSpPr>
          <p:cNvPr id="117" name="Google Shape;117;p61"/>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18" name="Google Shape;118;p61"/>
          <p:cNvSpPr txBox="1"/>
          <p:nvPr>
            <p:ph idx="1" type="body"/>
          </p:nvPr>
        </p:nvSpPr>
        <p:spPr>
          <a:xfrm>
            <a:off x="685800" y="1981200"/>
            <a:ext cx="3810000" cy="4114800"/>
          </a:xfrm>
          <a:prstGeom prst="rect">
            <a:avLst/>
          </a:prstGeom>
          <a:noFill/>
          <a:ln>
            <a:noFill/>
          </a:ln>
        </p:spPr>
        <p:txBody>
          <a:bodyPr anchorCtr="0" anchor="t" bIns="45700" lIns="91425" spcFirstLastPara="1" rIns="91425" wrap="square" tIns="45700">
            <a:noAutofit/>
          </a:bodyPr>
          <a:lstStyle>
            <a:lvl1pPr indent="-314325" lvl="0" marL="457200" algn="l">
              <a:spcBef>
                <a:spcPts val="270"/>
              </a:spcBef>
              <a:spcAft>
                <a:spcPts val="0"/>
              </a:spcAft>
              <a:buClr>
                <a:schemeClr val="dk1"/>
              </a:buClr>
              <a:buSzPts val="1350"/>
              <a:buFont typeface="Arial"/>
              <a:buChar char="•"/>
              <a:defRPr sz="1350"/>
            </a:lvl1pPr>
            <a:lvl2pPr indent="-314325" lvl="1" marL="914400" algn="l">
              <a:spcBef>
                <a:spcPts val="270"/>
              </a:spcBef>
              <a:spcAft>
                <a:spcPts val="0"/>
              </a:spcAft>
              <a:buClr>
                <a:schemeClr val="dk1"/>
              </a:buClr>
              <a:buSzPts val="1350"/>
              <a:buFont typeface="Arial"/>
              <a:buChar char="–"/>
              <a:defRPr sz="1350"/>
            </a:lvl2pPr>
            <a:lvl3pPr indent="-314325" lvl="2" marL="1371600" algn="l">
              <a:spcBef>
                <a:spcPts val="270"/>
              </a:spcBef>
              <a:spcAft>
                <a:spcPts val="0"/>
              </a:spcAft>
              <a:buClr>
                <a:schemeClr val="dk1"/>
              </a:buClr>
              <a:buSzPts val="1350"/>
              <a:buFont typeface="Arial"/>
              <a:buChar char="•"/>
              <a:defRPr sz="1350"/>
            </a:lvl3pPr>
            <a:lvl4pPr indent="-314325" lvl="3" marL="1828800" algn="l">
              <a:spcBef>
                <a:spcPts val="270"/>
              </a:spcBef>
              <a:spcAft>
                <a:spcPts val="0"/>
              </a:spcAft>
              <a:buClr>
                <a:schemeClr val="dk1"/>
              </a:buClr>
              <a:buSzPts val="1350"/>
              <a:buFont typeface="Arial"/>
              <a:buChar char="–"/>
              <a:defRPr sz="1350"/>
            </a:lvl4pPr>
            <a:lvl5pPr indent="-314325" lvl="4" marL="2286000" algn="l">
              <a:spcBef>
                <a:spcPts val="270"/>
              </a:spcBef>
              <a:spcAft>
                <a:spcPts val="0"/>
              </a:spcAft>
              <a:buClr>
                <a:schemeClr val="dk1"/>
              </a:buClr>
              <a:buSzPts val="1350"/>
              <a:buFont typeface="Arial"/>
              <a:buChar char="»"/>
              <a:defRPr sz="1350"/>
            </a:lvl5pPr>
            <a:lvl6pPr indent="-314325" lvl="5" marL="2743200" algn="l">
              <a:spcBef>
                <a:spcPts val="270"/>
              </a:spcBef>
              <a:spcAft>
                <a:spcPts val="0"/>
              </a:spcAft>
              <a:buClr>
                <a:schemeClr val="dk1"/>
              </a:buClr>
              <a:buSzPts val="1350"/>
              <a:buFont typeface="Arial"/>
              <a:buChar char="»"/>
              <a:defRPr sz="1350"/>
            </a:lvl6pPr>
            <a:lvl7pPr indent="-314325" lvl="6" marL="3200400" algn="l">
              <a:spcBef>
                <a:spcPts val="270"/>
              </a:spcBef>
              <a:spcAft>
                <a:spcPts val="0"/>
              </a:spcAft>
              <a:buClr>
                <a:schemeClr val="dk1"/>
              </a:buClr>
              <a:buSzPts val="1350"/>
              <a:buFont typeface="Arial"/>
              <a:buChar char="»"/>
              <a:defRPr sz="1350"/>
            </a:lvl7pPr>
            <a:lvl8pPr indent="-314325" lvl="7" marL="3657600" algn="l">
              <a:spcBef>
                <a:spcPts val="270"/>
              </a:spcBef>
              <a:spcAft>
                <a:spcPts val="0"/>
              </a:spcAft>
              <a:buClr>
                <a:schemeClr val="dk1"/>
              </a:buClr>
              <a:buSzPts val="1350"/>
              <a:buFont typeface="Arial"/>
              <a:buChar char="»"/>
              <a:defRPr sz="1350"/>
            </a:lvl8pPr>
            <a:lvl9pPr indent="-314325" lvl="8" marL="4114800" algn="l">
              <a:spcBef>
                <a:spcPts val="270"/>
              </a:spcBef>
              <a:spcAft>
                <a:spcPts val="0"/>
              </a:spcAft>
              <a:buClr>
                <a:schemeClr val="dk1"/>
              </a:buClr>
              <a:buSzPts val="1350"/>
              <a:buFont typeface="Arial"/>
              <a:buChar char="»"/>
              <a:defRPr sz="1350"/>
            </a:lvl9pPr>
          </a:lstStyle>
          <a:p/>
        </p:txBody>
      </p:sp>
      <p:sp>
        <p:nvSpPr>
          <p:cNvPr id="119" name="Google Shape;119;p61"/>
          <p:cNvSpPr txBox="1"/>
          <p:nvPr>
            <p:ph idx="2" type="body"/>
          </p:nvPr>
        </p:nvSpPr>
        <p:spPr>
          <a:xfrm>
            <a:off x="4648200" y="1981200"/>
            <a:ext cx="3810000" cy="4114800"/>
          </a:xfrm>
          <a:prstGeom prst="rect">
            <a:avLst/>
          </a:prstGeom>
          <a:noFill/>
          <a:ln>
            <a:noFill/>
          </a:ln>
        </p:spPr>
        <p:txBody>
          <a:bodyPr anchorCtr="0" anchor="t" bIns="45700" lIns="91425" spcFirstLastPara="1" rIns="91425" wrap="square" tIns="45700">
            <a:noAutofit/>
          </a:bodyPr>
          <a:lstStyle>
            <a:lvl1pPr indent="-314325" lvl="0" marL="457200" algn="l">
              <a:spcBef>
                <a:spcPts val="270"/>
              </a:spcBef>
              <a:spcAft>
                <a:spcPts val="0"/>
              </a:spcAft>
              <a:buClr>
                <a:schemeClr val="dk1"/>
              </a:buClr>
              <a:buSzPts val="1350"/>
              <a:buFont typeface="Arial"/>
              <a:buChar char="•"/>
              <a:defRPr sz="1350"/>
            </a:lvl1pPr>
            <a:lvl2pPr indent="-314325" lvl="1" marL="914400" algn="l">
              <a:spcBef>
                <a:spcPts val="270"/>
              </a:spcBef>
              <a:spcAft>
                <a:spcPts val="0"/>
              </a:spcAft>
              <a:buClr>
                <a:schemeClr val="dk1"/>
              </a:buClr>
              <a:buSzPts val="1350"/>
              <a:buFont typeface="Arial"/>
              <a:buChar char="–"/>
              <a:defRPr sz="1350"/>
            </a:lvl2pPr>
            <a:lvl3pPr indent="-314325" lvl="2" marL="1371600" algn="l">
              <a:spcBef>
                <a:spcPts val="270"/>
              </a:spcBef>
              <a:spcAft>
                <a:spcPts val="0"/>
              </a:spcAft>
              <a:buClr>
                <a:schemeClr val="dk1"/>
              </a:buClr>
              <a:buSzPts val="1350"/>
              <a:buFont typeface="Arial"/>
              <a:buChar char="•"/>
              <a:defRPr sz="1350"/>
            </a:lvl3pPr>
            <a:lvl4pPr indent="-314325" lvl="3" marL="1828800" algn="l">
              <a:spcBef>
                <a:spcPts val="270"/>
              </a:spcBef>
              <a:spcAft>
                <a:spcPts val="0"/>
              </a:spcAft>
              <a:buClr>
                <a:schemeClr val="dk1"/>
              </a:buClr>
              <a:buSzPts val="1350"/>
              <a:buFont typeface="Arial"/>
              <a:buChar char="–"/>
              <a:defRPr sz="1350"/>
            </a:lvl4pPr>
            <a:lvl5pPr indent="-314325" lvl="4" marL="2286000" algn="l">
              <a:spcBef>
                <a:spcPts val="270"/>
              </a:spcBef>
              <a:spcAft>
                <a:spcPts val="0"/>
              </a:spcAft>
              <a:buClr>
                <a:schemeClr val="dk1"/>
              </a:buClr>
              <a:buSzPts val="1350"/>
              <a:buFont typeface="Arial"/>
              <a:buChar char="»"/>
              <a:defRPr sz="1350"/>
            </a:lvl5pPr>
            <a:lvl6pPr indent="-314325" lvl="5" marL="2743200" algn="l">
              <a:spcBef>
                <a:spcPts val="270"/>
              </a:spcBef>
              <a:spcAft>
                <a:spcPts val="0"/>
              </a:spcAft>
              <a:buClr>
                <a:schemeClr val="dk1"/>
              </a:buClr>
              <a:buSzPts val="1350"/>
              <a:buFont typeface="Arial"/>
              <a:buChar char="»"/>
              <a:defRPr sz="1350"/>
            </a:lvl6pPr>
            <a:lvl7pPr indent="-314325" lvl="6" marL="3200400" algn="l">
              <a:spcBef>
                <a:spcPts val="270"/>
              </a:spcBef>
              <a:spcAft>
                <a:spcPts val="0"/>
              </a:spcAft>
              <a:buClr>
                <a:schemeClr val="dk1"/>
              </a:buClr>
              <a:buSzPts val="1350"/>
              <a:buFont typeface="Arial"/>
              <a:buChar char="»"/>
              <a:defRPr sz="1350"/>
            </a:lvl7pPr>
            <a:lvl8pPr indent="-314325" lvl="7" marL="3657600" algn="l">
              <a:spcBef>
                <a:spcPts val="270"/>
              </a:spcBef>
              <a:spcAft>
                <a:spcPts val="0"/>
              </a:spcAft>
              <a:buClr>
                <a:schemeClr val="dk1"/>
              </a:buClr>
              <a:buSzPts val="1350"/>
              <a:buFont typeface="Arial"/>
              <a:buChar char="»"/>
              <a:defRPr sz="1350"/>
            </a:lvl8pPr>
            <a:lvl9pPr indent="-314325" lvl="8" marL="4114800" algn="l">
              <a:spcBef>
                <a:spcPts val="270"/>
              </a:spcBef>
              <a:spcAft>
                <a:spcPts val="0"/>
              </a:spcAft>
              <a:buClr>
                <a:schemeClr val="dk1"/>
              </a:buClr>
              <a:buSzPts val="1350"/>
              <a:buFont typeface="Arial"/>
              <a:buChar char="»"/>
              <a:defRPr sz="1350"/>
            </a:lvl9pPr>
          </a:lstStyle>
          <a:p/>
        </p:txBody>
      </p:sp>
      <p:sp>
        <p:nvSpPr>
          <p:cNvPr id="120" name="Google Shape;120;p61"/>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gleich" type="twoTxTwoObj">
  <p:cSld name="TWO_OBJECTS_WITH_TEXT">
    <p:spTree>
      <p:nvGrpSpPr>
        <p:cNvPr id="127" name="Shape 127"/>
        <p:cNvGrpSpPr/>
        <p:nvPr/>
      </p:nvGrpSpPr>
      <p:grpSpPr>
        <a:xfrm>
          <a:off x="0" y="0"/>
          <a:ext cx="0" cy="0"/>
          <a:chOff x="0" y="0"/>
          <a:chExt cx="0" cy="0"/>
        </a:xfrm>
      </p:grpSpPr>
      <p:sp>
        <p:nvSpPr>
          <p:cNvPr id="128" name="Google Shape;128;p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29" name="Google Shape;129;p63"/>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algn="l">
              <a:spcBef>
                <a:spcPts val="270"/>
              </a:spcBef>
              <a:spcAft>
                <a:spcPts val="0"/>
              </a:spcAft>
              <a:buClr>
                <a:schemeClr val="dk1"/>
              </a:buClr>
              <a:buSzPts val="1350"/>
              <a:buFont typeface="Arial"/>
              <a:buNone/>
              <a:defRPr b="1" sz="1350"/>
            </a:lvl1pPr>
            <a:lvl2pPr indent="-228600" lvl="1" marL="914400" algn="l">
              <a:spcBef>
                <a:spcPts val="300"/>
              </a:spcBef>
              <a:spcAft>
                <a:spcPts val="0"/>
              </a:spcAft>
              <a:buClr>
                <a:schemeClr val="dk1"/>
              </a:buClr>
              <a:buSzPts val="1500"/>
              <a:buFont typeface="Arial"/>
              <a:buNone/>
              <a:defRPr b="1" sz="1500"/>
            </a:lvl2pPr>
            <a:lvl3pPr indent="-228600" lvl="2" marL="1371600" algn="l">
              <a:spcBef>
                <a:spcPts val="270"/>
              </a:spcBef>
              <a:spcAft>
                <a:spcPts val="0"/>
              </a:spcAft>
              <a:buClr>
                <a:schemeClr val="dk1"/>
              </a:buClr>
              <a:buSzPts val="1350"/>
              <a:buFont typeface="Arial"/>
              <a:buNone/>
              <a:defRPr b="1" sz="1350"/>
            </a:lvl3pPr>
            <a:lvl4pPr indent="-228600" lvl="3" marL="1828800" algn="l">
              <a:spcBef>
                <a:spcPts val="240"/>
              </a:spcBef>
              <a:spcAft>
                <a:spcPts val="0"/>
              </a:spcAft>
              <a:buClr>
                <a:schemeClr val="dk1"/>
              </a:buClr>
              <a:buSzPts val="1200"/>
              <a:buFont typeface="Arial"/>
              <a:buNone/>
              <a:defRPr b="1" sz="1200"/>
            </a:lvl4pPr>
            <a:lvl5pPr indent="-228600" lvl="4" marL="2286000" algn="l">
              <a:spcBef>
                <a:spcPts val="240"/>
              </a:spcBef>
              <a:spcAft>
                <a:spcPts val="0"/>
              </a:spcAft>
              <a:buClr>
                <a:schemeClr val="dk1"/>
              </a:buClr>
              <a:buSzPts val="1200"/>
              <a:buFont typeface="Arial"/>
              <a:buNone/>
              <a:defRPr b="1" sz="1200"/>
            </a:lvl5pPr>
            <a:lvl6pPr indent="-228600" lvl="5" marL="2743200" algn="l">
              <a:spcBef>
                <a:spcPts val="240"/>
              </a:spcBef>
              <a:spcAft>
                <a:spcPts val="0"/>
              </a:spcAft>
              <a:buClr>
                <a:schemeClr val="dk1"/>
              </a:buClr>
              <a:buSzPts val="1200"/>
              <a:buFont typeface="Arial"/>
              <a:buNone/>
              <a:defRPr b="1" sz="1200"/>
            </a:lvl6pPr>
            <a:lvl7pPr indent="-228600" lvl="6" marL="3200400" algn="l">
              <a:spcBef>
                <a:spcPts val="240"/>
              </a:spcBef>
              <a:spcAft>
                <a:spcPts val="0"/>
              </a:spcAft>
              <a:buClr>
                <a:schemeClr val="dk1"/>
              </a:buClr>
              <a:buSzPts val="1200"/>
              <a:buFont typeface="Arial"/>
              <a:buNone/>
              <a:defRPr b="1" sz="1200"/>
            </a:lvl7pPr>
            <a:lvl8pPr indent="-228600" lvl="7" marL="3657600" algn="l">
              <a:spcBef>
                <a:spcPts val="240"/>
              </a:spcBef>
              <a:spcAft>
                <a:spcPts val="0"/>
              </a:spcAft>
              <a:buClr>
                <a:schemeClr val="dk1"/>
              </a:buClr>
              <a:buSzPts val="1200"/>
              <a:buFont typeface="Arial"/>
              <a:buNone/>
              <a:defRPr b="1" sz="1200"/>
            </a:lvl8pPr>
            <a:lvl9pPr indent="-228600" lvl="8" marL="4114800" algn="l">
              <a:spcBef>
                <a:spcPts val="240"/>
              </a:spcBef>
              <a:spcAft>
                <a:spcPts val="0"/>
              </a:spcAft>
              <a:buClr>
                <a:schemeClr val="dk1"/>
              </a:buClr>
              <a:buSzPts val="1200"/>
              <a:buFont typeface="Arial"/>
              <a:buNone/>
              <a:defRPr b="1" sz="1200"/>
            </a:lvl9pPr>
          </a:lstStyle>
          <a:p/>
        </p:txBody>
      </p:sp>
      <p:sp>
        <p:nvSpPr>
          <p:cNvPr id="130" name="Google Shape;130;p63"/>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14325" lvl="0" marL="457200" algn="l">
              <a:spcBef>
                <a:spcPts val="270"/>
              </a:spcBef>
              <a:spcAft>
                <a:spcPts val="0"/>
              </a:spcAft>
              <a:buClr>
                <a:schemeClr val="dk1"/>
              </a:buClr>
              <a:buSzPts val="1350"/>
              <a:buFont typeface="Arial"/>
              <a:buChar char="•"/>
              <a:defRPr sz="1350"/>
            </a:lvl1pPr>
            <a:lvl2pPr indent="-314325" lvl="1" marL="914400" algn="l">
              <a:spcBef>
                <a:spcPts val="270"/>
              </a:spcBef>
              <a:spcAft>
                <a:spcPts val="0"/>
              </a:spcAft>
              <a:buClr>
                <a:schemeClr val="dk1"/>
              </a:buClr>
              <a:buSzPts val="1350"/>
              <a:buFont typeface="Arial"/>
              <a:buChar char="–"/>
              <a:defRPr sz="1350"/>
            </a:lvl2pPr>
            <a:lvl3pPr indent="-314325" lvl="2" marL="1371600" algn="l">
              <a:spcBef>
                <a:spcPts val="270"/>
              </a:spcBef>
              <a:spcAft>
                <a:spcPts val="0"/>
              </a:spcAft>
              <a:buClr>
                <a:schemeClr val="dk1"/>
              </a:buClr>
              <a:buSzPts val="1350"/>
              <a:buFont typeface="Arial"/>
              <a:buChar char="•"/>
              <a:defRPr sz="1350"/>
            </a:lvl3pPr>
            <a:lvl4pPr indent="-314325" lvl="3" marL="1828800" algn="l">
              <a:spcBef>
                <a:spcPts val="270"/>
              </a:spcBef>
              <a:spcAft>
                <a:spcPts val="0"/>
              </a:spcAft>
              <a:buClr>
                <a:schemeClr val="dk1"/>
              </a:buClr>
              <a:buSzPts val="1350"/>
              <a:buFont typeface="Arial"/>
              <a:buChar char="–"/>
              <a:defRPr sz="1350"/>
            </a:lvl4pPr>
            <a:lvl5pPr indent="-314325" lvl="4" marL="2286000" algn="l">
              <a:spcBef>
                <a:spcPts val="270"/>
              </a:spcBef>
              <a:spcAft>
                <a:spcPts val="0"/>
              </a:spcAft>
              <a:buClr>
                <a:schemeClr val="dk1"/>
              </a:buClr>
              <a:buSzPts val="1350"/>
              <a:buFont typeface="Arial"/>
              <a:buChar char="»"/>
              <a:defRPr sz="1350"/>
            </a:lvl5pPr>
            <a:lvl6pPr indent="-304800" lvl="5" marL="2743200" algn="l">
              <a:spcBef>
                <a:spcPts val="240"/>
              </a:spcBef>
              <a:spcAft>
                <a:spcPts val="0"/>
              </a:spcAft>
              <a:buClr>
                <a:schemeClr val="dk1"/>
              </a:buClr>
              <a:buSzPts val="1200"/>
              <a:buFont typeface="Arial"/>
              <a:buChar char="»"/>
              <a:defRPr sz="1200"/>
            </a:lvl6pPr>
            <a:lvl7pPr indent="-304800" lvl="6" marL="3200400" algn="l">
              <a:spcBef>
                <a:spcPts val="240"/>
              </a:spcBef>
              <a:spcAft>
                <a:spcPts val="0"/>
              </a:spcAft>
              <a:buClr>
                <a:schemeClr val="dk1"/>
              </a:buClr>
              <a:buSzPts val="1200"/>
              <a:buFont typeface="Arial"/>
              <a:buChar char="»"/>
              <a:defRPr sz="1200"/>
            </a:lvl7pPr>
            <a:lvl8pPr indent="-304800" lvl="7" marL="3657600" algn="l">
              <a:spcBef>
                <a:spcPts val="240"/>
              </a:spcBef>
              <a:spcAft>
                <a:spcPts val="0"/>
              </a:spcAft>
              <a:buClr>
                <a:schemeClr val="dk1"/>
              </a:buClr>
              <a:buSzPts val="1200"/>
              <a:buFont typeface="Arial"/>
              <a:buChar char="»"/>
              <a:defRPr sz="1200"/>
            </a:lvl8pPr>
            <a:lvl9pPr indent="-304800" lvl="8" marL="4114800" algn="l">
              <a:spcBef>
                <a:spcPts val="240"/>
              </a:spcBef>
              <a:spcAft>
                <a:spcPts val="0"/>
              </a:spcAft>
              <a:buClr>
                <a:schemeClr val="dk1"/>
              </a:buClr>
              <a:buSzPts val="1200"/>
              <a:buFont typeface="Arial"/>
              <a:buChar char="»"/>
              <a:defRPr sz="1200"/>
            </a:lvl9pPr>
          </a:lstStyle>
          <a:p/>
        </p:txBody>
      </p:sp>
      <p:sp>
        <p:nvSpPr>
          <p:cNvPr id="131" name="Google Shape;131;p63"/>
          <p:cNvSpPr txBox="1"/>
          <p:nvPr>
            <p:ph idx="3" type="body"/>
          </p:nvPr>
        </p:nvSpPr>
        <p:spPr>
          <a:xfrm>
            <a:off x="4645026" y="1535113"/>
            <a:ext cx="4041775" cy="639762"/>
          </a:xfrm>
          <a:prstGeom prst="rect">
            <a:avLst/>
          </a:prstGeom>
          <a:noFill/>
          <a:ln>
            <a:noFill/>
          </a:ln>
        </p:spPr>
        <p:txBody>
          <a:bodyPr anchorCtr="0" anchor="b" bIns="45700" lIns="91425" spcFirstLastPara="1" rIns="91425" wrap="square" tIns="45700">
            <a:noAutofit/>
          </a:bodyPr>
          <a:lstStyle>
            <a:lvl1pPr indent="-228600" lvl="0" marL="457200" algn="l">
              <a:spcBef>
                <a:spcPts val="270"/>
              </a:spcBef>
              <a:spcAft>
                <a:spcPts val="0"/>
              </a:spcAft>
              <a:buClr>
                <a:schemeClr val="dk1"/>
              </a:buClr>
              <a:buSzPts val="1350"/>
              <a:buFont typeface="Arial"/>
              <a:buNone/>
              <a:defRPr b="1" sz="1350"/>
            </a:lvl1pPr>
            <a:lvl2pPr indent="-228600" lvl="1" marL="914400" algn="l">
              <a:spcBef>
                <a:spcPts val="300"/>
              </a:spcBef>
              <a:spcAft>
                <a:spcPts val="0"/>
              </a:spcAft>
              <a:buClr>
                <a:schemeClr val="dk1"/>
              </a:buClr>
              <a:buSzPts val="1500"/>
              <a:buFont typeface="Arial"/>
              <a:buNone/>
              <a:defRPr b="1" sz="1500"/>
            </a:lvl2pPr>
            <a:lvl3pPr indent="-228600" lvl="2" marL="1371600" algn="l">
              <a:spcBef>
                <a:spcPts val="270"/>
              </a:spcBef>
              <a:spcAft>
                <a:spcPts val="0"/>
              </a:spcAft>
              <a:buClr>
                <a:schemeClr val="dk1"/>
              </a:buClr>
              <a:buSzPts val="1350"/>
              <a:buFont typeface="Arial"/>
              <a:buNone/>
              <a:defRPr b="1" sz="1350"/>
            </a:lvl3pPr>
            <a:lvl4pPr indent="-228600" lvl="3" marL="1828800" algn="l">
              <a:spcBef>
                <a:spcPts val="240"/>
              </a:spcBef>
              <a:spcAft>
                <a:spcPts val="0"/>
              </a:spcAft>
              <a:buClr>
                <a:schemeClr val="dk1"/>
              </a:buClr>
              <a:buSzPts val="1200"/>
              <a:buFont typeface="Arial"/>
              <a:buNone/>
              <a:defRPr b="1" sz="1200"/>
            </a:lvl4pPr>
            <a:lvl5pPr indent="-228600" lvl="4" marL="2286000" algn="l">
              <a:spcBef>
                <a:spcPts val="240"/>
              </a:spcBef>
              <a:spcAft>
                <a:spcPts val="0"/>
              </a:spcAft>
              <a:buClr>
                <a:schemeClr val="dk1"/>
              </a:buClr>
              <a:buSzPts val="1200"/>
              <a:buFont typeface="Arial"/>
              <a:buNone/>
              <a:defRPr b="1" sz="1200"/>
            </a:lvl5pPr>
            <a:lvl6pPr indent="-228600" lvl="5" marL="2743200" algn="l">
              <a:spcBef>
                <a:spcPts val="240"/>
              </a:spcBef>
              <a:spcAft>
                <a:spcPts val="0"/>
              </a:spcAft>
              <a:buClr>
                <a:schemeClr val="dk1"/>
              </a:buClr>
              <a:buSzPts val="1200"/>
              <a:buFont typeface="Arial"/>
              <a:buNone/>
              <a:defRPr b="1" sz="1200"/>
            </a:lvl6pPr>
            <a:lvl7pPr indent="-228600" lvl="6" marL="3200400" algn="l">
              <a:spcBef>
                <a:spcPts val="240"/>
              </a:spcBef>
              <a:spcAft>
                <a:spcPts val="0"/>
              </a:spcAft>
              <a:buClr>
                <a:schemeClr val="dk1"/>
              </a:buClr>
              <a:buSzPts val="1200"/>
              <a:buFont typeface="Arial"/>
              <a:buNone/>
              <a:defRPr b="1" sz="1200"/>
            </a:lvl7pPr>
            <a:lvl8pPr indent="-228600" lvl="7" marL="3657600" algn="l">
              <a:spcBef>
                <a:spcPts val="240"/>
              </a:spcBef>
              <a:spcAft>
                <a:spcPts val="0"/>
              </a:spcAft>
              <a:buClr>
                <a:schemeClr val="dk1"/>
              </a:buClr>
              <a:buSzPts val="1200"/>
              <a:buFont typeface="Arial"/>
              <a:buNone/>
              <a:defRPr b="1" sz="1200"/>
            </a:lvl8pPr>
            <a:lvl9pPr indent="-228600" lvl="8" marL="4114800" algn="l">
              <a:spcBef>
                <a:spcPts val="240"/>
              </a:spcBef>
              <a:spcAft>
                <a:spcPts val="0"/>
              </a:spcAft>
              <a:buClr>
                <a:schemeClr val="dk1"/>
              </a:buClr>
              <a:buSzPts val="1200"/>
              <a:buFont typeface="Arial"/>
              <a:buNone/>
              <a:defRPr b="1" sz="1200"/>
            </a:lvl9pPr>
          </a:lstStyle>
          <a:p/>
        </p:txBody>
      </p:sp>
      <p:sp>
        <p:nvSpPr>
          <p:cNvPr id="132" name="Google Shape;132;p63"/>
          <p:cNvSpPr txBox="1"/>
          <p:nvPr>
            <p:ph idx="4" type="body"/>
          </p:nvPr>
        </p:nvSpPr>
        <p:spPr>
          <a:xfrm>
            <a:off x="4645026" y="2174875"/>
            <a:ext cx="4041775" cy="3951288"/>
          </a:xfrm>
          <a:prstGeom prst="rect">
            <a:avLst/>
          </a:prstGeom>
          <a:noFill/>
          <a:ln>
            <a:noFill/>
          </a:ln>
        </p:spPr>
        <p:txBody>
          <a:bodyPr anchorCtr="0" anchor="t" bIns="45700" lIns="91425" spcFirstLastPara="1" rIns="91425" wrap="square" tIns="45700">
            <a:noAutofit/>
          </a:bodyPr>
          <a:lstStyle>
            <a:lvl1pPr indent="-314325" lvl="0" marL="457200" algn="l">
              <a:spcBef>
                <a:spcPts val="270"/>
              </a:spcBef>
              <a:spcAft>
                <a:spcPts val="0"/>
              </a:spcAft>
              <a:buClr>
                <a:schemeClr val="dk1"/>
              </a:buClr>
              <a:buSzPts val="1350"/>
              <a:buFont typeface="Arial"/>
              <a:buChar char="•"/>
              <a:defRPr sz="1350"/>
            </a:lvl1pPr>
            <a:lvl2pPr indent="-314325" lvl="1" marL="914400" algn="l">
              <a:spcBef>
                <a:spcPts val="270"/>
              </a:spcBef>
              <a:spcAft>
                <a:spcPts val="0"/>
              </a:spcAft>
              <a:buClr>
                <a:schemeClr val="dk1"/>
              </a:buClr>
              <a:buSzPts val="1350"/>
              <a:buFont typeface="Arial"/>
              <a:buChar char="–"/>
              <a:defRPr sz="1350"/>
            </a:lvl2pPr>
            <a:lvl3pPr indent="-314325" lvl="2" marL="1371600" algn="l">
              <a:spcBef>
                <a:spcPts val="270"/>
              </a:spcBef>
              <a:spcAft>
                <a:spcPts val="0"/>
              </a:spcAft>
              <a:buClr>
                <a:schemeClr val="dk1"/>
              </a:buClr>
              <a:buSzPts val="1350"/>
              <a:buFont typeface="Arial"/>
              <a:buChar char="•"/>
              <a:defRPr sz="1350"/>
            </a:lvl3pPr>
            <a:lvl4pPr indent="-314325" lvl="3" marL="1828800" algn="l">
              <a:spcBef>
                <a:spcPts val="270"/>
              </a:spcBef>
              <a:spcAft>
                <a:spcPts val="0"/>
              </a:spcAft>
              <a:buClr>
                <a:schemeClr val="dk1"/>
              </a:buClr>
              <a:buSzPts val="1350"/>
              <a:buFont typeface="Arial"/>
              <a:buChar char="–"/>
              <a:defRPr sz="1350"/>
            </a:lvl4pPr>
            <a:lvl5pPr indent="-314325" lvl="4" marL="2286000" algn="l">
              <a:spcBef>
                <a:spcPts val="270"/>
              </a:spcBef>
              <a:spcAft>
                <a:spcPts val="0"/>
              </a:spcAft>
              <a:buClr>
                <a:schemeClr val="dk1"/>
              </a:buClr>
              <a:buSzPts val="1350"/>
              <a:buFont typeface="Arial"/>
              <a:buChar char="»"/>
              <a:defRPr sz="1350"/>
            </a:lvl5pPr>
            <a:lvl6pPr indent="-304800" lvl="5" marL="2743200" algn="l">
              <a:spcBef>
                <a:spcPts val="240"/>
              </a:spcBef>
              <a:spcAft>
                <a:spcPts val="0"/>
              </a:spcAft>
              <a:buClr>
                <a:schemeClr val="dk1"/>
              </a:buClr>
              <a:buSzPts val="1200"/>
              <a:buFont typeface="Arial"/>
              <a:buChar char="»"/>
              <a:defRPr sz="1200"/>
            </a:lvl6pPr>
            <a:lvl7pPr indent="-304800" lvl="6" marL="3200400" algn="l">
              <a:spcBef>
                <a:spcPts val="240"/>
              </a:spcBef>
              <a:spcAft>
                <a:spcPts val="0"/>
              </a:spcAft>
              <a:buClr>
                <a:schemeClr val="dk1"/>
              </a:buClr>
              <a:buSzPts val="1200"/>
              <a:buFont typeface="Arial"/>
              <a:buChar char="»"/>
              <a:defRPr sz="1200"/>
            </a:lvl7pPr>
            <a:lvl8pPr indent="-304800" lvl="7" marL="3657600" algn="l">
              <a:spcBef>
                <a:spcPts val="240"/>
              </a:spcBef>
              <a:spcAft>
                <a:spcPts val="0"/>
              </a:spcAft>
              <a:buClr>
                <a:schemeClr val="dk1"/>
              </a:buClr>
              <a:buSzPts val="1200"/>
              <a:buFont typeface="Arial"/>
              <a:buChar char="»"/>
              <a:defRPr sz="1200"/>
            </a:lvl8pPr>
            <a:lvl9pPr indent="-304800" lvl="8" marL="4114800" algn="l">
              <a:spcBef>
                <a:spcPts val="240"/>
              </a:spcBef>
              <a:spcAft>
                <a:spcPts val="0"/>
              </a:spcAft>
              <a:buClr>
                <a:schemeClr val="dk1"/>
              </a:buClr>
              <a:buSzPts val="1200"/>
              <a:buFont typeface="Arial"/>
              <a:buChar char="»"/>
              <a:defRPr sz="1200"/>
            </a:lvl9pPr>
          </a:lstStyle>
          <a:p/>
        </p:txBody>
      </p:sp>
      <p:sp>
        <p:nvSpPr>
          <p:cNvPr id="133" name="Google Shape;133;p63"/>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r Titel" type="titleOnly">
  <p:cSld name="TITLE_ONLY">
    <p:spTree>
      <p:nvGrpSpPr>
        <p:cNvPr id="140" name="Shape 140"/>
        <p:cNvGrpSpPr/>
        <p:nvPr/>
      </p:nvGrpSpPr>
      <p:grpSpPr>
        <a:xfrm>
          <a:off x="0" y="0"/>
          <a:ext cx="0" cy="0"/>
          <a:chOff x="0" y="0"/>
          <a:chExt cx="0" cy="0"/>
        </a:xfrm>
      </p:grpSpPr>
      <p:sp>
        <p:nvSpPr>
          <p:cNvPr id="141" name="Google Shape;141;p65"/>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42" name="Google Shape;142;p65"/>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Leer" type="blank">
  <p:cSld name="BLANK">
    <p:spTree>
      <p:nvGrpSpPr>
        <p:cNvPr id="149" name="Shape 149"/>
        <p:cNvGrpSpPr/>
        <p:nvPr/>
      </p:nvGrpSpPr>
      <p:grpSpPr>
        <a:xfrm>
          <a:off x="0" y="0"/>
          <a:ext cx="0" cy="0"/>
          <a:chOff x="0" y="0"/>
          <a:chExt cx="0" cy="0"/>
        </a:xfrm>
      </p:grpSpPr>
      <p:sp>
        <p:nvSpPr>
          <p:cNvPr id="150" name="Google Shape;150;p67"/>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nhalt mit Beschriftung" type="objTx">
  <p:cSld name="OBJECT_WITH_CAPTION_TEXT">
    <p:spTree>
      <p:nvGrpSpPr>
        <p:cNvPr id="157" name="Shape 157"/>
        <p:cNvGrpSpPr/>
        <p:nvPr/>
      </p:nvGrpSpPr>
      <p:grpSpPr>
        <a:xfrm>
          <a:off x="0" y="0"/>
          <a:ext cx="0" cy="0"/>
          <a:chOff x="0" y="0"/>
          <a:chExt cx="0" cy="0"/>
        </a:xfrm>
      </p:grpSpPr>
      <p:sp>
        <p:nvSpPr>
          <p:cNvPr id="158" name="Google Shape;158;p69"/>
          <p:cNvSpPr txBox="1"/>
          <p:nvPr>
            <p:ph type="title"/>
          </p:nvPr>
        </p:nvSpPr>
        <p:spPr>
          <a:xfrm>
            <a:off x="457201" y="273050"/>
            <a:ext cx="3008313" cy="1162050"/>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15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59" name="Google Shape;159;p69"/>
          <p:cNvSpPr txBox="1"/>
          <p:nvPr>
            <p:ph idx="1" type="body"/>
          </p:nvPr>
        </p:nvSpPr>
        <p:spPr>
          <a:xfrm>
            <a:off x="3575050" y="273052"/>
            <a:ext cx="5111750" cy="5853113"/>
          </a:xfrm>
          <a:prstGeom prst="rect">
            <a:avLst/>
          </a:prstGeom>
          <a:noFill/>
          <a:ln>
            <a:noFill/>
          </a:ln>
        </p:spPr>
        <p:txBody>
          <a:bodyPr anchorCtr="0" anchor="t" bIns="45700" lIns="91425" spcFirstLastPara="1" rIns="91425" wrap="square" tIns="45700">
            <a:noAutofit/>
          </a:bodyPr>
          <a:lstStyle>
            <a:lvl1pPr indent="-314325" lvl="0" marL="457200" algn="l">
              <a:spcBef>
                <a:spcPts val="270"/>
              </a:spcBef>
              <a:spcAft>
                <a:spcPts val="0"/>
              </a:spcAft>
              <a:buClr>
                <a:schemeClr val="dk1"/>
              </a:buClr>
              <a:buSzPts val="1350"/>
              <a:buFont typeface="Arial"/>
              <a:buChar char="•"/>
              <a:defRPr sz="1350"/>
            </a:lvl1pPr>
            <a:lvl2pPr indent="-314325" lvl="1" marL="914400" algn="l">
              <a:spcBef>
                <a:spcPts val="270"/>
              </a:spcBef>
              <a:spcAft>
                <a:spcPts val="0"/>
              </a:spcAft>
              <a:buClr>
                <a:schemeClr val="dk1"/>
              </a:buClr>
              <a:buSzPts val="1350"/>
              <a:buFont typeface="Arial"/>
              <a:buChar char="–"/>
              <a:defRPr sz="1350"/>
            </a:lvl2pPr>
            <a:lvl3pPr indent="-314325" lvl="2" marL="1371600" algn="l">
              <a:spcBef>
                <a:spcPts val="270"/>
              </a:spcBef>
              <a:spcAft>
                <a:spcPts val="0"/>
              </a:spcAft>
              <a:buClr>
                <a:schemeClr val="dk1"/>
              </a:buClr>
              <a:buSzPts val="1350"/>
              <a:buFont typeface="Arial"/>
              <a:buChar char="•"/>
              <a:defRPr sz="1350"/>
            </a:lvl3pPr>
            <a:lvl4pPr indent="-314325" lvl="3" marL="1828800" algn="l">
              <a:spcBef>
                <a:spcPts val="270"/>
              </a:spcBef>
              <a:spcAft>
                <a:spcPts val="0"/>
              </a:spcAft>
              <a:buClr>
                <a:schemeClr val="dk1"/>
              </a:buClr>
              <a:buSzPts val="1350"/>
              <a:buFont typeface="Arial"/>
              <a:buChar char="–"/>
              <a:defRPr sz="1350"/>
            </a:lvl4pPr>
            <a:lvl5pPr indent="-314325" lvl="4" marL="2286000" algn="l">
              <a:spcBef>
                <a:spcPts val="270"/>
              </a:spcBef>
              <a:spcAft>
                <a:spcPts val="0"/>
              </a:spcAft>
              <a:buClr>
                <a:schemeClr val="dk1"/>
              </a:buClr>
              <a:buSzPts val="1350"/>
              <a:buFont typeface="Arial"/>
              <a:buChar char="»"/>
              <a:defRPr sz="1350"/>
            </a:lvl5pPr>
            <a:lvl6pPr indent="-323850" lvl="5" marL="2743200" algn="l">
              <a:spcBef>
                <a:spcPts val="300"/>
              </a:spcBef>
              <a:spcAft>
                <a:spcPts val="0"/>
              </a:spcAft>
              <a:buClr>
                <a:schemeClr val="dk1"/>
              </a:buClr>
              <a:buSzPts val="1500"/>
              <a:buFont typeface="Arial"/>
              <a:buChar char="»"/>
              <a:defRPr sz="1500"/>
            </a:lvl6pPr>
            <a:lvl7pPr indent="-323850" lvl="6" marL="3200400" algn="l">
              <a:spcBef>
                <a:spcPts val="300"/>
              </a:spcBef>
              <a:spcAft>
                <a:spcPts val="0"/>
              </a:spcAft>
              <a:buClr>
                <a:schemeClr val="dk1"/>
              </a:buClr>
              <a:buSzPts val="1500"/>
              <a:buFont typeface="Arial"/>
              <a:buChar char="»"/>
              <a:defRPr sz="1500"/>
            </a:lvl7pPr>
            <a:lvl8pPr indent="-323850" lvl="7" marL="3657600" algn="l">
              <a:spcBef>
                <a:spcPts val="300"/>
              </a:spcBef>
              <a:spcAft>
                <a:spcPts val="0"/>
              </a:spcAft>
              <a:buClr>
                <a:schemeClr val="dk1"/>
              </a:buClr>
              <a:buSzPts val="1500"/>
              <a:buFont typeface="Arial"/>
              <a:buChar char="»"/>
              <a:defRPr sz="1500"/>
            </a:lvl8pPr>
            <a:lvl9pPr indent="-323850" lvl="8" marL="4114800" algn="l">
              <a:spcBef>
                <a:spcPts val="300"/>
              </a:spcBef>
              <a:spcAft>
                <a:spcPts val="0"/>
              </a:spcAft>
              <a:buClr>
                <a:schemeClr val="dk1"/>
              </a:buClr>
              <a:buSzPts val="1500"/>
              <a:buFont typeface="Arial"/>
              <a:buChar char="»"/>
              <a:defRPr sz="1500"/>
            </a:lvl9pPr>
          </a:lstStyle>
          <a:p/>
        </p:txBody>
      </p:sp>
      <p:sp>
        <p:nvSpPr>
          <p:cNvPr id="160" name="Google Shape;160;p69"/>
          <p:cNvSpPr txBox="1"/>
          <p:nvPr>
            <p:ph idx="2" type="body"/>
          </p:nvPr>
        </p:nvSpPr>
        <p:spPr>
          <a:xfrm>
            <a:off x="457201" y="1435102"/>
            <a:ext cx="3008313" cy="4691063"/>
          </a:xfrm>
          <a:prstGeom prst="rect">
            <a:avLst/>
          </a:prstGeom>
          <a:noFill/>
          <a:ln>
            <a:noFill/>
          </a:ln>
        </p:spPr>
        <p:txBody>
          <a:bodyPr anchorCtr="0" anchor="t" bIns="45700" lIns="91425" spcFirstLastPara="1" rIns="91425" wrap="square" tIns="45700">
            <a:noAutofit/>
          </a:bodyPr>
          <a:lstStyle>
            <a:lvl1pPr indent="-228600" lvl="0" marL="457200" algn="l">
              <a:spcBef>
                <a:spcPts val="210"/>
              </a:spcBef>
              <a:spcAft>
                <a:spcPts val="0"/>
              </a:spcAft>
              <a:buClr>
                <a:schemeClr val="dk1"/>
              </a:buClr>
              <a:buSzPts val="1050"/>
              <a:buFont typeface="Arial"/>
              <a:buNone/>
              <a:defRPr sz="1050"/>
            </a:lvl1pPr>
            <a:lvl2pPr indent="-228600" lvl="1" marL="914400" algn="l">
              <a:spcBef>
                <a:spcPts val="180"/>
              </a:spcBef>
              <a:spcAft>
                <a:spcPts val="0"/>
              </a:spcAft>
              <a:buClr>
                <a:schemeClr val="dk1"/>
              </a:buClr>
              <a:buSzPts val="900"/>
              <a:buFont typeface="Arial"/>
              <a:buNone/>
              <a:defRPr sz="900"/>
            </a:lvl2pPr>
            <a:lvl3pPr indent="-228600" lvl="2" marL="1371600" algn="l">
              <a:spcBef>
                <a:spcPts val="150"/>
              </a:spcBef>
              <a:spcAft>
                <a:spcPts val="0"/>
              </a:spcAft>
              <a:buClr>
                <a:schemeClr val="dk1"/>
              </a:buClr>
              <a:buSzPts val="750"/>
              <a:buFont typeface="Arial"/>
              <a:buNone/>
              <a:defRPr sz="750"/>
            </a:lvl3pPr>
            <a:lvl4pPr indent="-228600" lvl="3" marL="1828800" algn="l">
              <a:spcBef>
                <a:spcPts val="135"/>
              </a:spcBef>
              <a:spcAft>
                <a:spcPts val="0"/>
              </a:spcAft>
              <a:buClr>
                <a:schemeClr val="dk1"/>
              </a:buClr>
              <a:buSzPts val="675"/>
              <a:buFont typeface="Arial"/>
              <a:buNone/>
              <a:defRPr sz="675"/>
            </a:lvl4pPr>
            <a:lvl5pPr indent="-228600" lvl="4" marL="2286000" algn="l">
              <a:spcBef>
                <a:spcPts val="135"/>
              </a:spcBef>
              <a:spcAft>
                <a:spcPts val="0"/>
              </a:spcAft>
              <a:buClr>
                <a:schemeClr val="dk1"/>
              </a:buClr>
              <a:buSzPts val="675"/>
              <a:buFont typeface="Arial"/>
              <a:buNone/>
              <a:defRPr sz="675"/>
            </a:lvl5pPr>
            <a:lvl6pPr indent="-228600" lvl="5" marL="2743200" algn="l">
              <a:spcBef>
                <a:spcPts val="135"/>
              </a:spcBef>
              <a:spcAft>
                <a:spcPts val="0"/>
              </a:spcAft>
              <a:buClr>
                <a:schemeClr val="dk1"/>
              </a:buClr>
              <a:buSzPts val="675"/>
              <a:buFont typeface="Arial"/>
              <a:buNone/>
              <a:defRPr sz="675"/>
            </a:lvl6pPr>
            <a:lvl7pPr indent="-228600" lvl="6" marL="3200400" algn="l">
              <a:spcBef>
                <a:spcPts val="135"/>
              </a:spcBef>
              <a:spcAft>
                <a:spcPts val="0"/>
              </a:spcAft>
              <a:buClr>
                <a:schemeClr val="dk1"/>
              </a:buClr>
              <a:buSzPts val="675"/>
              <a:buFont typeface="Arial"/>
              <a:buNone/>
              <a:defRPr sz="675"/>
            </a:lvl7pPr>
            <a:lvl8pPr indent="-228600" lvl="7" marL="3657600" algn="l">
              <a:spcBef>
                <a:spcPts val="135"/>
              </a:spcBef>
              <a:spcAft>
                <a:spcPts val="0"/>
              </a:spcAft>
              <a:buClr>
                <a:schemeClr val="dk1"/>
              </a:buClr>
              <a:buSzPts val="675"/>
              <a:buFont typeface="Arial"/>
              <a:buNone/>
              <a:defRPr sz="675"/>
            </a:lvl8pPr>
            <a:lvl9pPr indent="-228600" lvl="8" marL="4114800" algn="l">
              <a:spcBef>
                <a:spcPts val="135"/>
              </a:spcBef>
              <a:spcAft>
                <a:spcPts val="0"/>
              </a:spcAft>
              <a:buClr>
                <a:schemeClr val="dk1"/>
              </a:buClr>
              <a:buSzPts val="675"/>
              <a:buFont typeface="Arial"/>
              <a:buNone/>
              <a:defRPr sz="675"/>
            </a:lvl9pPr>
          </a:lstStyle>
          <a:p/>
        </p:txBody>
      </p:sp>
      <p:sp>
        <p:nvSpPr>
          <p:cNvPr id="161" name="Google Shape;161;p69"/>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ld mit Beschriftung" type="picTx">
  <p:cSld name="PICTURE_WITH_CAPTION_TEXT">
    <p:spTree>
      <p:nvGrpSpPr>
        <p:cNvPr id="168" name="Shape 168"/>
        <p:cNvGrpSpPr/>
        <p:nvPr/>
      </p:nvGrpSpPr>
      <p:grpSpPr>
        <a:xfrm>
          <a:off x="0" y="0"/>
          <a:ext cx="0" cy="0"/>
          <a:chOff x="0" y="0"/>
          <a:chExt cx="0" cy="0"/>
        </a:xfrm>
      </p:grpSpPr>
      <p:sp>
        <p:nvSpPr>
          <p:cNvPr id="169" name="Google Shape;169;p71"/>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algn="l">
              <a:spcBef>
                <a:spcPts val="0"/>
              </a:spcBef>
              <a:spcAft>
                <a:spcPts val="0"/>
              </a:spcAft>
              <a:buSzPts val="1400"/>
              <a:buNone/>
              <a:defRPr b="1" sz="15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70" name="Google Shape;170;p71"/>
          <p:cNvSpPr/>
          <p:nvPr>
            <p:ph idx="2" type="pic"/>
          </p:nvPr>
        </p:nvSpPr>
        <p:spPr>
          <a:xfrm>
            <a:off x="1792288" y="612775"/>
            <a:ext cx="5486400" cy="4114800"/>
          </a:xfrm>
          <a:prstGeom prst="rect">
            <a:avLst/>
          </a:prstGeom>
          <a:noFill/>
          <a:ln>
            <a:noFill/>
          </a:ln>
        </p:spPr>
      </p:sp>
      <p:sp>
        <p:nvSpPr>
          <p:cNvPr id="171" name="Google Shape;171;p71"/>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algn="l">
              <a:spcBef>
                <a:spcPts val="210"/>
              </a:spcBef>
              <a:spcAft>
                <a:spcPts val="0"/>
              </a:spcAft>
              <a:buClr>
                <a:schemeClr val="dk1"/>
              </a:buClr>
              <a:buSzPts val="1050"/>
              <a:buFont typeface="Arial"/>
              <a:buNone/>
              <a:defRPr sz="1050"/>
            </a:lvl1pPr>
            <a:lvl2pPr indent="-228600" lvl="1" marL="914400" algn="l">
              <a:spcBef>
                <a:spcPts val="180"/>
              </a:spcBef>
              <a:spcAft>
                <a:spcPts val="0"/>
              </a:spcAft>
              <a:buClr>
                <a:schemeClr val="dk1"/>
              </a:buClr>
              <a:buSzPts val="900"/>
              <a:buFont typeface="Arial"/>
              <a:buNone/>
              <a:defRPr sz="900"/>
            </a:lvl2pPr>
            <a:lvl3pPr indent="-228600" lvl="2" marL="1371600" algn="l">
              <a:spcBef>
                <a:spcPts val="150"/>
              </a:spcBef>
              <a:spcAft>
                <a:spcPts val="0"/>
              </a:spcAft>
              <a:buClr>
                <a:schemeClr val="dk1"/>
              </a:buClr>
              <a:buSzPts val="750"/>
              <a:buFont typeface="Arial"/>
              <a:buNone/>
              <a:defRPr sz="750"/>
            </a:lvl3pPr>
            <a:lvl4pPr indent="-228600" lvl="3" marL="1828800" algn="l">
              <a:spcBef>
                <a:spcPts val="135"/>
              </a:spcBef>
              <a:spcAft>
                <a:spcPts val="0"/>
              </a:spcAft>
              <a:buClr>
                <a:schemeClr val="dk1"/>
              </a:buClr>
              <a:buSzPts val="675"/>
              <a:buFont typeface="Arial"/>
              <a:buNone/>
              <a:defRPr sz="675"/>
            </a:lvl4pPr>
            <a:lvl5pPr indent="-228600" lvl="4" marL="2286000" algn="l">
              <a:spcBef>
                <a:spcPts val="135"/>
              </a:spcBef>
              <a:spcAft>
                <a:spcPts val="0"/>
              </a:spcAft>
              <a:buClr>
                <a:schemeClr val="dk1"/>
              </a:buClr>
              <a:buSzPts val="675"/>
              <a:buFont typeface="Arial"/>
              <a:buNone/>
              <a:defRPr sz="675"/>
            </a:lvl5pPr>
            <a:lvl6pPr indent="-228600" lvl="5" marL="2743200" algn="l">
              <a:spcBef>
                <a:spcPts val="135"/>
              </a:spcBef>
              <a:spcAft>
                <a:spcPts val="0"/>
              </a:spcAft>
              <a:buClr>
                <a:schemeClr val="dk1"/>
              </a:buClr>
              <a:buSzPts val="675"/>
              <a:buFont typeface="Arial"/>
              <a:buNone/>
              <a:defRPr sz="675"/>
            </a:lvl6pPr>
            <a:lvl7pPr indent="-228600" lvl="6" marL="3200400" algn="l">
              <a:spcBef>
                <a:spcPts val="135"/>
              </a:spcBef>
              <a:spcAft>
                <a:spcPts val="0"/>
              </a:spcAft>
              <a:buClr>
                <a:schemeClr val="dk1"/>
              </a:buClr>
              <a:buSzPts val="675"/>
              <a:buFont typeface="Arial"/>
              <a:buNone/>
              <a:defRPr sz="675"/>
            </a:lvl7pPr>
            <a:lvl8pPr indent="-228600" lvl="7" marL="3657600" algn="l">
              <a:spcBef>
                <a:spcPts val="135"/>
              </a:spcBef>
              <a:spcAft>
                <a:spcPts val="0"/>
              </a:spcAft>
              <a:buClr>
                <a:schemeClr val="dk1"/>
              </a:buClr>
              <a:buSzPts val="675"/>
              <a:buFont typeface="Arial"/>
              <a:buNone/>
              <a:defRPr sz="675"/>
            </a:lvl8pPr>
            <a:lvl9pPr indent="-228600" lvl="8" marL="4114800" algn="l">
              <a:spcBef>
                <a:spcPts val="135"/>
              </a:spcBef>
              <a:spcAft>
                <a:spcPts val="0"/>
              </a:spcAft>
              <a:buClr>
                <a:schemeClr val="dk1"/>
              </a:buClr>
              <a:buSzPts val="675"/>
              <a:buFont typeface="Arial"/>
              <a:buNone/>
              <a:defRPr sz="675"/>
            </a:lvl9pPr>
          </a:lstStyle>
          <a:p/>
        </p:txBody>
      </p:sp>
      <p:sp>
        <p:nvSpPr>
          <p:cNvPr id="172" name="Google Shape;172;p71"/>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el und vertikaler Text" type="vertTx">
  <p:cSld name="VERTICAL_TEXT">
    <p:spTree>
      <p:nvGrpSpPr>
        <p:cNvPr id="179" name="Shape 179"/>
        <p:cNvGrpSpPr/>
        <p:nvPr/>
      </p:nvGrpSpPr>
      <p:grpSpPr>
        <a:xfrm>
          <a:off x="0" y="0"/>
          <a:ext cx="0" cy="0"/>
          <a:chOff x="0" y="0"/>
          <a:chExt cx="0" cy="0"/>
        </a:xfrm>
      </p:grpSpPr>
      <p:sp>
        <p:nvSpPr>
          <p:cNvPr id="180" name="Google Shape;180;p73"/>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81" name="Google Shape;181;p73"/>
          <p:cNvSpPr txBox="1"/>
          <p:nvPr>
            <p:ph idx="1" type="body"/>
          </p:nvPr>
        </p:nvSpPr>
        <p:spPr>
          <a:xfrm rot="5400000">
            <a:off x="2230437" y="-512763"/>
            <a:ext cx="4589462" cy="8526462"/>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82" name="Google Shape;182;p73"/>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kaler Titel und Text" type="vertTitleAndTx">
  <p:cSld name="VERTICAL_TITLE_AND_VERTICAL_TEXT">
    <p:spTree>
      <p:nvGrpSpPr>
        <p:cNvPr id="189" name="Shape 189"/>
        <p:cNvGrpSpPr/>
        <p:nvPr/>
      </p:nvGrpSpPr>
      <p:grpSpPr>
        <a:xfrm>
          <a:off x="0" y="0"/>
          <a:ext cx="0" cy="0"/>
          <a:chOff x="0" y="0"/>
          <a:chExt cx="0" cy="0"/>
        </a:xfrm>
      </p:grpSpPr>
      <p:sp>
        <p:nvSpPr>
          <p:cNvPr id="190" name="Google Shape;190;p75"/>
          <p:cNvSpPr txBox="1"/>
          <p:nvPr>
            <p:ph type="title"/>
          </p:nvPr>
        </p:nvSpPr>
        <p:spPr>
          <a:xfrm rot="5400000">
            <a:off x="4743450" y="2381250"/>
            <a:ext cx="5486400" cy="19431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191" name="Google Shape;191;p75"/>
          <p:cNvSpPr txBox="1"/>
          <p:nvPr>
            <p:ph idx="1" type="body"/>
          </p:nvPr>
        </p:nvSpPr>
        <p:spPr>
          <a:xfrm rot="5400000">
            <a:off x="781050" y="514350"/>
            <a:ext cx="5486400" cy="56769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92" name="Google Shape;192;p75"/>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able" type="tbl">
  <p:cSld name="TABLE">
    <p:spTree>
      <p:nvGrpSpPr>
        <p:cNvPr id="201" name="Shape 201"/>
        <p:cNvGrpSpPr/>
        <p:nvPr/>
      </p:nvGrpSpPr>
      <p:grpSpPr>
        <a:xfrm>
          <a:off x="0" y="0"/>
          <a:ext cx="0" cy="0"/>
          <a:chOff x="0" y="0"/>
          <a:chExt cx="0" cy="0"/>
        </a:xfrm>
      </p:grpSpPr>
      <p:sp>
        <p:nvSpPr>
          <p:cNvPr id="202" name="Google Shape;202;p7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03" name="Google Shape;203;p77"/>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4" name="Google Shape;204;p77"/>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5" name="Google Shape;205;p77"/>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2 Content" type="txAndTwoObj">
  <p:cSld name="TEXT_AND_TWO_OBJECTS">
    <p:spTree>
      <p:nvGrpSpPr>
        <p:cNvPr id="214" name="Shape 214"/>
        <p:cNvGrpSpPr/>
        <p:nvPr/>
      </p:nvGrpSpPr>
      <p:grpSpPr>
        <a:xfrm>
          <a:off x="0" y="0"/>
          <a:ext cx="0" cy="0"/>
          <a:chOff x="0" y="0"/>
          <a:chExt cx="0" cy="0"/>
        </a:xfrm>
      </p:grpSpPr>
      <p:sp>
        <p:nvSpPr>
          <p:cNvPr id="215" name="Google Shape;215;p7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p:txBody>
      </p:sp>
      <p:sp>
        <p:nvSpPr>
          <p:cNvPr id="216" name="Google Shape;216;p79"/>
          <p:cNvSpPr txBox="1"/>
          <p:nvPr>
            <p:ph idx="1" type="body"/>
          </p:nvPr>
        </p:nvSpPr>
        <p:spPr>
          <a:xfrm>
            <a:off x="457200" y="1600200"/>
            <a:ext cx="4038600" cy="44958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7" name="Google Shape;217;p79"/>
          <p:cNvSpPr txBox="1"/>
          <p:nvPr>
            <p:ph idx="2" type="body"/>
          </p:nvPr>
        </p:nvSpPr>
        <p:spPr>
          <a:xfrm>
            <a:off x="4648200" y="1600200"/>
            <a:ext cx="4038600" cy="21717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8" name="Google Shape;218;p79"/>
          <p:cNvSpPr txBox="1"/>
          <p:nvPr>
            <p:ph idx="3" type="body"/>
          </p:nvPr>
        </p:nvSpPr>
        <p:spPr>
          <a:xfrm>
            <a:off x="4648200" y="3924300"/>
            <a:ext cx="4038600" cy="2171700"/>
          </a:xfrm>
          <a:prstGeom prst="rect">
            <a:avLst/>
          </a:prstGeom>
          <a:noFill/>
          <a:ln>
            <a:noFill/>
          </a:ln>
        </p:spPr>
        <p:txBody>
          <a:bodyPr anchorCtr="0" anchor="t" bIns="45700" lIns="91425" spcFirstLastPara="1" rIns="91425" wrap="square" tIns="45700">
            <a:no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19" name="Google Shape;219;p79"/>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0" name="Google Shape;220;p79"/>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1" name="Google Shape;221;p79"/>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18.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20.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theme" Target="../theme/theme9.xml"/></Relationships>
</file>

<file path=ppt/slideMasters/_rels/slideMaster5.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theme" Target="../theme/theme16.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10.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6.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2.xml"/></Relationships>
</file>

<file path=ppt/slideMasters/_rels/slideMaster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8.xml"/><Relationship Id="rId3" Type="http://schemas.openxmlformats.org/officeDocument/2006/relationships/theme" Target="../theme/theme14.xml"/></Relationships>
</file>

<file path=ppt/slideMasters/_rels/slideMaster1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9.xml"/><Relationship Id="rId3" Type="http://schemas.openxmlformats.org/officeDocument/2006/relationships/theme" Target="../theme/theme3.xml"/></Relationships>
</file>

<file path=ppt/slideMasters/_rels/slideMaster1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0.xml"/><Relationship Id="rId3" Type="http://schemas.openxmlformats.org/officeDocument/2006/relationships/theme" Target="../theme/theme13.xml"/></Relationships>
</file>

<file path=ppt/slideMasters/_rels/slideMaster1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1.xml"/><Relationship Id="rId3" Type="http://schemas.openxmlformats.org/officeDocument/2006/relationships/theme" Target="../theme/theme7.xml"/></Relationships>
</file>

<file path=ppt/slideMasters/_rels/slideMaster1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2.xml"/><Relationship Id="rId3" Type="http://schemas.openxmlformats.org/officeDocument/2006/relationships/theme" Target="../theme/theme4.xml"/></Relationships>
</file>

<file path=ppt/slideMasters/_rels/slideMaster1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Relationship Id="rId3" Type="http://schemas.openxmlformats.org/officeDocument/2006/relationships/theme" Target="../theme/theme15.xml"/></Relationships>
</file>

<file path=ppt/slideMasters/_rels/slideMaster15.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theme" Target="../theme/theme12.xml"/></Relationships>
</file>

<file path=ppt/slideMasters/_rels/slideMaster16.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5.xml"/><Relationship Id="rId3" Type="http://schemas.openxmlformats.org/officeDocument/2006/relationships/theme" Target="../theme/theme21.xml"/></Relationships>
</file>

<file path=ppt/slideMasters/_rels/slideMaster17.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6.xml"/><Relationship Id="rId3" Type="http://schemas.openxmlformats.org/officeDocument/2006/relationships/theme" Target="../theme/theme5.xml"/></Relationships>
</file>

<file path=ppt/slideMasters/_rels/slideMaster18.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7.xml"/><Relationship Id="rId3" Type="http://schemas.openxmlformats.org/officeDocument/2006/relationships/theme" Target="../theme/theme11.xml"/></Relationships>
</file>

<file path=ppt/slideMasters/_rels/slideMaster19.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8.xml"/><Relationship Id="rId3" Type="http://schemas.openxmlformats.org/officeDocument/2006/relationships/theme" Target="../theme/theme17.xml"/></Relationships>
</file>

<file path=ppt/slideMasters/_rels/slideMaster20.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9.xml"/><Relationship Id="rId3" Type="http://schemas.openxmlformats.org/officeDocument/2006/relationships/theme" Target="../theme/theme22.xml"/></Relationships>
</file>

<file path=ppt/slideMasters/_rels/slideMaster2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0.xml"/><Relationship Id="rId3" Type="http://schemas.openxmlformats.org/officeDocument/2006/relationships/theme" Target="../theme/theme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3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1" name="Google Shape;11;p3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12" name="Google Shape;12;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sp>
        <p:nvSpPr>
          <p:cNvPr id="22" name="Google Shape;22;p4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23" name="Google Shape;23;p41"/>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24" name="Google Shape;24;p41"/>
          <p:cNvSpPr txBox="1"/>
          <p:nvPr>
            <p:ph idx="12" type="sldNum"/>
          </p:nvPr>
        </p:nvSpPr>
        <p:spPr>
          <a:xfrm>
            <a:off x="8305800" y="6248400"/>
            <a:ext cx="5334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1"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9" name="Shape 29"/>
        <p:cNvGrpSpPr/>
        <p:nvPr/>
      </p:nvGrpSpPr>
      <p:grpSpPr>
        <a:xfrm>
          <a:off x="0" y="0"/>
          <a:ext cx="0" cy="0"/>
          <a:chOff x="0" y="0"/>
          <a:chExt cx="0" cy="0"/>
        </a:xfrm>
      </p:grpSpPr>
      <p:sp>
        <p:nvSpPr>
          <p:cNvPr id="30" name="Google Shape;30;p4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31" name="Google Shape;31;p4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32" name="Google Shape;32;p43"/>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3"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5" name="Shape 35"/>
        <p:cNvGrpSpPr/>
        <p:nvPr/>
      </p:nvGrpSpPr>
      <p:grpSpPr>
        <a:xfrm>
          <a:off x="0" y="0"/>
          <a:ext cx="0" cy="0"/>
          <a:chOff x="0" y="0"/>
          <a:chExt cx="0" cy="0"/>
        </a:xfrm>
      </p:grpSpPr>
      <p:sp>
        <p:nvSpPr>
          <p:cNvPr id="36" name="Google Shape;36;p45"/>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37" name="Google Shape;37;p45"/>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38" name="Google Shape;38;p45"/>
          <p:cNvSpPr txBox="1"/>
          <p:nvPr>
            <p:ph idx="12" type="sldNum"/>
          </p:nvPr>
        </p:nvSpPr>
        <p:spPr>
          <a:xfrm>
            <a:off x="261937" y="6434137"/>
            <a:ext cx="406400" cy="31908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cxnSp>
        <p:nvCxnSpPr>
          <p:cNvPr id="39" name="Google Shape;39;p45"/>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40" name="Google Shape;40;p45"/>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Tree>
  </p:cSld>
  <p:clrMap accent1="accent1" accent2="accent2" accent3="accent3" accent4="accent4" accent5="accent5" accent6="accent6" bg1="lt1" bg2="dk2" tx1="dk1" tx2="lt2" folHlink="folHlink" hlink="hlink"/>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1" name="Shape 41"/>
        <p:cNvGrpSpPr/>
        <p:nvPr/>
      </p:nvGrpSpPr>
      <p:grpSpPr>
        <a:xfrm>
          <a:off x="0" y="0"/>
          <a:ext cx="0" cy="0"/>
          <a:chOff x="0" y="0"/>
          <a:chExt cx="0" cy="0"/>
        </a:xfrm>
      </p:grpSpPr>
      <p:sp>
        <p:nvSpPr>
          <p:cNvPr id="42" name="Google Shape;42;p46"/>
          <p:cNvSpPr txBox="1"/>
          <p:nvPr/>
        </p:nvSpPr>
        <p:spPr>
          <a:xfrm>
            <a:off x="-36512" y="0"/>
            <a:ext cx="9180512" cy="6858000"/>
          </a:xfrm>
          <a:prstGeom prst="rect">
            <a:avLst/>
          </a:prstGeom>
          <a:solidFill>
            <a:schemeClr val="dk1"/>
          </a:solidFill>
          <a:ln cap="flat" cmpd="sng" w="9525">
            <a:solidFill>
              <a:schemeClr val="dk1"/>
            </a:solidFill>
            <a:prstDash val="solid"/>
            <a:miter lim="800000"/>
            <a:headEnd len="sm" w="sm" type="none"/>
            <a:tailEnd len="sm" w="sm" type="none"/>
          </a:ln>
          <a:effectLst>
            <a:outerShdw blurRad="6350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43" name="Google Shape;43;p46"/>
          <p:cNvPicPr preferRelativeResize="0"/>
          <p:nvPr/>
        </p:nvPicPr>
        <p:blipFill rotWithShape="1">
          <a:blip r:embed="rId1">
            <a:alphaModFix/>
          </a:blip>
          <a:srcRect b="0" l="0" r="0" t="0"/>
          <a:stretch/>
        </p:blipFill>
        <p:spPr>
          <a:xfrm>
            <a:off x="7642225" y="5703887"/>
            <a:ext cx="1062037" cy="860425"/>
          </a:xfrm>
          <a:prstGeom prst="rect">
            <a:avLst/>
          </a:prstGeom>
          <a:noFill/>
          <a:ln>
            <a:noFill/>
          </a:ln>
        </p:spPr>
      </p:pic>
      <p:sp>
        <p:nvSpPr>
          <p:cNvPr id="44" name="Google Shape;44;p4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45" name="Google Shape;45;p4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56"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9" name="Shape 49"/>
        <p:cNvGrpSpPr/>
        <p:nvPr/>
      </p:nvGrpSpPr>
      <p:grpSpPr>
        <a:xfrm>
          <a:off x="0" y="0"/>
          <a:ext cx="0" cy="0"/>
          <a:chOff x="0" y="0"/>
          <a:chExt cx="0" cy="0"/>
        </a:xfrm>
      </p:grpSpPr>
      <p:sp>
        <p:nvSpPr>
          <p:cNvPr id="50" name="Google Shape;50;p4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51" name="Google Shape;51;p4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2" name="Google Shape;52;p48"/>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900"/>
              <a:buFont typeface="Arial"/>
              <a:buNone/>
              <a:defRPr b="0" i="0" sz="9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58"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6" name="Shape 56"/>
        <p:cNvGrpSpPr/>
        <p:nvPr/>
      </p:nvGrpSpPr>
      <p:grpSpPr>
        <a:xfrm>
          <a:off x="0" y="0"/>
          <a:ext cx="0" cy="0"/>
          <a:chOff x="0" y="0"/>
          <a:chExt cx="0" cy="0"/>
        </a:xfrm>
      </p:grpSpPr>
      <p:sp>
        <p:nvSpPr>
          <p:cNvPr id="57" name="Google Shape;57;p5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58" name="Google Shape;58;p5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59" name="Google Shape;59;p50"/>
          <p:cNvSpPr txBox="1"/>
          <p:nvPr>
            <p:ph idx="11" type="ftr"/>
          </p:nvPr>
        </p:nvSpPr>
        <p:spPr>
          <a:xfrm>
            <a:off x="3124200" y="6356350"/>
            <a:ext cx="2895600" cy="365125"/>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0" name="Google Shape;60;p50"/>
          <p:cNvSpPr txBox="1"/>
          <p:nvPr>
            <p:ph idx="10" type="dt"/>
          </p:nvPr>
        </p:nvSpPr>
        <p:spPr>
          <a:xfrm>
            <a:off x="457200" y="6356350"/>
            <a:ext cx="2133600" cy="365125"/>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61" name="Google Shape;61;p50"/>
          <p:cNvSpPr txBox="1"/>
          <p:nvPr>
            <p:ph idx="12" type="sldNum"/>
          </p:nvPr>
        </p:nvSpPr>
        <p:spPr>
          <a:xfrm>
            <a:off x="6553200" y="6356350"/>
            <a:ext cx="2133600" cy="365125"/>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0"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9" name="Shape 69"/>
        <p:cNvGrpSpPr/>
        <p:nvPr/>
      </p:nvGrpSpPr>
      <p:grpSpPr>
        <a:xfrm>
          <a:off x="0" y="0"/>
          <a:ext cx="0" cy="0"/>
          <a:chOff x="0" y="0"/>
          <a:chExt cx="0" cy="0"/>
        </a:xfrm>
      </p:grpSpPr>
      <p:sp>
        <p:nvSpPr>
          <p:cNvPr id="70" name="Google Shape;70;p5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ctr">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71" name="Google Shape;71;p5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lvl1pPr indent="-381000" lvl="0" marL="4572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1pPr>
            <a:lvl2pPr indent="-361950" lvl="1" marL="914400" marR="0" rtl="0" algn="l">
              <a:spcBef>
                <a:spcPts val="42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3pPr>
            <a:lvl4pPr indent="-323850" lvl="3" marL="1828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4pPr>
            <a:lvl5pPr indent="-323850" lvl="4" marL="22860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9pPr>
          </a:lstStyle>
          <a:p/>
        </p:txBody>
      </p:sp>
      <p:sp>
        <p:nvSpPr>
          <p:cNvPr id="72" name="Google Shape;72;p52"/>
          <p:cNvSpPr txBox="1"/>
          <p:nvPr>
            <p:ph idx="11" type="ftr"/>
          </p:nvPr>
        </p:nvSpPr>
        <p:spPr>
          <a:xfrm>
            <a:off x="3124200" y="6356350"/>
            <a:ext cx="2895600" cy="365125"/>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3" name="Google Shape;73;p52"/>
          <p:cNvSpPr txBox="1"/>
          <p:nvPr>
            <p:ph idx="10" type="dt"/>
          </p:nvPr>
        </p:nvSpPr>
        <p:spPr>
          <a:xfrm>
            <a:off x="457200" y="6356350"/>
            <a:ext cx="2133600" cy="365125"/>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74" name="Google Shape;74;p52"/>
          <p:cNvSpPr txBox="1"/>
          <p:nvPr>
            <p:ph idx="12" type="sldNum"/>
          </p:nvPr>
        </p:nvSpPr>
        <p:spPr>
          <a:xfrm>
            <a:off x="6553200" y="6356350"/>
            <a:ext cx="2133600" cy="365125"/>
          </a:xfrm>
          <a:prstGeom prst="rect">
            <a:avLst/>
          </a:prstGeom>
          <a:noFill/>
          <a:ln>
            <a:noFill/>
          </a:ln>
        </p:spPr>
        <p:txBody>
          <a:bodyPr anchorCtr="0" anchor="ctr" bIns="0" lIns="0" spcFirstLastPara="1" rIns="0" wrap="square" tIns="0">
            <a:noAutofit/>
          </a:bodyPr>
          <a:lstStyle>
            <a:lvl1pPr indent="0" lvl="0"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898989"/>
              </a:buClr>
              <a:buSzPts val="700"/>
              <a:buFont typeface="Arial"/>
              <a:buNone/>
              <a:defRPr b="1" i="0" sz="700" u="non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b="0"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2"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cxnSp>
        <p:nvCxnSpPr>
          <p:cNvPr id="81" name="Google Shape;81;p54"/>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82" name="Google Shape;82;p54"/>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
        <p:nvSpPr>
          <p:cNvPr id="83" name="Google Shape;83;p54"/>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84" name="Google Shape;84;p54"/>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85" name="Google Shape;85;p54"/>
          <p:cNvSpPr txBox="1"/>
          <p:nvPr>
            <p:ph idx="10" type="dt"/>
          </p:nvPr>
        </p:nvSpPr>
        <p:spPr>
          <a:xfrm>
            <a:off x="228600" y="6248400"/>
            <a:ext cx="22098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sldLayoutIdLst>
    <p:sldLayoutId id="2147483664"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56"/>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92" name="Google Shape;92;p56"/>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
        <p:nvSpPr>
          <p:cNvPr id="93" name="Google Shape;93;p56"/>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94" name="Google Shape;94;p56"/>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95" name="Google Shape;95;p56"/>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6"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0" name="Shape 100"/>
        <p:cNvGrpSpPr/>
        <p:nvPr/>
      </p:nvGrpSpPr>
      <p:grpSpPr>
        <a:xfrm>
          <a:off x="0" y="0"/>
          <a:ext cx="0" cy="0"/>
          <a:chOff x="0" y="0"/>
          <a:chExt cx="0" cy="0"/>
        </a:xfrm>
      </p:grpSpPr>
      <p:cxnSp>
        <p:nvCxnSpPr>
          <p:cNvPr id="101" name="Google Shape;101;p58"/>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102" name="Google Shape;102;p58"/>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
        <p:nvSpPr>
          <p:cNvPr id="103" name="Google Shape;103;p58"/>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104" name="Google Shape;104;p58"/>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05" name="Google Shape;105;p58"/>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6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10" name="Shape 110"/>
        <p:cNvGrpSpPr/>
        <p:nvPr/>
      </p:nvGrpSpPr>
      <p:grpSpPr>
        <a:xfrm>
          <a:off x="0" y="0"/>
          <a:ext cx="0" cy="0"/>
          <a:chOff x="0" y="0"/>
          <a:chExt cx="0" cy="0"/>
        </a:xfrm>
      </p:grpSpPr>
      <p:cxnSp>
        <p:nvCxnSpPr>
          <p:cNvPr id="111" name="Google Shape;111;p60"/>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112" name="Google Shape;112;p60"/>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
        <p:nvSpPr>
          <p:cNvPr id="113" name="Google Shape;113;p60"/>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114" name="Google Shape;114;p60"/>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15" name="Google Shape;115;p60"/>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7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1" name="Shape 121"/>
        <p:cNvGrpSpPr/>
        <p:nvPr/>
      </p:nvGrpSpPr>
      <p:grpSpPr>
        <a:xfrm>
          <a:off x="0" y="0"/>
          <a:ext cx="0" cy="0"/>
          <a:chOff x="0" y="0"/>
          <a:chExt cx="0" cy="0"/>
        </a:xfrm>
      </p:grpSpPr>
      <p:cxnSp>
        <p:nvCxnSpPr>
          <p:cNvPr id="122" name="Google Shape;122;p62"/>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123" name="Google Shape;123;p62"/>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
        <p:nvSpPr>
          <p:cNvPr id="124" name="Google Shape;124;p62"/>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125" name="Google Shape;125;p62"/>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26" name="Google Shape;126;p62"/>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72"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4" name="Shape 134"/>
        <p:cNvGrpSpPr/>
        <p:nvPr/>
      </p:nvGrpSpPr>
      <p:grpSpPr>
        <a:xfrm>
          <a:off x="0" y="0"/>
          <a:ext cx="0" cy="0"/>
          <a:chOff x="0" y="0"/>
          <a:chExt cx="0" cy="0"/>
        </a:xfrm>
      </p:grpSpPr>
      <p:cxnSp>
        <p:nvCxnSpPr>
          <p:cNvPr id="135" name="Google Shape;135;p64"/>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136" name="Google Shape;136;p64"/>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
        <p:nvSpPr>
          <p:cNvPr id="137" name="Google Shape;137;p64"/>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138" name="Google Shape;138;p64"/>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39" name="Google Shape;139;p64"/>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74"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3" name="Shape 143"/>
        <p:cNvGrpSpPr/>
        <p:nvPr/>
      </p:nvGrpSpPr>
      <p:grpSpPr>
        <a:xfrm>
          <a:off x="0" y="0"/>
          <a:ext cx="0" cy="0"/>
          <a:chOff x="0" y="0"/>
          <a:chExt cx="0" cy="0"/>
        </a:xfrm>
      </p:grpSpPr>
      <p:cxnSp>
        <p:nvCxnSpPr>
          <p:cNvPr id="144" name="Google Shape;144;p66"/>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145" name="Google Shape;145;p66"/>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
        <p:nvSpPr>
          <p:cNvPr id="146" name="Google Shape;146;p66"/>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147" name="Google Shape;147;p66"/>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48" name="Google Shape;148;p66"/>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76"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1" name="Shape 151"/>
        <p:cNvGrpSpPr/>
        <p:nvPr/>
      </p:nvGrpSpPr>
      <p:grpSpPr>
        <a:xfrm>
          <a:off x="0" y="0"/>
          <a:ext cx="0" cy="0"/>
          <a:chOff x="0" y="0"/>
          <a:chExt cx="0" cy="0"/>
        </a:xfrm>
      </p:grpSpPr>
      <p:cxnSp>
        <p:nvCxnSpPr>
          <p:cNvPr id="152" name="Google Shape;152;p68"/>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153" name="Google Shape;153;p68"/>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
        <p:nvSpPr>
          <p:cNvPr id="154" name="Google Shape;154;p68"/>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155" name="Google Shape;155;p68"/>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56" name="Google Shape;156;p68"/>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7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2" name="Shape 162"/>
        <p:cNvGrpSpPr/>
        <p:nvPr/>
      </p:nvGrpSpPr>
      <p:grpSpPr>
        <a:xfrm>
          <a:off x="0" y="0"/>
          <a:ext cx="0" cy="0"/>
          <a:chOff x="0" y="0"/>
          <a:chExt cx="0" cy="0"/>
        </a:xfrm>
      </p:grpSpPr>
      <p:cxnSp>
        <p:nvCxnSpPr>
          <p:cNvPr id="163" name="Google Shape;163;p70"/>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164" name="Google Shape;164;p70"/>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
        <p:nvSpPr>
          <p:cNvPr id="165" name="Google Shape;165;p70"/>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166" name="Google Shape;166;p70"/>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67" name="Google Shape;167;p70"/>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80"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3" name="Shape 173"/>
        <p:cNvGrpSpPr/>
        <p:nvPr/>
      </p:nvGrpSpPr>
      <p:grpSpPr>
        <a:xfrm>
          <a:off x="0" y="0"/>
          <a:ext cx="0" cy="0"/>
          <a:chOff x="0" y="0"/>
          <a:chExt cx="0" cy="0"/>
        </a:xfrm>
      </p:grpSpPr>
      <p:cxnSp>
        <p:nvCxnSpPr>
          <p:cNvPr id="174" name="Google Shape;174;p72"/>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175" name="Google Shape;175;p72"/>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
        <p:nvSpPr>
          <p:cNvPr id="176" name="Google Shape;176;p72"/>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177" name="Google Shape;177;p72"/>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78" name="Google Shape;178;p72"/>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82"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3" name="Shape 183"/>
        <p:cNvGrpSpPr/>
        <p:nvPr/>
      </p:nvGrpSpPr>
      <p:grpSpPr>
        <a:xfrm>
          <a:off x="0" y="0"/>
          <a:ext cx="0" cy="0"/>
          <a:chOff x="0" y="0"/>
          <a:chExt cx="0" cy="0"/>
        </a:xfrm>
      </p:grpSpPr>
      <p:cxnSp>
        <p:nvCxnSpPr>
          <p:cNvPr id="184" name="Google Shape;184;p74"/>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185" name="Google Shape;185;p74"/>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
        <p:nvSpPr>
          <p:cNvPr id="186" name="Google Shape;186;p74"/>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187" name="Google Shape;187;p74"/>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88" name="Google Shape;188;p74"/>
          <p:cNvSpPr txBox="1"/>
          <p:nvPr>
            <p:ph idx="12" type="sldNum"/>
          </p:nvPr>
        </p:nvSpPr>
        <p:spPr>
          <a:xfrm>
            <a:off x="261937" y="6400800"/>
            <a:ext cx="5334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84"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93" name="Shape 193"/>
        <p:cNvGrpSpPr/>
        <p:nvPr/>
      </p:nvGrpSpPr>
      <p:grpSpPr>
        <a:xfrm>
          <a:off x="0" y="0"/>
          <a:ext cx="0" cy="0"/>
          <a:chOff x="0" y="0"/>
          <a:chExt cx="0" cy="0"/>
        </a:xfrm>
      </p:grpSpPr>
      <p:cxnSp>
        <p:nvCxnSpPr>
          <p:cNvPr id="194" name="Google Shape;194;p76"/>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195" name="Google Shape;195;p76"/>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
        <p:nvSpPr>
          <p:cNvPr id="196" name="Google Shape;196;p76"/>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197" name="Google Shape;197;p76"/>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198" name="Google Shape;198;p76"/>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99" name="Google Shape;199;p76"/>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00" name="Google Shape;200;p76"/>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86"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6" name="Shape 206"/>
        <p:cNvGrpSpPr/>
        <p:nvPr/>
      </p:nvGrpSpPr>
      <p:grpSpPr>
        <a:xfrm>
          <a:off x="0" y="0"/>
          <a:ext cx="0" cy="0"/>
          <a:chOff x="0" y="0"/>
          <a:chExt cx="0" cy="0"/>
        </a:xfrm>
      </p:grpSpPr>
      <p:cxnSp>
        <p:nvCxnSpPr>
          <p:cNvPr id="207" name="Google Shape;207;p78"/>
          <p:cNvCxnSpPr/>
          <p:nvPr/>
        </p:nvCxnSpPr>
        <p:spPr>
          <a:xfrm>
            <a:off x="0" y="6240462"/>
            <a:ext cx="9144000" cy="0"/>
          </a:xfrm>
          <a:prstGeom prst="straightConnector1">
            <a:avLst/>
          </a:prstGeom>
          <a:noFill/>
          <a:ln cap="flat" cmpd="sng" w="9525">
            <a:solidFill>
              <a:schemeClr val="dk1"/>
            </a:solidFill>
            <a:prstDash val="solid"/>
            <a:miter lim="800000"/>
            <a:headEnd len="med" w="med" type="none"/>
            <a:tailEnd len="med" w="med" type="none"/>
          </a:ln>
        </p:spPr>
      </p:cxnSp>
      <p:pic>
        <p:nvPicPr>
          <p:cNvPr id="208" name="Google Shape;208;p78"/>
          <p:cNvPicPr preferRelativeResize="0"/>
          <p:nvPr/>
        </p:nvPicPr>
        <p:blipFill rotWithShape="1">
          <a:blip r:embed="rId1">
            <a:alphaModFix/>
          </a:blip>
          <a:srcRect b="0" l="0" r="0" t="0"/>
          <a:stretch/>
        </p:blipFill>
        <p:spPr>
          <a:xfrm>
            <a:off x="7491412" y="6342062"/>
            <a:ext cx="1296987" cy="442912"/>
          </a:xfrm>
          <a:prstGeom prst="rect">
            <a:avLst/>
          </a:prstGeom>
          <a:noFill/>
          <a:ln>
            <a:noFill/>
          </a:ln>
        </p:spPr>
      </p:pic>
      <p:sp>
        <p:nvSpPr>
          <p:cNvPr id="209" name="Google Shape;209;p78"/>
          <p:cNvSpPr txBox="1"/>
          <p:nvPr>
            <p:ph type="title"/>
          </p:nvPr>
        </p:nvSpPr>
        <p:spPr>
          <a:xfrm>
            <a:off x="261937" y="84137"/>
            <a:ext cx="8526462" cy="1143000"/>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1pPr>
            <a:lvl2pPr lvl="1"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2pPr>
            <a:lvl3pPr lvl="2"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3pPr>
            <a:lvl4pPr lvl="3"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4pPr>
            <a:lvl5pPr lvl="4" marR="0" rtl="0" algn="ctr">
              <a:spcBef>
                <a:spcPts val="0"/>
              </a:spcBef>
              <a:spcAft>
                <a:spcPts val="0"/>
              </a:spcAft>
              <a:buSzPts val="1400"/>
              <a:buNone/>
              <a:defRPr b="0" i="0" sz="2100" u="none" cap="none" strike="noStrike">
                <a:solidFill>
                  <a:srgbClr val="000000"/>
                </a:solidFill>
                <a:latin typeface="Arial"/>
                <a:ea typeface="Arial"/>
                <a:cs typeface="Arial"/>
                <a:sym typeface="Arial"/>
              </a:defRPr>
            </a:lvl5pPr>
            <a:lvl6pPr lvl="5"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0" i="0" sz="3300" u="none" cap="none" strike="noStrike">
                <a:solidFill>
                  <a:schemeClr val="dk2"/>
                </a:solidFill>
                <a:latin typeface="Arial"/>
                <a:ea typeface="Arial"/>
                <a:cs typeface="Arial"/>
                <a:sym typeface="Arial"/>
              </a:defRPr>
            </a:lvl9pPr>
          </a:lstStyle>
          <a:p/>
        </p:txBody>
      </p:sp>
      <p:sp>
        <p:nvSpPr>
          <p:cNvPr id="210" name="Google Shape;210;p78"/>
          <p:cNvSpPr txBox="1"/>
          <p:nvPr>
            <p:ph idx="1" type="body"/>
          </p:nvPr>
        </p:nvSpPr>
        <p:spPr>
          <a:xfrm>
            <a:off x="261937" y="1455737"/>
            <a:ext cx="8526462" cy="4589462"/>
          </a:xfrm>
          <a:prstGeom prst="rect">
            <a:avLst/>
          </a:prstGeom>
          <a:noFill/>
          <a:ln>
            <a:noFill/>
          </a:ln>
        </p:spPr>
        <p:txBody>
          <a:bodyPr anchorCtr="0" anchor="t" bIns="45700" lIns="91425" spcFirstLastPara="1" rIns="91425" wrap="square" tIns="45700">
            <a:noAutofit/>
          </a:bodyPr>
          <a:lstStyle>
            <a:lvl1pPr indent="-342900" lvl="0" marL="457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1pPr>
            <a:lvl2pPr indent="-342900" lvl="1" marL="914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23850" lvl="5" marL="27432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6pPr>
            <a:lvl7pPr indent="-323850" lvl="6" marL="32004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7pPr>
            <a:lvl8pPr indent="-323850" lvl="7" marL="36576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8pPr>
            <a:lvl9pPr indent="-323850" lvl="8" marL="4114800" marR="0" rtl="0" algn="l">
              <a:spcBef>
                <a:spcPts val="3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9pPr>
          </a:lstStyle>
          <a:p/>
        </p:txBody>
      </p:sp>
      <p:sp>
        <p:nvSpPr>
          <p:cNvPr id="211" name="Google Shape;211;p78"/>
          <p:cNvSpPr txBox="1"/>
          <p:nvPr>
            <p:ph idx="10" type="dt"/>
          </p:nvPr>
        </p:nvSpPr>
        <p:spPr>
          <a:xfrm>
            <a:off x="457200" y="6248400"/>
            <a:ext cx="2133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2" name="Google Shape;212;p78"/>
          <p:cNvSpPr txBox="1"/>
          <p:nvPr>
            <p:ph idx="11" type="ftr"/>
          </p:nvPr>
        </p:nvSpPr>
        <p:spPr>
          <a:xfrm>
            <a:off x="3124200" y="6248400"/>
            <a:ext cx="2895600" cy="4572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213" name="Google Shape;213;p78"/>
          <p:cNvSpPr txBox="1"/>
          <p:nvPr>
            <p:ph idx="12" type="sldNum"/>
          </p:nvPr>
        </p:nvSpPr>
        <p:spPr>
          <a:xfrm>
            <a:off x="6553200" y="6248400"/>
            <a:ext cx="2133600" cy="457200"/>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1pPr>
            <a:lvl2pPr indent="0" lvl="1"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2pPr>
            <a:lvl3pPr indent="0" lvl="2"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3pPr>
            <a:lvl4pPr indent="0" lvl="3"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4pPr>
            <a:lvl5pPr indent="0" lvl="4"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5pPr>
            <a:lvl6pPr indent="0" lvl="5"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6pPr>
            <a:lvl7pPr indent="0" lvl="6"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7pPr>
            <a:lvl8pPr indent="0" lvl="7"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8pPr>
            <a:lvl9pPr indent="0" lvl="8" marL="0" marR="0" rtl="0" algn="l">
              <a:lnSpc>
                <a:spcPct val="100000"/>
              </a:lnSpc>
              <a:spcBef>
                <a:spcPts val="0"/>
              </a:spcBef>
              <a:spcAft>
                <a:spcPts val="0"/>
              </a:spcAft>
              <a:buClr>
                <a:schemeClr val="dk1"/>
              </a:buClr>
              <a:buSzPts val="900"/>
              <a:buFont typeface="Arial"/>
              <a:buNone/>
              <a:defRPr b="0" i="0" sz="900" u="none">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sz="1400">
              <a:solidFill>
                <a:srgbClr val="000000"/>
              </a:solidFill>
            </a:endParaRPr>
          </a:p>
        </p:txBody>
      </p:sp>
    </p:spTree>
  </p:cSld>
  <p:clrMap accent1="accent1" accent2="accent2" accent3="accent3" accent4="accent4" accent5="accent5" accent6="accent6" bg1="lt1" bg2="dk2" tx1="dk1" tx2="lt2" folHlink="folHlink" hlink="hlink"/>
  <p:sldLayoutIdLst>
    <p:sldLayoutId id="2147483688" r:id="rId2"/>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7.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 Id="rId3" Type="http://schemas.openxmlformats.org/officeDocument/2006/relationships/image" Target="../media/image1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8.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226" name="Shape 226"/>
        <p:cNvGrpSpPr/>
        <p:nvPr/>
      </p:nvGrpSpPr>
      <p:grpSpPr>
        <a:xfrm>
          <a:off x="0" y="0"/>
          <a:ext cx="0" cy="0"/>
          <a:chOff x="0" y="0"/>
          <a:chExt cx="0" cy="0"/>
        </a:xfrm>
      </p:grpSpPr>
      <p:sp>
        <p:nvSpPr>
          <p:cNvPr id="227" name="Google Shape;227;p1"/>
          <p:cNvSpPr txBox="1"/>
          <p:nvPr>
            <p:ph type="ctrTitle"/>
          </p:nvPr>
        </p:nvSpPr>
        <p:spPr>
          <a:xfrm>
            <a:off x="533400" y="1828800"/>
            <a:ext cx="7772400" cy="738187"/>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600"/>
              <a:buFont typeface="Helvetica Neue"/>
              <a:buNone/>
            </a:pPr>
            <a:r>
              <a:rPr b="0" i="0" lang="en-US" sz="3600" u="none">
                <a:solidFill>
                  <a:schemeClr val="dk1"/>
                </a:solidFill>
                <a:latin typeface="Helvetica Neue"/>
                <a:ea typeface="Helvetica Neue"/>
                <a:cs typeface="Helvetica Neue"/>
                <a:sym typeface="Helvetica Neue"/>
              </a:rPr>
              <a:t>Design for Change </a:t>
            </a:r>
            <a:br>
              <a:rPr b="0" i="0" lang="en-US" sz="3600" u="none">
                <a:solidFill>
                  <a:schemeClr val="dk1"/>
                </a:solidFill>
                <a:latin typeface="Helvetica Neue"/>
                <a:ea typeface="Helvetica Neue"/>
                <a:cs typeface="Helvetica Neue"/>
                <a:sym typeface="Helvetica Neue"/>
              </a:rPr>
            </a:br>
            <a:r>
              <a:rPr b="0" i="0" lang="en-US" sz="3600" u="none">
                <a:solidFill>
                  <a:schemeClr val="dk1"/>
                </a:solidFill>
                <a:latin typeface="Helvetica Neue"/>
                <a:ea typeface="Helvetica Neue"/>
                <a:cs typeface="Helvetica Neue"/>
                <a:sym typeface="Helvetica Neue"/>
              </a:rPr>
              <a:t>Patterns &amp; Principles</a:t>
            </a:r>
            <a:endParaRPr/>
          </a:p>
        </p:txBody>
      </p:sp>
      <p:sp>
        <p:nvSpPr>
          <p:cNvPr id="228" name="Google Shape;228;p1"/>
          <p:cNvSpPr txBox="1"/>
          <p:nvPr>
            <p:ph idx="1" type="subTitle"/>
          </p:nvPr>
        </p:nvSpPr>
        <p:spPr>
          <a:xfrm>
            <a:off x="1371600" y="30480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800"/>
              <a:buNone/>
            </a:pPr>
            <a:r>
              <a:t/>
            </a:r>
            <a:endParaRPr b="0" i="0" sz="2800" u="none">
              <a:solidFill>
                <a:schemeClr val="dk1"/>
              </a:solidFill>
              <a:latin typeface="Helvetica Neue"/>
              <a:ea typeface="Helvetica Neue"/>
              <a:cs typeface="Helvetica Neue"/>
              <a:sym typeface="Helvetica Neue"/>
            </a:endParaRPr>
          </a:p>
          <a:p>
            <a:pPr indent="0" lvl="0" marL="0" rtl="0" algn="ctr">
              <a:lnSpc>
                <a:spcPct val="100000"/>
              </a:lnSpc>
              <a:spcBef>
                <a:spcPts val="560"/>
              </a:spcBef>
              <a:spcAft>
                <a:spcPts val="0"/>
              </a:spcAft>
              <a:buClr>
                <a:schemeClr val="dk1"/>
              </a:buClr>
              <a:buSzPts val="2800"/>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1" i="0" lang="en-US" sz="3300" u="none">
                <a:solidFill>
                  <a:schemeClr val="dk1"/>
                </a:solidFill>
                <a:latin typeface="Helvetica Neue"/>
                <a:ea typeface="Helvetica Neue"/>
                <a:cs typeface="Helvetica Neue"/>
                <a:sym typeface="Helvetica Neue"/>
              </a:rPr>
              <a:t>What's a design pattern?</a:t>
            </a:r>
            <a:br>
              <a:rPr b="1" i="0" lang="en-US" sz="3300" u="none">
                <a:solidFill>
                  <a:schemeClr val="dk1"/>
                </a:solidFill>
                <a:latin typeface="Helvetica Neue"/>
                <a:ea typeface="Helvetica Neue"/>
                <a:cs typeface="Helvetica Neue"/>
                <a:sym typeface="Helvetica Neue"/>
              </a:rPr>
            </a:br>
            <a:endParaRPr/>
          </a:p>
        </p:txBody>
      </p:sp>
      <p:sp>
        <p:nvSpPr>
          <p:cNvPr id="234" name="Google Shape;234;p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257175" lvl="0" marL="257175" marR="0" rtl="0" algn="just">
              <a:lnSpc>
                <a:spcPct val="100000"/>
              </a:lnSpc>
              <a:spcBef>
                <a:spcPts val="0"/>
              </a:spcBef>
              <a:spcAft>
                <a:spcPts val="0"/>
              </a:spcAft>
              <a:buClr>
                <a:schemeClr val="dk1"/>
              </a:buClr>
              <a:buSzPts val="1600"/>
              <a:buFont typeface="Arial"/>
              <a:buChar char="•"/>
            </a:pPr>
            <a:r>
              <a:rPr b="1" i="0" lang="en-US" sz="1600" u="none" cap="none" strike="noStrike">
                <a:solidFill>
                  <a:schemeClr val="dk1"/>
                </a:solidFill>
                <a:latin typeface="Helvetica Neue"/>
                <a:ea typeface="Helvetica Neue"/>
                <a:cs typeface="Helvetica Neue"/>
                <a:sym typeface="Helvetica Neue"/>
              </a:rPr>
              <a:t>Design patterns</a:t>
            </a:r>
            <a:r>
              <a:rPr b="0" i="0" lang="en-US" sz="1600" u="none" cap="none" strike="noStrike">
                <a:solidFill>
                  <a:schemeClr val="dk1"/>
                </a:solidFill>
                <a:latin typeface="Helvetica Neue"/>
                <a:ea typeface="Helvetica Neue"/>
                <a:cs typeface="Helvetica Neue"/>
                <a:sym typeface="Helvetica Neue"/>
              </a:rPr>
              <a:t> are typical solutions to commonly occurring problems in software design. They are like pre-made blueprints that you can customize to solve a recurring design problem in your code.</a:t>
            </a:r>
            <a:endParaRPr/>
          </a:p>
          <a:p>
            <a:pPr indent="-155575" lvl="0" marL="257175" marR="0" rtl="0" algn="just">
              <a:lnSpc>
                <a:spcPct val="100000"/>
              </a:lnSpc>
              <a:spcBef>
                <a:spcPts val="320"/>
              </a:spcBef>
              <a:spcAft>
                <a:spcPts val="0"/>
              </a:spcAft>
              <a:buClr>
                <a:schemeClr val="dk1"/>
              </a:buClr>
              <a:buSzPts val="1600"/>
              <a:buFont typeface="Arial"/>
              <a:buNone/>
            </a:pPr>
            <a:r>
              <a:t/>
            </a:r>
            <a:endParaRPr b="0" i="0" sz="1600" u="none" cap="none" strike="noStrike">
              <a:solidFill>
                <a:schemeClr val="dk1"/>
              </a:solidFill>
              <a:latin typeface="Helvetica Neue"/>
              <a:ea typeface="Helvetica Neue"/>
              <a:cs typeface="Helvetica Neue"/>
              <a:sym typeface="Helvetica Neue"/>
            </a:endParaRPr>
          </a:p>
          <a:p>
            <a:pPr indent="-257175" lvl="0" marL="257175" marR="0" rtl="0" algn="just">
              <a:lnSpc>
                <a:spcPct val="100000"/>
              </a:lnSpc>
              <a:spcBef>
                <a:spcPts val="320"/>
              </a:spcBef>
              <a:spcAft>
                <a:spcPts val="0"/>
              </a:spcAft>
              <a:buClr>
                <a:schemeClr val="dk1"/>
              </a:buClr>
              <a:buSzPts val="1600"/>
              <a:buFont typeface="Arial"/>
              <a:buChar char="•"/>
            </a:pPr>
            <a:r>
              <a:rPr b="0" i="0" lang="en-US" sz="1600" u="none" cap="none" strike="noStrike">
                <a:solidFill>
                  <a:schemeClr val="dk1"/>
                </a:solidFill>
                <a:latin typeface="Helvetica Neue"/>
                <a:ea typeface="Helvetica Neue"/>
                <a:cs typeface="Helvetica Neue"/>
                <a:sym typeface="Helvetica Neue"/>
              </a:rPr>
              <a:t>Design patterns represent the best practices used by experienced object-oriented software developers. Design patterns are solutions to general problems that software developers faced during software development. These solutions were obtained by trial and error by numerous software developers over quite a substantial period of time.</a:t>
            </a:r>
            <a:endParaRPr/>
          </a:p>
          <a:p>
            <a:pPr indent="-155575" lvl="0" marL="257175" marR="0" rtl="0" algn="l">
              <a:spcBef>
                <a:spcPts val="320"/>
              </a:spcBef>
              <a:spcAft>
                <a:spcPts val="0"/>
              </a:spcAft>
              <a:buClr>
                <a:schemeClr val="dk1"/>
              </a:buClr>
              <a:buSzPts val="1600"/>
              <a:buFont typeface="Arial"/>
              <a:buNone/>
            </a:pPr>
            <a:r>
              <a:t/>
            </a:r>
            <a:endParaRPr b="0" i="0" sz="1600" u="none">
              <a:solidFill>
                <a:schemeClr val="dk1"/>
              </a:solidFill>
              <a:latin typeface="Helvetica Neue"/>
              <a:ea typeface="Helvetica Neue"/>
              <a:cs typeface="Helvetica Neue"/>
              <a:sym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Best Practices</a:t>
            </a:r>
            <a:br>
              <a:rPr b="0" i="0" lang="en-US" sz="3300" u="none">
                <a:solidFill>
                  <a:schemeClr val="dk1"/>
                </a:solidFill>
                <a:latin typeface="Helvetica Neue"/>
                <a:ea typeface="Helvetica Neue"/>
                <a:cs typeface="Helvetica Neue"/>
                <a:sym typeface="Helvetica Neue"/>
              </a:rPr>
            </a:br>
            <a:endParaRPr/>
          </a:p>
        </p:txBody>
      </p:sp>
      <p:sp>
        <p:nvSpPr>
          <p:cNvPr id="240" name="Google Shape;240;p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257175" lvl="0" marL="257175" marR="0" rtl="0" algn="just">
              <a:lnSpc>
                <a:spcPct val="100000"/>
              </a:lnSpc>
              <a:spcBef>
                <a:spcPts val="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Design patterns have been evolved over a long period of time and they provide best solutions to certain problems faced during software development. Learning these patterns helps unexperienced developers to learn software design in an easy and faster way.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History of GoF</a:t>
            </a:r>
            <a:endParaRPr/>
          </a:p>
        </p:txBody>
      </p:sp>
      <p:sp>
        <p:nvSpPr>
          <p:cNvPr id="246" name="Google Shape;246;p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257175" lvl="0" marL="257175" marR="0" rtl="0" algn="just">
              <a:lnSpc>
                <a:spcPct val="100000"/>
              </a:lnSpc>
              <a:spcBef>
                <a:spcPts val="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Over 20 years ago the iconic computer science book “</a:t>
            </a:r>
            <a:r>
              <a:rPr b="0" i="0" lang="en-US" sz="1600" u="none">
                <a:solidFill>
                  <a:srgbClr val="0070C0"/>
                </a:solidFill>
                <a:latin typeface="Helvetica Neue"/>
                <a:ea typeface="Helvetica Neue"/>
                <a:cs typeface="Helvetica Neue"/>
                <a:sym typeface="Helvetica Neue"/>
              </a:rPr>
              <a:t>Design Patterns: Elements of Reusable Object-Oriented Software</a:t>
            </a:r>
            <a:r>
              <a:rPr b="0" i="0" lang="en-US" sz="1600" u="none">
                <a:solidFill>
                  <a:schemeClr val="dk1"/>
                </a:solidFill>
                <a:latin typeface="Helvetica Neue"/>
                <a:ea typeface="Helvetica Neue"/>
                <a:cs typeface="Helvetica Neue"/>
                <a:sym typeface="Helvetica Neue"/>
              </a:rPr>
              <a:t>” was first published. </a:t>
            </a:r>
            <a:endParaRPr/>
          </a:p>
          <a:p>
            <a:pPr indent="-155575" lvl="0" marL="257175" marR="0" rtl="0" algn="just">
              <a:lnSpc>
                <a:spcPct val="100000"/>
              </a:lnSpc>
              <a:spcBef>
                <a:spcPts val="320"/>
              </a:spcBef>
              <a:spcAft>
                <a:spcPts val="0"/>
              </a:spcAft>
              <a:buClr>
                <a:schemeClr val="dk1"/>
              </a:buClr>
              <a:buSzPts val="1600"/>
              <a:buFont typeface="Arial"/>
              <a:buNone/>
            </a:pPr>
            <a:r>
              <a:t/>
            </a:r>
            <a:endParaRPr b="0" i="0" sz="1600" u="none">
              <a:solidFill>
                <a:schemeClr val="dk1"/>
              </a:solidFill>
              <a:latin typeface="Helvetica Neue"/>
              <a:ea typeface="Helvetica Neue"/>
              <a:cs typeface="Helvetica Neue"/>
              <a:sym typeface="Helvetica Neue"/>
            </a:endParaRPr>
          </a:p>
          <a:p>
            <a:pPr indent="-257175" lvl="0" marL="257175" marR="0" rtl="0" algn="just">
              <a:lnSpc>
                <a:spcPct val="100000"/>
              </a:lnSpc>
              <a:spcBef>
                <a:spcPts val="32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The four authors of the book: </a:t>
            </a:r>
            <a:r>
              <a:rPr b="0" i="1" lang="en-US" sz="1600" u="none">
                <a:solidFill>
                  <a:srgbClr val="0070C0"/>
                </a:solidFill>
                <a:latin typeface="Helvetica Neue"/>
                <a:ea typeface="Helvetica Neue"/>
                <a:cs typeface="Helvetica Neue"/>
                <a:sym typeface="Helvetica Neue"/>
              </a:rPr>
              <a:t>Erich Gamma, Richard Helm, Ralph Johnson, and John Vlissides</a:t>
            </a:r>
            <a:r>
              <a:rPr b="0" i="0" lang="en-US" sz="1600" u="none">
                <a:solidFill>
                  <a:schemeClr val="dk1"/>
                </a:solidFill>
                <a:latin typeface="Helvetica Neue"/>
                <a:ea typeface="Helvetica Neue"/>
                <a:cs typeface="Helvetica Neue"/>
                <a:sym typeface="Helvetica Neue"/>
              </a:rPr>
              <a:t>, have since been dubbed “The Gang of Four”. </a:t>
            </a:r>
            <a:endParaRPr b="0" i="0" sz="1600" u="none">
              <a:solidFill>
                <a:schemeClr val="dk1"/>
              </a:solidFill>
              <a:latin typeface="Helvetica Neue"/>
              <a:ea typeface="Helvetica Neue"/>
              <a:cs typeface="Helvetica Neue"/>
              <a:sym typeface="Helvetica Neue"/>
            </a:endParaRPr>
          </a:p>
          <a:p>
            <a:pPr indent="-155575" lvl="0" marL="257175" marR="0" rtl="0" algn="just">
              <a:lnSpc>
                <a:spcPct val="100000"/>
              </a:lnSpc>
              <a:spcBef>
                <a:spcPts val="320"/>
              </a:spcBef>
              <a:spcAft>
                <a:spcPts val="0"/>
              </a:spcAft>
              <a:buClr>
                <a:schemeClr val="dk1"/>
              </a:buClr>
              <a:buSzPts val="1600"/>
              <a:buFont typeface="Arial"/>
              <a:buNone/>
            </a:pPr>
            <a:r>
              <a:t/>
            </a:r>
            <a:endParaRPr b="0" i="0" sz="1600" u="none">
              <a:solidFill>
                <a:schemeClr val="dk1"/>
              </a:solidFill>
              <a:latin typeface="Helvetica Neue"/>
              <a:ea typeface="Helvetica Neue"/>
              <a:cs typeface="Helvetica Neue"/>
              <a:sym typeface="Helvetica Neue"/>
            </a:endParaRPr>
          </a:p>
          <a:p>
            <a:pPr indent="-257175" lvl="0" marL="257175" marR="0" rtl="0" algn="just">
              <a:lnSpc>
                <a:spcPct val="100000"/>
              </a:lnSpc>
              <a:spcBef>
                <a:spcPts val="32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According to these authors design patterns are primarily based on the following principles of object orientated design.</a:t>
            </a:r>
            <a:endParaRPr b="0" i="0" sz="1600" u="none">
              <a:solidFill>
                <a:schemeClr val="dk1"/>
              </a:solidFill>
              <a:latin typeface="Helvetica Neue"/>
              <a:ea typeface="Helvetica Neue"/>
              <a:cs typeface="Helvetica Neue"/>
              <a:sym typeface="Helvetica Neue"/>
            </a:endParaRPr>
          </a:p>
          <a:p>
            <a:pPr indent="-214312" lvl="1" marL="557212" marR="0" rtl="0" algn="just">
              <a:lnSpc>
                <a:spcPct val="100000"/>
              </a:lnSpc>
              <a:spcBef>
                <a:spcPts val="300"/>
              </a:spcBef>
              <a:spcAft>
                <a:spcPts val="0"/>
              </a:spcAft>
              <a:buClr>
                <a:schemeClr val="dk1"/>
              </a:buClr>
              <a:buSzPts val="1500"/>
              <a:buFont typeface="Arial"/>
              <a:buChar char="–"/>
            </a:pPr>
            <a:r>
              <a:rPr b="0" i="0" lang="en-US" sz="1500" u="none" cap="none" strike="noStrike">
                <a:solidFill>
                  <a:schemeClr val="dk1"/>
                </a:solidFill>
                <a:latin typeface="Helvetica Neue"/>
                <a:ea typeface="Helvetica Neue"/>
                <a:cs typeface="Helvetica Neue"/>
                <a:sym typeface="Helvetica Neue"/>
              </a:rPr>
              <a:t>Program to an interface not an implementation</a:t>
            </a:r>
            <a:endParaRPr/>
          </a:p>
          <a:p>
            <a:pPr indent="-214312" lvl="1" marL="557212" marR="0" rtl="0" algn="just">
              <a:lnSpc>
                <a:spcPct val="100000"/>
              </a:lnSpc>
              <a:spcBef>
                <a:spcPts val="300"/>
              </a:spcBef>
              <a:spcAft>
                <a:spcPts val="0"/>
              </a:spcAft>
              <a:buClr>
                <a:schemeClr val="dk1"/>
              </a:buClr>
              <a:buSzPts val="1500"/>
              <a:buFont typeface="Arial"/>
              <a:buChar char="–"/>
            </a:pPr>
            <a:r>
              <a:rPr b="0" i="0" lang="en-US" sz="1500" u="none" cap="none" strike="noStrike">
                <a:solidFill>
                  <a:schemeClr val="dk1"/>
                </a:solidFill>
                <a:latin typeface="Helvetica Neue"/>
                <a:ea typeface="Helvetica Neue"/>
                <a:cs typeface="Helvetica Neue"/>
                <a:sym typeface="Helvetica Neue"/>
              </a:rPr>
              <a:t>Favor object composition over inheritance</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Coding to interfaces</a:t>
            </a:r>
            <a:endParaRPr/>
          </a:p>
        </p:txBody>
      </p:sp>
      <p:sp>
        <p:nvSpPr>
          <p:cNvPr id="253" name="Google Shape;253;p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257175" lvl="0" marL="257175" marR="0" rtl="0" algn="just">
              <a:lnSpc>
                <a:spcPct val="100000"/>
              </a:lnSpc>
              <a:spcBef>
                <a:spcPts val="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Coding to interfaces is a technique to write classes based on an interface; interface that defines what the behavior of the object should be. It involves creating an interface first, defining its methods and then creating the actual class with the implementation. </a:t>
            </a:r>
            <a:endParaRPr/>
          </a:p>
          <a:p>
            <a:pPr indent="-155575" lvl="0" marL="257175" marR="0" rtl="0" algn="just">
              <a:lnSpc>
                <a:spcPct val="100000"/>
              </a:lnSpc>
              <a:spcBef>
                <a:spcPts val="320"/>
              </a:spcBef>
              <a:spcAft>
                <a:spcPts val="0"/>
              </a:spcAft>
              <a:buClr>
                <a:schemeClr val="dk1"/>
              </a:buClr>
              <a:buSzPts val="1600"/>
              <a:buFont typeface="Arial"/>
              <a:buNone/>
            </a:pPr>
            <a:r>
              <a:t/>
            </a:r>
            <a:endParaRPr b="0" i="0" sz="1600" u="none">
              <a:solidFill>
                <a:schemeClr val="dk1"/>
              </a:solidFill>
              <a:latin typeface="Helvetica Neue"/>
              <a:ea typeface="Helvetica Neue"/>
              <a:cs typeface="Helvetica Neue"/>
              <a:sym typeface="Helvetica Neue"/>
            </a:endParaRPr>
          </a:p>
          <a:p>
            <a:pPr indent="-214312" lvl="1" marL="557212" marR="0" rtl="0" algn="just">
              <a:lnSpc>
                <a:spcPct val="100000"/>
              </a:lnSpc>
              <a:spcBef>
                <a:spcPts val="300"/>
              </a:spcBef>
              <a:spcAft>
                <a:spcPts val="0"/>
              </a:spcAft>
              <a:buClr>
                <a:schemeClr val="dk1"/>
              </a:buClr>
              <a:buSzPts val="1500"/>
              <a:buFont typeface="Arial"/>
              <a:buChar char="–"/>
            </a:pPr>
            <a:r>
              <a:rPr b="0" i="0" lang="en-US" sz="1500" u="none" cap="none" strike="noStrike">
                <a:solidFill>
                  <a:schemeClr val="dk1"/>
                </a:solidFill>
                <a:latin typeface="Helvetica Neue"/>
                <a:ea typeface="Helvetica Neue"/>
                <a:cs typeface="Helvetica Neue"/>
                <a:sym typeface="Helvetica Neue"/>
              </a:rPr>
              <a:t>Test Driven Development</a:t>
            </a:r>
            <a:endParaRPr/>
          </a:p>
          <a:p>
            <a:pPr indent="-214312" lvl="1" marL="557212" marR="0" rtl="0" algn="just">
              <a:lnSpc>
                <a:spcPct val="100000"/>
              </a:lnSpc>
              <a:spcBef>
                <a:spcPts val="300"/>
              </a:spcBef>
              <a:spcAft>
                <a:spcPts val="0"/>
              </a:spcAft>
              <a:buClr>
                <a:schemeClr val="dk1"/>
              </a:buClr>
              <a:buSzPts val="1500"/>
              <a:buFont typeface="Arial"/>
              <a:buChar char="–"/>
            </a:pPr>
            <a:r>
              <a:rPr b="0" i="0" lang="en-US" sz="1500" u="none" cap="none" strike="noStrike">
                <a:solidFill>
                  <a:schemeClr val="dk1"/>
                </a:solidFill>
                <a:latin typeface="Helvetica Neue"/>
                <a:ea typeface="Helvetica Neue"/>
                <a:cs typeface="Helvetica Neue"/>
                <a:sym typeface="Helvetica Neue"/>
              </a:rPr>
              <a:t>Flexibility and maintainability</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Favoring Composition over Inheritance</a:t>
            </a:r>
            <a:endParaRPr/>
          </a:p>
        </p:txBody>
      </p:sp>
      <p:sp>
        <p:nvSpPr>
          <p:cNvPr id="259" name="Google Shape;259;p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257175" lvl="0" marL="257175" marR="0" rtl="0" algn="just">
              <a:lnSpc>
                <a:spcPct val="100000"/>
              </a:lnSpc>
              <a:spcBef>
                <a:spcPts val="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Favoring Composition over Inheritance is a principle in object-oriented programming (OOP). Classes should achieve polymorphic behavior and code reuse by their composition rather than inheritance from a base or parent class. To get the higher design flexibility, the design principle says that composition should be favored over inheritance. </a:t>
            </a:r>
            <a:endParaRPr/>
          </a:p>
          <a:p>
            <a:pPr indent="-155575" lvl="0" marL="257175" marR="0" rtl="0" algn="just">
              <a:lnSpc>
                <a:spcPct val="100000"/>
              </a:lnSpc>
              <a:spcBef>
                <a:spcPts val="320"/>
              </a:spcBef>
              <a:spcAft>
                <a:spcPts val="0"/>
              </a:spcAft>
              <a:buClr>
                <a:schemeClr val="dk1"/>
              </a:buClr>
              <a:buSzPts val="1600"/>
              <a:buFont typeface="Arial"/>
              <a:buNone/>
            </a:pPr>
            <a:r>
              <a:t/>
            </a:r>
            <a:endParaRPr b="0" i="0" sz="1600" u="none">
              <a:solidFill>
                <a:schemeClr val="dk1"/>
              </a:solidFill>
              <a:latin typeface="Helvetica Neue"/>
              <a:ea typeface="Helvetica Neue"/>
              <a:cs typeface="Helvetica Neue"/>
              <a:sym typeface="Helvetica Neue"/>
            </a:endParaRPr>
          </a:p>
          <a:p>
            <a:pPr indent="-257175" lvl="0" marL="257175" marR="0" rtl="0" algn="just">
              <a:lnSpc>
                <a:spcPct val="100000"/>
              </a:lnSpc>
              <a:spcBef>
                <a:spcPts val="32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Inheritance should only be used when subclass ‘is a’ superclass. Don’t use inheritance to get code reuse. If there is no ‘is a’ relationship, then use composition for code reuse.</a:t>
            </a:r>
            <a:endParaRPr/>
          </a:p>
          <a:p>
            <a:pPr indent="-155575" lvl="0" marL="257175" marR="0" rtl="0" algn="just">
              <a:lnSpc>
                <a:spcPct val="100000"/>
              </a:lnSpc>
              <a:spcBef>
                <a:spcPts val="320"/>
              </a:spcBef>
              <a:spcAft>
                <a:spcPts val="0"/>
              </a:spcAft>
              <a:buClr>
                <a:schemeClr val="dk1"/>
              </a:buClr>
              <a:buSzPts val="1600"/>
              <a:buFont typeface="Arial"/>
              <a:buNone/>
            </a:pPr>
            <a:r>
              <a:t/>
            </a:r>
            <a:endParaRPr b="0" i="0" sz="1600" u="none">
              <a:solidFill>
                <a:schemeClr val="dk1"/>
              </a:solidFill>
              <a:latin typeface="Helvetica Neue"/>
              <a:ea typeface="Helvetica Neue"/>
              <a:cs typeface="Helvetica Neue"/>
              <a:sym typeface="Helvetica Neue"/>
            </a:endParaRPr>
          </a:p>
          <a:p>
            <a:pPr indent="-257175" lvl="0" marL="257175" marR="0" rtl="0" algn="ctr">
              <a:lnSpc>
                <a:spcPct val="100000"/>
              </a:lnSpc>
              <a:spcBef>
                <a:spcPts val="320"/>
              </a:spcBef>
              <a:spcAft>
                <a:spcPts val="0"/>
              </a:spcAft>
              <a:buClr>
                <a:srgbClr val="0070C0"/>
              </a:buClr>
              <a:buSzPts val="1600"/>
              <a:buFont typeface="Arial"/>
              <a:buChar char="•"/>
            </a:pPr>
            <a:r>
              <a:rPr b="0" i="0" lang="en-US" sz="1600" u="none">
                <a:solidFill>
                  <a:srgbClr val="0070C0"/>
                </a:solidFill>
                <a:latin typeface="Helvetica Neue"/>
                <a:ea typeface="Helvetica Neue"/>
                <a:cs typeface="Helvetica Neue"/>
                <a:sym typeface="Helvetica Neue"/>
              </a:rPr>
              <a:t>Both composition and inheritance promote code reuse through different approaches. So which one to choose? How to compare composition vs inheritance. You must have heard that in programming you should favor composition over inheritance.</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descr="Screen Clipping" id="265" name="Google Shape;265;p7"/>
          <p:cNvPicPr preferRelativeResize="0"/>
          <p:nvPr/>
        </p:nvPicPr>
        <p:blipFill rotWithShape="1">
          <a:blip r:embed="rId3">
            <a:alphaModFix/>
          </a:blip>
          <a:srcRect b="0" l="0" r="0" t="0"/>
          <a:stretch/>
        </p:blipFill>
        <p:spPr>
          <a:xfrm>
            <a:off x="381000" y="1371600"/>
            <a:ext cx="3048000" cy="2925762"/>
          </a:xfrm>
          <a:prstGeom prst="rect">
            <a:avLst/>
          </a:prstGeom>
          <a:noFill/>
          <a:ln>
            <a:noFill/>
          </a:ln>
          <a:effectLst>
            <a:outerShdw blurRad="63500" dir="2700000" dist="139700">
              <a:srgbClr val="333333">
                <a:alpha val="64705"/>
              </a:srgbClr>
            </a:outerShdw>
          </a:effectLst>
        </p:spPr>
      </p:pic>
      <p:sp>
        <p:nvSpPr>
          <p:cNvPr id="266" name="Google Shape;266;p7"/>
          <p:cNvSpPr txBox="1"/>
          <p:nvPr/>
        </p:nvSpPr>
        <p:spPr>
          <a:xfrm>
            <a:off x="1181100" y="685800"/>
            <a:ext cx="1447800" cy="369887"/>
          </a:xfrm>
          <a:prstGeom prst="rect">
            <a:avLst/>
          </a:prstGeom>
          <a:solidFill>
            <a:srgbClr val="EBF1DE"/>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Inheritance</a:t>
            </a:r>
            <a:endParaRPr/>
          </a:p>
        </p:txBody>
      </p:sp>
      <p:pic>
        <p:nvPicPr>
          <p:cNvPr descr="Screen Clipping" id="267" name="Google Shape;267;p7"/>
          <p:cNvPicPr preferRelativeResize="0"/>
          <p:nvPr/>
        </p:nvPicPr>
        <p:blipFill rotWithShape="1">
          <a:blip r:embed="rId4">
            <a:alphaModFix/>
          </a:blip>
          <a:srcRect b="0" l="0" r="0" t="0"/>
          <a:stretch/>
        </p:blipFill>
        <p:spPr>
          <a:xfrm>
            <a:off x="4519612" y="838200"/>
            <a:ext cx="4143375" cy="5697537"/>
          </a:xfrm>
          <a:prstGeom prst="rect">
            <a:avLst/>
          </a:prstGeom>
          <a:noFill/>
          <a:ln>
            <a:noFill/>
          </a:ln>
          <a:effectLst>
            <a:outerShdw blurRad="63500" dir="2700000" dist="139700">
              <a:srgbClr val="333333">
                <a:alpha val="64705"/>
              </a:srgbClr>
            </a:outerShdw>
          </a:effectLst>
        </p:spPr>
      </p:pic>
      <p:sp>
        <p:nvSpPr>
          <p:cNvPr id="268" name="Google Shape;268;p7"/>
          <p:cNvSpPr txBox="1"/>
          <p:nvPr/>
        </p:nvSpPr>
        <p:spPr>
          <a:xfrm>
            <a:off x="5791200" y="228600"/>
            <a:ext cx="1600200" cy="369887"/>
          </a:xfrm>
          <a:prstGeom prst="rect">
            <a:avLst/>
          </a:prstGeom>
          <a:solidFill>
            <a:srgbClr val="EBF1DE"/>
          </a:solid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70C0"/>
              </a:buClr>
              <a:buSzPts val="1800"/>
              <a:buFont typeface="Arial"/>
              <a:buNone/>
            </a:pPr>
            <a:r>
              <a:rPr b="0" i="0" lang="en-US" sz="1800" u="none" cap="none" strike="noStrike">
                <a:solidFill>
                  <a:srgbClr val="0070C0"/>
                </a:solidFill>
                <a:latin typeface="Arial"/>
                <a:ea typeface="Arial"/>
                <a:cs typeface="Arial"/>
                <a:sym typeface="Arial"/>
              </a:rPr>
              <a:t>Composition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8"/>
          <p:cNvSpPr txBox="1"/>
          <p:nvPr>
            <p:ph type="title"/>
          </p:nvPr>
        </p:nvSpPr>
        <p:spPr>
          <a:xfrm>
            <a:off x="60325" y="161925"/>
            <a:ext cx="9067800" cy="7159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accent1"/>
              </a:buClr>
              <a:buSzPts val="2000"/>
              <a:buFont typeface="Helvetica Neue"/>
              <a:buNone/>
            </a:pPr>
            <a:r>
              <a:rPr b="1" i="0" lang="en-US" sz="2000" u="none">
                <a:solidFill>
                  <a:schemeClr val="accent1"/>
                </a:solidFill>
                <a:latin typeface="Helvetica Neue"/>
                <a:ea typeface="Helvetica Neue"/>
                <a:cs typeface="Helvetica Neue"/>
                <a:sym typeface="Helvetica Neue"/>
              </a:rPr>
              <a:t>1. Inheritance is tightly coupled whereas composition is loosely coupled. </a:t>
            </a:r>
            <a:endParaRPr/>
          </a:p>
        </p:txBody>
      </p:sp>
      <p:pic>
        <p:nvPicPr>
          <p:cNvPr descr="Screen Clipping" id="274" name="Google Shape;274;p8"/>
          <p:cNvPicPr preferRelativeResize="0"/>
          <p:nvPr>
            <p:ph idx="1" type="body"/>
          </p:nvPr>
        </p:nvPicPr>
        <p:blipFill rotWithShape="1">
          <a:blip r:embed="rId3">
            <a:alphaModFix/>
          </a:blip>
          <a:srcRect b="0" l="0" r="0" t="0"/>
          <a:stretch/>
        </p:blipFill>
        <p:spPr>
          <a:xfrm>
            <a:off x="838200" y="1403350"/>
            <a:ext cx="3352800" cy="2982912"/>
          </a:xfrm>
          <a:prstGeom prst="rect">
            <a:avLst/>
          </a:prstGeom>
          <a:noFill/>
          <a:ln>
            <a:noFill/>
          </a:ln>
        </p:spPr>
      </p:pic>
      <p:pic>
        <p:nvPicPr>
          <p:cNvPr descr="Screen Clipping" id="275" name="Google Shape;275;p8"/>
          <p:cNvPicPr preferRelativeResize="0"/>
          <p:nvPr/>
        </p:nvPicPr>
        <p:blipFill rotWithShape="1">
          <a:blip r:embed="rId4">
            <a:alphaModFix/>
          </a:blip>
          <a:srcRect b="0" l="0" r="0" t="0"/>
          <a:stretch/>
        </p:blipFill>
        <p:spPr>
          <a:xfrm>
            <a:off x="4724400" y="1697037"/>
            <a:ext cx="3200400" cy="2395537"/>
          </a:xfrm>
          <a:prstGeom prst="rect">
            <a:avLst/>
          </a:prstGeom>
          <a:noFill/>
          <a:ln>
            <a:noFill/>
          </a:ln>
        </p:spPr>
      </p:pic>
      <p:sp>
        <p:nvSpPr>
          <p:cNvPr id="276" name="Google Shape;276;p8"/>
          <p:cNvSpPr txBox="1"/>
          <p:nvPr/>
        </p:nvSpPr>
        <p:spPr>
          <a:xfrm>
            <a:off x="1524000" y="4722812"/>
            <a:ext cx="6019800" cy="1169987"/>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Helvetica Neue"/>
                <a:ea typeface="Helvetica Neue"/>
                <a:cs typeface="Helvetica Neue"/>
                <a:sym typeface="Helvetica Neue"/>
              </a:rPr>
              <a:t>A new method bar() is added.</a:t>
            </a:r>
            <a:endParaRPr/>
          </a:p>
          <a:p>
            <a:pPr indent="-285750" lvl="0" marL="285750" marR="0" rtl="0" algn="just">
              <a:lnSpc>
                <a:spcPct val="100000"/>
              </a:lnSpc>
              <a:spcBef>
                <a:spcPts val="0"/>
              </a:spcBef>
              <a:spcAft>
                <a:spcPts val="0"/>
              </a:spcAft>
              <a:buClr>
                <a:schemeClr val="dk1"/>
              </a:buClr>
              <a:buSzPts val="1400"/>
              <a:buFont typeface="Arial"/>
              <a:buChar char="•"/>
            </a:pPr>
            <a:r>
              <a:rPr b="0" i="0" lang="en-US" sz="1400" u="none" cap="none" strike="noStrike">
                <a:solidFill>
                  <a:schemeClr val="dk1"/>
                </a:solidFill>
                <a:latin typeface="Helvetica Neue"/>
                <a:ea typeface="Helvetica Neue"/>
                <a:cs typeface="Helvetica Neue"/>
                <a:sym typeface="Helvetica Neue"/>
              </a:rPr>
              <a:t>As soon as you start using new ClassA implementation, you will get compile time error in ClassB as The return type is incompatible with ClassA.bar(). The solution would be to change either the superclass or the subclass bar() method to make them compatible.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Cont..</a:t>
            </a:r>
            <a:endParaRPr/>
          </a:p>
        </p:txBody>
      </p:sp>
      <p:sp>
        <p:nvSpPr>
          <p:cNvPr id="282" name="Google Shape;282;p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257175" lvl="0" marL="257175" marR="0" rtl="0" algn="just">
              <a:lnSpc>
                <a:spcPct val="100000"/>
              </a:lnSpc>
              <a:spcBef>
                <a:spcPts val="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If you would have used Composition over inheritance, you will never face this problem.</a:t>
            </a:r>
            <a:endParaRPr/>
          </a:p>
        </p:txBody>
      </p:sp>
      <p:pic>
        <p:nvPicPr>
          <p:cNvPr descr="Screen Clipping" id="283" name="Google Shape;283;p9"/>
          <p:cNvPicPr preferRelativeResize="0"/>
          <p:nvPr/>
        </p:nvPicPr>
        <p:blipFill rotWithShape="1">
          <a:blip r:embed="rId3">
            <a:alphaModFix/>
          </a:blip>
          <a:srcRect b="0" l="0" r="0" t="0"/>
          <a:stretch/>
        </p:blipFill>
        <p:spPr>
          <a:xfrm>
            <a:off x="2438400" y="2514600"/>
            <a:ext cx="3989387" cy="2176462"/>
          </a:xfrm>
          <a:prstGeom prst="rect">
            <a:avLst/>
          </a:prstGeom>
          <a:noFill/>
          <a:ln>
            <a:noFill/>
          </a:ln>
          <a:effectLst>
            <a:outerShdw blurRad="63500" dir="2700000" dist="139700">
              <a:srgbClr val="333333">
                <a:alpha val="64705"/>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sp>
        <p:nvSpPr>
          <p:cNvPr id="289" name="Google Shape;289;p10"/>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457200" lvl="0" marL="457200" rtl="0" algn="ctr">
              <a:lnSpc>
                <a:spcPct val="100000"/>
              </a:lnSpc>
              <a:spcBef>
                <a:spcPts val="0"/>
              </a:spcBef>
              <a:spcAft>
                <a:spcPts val="0"/>
              </a:spcAft>
              <a:buClr>
                <a:schemeClr val="accent1"/>
              </a:buClr>
              <a:buSzPts val="2000"/>
              <a:buFont typeface="Calibri"/>
              <a:buAutoNum type="arabicPeriod" startAt="2"/>
            </a:pPr>
            <a:r>
              <a:rPr b="1" i="0" lang="en-US" sz="2000" u="none">
                <a:solidFill>
                  <a:schemeClr val="accent1"/>
                </a:solidFill>
                <a:latin typeface="Helvetica Neue"/>
                <a:ea typeface="Helvetica Neue"/>
                <a:cs typeface="Helvetica Neue"/>
                <a:sym typeface="Helvetica Neue"/>
              </a:rPr>
              <a:t>There is no access control in inheritance whereas access can be restricted in composition.</a:t>
            </a:r>
            <a:endParaRPr/>
          </a:p>
        </p:txBody>
      </p:sp>
      <p:pic>
        <p:nvPicPr>
          <p:cNvPr descr="Screen Clipping" id="290" name="Google Shape;290;p10"/>
          <p:cNvPicPr preferRelativeResize="0"/>
          <p:nvPr>
            <p:ph idx="1" type="body"/>
          </p:nvPr>
        </p:nvPicPr>
        <p:blipFill rotWithShape="1">
          <a:blip r:embed="rId3">
            <a:alphaModFix/>
          </a:blip>
          <a:srcRect b="0" l="0" r="0" t="0"/>
          <a:stretch/>
        </p:blipFill>
        <p:spPr>
          <a:xfrm>
            <a:off x="609600" y="1905000"/>
            <a:ext cx="3810000" cy="3094037"/>
          </a:xfrm>
          <a:prstGeom prst="rect">
            <a:avLst/>
          </a:prstGeom>
          <a:noFill/>
          <a:ln>
            <a:noFill/>
          </a:ln>
          <a:effectLst>
            <a:outerShdw blurRad="63500" dir="2700000" dist="139700">
              <a:srgbClr val="333333">
                <a:alpha val="64705"/>
              </a:srgbClr>
            </a:outerShdw>
          </a:effectLst>
        </p:spPr>
      </p:pic>
      <p:sp>
        <p:nvSpPr>
          <p:cNvPr id="291" name="Google Shape;291;p10"/>
          <p:cNvSpPr txBox="1"/>
          <p:nvPr/>
        </p:nvSpPr>
        <p:spPr>
          <a:xfrm>
            <a:off x="5181600" y="2057400"/>
            <a:ext cx="3200400" cy="2892425"/>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We expose all the superclass methods to the other classes having access to subclass. So if a new method is introduced or there are security holes in the superclass, subclass becomes vulnerable. Since in composition we choose which methods to use, it’s more secure than inheritance. </a:t>
            </a:r>
            <a:endParaRPr/>
          </a:p>
          <a:p>
            <a:pPr indent="0" lvl="0" marL="0" marR="0" rtl="0" algn="just">
              <a:lnSpc>
                <a:spcPct val="100000"/>
              </a:lnSpc>
              <a:spcBef>
                <a:spcPts val="0"/>
              </a:spcBef>
              <a:spcAft>
                <a:spcPts val="0"/>
              </a:spcAft>
              <a:buClr>
                <a:schemeClr val="dk1"/>
              </a:buClr>
              <a:buSzPts val="1400"/>
              <a:buFont typeface="Arial"/>
              <a:buNone/>
            </a:pPr>
            <a:r>
              <a:t/>
            </a:r>
            <a:endParaRPr b="0" i="0" sz="1400" u="none" cap="none" strike="noStrike">
              <a:solidFill>
                <a:schemeClr val="dk1"/>
              </a:solidFill>
              <a:latin typeface="Arial"/>
              <a:ea typeface="Arial"/>
              <a:cs typeface="Arial"/>
              <a:sym typeface="Arial"/>
            </a:endParaRPr>
          </a:p>
          <a:p>
            <a:pPr indent="0" lvl="0" marL="0" marR="0" rtl="0" algn="just">
              <a:lnSpc>
                <a:spcPct val="100000"/>
              </a:lnSpc>
              <a:spcBef>
                <a:spcPts val="0"/>
              </a:spcBef>
              <a:spcAft>
                <a:spcPts val="0"/>
              </a:spcAft>
              <a:buClr>
                <a:schemeClr val="dk1"/>
              </a:buClr>
              <a:buSzPts val="1400"/>
              <a:buFont typeface="Arial"/>
              <a:buNone/>
            </a:pPr>
            <a:r>
              <a:rPr b="0" i="0" lang="en-US" sz="1400" u="none" cap="none" strike="noStrike">
                <a:solidFill>
                  <a:schemeClr val="dk1"/>
                </a:solidFill>
                <a:latin typeface="Arial"/>
                <a:ea typeface="Arial"/>
                <a:cs typeface="Arial"/>
                <a:sym typeface="Arial"/>
              </a:rPr>
              <a:t>For example, we can provide ClassA foo() method exposure to other classes using below code in ClassB.</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1"/>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5" name="Shape 295"/>
        <p:cNvGrpSpPr/>
        <p:nvPr/>
      </p:nvGrpSpPr>
      <p:grpSpPr>
        <a:xfrm>
          <a:off x="0" y="0"/>
          <a:ext cx="0" cy="0"/>
          <a:chOff x="0" y="0"/>
          <a:chExt cx="0" cy="0"/>
        </a:xfrm>
      </p:grpSpPr>
      <p:sp>
        <p:nvSpPr>
          <p:cNvPr id="296" name="Google Shape;296;p11"/>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Cont..</a:t>
            </a:r>
            <a:endParaRPr/>
          </a:p>
        </p:txBody>
      </p:sp>
      <p:sp>
        <p:nvSpPr>
          <p:cNvPr id="297" name="Google Shape;297;p11"/>
          <p:cNvSpPr txBox="1"/>
          <p:nvPr>
            <p:ph idx="1" type="body"/>
          </p:nvPr>
        </p:nvSpPr>
        <p:spPr>
          <a:xfrm>
            <a:off x="457200" y="1752600"/>
            <a:ext cx="8229600" cy="4525962"/>
          </a:xfrm>
          <a:prstGeom prst="rect">
            <a:avLst/>
          </a:prstGeom>
          <a:noFill/>
          <a:ln>
            <a:noFill/>
          </a:ln>
        </p:spPr>
        <p:txBody>
          <a:bodyPr anchorCtr="0" anchor="t" bIns="45700" lIns="91425" spcFirstLastPara="1" rIns="91425" wrap="square" tIns="45700">
            <a:noAutofit/>
          </a:bodyPr>
          <a:lstStyle/>
          <a:p>
            <a:pPr indent="-257175" lvl="0" marL="257175" marR="0" rtl="0" algn="just">
              <a:lnSpc>
                <a:spcPct val="100000"/>
              </a:lnSpc>
              <a:spcBef>
                <a:spcPts val="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One more benefit of composition over inheritance is testing scope. </a:t>
            </a:r>
            <a:endParaRPr/>
          </a:p>
          <a:p>
            <a:pPr indent="-257175" lvl="0" marL="257175" marR="0" rtl="0" algn="just">
              <a:lnSpc>
                <a:spcPct val="100000"/>
              </a:lnSpc>
              <a:spcBef>
                <a:spcPts val="32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Unit testing is easy in composition because we know what all methods we are using from another class. </a:t>
            </a:r>
            <a:endParaRPr/>
          </a:p>
          <a:p>
            <a:pPr indent="-257175" lvl="0" marL="257175" marR="0" rtl="0" algn="just">
              <a:lnSpc>
                <a:spcPct val="100000"/>
              </a:lnSpc>
              <a:spcBef>
                <a:spcPts val="32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We can mock it up for testing whereas in inheritance we depend heavily on superclass and don’t know what all methods of superclass will be used. So we will have to test all the methods of the superclass.</a:t>
            </a:r>
            <a:endParaRPr/>
          </a:p>
          <a:p>
            <a:pPr indent="-257175" lvl="0" marL="257175" marR="0" rtl="0" algn="just">
              <a:lnSpc>
                <a:spcPct val="100000"/>
              </a:lnSpc>
              <a:spcBef>
                <a:spcPts val="32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This is extra work and we need to do it unnecessarily because of inheritance.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1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GoF Design Pattern Types</a:t>
            </a:r>
            <a:br>
              <a:rPr b="0" i="0" lang="en-US" sz="3300" u="none">
                <a:solidFill>
                  <a:schemeClr val="dk1"/>
                </a:solidFill>
                <a:latin typeface="Helvetica Neue"/>
                <a:ea typeface="Helvetica Neue"/>
                <a:cs typeface="Helvetica Neue"/>
                <a:sym typeface="Helvetica Neue"/>
              </a:rPr>
            </a:br>
            <a:endParaRPr/>
          </a:p>
        </p:txBody>
      </p:sp>
      <p:sp>
        <p:nvSpPr>
          <p:cNvPr id="304" name="Google Shape;304;p1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257175" lvl="0" marL="257175"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GoF Design Patterns are divided into three categories:</a:t>
            </a:r>
            <a:endParaRPr/>
          </a:p>
          <a:p>
            <a:pPr indent="-155575" lvl="0" marL="257175" marR="0" rtl="0" algn="l">
              <a:lnSpc>
                <a:spcPct val="100000"/>
              </a:lnSpc>
              <a:spcBef>
                <a:spcPts val="320"/>
              </a:spcBef>
              <a:spcAft>
                <a:spcPts val="0"/>
              </a:spcAft>
              <a:buClr>
                <a:schemeClr val="dk1"/>
              </a:buClr>
              <a:buSzPts val="1600"/>
              <a:buFont typeface="Arial"/>
              <a:buNone/>
            </a:pPr>
            <a:r>
              <a:t/>
            </a:r>
            <a:endParaRPr b="0" i="0" sz="1600" u="none">
              <a:solidFill>
                <a:schemeClr val="dk1"/>
              </a:solidFill>
              <a:latin typeface="Helvetica Neue"/>
              <a:ea typeface="Helvetica Neue"/>
              <a:cs typeface="Helvetica Neue"/>
              <a:sym typeface="Helvetica Neue"/>
            </a:endParaRPr>
          </a:p>
          <a:p>
            <a:pPr indent="-214312" lvl="1" marL="557212" marR="0" rtl="0" algn="just">
              <a:lnSpc>
                <a:spcPct val="100000"/>
              </a:lnSpc>
              <a:spcBef>
                <a:spcPts val="300"/>
              </a:spcBef>
              <a:spcAft>
                <a:spcPts val="0"/>
              </a:spcAft>
              <a:buClr>
                <a:srgbClr val="0070C0"/>
              </a:buClr>
              <a:buSzPts val="1500"/>
              <a:buFont typeface="Arial"/>
              <a:buChar char="–"/>
            </a:pPr>
            <a:r>
              <a:rPr b="1" i="0" lang="en-US" sz="1500" u="none" cap="none" strike="noStrike">
                <a:solidFill>
                  <a:srgbClr val="0070C0"/>
                </a:solidFill>
                <a:latin typeface="Helvetica Neue"/>
                <a:ea typeface="Helvetica Neue"/>
                <a:cs typeface="Helvetica Neue"/>
                <a:sym typeface="Helvetica Neue"/>
              </a:rPr>
              <a:t>Creational</a:t>
            </a:r>
            <a:r>
              <a:rPr b="0" i="0" lang="en-US" sz="1500" u="none" cap="none" strike="noStrike">
                <a:solidFill>
                  <a:schemeClr val="dk1"/>
                </a:solidFill>
                <a:latin typeface="Helvetica Neue"/>
                <a:ea typeface="Helvetica Neue"/>
                <a:cs typeface="Helvetica Neue"/>
                <a:sym typeface="Helvetica Neue"/>
              </a:rPr>
              <a:t>: The design patterns that deal with the creation of an object.</a:t>
            </a:r>
            <a:endParaRPr/>
          </a:p>
          <a:p>
            <a:pPr indent="-214312" lvl="1" marL="557212" marR="0" rtl="0" algn="just">
              <a:lnSpc>
                <a:spcPct val="100000"/>
              </a:lnSpc>
              <a:spcBef>
                <a:spcPts val="300"/>
              </a:spcBef>
              <a:spcAft>
                <a:spcPts val="0"/>
              </a:spcAft>
              <a:buClr>
                <a:srgbClr val="0070C0"/>
              </a:buClr>
              <a:buSzPts val="1500"/>
              <a:buFont typeface="Arial"/>
              <a:buChar char="–"/>
            </a:pPr>
            <a:r>
              <a:rPr b="1" i="0" lang="en-US" sz="1500" u="none" cap="none" strike="noStrike">
                <a:solidFill>
                  <a:srgbClr val="0070C0"/>
                </a:solidFill>
                <a:latin typeface="Helvetica Neue"/>
                <a:ea typeface="Helvetica Neue"/>
                <a:cs typeface="Helvetica Neue"/>
                <a:sym typeface="Helvetica Neue"/>
              </a:rPr>
              <a:t>Structural</a:t>
            </a:r>
            <a:r>
              <a:rPr b="0" i="0" lang="en-US" sz="1500" u="none" cap="none" strike="noStrike">
                <a:solidFill>
                  <a:schemeClr val="dk1"/>
                </a:solidFill>
                <a:latin typeface="Helvetica Neue"/>
                <a:ea typeface="Helvetica Neue"/>
                <a:cs typeface="Helvetica Neue"/>
                <a:sym typeface="Helvetica Neue"/>
              </a:rPr>
              <a:t>: The design patterns in this category deals with the class structure such as Inheritance and Composition.</a:t>
            </a:r>
            <a:endParaRPr/>
          </a:p>
          <a:p>
            <a:pPr indent="-214312" lvl="1" marL="557212" marR="0" rtl="0" algn="just">
              <a:lnSpc>
                <a:spcPct val="100000"/>
              </a:lnSpc>
              <a:spcBef>
                <a:spcPts val="300"/>
              </a:spcBef>
              <a:spcAft>
                <a:spcPts val="0"/>
              </a:spcAft>
              <a:buClr>
                <a:srgbClr val="0070C0"/>
              </a:buClr>
              <a:buSzPts val="1500"/>
              <a:buFont typeface="Arial"/>
              <a:buChar char="–"/>
            </a:pPr>
            <a:r>
              <a:rPr b="1" i="0" lang="en-US" sz="1500" u="none" cap="none" strike="noStrike">
                <a:solidFill>
                  <a:srgbClr val="0070C0"/>
                </a:solidFill>
                <a:latin typeface="Helvetica Neue"/>
                <a:ea typeface="Helvetica Neue"/>
                <a:cs typeface="Helvetica Neue"/>
                <a:sym typeface="Helvetica Neue"/>
              </a:rPr>
              <a:t>Behavioral</a:t>
            </a:r>
            <a:r>
              <a:rPr b="0" i="0" lang="en-US" sz="1500" u="none" cap="none" strike="noStrike">
                <a:solidFill>
                  <a:schemeClr val="dk1"/>
                </a:solidFill>
                <a:latin typeface="Helvetica Neue"/>
                <a:ea typeface="Helvetica Neue"/>
                <a:cs typeface="Helvetica Neue"/>
                <a:sym typeface="Helvetica Neue"/>
              </a:rPr>
              <a:t>: This type of design patterns provide solution for the better interaction between objects, how to provide </a:t>
            </a:r>
            <a:r>
              <a:rPr b="0" i="0" lang="en-US" sz="1500" u="sng" cap="none" strike="noStrike">
                <a:solidFill>
                  <a:schemeClr val="dk1"/>
                </a:solidFill>
                <a:latin typeface="Helvetica Neue"/>
                <a:ea typeface="Helvetica Neue"/>
                <a:cs typeface="Helvetica Neue"/>
                <a:sym typeface="Helvetica Neue"/>
              </a:rPr>
              <a:t>lose coupling</a:t>
            </a:r>
            <a:r>
              <a:rPr b="0" i="0" lang="en-US" sz="1500" u="none" cap="none" strike="noStrike">
                <a:solidFill>
                  <a:schemeClr val="dk1"/>
                </a:solidFill>
                <a:latin typeface="Helvetica Neue"/>
                <a:ea typeface="Helvetica Neue"/>
                <a:cs typeface="Helvetica Neue"/>
                <a:sym typeface="Helvetica Neue"/>
              </a:rPr>
              <a:t>, and flexibility </a:t>
            </a:r>
            <a:r>
              <a:rPr b="0" i="0" lang="en-US" sz="1500" u="sng" cap="none" strike="noStrike">
                <a:solidFill>
                  <a:schemeClr val="dk1"/>
                </a:solidFill>
                <a:latin typeface="Helvetica Neue"/>
                <a:ea typeface="Helvetica Neue"/>
                <a:cs typeface="Helvetica Neue"/>
                <a:sym typeface="Helvetica Neue"/>
              </a:rPr>
              <a:t>to extend </a:t>
            </a:r>
            <a:r>
              <a:rPr b="0" i="0" lang="en-US" sz="1500" u="none" cap="none" strike="noStrike">
                <a:solidFill>
                  <a:schemeClr val="dk1"/>
                </a:solidFill>
                <a:latin typeface="Helvetica Neue"/>
                <a:ea typeface="Helvetica Neue"/>
                <a:cs typeface="Helvetica Neue"/>
                <a:sym typeface="Helvetica Neue"/>
              </a:rPr>
              <a:t>easily in future.</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pic>
        <p:nvPicPr>
          <p:cNvPr id="309" name="Google Shape;309;p13"/>
          <p:cNvPicPr preferRelativeResize="0"/>
          <p:nvPr/>
        </p:nvPicPr>
        <p:blipFill rotWithShape="1">
          <a:blip r:embed="rId3">
            <a:alphaModFix/>
          </a:blip>
          <a:srcRect b="0" l="0" r="0" t="0"/>
          <a:stretch/>
        </p:blipFill>
        <p:spPr>
          <a:xfrm>
            <a:off x="1447800" y="533400"/>
            <a:ext cx="6477000" cy="52324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14" name="Shape 314"/>
        <p:cNvGrpSpPr/>
        <p:nvPr/>
      </p:nvGrpSpPr>
      <p:grpSpPr>
        <a:xfrm>
          <a:off x="0" y="0"/>
          <a:ext cx="0" cy="0"/>
          <a:chOff x="0" y="0"/>
          <a:chExt cx="0" cy="0"/>
        </a:xfrm>
      </p:grpSpPr>
      <p:sp>
        <p:nvSpPr>
          <p:cNvPr id="315" name="Google Shape;315;p1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Helvetica Neue"/>
              <a:buNone/>
            </a:pPr>
            <a:r>
              <a:rPr b="0" i="0" lang="en-US" sz="3600" u="none">
                <a:solidFill>
                  <a:schemeClr val="dk1"/>
                </a:solidFill>
                <a:latin typeface="Helvetica Neue"/>
                <a:ea typeface="Helvetica Neue"/>
                <a:cs typeface="Helvetica Neue"/>
                <a:sym typeface="Helvetica Neue"/>
              </a:rPr>
              <a:t>Design for Change</a:t>
            </a:r>
            <a:endParaRPr/>
          </a:p>
        </p:txBody>
      </p:sp>
      <p:sp>
        <p:nvSpPr>
          <p:cNvPr id="316" name="Google Shape;316;p1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57175" lvl="0" marL="257175"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Helvetica Neue"/>
                <a:ea typeface="Helvetica Neue"/>
                <a:cs typeface="Helvetica Neue"/>
                <a:sym typeface="Helvetica Neue"/>
              </a:rPr>
              <a:t>Identify the functionality that may change (frequently?)</a:t>
            </a:r>
            <a:endParaRPr/>
          </a:p>
          <a:p>
            <a:pPr indent="-104775" lvl="0" marL="257175"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Helvetica Neue"/>
              <a:ea typeface="Helvetica Neue"/>
              <a:cs typeface="Helvetica Neue"/>
              <a:sym typeface="Helvetica Neue"/>
            </a:endParaRPr>
          </a:p>
          <a:p>
            <a:pPr indent="-257175" lvl="0" marL="257175"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Helvetica Neue"/>
                <a:ea typeface="Helvetica Neue"/>
                <a:cs typeface="Helvetica Neue"/>
                <a:sym typeface="Helvetica Neue"/>
              </a:rPr>
              <a:t>Take special consideration in implementing such functionality in classes, so that the changing functionality will have minimized impact on the other parts</a:t>
            </a:r>
            <a:endParaRPr/>
          </a:p>
          <a:p>
            <a:pPr indent="-104775" lvl="0" marL="257175"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Helvetica Neue"/>
              <a:ea typeface="Helvetica Neue"/>
              <a:cs typeface="Helvetica Neue"/>
              <a:sym typeface="Helvetica Neue"/>
            </a:endParaRPr>
          </a:p>
          <a:p>
            <a:pPr indent="-257175" lvl="0" marL="257175"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Helvetica Neue"/>
                <a:ea typeface="Helvetica Neue"/>
                <a:cs typeface="Helvetica Neue"/>
                <a:sym typeface="Helvetica Neue"/>
              </a:rPr>
              <a:t>Use the principles of Protected Variation, Polymorphism, Indirection to provide a </a:t>
            </a:r>
            <a:r>
              <a:rPr b="1" i="0" lang="en-US" sz="2400" u="none">
                <a:solidFill>
                  <a:schemeClr val="dk1"/>
                </a:solidFill>
                <a:latin typeface="Helvetica Neue"/>
                <a:ea typeface="Helvetica Neue"/>
                <a:cs typeface="Helvetica Neue"/>
                <a:sym typeface="Helvetica Neue"/>
              </a:rPr>
              <a:t>stable interface</a:t>
            </a:r>
            <a:r>
              <a:rPr b="0" i="0" lang="en-US" sz="2400" u="none">
                <a:solidFill>
                  <a:schemeClr val="dk1"/>
                </a:solidFill>
                <a:latin typeface="Helvetica Neue"/>
                <a:ea typeface="Helvetica Neue"/>
                <a:cs typeface="Helvetica Neue"/>
                <a:sym typeface="Helvetica Neue"/>
              </a:rPr>
              <a:t> of the potentially varying functionality.</a:t>
            </a:r>
            <a:endParaRPr/>
          </a:p>
          <a:p>
            <a:pPr indent="-104775" lvl="0" marL="257175"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Helvetica Neue"/>
              <a:ea typeface="Helvetica Neue"/>
              <a:cs typeface="Helvetica Neue"/>
              <a:sym typeface="Helvetica Neue"/>
            </a:endParaRPr>
          </a:p>
          <a:p>
            <a:pPr indent="-104775" lvl="0" marL="257175" marR="0" rtl="0" algn="l">
              <a:spcBef>
                <a:spcPts val="480"/>
              </a:spcBef>
              <a:spcAft>
                <a:spcPts val="0"/>
              </a:spcAft>
              <a:buClr>
                <a:schemeClr val="dk1"/>
              </a:buClr>
              <a:buSzPts val="2400"/>
              <a:buFont typeface="Arial"/>
              <a:buNone/>
            </a:pPr>
            <a:r>
              <a:t/>
            </a:r>
            <a:endParaRPr b="0" i="0" sz="2400" u="none">
              <a:solidFill>
                <a:schemeClr val="dk1"/>
              </a:solidFill>
              <a:latin typeface="Helvetica Neue"/>
              <a:ea typeface="Helvetica Neue"/>
              <a:cs typeface="Helvetica Neue"/>
              <a:sym typeface="Helvetica Neue"/>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0" name="Shape 320"/>
        <p:cNvGrpSpPr/>
        <p:nvPr/>
      </p:nvGrpSpPr>
      <p:grpSpPr>
        <a:xfrm>
          <a:off x="0" y="0"/>
          <a:ext cx="0" cy="0"/>
          <a:chOff x="0" y="0"/>
          <a:chExt cx="0" cy="0"/>
        </a:xfrm>
      </p:grpSpPr>
      <p:sp>
        <p:nvSpPr>
          <p:cNvPr id="321" name="Google Shape;321;p1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Helvetica Neue"/>
              <a:buNone/>
            </a:pPr>
            <a:r>
              <a:rPr b="0" i="0" lang="en-US" sz="3600" u="none">
                <a:solidFill>
                  <a:schemeClr val="dk1"/>
                </a:solidFill>
                <a:latin typeface="Helvetica Neue"/>
                <a:ea typeface="Helvetica Neue"/>
                <a:cs typeface="Helvetica Neue"/>
                <a:sym typeface="Helvetica Neue"/>
              </a:rPr>
              <a:t>Design for Change – Write to Interfaces</a:t>
            </a:r>
            <a:endParaRPr/>
          </a:p>
        </p:txBody>
      </p:sp>
      <p:sp>
        <p:nvSpPr>
          <p:cNvPr id="322" name="Google Shape;322;p1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257175" lvl="0" marL="257175" marR="0" rtl="0" algn="l">
              <a:lnSpc>
                <a:spcPct val="100000"/>
              </a:lnSpc>
              <a:spcBef>
                <a:spcPts val="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The client classes are to be written in a way that they talk to the stable interface</a:t>
            </a:r>
            <a:endParaRPr/>
          </a:p>
          <a:p>
            <a:pPr indent="-155575" lvl="0" marL="257175" marR="0" rtl="0" algn="l">
              <a:lnSpc>
                <a:spcPct val="100000"/>
              </a:lnSpc>
              <a:spcBef>
                <a:spcPts val="320"/>
              </a:spcBef>
              <a:spcAft>
                <a:spcPts val="0"/>
              </a:spcAft>
              <a:buClr>
                <a:schemeClr val="dk1"/>
              </a:buClr>
              <a:buSzPts val="1600"/>
              <a:buFont typeface="Arial"/>
              <a:buNone/>
            </a:pPr>
            <a:r>
              <a:t/>
            </a:r>
            <a:endParaRPr b="0" i="0" sz="1600" u="none">
              <a:solidFill>
                <a:schemeClr val="dk1"/>
              </a:solidFill>
              <a:latin typeface="Helvetica Neue"/>
              <a:ea typeface="Helvetica Neue"/>
              <a:cs typeface="Helvetica Neue"/>
              <a:sym typeface="Helvetica Neue"/>
            </a:endParaRPr>
          </a:p>
          <a:p>
            <a:pPr indent="-257175" lvl="0" marL="257175" marR="0" rtl="0" algn="l">
              <a:lnSpc>
                <a:spcPct val="100000"/>
              </a:lnSpc>
              <a:spcBef>
                <a:spcPts val="32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Example – Handling Persistence</a:t>
            </a:r>
            <a:endParaRPr/>
          </a:p>
          <a:p>
            <a:pPr indent="-214312" lvl="1" marL="557212" marR="0" rtl="0" algn="l">
              <a:lnSpc>
                <a:spcPct val="100000"/>
              </a:lnSpc>
              <a:spcBef>
                <a:spcPts val="300"/>
              </a:spcBef>
              <a:spcAft>
                <a:spcPts val="0"/>
              </a:spcAft>
              <a:buClr>
                <a:schemeClr val="dk1"/>
              </a:buClr>
              <a:buSzPts val="1500"/>
              <a:buFont typeface="Arial"/>
              <a:buChar char="–"/>
            </a:pPr>
            <a:r>
              <a:rPr b="0" i="0" lang="en-US" sz="1500" u="none" cap="none" strike="noStrike">
                <a:solidFill>
                  <a:schemeClr val="dk1"/>
                </a:solidFill>
                <a:latin typeface="Helvetica Neue"/>
                <a:ea typeface="Helvetica Neue"/>
                <a:cs typeface="Helvetica Neue"/>
                <a:sym typeface="Helvetica Neue"/>
              </a:rPr>
              <a:t>Probability of change?</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27" name="Shape 327"/>
        <p:cNvGrpSpPr/>
        <p:nvPr/>
      </p:nvGrpSpPr>
      <p:grpSpPr>
        <a:xfrm>
          <a:off x="0" y="0"/>
          <a:ext cx="0" cy="0"/>
          <a:chOff x="0" y="0"/>
          <a:chExt cx="0" cy="0"/>
        </a:xfrm>
      </p:grpSpPr>
      <p:sp>
        <p:nvSpPr>
          <p:cNvPr id="328" name="Google Shape;328;p1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Helvetica Neue"/>
              <a:buNone/>
            </a:pPr>
            <a:r>
              <a:rPr b="0" i="0" lang="en-US" sz="3200" u="none">
                <a:solidFill>
                  <a:schemeClr val="dk1"/>
                </a:solidFill>
                <a:latin typeface="Helvetica Neue"/>
                <a:ea typeface="Helvetica Neue"/>
                <a:cs typeface="Helvetica Neue"/>
                <a:sym typeface="Helvetica Neue"/>
              </a:rPr>
              <a:t>Example – Handling Persistence</a:t>
            </a:r>
            <a:endParaRPr/>
          </a:p>
        </p:txBody>
      </p:sp>
      <p:grpSp>
        <p:nvGrpSpPr>
          <p:cNvPr id="329" name="Google Shape;329;p16"/>
          <p:cNvGrpSpPr/>
          <p:nvPr/>
        </p:nvGrpSpPr>
        <p:grpSpPr>
          <a:xfrm>
            <a:off x="1219200" y="1828800"/>
            <a:ext cx="1066800" cy="3352800"/>
            <a:chOff x="990600" y="1828800"/>
            <a:chExt cx="1066800" cy="3352800"/>
          </a:xfrm>
        </p:grpSpPr>
        <p:sp>
          <p:nvSpPr>
            <p:cNvPr id="330" name="Google Shape;330;p16"/>
            <p:cNvSpPr txBox="1"/>
            <p:nvPr/>
          </p:nvSpPr>
          <p:spPr>
            <a:xfrm>
              <a:off x="990600" y="1828800"/>
              <a:ext cx="10668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cap="none" strike="noStrike">
                  <a:solidFill>
                    <a:srgbClr val="000000"/>
                  </a:solidFill>
                  <a:latin typeface="Calibri"/>
                  <a:ea typeface="Calibri"/>
                  <a:cs typeface="Calibri"/>
                  <a:sym typeface="Calibri"/>
                </a:rPr>
                <a:t>Student</a:t>
              </a:r>
              <a:endParaRPr/>
            </a:p>
          </p:txBody>
        </p:sp>
        <p:cxnSp>
          <p:nvCxnSpPr>
            <p:cNvPr id="331" name="Google Shape;331;p16"/>
            <p:cNvCxnSpPr/>
            <p:nvPr/>
          </p:nvCxnSpPr>
          <p:spPr>
            <a:xfrm>
              <a:off x="1524000" y="2514600"/>
              <a:ext cx="0" cy="2667000"/>
            </a:xfrm>
            <a:prstGeom prst="straightConnector1">
              <a:avLst/>
            </a:prstGeom>
            <a:noFill/>
            <a:ln cap="flat" cmpd="sng" w="25400">
              <a:solidFill>
                <a:schemeClr val="dk1"/>
              </a:solidFill>
              <a:prstDash val="solid"/>
              <a:miter lim="800000"/>
              <a:headEnd len="med" w="med" type="none"/>
              <a:tailEnd len="med" w="med" type="none"/>
            </a:ln>
            <a:effectLst>
              <a:outerShdw blurRad="63500" dir="5400000" dist="20000">
                <a:srgbClr val="000000">
                  <a:alpha val="37647"/>
                </a:srgbClr>
              </a:outerShdw>
            </a:effectLst>
          </p:spPr>
        </p:cxnSp>
      </p:grpSp>
      <p:cxnSp>
        <p:nvCxnSpPr>
          <p:cNvPr id="332" name="Google Shape;332;p16"/>
          <p:cNvCxnSpPr/>
          <p:nvPr/>
        </p:nvCxnSpPr>
        <p:spPr>
          <a:xfrm>
            <a:off x="381000" y="3048000"/>
            <a:ext cx="1219200" cy="0"/>
          </a:xfrm>
          <a:prstGeom prst="straightConnector1">
            <a:avLst/>
          </a:prstGeom>
          <a:noFill/>
          <a:ln cap="flat" cmpd="sng" w="25400">
            <a:solidFill>
              <a:schemeClr val="dk1"/>
            </a:solidFill>
            <a:prstDash val="solid"/>
            <a:miter lim="800000"/>
            <a:headEnd len="med" w="med" type="none"/>
            <a:tailEnd len="med" w="med" type="triangle"/>
          </a:ln>
          <a:effectLst>
            <a:outerShdw blurRad="63500" dir="5400000" dist="20000">
              <a:srgbClr val="000000">
                <a:alpha val="37647"/>
              </a:srgbClr>
            </a:outerShdw>
          </a:effectLst>
        </p:spPr>
      </p:cxnSp>
      <p:sp>
        <p:nvSpPr>
          <p:cNvPr id="333" name="Google Shape;333;p16"/>
          <p:cNvSpPr txBox="1"/>
          <p:nvPr/>
        </p:nvSpPr>
        <p:spPr>
          <a:xfrm>
            <a:off x="546100" y="2678112"/>
            <a:ext cx="8255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cap="none" strike="noStrike">
                <a:solidFill>
                  <a:schemeClr val="dk1"/>
                </a:solidFill>
                <a:latin typeface="Arial"/>
                <a:ea typeface="Arial"/>
                <a:cs typeface="Arial"/>
                <a:sym typeface="Arial"/>
              </a:rPr>
              <a:t>save()</a:t>
            </a:r>
            <a:endParaRPr/>
          </a:p>
        </p:txBody>
      </p:sp>
      <p:sp>
        <p:nvSpPr>
          <p:cNvPr id="334" name="Google Shape;334;p16"/>
          <p:cNvSpPr txBox="1"/>
          <p:nvPr/>
        </p:nvSpPr>
        <p:spPr>
          <a:xfrm>
            <a:off x="1638300" y="2863850"/>
            <a:ext cx="228600" cy="186055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35" name="Google Shape;335;p16"/>
          <p:cNvSpPr txBox="1"/>
          <p:nvPr/>
        </p:nvSpPr>
        <p:spPr>
          <a:xfrm>
            <a:off x="4495800" y="1828800"/>
            <a:ext cx="3200400" cy="1477962"/>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Option 1</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Write SQL Queries here</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Problem?</a:t>
            </a:r>
            <a:endParaRPr/>
          </a:p>
        </p:txBody>
      </p:sp>
      <p:cxnSp>
        <p:nvCxnSpPr>
          <p:cNvPr id="336" name="Google Shape;336;p16"/>
          <p:cNvCxnSpPr/>
          <p:nvPr/>
        </p:nvCxnSpPr>
        <p:spPr>
          <a:xfrm flipH="1">
            <a:off x="1866900" y="2566987"/>
            <a:ext cx="2628900" cy="1227137"/>
          </a:xfrm>
          <a:prstGeom prst="straightConnector1">
            <a:avLst/>
          </a:prstGeom>
          <a:noFill/>
          <a:ln cap="flat" cmpd="sng" w="9525">
            <a:solidFill>
              <a:srgbClr val="F69240"/>
            </a:solidFill>
            <a:prstDash val="solid"/>
            <a:miter lim="800000"/>
            <a:headEnd len="med" w="med" type="stealth"/>
            <a:tailEnd len="med" w="med" type="stealth"/>
          </a:ln>
        </p:spPr>
      </p:cxnSp>
      <p:sp>
        <p:nvSpPr>
          <p:cNvPr id="337" name="Google Shape;337;p16"/>
          <p:cNvSpPr txBox="1"/>
          <p:nvPr/>
        </p:nvSpPr>
        <p:spPr>
          <a:xfrm>
            <a:off x="4343400" y="4267200"/>
            <a:ext cx="4572000" cy="2032000"/>
          </a:xfrm>
          <a:prstGeom prst="rect">
            <a:avLst/>
          </a:prstGeom>
          <a:noFill/>
          <a:ln>
            <a:noFill/>
          </a:ln>
        </p:spPr>
        <p:txBody>
          <a:bodyPr anchorCtr="0" anchor="t" bIns="45700" lIns="91425" spcFirstLastPara="1" rIns="91425" wrap="square" tIns="45700">
            <a:spAutoFit/>
          </a:bodyPr>
          <a:lstStyle/>
          <a:p>
            <a:pPr indent="-285750" lvl="0" marL="285750" marR="0" rtl="0" algn="l">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Business logic and DB service layers are merging</a:t>
            </a:r>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 increase coupling </a:t>
            </a:r>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Cohesion reduced</a:t>
            </a:r>
            <a:endParaRPr/>
          </a:p>
          <a:p>
            <a:pPr indent="-285750" lvl="0" marL="28575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create connection</a:t>
            </a:r>
            <a:endParaRPr/>
          </a:p>
          <a:p>
            <a:pPr indent="-285750" lvl="0" marL="28575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	Mention sql queries</a:t>
            </a:r>
            <a:endParaRPr/>
          </a:p>
          <a:p>
            <a:pPr indent="-285750" lvl="0" marL="285750" marR="0" rtl="0" algn="l">
              <a:lnSpc>
                <a:spcPct val="100000"/>
              </a:lnSpc>
              <a:spcBef>
                <a:spcPts val="0"/>
              </a:spcBef>
              <a:spcAft>
                <a:spcPts val="0"/>
              </a:spcAft>
              <a:buClr>
                <a:schemeClr val="dk1"/>
              </a:buClr>
              <a:buSzPts val="1400"/>
              <a:buFont typeface="Arial"/>
              <a:buChar char="•"/>
            </a:pPr>
            <a:r>
              <a:rPr b="0" i="0" lang="en-US" sz="1400" u="none">
                <a:solidFill>
                  <a:schemeClr val="dk1"/>
                </a:solidFill>
                <a:latin typeface="Arial"/>
                <a:ea typeface="Arial"/>
                <a:cs typeface="Arial"/>
                <a:sym typeface="Arial"/>
              </a:rPr>
              <a:t>Impact of change is global </a:t>
            </a:r>
            <a:endParaRPr/>
          </a:p>
          <a:p>
            <a:pPr indent="-285750" lvl="0" marL="285750" marR="0" rtl="0" algn="l">
              <a:lnSpc>
                <a:spcPct val="100000"/>
              </a:lnSpc>
              <a:spcBef>
                <a:spcPts val="0"/>
              </a:spcBef>
              <a:spcAft>
                <a:spcPts val="0"/>
              </a:spcAft>
              <a:buClr>
                <a:schemeClr val="dk1"/>
              </a:buClr>
              <a:buSzPts val="1400"/>
              <a:buFont typeface="Arial"/>
              <a:buNone/>
            </a:pPr>
            <a:r>
              <a:t/>
            </a:r>
            <a:endParaRPr b="0" i="0" sz="1400" u="none">
              <a:solidFill>
                <a:schemeClr val="dk1"/>
              </a:solidFill>
              <a:latin typeface="Arial"/>
              <a:ea typeface="Arial"/>
              <a:cs typeface="Arial"/>
              <a:sym typeface="Arial"/>
            </a:endParaRPr>
          </a:p>
          <a:p>
            <a:pPr indent="-285750" lvl="0" marL="285750" marR="0" rtl="0" algn="l">
              <a:lnSpc>
                <a:spcPct val="100000"/>
              </a:lnSpc>
              <a:spcBef>
                <a:spcPts val="0"/>
              </a:spcBef>
              <a:spcAft>
                <a:spcPts val="0"/>
              </a:spcAft>
              <a:buClr>
                <a:srgbClr val="00B050"/>
              </a:buClr>
              <a:buSzPts val="1400"/>
              <a:buFont typeface="Arial"/>
              <a:buNone/>
            </a:pPr>
            <a:r>
              <a:rPr b="1" i="0" lang="en-US" sz="1400" u="none">
                <a:solidFill>
                  <a:srgbClr val="00B050"/>
                </a:solidFill>
                <a:latin typeface="Arial"/>
                <a:ea typeface="Arial"/>
                <a:cs typeface="Arial"/>
                <a:sym typeface="Arial"/>
              </a:rPr>
              <a:t>A good OO design can be managed through by adding new classes</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41" name="Shape 341"/>
        <p:cNvGrpSpPr/>
        <p:nvPr/>
      </p:nvGrpSpPr>
      <p:grpSpPr>
        <a:xfrm>
          <a:off x="0" y="0"/>
          <a:ext cx="0" cy="0"/>
          <a:chOff x="0" y="0"/>
          <a:chExt cx="0" cy="0"/>
        </a:xfrm>
      </p:grpSpPr>
      <p:sp>
        <p:nvSpPr>
          <p:cNvPr id="342" name="Google Shape;342;p17"/>
          <p:cNvSpPr txBox="1"/>
          <p:nvPr>
            <p:ph type="title"/>
          </p:nvPr>
        </p:nvSpPr>
        <p:spPr>
          <a:xfrm>
            <a:off x="381000" y="-106362"/>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200"/>
              <a:buFont typeface="Helvetica Neue"/>
              <a:buNone/>
            </a:pPr>
            <a:r>
              <a:rPr b="0" i="0" lang="en-US" sz="3200" u="none">
                <a:solidFill>
                  <a:schemeClr val="dk1"/>
                </a:solidFill>
                <a:latin typeface="Helvetica Neue"/>
                <a:ea typeface="Helvetica Neue"/>
                <a:cs typeface="Helvetica Neue"/>
                <a:sym typeface="Helvetica Neue"/>
              </a:rPr>
              <a:t>Example – Handling Persistence</a:t>
            </a:r>
            <a:endParaRPr/>
          </a:p>
        </p:txBody>
      </p:sp>
      <p:grpSp>
        <p:nvGrpSpPr>
          <p:cNvPr id="343" name="Google Shape;343;p17"/>
          <p:cNvGrpSpPr/>
          <p:nvPr/>
        </p:nvGrpSpPr>
        <p:grpSpPr>
          <a:xfrm>
            <a:off x="1219200" y="1828800"/>
            <a:ext cx="1066800" cy="3352800"/>
            <a:chOff x="990600" y="1828800"/>
            <a:chExt cx="1066800" cy="3352800"/>
          </a:xfrm>
        </p:grpSpPr>
        <p:sp>
          <p:nvSpPr>
            <p:cNvPr id="344" name="Google Shape;344;p17"/>
            <p:cNvSpPr txBox="1"/>
            <p:nvPr/>
          </p:nvSpPr>
          <p:spPr>
            <a:xfrm>
              <a:off x="990600" y="1828800"/>
              <a:ext cx="10668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Student</a:t>
              </a:r>
              <a:endParaRPr/>
            </a:p>
          </p:txBody>
        </p:sp>
        <p:cxnSp>
          <p:nvCxnSpPr>
            <p:cNvPr id="345" name="Google Shape;345;p17"/>
            <p:cNvCxnSpPr/>
            <p:nvPr/>
          </p:nvCxnSpPr>
          <p:spPr>
            <a:xfrm>
              <a:off x="1524000" y="2514600"/>
              <a:ext cx="0" cy="2667000"/>
            </a:xfrm>
            <a:prstGeom prst="straightConnector1">
              <a:avLst/>
            </a:prstGeom>
            <a:noFill/>
            <a:ln cap="flat" cmpd="sng" w="25400">
              <a:solidFill>
                <a:schemeClr val="dk1"/>
              </a:solidFill>
              <a:prstDash val="solid"/>
              <a:miter lim="800000"/>
              <a:headEnd len="med" w="med" type="none"/>
              <a:tailEnd len="med" w="med" type="none"/>
            </a:ln>
            <a:effectLst>
              <a:outerShdw blurRad="63500" dir="5400000" dist="20000">
                <a:srgbClr val="000000">
                  <a:alpha val="37647"/>
                </a:srgbClr>
              </a:outerShdw>
            </a:effectLst>
          </p:spPr>
        </p:cxnSp>
      </p:grpSp>
      <p:cxnSp>
        <p:nvCxnSpPr>
          <p:cNvPr id="346" name="Google Shape;346;p17"/>
          <p:cNvCxnSpPr/>
          <p:nvPr/>
        </p:nvCxnSpPr>
        <p:spPr>
          <a:xfrm>
            <a:off x="381000" y="3048000"/>
            <a:ext cx="1219200" cy="0"/>
          </a:xfrm>
          <a:prstGeom prst="straightConnector1">
            <a:avLst/>
          </a:prstGeom>
          <a:noFill/>
          <a:ln cap="flat" cmpd="sng" w="25400">
            <a:solidFill>
              <a:schemeClr val="dk1"/>
            </a:solidFill>
            <a:prstDash val="solid"/>
            <a:miter lim="800000"/>
            <a:headEnd len="med" w="med" type="none"/>
            <a:tailEnd len="med" w="med" type="triangle"/>
          </a:ln>
          <a:effectLst>
            <a:outerShdw blurRad="63500" dir="5400000" dist="20000">
              <a:srgbClr val="000000">
                <a:alpha val="37647"/>
              </a:srgbClr>
            </a:outerShdw>
          </a:effectLst>
        </p:spPr>
      </p:cxnSp>
      <p:sp>
        <p:nvSpPr>
          <p:cNvPr id="347" name="Google Shape;347;p17"/>
          <p:cNvSpPr txBox="1"/>
          <p:nvPr/>
        </p:nvSpPr>
        <p:spPr>
          <a:xfrm>
            <a:off x="546100" y="2678112"/>
            <a:ext cx="8255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save()</a:t>
            </a:r>
            <a:endParaRPr/>
          </a:p>
        </p:txBody>
      </p:sp>
      <p:sp>
        <p:nvSpPr>
          <p:cNvPr id="348" name="Google Shape;348;p17"/>
          <p:cNvSpPr txBox="1"/>
          <p:nvPr/>
        </p:nvSpPr>
        <p:spPr>
          <a:xfrm>
            <a:off x="1638300" y="2863850"/>
            <a:ext cx="228600" cy="186055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sp>
        <p:nvSpPr>
          <p:cNvPr id="349" name="Google Shape;349;p17"/>
          <p:cNvSpPr txBox="1"/>
          <p:nvPr/>
        </p:nvSpPr>
        <p:spPr>
          <a:xfrm>
            <a:off x="5791200" y="1433512"/>
            <a:ext cx="3200400" cy="17541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Option 2</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Write SQL Queries here</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Benefits over Option 1</a:t>
            </a:r>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Problem?</a:t>
            </a:r>
            <a:endParaRPr/>
          </a:p>
        </p:txBody>
      </p:sp>
      <p:cxnSp>
        <p:nvCxnSpPr>
          <p:cNvPr id="350" name="Google Shape;350;p17"/>
          <p:cNvCxnSpPr/>
          <p:nvPr/>
        </p:nvCxnSpPr>
        <p:spPr>
          <a:xfrm flipH="1">
            <a:off x="4368800" y="2309812"/>
            <a:ext cx="1422400" cy="1392237"/>
          </a:xfrm>
          <a:prstGeom prst="straightConnector1">
            <a:avLst/>
          </a:prstGeom>
          <a:noFill/>
          <a:ln cap="flat" cmpd="sng" w="9525">
            <a:solidFill>
              <a:srgbClr val="F69240"/>
            </a:solidFill>
            <a:prstDash val="solid"/>
            <a:miter lim="800000"/>
            <a:headEnd len="med" w="med" type="stealth"/>
            <a:tailEnd len="med" w="med" type="stealth"/>
          </a:ln>
        </p:spPr>
      </p:cxnSp>
      <p:grpSp>
        <p:nvGrpSpPr>
          <p:cNvPr id="351" name="Google Shape;351;p17"/>
          <p:cNvGrpSpPr/>
          <p:nvPr/>
        </p:nvGrpSpPr>
        <p:grpSpPr>
          <a:xfrm>
            <a:off x="3568700" y="1752600"/>
            <a:ext cx="1308100" cy="3429000"/>
            <a:chOff x="990600" y="1828800"/>
            <a:chExt cx="1308100" cy="3429000"/>
          </a:xfrm>
        </p:grpSpPr>
        <p:sp>
          <p:nvSpPr>
            <p:cNvPr id="352" name="Google Shape;352;p17"/>
            <p:cNvSpPr txBox="1"/>
            <p:nvPr/>
          </p:nvSpPr>
          <p:spPr>
            <a:xfrm>
              <a:off x="990600" y="1828800"/>
              <a:ext cx="13081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DBHandler</a:t>
              </a:r>
              <a:endParaRPr/>
            </a:p>
          </p:txBody>
        </p:sp>
        <p:cxnSp>
          <p:nvCxnSpPr>
            <p:cNvPr id="353" name="Google Shape;353;p17"/>
            <p:cNvCxnSpPr/>
            <p:nvPr/>
          </p:nvCxnSpPr>
          <p:spPr>
            <a:xfrm>
              <a:off x="1644650" y="2514600"/>
              <a:ext cx="0" cy="2743200"/>
            </a:xfrm>
            <a:prstGeom prst="straightConnector1">
              <a:avLst/>
            </a:prstGeom>
            <a:noFill/>
            <a:ln cap="flat" cmpd="sng" w="25400">
              <a:solidFill>
                <a:schemeClr val="dk1"/>
              </a:solidFill>
              <a:prstDash val="solid"/>
              <a:miter lim="800000"/>
              <a:headEnd len="med" w="med" type="none"/>
              <a:tailEnd len="med" w="med" type="none"/>
            </a:ln>
            <a:effectLst>
              <a:outerShdw blurRad="63500" dir="5400000" dist="20000">
                <a:srgbClr val="000000">
                  <a:alpha val="37647"/>
                </a:srgbClr>
              </a:outerShdw>
            </a:effectLst>
          </p:spPr>
        </p:cxnSp>
      </p:grpSp>
      <p:sp>
        <p:nvSpPr>
          <p:cNvPr id="354" name="Google Shape;354;p17"/>
          <p:cNvSpPr txBox="1"/>
          <p:nvPr/>
        </p:nvSpPr>
        <p:spPr>
          <a:xfrm>
            <a:off x="4114800" y="2841625"/>
            <a:ext cx="228600" cy="186055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355" name="Google Shape;355;p17"/>
          <p:cNvCxnSpPr/>
          <p:nvPr/>
        </p:nvCxnSpPr>
        <p:spPr>
          <a:xfrm>
            <a:off x="1866900" y="3429000"/>
            <a:ext cx="2247900" cy="0"/>
          </a:xfrm>
          <a:prstGeom prst="straightConnector1">
            <a:avLst/>
          </a:prstGeom>
          <a:noFill/>
          <a:ln cap="flat" cmpd="sng" w="25400">
            <a:solidFill>
              <a:schemeClr val="dk1"/>
            </a:solidFill>
            <a:prstDash val="solid"/>
            <a:miter lim="800000"/>
            <a:headEnd len="med" w="med" type="none"/>
            <a:tailEnd len="med" w="med" type="triangle"/>
          </a:ln>
          <a:effectLst>
            <a:outerShdw blurRad="63500" dir="5400000" dist="20000">
              <a:srgbClr val="000000">
                <a:alpha val="37647"/>
              </a:srgbClr>
            </a:outerShdw>
          </a:effectLst>
        </p:spPr>
      </p:cxnSp>
      <p:sp>
        <p:nvSpPr>
          <p:cNvPr id="356" name="Google Shape;356;p17"/>
          <p:cNvSpPr txBox="1"/>
          <p:nvPr/>
        </p:nvSpPr>
        <p:spPr>
          <a:xfrm>
            <a:off x="2181225" y="2982912"/>
            <a:ext cx="197961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saveStudent(this)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361" name="Shape 361"/>
        <p:cNvGrpSpPr/>
        <p:nvPr/>
      </p:nvGrpSpPr>
      <p:grpSpPr>
        <a:xfrm>
          <a:off x="0" y="0"/>
          <a:ext cx="0" cy="0"/>
          <a:chOff x="0" y="0"/>
          <a:chExt cx="0" cy="0"/>
        </a:xfrm>
      </p:grpSpPr>
      <p:sp>
        <p:nvSpPr>
          <p:cNvPr id="362" name="Google Shape;362;p1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600"/>
              <a:buFont typeface="Helvetica Neue"/>
              <a:buNone/>
            </a:pPr>
            <a:r>
              <a:rPr b="0" i="0" lang="en-US" sz="3600" u="none">
                <a:solidFill>
                  <a:schemeClr val="dk1"/>
                </a:solidFill>
                <a:latin typeface="Helvetica Neue"/>
                <a:ea typeface="Helvetica Neue"/>
                <a:cs typeface="Helvetica Neue"/>
                <a:sym typeface="Helvetica Neue"/>
              </a:rPr>
              <a:t>Example – Write to Interfaces</a:t>
            </a:r>
            <a:endParaRPr/>
          </a:p>
        </p:txBody>
      </p:sp>
      <p:grpSp>
        <p:nvGrpSpPr>
          <p:cNvPr id="363" name="Google Shape;363;p18"/>
          <p:cNvGrpSpPr/>
          <p:nvPr/>
        </p:nvGrpSpPr>
        <p:grpSpPr>
          <a:xfrm>
            <a:off x="1219200" y="1828800"/>
            <a:ext cx="1066800" cy="3352800"/>
            <a:chOff x="990600" y="1828800"/>
            <a:chExt cx="1066800" cy="3352800"/>
          </a:xfrm>
        </p:grpSpPr>
        <p:sp>
          <p:nvSpPr>
            <p:cNvPr id="364" name="Google Shape;364;p18"/>
            <p:cNvSpPr txBox="1"/>
            <p:nvPr/>
          </p:nvSpPr>
          <p:spPr>
            <a:xfrm>
              <a:off x="990600" y="1828800"/>
              <a:ext cx="10668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Student</a:t>
              </a:r>
              <a:endParaRPr/>
            </a:p>
          </p:txBody>
        </p:sp>
        <p:cxnSp>
          <p:nvCxnSpPr>
            <p:cNvPr id="365" name="Google Shape;365;p18"/>
            <p:cNvCxnSpPr/>
            <p:nvPr/>
          </p:nvCxnSpPr>
          <p:spPr>
            <a:xfrm>
              <a:off x="1524000" y="2514600"/>
              <a:ext cx="0" cy="2667000"/>
            </a:xfrm>
            <a:prstGeom prst="straightConnector1">
              <a:avLst/>
            </a:prstGeom>
            <a:noFill/>
            <a:ln cap="flat" cmpd="sng" w="25400">
              <a:solidFill>
                <a:schemeClr val="dk1"/>
              </a:solidFill>
              <a:prstDash val="solid"/>
              <a:miter lim="800000"/>
              <a:headEnd len="med" w="med" type="none"/>
              <a:tailEnd len="med" w="med" type="none"/>
            </a:ln>
            <a:effectLst>
              <a:outerShdw blurRad="63500" dir="5400000" dist="20000">
                <a:srgbClr val="000000">
                  <a:alpha val="37647"/>
                </a:srgbClr>
              </a:outerShdw>
            </a:effectLst>
          </p:spPr>
        </p:cxnSp>
      </p:grpSp>
      <p:cxnSp>
        <p:nvCxnSpPr>
          <p:cNvPr id="366" name="Google Shape;366;p18"/>
          <p:cNvCxnSpPr/>
          <p:nvPr/>
        </p:nvCxnSpPr>
        <p:spPr>
          <a:xfrm>
            <a:off x="381000" y="3048000"/>
            <a:ext cx="1219200" cy="0"/>
          </a:xfrm>
          <a:prstGeom prst="straightConnector1">
            <a:avLst/>
          </a:prstGeom>
          <a:noFill/>
          <a:ln cap="flat" cmpd="sng" w="25400">
            <a:solidFill>
              <a:schemeClr val="dk1"/>
            </a:solidFill>
            <a:prstDash val="solid"/>
            <a:miter lim="800000"/>
            <a:headEnd len="med" w="med" type="none"/>
            <a:tailEnd len="med" w="med" type="triangle"/>
          </a:ln>
        </p:spPr>
      </p:cxnSp>
      <p:sp>
        <p:nvSpPr>
          <p:cNvPr id="367" name="Google Shape;367;p18"/>
          <p:cNvSpPr txBox="1"/>
          <p:nvPr/>
        </p:nvSpPr>
        <p:spPr>
          <a:xfrm>
            <a:off x="546100" y="2678112"/>
            <a:ext cx="825500"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save()</a:t>
            </a:r>
            <a:endParaRPr/>
          </a:p>
        </p:txBody>
      </p:sp>
      <p:sp>
        <p:nvSpPr>
          <p:cNvPr id="368" name="Google Shape;368;p18"/>
          <p:cNvSpPr txBox="1"/>
          <p:nvPr/>
        </p:nvSpPr>
        <p:spPr>
          <a:xfrm>
            <a:off x="1638300" y="2863850"/>
            <a:ext cx="228600" cy="1860550"/>
          </a:xfrm>
          <a:prstGeom prst="rect">
            <a:avLst/>
          </a:prstGeom>
          <a:solidFill>
            <a:schemeClr val="lt1"/>
          </a:solidFill>
          <a:ln cap="flat" cmpd="sng" w="9525">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grpSp>
        <p:nvGrpSpPr>
          <p:cNvPr id="369" name="Google Shape;369;p18"/>
          <p:cNvGrpSpPr/>
          <p:nvPr/>
        </p:nvGrpSpPr>
        <p:grpSpPr>
          <a:xfrm>
            <a:off x="3568700" y="1752600"/>
            <a:ext cx="1308100" cy="3429000"/>
            <a:chOff x="990600" y="1828800"/>
            <a:chExt cx="1308100" cy="3429000"/>
          </a:xfrm>
        </p:grpSpPr>
        <p:sp>
          <p:nvSpPr>
            <p:cNvPr id="370" name="Google Shape;370;p18"/>
            <p:cNvSpPr txBox="1"/>
            <p:nvPr/>
          </p:nvSpPr>
          <p:spPr>
            <a:xfrm>
              <a:off x="990600" y="1828800"/>
              <a:ext cx="13081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PersistenceHandler</a:t>
              </a:r>
              <a:endParaRPr/>
            </a:p>
          </p:txBody>
        </p:sp>
        <p:cxnSp>
          <p:nvCxnSpPr>
            <p:cNvPr id="371" name="Google Shape;371;p18"/>
            <p:cNvCxnSpPr/>
            <p:nvPr/>
          </p:nvCxnSpPr>
          <p:spPr>
            <a:xfrm>
              <a:off x="1644650" y="2514600"/>
              <a:ext cx="0" cy="2743200"/>
            </a:xfrm>
            <a:prstGeom prst="straightConnector1">
              <a:avLst/>
            </a:prstGeom>
            <a:noFill/>
            <a:ln cap="flat" cmpd="sng" w="25400">
              <a:solidFill>
                <a:schemeClr val="dk1"/>
              </a:solidFill>
              <a:prstDash val="solid"/>
              <a:miter lim="800000"/>
              <a:headEnd len="med" w="med" type="none"/>
              <a:tailEnd len="med" w="med" type="none"/>
            </a:ln>
            <a:effectLst>
              <a:outerShdw blurRad="63500" dir="5400000" dist="20000">
                <a:srgbClr val="000000">
                  <a:alpha val="37647"/>
                </a:srgbClr>
              </a:outerShdw>
            </a:effectLst>
          </p:spPr>
        </p:cxnSp>
      </p:grpSp>
      <p:sp>
        <p:nvSpPr>
          <p:cNvPr id="372" name="Google Shape;372;p18"/>
          <p:cNvSpPr txBox="1"/>
          <p:nvPr/>
        </p:nvSpPr>
        <p:spPr>
          <a:xfrm>
            <a:off x="4114800" y="2841625"/>
            <a:ext cx="228600" cy="1860550"/>
          </a:xfrm>
          <a:prstGeom prst="rect">
            <a:avLst/>
          </a:prstGeom>
          <a:solidFill>
            <a:schemeClr val="lt1"/>
          </a:solidFill>
          <a:ln cap="flat" cmpd="sng" w="9525">
            <a:solidFill>
              <a:schemeClr val="dk1"/>
            </a:solidFill>
            <a:prstDash val="solid"/>
            <a:miter lim="800000"/>
            <a:headEnd len="sm" w="sm" type="none"/>
            <a:tailEnd len="sm" w="sm" type="none"/>
          </a:ln>
          <a:effectLst>
            <a:outerShdw blurRad="63500" dir="5400000" dist="23000">
              <a:srgbClr val="000000">
                <a:alpha val="34901"/>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373" name="Google Shape;373;p18"/>
          <p:cNvCxnSpPr/>
          <p:nvPr/>
        </p:nvCxnSpPr>
        <p:spPr>
          <a:xfrm>
            <a:off x="1866900" y="3429000"/>
            <a:ext cx="2247900" cy="0"/>
          </a:xfrm>
          <a:prstGeom prst="straightConnector1">
            <a:avLst/>
          </a:prstGeom>
          <a:noFill/>
          <a:ln cap="flat" cmpd="sng" w="25400">
            <a:solidFill>
              <a:schemeClr val="dk1"/>
            </a:solidFill>
            <a:prstDash val="solid"/>
            <a:miter lim="800000"/>
            <a:headEnd len="med" w="med" type="none"/>
            <a:tailEnd len="med" w="med" type="triangle"/>
          </a:ln>
        </p:spPr>
      </p:cxnSp>
      <p:sp>
        <p:nvSpPr>
          <p:cNvPr id="374" name="Google Shape;374;p18"/>
          <p:cNvSpPr txBox="1"/>
          <p:nvPr/>
        </p:nvSpPr>
        <p:spPr>
          <a:xfrm>
            <a:off x="2181225" y="2982912"/>
            <a:ext cx="1979612" cy="369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saveStudent(this)</a:t>
            </a:r>
            <a:endParaRPr/>
          </a:p>
        </p:txBody>
      </p:sp>
      <p:sp>
        <p:nvSpPr>
          <p:cNvPr id="375" name="Google Shape;375;p18"/>
          <p:cNvSpPr txBox="1"/>
          <p:nvPr/>
        </p:nvSpPr>
        <p:spPr>
          <a:xfrm>
            <a:off x="5068887" y="3351212"/>
            <a:ext cx="10668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Student</a:t>
            </a:r>
            <a:endParaRPr/>
          </a:p>
        </p:txBody>
      </p:sp>
      <p:sp>
        <p:nvSpPr>
          <p:cNvPr id="376" name="Google Shape;376;p18"/>
          <p:cNvSpPr txBox="1"/>
          <p:nvPr/>
        </p:nvSpPr>
        <p:spPr>
          <a:xfrm>
            <a:off x="7086600" y="3351212"/>
            <a:ext cx="14224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PersistenceHandler</a:t>
            </a:r>
            <a:endParaRPr/>
          </a:p>
        </p:txBody>
      </p:sp>
      <p:sp>
        <p:nvSpPr>
          <p:cNvPr id="377" name="Google Shape;377;p18"/>
          <p:cNvSpPr txBox="1"/>
          <p:nvPr/>
        </p:nvSpPr>
        <p:spPr>
          <a:xfrm>
            <a:off x="6038850" y="5029200"/>
            <a:ext cx="13081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OracleDBHandler</a:t>
            </a:r>
            <a:endParaRPr/>
          </a:p>
        </p:txBody>
      </p:sp>
      <p:sp>
        <p:nvSpPr>
          <p:cNvPr id="378" name="Google Shape;378;p18"/>
          <p:cNvSpPr txBox="1"/>
          <p:nvPr/>
        </p:nvSpPr>
        <p:spPr>
          <a:xfrm>
            <a:off x="7543800" y="5029200"/>
            <a:ext cx="14224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XMLPersistence</a:t>
            </a:r>
            <a:endParaRPr/>
          </a:p>
        </p:txBody>
      </p:sp>
      <p:sp>
        <p:nvSpPr>
          <p:cNvPr id="379" name="Google Shape;379;p18"/>
          <p:cNvSpPr/>
          <p:nvPr/>
        </p:nvSpPr>
        <p:spPr>
          <a:xfrm>
            <a:off x="7581900" y="4037012"/>
            <a:ext cx="266700" cy="230187"/>
          </a:xfrm>
          <a:prstGeom prst="triangle">
            <a:avLst>
              <a:gd fmla="val 50000" name="adj"/>
            </a:avLst>
          </a:prstGeom>
          <a:solidFill>
            <a:schemeClr val="lt1"/>
          </a:solidFill>
          <a:ln cap="flat" cmpd="sng" w="9525">
            <a:solidFill>
              <a:schemeClr val="dk1"/>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380" name="Google Shape;380;p18"/>
          <p:cNvCxnSpPr/>
          <p:nvPr/>
        </p:nvCxnSpPr>
        <p:spPr>
          <a:xfrm flipH="1" rot="10800000">
            <a:off x="6692900" y="4267200"/>
            <a:ext cx="1022400" cy="762000"/>
          </a:xfrm>
          <a:prstGeom prst="bentConnector3">
            <a:avLst>
              <a:gd fmla="val 50000" name="adj1"/>
            </a:avLst>
          </a:prstGeom>
          <a:noFill/>
          <a:ln cap="flat" cmpd="sng" w="12700">
            <a:solidFill>
              <a:schemeClr val="dk1"/>
            </a:solidFill>
            <a:prstDash val="solid"/>
            <a:miter lim="800000"/>
            <a:headEnd len="med" w="med" type="none"/>
            <a:tailEnd len="med" w="med" type="none"/>
          </a:ln>
        </p:spPr>
      </p:cxnSp>
      <p:cxnSp>
        <p:nvCxnSpPr>
          <p:cNvPr id="381" name="Google Shape;381;p18"/>
          <p:cNvCxnSpPr/>
          <p:nvPr/>
        </p:nvCxnSpPr>
        <p:spPr>
          <a:xfrm flipH="1" rot="5400000">
            <a:off x="7604150" y="4378350"/>
            <a:ext cx="762000" cy="539700"/>
          </a:xfrm>
          <a:prstGeom prst="bentConnector3">
            <a:avLst>
              <a:gd fmla="val 50000" name="adj1"/>
            </a:avLst>
          </a:prstGeom>
          <a:noFill/>
          <a:ln cap="flat" cmpd="sng" w="12700">
            <a:solidFill>
              <a:schemeClr val="dk1"/>
            </a:solidFill>
            <a:prstDash val="solid"/>
            <a:miter lim="800000"/>
            <a:headEnd len="med" w="med" type="none"/>
            <a:tailEnd len="med" w="med" type="none"/>
          </a:ln>
        </p:spPr>
      </p:cxnSp>
      <p:cxnSp>
        <p:nvCxnSpPr>
          <p:cNvPr id="382" name="Google Shape;382;p18"/>
          <p:cNvCxnSpPr/>
          <p:nvPr/>
        </p:nvCxnSpPr>
        <p:spPr>
          <a:xfrm>
            <a:off x="6135687" y="3694112"/>
            <a:ext cx="951000" cy="600"/>
          </a:xfrm>
          <a:prstGeom prst="bentConnector3">
            <a:avLst>
              <a:gd fmla="val 50000" name="adj1"/>
            </a:avLst>
          </a:prstGeom>
          <a:noFill/>
          <a:ln cap="flat" cmpd="sng" w="12700">
            <a:solidFill>
              <a:schemeClr val="dk1"/>
            </a:solidFill>
            <a:prstDash val="solid"/>
            <a:miter lim="800000"/>
            <a:headEnd len="med" w="med" type="none"/>
            <a:tailEnd len="med" w="med" type="none"/>
          </a:ln>
        </p:spPr>
      </p:cxnSp>
      <p:sp>
        <p:nvSpPr>
          <p:cNvPr id="383" name="Google Shape;383;p18"/>
          <p:cNvSpPr txBox="1"/>
          <p:nvPr/>
        </p:nvSpPr>
        <p:spPr>
          <a:xfrm>
            <a:off x="5791200" y="1433512"/>
            <a:ext cx="3200400" cy="1754187"/>
          </a:xfrm>
          <a:prstGeom prst="rect">
            <a:avLst/>
          </a:prstGeom>
          <a:noFill/>
          <a:ln cap="flat" cmpd="sng" w="9525">
            <a:solidFill>
              <a:schemeClr val="dk1"/>
            </a:solidFill>
            <a:prstDash val="solid"/>
            <a:miter lim="80000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Arial"/>
                <a:ea typeface="Arial"/>
                <a:cs typeface="Arial"/>
                <a:sym typeface="Arial"/>
              </a:rPr>
              <a:t>Option 3</a:t>
            </a:r>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Write to interfaces</a:t>
            </a:r>
            <a:endParaRPr/>
          </a:p>
          <a:p>
            <a:pPr indent="0" lvl="0" marL="0" marR="0" rtl="0" algn="l">
              <a:lnSpc>
                <a:spcPct val="100000"/>
              </a:lnSpc>
              <a:spcBef>
                <a:spcPts val="0"/>
              </a:spcBef>
              <a:spcAft>
                <a:spcPts val="0"/>
              </a:spcAft>
              <a:buClr>
                <a:schemeClr val="dk1"/>
              </a:buClr>
              <a:buSzPts val="1800"/>
              <a:buFont typeface="Arial"/>
              <a:buNone/>
            </a:pPr>
            <a:r>
              <a:t/>
            </a:r>
            <a:endParaRPr b="0" i="0" sz="1800" u="none">
              <a:solidFill>
                <a:schemeClr val="dk1"/>
              </a:solidFill>
              <a:latin typeface="Arial"/>
              <a:ea typeface="Arial"/>
              <a:cs typeface="Arial"/>
              <a:sym typeface="Arial"/>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Benefits over other options</a:t>
            </a:r>
            <a:endParaRPr/>
          </a:p>
          <a:p>
            <a:pPr indent="-114300" lvl="0" marL="0" marR="0" rtl="0" algn="l">
              <a:lnSpc>
                <a:spcPct val="100000"/>
              </a:lnSpc>
              <a:spcBef>
                <a:spcPts val="0"/>
              </a:spcBef>
              <a:spcAft>
                <a:spcPts val="0"/>
              </a:spcAft>
              <a:buClr>
                <a:schemeClr val="dk1"/>
              </a:buClr>
              <a:buSzPts val="1800"/>
              <a:buFont typeface="Arial"/>
              <a:buChar char="-"/>
            </a:pPr>
            <a:r>
              <a:rPr b="0" i="0" lang="en-US" sz="1800" u="none">
                <a:solidFill>
                  <a:schemeClr val="dk1"/>
                </a:solidFill>
                <a:latin typeface="Arial"/>
                <a:ea typeface="Arial"/>
                <a:cs typeface="Arial"/>
                <a:sym typeface="Arial"/>
              </a:rPr>
              <a:t>Problem? When to initialize and how?</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p19"/>
          <p:cNvSpPr txBox="1"/>
          <p:nvPr>
            <p:ph type="title"/>
          </p:nvPr>
        </p:nvSpPr>
        <p:spPr>
          <a:xfrm>
            <a:off x="457200" y="274637"/>
            <a:ext cx="8229600" cy="182562"/>
          </a:xfrm>
          <a:prstGeom prst="rect">
            <a:avLst/>
          </a:prstGeom>
          <a:noFill/>
          <a:ln>
            <a:noFill/>
          </a:ln>
        </p:spPr>
        <p:txBody>
          <a:bodyPr anchorCtr="0" anchor="ctr" bIns="45700" lIns="91425" spcFirstLastPara="1" rIns="91425" wrap="square" tIns="45700">
            <a:normAutofit/>
          </a:bodyPr>
          <a:lstStyle/>
          <a:p>
            <a:pPr indent="0" lvl="0" marL="0" rtl="0" algn="ctr">
              <a:lnSpc>
                <a:spcPct val="100000"/>
              </a:lnSpc>
              <a:spcBef>
                <a:spcPts val="0"/>
              </a:spcBef>
              <a:spcAft>
                <a:spcPts val="0"/>
              </a:spcAft>
              <a:buClr>
                <a:schemeClr val="dk1"/>
              </a:buClr>
              <a:buSzPts val="3000"/>
              <a:buFont typeface="Calibri"/>
              <a:buNone/>
            </a:pPr>
            <a:r>
              <a:rPr b="0" i="0" lang="en-US" sz="3000" u="none">
                <a:solidFill>
                  <a:schemeClr val="dk1"/>
                </a:solidFill>
                <a:latin typeface="Calibri"/>
                <a:ea typeface="Calibri"/>
                <a:cs typeface="Calibri"/>
                <a:sym typeface="Calibri"/>
              </a:rPr>
              <a:t>Implementation</a:t>
            </a:r>
            <a:endParaRPr/>
          </a:p>
        </p:txBody>
      </p:sp>
      <p:sp>
        <p:nvSpPr>
          <p:cNvPr id="389" name="Google Shape;389;p19"/>
          <p:cNvSpPr txBox="1"/>
          <p:nvPr>
            <p:ph idx="1" type="body"/>
          </p:nvPr>
        </p:nvSpPr>
        <p:spPr>
          <a:xfrm>
            <a:off x="457200" y="914400"/>
            <a:ext cx="8229600" cy="52117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//Student</a:t>
            </a:r>
            <a:endParaRPr/>
          </a:p>
          <a:p>
            <a:pPr indent="0" lvl="0" marL="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Class Student{</a:t>
            </a:r>
            <a:endParaRPr/>
          </a:p>
          <a:p>
            <a:pPr indent="0" lvl="0" marL="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PersitenceHandler persHandler;</a:t>
            </a:r>
            <a:endParaRPr/>
          </a:p>
          <a:p>
            <a:pPr indent="0" lvl="0" marL="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a:t>
            </a:r>
            <a:endParaRPr/>
          </a:p>
          <a:p>
            <a:pPr indent="0" lvl="0" marL="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void save(){</a:t>
            </a:r>
            <a:endParaRPr/>
          </a:p>
          <a:p>
            <a:pPr indent="0" lvl="0" marL="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persHandler.saveStudent(this);</a:t>
            </a:r>
            <a:endParaRPr/>
          </a:p>
          <a:p>
            <a:pPr indent="0" lvl="0" marL="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a:t>
            </a:r>
            <a:endParaRPr/>
          </a:p>
          <a:p>
            <a:pPr indent="0" lvl="0" marL="0" marR="0" rtl="0" algn="l">
              <a:lnSpc>
                <a:spcPct val="100000"/>
              </a:lnSpc>
              <a:spcBef>
                <a:spcPts val="280"/>
              </a:spcBef>
              <a:spcAft>
                <a:spcPts val="0"/>
              </a:spcAft>
              <a:buClr>
                <a:schemeClr val="dk1"/>
              </a:buClr>
              <a:buSzPts val="1400"/>
              <a:buFont typeface="Arial"/>
              <a:buNone/>
            </a:pPr>
            <a:r>
              <a:t/>
            </a:r>
            <a:endParaRPr b="0" i="0" sz="1400" u="none">
              <a:solidFill>
                <a:schemeClr val="dk1"/>
              </a:solidFill>
              <a:latin typeface="Calibri"/>
              <a:ea typeface="Calibri"/>
              <a:cs typeface="Calibri"/>
              <a:sym typeface="Calibri"/>
            </a:endParaRPr>
          </a:p>
          <a:p>
            <a:pPr indent="0" lvl="0" marL="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void setPersitenceHandler (PersitenceHandler ph)</a:t>
            </a:r>
            <a:endParaRPr/>
          </a:p>
          <a:p>
            <a:pPr indent="0" lvl="0" marL="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a:t>
            </a:r>
            <a:endParaRPr/>
          </a:p>
          <a:p>
            <a:pPr indent="0" lvl="0" marL="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this.persHandler=ph;</a:t>
            </a:r>
            <a:endParaRPr/>
          </a:p>
          <a:p>
            <a:pPr indent="0" lvl="0" marL="0" marR="0" rtl="0" algn="l">
              <a:lnSpc>
                <a:spcPct val="100000"/>
              </a:lnSpc>
              <a:spcBef>
                <a:spcPts val="400"/>
              </a:spcBef>
              <a:spcAft>
                <a:spcPts val="0"/>
              </a:spcAft>
              <a:buClr>
                <a:schemeClr val="dk1"/>
              </a:buClr>
              <a:buSzPts val="2000"/>
              <a:buFont typeface="Arial"/>
              <a:buNone/>
            </a:pPr>
            <a:r>
              <a:rPr b="0" i="0" lang="en-US" sz="2000" u="none">
                <a:solidFill>
                  <a:schemeClr val="dk1"/>
                </a:solidFill>
                <a:latin typeface="Calibri"/>
                <a:ea typeface="Calibri"/>
                <a:cs typeface="Calibri"/>
                <a:sym typeface="Calibri"/>
              </a:rPr>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20"/>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PersistenceHandler</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Class PersistenceHandler{</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	void saveStudent(Student s)=0;</a:t>
            </a:r>
            <a:endParaRPr/>
          </a:p>
          <a:p>
            <a:pPr indent="0" lvl="0" marL="0" marR="0" rtl="0" algn="l">
              <a:lnSpc>
                <a:spcPct val="100000"/>
              </a:lnSpc>
              <a:spcBef>
                <a:spcPts val="360"/>
              </a:spcBef>
              <a:spcAft>
                <a:spcPts val="0"/>
              </a:spcAft>
              <a:buClr>
                <a:schemeClr val="dk1"/>
              </a:buClr>
              <a:buSzPts val="1800"/>
              <a:buFont typeface="Arial"/>
              <a:buNone/>
            </a:pPr>
            <a:r>
              <a:rPr b="0" i="0" lang="en-US" sz="1800" u="none">
                <a:solidFill>
                  <a:schemeClr val="dk1"/>
                </a:solidFill>
                <a:latin typeface="Calibri"/>
                <a:ea typeface="Calibri"/>
                <a:cs typeface="Calibri"/>
                <a:sym typeface="Calibri"/>
              </a:rPr>
              <a:t>}</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9" name="Shape 399"/>
        <p:cNvGrpSpPr/>
        <p:nvPr/>
      </p:nvGrpSpPr>
      <p:grpSpPr>
        <a:xfrm>
          <a:off x="0" y="0"/>
          <a:ext cx="0" cy="0"/>
          <a:chOff x="0" y="0"/>
          <a:chExt cx="0" cy="0"/>
        </a:xfrm>
      </p:grpSpPr>
      <p:sp>
        <p:nvSpPr>
          <p:cNvPr id="400" name="Google Shape;400;p21"/>
          <p:cNvSpPr txBox="1"/>
          <p:nvPr>
            <p:ph idx="1" type="body"/>
          </p:nvPr>
        </p:nvSpPr>
        <p:spPr>
          <a:xfrm>
            <a:off x="304800" y="1524000"/>
            <a:ext cx="8077200" cy="4525962"/>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Calibri"/>
                <a:ea typeface="Calibri"/>
                <a:cs typeface="Calibri"/>
                <a:sym typeface="Calibri"/>
              </a:rPr>
              <a:t>class OracleDBHandler extends PersistenceHandler{</a:t>
            </a:r>
            <a:endParaRPr/>
          </a:p>
          <a:p>
            <a:pPr indent="0" lvl="0" marL="0" marR="0" rtl="0" algn="l">
              <a:lnSpc>
                <a:spcPct val="100000"/>
              </a:lnSpc>
              <a:spcBef>
                <a:spcPts val="320"/>
              </a:spcBef>
              <a:spcAft>
                <a:spcPts val="0"/>
              </a:spcAft>
              <a:buClr>
                <a:schemeClr val="dk1"/>
              </a:buClr>
              <a:buSzPts val="1600"/>
              <a:buFont typeface="Arial"/>
              <a:buNone/>
            </a:pPr>
            <a:r>
              <a:rPr b="0" i="0" lang="en-US" sz="1600" u="none">
                <a:solidFill>
                  <a:schemeClr val="dk1"/>
                </a:solidFill>
                <a:latin typeface="Calibri"/>
                <a:ea typeface="Calibri"/>
                <a:cs typeface="Calibri"/>
                <a:sym typeface="Calibri"/>
              </a:rPr>
              <a:t>	</a:t>
            </a:r>
            <a:endParaRPr/>
          </a:p>
          <a:p>
            <a:pPr indent="0" lvl="1" marL="457200" marR="0" rtl="0" algn="l">
              <a:lnSpc>
                <a:spcPct val="100000"/>
              </a:lnSpc>
              <a:spcBef>
                <a:spcPts val="300"/>
              </a:spcBef>
              <a:spcAft>
                <a:spcPts val="0"/>
              </a:spcAft>
              <a:buClr>
                <a:schemeClr val="dk1"/>
              </a:buClr>
              <a:buSzPts val="1500"/>
              <a:buFont typeface="Arial"/>
              <a:buNone/>
            </a:pPr>
            <a:r>
              <a:rPr b="0" i="0" lang="en-US" sz="1500" u="none" cap="none" strike="noStrike">
                <a:solidFill>
                  <a:schemeClr val="dk1"/>
                </a:solidFill>
                <a:latin typeface="Calibri"/>
                <a:ea typeface="Calibri"/>
                <a:cs typeface="Calibri"/>
                <a:sym typeface="Calibri"/>
              </a:rPr>
              <a:t> void saveStudent(Student s){</a:t>
            </a:r>
            <a:endParaRPr/>
          </a:p>
          <a:p>
            <a:pPr indent="0" lvl="1" marL="457200" marR="0" rtl="0" algn="l">
              <a:lnSpc>
                <a:spcPct val="100000"/>
              </a:lnSpc>
              <a:spcBef>
                <a:spcPts val="300"/>
              </a:spcBef>
              <a:spcAft>
                <a:spcPts val="0"/>
              </a:spcAft>
              <a:buClr>
                <a:schemeClr val="dk1"/>
              </a:buClr>
              <a:buSzPts val="1500"/>
              <a:buFont typeface="Arial"/>
              <a:buNone/>
            </a:pPr>
            <a:r>
              <a:rPr b="0" i="0" lang="en-US" sz="1500" u="none" cap="none" strike="noStrike">
                <a:solidFill>
                  <a:schemeClr val="dk1"/>
                </a:solidFill>
                <a:latin typeface="Calibri"/>
                <a:ea typeface="Calibri"/>
                <a:cs typeface="Calibri"/>
                <a:sym typeface="Calibri"/>
              </a:rPr>
              <a:t>//connection</a:t>
            </a:r>
            <a:endParaRPr/>
          </a:p>
          <a:p>
            <a:pPr indent="0" lvl="1" marL="457200" marR="0" rtl="0" algn="l">
              <a:lnSpc>
                <a:spcPct val="100000"/>
              </a:lnSpc>
              <a:spcBef>
                <a:spcPts val="300"/>
              </a:spcBef>
              <a:spcAft>
                <a:spcPts val="0"/>
              </a:spcAft>
              <a:buClr>
                <a:schemeClr val="dk1"/>
              </a:buClr>
              <a:buSzPts val="1500"/>
              <a:buFont typeface="Arial"/>
              <a:buNone/>
            </a:pPr>
            <a:r>
              <a:rPr b="0" i="0" lang="en-US" sz="1500" u="none" cap="none" strike="noStrike">
                <a:solidFill>
                  <a:schemeClr val="dk1"/>
                </a:solidFill>
                <a:latin typeface="Calibri"/>
                <a:ea typeface="Calibri"/>
                <a:cs typeface="Calibri"/>
                <a:sym typeface="Calibri"/>
              </a:rPr>
              <a:t>//insert query formulation</a:t>
            </a:r>
            <a:endParaRPr/>
          </a:p>
          <a:p>
            <a:pPr indent="0" lvl="1" marL="457200" marR="0" rtl="0" algn="l">
              <a:lnSpc>
                <a:spcPct val="100000"/>
              </a:lnSpc>
              <a:spcBef>
                <a:spcPts val="300"/>
              </a:spcBef>
              <a:spcAft>
                <a:spcPts val="0"/>
              </a:spcAft>
              <a:buClr>
                <a:schemeClr val="dk1"/>
              </a:buClr>
              <a:buSzPts val="1500"/>
              <a:buFont typeface="Arial"/>
              <a:buNone/>
            </a:pPr>
            <a:r>
              <a:rPr b="0" i="0" lang="en-US" sz="1500" u="none" cap="none" strike="noStrike">
                <a:solidFill>
                  <a:schemeClr val="dk1"/>
                </a:solidFill>
                <a:latin typeface="Calibri"/>
                <a:ea typeface="Calibri"/>
                <a:cs typeface="Calibri"/>
                <a:sym typeface="Calibri"/>
              </a:rPr>
              <a:t>//execute query</a:t>
            </a:r>
            <a:endParaRPr/>
          </a:p>
          <a:p>
            <a:pPr indent="0" lvl="1" marL="457200" marR="0" rtl="0" algn="l">
              <a:lnSpc>
                <a:spcPct val="100000"/>
              </a:lnSpc>
              <a:spcBef>
                <a:spcPts val="300"/>
              </a:spcBef>
              <a:spcAft>
                <a:spcPts val="0"/>
              </a:spcAft>
              <a:buClr>
                <a:schemeClr val="dk1"/>
              </a:buClr>
              <a:buSzPts val="1500"/>
              <a:buFont typeface="Arial"/>
              <a:buNone/>
            </a:pPr>
            <a:r>
              <a:rPr b="0" i="0" lang="en-US" sz="1500" u="none" cap="none" strike="noStrike">
                <a:solidFill>
                  <a:schemeClr val="dk1"/>
                </a:solidFill>
                <a:latin typeface="Calibri"/>
                <a:ea typeface="Calibri"/>
                <a:cs typeface="Calibri"/>
                <a:sym typeface="Calibri"/>
              </a:rPr>
              <a:t>}</a:t>
            </a:r>
            <a:endParaRPr/>
          </a:p>
          <a:p>
            <a:pPr indent="0" lvl="1" marL="457200" marR="0" rtl="0" algn="l">
              <a:lnSpc>
                <a:spcPct val="100000"/>
              </a:lnSpc>
              <a:spcBef>
                <a:spcPts val="300"/>
              </a:spcBef>
              <a:spcAft>
                <a:spcPts val="0"/>
              </a:spcAft>
              <a:buClr>
                <a:schemeClr val="dk1"/>
              </a:buClr>
              <a:buSzPts val="1500"/>
              <a:buFont typeface="Arial"/>
              <a:buNone/>
            </a:pPr>
            <a:r>
              <a:rPr b="0" i="0" lang="en-US" sz="1500" u="none" cap="none" strike="noStrike">
                <a:solidFill>
                  <a:schemeClr val="dk1"/>
                </a:solidFill>
                <a:latin typeface="Calibri"/>
                <a:ea typeface="Calibri"/>
                <a:cs typeface="Calibri"/>
                <a:sym typeface="Calibri"/>
              </a:rPr>
              <a:t>}</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5" name="Shape 405"/>
        <p:cNvGrpSpPr/>
        <p:nvPr/>
      </p:nvGrpSpPr>
      <p:grpSpPr>
        <a:xfrm>
          <a:off x="0" y="0"/>
          <a:ext cx="0" cy="0"/>
          <a:chOff x="0" y="0"/>
          <a:chExt cx="0" cy="0"/>
        </a:xfrm>
      </p:grpSpPr>
      <p:sp>
        <p:nvSpPr>
          <p:cNvPr id="406" name="Google Shape;406;p22"/>
          <p:cNvSpPr txBox="1"/>
          <p:nvPr>
            <p:ph idx="1" type="body"/>
          </p:nvPr>
        </p:nvSpPr>
        <p:spPr>
          <a:xfrm>
            <a:off x="304800" y="1524000"/>
            <a:ext cx="8077200" cy="4525962"/>
          </a:xfrm>
          <a:prstGeom prst="rect">
            <a:avLst/>
          </a:prstGeom>
          <a:noFill/>
          <a:ln>
            <a:noFill/>
          </a:ln>
        </p:spPr>
        <p:txBody>
          <a:bodyPr anchorCtr="0" anchor="t" bIns="45700" lIns="91425" spcFirstLastPara="1" rIns="91425" wrap="square" tIns="45700">
            <a:normAutofit/>
          </a:bodyPr>
          <a:lstStyle/>
          <a:p>
            <a:pPr indent="0" lvl="0" marL="0" marR="0" rtl="0" algn="l">
              <a:lnSpc>
                <a:spcPct val="100000"/>
              </a:lnSpc>
              <a:spcBef>
                <a:spcPts val="0"/>
              </a:spcBef>
              <a:spcAft>
                <a:spcPts val="0"/>
              </a:spcAft>
              <a:buClr>
                <a:schemeClr val="dk1"/>
              </a:buClr>
              <a:buSzPts val="1600"/>
              <a:buFont typeface="Arial"/>
              <a:buNone/>
            </a:pPr>
            <a:r>
              <a:rPr b="0" i="0" lang="en-US" sz="1600" u="none">
                <a:solidFill>
                  <a:schemeClr val="dk1"/>
                </a:solidFill>
                <a:latin typeface="Calibri"/>
                <a:ea typeface="Calibri"/>
                <a:cs typeface="Calibri"/>
                <a:sym typeface="Calibri"/>
              </a:rPr>
              <a:t>class XMLHandler extends PersistenceHandler{</a:t>
            </a:r>
            <a:endParaRPr/>
          </a:p>
          <a:p>
            <a:pPr indent="0" lvl="0" marL="0" marR="0" rtl="0" algn="l">
              <a:lnSpc>
                <a:spcPct val="100000"/>
              </a:lnSpc>
              <a:spcBef>
                <a:spcPts val="320"/>
              </a:spcBef>
              <a:spcAft>
                <a:spcPts val="0"/>
              </a:spcAft>
              <a:buClr>
                <a:schemeClr val="dk1"/>
              </a:buClr>
              <a:buSzPts val="1600"/>
              <a:buFont typeface="Arial"/>
              <a:buNone/>
            </a:pPr>
            <a:r>
              <a:rPr b="0" i="0" lang="en-US" sz="1600" u="none">
                <a:solidFill>
                  <a:schemeClr val="dk1"/>
                </a:solidFill>
                <a:latin typeface="Calibri"/>
                <a:ea typeface="Calibri"/>
                <a:cs typeface="Calibri"/>
                <a:sym typeface="Calibri"/>
              </a:rPr>
              <a:t>	</a:t>
            </a:r>
            <a:endParaRPr/>
          </a:p>
          <a:p>
            <a:pPr indent="0" lvl="1" marL="457200" marR="0" rtl="0" algn="l">
              <a:lnSpc>
                <a:spcPct val="100000"/>
              </a:lnSpc>
              <a:spcBef>
                <a:spcPts val="300"/>
              </a:spcBef>
              <a:spcAft>
                <a:spcPts val="0"/>
              </a:spcAft>
              <a:buClr>
                <a:schemeClr val="dk1"/>
              </a:buClr>
              <a:buSzPts val="1500"/>
              <a:buFont typeface="Arial"/>
              <a:buNone/>
            </a:pPr>
            <a:r>
              <a:rPr b="0" i="0" lang="en-US" sz="1500" u="none" cap="none" strike="noStrike">
                <a:solidFill>
                  <a:schemeClr val="dk1"/>
                </a:solidFill>
                <a:latin typeface="Calibri"/>
                <a:ea typeface="Calibri"/>
                <a:cs typeface="Calibri"/>
                <a:sym typeface="Calibri"/>
              </a:rPr>
              <a:t> void saveStudent(Student s){</a:t>
            </a:r>
            <a:endParaRPr/>
          </a:p>
          <a:p>
            <a:pPr indent="0" lvl="1" marL="457200" marR="0" rtl="0" algn="l">
              <a:lnSpc>
                <a:spcPct val="100000"/>
              </a:lnSpc>
              <a:spcBef>
                <a:spcPts val="300"/>
              </a:spcBef>
              <a:spcAft>
                <a:spcPts val="0"/>
              </a:spcAft>
              <a:buClr>
                <a:schemeClr val="dk1"/>
              </a:buClr>
              <a:buSzPts val="1500"/>
              <a:buFont typeface="Arial"/>
              <a:buNone/>
            </a:pPr>
            <a:r>
              <a:rPr b="0" i="0" lang="en-US" sz="1500" u="none" cap="none" strike="noStrike">
                <a:solidFill>
                  <a:schemeClr val="dk1"/>
                </a:solidFill>
                <a:latin typeface="Calibri"/>
                <a:ea typeface="Calibri"/>
                <a:cs typeface="Calibri"/>
                <a:sym typeface="Calibri"/>
              </a:rPr>
              <a:t>//connection</a:t>
            </a:r>
            <a:endParaRPr/>
          </a:p>
          <a:p>
            <a:pPr indent="0" lvl="1" marL="457200" marR="0" rtl="0" algn="l">
              <a:lnSpc>
                <a:spcPct val="100000"/>
              </a:lnSpc>
              <a:spcBef>
                <a:spcPts val="300"/>
              </a:spcBef>
              <a:spcAft>
                <a:spcPts val="0"/>
              </a:spcAft>
              <a:buClr>
                <a:schemeClr val="dk1"/>
              </a:buClr>
              <a:buSzPts val="1500"/>
              <a:buFont typeface="Arial"/>
              <a:buNone/>
            </a:pPr>
            <a:r>
              <a:rPr b="0" i="0" lang="en-US" sz="1500" u="none" cap="none" strike="noStrike">
                <a:solidFill>
                  <a:schemeClr val="dk1"/>
                </a:solidFill>
                <a:latin typeface="Calibri"/>
                <a:ea typeface="Calibri"/>
                <a:cs typeface="Calibri"/>
                <a:sym typeface="Calibri"/>
              </a:rPr>
              <a:t>//insert query formulation</a:t>
            </a:r>
            <a:endParaRPr/>
          </a:p>
          <a:p>
            <a:pPr indent="0" lvl="1" marL="457200" marR="0" rtl="0" algn="l">
              <a:lnSpc>
                <a:spcPct val="100000"/>
              </a:lnSpc>
              <a:spcBef>
                <a:spcPts val="300"/>
              </a:spcBef>
              <a:spcAft>
                <a:spcPts val="0"/>
              </a:spcAft>
              <a:buClr>
                <a:schemeClr val="dk1"/>
              </a:buClr>
              <a:buSzPts val="1500"/>
              <a:buFont typeface="Arial"/>
              <a:buNone/>
            </a:pPr>
            <a:r>
              <a:rPr b="0" i="0" lang="en-US" sz="1500" u="none" cap="none" strike="noStrike">
                <a:solidFill>
                  <a:schemeClr val="dk1"/>
                </a:solidFill>
                <a:latin typeface="Calibri"/>
                <a:ea typeface="Calibri"/>
                <a:cs typeface="Calibri"/>
                <a:sym typeface="Calibri"/>
              </a:rPr>
              <a:t>//execute query</a:t>
            </a:r>
            <a:endParaRPr/>
          </a:p>
          <a:p>
            <a:pPr indent="0" lvl="1" marL="457200" marR="0" rtl="0" algn="l">
              <a:lnSpc>
                <a:spcPct val="100000"/>
              </a:lnSpc>
              <a:spcBef>
                <a:spcPts val="300"/>
              </a:spcBef>
              <a:spcAft>
                <a:spcPts val="0"/>
              </a:spcAft>
              <a:buClr>
                <a:schemeClr val="dk1"/>
              </a:buClr>
              <a:buSzPts val="1500"/>
              <a:buFont typeface="Arial"/>
              <a:buNone/>
            </a:pPr>
            <a:r>
              <a:rPr b="0" i="0" lang="en-US" sz="1500" u="none" cap="none" strike="noStrike">
                <a:solidFill>
                  <a:schemeClr val="dk1"/>
                </a:solidFill>
                <a:latin typeface="Calibri"/>
                <a:ea typeface="Calibri"/>
                <a:cs typeface="Calibri"/>
                <a:sym typeface="Calibri"/>
              </a:rPr>
              <a:t>}</a:t>
            </a:r>
            <a:endParaRPr/>
          </a:p>
          <a:p>
            <a:pPr indent="0" lvl="1" marL="457200" marR="0" rtl="0" algn="l">
              <a:lnSpc>
                <a:spcPct val="100000"/>
              </a:lnSpc>
              <a:spcBef>
                <a:spcPts val="300"/>
              </a:spcBef>
              <a:spcAft>
                <a:spcPts val="0"/>
              </a:spcAft>
              <a:buClr>
                <a:schemeClr val="dk1"/>
              </a:buClr>
              <a:buSzPts val="1500"/>
              <a:buFont typeface="Arial"/>
              <a:buNone/>
            </a:pPr>
            <a:r>
              <a:rPr b="0" i="0" lang="en-US" sz="1500" u="none" cap="none" strike="noStrike">
                <a:solidFill>
                  <a:schemeClr val="dk1"/>
                </a:solidFill>
                <a:latin typeface="Calibri"/>
                <a:ea typeface="Calibri"/>
                <a:cs typeface="Calibri"/>
                <a:sym typeface="Calibri"/>
              </a:rPr>
              <a:t>}</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2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spcBef>
                <a:spcPts val="0"/>
              </a:spcBef>
              <a:spcAft>
                <a:spcPts val="0"/>
              </a:spcAft>
              <a:buNone/>
            </a:pPr>
            <a:r>
              <a:t/>
            </a:r>
            <a:endParaRPr sz="3300">
              <a:solidFill>
                <a:schemeClr val="dk1"/>
              </a:solidFill>
              <a:latin typeface="Calibri"/>
              <a:ea typeface="Calibri"/>
              <a:cs typeface="Calibri"/>
              <a:sym typeface="Calibri"/>
            </a:endParaRPr>
          </a:p>
        </p:txBody>
      </p:sp>
      <p:sp>
        <p:nvSpPr>
          <p:cNvPr id="412" name="Google Shape;412;p2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Void main()</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PersitenceHandler handler= new FileHandler();</a:t>
            </a:r>
            <a:endParaRPr/>
          </a:p>
          <a:p>
            <a:pPr indent="0" lvl="0" marL="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University uni= new University();</a:t>
            </a:r>
            <a:endParaRPr/>
          </a:p>
          <a:p>
            <a:pPr indent="0" lvl="0" marL="0" marR="0" rtl="0" algn="l">
              <a:lnSpc>
                <a:spcPct val="100000"/>
              </a:lnSpc>
              <a:spcBef>
                <a:spcPts val="480"/>
              </a:spcBef>
              <a:spcAft>
                <a:spcPts val="0"/>
              </a:spcAft>
              <a:buClr>
                <a:schemeClr val="dk1"/>
              </a:buClr>
              <a:buSzPts val="2400"/>
              <a:buFont typeface="Arial"/>
              <a:buNone/>
            </a:pPr>
            <a:r>
              <a:t/>
            </a:r>
            <a:endParaRPr b="0" i="0" sz="2400" u="none">
              <a:solidFill>
                <a:schemeClr val="dk1"/>
              </a:solidFill>
              <a:latin typeface="Calibri"/>
              <a:ea typeface="Calibri"/>
              <a:cs typeface="Calibri"/>
              <a:sym typeface="Calibri"/>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Uni. setPersitenceHandler(handler);</a:t>
            </a:r>
            <a:endParaRPr/>
          </a:p>
          <a:p>
            <a:pPr indent="0" lvl="0" marL="0" marR="0" rtl="0" algn="l">
              <a:lnSpc>
                <a:spcPct val="100000"/>
              </a:lnSpc>
              <a:spcBef>
                <a:spcPts val="480"/>
              </a:spcBef>
              <a:spcAft>
                <a:spcPts val="0"/>
              </a:spcAft>
              <a:buClr>
                <a:schemeClr val="dk1"/>
              </a:buClr>
              <a:buSzPts val="2400"/>
              <a:buFont typeface="Arial"/>
              <a:buNone/>
            </a:pPr>
            <a:r>
              <a:rPr b="0" i="0" lang="en-US" sz="2400" u="none">
                <a:solidFill>
                  <a:schemeClr val="dk1"/>
                </a:solidFill>
                <a:latin typeface="Calibri"/>
                <a:ea typeface="Calibri"/>
                <a:cs typeface="Calibri"/>
                <a:sym typeface="Calibri"/>
              </a:rPr>
              <a:t>}</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17" name="Shape 417"/>
        <p:cNvGrpSpPr/>
        <p:nvPr/>
      </p:nvGrpSpPr>
      <p:grpSpPr>
        <a:xfrm>
          <a:off x="0" y="0"/>
          <a:ext cx="0" cy="0"/>
          <a:chOff x="0" y="0"/>
          <a:chExt cx="0" cy="0"/>
        </a:xfrm>
      </p:grpSpPr>
      <p:sp>
        <p:nvSpPr>
          <p:cNvPr id="418" name="Google Shape;418;p24"/>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Calibri"/>
              <a:buNone/>
            </a:pPr>
            <a:r>
              <a:rPr b="0" i="0" lang="en-US" sz="3300" u="none">
                <a:solidFill>
                  <a:schemeClr val="dk1"/>
                </a:solidFill>
                <a:latin typeface="Calibri"/>
                <a:ea typeface="Calibri"/>
                <a:cs typeface="Calibri"/>
                <a:sym typeface="Calibri"/>
              </a:rPr>
              <a:t>Factory</a:t>
            </a:r>
            <a:endParaRPr/>
          </a:p>
        </p:txBody>
      </p:sp>
      <p:sp>
        <p:nvSpPr>
          <p:cNvPr id="419" name="Google Shape;419;p2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p>
            <a:pPr indent="0" lvl="0" marL="0" rtl="0" algn="ctr">
              <a:lnSpc>
                <a:spcPct val="100000"/>
              </a:lnSpc>
              <a:spcBef>
                <a:spcPts val="0"/>
              </a:spcBef>
              <a:spcAft>
                <a:spcPts val="0"/>
              </a:spcAft>
              <a:buClr>
                <a:schemeClr val="dk1"/>
              </a:buClr>
              <a:buSzPts val="2400"/>
              <a:buNone/>
            </a:pPr>
            <a:r>
              <a:rPr b="0" i="0" lang="en-US" sz="2400" u="none">
                <a:solidFill>
                  <a:schemeClr val="dk1"/>
                </a:solidFill>
                <a:latin typeface="Calibri"/>
                <a:ea typeface="Calibri"/>
                <a:cs typeface="Calibri"/>
                <a:sym typeface="Calibri"/>
              </a:rPr>
              <a:t>Creational Design Pattern</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24" name="Shape 424"/>
        <p:cNvGrpSpPr/>
        <p:nvPr/>
      </p:nvGrpSpPr>
      <p:grpSpPr>
        <a:xfrm>
          <a:off x="0" y="0"/>
          <a:ext cx="0" cy="0"/>
          <a:chOff x="0" y="0"/>
          <a:chExt cx="0" cy="0"/>
        </a:xfrm>
      </p:grpSpPr>
      <p:sp>
        <p:nvSpPr>
          <p:cNvPr id="425" name="Google Shape;425;p25"/>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Factory</a:t>
            </a:r>
            <a:endParaRPr/>
          </a:p>
        </p:txBody>
      </p:sp>
      <p:sp>
        <p:nvSpPr>
          <p:cNvPr id="426" name="Google Shape;426;p25"/>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57175" lvl="0" marL="257175"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Helvetica Neue"/>
                <a:ea typeface="Helvetica Neue"/>
                <a:cs typeface="Helvetica Neue"/>
                <a:sym typeface="Helvetica Neue"/>
              </a:rPr>
              <a:t>Also called Simple Factory or Concrete Factory </a:t>
            </a:r>
            <a:endParaRPr/>
          </a:p>
          <a:p>
            <a:pPr indent="-257175" lvl="0" marL="257175"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Helvetica Neue"/>
                <a:ea typeface="Helvetica Neue"/>
                <a:cs typeface="Helvetica Neue"/>
                <a:sym typeface="Helvetica Neue"/>
              </a:rPr>
              <a:t>Problem</a:t>
            </a:r>
            <a:endParaRPr/>
          </a:p>
          <a:p>
            <a:pPr indent="-214312" lvl="1" marL="557212"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Helvetica Neue"/>
                <a:ea typeface="Helvetica Neue"/>
                <a:cs typeface="Helvetica Neue"/>
                <a:sym typeface="Helvetica Neue"/>
              </a:rPr>
              <a:t>Who should be responsible for creating objects when there is complex creation logic or a desire to separate the creation responsibilities for better cohesion</a:t>
            </a:r>
            <a:endParaRPr/>
          </a:p>
          <a:p>
            <a:pPr indent="-257175" lvl="0" marL="257175" marR="0" rtl="0" algn="just">
              <a:lnSpc>
                <a:spcPct val="100000"/>
              </a:lnSpc>
              <a:spcBef>
                <a:spcPts val="560"/>
              </a:spcBef>
              <a:spcAft>
                <a:spcPts val="0"/>
              </a:spcAft>
              <a:buClr>
                <a:schemeClr val="dk1"/>
              </a:buClr>
              <a:buSzPts val="2800"/>
              <a:buFont typeface="Arial"/>
              <a:buChar char="•"/>
            </a:pPr>
            <a:r>
              <a:rPr b="0" i="0" lang="en-US" sz="2800" u="none">
                <a:solidFill>
                  <a:schemeClr val="dk1"/>
                </a:solidFill>
                <a:latin typeface="Helvetica Neue"/>
                <a:ea typeface="Helvetica Neue"/>
                <a:cs typeface="Helvetica Neue"/>
                <a:sym typeface="Helvetica Neue"/>
              </a:rPr>
              <a:t>Solution</a:t>
            </a:r>
            <a:endParaRPr/>
          </a:p>
          <a:p>
            <a:pPr indent="-214312" lvl="1" marL="557212" marR="0" rtl="0" algn="just">
              <a:lnSpc>
                <a:spcPct val="100000"/>
              </a:lnSpc>
              <a:spcBef>
                <a:spcPts val="480"/>
              </a:spcBef>
              <a:spcAft>
                <a:spcPts val="0"/>
              </a:spcAft>
              <a:buClr>
                <a:schemeClr val="dk1"/>
              </a:buClr>
              <a:buSzPts val="2400"/>
              <a:buFont typeface="Arial"/>
              <a:buChar char="–"/>
            </a:pPr>
            <a:r>
              <a:rPr b="0" i="0" lang="en-US" sz="2400" u="none" cap="none" strike="noStrike">
                <a:solidFill>
                  <a:schemeClr val="dk1"/>
                </a:solidFill>
                <a:latin typeface="Helvetica Neue"/>
                <a:ea typeface="Helvetica Neue"/>
                <a:cs typeface="Helvetica Neue"/>
                <a:sym typeface="Helvetica Neue"/>
              </a:rPr>
              <a:t>Create a Pure Fabrication object called a Factory that handles the creation </a:t>
            </a:r>
            <a:endParaRPr/>
          </a:p>
          <a:p>
            <a:pPr indent="-104775" lvl="0" marL="257175" marR="0" rtl="0" algn="l">
              <a:spcBef>
                <a:spcPts val="480"/>
              </a:spcBef>
              <a:spcAft>
                <a:spcPts val="0"/>
              </a:spcAft>
              <a:buClr>
                <a:schemeClr val="dk1"/>
              </a:buClr>
              <a:buSzPts val="2400"/>
              <a:buFont typeface="Arial"/>
              <a:buNone/>
            </a:pPr>
            <a:r>
              <a:t/>
            </a:r>
            <a:endParaRPr b="0" i="0" sz="24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pic>
        <p:nvPicPr>
          <p:cNvPr descr="Screen Clipping" id="431" name="Google Shape;431;p26"/>
          <p:cNvPicPr preferRelativeResize="0"/>
          <p:nvPr/>
        </p:nvPicPr>
        <p:blipFill rotWithShape="1">
          <a:blip r:embed="rId3">
            <a:alphaModFix/>
          </a:blip>
          <a:srcRect b="0" l="0" r="0" t="0"/>
          <a:stretch/>
        </p:blipFill>
        <p:spPr>
          <a:xfrm>
            <a:off x="762000" y="990600"/>
            <a:ext cx="7974012" cy="4724400"/>
          </a:xfrm>
          <a:prstGeom prst="rect">
            <a:avLst/>
          </a:prstGeom>
          <a:noFill/>
          <a:ln>
            <a:noFill/>
          </a:ln>
          <a:effectLst>
            <a:outerShdw blurRad="63500" dir="2700000" dist="139700">
              <a:srgbClr val="333333">
                <a:alpha val="64705"/>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36" name="Shape 436"/>
        <p:cNvGrpSpPr/>
        <p:nvPr/>
      </p:nvGrpSpPr>
      <p:grpSpPr>
        <a:xfrm>
          <a:off x="0" y="0"/>
          <a:ext cx="0" cy="0"/>
          <a:chOff x="0" y="0"/>
          <a:chExt cx="0" cy="0"/>
        </a:xfrm>
      </p:grpSpPr>
      <p:sp>
        <p:nvSpPr>
          <p:cNvPr id="437" name="Google Shape;437;p27"/>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Calibri"/>
              <a:buNone/>
            </a:pPr>
            <a:r>
              <a:rPr b="0" i="0" lang="en-US" sz="3300" u="none">
                <a:solidFill>
                  <a:schemeClr val="dk1"/>
                </a:solidFill>
                <a:latin typeface="Calibri"/>
                <a:ea typeface="Calibri"/>
                <a:cs typeface="Calibri"/>
                <a:sym typeface="Calibri"/>
              </a:rPr>
              <a:t>Factory</a:t>
            </a:r>
            <a:endParaRPr/>
          </a:p>
        </p:txBody>
      </p:sp>
      <p:sp>
        <p:nvSpPr>
          <p:cNvPr id="438" name="Google Shape;438;p27"/>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57175" lvl="0" marL="257175" marR="0" rtl="0" algn="l">
              <a:lnSpc>
                <a:spcPct val="100000"/>
              </a:lnSpc>
              <a:spcBef>
                <a:spcPts val="0"/>
              </a:spcBef>
              <a:spcAft>
                <a:spcPts val="0"/>
              </a:spcAft>
              <a:buClr>
                <a:schemeClr val="dk1"/>
              </a:buClr>
              <a:buSzPts val="2000"/>
              <a:buFont typeface="Arial"/>
              <a:buChar char="•"/>
            </a:pPr>
            <a:r>
              <a:rPr b="0" i="0" lang="en-US" sz="2000" u="none">
                <a:solidFill>
                  <a:schemeClr val="dk1"/>
                </a:solidFill>
                <a:latin typeface="Helvetica Neue"/>
                <a:ea typeface="Helvetica Neue"/>
                <a:cs typeface="Helvetica Neue"/>
                <a:sym typeface="Helvetica Neue"/>
              </a:rPr>
              <a:t>Who should be responsible to create PersistenceHandler class:</a:t>
            </a:r>
            <a:endParaRPr/>
          </a:p>
          <a:p>
            <a:pPr indent="-214312" lvl="1" marL="557212" marR="0" rtl="0" algn="l">
              <a:lnSpc>
                <a:spcPct val="100000"/>
              </a:lnSpc>
              <a:spcBef>
                <a:spcPts val="360"/>
              </a:spcBef>
              <a:spcAft>
                <a:spcPts val="0"/>
              </a:spcAft>
              <a:buClr>
                <a:schemeClr val="dk1"/>
              </a:buClr>
              <a:buSzPts val="1800"/>
              <a:buFont typeface="Arial"/>
              <a:buChar char="–"/>
            </a:pPr>
            <a:r>
              <a:rPr b="0" i="0" lang="en-US" sz="1800" u="none" cap="none" strike="noStrike">
                <a:solidFill>
                  <a:schemeClr val="dk1"/>
                </a:solidFill>
                <a:latin typeface="Helvetica Neue"/>
                <a:ea typeface="Helvetica Neue"/>
                <a:cs typeface="Helvetica Neue"/>
                <a:sym typeface="Helvetica Neue"/>
              </a:rPr>
              <a:t>A PureFabrication object, so no information expert from domain</a:t>
            </a:r>
            <a:endParaRPr/>
          </a:p>
          <a:p>
            <a:pPr indent="-214312" lvl="1" marL="557212" marR="0" rtl="0" algn="l">
              <a:lnSpc>
                <a:spcPct val="100000"/>
              </a:lnSpc>
              <a:spcBef>
                <a:spcPts val="360"/>
              </a:spcBef>
              <a:spcAft>
                <a:spcPts val="0"/>
              </a:spcAft>
              <a:buClr>
                <a:schemeClr val="dk1"/>
              </a:buClr>
              <a:buSzPts val="1800"/>
              <a:buFont typeface="Arial"/>
              <a:buChar char="–"/>
            </a:pPr>
            <a:r>
              <a:rPr b="0" i="0" lang="en-US" sz="1800" u="none" cap="none" strike="noStrike">
                <a:solidFill>
                  <a:schemeClr val="dk1"/>
                </a:solidFill>
                <a:latin typeface="Helvetica Neue"/>
                <a:ea typeface="Helvetica Neue"/>
                <a:cs typeface="Helvetica Neue"/>
                <a:sym typeface="Helvetica Neue"/>
              </a:rPr>
              <a:t>Important decision of which Persistence type to create</a:t>
            </a:r>
            <a:endParaRPr/>
          </a:p>
          <a:p>
            <a:pPr indent="-171450" lvl="2" marL="857250" marR="0" rtl="0" algn="l">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Helvetica Neue"/>
                <a:ea typeface="Helvetica Neue"/>
                <a:cs typeface="Helvetica Neue"/>
                <a:sym typeface="Helvetica Neue"/>
              </a:rPr>
              <a:t>May require complex logic</a:t>
            </a:r>
            <a:endParaRPr/>
          </a:p>
          <a:p>
            <a:pPr indent="-130175" lvl="0" marL="257175" marR="0" rtl="0" algn="l">
              <a:spcBef>
                <a:spcPts val="400"/>
              </a:spcBef>
              <a:spcAft>
                <a:spcPts val="0"/>
              </a:spcAft>
              <a:buClr>
                <a:schemeClr val="dk1"/>
              </a:buClr>
              <a:buSzPts val="2000"/>
              <a:buFont typeface="Arial"/>
              <a:buNone/>
            </a:pPr>
            <a:r>
              <a:t/>
            </a:r>
            <a:endParaRPr b="0" i="0" sz="20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43" name="Shape 443"/>
        <p:cNvGrpSpPr/>
        <p:nvPr/>
      </p:nvGrpSpPr>
      <p:grpSpPr>
        <a:xfrm>
          <a:off x="0" y="0"/>
          <a:ext cx="0" cy="0"/>
          <a:chOff x="0" y="0"/>
          <a:chExt cx="0" cy="0"/>
        </a:xfrm>
      </p:grpSpPr>
      <p:sp>
        <p:nvSpPr>
          <p:cNvPr id="444" name="Google Shape;444;p28"/>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Factory</a:t>
            </a:r>
            <a:endParaRPr/>
          </a:p>
        </p:txBody>
      </p:sp>
      <p:sp>
        <p:nvSpPr>
          <p:cNvPr id="445" name="Google Shape;445;p28"/>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57175" lvl="0" marL="257175" marR="0" rtl="0" algn="just">
              <a:lnSpc>
                <a:spcPct val="90000"/>
              </a:lnSpc>
              <a:spcBef>
                <a:spcPts val="0"/>
              </a:spcBef>
              <a:spcAft>
                <a:spcPts val="0"/>
              </a:spcAft>
              <a:buClr>
                <a:schemeClr val="dk1"/>
              </a:buClr>
              <a:buSzPts val="2800"/>
              <a:buFont typeface="Arial"/>
              <a:buChar char="•"/>
            </a:pPr>
            <a:r>
              <a:rPr b="0" i="0" lang="en-US" sz="2800" u="none">
                <a:solidFill>
                  <a:schemeClr val="dk1"/>
                </a:solidFill>
                <a:latin typeface="Helvetica Neue"/>
                <a:ea typeface="Helvetica Neue"/>
                <a:cs typeface="Helvetica Neue"/>
                <a:sym typeface="Helvetica Neue"/>
              </a:rPr>
              <a:t>If some domain object creates them, </a:t>
            </a:r>
            <a:endParaRPr/>
          </a:p>
          <a:p>
            <a:pPr indent="-214312" lvl="1" marL="557212"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Helvetica Neue"/>
                <a:ea typeface="Helvetica Neue"/>
                <a:cs typeface="Helvetica Neue"/>
                <a:sym typeface="Helvetica Neue"/>
              </a:rPr>
              <a:t>the responsibilities of the domain object are going beyond pure application logic </a:t>
            </a:r>
            <a:endParaRPr/>
          </a:p>
          <a:p>
            <a:pPr indent="-61912" lvl="1" marL="557212" marR="0" rtl="0" algn="just">
              <a:lnSpc>
                <a:spcPct val="90000"/>
              </a:lnSpc>
              <a:spcBef>
                <a:spcPts val="480"/>
              </a:spcBef>
              <a:spcAft>
                <a:spcPts val="0"/>
              </a:spcAft>
              <a:buClr>
                <a:schemeClr val="dk1"/>
              </a:buClr>
              <a:buSzPts val="2400"/>
              <a:buFont typeface="Arial"/>
              <a:buNone/>
            </a:pPr>
            <a:r>
              <a:t/>
            </a:r>
            <a:endParaRPr b="0" i="0" sz="2400" u="none" cap="none" strike="noStrike">
              <a:solidFill>
                <a:schemeClr val="dk1"/>
              </a:solidFill>
              <a:latin typeface="Helvetica Neue"/>
              <a:ea typeface="Helvetica Neue"/>
              <a:cs typeface="Helvetica Neue"/>
              <a:sym typeface="Helvetica Neue"/>
            </a:endParaRPr>
          </a:p>
          <a:p>
            <a:pPr indent="-257175" lvl="0" marL="257175"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Helvetica Neue"/>
                <a:ea typeface="Helvetica Neue"/>
                <a:cs typeface="Helvetica Neue"/>
                <a:sym typeface="Helvetica Neue"/>
              </a:rPr>
              <a:t>This point underscores another fundamental design principle :</a:t>
            </a:r>
            <a:endParaRPr/>
          </a:p>
          <a:p>
            <a:pPr indent="-214312" lvl="1" marL="557212" marR="0" rtl="0" algn="just">
              <a:lnSpc>
                <a:spcPct val="90000"/>
              </a:lnSpc>
              <a:spcBef>
                <a:spcPts val="480"/>
              </a:spcBef>
              <a:spcAft>
                <a:spcPts val="0"/>
              </a:spcAft>
              <a:buClr>
                <a:schemeClr val="dk1"/>
              </a:buClr>
              <a:buSzPts val="2400"/>
              <a:buFont typeface="Arial"/>
              <a:buChar char="–"/>
            </a:pPr>
            <a:r>
              <a:rPr b="0" i="0" lang="en-US" sz="2400" u="none" cap="none" strike="noStrike">
                <a:solidFill>
                  <a:schemeClr val="dk1"/>
                </a:solidFill>
                <a:latin typeface="Helvetica Neue"/>
                <a:ea typeface="Helvetica Neue"/>
                <a:cs typeface="Helvetica Neue"/>
                <a:sym typeface="Helvetica Neue"/>
              </a:rPr>
              <a:t>Design to maintain a separation of concerns </a:t>
            </a:r>
            <a:endParaRPr/>
          </a:p>
          <a:p>
            <a:pPr indent="-61912" lvl="1" marL="557212" marR="0" rtl="0" algn="just">
              <a:lnSpc>
                <a:spcPct val="90000"/>
              </a:lnSpc>
              <a:spcBef>
                <a:spcPts val="480"/>
              </a:spcBef>
              <a:spcAft>
                <a:spcPts val="0"/>
              </a:spcAft>
              <a:buClr>
                <a:schemeClr val="dk1"/>
              </a:buClr>
              <a:buSzPts val="2400"/>
              <a:buFont typeface="Arial"/>
              <a:buNone/>
            </a:pPr>
            <a:r>
              <a:t/>
            </a:r>
            <a:endParaRPr b="0" i="0" sz="2400" u="none" cap="none" strike="noStrike">
              <a:solidFill>
                <a:schemeClr val="dk1"/>
              </a:solidFill>
              <a:latin typeface="Helvetica Neue"/>
              <a:ea typeface="Helvetica Neue"/>
              <a:cs typeface="Helvetica Neue"/>
              <a:sym typeface="Helvetica Neue"/>
            </a:endParaRPr>
          </a:p>
          <a:p>
            <a:pPr indent="-257175" lvl="0" marL="257175" marR="0" rtl="0" algn="just">
              <a:lnSpc>
                <a:spcPct val="90000"/>
              </a:lnSpc>
              <a:spcBef>
                <a:spcPts val="560"/>
              </a:spcBef>
              <a:spcAft>
                <a:spcPts val="0"/>
              </a:spcAft>
              <a:buClr>
                <a:schemeClr val="dk1"/>
              </a:buClr>
              <a:buSzPts val="2800"/>
              <a:buFont typeface="Arial"/>
              <a:buChar char="•"/>
            </a:pPr>
            <a:r>
              <a:rPr b="0" i="0" lang="en-US" sz="2800" u="none">
                <a:solidFill>
                  <a:schemeClr val="dk1"/>
                </a:solidFill>
                <a:latin typeface="Helvetica Neue"/>
                <a:ea typeface="Helvetica Neue"/>
                <a:cs typeface="Helvetica Neue"/>
                <a:sym typeface="Helvetica Neue"/>
              </a:rPr>
              <a:t>Separate distinct concerns into different areas, so that each has a cohesive purpose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0" name="Shape 450"/>
        <p:cNvGrpSpPr/>
        <p:nvPr/>
      </p:nvGrpSpPr>
      <p:grpSpPr>
        <a:xfrm>
          <a:off x="0" y="0"/>
          <a:ext cx="0" cy="0"/>
          <a:chOff x="0" y="0"/>
          <a:chExt cx="0" cy="0"/>
        </a:xfrm>
      </p:grpSpPr>
      <p:sp>
        <p:nvSpPr>
          <p:cNvPr id="451" name="Google Shape;451;p29"/>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4000"/>
              <a:buFont typeface="Helvetica Neue"/>
              <a:buNone/>
            </a:pPr>
            <a:r>
              <a:rPr b="0" i="0" lang="en-US" sz="4000" u="none">
                <a:solidFill>
                  <a:schemeClr val="dk1"/>
                </a:solidFill>
                <a:latin typeface="Helvetica Neue"/>
                <a:ea typeface="Helvetica Neue"/>
                <a:cs typeface="Helvetica Neue"/>
                <a:sym typeface="Helvetica Neue"/>
              </a:rPr>
              <a:t>Factory</a:t>
            </a:r>
            <a:endParaRPr/>
          </a:p>
        </p:txBody>
      </p:sp>
      <p:sp>
        <p:nvSpPr>
          <p:cNvPr id="452" name="Google Shape;452;p29"/>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57175" lvl="0" marL="257175" marR="0" rtl="0" algn="just">
              <a:lnSpc>
                <a:spcPct val="100000"/>
              </a:lnSpc>
              <a:spcBef>
                <a:spcPts val="0"/>
              </a:spcBef>
              <a:spcAft>
                <a:spcPts val="0"/>
              </a:spcAft>
              <a:buClr>
                <a:schemeClr val="dk1"/>
              </a:buClr>
              <a:buSzPts val="2800"/>
              <a:buFont typeface="Arial"/>
              <a:buChar char="•"/>
            </a:pPr>
            <a:r>
              <a:rPr b="0" i="0" lang="en-US" sz="2800" u="none">
                <a:solidFill>
                  <a:schemeClr val="dk1"/>
                </a:solidFill>
                <a:latin typeface="Helvetica Neue"/>
                <a:ea typeface="Helvetica Neue"/>
                <a:cs typeface="Helvetica Neue"/>
                <a:sym typeface="Helvetica Neue"/>
              </a:rPr>
              <a:t>Factory objects have several advantages:</a:t>
            </a:r>
            <a:endParaRPr/>
          </a:p>
          <a:p>
            <a:pPr indent="-214312" lvl="1" marL="557212" marR="0" rtl="0" algn="just">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Helvetica Neue"/>
                <a:ea typeface="Helvetica Neue"/>
                <a:cs typeface="Helvetica Neue"/>
                <a:sym typeface="Helvetica Neue"/>
              </a:rPr>
              <a:t>Separate the responsibility of complex creation into cohesive helper objects.</a:t>
            </a:r>
            <a:endParaRPr/>
          </a:p>
          <a:p>
            <a:pPr indent="-214312" lvl="1" marL="557212" marR="0" rtl="0" algn="just">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Helvetica Neue"/>
                <a:ea typeface="Helvetica Neue"/>
                <a:cs typeface="Helvetica Neue"/>
                <a:sym typeface="Helvetica Neue"/>
              </a:rPr>
              <a:t>Hide potentially complex creation logic.</a:t>
            </a:r>
            <a:endParaRPr/>
          </a:p>
          <a:p>
            <a:pPr indent="-214312" lvl="1" marL="557212" marR="0" rtl="0" algn="just">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Helvetica Neue"/>
                <a:ea typeface="Helvetica Neue"/>
                <a:cs typeface="Helvetica Neue"/>
                <a:sym typeface="Helvetica Neue"/>
              </a:rPr>
              <a:t>Allow introduction of performance-enhancing memory management strategies, such as object caching or recycling.</a:t>
            </a:r>
            <a:endParaRPr/>
          </a:p>
          <a:p>
            <a:pPr indent="-130175" lvl="0" marL="257175" marR="0" rtl="0" algn="l">
              <a:spcBef>
                <a:spcPts val="400"/>
              </a:spcBef>
              <a:spcAft>
                <a:spcPts val="0"/>
              </a:spcAft>
              <a:buClr>
                <a:schemeClr val="dk1"/>
              </a:buClr>
              <a:buSzPts val="2000"/>
              <a:buFont typeface="Arial"/>
              <a:buNone/>
            </a:pPr>
            <a:r>
              <a:t/>
            </a:r>
            <a:endParaRPr b="0" i="0" sz="2000" u="none" cap="none" strike="noStrike">
              <a:solidFill>
                <a:schemeClr val="dk1"/>
              </a:solidFill>
              <a:latin typeface="Helvetica Neue"/>
              <a:ea typeface="Helvetica Neue"/>
              <a:cs typeface="Helvetica Neue"/>
              <a:sym typeface="Helvetica Neue"/>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57" name="Shape 457"/>
        <p:cNvGrpSpPr/>
        <p:nvPr/>
      </p:nvGrpSpPr>
      <p:grpSpPr>
        <a:xfrm>
          <a:off x="0" y="0"/>
          <a:ext cx="0" cy="0"/>
          <a:chOff x="0" y="0"/>
          <a:chExt cx="0" cy="0"/>
        </a:xfrm>
      </p:grpSpPr>
      <p:pic>
        <p:nvPicPr>
          <p:cNvPr id="458" name="Google Shape;458;p30"/>
          <p:cNvPicPr preferRelativeResize="0"/>
          <p:nvPr/>
        </p:nvPicPr>
        <p:blipFill rotWithShape="1">
          <a:blip r:embed="rId3">
            <a:alphaModFix/>
          </a:blip>
          <a:srcRect b="0" l="0" r="0" t="0"/>
          <a:stretch/>
        </p:blipFill>
        <p:spPr>
          <a:xfrm>
            <a:off x="0" y="303212"/>
            <a:ext cx="9144000" cy="2795587"/>
          </a:xfrm>
          <a:prstGeom prst="rect">
            <a:avLst/>
          </a:prstGeom>
          <a:noFill/>
          <a:ln>
            <a:noFill/>
          </a:ln>
        </p:spPr>
      </p:pic>
      <p:sp>
        <p:nvSpPr>
          <p:cNvPr id="459" name="Google Shape;459;p30"/>
          <p:cNvSpPr txBox="1"/>
          <p:nvPr/>
        </p:nvSpPr>
        <p:spPr>
          <a:xfrm>
            <a:off x="6477000" y="2970212"/>
            <a:ext cx="14224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PersistenceHandler</a:t>
            </a:r>
            <a:endParaRPr/>
          </a:p>
        </p:txBody>
      </p:sp>
      <p:sp>
        <p:nvSpPr>
          <p:cNvPr id="460" name="Google Shape;460;p30"/>
          <p:cNvSpPr txBox="1"/>
          <p:nvPr/>
        </p:nvSpPr>
        <p:spPr>
          <a:xfrm>
            <a:off x="5810250" y="4648200"/>
            <a:ext cx="13081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OracleDBHandler</a:t>
            </a:r>
            <a:endParaRPr/>
          </a:p>
        </p:txBody>
      </p:sp>
      <p:sp>
        <p:nvSpPr>
          <p:cNvPr id="461" name="Google Shape;461;p30"/>
          <p:cNvSpPr txBox="1"/>
          <p:nvPr/>
        </p:nvSpPr>
        <p:spPr>
          <a:xfrm>
            <a:off x="7315200" y="4648200"/>
            <a:ext cx="14224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XMLPersistence</a:t>
            </a:r>
            <a:endParaRPr/>
          </a:p>
        </p:txBody>
      </p:sp>
      <p:sp>
        <p:nvSpPr>
          <p:cNvPr id="462" name="Google Shape;462;p30"/>
          <p:cNvSpPr/>
          <p:nvPr/>
        </p:nvSpPr>
        <p:spPr>
          <a:xfrm>
            <a:off x="7086600" y="3656012"/>
            <a:ext cx="266700" cy="230187"/>
          </a:xfrm>
          <a:prstGeom prst="triangle">
            <a:avLst>
              <a:gd fmla="val 50000" name="adj"/>
            </a:avLst>
          </a:prstGeom>
          <a:solidFill>
            <a:schemeClr val="lt1"/>
          </a:solidFill>
          <a:ln cap="flat" cmpd="sng" w="9525">
            <a:solidFill>
              <a:schemeClr val="dk1"/>
            </a:solidFill>
            <a:prstDash val="solid"/>
            <a:miter lim="800000"/>
            <a:headEnd len="sm" w="sm" type="none"/>
            <a:tailEnd len="sm" w="sm" type="none"/>
          </a:ln>
          <a:effectLst>
            <a:outerShdw blurRad="63500" dir="5400000" dist="20000">
              <a:srgbClr val="000000">
                <a:alpha val="37647"/>
              </a:srgbClr>
            </a:outerShdw>
          </a:effectLst>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cxnSp>
        <p:nvCxnSpPr>
          <p:cNvPr id="463" name="Google Shape;463;p30"/>
          <p:cNvCxnSpPr/>
          <p:nvPr/>
        </p:nvCxnSpPr>
        <p:spPr>
          <a:xfrm rot="-5400000">
            <a:off x="6461150" y="3889350"/>
            <a:ext cx="762000" cy="755700"/>
          </a:xfrm>
          <a:prstGeom prst="bentConnector3">
            <a:avLst>
              <a:gd fmla="val 50000" name="adj1"/>
            </a:avLst>
          </a:prstGeom>
          <a:noFill/>
          <a:ln cap="flat" cmpd="sng" w="12700">
            <a:solidFill>
              <a:schemeClr val="dk1"/>
            </a:solidFill>
            <a:prstDash val="solid"/>
            <a:miter lim="800000"/>
            <a:headEnd len="med" w="med" type="none"/>
            <a:tailEnd len="med" w="med" type="none"/>
          </a:ln>
        </p:spPr>
      </p:cxnSp>
      <p:cxnSp>
        <p:nvCxnSpPr>
          <p:cNvPr id="464" name="Google Shape;464;p30"/>
          <p:cNvCxnSpPr/>
          <p:nvPr/>
        </p:nvCxnSpPr>
        <p:spPr>
          <a:xfrm rot="10800000">
            <a:off x="7220000" y="3886200"/>
            <a:ext cx="806400" cy="762000"/>
          </a:xfrm>
          <a:prstGeom prst="bentConnector3">
            <a:avLst>
              <a:gd fmla="val 50000" name="adj1"/>
            </a:avLst>
          </a:prstGeom>
          <a:noFill/>
          <a:ln cap="flat" cmpd="sng" w="12700">
            <a:solidFill>
              <a:schemeClr val="dk1"/>
            </a:solidFill>
            <a:prstDash val="solid"/>
            <a:miter lim="800000"/>
            <a:headEnd len="med" w="med" type="none"/>
            <a:tailEnd len="med" w="med" type="none"/>
          </a:ln>
        </p:spPr>
      </p:cxnSp>
      <p:sp>
        <p:nvSpPr>
          <p:cNvPr id="465" name="Google Shape;465;p30"/>
          <p:cNvSpPr txBox="1"/>
          <p:nvPr/>
        </p:nvSpPr>
        <p:spPr>
          <a:xfrm>
            <a:off x="3111500" y="2970212"/>
            <a:ext cx="14224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PersistenceFactory</a:t>
            </a:r>
            <a:endParaRPr/>
          </a:p>
        </p:txBody>
      </p:sp>
      <p:cxnSp>
        <p:nvCxnSpPr>
          <p:cNvPr id="466" name="Google Shape;466;p30"/>
          <p:cNvCxnSpPr/>
          <p:nvPr/>
        </p:nvCxnSpPr>
        <p:spPr>
          <a:xfrm>
            <a:off x="4533900" y="3313112"/>
            <a:ext cx="1943100" cy="600"/>
          </a:xfrm>
          <a:prstGeom prst="bentConnector3">
            <a:avLst>
              <a:gd fmla="val 50000" name="adj1"/>
            </a:avLst>
          </a:prstGeom>
          <a:noFill/>
          <a:ln cap="flat" cmpd="sng" w="12700">
            <a:solidFill>
              <a:schemeClr val="dk1"/>
            </a:solidFill>
            <a:prstDash val="solid"/>
            <a:miter lim="800000"/>
            <a:headEnd len="med" w="med" type="none"/>
            <a:tailEnd len="med" w="med" type="stealth"/>
          </a:ln>
        </p:spPr>
      </p:cxnSp>
      <p:sp>
        <p:nvSpPr>
          <p:cNvPr id="467" name="Google Shape;467;p30"/>
          <p:cNvSpPr txBox="1"/>
          <p:nvPr/>
        </p:nvSpPr>
        <p:spPr>
          <a:xfrm>
            <a:off x="5724525" y="3032125"/>
            <a:ext cx="752475" cy="30797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400"/>
              <a:buFont typeface="Arial"/>
              <a:buNone/>
            </a:pPr>
            <a:r>
              <a:rPr b="0" i="0" lang="en-US" sz="1400" u="none">
                <a:solidFill>
                  <a:schemeClr val="dk1"/>
                </a:solidFill>
                <a:latin typeface="Arial"/>
                <a:ea typeface="Arial"/>
                <a:cs typeface="Arial"/>
                <a:sym typeface="Arial"/>
              </a:rPr>
              <a:t>service</a:t>
            </a:r>
            <a:endParaRPr/>
          </a:p>
        </p:txBody>
      </p:sp>
      <p:sp>
        <p:nvSpPr>
          <p:cNvPr id="468" name="Google Shape;468;p30"/>
          <p:cNvSpPr txBox="1"/>
          <p:nvPr/>
        </p:nvSpPr>
        <p:spPr>
          <a:xfrm>
            <a:off x="3124200" y="4648200"/>
            <a:ext cx="1282700" cy="685800"/>
          </a:xfrm>
          <a:prstGeom prst="rect">
            <a:avLst/>
          </a:prstGeom>
          <a:solidFill>
            <a:schemeClr val="lt1"/>
          </a:solidFill>
          <a:ln cap="flat" cmpd="sng" w="25400">
            <a:solidFill>
              <a:schemeClr val="dk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Calibri"/>
              <a:buNone/>
            </a:pPr>
            <a:r>
              <a:rPr b="0" i="0" lang="en-US" sz="1800" u="none">
                <a:solidFill>
                  <a:srgbClr val="000000"/>
                </a:solidFill>
                <a:latin typeface="Calibri"/>
                <a:ea typeface="Calibri"/>
                <a:cs typeface="Calibri"/>
                <a:sym typeface="Calibri"/>
              </a:rPr>
              <a:t>Student</a:t>
            </a:r>
            <a:endParaRPr/>
          </a:p>
        </p:txBody>
      </p:sp>
      <p:cxnSp>
        <p:nvCxnSpPr>
          <p:cNvPr id="469" name="Google Shape;469;p30"/>
          <p:cNvCxnSpPr/>
          <p:nvPr/>
        </p:nvCxnSpPr>
        <p:spPr>
          <a:xfrm flipH="1" rot="10800000">
            <a:off x="4406900" y="3594000"/>
            <a:ext cx="2082900" cy="1397100"/>
          </a:xfrm>
          <a:prstGeom prst="bentConnector3">
            <a:avLst>
              <a:gd fmla="val 50000" name="adj1"/>
            </a:avLst>
          </a:prstGeom>
          <a:noFill/>
          <a:ln cap="flat" cmpd="sng" w="12700">
            <a:solidFill>
              <a:schemeClr val="dk1"/>
            </a:solidFill>
            <a:prstDash val="solid"/>
            <a:miter lim="800000"/>
            <a:headEnd len="med" w="med" type="none"/>
            <a:tailEnd len="med" w="med" type="stealth"/>
          </a:ln>
        </p:spPr>
      </p:cxnSp>
      <p:cxnSp>
        <p:nvCxnSpPr>
          <p:cNvPr id="470" name="Google Shape;470;p30"/>
          <p:cNvCxnSpPr/>
          <p:nvPr/>
        </p:nvCxnSpPr>
        <p:spPr>
          <a:xfrm rot="-5400000">
            <a:off x="3275800" y="4145850"/>
            <a:ext cx="992100" cy="12600"/>
          </a:xfrm>
          <a:prstGeom prst="bentConnector3">
            <a:avLst>
              <a:gd fmla="val 50000" name="adj1"/>
            </a:avLst>
          </a:prstGeom>
          <a:noFill/>
          <a:ln cap="flat" cmpd="sng" w="12700">
            <a:solidFill>
              <a:schemeClr val="dk1"/>
            </a:solidFill>
            <a:prstDash val="solid"/>
            <a:miter lim="800000"/>
            <a:headEnd len="med" w="med" type="none"/>
            <a:tailEnd len="med" w="med" type="stealth"/>
          </a:ln>
        </p:spPr>
      </p:cxn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475" name="Shape 475"/>
        <p:cNvGrpSpPr/>
        <p:nvPr/>
      </p:nvGrpSpPr>
      <p:grpSpPr>
        <a:xfrm>
          <a:off x="0" y="0"/>
          <a:ext cx="0" cy="0"/>
          <a:chOff x="0" y="0"/>
          <a:chExt cx="0" cy="0"/>
        </a:xfrm>
      </p:grpSpPr>
      <p:sp>
        <p:nvSpPr>
          <p:cNvPr id="476" name="Google Shape;476;p31"/>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Singleton</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0" name="Shape 480"/>
        <p:cNvGrpSpPr/>
        <p:nvPr/>
      </p:nvGrpSpPr>
      <p:grpSpPr>
        <a:xfrm>
          <a:off x="0" y="0"/>
          <a:ext cx="0" cy="0"/>
          <a:chOff x="0" y="0"/>
          <a:chExt cx="0" cy="0"/>
        </a:xfrm>
      </p:grpSpPr>
      <p:sp>
        <p:nvSpPr>
          <p:cNvPr id="481" name="Google Shape;481;p32"/>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Singleton </a:t>
            </a:r>
            <a:endParaRPr/>
          </a:p>
        </p:txBody>
      </p:sp>
      <p:sp>
        <p:nvSpPr>
          <p:cNvPr id="482" name="Google Shape;482;p32"/>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rmAutofit/>
          </a:bodyPr>
          <a:lstStyle/>
          <a:p>
            <a:pPr indent="-257175" lvl="0" marL="257175" marR="0" rtl="0" algn="just">
              <a:lnSpc>
                <a:spcPct val="100000"/>
              </a:lnSpc>
              <a:spcBef>
                <a:spcPts val="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This pattern involves </a:t>
            </a:r>
            <a:r>
              <a:rPr b="0" i="0" lang="en-US" sz="1600" u="none">
                <a:solidFill>
                  <a:srgbClr val="0070C0"/>
                </a:solidFill>
                <a:latin typeface="Helvetica Neue"/>
                <a:ea typeface="Helvetica Neue"/>
                <a:cs typeface="Helvetica Neue"/>
                <a:sym typeface="Helvetica Neue"/>
              </a:rPr>
              <a:t>a single class which is responsible to create an object </a:t>
            </a:r>
            <a:r>
              <a:rPr b="0" i="0" lang="en-US" sz="1600" u="none">
                <a:solidFill>
                  <a:schemeClr val="dk1"/>
                </a:solidFill>
                <a:latin typeface="Helvetica Neue"/>
                <a:ea typeface="Helvetica Neue"/>
                <a:cs typeface="Helvetica Neue"/>
                <a:sym typeface="Helvetica Neue"/>
              </a:rPr>
              <a:t>while making sure that only single object gets created. </a:t>
            </a:r>
            <a:endParaRPr/>
          </a:p>
          <a:p>
            <a:pPr indent="-155575" lvl="0" marL="257175" marR="0" rtl="0" algn="just">
              <a:lnSpc>
                <a:spcPct val="100000"/>
              </a:lnSpc>
              <a:spcBef>
                <a:spcPts val="320"/>
              </a:spcBef>
              <a:spcAft>
                <a:spcPts val="0"/>
              </a:spcAft>
              <a:buClr>
                <a:schemeClr val="dk1"/>
              </a:buClr>
              <a:buSzPts val="1600"/>
              <a:buFont typeface="Arial"/>
              <a:buNone/>
            </a:pPr>
            <a:r>
              <a:t/>
            </a:r>
            <a:endParaRPr b="0" i="0" sz="1600" u="none">
              <a:solidFill>
                <a:schemeClr val="dk1"/>
              </a:solidFill>
              <a:latin typeface="Helvetica Neue"/>
              <a:ea typeface="Helvetica Neue"/>
              <a:cs typeface="Helvetica Neue"/>
              <a:sym typeface="Helvetica Neue"/>
            </a:endParaRPr>
          </a:p>
          <a:p>
            <a:pPr indent="-257175" lvl="0" marL="257175" marR="0" rtl="0" algn="just">
              <a:lnSpc>
                <a:spcPct val="100000"/>
              </a:lnSpc>
              <a:spcBef>
                <a:spcPts val="32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This class provides a way to </a:t>
            </a:r>
            <a:r>
              <a:rPr b="0" i="0" lang="en-US" sz="1600" u="none">
                <a:solidFill>
                  <a:srgbClr val="0070C0"/>
                </a:solidFill>
                <a:latin typeface="Helvetica Neue"/>
                <a:ea typeface="Helvetica Neue"/>
                <a:cs typeface="Helvetica Neue"/>
                <a:sym typeface="Helvetica Neue"/>
              </a:rPr>
              <a:t>access its only object </a:t>
            </a:r>
            <a:r>
              <a:rPr b="0" i="0" lang="en-US" sz="1600" u="none">
                <a:solidFill>
                  <a:schemeClr val="dk1"/>
                </a:solidFill>
                <a:latin typeface="Helvetica Neue"/>
                <a:ea typeface="Helvetica Neue"/>
                <a:cs typeface="Helvetica Neue"/>
                <a:sym typeface="Helvetica Neue"/>
              </a:rPr>
              <a:t>which can be accessed directly without need to instantiate the object of the class.</a:t>
            </a:r>
            <a:endParaRPr/>
          </a:p>
        </p:txBody>
      </p:sp>
      <p:pic>
        <p:nvPicPr>
          <p:cNvPr id="483" name="Google Shape;483;p32"/>
          <p:cNvPicPr preferRelativeResize="0"/>
          <p:nvPr/>
        </p:nvPicPr>
        <p:blipFill rotWithShape="1">
          <a:blip r:embed="rId3">
            <a:alphaModFix/>
          </a:blip>
          <a:srcRect b="0" l="0" r="0" t="0"/>
          <a:stretch/>
        </p:blipFill>
        <p:spPr>
          <a:xfrm>
            <a:off x="2971800" y="3276600"/>
            <a:ext cx="3554412" cy="3249612"/>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7" name="Shape 487"/>
        <p:cNvGrpSpPr/>
        <p:nvPr/>
      </p:nvGrpSpPr>
      <p:grpSpPr>
        <a:xfrm>
          <a:off x="0" y="0"/>
          <a:ext cx="0" cy="0"/>
          <a:chOff x="0" y="0"/>
          <a:chExt cx="0" cy="0"/>
        </a:xfrm>
      </p:grpSpPr>
      <p:sp>
        <p:nvSpPr>
          <p:cNvPr id="488" name="Google Shape;488;p33"/>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Problem</a:t>
            </a:r>
            <a:endParaRPr/>
          </a:p>
        </p:txBody>
      </p:sp>
      <p:sp>
        <p:nvSpPr>
          <p:cNvPr id="489" name="Google Shape;489;p33"/>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57175" lvl="0" marL="257175" marR="0" rtl="0" algn="just">
              <a:lnSpc>
                <a:spcPct val="100000"/>
              </a:lnSpc>
              <a:spcBef>
                <a:spcPts val="0"/>
              </a:spcBef>
              <a:spcAft>
                <a:spcPts val="0"/>
              </a:spcAft>
              <a:buClr>
                <a:schemeClr val="dk1"/>
              </a:buClr>
              <a:buSzPts val="1600"/>
              <a:buFont typeface="Arial"/>
              <a:buChar char="•"/>
            </a:pPr>
            <a:r>
              <a:rPr b="1" i="0" lang="en-US" sz="1600" u="none">
                <a:solidFill>
                  <a:schemeClr val="dk1"/>
                </a:solidFill>
                <a:latin typeface="Helvetica Neue"/>
                <a:ea typeface="Helvetica Neue"/>
                <a:cs typeface="Helvetica Neue"/>
                <a:sym typeface="Helvetica Neue"/>
              </a:rPr>
              <a:t>Ensure that a class has just a single instance. </a:t>
            </a:r>
            <a:r>
              <a:rPr b="0" i="0" lang="en-US" sz="1600" u="none">
                <a:solidFill>
                  <a:schemeClr val="dk1"/>
                </a:solidFill>
                <a:latin typeface="Helvetica Neue"/>
                <a:ea typeface="Helvetica Neue"/>
                <a:cs typeface="Helvetica Neue"/>
                <a:sym typeface="Helvetica Neue"/>
              </a:rPr>
              <a:t>Why would anyone want to control how many instances a class has? The most common reason for this is to control access to some shared resource—for example, a database or a file.</a:t>
            </a:r>
            <a:endParaRPr/>
          </a:p>
          <a:p>
            <a:pPr indent="-155575" lvl="0" marL="257175" marR="0" rtl="0" algn="just">
              <a:lnSpc>
                <a:spcPct val="100000"/>
              </a:lnSpc>
              <a:spcBef>
                <a:spcPts val="320"/>
              </a:spcBef>
              <a:spcAft>
                <a:spcPts val="0"/>
              </a:spcAft>
              <a:buClr>
                <a:schemeClr val="dk1"/>
              </a:buClr>
              <a:buSzPts val="1600"/>
              <a:buFont typeface="Arial"/>
              <a:buNone/>
            </a:pPr>
            <a:r>
              <a:t/>
            </a:r>
            <a:endParaRPr b="0" i="0" sz="1600" u="none">
              <a:solidFill>
                <a:schemeClr val="dk1"/>
              </a:solidFill>
              <a:latin typeface="Helvetica Neue"/>
              <a:ea typeface="Helvetica Neue"/>
              <a:cs typeface="Helvetica Neue"/>
              <a:sym typeface="Helvetica Neue"/>
            </a:endParaRPr>
          </a:p>
          <a:p>
            <a:pPr indent="-155575" lvl="0" marL="257175" marR="0" rtl="0" algn="just">
              <a:lnSpc>
                <a:spcPct val="100000"/>
              </a:lnSpc>
              <a:spcBef>
                <a:spcPts val="320"/>
              </a:spcBef>
              <a:spcAft>
                <a:spcPts val="0"/>
              </a:spcAft>
              <a:buClr>
                <a:schemeClr val="dk1"/>
              </a:buClr>
              <a:buSzPts val="1600"/>
              <a:buFont typeface="Arial"/>
              <a:buNone/>
            </a:pPr>
            <a:r>
              <a:t/>
            </a:r>
            <a:endParaRPr b="0" i="0" sz="1600" u="none">
              <a:solidFill>
                <a:schemeClr val="dk1"/>
              </a:solidFill>
              <a:latin typeface="Helvetica Neue"/>
              <a:ea typeface="Helvetica Neue"/>
              <a:cs typeface="Helvetica Neue"/>
              <a:sym typeface="Helvetica Neue"/>
            </a:endParaRPr>
          </a:p>
          <a:p>
            <a:pPr indent="-257175" lvl="0" marL="257175" marR="0" rtl="0" algn="just">
              <a:lnSpc>
                <a:spcPct val="100000"/>
              </a:lnSpc>
              <a:spcBef>
                <a:spcPts val="320"/>
              </a:spcBef>
              <a:spcAft>
                <a:spcPts val="0"/>
              </a:spcAft>
              <a:buClr>
                <a:schemeClr val="dk1"/>
              </a:buClr>
              <a:buSzPts val="1600"/>
              <a:buFont typeface="Arial"/>
              <a:buChar char="•"/>
            </a:pPr>
            <a:r>
              <a:rPr b="1" i="0" lang="en-US" sz="1600" u="none">
                <a:solidFill>
                  <a:schemeClr val="dk1"/>
                </a:solidFill>
                <a:latin typeface="Helvetica Neue"/>
                <a:ea typeface="Helvetica Neue"/>
                <a:cs typeface="Helvetica Neue"/>
                <a:sym typeface="Helvetica Neue"/>
              </a:rPr>
              <a:t>Provide a global access point to that instance</a:t>
            </a:r>
            <a:r>
              <a:rPr b="0" i="0" lang="en-US" sz="1600" u="none">
                <a:solidFill>
                  <a:schemeClr val="dk1"/>
                </a:solidFill>
                <a:latin typeface="Helvetica Neue"/>
                <a:ea typeface="Helvetica Neue"/>
                <a:cs typeface="Helvetica Neue"/>
                <a:sym typeface="Helvetica Neue"/>
              </a:rPr>
              <a:t>. Singleton pattern lets you access some object from anywhere in the program. However, it also protects that instance from being overwritten by other code.</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34"/>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Solution</a:t>
            </a:r>
            <a:endParaRPr/>
          </a:p>
        </p:txBody>
      </p:sp>
      <p:sp>
        <p:nvSpPr>
          <p:cNvPr id="496" name="Google Shape;496;p34"/>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155575" lvl="0" marL="257175" marR="0" rtl="0" algn="just">
              <a:lnSpc>
                <a:spcPct val="100000"/>
              </a:lnSpc>
              <a:spcBef>
                <a:spcPts val="0"/>
              </a:spcBef>
              <a:spcAft>
                <a:spcPts val="0"/>
              </a:spcAft>
              <a:buClr>
                <a:schemeClr val="dk1"/>
              </a:buClr>
              <a:buSzPts val="1600"/>
              <a:buFont typeface="Arial"/>
              <a:buNone/>
            </a:pPr>
            <a:r>
              <a:t/>
            </a:r>
            <a:endParaRPr b="0" i="0" sz="1600" u="none">
              <a:solidFill>
                <a:schemeClr val="dk1"/>
              </a:solidFill>
              <a:latin typeface="Helvetica Neue"/>
              <a:ea typeface="Helvetica Neue"/>
              <a:cs typeface="Helvetica Neue"/>
              <a:sym typeface="Helvetica Neue"/>
            </a:endParaRPr>
          </a:p>
          <a:p>
            <a:pPr indent="-257175" lvl="0" marL="257175" marR="0" rtl="0" algn="just">
              <a:lnSpc>
                <a:spcPct val="100000"/>
              </a:lnSpc>
              <a:spcBef>
                <a:spcPts val="32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All implementations of the Singleton have these two steps in common:</a:t>
            </a:r>
            <a:endParaRPr/>
          </a:p>
          <a:p>
            <a:pPr indent="-155575" lvl="0" marL="257175" marR="0" rtl="0" algn="just">
              <a:lnSpc>
                <a:spcPct val="100000"/>
              </a:lnSpc>
              <a:spcBef>
                <a:spcPts val="320"/>
              </a:spcBef>
              <a:spcAft>
                <a:spcPts val="0"/>
              </a:spcAft>
              <a:buClr>
                <a:schemeClr val="dk1"/>
              </a:buClr>
              <a:buSzPts val="1600"/>
              <a:buFont typeface="Arial"/>
              <a:buNone/>
            </a:pPr>
            <a:r>
              <a:t/>
            </a:r>
            <a:endParaRPr b="0" i="0" sz="1600" u="none">
              <a:solidFill>
                <a:schemeClr val="dk1"/>
              </a:solidFill>
              <a:latin typeface="Helvetica Neue"/>
              <a:ea typeface="Helvetica Neue"/>
              <a:cs typeface="Helvetica Neue"/>
              <a:sym typeface="Helvetica Neue"/>
            </a:endParaRPr>
          </a:p>
          <a:p>
            <a:pPr indent="-214312" lvl="1" marL="557212" marR="0" rtl="0" algn="just">
              <a:lnSpc>
                <a:spcPct val="100000"/>
              </a:lnSpc>
              <a:spcBef>
                <a:spcPts val="300"/>
              </a:spcBef>
              <a:spcAft>
                <a:spcPts val="0"/>
              </a:spcAft>
              <a:buClr>
                <a:schemeClr val="dk1"/>
              </a:buClr>
              <a:buSzPts val="1500"/>
              <a:buFont typeface="Arial"/>
              <a:buChar char="–"/>
            </a:pPr>
            <a:r>
              <a:rPr b="0" i="0" lang="en-US" sz="1500" u="none" cap="none" strike="noStrike">
                <a:solidFill>
                  <a:schemeClr val="dk1"/>
                </a:solidFill>
                <a:latin typeface="Helvetica Neue"/>
                <a:ea typeface="Helvetica Neue"/>
                <a:cs typeface="Helvetica Neue"/>
                <a:sym typeface="Helvetica Neue"/>
              </a:rPr>
              <a:t>Make the </a:t>
            </a:r>
            <a:r>
              <a:rPr b="0" i="0" lang="en-US" sz="1500" u="none" cap="none" strike="noStrike">
                <a:solidFill>
                  <a:srgbClr val="FF0000"/>
                </a:solidFill>
                <a:latin typeface="Helvetica Neue"/>
                <a:ea typeface="Helvetica Neue"/>
                <a:cs typeface="Helvetica Neue"/>
                <a:sym typeface="Helvetica Neue"/>
              </a:rPr>
              <a:t>default constructor private</a:t>
            </a:r>
            <a:r>
              <a:rPr b="0" i="0" lang="en-US" sz="1500" u="none" cap="none" strike="noStrike">
                <a:solidFill>
                  <a:schemeClr val="dk1"/>
                </a:solidFill>
                <a:latin typeface="Helvetica Neue"/>
                <a:ea typeface="Helvetica Neue"/>
                <a:cs typeface="Helvetica Neue"/>
                <a:sym typeface="Helvetica Neue"/>
              </a:rPr>
              <a:t>, to prevent other objects from using the new operator with the Singleton class.</a:t>
            </a:r>
            <a:endParaRPr/>
          </a:p>
          <a:p>
            <a:pPr indent="-214312" lvl="1" marL="557212" marR="0" rtl="0" algn="just">
              <a:lnSpc>
                <a:spcPct val="100000"/>
              </a:lnSpc>
              <a:spcBef>
                <a:spcPts val="300"/>
              </a:spcBef>
              <a:spcAft>
                <a:spcPts val="0"/>
              </a:spcAft>
              <a:buClr>
                <a:schemeClr val="dk1"/>
              </a:buClr>
              <a:buSzPts val="1500"/>
              <a:buFont typeface="Arial"/>
              <a:buChar char="–"/>
            </a:pPr>
            <a:r>
              <a:rPr b="0" i="0" lang="en-US" sz="1500" u="none" cap="none" strike="noStrike">
                <a:solidFill>
                  <a:schemeClr val="dk1"/>
                </a:solidFill>
                <a:latin typeface="Helvetica Neue"/>
                <a:ea typeface="Helvetica Neue"/>
                <a:cs typeface="Helvetica Neue"/>
                <a:sym typeface="Helvetica Neue"/>
              </a:rPr>
              <a:t>Create a </a:t>
            </a:r>
            <a:r>
              <a:rPr b="0" i="0" lang="en-US" sz="1500" u="none" cap="none" strike="noStrike">
                <a:solidFill>
                  <a:srgbClr val="FF0000"/>
                </a:solidFill>
                <a:latin typeface="Helvetica Neue"/>
                <a:ea typeface="Helvetica Neue"/>
                <a:cs typeface="Helvetica Neue"/>
                <a:sym typeface="Helvetica Neue"/>
              </a:rPr>
              <a:t>static creation method </a:t>
            </a:r>
            <a:r>
              <a:rPr b="0" i="0" lang="en-US" sz="1500" u="none" cap="none" strike="noStrike">
                <a:solidFill>
                  <a:schemeClr val="dk1"/>
                </a:solidFill>
                <a:latin typeface="Helvetica Neue"/>
                <a:ea typeface="Helvetica Neue"/>
                <a:cs typeface="Helvetica Neue"/>
                <a:sym typeface="Helvetica Neue"/>
              </a:rPr>
              <a:t>that acts as a constructor. Under the hood, this method calls the private constructor to create an object and saves it in a static field. All following calls to this method return the cached object.</a:t>
            </a:r>
            <a:endParaRPr/>
          </a:p>
          <a:p>
            <a:pPr indent="-119062" lvl="1" marL="557212" marR="0" rtl="0" algn="just">
              <a:lnSpc>
                <a:spcPct val="100000"/>
              </a:lnSpc>
              <a:spcBef>
                <a:spcPts val="300"/>
              </a:spcBef>
              <a:spcAft>
                <a:spcPts val="0"/>
              </a:spcAft>
              <a:buClr>
                <a:schemeClr val="dk1"/>
              </a:buClr>
              <a:buSzPts val="1500"/>
              <a:buFont typeface="Arial"/>
              <a:buNone/>
            </a:pPr>
            <a:r>
              <a:t/>
            </a:r>
            <a:endParaRPr b="0" i="0" sz="1500" u="none" cap="none" strike="noStrike">
              <a:solidFill>
                <a:schemeClr val="dk1"/>
              </a:solidFill>
              <a:latin typeface="Helvetica Neue"/>
              <a:ea typeface="Helvetica Neue"/>
              <a:cs typeface="Helvetica Neue"/>
              <a:sym typeface="Helvetica Neue"/>
            </a:endParaRPr>
          </a:p>
          <a:p>
            <a:pPr indent="-257175" lvl="0" marL="257175" marR="0" rtl="0" algn="just">
              <a:lnSpc>
                <a:spcPct val="100000"/>
              </a:lnSpc>
              <a:spcBef>
                <a:spcPts val="320"/>
              </a:spcBef>
              <a:spcAft>
                <a:spcPts val="0"/>
              </a:spcAft>
              <a:buClr>
                <a:schemeClr val="dk1"/>
              </a:buClr>
              <a:buSzPts val="1600"/>
              <a:buFont typeface="Arial"/>
              <a:buChar char="•"/>
            </a:pPr>
            <a:r>
              <a:rPr b="0" i="0" lang="en-US" sz="1600" u="none">
                <a:solidFill>
                  <a:schemeClr val="dk1"/>
                </a:solidFill>
                <a:latin typeface="Helvetica Neue"/>
                <a:ea typeface="Helvetica Neue"/>
                <a:cs typeface="Helvetica Neue"/>
                <a:sym typeface="Helvetica Neue"/>
              </a:rPr>
              <a:t>If your code has access to the Singleton class, then it’s able to call the Singleton’s static method. So whenever that method is called, the same object is always returned.</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0" name="Shape 500"/>
        <p:cNvGrpSpPr/>
        <p:nvPr/>
      </p:nvGrpSpPr>
      <p:grpSpPr>
        <a:xfrm>
          <a:off x="0" y="0"/>
          <a:ext cx="0" cy="0"/>
          <a:chOff x="0" y="0"/>
          <a:chExt cx="0" cy="0"/>
        </a:xfrm>
      </p:grpSpPr>
      <p:sp>
        <p:nvSpPr>
          <p:cNvPr id="501" name="Google Shape;501;p35"/>
          <p:cNvSpPr txBox="1"/>
          <p:nvPr>
            <p:ph type="title"/>
          </p:nvPr>
        </p:nvSpPr>
        <p:spPr>
          <a:xfrm>
            <a:off x="457200" y="274637"/>
            <a:ext cx="8229600" cy="715962"/>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UML for Singleton</a:t>
            </a:r>
            <a:endParaRPr/>
          </a:p>
        </p:txBody>
      </p:sp>
      <p:pic>
        <p:nvPicPr>
          <p:cNvPr id="502" name="Google Shape;502;p35"/>
          <p:cNvPicPr preferRelativeResize="0"/>
          <p:nvPr/>
        </p:nvPicPr>
        <p:blipFill rotWithShape="1">
          <a:blip r:embed="rId3">
            <a:alphaModFix/>
          </a:blip>
          <a:srcRect b="0" l="0" r="0" t="0"/>
          <a:stretch/>
        </p:blipFill>
        <p:spPr>
          <a:xfrm>
            <a:off x="3733800" y="1371600"/>
            <a:ext cx="5084762" cy="3429000"/>
          </a:xfrm>
          <a:prstGeom prst="rect">
            <a:avLst/>
          </a:prstGeom>
          <a:noFill/>
          <a:ln>
            <a:noFill/>
          </a:ln>
        </p:spPr>
      </p:pic>
      <p:sp>
        <p:nvSpPr>
          <p:cNvPr id="503" name="Google Shape;503;p35"/>
          <p:cNvSpPr txBox="1"/>
          <p:nvPr/>
        </p:nvSpPr>
        <p:spPr>
          <a:xfrm>
            <a:off x="457200" y="3200400"/>
            <a:ext cx="3962400" cy="2308225"/>
          </a:xfrm>
          <a:prstGeom prst="rect">
            <a:avLst/>
          </a:prstGeom>
          <a:noFill/>
          <a:ln>
            <a:noFill/>
          </a:ln>
        </p:spPr>
        <p:txBody>
          <a:bodyPr anchorCtr="0" anchor="t" bIns="45700" lIns="91425" spcFirstLastPara="1" rIns="91425" wrap="square" tIns="45700">
            <a:spAutoFit/>
          </a:bodyPr>
          <a:lstStyle/>
          <a:p>
            <a:pPr indent="-285750" lvl="0" marL="285750" marR="0" rtl="0" algn="just">
              <a:lnSpc>
                <a:spcPct val="100000"/>
              </a:lnSpc>
              <a:spcBef>
                <a:spcPts val="0"/>
              </a:spcBef>
              <a:spcAft>
                <a:spcPts val="0"/>
              </a:spcAft>
              <a:buClr>
                <a:schemeClr val="dk1"/>
              </a:buClr>
              <a:buSzPts val="1600"/>
              <a:buFont typeface="Noto Sans Symbols"/>
              <a:buChar char="⮚"/>
            </a:pPr>
            <a:r>
              <a:rPr b="0" i="0" lang="en-US" sz="1600" u="none">
                <a:solidFill>
                  <a:schemeClr val="dk1"/>
                </a:solidFill>
                <a:latin typeface="Helvetica Neue"/>
                <a:ea typeface="Helvetica Neue"/>
                <a:cs typeface="Helvetica Neue"/>
                <a:sym typeface="Helvetica Neue"/>
              </a:rPr>
              <a:t>The Singleton class declares the static method </a:t>
            </a:r>
            <a:r>
              <a:rPr b="0" i="0" lang="en-US" sz="1600" u="none">
                <a:solidFill>
                  <a:srgbClr val="FF0000"/>
                </a:solidFill>
                <a:latin typeface="Helvetica Neue"/>
                <a:ea typeface="Helvetica Neue"/>
                <a:cs typeface="Helvetica Neue"/>
                <a:sym typeface="Helvetica Neue"/>
              </a:rPr>
              <a:t>getInstance</a:t>
            </a:r>
            <a:r>
              <a:rPr b="0" i="0" lang="en-US" sz="1600" u="none">
                <a:solidFill>
                  <a:schemeClr val="dk1"/>
                </a:solidFill>
                <a:latin typeface="Helvetica Neue"/>
                <a:ea typeface="Helvetica Neue"/>
                <a:cs typeface="Helvetica Neue"/>
                <a:sym typeface="Helvetica Neue"/>
              </a:rPr>
              <a:t> that returns the same instance of its own class.</a:t>
            </a:r>
            <a:endParaRPr/>
          </a:p>
          <a:p>
            <a:pPr indent="-184150" lvl="0" marL="285750" marR="0" rtl="0" algn="just">
              <a:lnSpc>
                <a:spcPct val="100000"/>
              </a:lnSpc>
              <a:spcBef>
                <a:spcPts val="0"/>
              </a:spcBef>
              <a:spcAft>
                <a:spcPts val="0"/>
              </a:spcAft>
              <a:buClr>
                <a:schemeClr val="dk1"/>
              </a:buClr>
              <a:buSzPts val="1600"/>
              <a:buFont typeface="Noto Sans Symbols"/>
              <a:buNone/>
            </a:pPr>
            <a:r>
              <a:t/>
            </a:r>
            <a:endParaRPr b="0" i="0" sz="1600" u="none">
              <a:solidFill>
                <a:schemeClr val="dk1"/>
              </a:solidFill>
              <a:latin typeface="Helvetica Neue"/>
              <a:ea typeface="Helvetica Neue"/>
              <a:cs typeface="Helvetica Neue"/>
              <a:sym typeface="Helvetica Neue"/>
            </a:endParaRPr>
          </a:p>
          <a:p>
            <a:pPr indent="-285750" lvl="0" marL="285750" marR="0" rtl="0" algn="just">
              <a:lnSpc>
                <a:spcPct val="100000"/>
              </a:lnSpc>
              <a:spcBef>
                <a:spcPts val="0"/>
              </a:spcBef>
              <a:spcAft>
                <a:spcPts val="0"/>
              </a:spcAft>
              <a:buClr>
                <a:schemeClr val="dk1"/>
              </a:buClr>
              <a:buSzPts val="1600"/>
              <a:buFont typeface="Noto Sans Symbols"/>
              <a:buChar char="⮚"/>
            </a:pPr>
            <a:r>
              <a:rPr b="0" i="0" lang="en-US" sz="1600" u="none">
                <a:solidFill>
                  <a:schemeClr val="dk1"/>
                </a:solidFill>
                <a:latin typeface="Helvetica Neue"/>
                <a:ea typeface="Helvetica Neue"/>
                <a:cs typeface="Helvetica Neue"/>
                <a:sym typeface="Helvetica Neue"/>
              </a:rPr>
              <a:t>The Singleton’s constructor should be hidden from the client code. Calling the </a:t>
            </a:r>
            <a:r>
              <a:rPr b="0" i="0" lang="en-US" sz="1600" u="none">
                <a:solidFill>
                  <a:srgbClr val="FF0000"/>
                </a:solidFill>
                <a:latin typeface="Helvetica Neue"/>
                <a:ea typeface="Helvetica Neue"/>
                <a:cs typeface="Helvetica Neue"/>
                <a:sym typeface="Helvetica Neue"/>
              </a:rPr>
              <a:t>getInstance</a:t>
            </a:r>
            <a:r>
              <a:rPr b="0" i="0" lang="en-US" sz="1600" u="none">
                <a:solidFill>
                  <a:schemeClr val="dk1"/>
                </a:solidFill>
                <a:latin typeface="Helvetica Neue"/>
                <a:ea typeface="Helvetica Neue"/>
                <a:cs typeface="Helvetica Neue"/>
                <a:sym typeface="Helvetica Neue"/>
              </a:rPr>
              <a:t> method should be the only way of getting the Singleton object.</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08" name="Shape 508"/>
        <p:cNvGrpSpPr/>
        <p:nvPr/>
      </p:nvGrpSpPr>
      <p:grpSpPr>
        <a:xfrm>
          <a:off x="0" y="0"/>
          <a:ext cx="0" cy="0"/>
          <a:chOff x="0" y="0"/>
          <a:chExt cx="0" cy="0"/>
        </a:xfrm>
      </p:grpSpPr>
      <p:sp>
        <p:nvSpPr>
          <p:cNvPr id="509" name="Google Shape;509;p36"/>
          <p:cNvSpPr txBox="1"/>
          <p:nvPr>
            <p:ph type="title"/>
          </p:nvPr>
        </p:nvSpPr>
        <p:spPr>
          <a:xfrm>
            <a:off x="457200" y="274637"/>
            <a:ext cx="8229600" cy="11430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Clr>
                <a:schemeClr val="dk1"/>
              </a:buClr>
              <a:buSzPts val="3300"/>
              <a:buFont typeface="Helvetica Neue"/>
              <a:buNone/>
            </a:pPr>
            <a:r>
              <a:rPr b="0" i="0" lang="en-US" sz="3300" u="none">
                <a:solidFill>
                  <a:schemeClr val="dk1"/>
                </a:solidFill>
                <a:latin typeface="Helvetica Neue"/>
                <a:ea typeface="Helvetica Neue"/>
                <a:cs typeface="Helvetica Neue"/>
                <a:sym typeface="Helvetica Neue"/>
              </a:rPr>
              <a:t>Singleton</a:t>
            </a:r>
            <a:endParaRPr/>
          </a:p>
        </p:txBody>
      </p:sp>
      <p:sp>
        <p:nvSpPr>
          <p:cNvPr id="510" name="Google Shape;510;p36"/>
          <p:cNvSpPr txBox="1"/>
          <p:nvPr>
            <p:ph idx="1" type="body"/>
          </p:nvPr>
        </p:nvSpPr>
        <p:spPr>
          <a:xfrm>
            <a:off x="457200" y="1600200"/>
            <a:ext cx="8229600" cy="4525962"/>
          </a:xfrm>
          <a:prstGeom prst="rect">
            <a:avLst/>
          </a:prstGeom>
          <a:noFill/>
          <a:ln>
            <a:noFill/>
          </a:ln>
        </p:spPr>
        <p:txBody>
          <a:bodyPr anchorCtr="0" anchor="t" bIns="45700" lIns="91425" spcFirstLastPara="1" rIns="91425" wrap="square" tIns="45700">
            <a:noAutofit/>
          </a:bodyPr>
          <a:lstStyle/>
          <a:p>
            <a:pPr indent="-257175" lvl="0" marL="257175" marR="0" rtl="0" algn="just">
              <a:lnSpc>
                <a:spcPct val="100000"/>
              </a:lnSpc>
              <a:spcBef>
                <a:spcPts val="0"/>
              </a:spcBef>
              <a:spcAft>
                <a:spcPts val="0"/>
              </a:spcAft>
              <a:buClr>
                <a:schemeClr val="dk1"/>
              </a:buClr>
              <a:buSzPts val="2400"/>
              <a:buFont typeface="Arial"/>
              <a:buChar char="•"/>
            </a:pPr>
            <a:r>
              <a:rPr b="0" i="0" lang="en-US" sz="2400" u="none">
                <a:solidFill>
                  <a:schemeClr val="dk1"/>
                </a:solidFill>
                <a:latin typeface="Helvetica Neue"/>
                <a:ea typeface="Helvetica Neue"/>
                <a:cs typeface="Helvetica Neue"/>
                <a:sym typeface="Helvetica Neue"/>
              </a:rPr>
              <a:t>The PersistenceFactory raises another new problem in the design: Who creates the factory itself, and how is it accessed?</a:t>
            </a:r>
            <a:endParaRPr/>
          </a:p>
          <a:p>
            <a:pPr indent="-214312" lvl="1" marL="557212" marR="0" rtl="0" algn="just">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Helvetica Neue"/>
                <a:ea typeface="Helvetica Neue"/>
                <a:cs typeface="Helvetica Neue"/>
                <a:sym typeface="Helvetica Neue"/>
              </a:rPr>
              <a:t>only one instance of the factory is needed within the process. </a:t>
            </a:r>
            <a:endParaRPr/>
          </a:p>
          <a:p>
            <a:pPr indent="-214312" lvl="1" marL="557212" marR="0" rtl="0" algn="just">
              <a:lnSpc>
                <a:spcPct val="100000"/>
              </a:lnSpc>
              <a:spcBef>
                <a:spcPts val="400"/>
              </a:spcBef>
              <a:spcAft>
                <a:spcPts val="0"/>
              </a:spcAft>
              <a:buClr>
                <a:schemeClr val="dk1"/>
              </a:buClr>
              <a:buSzPts val="2000"/>
              <a:buFont typeface="Arial"/>
              <a:buChar char="–"/>
            </a:pPr>
            <a:r>
              <a:rPr b="0" i="0" lang="en-US" sz="2000" u="none" cap="none" strike="noStrike">
                <a:solidFill>
                  <a:schemeClr val="dk1"/>
                </a:solidFill>
                <a:latin typeface="Helvetica Neue"/>
                <a:ea typeface="Helvetica Neue"/>
                <a:cs typeface="Helvetica Neue"/>
                <a:sym typeface="Helvetica Neue"/>
              </a:rPr>
              <a:t>quick reflection suggests that the methods of this factory may need to be called from various places in the code</a:t>
            </a:r>
            <a:endParaRPr/>
          </a:p>
          <a:p>
            <a:pPr indent="-87312" lvl="1" marL="557212" marR="0" rtl="0" algn="just">
              <a:lnSpc>
                <a:spcPct val="100000"/>
              </a:lnSpc>
              <a:spcBef>
                <a:spcPts val="400"/>
              </a:spcBef>
              <a:spcAft>
                <a:spcPts val="0"/>
              </a:spcAft>
              <a:buClr>
                <a:schemeClr val="dk1"/>
              </a:buClr>
              <a:buSzPts val="2000"/>
              <a:buFont typeface="Arial"/>
              <a:buNone/>
            </a:pPr>
            <a:r>
              <a:t/>
            </a:r>
            <a:endParaRPr b="0" i="0" sz="2000" u="none" cap="none" strike="noStrike">
              <a:solidFill>
                <a:schemeClr val="dk1"/>
              </a:solidFill>
              <a:latin typeface="Helvetica Neue"/>
              <a:ea typeface="Helvetica Neue"/>
              <a:cs typeface="Helvetica Neue"/>
              <a:sym typeface="Helvetica Neue"/>
            </a:endParaRPr>
          </a:p>
          <a:p>
            <a:pPr indent="-257175" lvl="0" marL="257175" marR="0" rtl="0" algn="just">
              <a:lnSpc>
                <a:spcPct val="100000"/>
              </a:lnSpc>
              <a:spcBef>
                <a:spcPts val="480"/>
              </a:spcBef>
              <a:spcAft>
                <a:spcPts val="0"/>
              </a:spcAft>
              <a:buClr>
                <a:schemeClr val="dk1"/>
              </a:buClr>
              <a:buSzPts val="2400"/>
              <a:buFont typeface="Arial"/>
              <a:buChar char="•"/>
            </a:pPr>
            <a:r>
              <a:rPr b="0" i="0" lang="en-US" sz="2400" u="none">
                <a:solidFill>
                  <a:schemeClr val="dk1"/>
                </a:solidFill>
                <a:latin typeface="Helvetica Neue"/>
                <a:ea typeface="Helvetica Neue"/>
                <a:cs typeface="Helvetica Neue"/>
                <a:sym typeface="Helvetica Neue"/>
              </a:rPr>
              <a:t>Thus, there is a visibility problem: How to get visibility to this single PersistenceFactory instance?</a:t>
            </a:r>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15" name="Shape 515"/>
        <p:cNvGrpSpPr/>
        <p:nvPr/>
      </p:nvGrpSpPr>
      <p:grpSpPr>
        <a:xfrm>
          <a:off x="0" y="0"/>
          <a:ext cx="0" cy="0"/>
          <a:chOff x="0" y="0"/>
          <a:chExt cx="0" cy="0"/>
        </a:xfrm>
      </p:grpSpPr>
      <p:pic>
        <p:nvPicPr>
          <p:cNvPr id="516" name="Google Shape;516;p37"/>
          <p:cNvPicPr preferRelativeResize="0"/>
          <p:nvPr/>
        </p:nvPicPr>
        <p:blipFill rotWithShape="1">
          <a:blip r:embed="rId3">
            <a:alphaModFix/>
          </a:blip>
          <a:srcRect b="0" l="5833" r="4164" t="0"/>
          <a:stretch/>
        </p:blipFill>
        <p:spPr>
          <a:xfrm>
            <a:off x="533400" y="1066800"/>
            <a:ext cx="8229600" cy="3741737"/>
          </a:xfrm>
          <a:prstGeom prst="rect">
            <a:avLst/>
          </a:prstGeom>
          <a:noFill/>
          <a:ln>
            <a:noFill/>
          </a:ln>
          <a:effectLst>
            <a:outerShdw blurRad="63500" dir="2700000" dist="139700">
              <a:srgbClr val="333333">
                <a:alpha val="64705"/>
              </a:srgbClr>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Sp="0">
  <p:cSld>
    <p:spTree>
      <p:nvGrpSpPr>
        <p:cNvPr id="521" name="Shape 521"/>
        <p:cNvGrpSpPr/>
        <p:nvPr/>
      </p:nvGrpSpPr>
      <p:grpSpPr>
        <a:xfrm>
          <a:off x="0" y="0"/>
          <a:ext cx="0" cy="0"/>
          <a:chOff x="0" y="0"/>
          <a:chExt cx="0" cy="0"/>
        </a:xfrm>
      </p:grpSpPr>
      <p:pic>
        <p:nvPicPr>
          <p:cNvPr id="522" name="Google Shape;522;p38"/>
          <p:cNvPicPr preferRelativeResize="0"/>
          <p:nvPr/>
        </p:nvPicPr>
        <p:blipFill rotWithShape="1">
          <a:blip r:embed="rId3">
            <a:alphaModFix/>
          </a:blip>
          <a:srcRect b="0" l="5000" r="5000" t="2833"/>
          <a:stretch/>
        </p:blipFill>
        <p:spPr>
          <a:xfrm>
            <a:off x="152400" y="1905000"/>
            <a:ext cx="8878887" cy="2819400"/>
          </a:xfrm>
          <a:prstGeom prst="rect">
            <a:avLst/>
          </a:prstGeom>
          <a:noFill/>
          <a:ln>
            <a:noFill/>
          </a:ln>
          <a:effectLst>
            <a:outerShdw blurRad="63500" dir="2700000" dist="139700">
              <a:srgbClr val="333333">
                <a:alpha val="64705"/>
              </a:srgbClr>
            </a:outerShdw>
          </a:effectLst>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6_quest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2_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5_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9_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5_quest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4_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quest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4_quest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10_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7_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3.xml><?xml version="1.0" encoding="utf-8"?>
<a:theme xmlns:a="http://schemas.openxmlformats.org/drawingml/2006/main" xmlns:r="http://schemas.openxmlformats.org/officeDocument/2006/relationships" name="3_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4.xml><?xml version="1.0" encoding="utf-8"?>
<a:theme xmlns:a="http://schemas.openxmlformats.org/drawingml/2006/main" xmlns:r="http://schemas.openxmlformats.org/officeDocument/2006/relationships" name="1_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5.xml><?xml version="1.0" encoding="utf-8"?>
<a:theme xmlns:a="http://schemas.openxmlformats.org/drawingml/2006/main" xmlns:r="http://schemas.openxmlformats.org/officeDocument/2006/relationships" name="6_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6.xml><?xml version="1.0" encoding="utf-8"?>
<a:theme xmlns:a="http://schemas.openxmlformats.org/drawingml/2006/main" xmlns:r="http://schemas.openxmlformats.org/officeDocument/2006/relationships" name="1_quest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7.xml><?xml version="1.0" encoding="utf-8"?>
<a:theme xmlns:a="http://schemas.openxmlformats.org/drawingml/2006/main" xmlns:r="http://schemas.openxmlformats.org/officeDocument/2006/relationships" name="11_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8.xml><?xml version="1.0" encoding="utf-8"?>
<a:theme xmlns:a="http://schemas.openxmlformats.org/drawingml/2006/main" xmlns:r="http://schemas.openxmlformats.org/officeDocument/2006/relationships" name="2_quest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9.xml><?xml version="1.0" encoding="utf-8"?>
<a:theme xmlns:a="http://schemas.openxmlformats.org/drawingml/2006/main" xmlns:r="http://schemas.openxmlformats.org/officeDocument/2006/relationships" name="13_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0.xml><?xml version="1.0" encoding="utf-8"?>
<a:theme xmlns:a="http://schemas.openxmlformats.org/drawingml/2006/main" xmlns:r="http://schemas.openxmlformats.org/officeDocument/2006/relationships" name="3_quest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1.xml><?xml version="1.0" encoding="utf-8"?>
<a:theme xmlns:a="http://schemas.openxmlformats.org/drawingml/2006/main" xmlns:r="http://schemas.openxmlformats.org/officeDocument/2006/relationships" name="8_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2.xml><?xml version="1.0" encoding="utf-8"?>
<a:theme xmlns:a="http://schemas.openxmlformats.org/drawingml/2006/main" xmlns:r="http://schemas.openxmlformats.org/officeDocument/2006/relationships" name="12_SVV_Template">
  <a:themeElements>
    <a:clrScheme name="Custom 2">
      <a:dk1>
        <a:srgbClr val="000000"/>
      </a:dk1>
      <a:lt1>
        <a:srgbClr val="FFFFFF"/>
      </a:lt1>
      <a:dk2>
        <a:srgbClr val="000000"/>
      </a:dk2>
      <a:lt2>
        <a:srgbClr val="F8F8F8"/>
      </a:lt2>
      <a:accent1>
        <a:srgbClr val="DDDDDD"/>
      </a:accent1>
      <a:accent2>
        <a:srgbClr val="006EC6"/>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2007-11-11T14:38:36Z</dcterms:created>
  <dc:creator>zouhaib</dc:creator>
</cp:coreProperties>
</file>