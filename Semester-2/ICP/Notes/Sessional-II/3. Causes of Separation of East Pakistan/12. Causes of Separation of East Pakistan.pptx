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000" autoAdjust="0"/>
    <p:restoredTop sz="94660"/>
  </p:normalViewPr>
  <p:slideViewPr>
    <p:cSldViewPr snapToGrid="0">
      <p:cViewPr varScale="1">
        <p:scale>
          <a:sx n="69" d="100"/>
          <a:sy n="69" d="100"/>
        </p:scale>
        <p:origin x="696" y="6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2416500" y="329307"/>
            <a:ext cx="4973915" cy="309201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8298697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709447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1434792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5244453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410667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841879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5451819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48953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447382" y="318640"/>
            <a:ext cx="5541004" cy="32093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9867704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8053133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324383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538" b="-1538"/>
          <a:stretch/>
        </p:blipFill>
        <p:spPr bwMode="black">
          <a:xfrm>
            <a:off x="0" y="6126480"/>
            <a:ext cx="12192000" cy="742950"/>
          </a:xfrm>
          <a:prstGeom prst="rect">
            <a:avLst/>
          </a:prstGeom>
        </p:spPr>
      </p:pic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8" y="330370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84804E3-A0A6-4D17-9828-ED3250900F03}" type="datetimeFigureOut">
              <a:rPr lang="en-US" smtClean="0"/>
              <a:t>10/25/2022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451579" y="329307"/>
            <a:ext cx="5938836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80060" y="798973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2800">
                <a:solidFill>
                  <a:schemeClr val="accent1"/>
                </a:solidFill>
              </a:defRPr>
            </a:lvl1pPr>
          </a:lstStyle>
          <a:p>
            <a:fld id="{409DE964-401D-46F9-9600-A3E058A2E8E3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0808484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EAB097-9FF4-D1C5-0DD3-A92AAD2539C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/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Separation of East Pakistan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EECB993-9808-84F2-F192-3EB460EAEB1E}"/>
              </a:ext>
            </a:extLst>
          </p:cNvPr>
          <p:cNvSpPr txBox="1"/>
          <p:nvPr/>
        </p:nvSpPr>
        <p:spPr>
          <a:xfrm>
            <a:off x="5153890" y="4659684"/>
            <a:ext cx="354676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By Muhammad Ajmal Khan</a:t>
            </a:r>
          </a:p>
        </p:txBody>
      </p:sp>
    </p:spTree>
    <p:extLst>
      <p:ext uri="{BB962C8B-B14F-4D97-AF65-F5344CB8AC3E}">
        <p14:creationId xmlns:p14="http://schemas.microsoft.com/office/powerpoint/2010/main" val="3131908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268DE2-F4BB-FBFE-BF01-E95D0552ADC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Six Point Formula of Sheikh Mujeeb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ur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Rahman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6E148F-3AB7-65EF-6746-70B98E7BE88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Federal Parliamentary System on the basis of population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Federal government would be restricted to foreign affairs, defense and currency.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There would be two different currencies for the two wings or a single one with separate Federal Reserve systems for each wing.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power of implementation and collection of taxes would lie with the provinces. The federal government will be given enough shares…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Separate accounts of foreign exchange earnings for each wing.</a:t>
            </a:r>
          </a:p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East Pakistan would be given the Authority to have a militia </a:t>
            </a:r>
          </a:p>
        </p:txBody>
      </p:sp>
    </p:spTree>
    <p:extLst>
      <p:ext uri="{BB962C8B-B14F-4D97-AF65-F5344CB8AC3E}">
        <p14:creationId xmlns:p14="http://schemas.microsoft.com/office/powerpoint/2010/main" val="236455405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27A5EF-A521-AD09-9CF6-ACD50489A83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53613"/>
            <a:ext cx="9603275" cy="600141"/>
          </a:xfrm>
        </p:spPr>
        <p:txBody>
          <a:bodyPr/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Causes of Separation of East Pakistan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391B36-6E31-A428-F7DF-F0CCB9CDAF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Autofit/>
          </a:bodyPr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Conflict between Provinces: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Political failure and economic injustice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Conflicts: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elite class of PML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Presidential form of government: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Centralized and autocratic presidential system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 of Civil Services: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officers heired on the key positions were from the West Pakistan who resulted the military coup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Recruitments in Army: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Punjabi 60%,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Pukhtuns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35%.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Ayub’s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Attitude: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Appointed General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Mosa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Khan in East Pakistan who was known for ruthlessness towards his opponents.</a:t>
            </a:r>
            <a:endParaRPr lang="en-US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Economic Deprivations: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East Pakistan’s interest neglected.</a:t>
            </a:r>
          </a:p>
        </p:txBody>
      </p:sp>
    </p:spTree>
    <p:extLst>
      <p:ext uri="{BB962C8B-B14F-4D97-AF65-F5344CB8AC3E}">
        <p14:creationId xmlns:p14="http://schemas.microsoft.com/office/powerpoint/2010/main" val="137473295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BF5139-7EBC-CBBC-CFE9-667F2567C9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1224117"/>
            <a:ext cx="9603275" cy="629638"/>
          </a:xfrm>
        </p:spPr>
        <p:txBody>
          <a:bodyPr>
            <a:normAutofit/>
          </a:bodyPr>
          <a:lstStyle/>
          <a:p>
            <a:pPr algn="ctr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Other Immediate Causes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D340D1-8F52-16DC-4F14-FBCAD4F85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War between India and Pakistan: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Military strategy “defense of the East lies in the West” failed. 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General Elections of 1970: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conflict between PPP and </a:t>
            </a:r>
            <a:r>
              <a:rPr lang="en-US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Awami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League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Ganga Hijacking incident in 1970: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links between East and West wing was cut off.</a:t>
            </a:r>
          </a:p>
          <a:p>
            <a:pPr algn="just"/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Mr. Zulfiqar Ali Bhutto’s Attitude towards East Pakistan: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General elections of 1970, the military action in 1971, Indian factor</a:t>
            </a:r>
          </a:p>
        </p:txBody>
      </p:sp>
    </p:spTree>
    <p:extLst>
      <p:ext uri="{BB962C8B-B14F-4D97-AF65-F5344CB8AC3E}">
        <p14:creationId xmlns:p14="http://schemas.microsoft.com/office/powerpoint/2010/main" val="157152014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Gallery">
      <a:fillStyleLst>
        <a:solidFill>
          <a:schemeClr val="phClr"/>
        </a:solidFill>
        <a:gradFill rotWithShape="1">
          <a:gsLst>
            <a:gs pos="0">
              <a:schemeClr val="phClr">
                <a:tint val="54000"/>
                <a:alpha val="100000"/>
                <a:satMod val="105000"/>
                <a:lumMod val="110000"/>
              </a:schemeClr>
            </a:gs>
            <a:gs pos="100000">
              <a:schemeClr val="phClr">
                <a:tint val="78000"/>
                <a:alpha val="92000"/>
                <a:satMod val="109000"/>
                <a:lumMod val="10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satMod val="110000"/>
                <a:lumMod val="104000"/>
              </a:schemeClr>
            </a:gs>
            <a:gs pos="69000">
              <a:schemeClr val="phClr">
                <a:shade val="88000"/>
                <a:satMod val="130000"/>
                <a:lumMod val="92000"/>
              </a:schemeClr>
            </a:gs>
            <a:gs pos="100000">
              <a:schemeClr val="phClr">
                <a:shade val="78000"/>
                <a:satMod val="130000"/>
                <a:lumMod val="92000"/>
              </a:schemeClr>
            </a:gs>
          </a:gsLst>
          <a:lin ang="54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2225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0800" dist="50800" dir="5400000" sx="96000" sy="96000" rotWithShape="0">
              <a:srgbClr val="000000">
                <a:alpha val="48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1080000"/>
            </a:lightRig>
          </a:scene3d>
          <a:sp3d>
            <a:bevelT w="38100" h="12700" prst="softRound"/>
          </a:sp3d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Gallery" id="{BBFCD31E-59A1-489D-B089-A3EAD7CAE12E}" vid="{F5E91637-A7B6-4E27-B710-77DA7014EE1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Gallery</Template>
  <TotalTime>89</TotalTime>
  <Words>276</Words>
  <Application>Microsoft Office PowerPoint</Application>
  <PresentationFormat>Widescreen</PresentationFormat>
  <Paragraphs>22</Paragraphs>
  <Slides>4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Gill Sans MT</vt:lpstr>
      <vt:lpstr>Times New Roman</vt:lpstr>
      <vt:lpstr>Gallery</vt:lpstr>
      <vt:lpstr>Causes of Separation of East Pakistan</vt:lpstr>
      <vt:lpstr>Six Point Formula of Sheikh Mujeeb ur Rahman</vt:lpstr>
      <vt:lpstr>Causes of Separation of East Pakistan</vt:lpstr>
      <vt:lpstr>Other Immediate Causes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Causes of Separation of East Pakistan</dc:title>
  <dc:creator>Hafiz Computer CC</dc:creator>
  <cp:lastModifiedBy>Hafiz Computer CC</cp:lastModifiedBy>
  <cp:revision>2</cp:revision>
  <dcterms:created xsi:type="dcterms:W3CDTF">2022-05-10T06:28:45Z</dcterms:created>
  <dcterms:modified xsi:type="dcterms:W3CDTF">2022-10-25T07:54:56Z</dcterms:modified>
</cp:coreProperties>
</file>