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FD1BC-4434-4F58-BBEC-7E1D038E47D9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DB280-7FF8-4A92-B86D-A64D202D5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84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FD1BC-4434-4F58-BBEC-7E1D038E47D9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20BDB280-7FF8-4A92-B86D-A64D202D5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810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FD1BC-4434-4F58-BBEC-7E1D038E47D9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DB280-7FF8-4A92-B86D-A64D202D5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648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FD1BC-4434-4F58-BBEC-7E1D038E47D9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DB280-7FF8-4A92-B86D-A64D202D5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94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FD1BC-4434-4F58-BBEC-7E1D038E47D9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DB280-7FF8-4A92-B86D-A64D202D5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461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FD1BC-4434-4F58-BBEC-7E1D038E47D9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DB280-7FF8-4A92-B86D-A64D202D5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336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FD1BC-4434-4F58-BBEC-7E1D038E47D9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DB280-7FF8-4A92-B86D-A64D202D5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25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FD1BC-4434-4F58-BBEC-7E1D038E47D9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DB280-7FF8-4A92-B86D-A64D202D5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69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FD1BC-4434-4F58-BBEC-7E1D038E47D9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DB280-7FF8-4A92-B86D-A64D202D5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579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FD1BC-4434-4F58-BBEC-7E1D038E47D9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DB280-7FF8-4A92-B86D-A64D202D5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75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FD1BC-4434-4F58-BBEC-7E1D038E47D9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DB280-7FF8-4A92-B86D-A64D202D5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392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FD1BC-4434-4F58-BBEC-7E1D038E47D9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DB280-7FF8-4A92-B86D-A64D202D5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3176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FD1BC-4434-4F58-BBEC-7E1D038E47D9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DB280-7FF8-4A92-B86D-A64D202D5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5381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FD1BC-4434-4F58-BBEC-7E1D038E47D9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DB280-7FF8-4A92-B86D-A64D202D5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5865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FD1BC-4434-4F58-BBEC-7E1D038E47D9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DB280-7FF8-4A92-B86D-A64D202D5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1746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FD1BC-4434-4F58-BBEC-7E1D038E47D9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DB280-7FF8-4A92-B86D-A64D202D5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0161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FD1BC-4434-4F58-BBEC-7E1D038E47D9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DB280-7FF8-4A92-B86D-A64D202D5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035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18FD1BC-4434-4F58-BBEC-7E1D038E47D9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0BDB280-7FF8-4A92-B86D-A64D202D5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2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D484-986E-44D0-A9A8-E030670FE5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Constitutional History of Pakistan</a:t>
            </a:r>
            <a:br>
              <a:rPr lang="en-US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B46891-7790-DD51-5322-0813C580020C}"/>
              </a:ext>
            </a:extLst>
          </p:cNvPr>
          <p:cNvSpPr txBox="1"/>
          <p:nvPr/>
        </p:nvSpPr>
        <p:spPr>
          <a:xfrm>
            <a:off x="8797636" y="4585854"/>
            <a:ext cx="3131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By: Muhammad Ajmal Khan</a:t>
            </a:r>
          </a:p>
        </p:txBody>
      </p:sp>
    </p:spTree>
    <p:extLst>
      <p:ext uri="{BB962C8B-B14F-4D97-AF65-F5344CB8AC3E}">
        <p14:creationId xmlns:p14="http://schemas.microsoft.com/office/powerpoint/2010/main" val="2507941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E1EA6-1755-459A-A579-419591274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Constitution?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309EB-3631-4E7C-B8DC-C07B1F155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313709"/>
            <a:ext cx="10018713" cy="3477491"/>
          </a:xfrm>
        </p:spPr>
        <p:txBody>
          <a:bodyPr>
            <a:noAutofit/>
          </a:bodyPr>
          <a:lstStyle/>
          <a:p>
            <a:pPr marL="290513" marR="0" indent="-290513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17907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Definition: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constitution is a set of fundamental principles or established precedents according to which a state or an organization is governed. </a:t>
            </a:r>
          </a:p>
          <a:p>
            <a:pPr marL="290513" marR="0" indent="-290513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17907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Importance of constitution: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constitution is considered a direction for a country or state to run its affairs.</a:t>
            </a:r>
          </a:p>
          <a:p>
            <a:pPr marL="290513" marR="0" indent="-290513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17907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Formulating a constitution: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new constituent assembly was formed on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August 10, 1947,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charged with the following responsibilities: </a:t>
            </a:r>
          </a:p>
          <a:p>
            <a:pPr marL="290513" indent="-290513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17907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act as the Parliament of Pakistan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90513" indent="-290513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17907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frame a constitution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90513" indent="-290513" algn="just"/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first constituent assembly failed to frame any constitution till 1955. After the death of Jinnah, Liaquat Ali took the responsibility of framing a constitution.</a:t>
            </a:r>
          </a:p>
          <a:p>
            <a:pPr marL="290513" indent="-290513"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1452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C140C-BABF-4886-B843-B00C672E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Central themes of the Constitution: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A24B7-0A6B-4DAC-80F4-1182DF0AB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67344"/>
            <a:ext cx="10018713" cy="3124201"/>
          </a:xfrm>
        </p:spPr>
        <p:txBody>
          <a:bodyPr/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17907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Islam, official language issue, the form of government, representation, and nature of legislature.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17907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would be the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National language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the country?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17907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would be the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position of Islam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the constitution?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17907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Geographical division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the country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17907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Centre-province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relationship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17907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Parliamentary form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government or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Presidential form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government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17907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Unicameral legislature is based on one house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(National Assembly)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r>
              <a:rPr lang="en-US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icameral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legislature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based on two houses: Upper House and Lower House (Senate and National Assembly).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687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0B01A-A5E4-4553-8946-B3564A95E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07942"/>
            <a:ext cx="3549121" cy="1371600"/>
          </a:xfrm>
        </p:spPr>
        <p:txBody>
          <a:bodyPr>
            <a:norm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Objective Resolution: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38A1C-25BE-4694-9814-4641EC45F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6168" y="1476112"/>
            <a:ext cx="6240990" cy="5105401"/>
          </a:xfrm>
        </p:spPr>
        <p:txBody>
          <a:bodyPr>
            <a:no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17907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Salient Features of Objective Resolution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17907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Sovereignty of Allah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17907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Political leadership of the chosen representatives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17907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Principles of democracy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17907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Islamic way of Life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17907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Minority protection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17907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Federation of Pakistan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17907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Fundamental rights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17907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Minority Rights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17907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Independence of Judiciary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17907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Integrity of Federation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BC3386-23B7-415A-B136-2E038DB7A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4311" y="1601931"/>
            <a:ext cx="4819508" cy="3654137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objectives resolution was adopted by the constituent Assembly of Pakistan on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March 12, 1949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Prime Minister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Liaquat Ali Khan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presented it in the assembly on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March 7, 1949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It proclaimed that the future constitution of Pakistan would not be modeled entirely on a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European pattern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but on the ideology and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democratic faith of Islam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02251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4EDBE-D0E2-4820-9F94-069DCF52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Importance of the Objective Resolution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97BD7-E657-4506-9A32-2C4A6371B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08464"/>
            <a:ext cx="10018713" cy="1700645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17907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Sovereignty belongs to Allah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17907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way of life would be based on Islamic principles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17907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Bridging the gap between Muslim Tradition and Western Ideas (Islamic Democracy or Theo-democracy)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17907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Foundation of a Modern Muslim State (Pakistan)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181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476F8-BDEA-4AF4-A1C1-774D94C65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990599"/>
            <a:ext cx="10018713" cy="1752599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Principles Committee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301E7-45E4-4FDB-8065-BC9E5FC6B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66899"/>
            <a:ext cx="10018713" cy="3124201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Objective Resolution was not a full-fledge constitution due to which a committee was formed to frame a future constitution, the report presented by the committee was much criticized: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absence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Islamic provisions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Urdu was declared as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language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(Criticized by Bengalis)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Bengalis were considered a minority in the legislature: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Senate and the National Assembly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66263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88261-ED58-4032-AA0E-DDF967E62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C6A07-F512-4A35-BD69-CC3E8183E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95401"/>
            <a:ext cx="10018713" cy="3124201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of passing seven years without a proper constitution, the Pakistani leadership failed to frame a full-fledged constitution.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reports had been rejected due to controversy over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language, Islamic principles, and form of government. </a:t>
            </a:r>
          </a:p>
        </p:txBody>
      </p:sp>
    </p:spTree>
    <p:extLst>
      <p:ext uri="{BB962C8B-B14F-4D97-AF65-F5344CB8AC3E}">
        <p14:creationId xmlns:p14="http://schemas.microsoft.com/office/powerpoint/2010/main" val="1818926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09" y="1055915"/>
            <a:ext cx="10018713" cy="6858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Constitution of 1956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09" y="1861457"/>
            <a:ext cx="10018713" cy="2079171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facing lots of constitutional and political troubles due to the lack of a constitution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Pakistani leadership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came to the forefront and framed a full-fledged constitution on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February 1956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He tried his best to treat both wings (East and West Pakistan) on an equal basis.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Finally the constitution was enforced on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March 1956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declared Pakistan a Republic. </a:t>
            </a:r>
          </a:p>
        </p:txBody>
      </p:sp>
    </p:spTree>
    <p:extLst>
      <p:ext uri="{BB962C8B-B14F-4D97-AF65-F5344CB8AC3E}">
        <p14:creationId xmlns:p14="http://schemas.microsoft.com/office/powerpoint/2010/main" val="628317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598714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Salient Features of the Constitution of 1956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1" y="2035629"/>
            <a:ext cx="10018713" cy="4223657"/>
          </a:xfrm>
        </p:spPr>
        <p:txBody>
          <a:bodyPr>
            <a:noAutofit/>
          </a:bodyPr>
          <a:lstStyle/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Sovereignty: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authority to be exercised by the people of Pakistan prescribed by Allah.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Bicameral Legislature: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Parliament was comprised of only one house, the National Assembly headed by the President. Both the Wings had an equal number of seats. (300 Seats)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President: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president should be Muslim and should not be younger than 40 years. He would be elected by the National and Provincial assemblies.  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of the President: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appoint PM, Provincial Governors, and Judges of the Supreme Court. He had the power to dissolve the assemblies. No bill could be passed without his assent. 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Prime Minister: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Elected from the party that had the majority in the federal Parliament. He could be removed by the president.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Provincial Assembly: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Assemblies were set up in the East and West Wing comprised of 80 seats. 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Supreme Court: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highest judicial institution in the country headed by the CJ and appointed by the President. 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Court: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Provincial level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459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1106385"/>
            <a:ext cx="10018713" cy="5334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Directive Principles of 1956 Constitution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002970"/>
            <a:ext cx="10018713" cy="3124201"/>
          </a:xfrm>
        </p:spPr>
        <p:txBody>
          <a:bodyPr>
            <a:no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God will be the Sovereign head of the State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name of the country would be the Islamic Republic of Pakistan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Unity among people through Islamic principles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promote Zakat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Awkaf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social and economic welfare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promote good relations with Islamic countries</a:t>
            </a:r>
          </a:p>
        </p:txBody>
      </p:sp>
    </p:spTree>
    <p:extLst>
      <p:ext uri="{BB962C8B-B14F-4D97-AF65-F5344CB8AC3E}">
        <p14:creationId xmlns:p14="http://schemas.microsoft.com/office/powerpoint/2010/main" val="2753230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903514"/>
            <a:ext cx="10018713" cy="859971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Analysis of 1956 Constitution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957449"/>
            <a:ext cx="10018713" cy="1895104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Islamic Provisions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of the State: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Controversy over Speaker of the National Assembly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Authority delegated to People: People could be Muslim and Non-Muslim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of East Pakistan: Demanded Shares according to their population</a:t>
            </a:r>
          </a:p>
        </p:txBody>
      </p:sp>
    </p:spTree>
    <p:extLst>
      <p:ext uri="{BB962C8B-B14F-4D97-AF65-F5344CB8AC3E}">
        <p14:creationId xmlns:p14="http://schemas.microsoft.com/office/powerpoint/2010/main" val="39687454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398</TotalTime>
  <Words>823</Words>
  <Application>Microsoft Office PowerPoint</Application>
  <PresentationFormat>Widescreen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Corbel</vt:lpstr>
      <vt:lpstr>Courier New</vt:lpstr>
      <vt:lpstr>Times New Roman</vt:lpstr>
      <vt:lpstr>Parallax</vt:lpstr>
      <vt:lpstr>Constitutional History of Pakistan </vt:lpstr>
      <vt:lpstr>What is Constitution?</vt:lpstr>
      <vt:lpstr>Central themes of the Constitution:</vt:lpstr>
      <vt:lpstr>Objective Resolution:</vt:lpstr>
      <vt:lpstr>Importance of the Objective Resolution</vt:lpstr>
      <vt:lpstr>Basic Principles Committee</vt:lpstr>
      <vt:lpstr>Criticism</vt:lpstr>
      <vt:lpstr>Constitution of 1956</vt:lpstr>
      <vt:lpstr>Salient Features of the Constitution of 1956</vt:lpstr>
      <vt:lpstr>Directive Principles of 1956 Constitution</vt:lpstr>
      <vt:lpstr>Critical Analysis of 1956 Constitution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Constitutional History of Pakistan </dc:title>
  <dc:creator>Hafiz Computer CC</dc:creator>
  <cp:lastModifiedBy>SKD</cp:lastModifiedBy>
  <cp:revision>26</cp:revision>
  <dcterms:created xsi:type="dcterms:W3CDTF">2021-11-22T13:34:52Z</dcterms:created>
  <dcterms:modified xsi:type="dcterms:W3CDTF">2024-03-18T16:37:17Z</dcterms:modified>
</cp:coreProperties>
</file>