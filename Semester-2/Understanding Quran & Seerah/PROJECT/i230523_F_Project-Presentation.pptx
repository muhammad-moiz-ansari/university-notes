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810" r:id="rId1"/>
  </p:sldMasterIdLst>
  <p:notesMasterIdLst>
    <p:notesMasterId r:id="rId4"/>
  </p:notesMasterIdLst>
  <p:sldIdLst>
    <p:sldId id="323" r:id="rId2"/>
    <p:sldId id="326" r:id="rId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E833EC0-2658-4053-8451-7EC04109F482}" v="24" dt="2023-11-26T07:30:54.45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2518" autoAdjust="0"/>
    <p:restoredTop sz="84758" autoAdjust="0"/>
  </p:normalViewPr>
  <p:slideViewPr>
    <p:cSldViewPr snapToGrid="0">
      <p:cViewPr>
        <p:scale>
          <a:sx n="50" d="100"/>
          <a:sy n="50" d="100"/>
        </p:scale>
        <p:origin x="996" y="11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10" Type="http://schemas.microsoft.com/office/2015/10/relationships/revisionInfo" Target="revisionInfo.xml"/><Relationship Id="rId4" Type="http://schemas.openxmlformats.org/officeDocument/2006/relationships/notesMaster" Target="notesMasters/notesMaster1.xml"/><Relationship Id="rId9"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uhammadaniyal@outlook.com" userId="637dd5e4b1f1942f" providerId="LiveId" clId="{6E833EC0-2658-4053-8451-7EC04109F482}"/>
    <pc:docChg chg="undo custSel delSld modSld sldOrd">
      <pc:chgData name="muhammadaniyal@outlook.com" userId="637dd5e4b1f1942f" providerId="LiveId" clId="{6E833EC0-2658-4053-8451-7EC04109F482}" dt="2023-11-26T08:26:58.977" v="31" actId="47"/>
      <pc:docMkLst>
        <pc:docMk/>
      </pc:docMkLst>
      <pc:sldChg chg="modSp mod">
        <pc:chgData name="muhammadaniyal@outlook.com" userId="637dd5e4b1f1942f" providerId="LiveId" clId="{6E833EC0-2658-4053-8451-7EC04109F482}" dt="2023-11-26T07:34:37.099" v="6" actId="33524"/>
        <pc:sldMkLst>
          <pc:docMk/>
          <pc:sldMk cId="880924321" sldId="257"/>
        </pc:sldMkLst>
        <pc:spChg chg="mod">
          <ac:chgData name="muhammadaniyal@outlook.com" userId="637dd5e4b1f1942f" providerId="LiveId" clId="{6E833EC0-2658-4053-8451-7EC04109F482}" dt="2023-11-26T07:34:37.099" v="6" actId="33524"/>
          <ac:spMkLst>
            <pc:docMk/>
            <pc:sldMk cId="880924321" sldId="257"/>
            <ac:spMk id="3" creationId="{554A5044-F7AB-C6B8-DDE9-9D3D97C592C8}"/>
          </ac:spMkLst>
        </pc:spChg>
      </pc:sldChg>
      <pc:sldChg chg="modSp mod">
        <pc:chgData name="muhammadaniyal@outlook.com" userId="637dd5e4b1f1942f" providerId="LiveId" clId="{6E833EC0-2658-4053-8451-7EC04109F482}" dt="2023-11-26T07:36:26.214" v="8" actId="20577"/>
        <pc:sldMkLst>
          <pc:docMk/>
          <pc:sldMk cId="310949122" sldId="265"/>
        </pc:sldMkLst>
        <pc:spChg chg="mod">
          <ac:chgData name="muhammadaniyal@outlook.com" userId="637dd5e4b1f1942f" providerId="LiveId" clId="{6E833EC0-2658-4053-8451-7EC04109F482}" dt="2023-11-26T07:36:26.214" v="8" actId="20577"/>
          <ac:spMkLst>
            <pc:docMk/>
            <pc:sldMk cId="310949122" sldId="265"/>
            <ac:spMk id="3" creationId="{0F1A799F-9F72-9F7C-233D-FE52A934EF7D}"/>
          </ac:spMkLst>
        </pc:spChg>
      </pc:sldChg>
      <pc:sldChg chg="modSp mod">
        <pc:chgData name="muhammadaniyal@outlook.com" userId="637dd5e4b1f1942f" providerId="LiveId" clId="{6E833EC0-2658-4053-8451-7EC04109F482}" dt="2023-11-26T07:38:02.557" v="13" actId="20577"/>
        <pc:sldMkLst>
          <pc:docMk/>
          <pc:sldMk cId="1690324772" sldId="266"/>
        </pc:sldMkLst>
        <pc:spChg chg="mod">
          <ac:chgData name="muhammadaniyal@outlook.com" userId="637dd5e4b1f1942f" providerId="LiveId" clId="{6E833EC0-2658-4053-8451-7EC04109F482}" dt="2023-11-26T07:38:02.557" v="13" actId="20577"/>
          <ac:spMkLst>
            <pc:docMk/>
            <pc:sldMk cId="1690324772" sldId="266"/>
            <ac:spMk id="3" creationId="{C55D75FA-5A63-4525-65F5-B22C3B636F6B}"/>
          </ac:spMkLst>
        </pc:spChg>
      </pc:sldChg>
      <pc:sldChg chg="modSp mod">
        <pc:chgData name="muhammadaniyal@outlook.com" userId="637dd5e4b1f1942f" providerId="LiveId" clId="{6E833EC0-2658-4053-8451-7EC04109F482}" dt="2023-11-26T07:41:43.355" v="27" actId="20577"/>
        <pc:sldMkLst>
          <pc:docMk/>
          <pc:sldMk cId="3087406691" sldId="270"/>
        </pc:sldMkLst>
        <pc:spChg chg="mod">
          <ac:chgData name="muhammadaniyal@outlook.com" userId="637dd5e4b1f1942f" providerId="LiveId" clId="{6E833EC0-2658-4053-8451-7EC04109F482}" dt="2023-11-26T07:41:43.355" v="27" actId="20577"/>
          <ac:spMkLst>
            <pc:docMk/>
            <pc:sldMk cId="3087406691" sldId="270"/>
            <ac:spMk id="3" creationId="{BF119BB2-1502-3278-9B4E-2A4CB119C3C3}"/>
          </ac:spMkLst>
        </pc:spChg>
      </pc:sldChg>
      <pc:sldChg chg="del">
        <pc:chgData name="muhammadaniyal@outlook.com" userId="637dd5e4b1f1942f" providerId="LiveId" clId="{6E833EC0-2658-4053-8451-7EC04109F482}" dt="2023-11-26T08:26:58.977" v="31" actId="47"/>
        <pc:sldMkLst>
          <pc:docMk/>
          <pc:sldMk cId="181555447" sldId="280"/>
        </pc:sldMkLst>
      </pc:sldChg>
      <pc:sldChg chg="modSp">
        <pc:chgData name="muhammadaniyal@outlook.com" userId="637dd5e4b1f1942f" providerId="LiveId" clId="{6E833EC0-2658-4053-8451-7EC04109F482}" dt="2023-11-26T07:30:54.427" v="1" actId="5793"/>
        <pc:sldMkLst>
          <pc:docMk/>
          <pc:sldMk cId="4183392649" sldId="284"/>
        </pc:sldMkLst>
        <pc:spChg chg="mod">
          <ac:chgData name="muhammadaniyal@outlook.com" userId="637dd5e4b1f1942f" providerId="LiveId" clId="{6E833EC0-2658-4053-8451-7EC04109F482}" dt="2023-11-26T07:30:54.427" v="1" actId="5793"/>
          <ac:spMkLst>
            <pc:docMk/>
            <pc:sldMk cId="4183392649" sldId="284"/>
            <ac:spMk id="3" creationId="{93BB102A-4E0A-2ED1-3C4E-B7BDE3A27AD1}"/>
          </ac:spMkLst>
        </pc:spChg>
      </pc:sldChg>
      <pc:sldChg chg="del">
        <pc:chgData name="muhammadaniyal@outlook.com" userId="637dd5e4b1f1942f" providerId="LiveId" clId="{6E833EC0-2658-4053-8451-7EC04109F482}" dt="2023-11-26T07:30:42.671" v="0" actId="47"/>
        <pc:sldMkLst>
          <pc:docMk/>
          <pc:sldMk cId="1403941003" sldId="292"/>
        </pc:sldMkLst>
      </pc:sldChg>
      <pc:sldChg chg="ord">
        <pc:chgData name="muhammadaniyal@outlook.com" userId="637dd5e4b1f1942f" providerId="LiveId" clId="{6E833EC0-2658-4053-8451-7EC04109F482}" dt="2023-11-26T07:48:09.234" v="30" actId="20578"/>
        <pc:sldMkLst>
          <pc:docMk/>
          <pc:sldMk cId="1745103254" sldId="293"/>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PK"/>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A13944F-6E59-445B-8FD1-0133B12F0082}" type="datetimeFigureOut">
              <a:rPr lang="en-PK" smtClean="0"/>
              <a:t>04/25/2024</a:t>
            </a:fld>
            <a:endParaRPr lang="en-PK"/>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PK"/>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PK"/>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941DA9A-8289-4478-9B48-CF38FE595FE4}" type="slidenum">
              <a:rPr lang="en-PK" smtClean="0"/>
              <a:t>‹#›</a:t>
            </a:fld>
            <a:endParaRPr lang="en-PK"/>
          </a:p>
        </p:txBody>
      </p:sp>
    </p:spTree>
    <p:extLst>
      <p:ext uri="{BB962C8B-B14F-4D97-AF65-F5344CB8AC3E}">
        <p14:creationId xmlns:p14="http://schemas.microsoft.com/office/powerpoint/2010/main" val="4574090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Planets Escaping Gravitational field and roam in free space</a:t>
            </a:r>
          </a:p>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B941DA9A-8289-4478-9B48-CF38FE595FE4}" type="slidenum">
              <a:rPr lang="en-PK" smtClean="0"/>
              <a:t>1</a:t>
            </a:fld>
            <a:endParaRPr lang="en-PK"/>
          </a:p>
        </p:txBody>
      </p:sp>
    </p:spTree>
    <p:extLst>
      <p:ext uri="{BB962C8B-B14F-4D97-AF65-F5344CB8AC3E}">
        <p14:creationId xmlns:p14="http://schemas.microsoft.com/office/powerpoint/2010/main" val="37209079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PK" altLang="en-PK" sz="1200" b="0" i="0" u="none" strike="noStrike" cap="none" normalizeH="0" baseline="0" dirty="0">
                <a:ln>
                  <a:noFill/>
                </a:ln>
                <a:solidFill>
                  <a:srgbClr val="48525C"/>
                </a:solidFill>
                <a:effectLst/>
                <a:latin typeface="Roboto" panose="02000000000000000000" pitchFamily="2" charset="0"/>
              </a:rPr>
              <a:t>The Christian Bible says that at the birthplace of Abraham people worshiped the sun, moon and stars. Archaeologists found evidence that those people worshiped the sun, moon and "Star of Venus". However today astronomers affirm that this "Star of Venus" is actually the planet Venus, not a star. The Quran correctly describes it as a planet.</a:t>
            </a:r>
            <a:endParaRPr kumimoji="0" lang="en-PK" altLang="en-PK" sz="1200" b="0" i="0" u="none" strike="noStrike" cap="none" normalizeH="0" baseline="0" dirty="0">
              <a:ln>
                <a:noFill/>
              </a:ln>
              <a:solidFill>
                <a:schemeClr val="tx1"/>
              </a:solidFill>
              <a:effectLst/>
            </a:endParaRPr>
          </a:p>
          <a:p>
            <a:endParaRPr lang="en-US" dirty="0"/>
          </a:p>
        </p:txBody>
      </p:sp>
      <p:sp>
        <p:nvSpPr>
          <p:cNvPr id="4" name="Slide Number Placeholder 3"/>
          <p:cNvSpPr>
            <a:spLocks noGrp="1"/>
          </p:cNvSpPr>
          <p:nvPr>
            <p:ph type="sldNum" sz="quarter" idx="5"/>
          </p:nvPr>
        </p:nvSpPr>
        <p:spPr/>
        <p:txBody>
          <a:bodyPr/>
          <a:lstStyle/>
          <a:p>
            <a:fld id="{B941DA9A-8289-4478-9B48-CF38FE595FE4}" type="slidenum">
              <a:rPr lang="en-PK" smtClean="0"/>
              <a:t>2</a:t>
            </a:fld>
            <a:endParaRPr lang="en-PK"/>
          </a:p>
        </p:txBody>
      </p:sp>
    </p:spTree>
    <p:extLst>
      <p:ext uri="{BB962C8B-B14F-4D97-AF65-F5344CB8AC3E}">
        <p14:creationId xmlns:p14="http://schemas.microsoft.com/office/powerpoint/2010/main" val="16650531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Droplets-HD-Title-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1751012" y="1300785"/>
            <a:ext cx="8689976" cy="2509213"/>
          </a:xfrm>
        </p:spPr>
        <p:txBody>
          <a:bodyPr anchor="b">
            <a:normAutofit/>
          </a:bodyPr>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1751012" y="3886200"/>
            <a:ext cx="8689976" cy="1371599"/>
          </a:xfrm>
        </p:spPr>
        <p:txBody>
          <a:bodyPr>
            <a:normAutofit/>
          </a:bodyPr>
          <a:lstStyle>
            <a:lvl1pPr marL="0" indent="0" algn="ctr">
              <a:buNone/>
              <a:defRPr sz="22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FD6C370-DE81-4C4B-96E6-FC1E333CCBBE}" type="datetime8">
              <a:rPr lang="en-PK" smtClean="0"/>
              <a:t>04/25/2024 13:01</a:t>
            </a:fld>
            <a:endParaRPr lang="en-PK"/>
          </a:p>
        </p:txBody>
      </p:sp>
      <p:sp>
        <p:nvSpPr>
          <p:cNvPr id="5" name="Footer Placeholder 4"/>
          <p:cNvSpPr>
            <a:spLocks noGrp="1"/>
          </p:cNvSpPr>
          <p:nvPr>
            <p:ph type="ftr" sz="quarter" idx="11"/>
          </p:nvPr>
        </p:nvSpPr>
        <p:spPr/>
        <p:txBody>
          <a:bodyPr/>
          <a:lstStyle/>
          <a:p>
            <a:endParaRPr lang="en-PK"/>
          </a:p>
        </p:txBody>
      </p:sp>
      <p:sp>
        <p:nvSpPr>
          <p:cNvPr id="6" name="Slide Number Placeholder 5"/>
          <p:cNvSpPr>
            <a:spLocks noGrp="1"/>
          </p:cNvSpPr>
          <p:nvPr>
            <p:ph type="sldNum" sz="quarter" idx="12"/>
          </p:nvPr>
        </p:nvSpPr>
        <p:spPr/>
        <p:txBody>
          <a:bodyPr/>
          <a:lstStyle/>
          <a:p>
            <a:fld id="{BF649B4E-8AC3-402C-B01B-2F79CA868FB6}" type="slidenum">
              <a:rPr lang="en-PK" smtClean="0"/>
              <a:t>‹#›</a:t>
            </a:fld>
            <a:endParaRPr lang="en-PK"/>
          </a:p>
        </p:txBody>
      </p:sp>
    </p:spTree>
    <p:extLst>
      <p:ext uri="{BB962C8B-B14F-4D97-AF65-F5344CB8AC3E}">
        <p14:creationId xmlns:p14="http://schemas.microsoft.com/office/powerpoint/2010/main" val="1647778714"/>
      </p:ext>
    </p:extLst>
  </p:cSld>
  <p:clrMapOvr>
    <a:masterClrMapping/>
  </p:clrMapOvr>
  <p:transition spd="slow">
    <p:randomBar dir="vert"/>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3" name="Picture 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10363826"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4E4E1C7-BCA1-4A7C-9E11-7CC2E5F0034F}" type="datetime8">
              <a:rPr lang="en-PK" smtClean="0"/>
              <a:t>04/25/2024 13:01</a:t>
            </a:fld>
            <a:endParaRPr lang="en-PK"/>
          </a:p>
        </p:txBody>
      </p:sp>
      <p:sp>
        <p:nvSpPr>
          <p:cNvPr id="5" name="Footer Placeholder 4"/>
          <p:cNvSpPr>
            <a:spLocks noGrp="1"/>
          </p:cNvSpPr>
          <p:nvPr>
            <p:ph type="ftr" sz="quarter" idx="11"/>
          </p:nvPr>
        </p:nvSpPr>
        <p:spPr/>
        <p:txBody>
          <a:bodyPr/>
          <a:lstStyle/>
          <a:p>
            <a:endParaRPr lang="en-PK"/>
          </a:p>
        </p:txBody>
      </p:sp>
      <p:sp>
        <p:nvSpPr>
          <p:cNvPr id="6" name="Slide Number Placeholder 5"/>
          <p:cNvSpPr>
            <a:spLocks noGrp="1"/>
          </p:cNvSpPr>
          <p:nvPr>
            <p:ph type="sldNum" sz="quarter" idx="12"/>
          </p:nvPr>
        </p:nvSpPr>
        <p:spPr/>
        <p:txBody>
          <a:bodyPr/>
          <a:lstStyle/>
          <a:p>
            <a:fld id="{BF649B4E-8AC3-402C-B01B-2F79CA868FB6}" type="slidenum">
              <a:rPr lang="en-PK" smtClean="0"/>
              <a:t>‹#›</a:t>
            </a:fld>
            <a:endParaRPr lang="en-PK"/>
          </a:p>
        </p:txBody>
      </p:sp>
    </p:spTree>
    <p:extLst>
      <p:ext uri="{BB962C8B-B14F-4D97-AF65-F5344CB8AC3E}">
        <p14:creationId xmlns:p14="http://schemas.microsoft.com/office/powerpoint/2010/main" val="3209450875"/>
      </p:ext>
    </p:extLst>
  </p:cSld>
  <p:clrMapOvr>
    <a:masterClrMapping/>
  </p:clrMapOvr>
  <p:transition spd="slow">
    <p:randomBar dir="vert"/>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828563"/>
            <a:ext cx="10351752" cy="2736819"/>
          </a:xfrm>
        </p:spPr>
        <p:txBody>
          <a:bodyPr anchor="b">
            <a:normAutofit/>
          </a:bodyPr>
          <a:lstStyle>
            <a:lvl1pPr>
              <a:defRPr sz="4000"/>
            </a:lvl1pPr>
          </a:lstStyle>
          <a:p>
            <a:r>
              <a:rPr lang="en-US"/>
              <a:t>Click to edit Master title style</a:t>
            </a:r>
            <a:endParaRPr lang="en-US" dirty="0"/>
          </a:p>
        </p:txBody>
      </p:sp>
      <p:sp>
        <p:nvSpPr>
          <p:cNvPr id="3" name="Text Placeholder 2"/>
          <p:cNvSpPr>
            <a:spLocks noGrp="1"/>
          </p:cNvSpPr>
          <p:nvPr>
            <p:ph type="body" idx="1"/>
          </p:nvPr>
        </p:nvSpPr>
        <p:spPr>
          <a:xfrm>
            <a:off x="913774" y="3657457"/>
            <a:ext cx="10351752" cy="1368183"/>
          </a:xfrm>
        </p:spPr>
        <p:txBody>
          <a:bodyPr>
            <a:normAutofit/>
          </a:bodyPr>
          <a:lstStyle>
            <a:lvl1pPr marL="0" indent="0" algn="ctr">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09A8B34-CC93-498B-B3C3-926C69748DC5}" type="datetime8">
              <a:rPr lang="en-PK" smtClean="0"/>
              <a:t>04/25/2024 13:01</a:t>
            </a:fld>
            <a:endParaRPr lang="en-PK"/>
          </a:p>
        </p:txBody>
      </p:sp>
      <p:sp>
        <p:nvSpPr>
          <p:cNvPr id="5" name="Footer Placeholder 4"/>
          <p:cNvSpPr>
            <a:spLocks noGrp="1"/>
          </p:cNvSpPr>
          <p:nvPr>
            <p:ph type="ftr" sz="quarter" idx="11"/>
          </p:nvPr>
        </p:nvSpPr>
        <p:spPr/>
        <p:txBody>
          <a:bodyPr/>
          <a:lstStyle/>
          <a:p>
            <a:endParaRPr lang="en-PK"/>
          </a:p>
        </p:txBody>
      </p:sp>
      <p:sp>
        <p:nvSpPr>
          <p:cNvPr id="6" name="Slide Number Placeholder 5"/>
          <p:cNvSpPr>
            <a:spLocks noGrp="1"/>
          </p:cNvSpPr>
          <p:nvPr>
            <p:ph type="sldNum" sz="quarter" idx="12"/>
          </p:nvPr>
        </p:nvSpPr>
        <p:spPr/>
        <p:txBody>
          <a:bodyPr/>
          <a:lstStyle/>
          <a:p>
            <a:fld id="{BF649B4E-8AC3-402C-B01B-2F79CA868FB6}" type="slidenum">
              <a:rPr lang="en-PK" smtClean="0"/>
              <a:t>‹#›</a:t>
            </a:fld>
            <a:endParaRPr lang="en-PK"/>
          </a:p>
        </p:txBody>
      </p:sp>
    </p:spTree>
    <p:extLst>
      <p:ext uri="{BB962C8B-B14F-4D97-AF65-F5344CB8AC3E}">
        <p14:creationId xmlns:p14="http://schemas.microsoft.com/office/powerpoint/2010/main" val="1550729987"/>
      </p:ext>
    </p:extLst>
  </p:cSld>
  <p:clrMapOvr>
    <a:masterClrMapping/>
  </p:clrMapOvr>
  <p:transition spd="slow">
    <p:randomBar dir="vert"/>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5106026"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3"/>
          <p:cNvSpPr>
            <a:spLocks noGrp="1"/>
          </p:cNvSpPr>
          <p:nvPr>
            <p:ph sz="quarter" idx="14"/>
          </p:nvPr>
        </p:nvSpPr>
        <p:spPr>
          <a:xfrm>
            <a:off x="6172200" y="2367092"/>
            <a:ext cx="5105400"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E3B491A-C248-43B8-8E37-5C4E0CAF90CC}" type="datetime8">
              <a:rPr lang="en-PK" smtClean="0"/>
              <a:t>04/25/2024 13:01</a:t>
            </a:fld>
            <a:endParaRPr lang="en-PK"/>
          </a:p>
        </p:txBody>
      </p:sp>
      <p:sp>
        <p:nvSpPr>
          <p:cNvPr id="6" name="Footer Placeholder 5"/>
          <p:cNvSpPr>
            <a:spLocks noGrp="1"/>
          </p:cNvSpPr>
          <p:nvPr>
            <p:ph type="ftr" sz="quarter" idx="11"/>
          </p:nvPr>
        </p:nvSpPr>
        <p:spPr/>
        <p:txBody>
          <a:bodyPr/>
          <a:lstStyle/>
          <a:p>
            <a:endParaRPr lang="en-PK"/>
          </a:p>
        </p:txBody>
      </p:sp>
      <p:sp>
        <p:nvSpPr>
          <p:cNvPr id="7" name="Slide Number Placeholder 6"/>
          <p:cNvSpPr>
            <a:spLocks noGrp="1"/>
          </p:cNvSpPr>
          <p:nvPr>
            <p:ph type="sldNum" sz="quarter" idx="12"/>
          </p:nvPr>
        </p:nvSpPr>
        <p:spPr/>
        <p:txBody>
          <a:bodyPr/>
          <a:lstStyle/>
          <a:p>
            <a:fld id="{BF649B4E-8AC3-402C-B01B-2F79CA868FB6}" type="slidenum">
              <a:rPr lang="en-PK" smtClean="0"/>
              <a:t>‹#›</a:t>
            </a:fld>
            <a:endParaRPr lang="en-PK"/>
          </a:p>
        </p:txBody>
      </p:sp>
    </p:spTree>
    <p:extLst>
      <p:ext uri="{BB962C8B-B14F-4D97-AF65-F5344CB8AC3E}">
        <p14:creationId xmlns:p14="http://schemas.microsoft.com/office/powerpoint/2010/main" val="1160252278"/>
      </p:ext>
    </p:extLst>
  </p:cSld>
  <p:clrMapOvr>
    <a:masterClrMapping/>
  </p:clrMapOvr>
  <p:transition spd="slow">
    <p:randomBar dir="vert"/>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5" name="Picture 14"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46328" y="2371018"/>
            <a:ext cx="487347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3"/>
          <p:cNvSpPr>
            <a:spLocks noGrp="1"/>
          </p:cNvSpPr>
          <p:nvPr>
            <p:ph sz="quarter" idx="13"/>
          </p:nvPr>
        </p:nvSpPr>
        <p:spPr>
          <a:xfrm>
            <a:off x="913774" y="3051012"/>
            <a:ext cx="5106027" cy="2740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96423" y="2371018"/>
            <a:ext cx="488180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Content Placeholder 5"/>
          <p:cNvSpPr>
            <a:spLocks noGrp="1"/>
          </p:cNvSpPr>
          <p:nvPr>
            <p:ph sz="quarter" idx="14"/>
          </p:nvPr>
        </p:nvSpPr>
        <p:spPr>
          <a:xfrm>
            <a:off x="6172200" y="3051012"/>
            <a:ext cx="5105401" cy="2740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B1B73CE-497C-4A95-BCB7-BBB8D4F0C95E}" type="datetime8">
              <a:rPr lang="en-PK" smtClean="0"/>
              <a:t>04/25/2024 13:01</a:t>
            </a:fld>
            <a:endParaRPr lang="en-PK"/>
          </a:p>
        </p:txBody>
      </p:sp>
      <p:sp>
        <p:nvSpPr>
          <p:cNvPr id="8" name="Footer Placeholder 7"/>
          <p:cNvSpPr>
            <a:spLocks noGrp="1"/>
          </p:cNvSpPr>
          <p:nvPr>
            <p:ph type="ftr" sz="quarter" idx="11"/>
          </p:nvPr>
        </p:nvSpPr>
        <p:spPr/>
        <p:txBody>
          <a:bodyPr/>
          <a:lstStyle/>
          <a:p>
            <a:endParaRPr lang="en-PK"/>
          </a:p>
        </p:txBody>
      </p:sp>
      <p:sp>
        <p:nvSpPr>
          <p:cNvPr id="9" name="Slide Number Placeholder 8"/>
          <p:cNvSpPr>
            <a:spLocks noGrp="1"/>
          </p:cNvSpPr>
          <p:nvPr>
            <p:ph type="sldNum" sz="quarter" idx="12"/>
          </p:nvPr>
        </p:nvSpPr>
        <p:spPr/>
        <p:txBody>
          <a:bodyPr/>
          <a:lstStyle/>
          <a:p>
            <a:fld id="{BF649B4E-8AC3-402C-B01B-2F79CA868FB6}" type="slidenum">
              <a:rPr lang="en-PK" smtClean="0"/>
              <a:t>‹#›</a:t>
            </a:fld>
            <a:endParaRPr lang="en-PK"/>
          </a:p>
        </p:txBody>
      </p:sp>
    </p:spTree>
    <p:extLst>
      <p:ext uri="{BB962C8B-B14F-4D97-AF65-F5344CB8AC3E}">
        <p14:creationId xmlns:p14="http://schemas.microsoft.com/office/powerpoint/2010/main" val="2987660808"/>
      </p:ext>
    </p:extLst>
  </p:cSld>
  <p:clrMapOvr>
    <a:masterClrMapping/>
  </p:clrMapOvr>
  <p:transition spd="slow">
    <p:randomBar dir="vert"/>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2A8491C-EED0-41A8-B590-D7D18E8E2E14}" type="datetime8">
              <a:rPr lang="en-PK" smtClean="0"/>
              <a:t>04/25/2024 13:01</a:t>
            </a:fld>
            <a:endParaRPr lang="en-PK"/>
          </a:p>
        </p:txBody>
      </p:sp>
      <p:sp>
        <p:nvSpPr>
          <p:cNvPr id="4" name="Footer Placeholder 3"/>
          <p:cNvSpPr>
            <a:spLocks noGrp="1"/>
          </p:cNvSpPr>
          <p:nvPr>
            <p:ph type="ftr" sz="quarter" idx="11"/>
          </p:nvPr>
        </p:nvSpPr>
        <p:spPr/>
        <p:txBody>
          <a:bodyPr/>
          <a:lstStyle/>
          <a:p>
            <a:endParaRPr lang="en-PK"/>
          </a:p>
        </p:txBody>
      </p:sp>
      <p:sp>
        <p:nvSpPr>
          <p:cNvPr id="5" name="Slide Number Placeholder 4"/>
          <p:cNvSpPr>
            <a:spLocks noGrp="1"/>
          </p:cNvSpPr>
          <p:nvPr>
            <p:ph type="sldNum" sz="quarter" idx="12"/>
          </p:nvPr>
        </p:nvSpPr>
        <p:spPr/>
        <p:txBody>
          <a:bodyPr/>
          <a:lstStyle/>
          <a:p>
            <a:fld id="{BF649B4E-8AC3-402C-B01B-2F79CA868FB6}" type="slidenum">
              <a:rPr lang="en-PK" smtClean="0"/>
              <a:t>‹#›</a:t>
            </a:fld>
            <a:endParaRPr lang="en-PK"/>
          </a:p>
        </p:txBody>
      </p:sp>
    </p:spTree>
    <p:extLst>
      <p:ext uri="{BB962C8B-B14F-4D97-AF65-F5344CB8AC3E}">
        <p14:creationId xmlns:p14="http://schemas.microsoft.com/office/powerpoint/2010/main" val="2472119886"/>
      </p:ext>
    </p:extLst>
  </p:cSld>
  <p:clrMapOvr>
    <a:masterClrMapping/>
  </p:clrMapOvr>
  <p:transition spd="slow">
    <p:randomBar dir="vert"/>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7" name="Picture 6"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Date Placeholder 1"/>
          <p:cNvSpPr>
            <a:spLocks noGrp="1"/>
          </p:cNvSpPr>
          <p:nvPr>
            <p:ph type="dt" sz="half" idx="10"/>
          </p:nvPr>
        </p:nvSpPr>
        <p:spPr/>
        <p:txBody>
          <a:bodyPr/>
          <a:lstStyle/>
          <a:p>
            <a:fld id="{1E5C8AA5-CEE8-4D81-B87B-62FAC6E9039D}" type="datetime8">
              <a:rPr lang="en-PK" smtClean="0"/>
              <a:t>04/25/2024 13:01</a:t>
            </a:fld>
            <a:endParaRPr lang="en-PK"/>
          </a:p>
        </p:txBody>
      </p:sp>
      <p:sp>
        <p:nvSpPr>
          <p:cNvPr id="3" name="Footer Placeholder 2"/>
          <p:cNvSpPr>
            <a:spLocks noGrp="1"/>
          </p:cNvSpPr>
          <p:nvPr>
            <p:ph type="ftr" sz="quarter" idx="11"/>
          </p:nvPr>
        </p:nvSpPr>
        <p:spPr/>
        <p:txBody>
          <a:bodyPr/>
          <a:lstStyle/>
          <a:p>
            <a:endParaRPr lang="en-PK"/>
          </a:p>
        </p:txBody>
      </p:sp>
      <p:sp>
        <p:nvSpPr>
          <p:cNvPr id="4" name="Slide Number Placeholder 3"/>
          <p:cNvSpPr>
            <a:spLocks noGrp="1"/>
          </p:cNvSpPr>
          <p:nvPr>
            <p:ph type="sldNum" sz="quarter" idx="12"/>
          </p:nvPr>
        </p:nvSpPr>
        <p:spPr/>
        <p:txBody>
          <a:bodyPr/>
          <a:lstStyle/>
          <a:p>
            <a:fld id="{BF649B4E-8AC3-402C-B01B-2F79CA868FB6}" type="slidenum">
              <a:rPr lang="en-PK" smtClean="0"/>
              <a:t>‹#›</a:t>
            </a:fld>
            <a:endParaRPr lang="en-PK"/>
          </a:p>
        </p:txBody>
      </p:sp>
    </p:spTree>
    <p:extLst>
      <p:ext uri="{BB962C8B-B14F-4D97-AF65-F5344CB8AC3E}">
        <p14:creationId xmlns:p14="http://schemas.microsoft.com/office/powerpoint/2010/main" val="1657532447"/>
      </p:ext>
    </p:extLst>
  </p:cSld>
  <p:clrMapOvr>
    <a:masterClrMapping/>
  </p:clrMapOvr>
  <p:transition spd="slow">
    <p:randomBar dir="vert"/>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609600"/>
            <a:ext cx="3935688" cy="2023252"/>
          </a:xfrm>
        </p:spPr>
        <p:txBody>
          <a:bodyPr anchor="b"/>
          <a:lstStyle>
            <a:lvl1pPr algn="ctr">
              <a:defRPr sz="3200"/>
            </a:lvl1pPr>
          </a:lstStyle>
          <a:p>
            <a:r>
              <a:rPr lang="en-US"/>
              <a:t>Click to edit Master title style</a:t>
            </a:r>
            <a:endParaRPr lang="en-US" dirty="0"/>
          </a:p>
        </p:txBody>
      </p:sp>
      <p:sp>
        <p:nvSpPr>
          <p:cNvPr id="10" name="Content Placeholder 2"/>
          <p:cNvSpPr>
            <a:spLocks noGrp="1"/>
          </p:cNvSpPr>
          <p:nvPr>
            <p:ph sz="quarter" idx="13"/>
          </p:nvPr>
        </p:nvSpPr>
        <p:spPr>
          <a:xfrm>
            <a:off x="5078062" y="609600"/>
            <a:ext cx="6200163" cy="51815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74" y="2632852"/>
            <a:ext cx="3935689" cy="3158348"/>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6A5E61A-1413-4978-9333-460BCFEF9716}" type="datetime8">
              <a:rPr lang="en-PK" smtClean="0"/>
              <a:t>04/25/2024 13:01</a:t>
            </a:fld>
            <a:endParaRPr lang="en-PK"/>
          </a:p>
        </p:txBody>
      </p:sp>
      <p:sp>
        <p:nvSpPr>
          <p:cNvPr id="6" name="Footer Placeholder 5"/>
          <p:cNvSpPr>
            <a:spLocks noGrp="1"/>
          </p:cNvSpPr>
          <p:nvPr>
            <p:ph type="ftr" sz="quarter" idx="11"/>
          </p:nvPr>
        </p:nvSpPr>
        <p:spPr/>
        <p:txBody>
          <a:bodyPr/>
          <a:lstStyle/>
          <a:p>
            <a:endParaRPr lang="en-PK"/>
          </a:p>
        </p:txBody>
      </p:sp>
      <p:sp>
        <p:nvSpPr>
          <p:cNvPr id="7" name="Slide Number Placeholder 6"/>
          <p:cNvSpPr>
            <a:spLocks noGrp="1"/>
          </p:cNvSpPr>
          <p:nvPr>
            <p:ph type="sldNum" sz="quarter" idx="12"/>
          </p:nvPr>
        </p:nvSpPr>
        <p:spPr/>
        <p:txBody>
          <a:bodyPr/>
          <a:lstStyle/>
          <a:p>
            <a:fld id="{BF649B4E-8AC3-402C-B01B-2F79CA868FB6}" type="slidenum">
              <a:rPr lang="en-PK" smtClean="0"/>
              <a:t>‹#›</a:t>
            </a:fld>
            <a:endParaRPr lang="en-PK"/>
          </a:p>
        </p:txBody>
      </p:sp>
    </p:spTree>
    <p:extLst>
      <p:ext uri="{BB962C8B-B14F-4D97-AF65-F5344CB8AC3E}">
        <p14:creationId xmlns:p14="http://schemas.microsoft.com/office/powerpoint/2010/main" val="4198084555"/>
      </p:ext>
    </p:extLst>
  </p:cSld>
  <p:clrMapOvr>
    <a:masterClrMapping/>
  </p:clrMapOvr>
  <p:transition spd="slow">
    <p:randomBar dir="vert"/>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600"/>
            <a:ext cx="5934969" cy="2023254"/>
          </a:xfrm>
        </p:spPr>
        <p:txBody>
          <a:bodyPr anchor="b"/>
          <a:lstStyle>
            <a:lvl1pPr algn="ct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24803" y="609601"/>
            <a:ext cx="3255358" cy="5181600"/>
          </a:xfrm>
          <a:prstGeom prst="roundRect">
            <a:avLst>
              <a:gd name="adj" fmla="val 494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4" y="2632852"/>
            <a:ext cx="5934949" cy="3158347"/>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06B0051-5833-4F51-9501-32559996DEFF}" type="datetime8">
              <a:rPr lang="en-PK" smtClean="0"/>
              <a:t>04/25/2024 13:01</a:t>
            </a:fld>
            <a:endParaRPr lang="en-PK"/>
          </a:p>
        </p:txBody>
      </p:sp>
      <p:sp>
        <p:nvSpPr>
          <p:cNvPr id="6" name="Footer Placeholder 5"/>
          <p:cNvSpPr>
            <a:spLocks noGrp="1"/>
          </p:cNvSpPr>
          <p:nvPr>
            <p:ph type="ftr" sz="quarter" idx="11"/>
          </p:nvPr>
        </p:nvSpPr>
        <p:spPr/>
        <p:txBody>
          <a:bodyPr/>
          <a:lstStyle/>
          <a:p>
            <a:endParaRPr lang="en-PK"/>
          </a:p>
        </p:txBody>
      </p:sp>
      <p:sp>
        <p:nvSpPr>
          <p:cNvPr id="7" name="Slide Number Placeholder 6"/>
          <p:cNvSpPr>
            <a:spLocks noGrp="1"/>
          </p:cNvSpPr>
          <p:nvPr>
            <p:ph type="sldNum" sz="quarter" idx="12"/>
          </p:nvPr>
        </p:nvSpPr>
        <p:spPr/>
        <p:txBody>
          <a:bodyPr/>
          <a:lstStyle/>
          <a:p>
            <a:fld id="{BF649B4E-8AC3-402C-B01B-2F79CA868FB6}" type="slidenum">
              <a:rPr lang="en-PK" smtClean="0"/>
              <a:t>‹#›</a:t>
            </a:fld>
            <a:endParaRPr lang="en-PK"/>
          </a:p>
        </p:txBody>
      </p:sp>
    </p:spTree>
    <p:extLst>
      <p:ext uri="{BB962C8B-B14F-4D97-AF65-F5344CB8AC3E}">
        <p14:creationId xmlns:p14="http://schemas.microsoft.com/office/powerpoint/2010/main" val="2726811297"/>
      </p:ext>
    </p:extLst>
  </p:cSld>
  <p:clrMapOvr>
    <a:masterClrMapping/>
  </p:clrMapOvr>
  <p:transition spd="slow">
    <p:randomBar dir="vert"/>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94" y="4289374"/>
            <a:ext cx="10364432" cy="81161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84744" y="698261"/>
            <a:ext cx="9822532" cy="3214136"/>
          </a:xfrm>
          <a:prstGeom prst="roundRect">
            <a:avLst>
              <a:gd name="adj" fmla="val 4944"/>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74" y="5108728"/>
            <a:ext cx="10364452" cy="682472"/>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A9B43FF-54D7-48C0-ADDD-9C953700B2BA}" type="datetime8">
              <a:rPr lang="en-PK" smtClean="0"/>
              <a:t>04/25/2024 13:01</a:t>
            </a:fld>
            <a:endParaRPr lang="en-PK"/>
          </a:p>
        </p:txBody>
      </p:sp>
      <p:sp>
        <p:nvSpPr>
          <p:cNvPr id="6" name="Footer Placeholder 5"/>
          <p:cNvSpPr>
            <a:spLocks noGrp="1"/>
          </p:cNvSpPr>
          <p:nvPr>
            <p:ph type="ftr" sz="quarter" idx="11"/>
          </p:nvPr>
        </p:nvSpPr>
        <p:spPr/>
        <p:txBody>
          <a:bodyPr/>
          <a:lstStyle/>
          <a:p>
            <a:endParaRPr lang="en-PK"/>
          </a:p>
        </p:txBody>
      </p:sp>
      <p:sp>
        <p:nvSpPr>
          <p:cNvPr id="7" name="Slide Number Placeholder 6"/>
          <p:cNvSpPr>
            <a:spLocks noGrp="1"/>
          </p:cNvSpPr>
          <p:nvPr>
            <p:ph type="sldNum" sz="quarter" idx="12"/>
          </p:nvPr>
        </p:nvSpPr>
        <p:spPr/>
        <p:txBody>
          <a:bodyPr/>
          <a:lstStyle/>
          <a:p>
            <a:fld id="{BF649B4E-8AC3-402C-B01B-2F79CA868FB6}" type="slidenum">
              <a:rPr lang="en-PK" smtClean="0"/>
              <a:t>‹#›</a:t>
            </a:fld>
            <a:endParaRPr lang="en-PK"/>
          </a:p>
        </p:txBody>
      </p:sp>
    </p:spTree>
    <p:extLst>
      <p:ext uri="{BB962C8B-B14F-4D97-AF65-F5344CB8AC3E}">
        <p14:creationId xmlns:p14="http://schemas.microsoft.com/office/powerpoint/2010/main" val="1676303491"/>
      </p:ext>
    </p:extLst>
  </p:cSld>
  <p:clrMapOvr>
    <a:masterClrMapping/>
  </p:clrMapOvr>
  <p:transition spd="slow">
    <p:randomBar dir="vert"/>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599"/>
            <a:ext cx="10364452" cy="3427245"/>
          </a:xfrm>
        </p:spPr>
        <p:txBody>
          <a:bodyPr anchor="ctr"/>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75" y="4204821"/>
            <a:ext cx="10364452" cy="1586380"/>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85C969C-7EE5-4CF3-9099-81641FEB3DFF}" type="datetime8">
              <a:rPr lang="en-PK" smtClean="0"/>
              <a:t>04/25/2024 13:01</a:t>
            </a:fld>
            <a:endParaRPr lang="en-PK"/>
          </a:p>
        </p:txBody>
      </p:sp>
      <p:sp>
        <p:nvSpPr>
          <p:cNvPr id="6" name="Footer Placeholder 5"/>
          <p:cNvSpPr>
            <a:spLocks noGrp="1"/>
          </p:cNvSpPr>
          <p:nvPr>
            <p:ph type="ftr" sz="quarter" idx="11"/>
          </p:nvPr>
        </p:nvSpPr>
        <p:spPr/>
        <p:txBody>
          <a:bodyPr/>
          <a:lstStyle/>
          <a:p>
            <a:endParaRPr lang="en-PK"/>
          </a:p>
        </p:txBody>
      </p:sp>
      <p:sp>
        <p:nvSpPr>
          <p:cNvPr id="7" name="Slide Number Placeholder 6"/>
          <p:cNvSpPr>
            <a:spLocks noGrp="1"/>
          </p:cNvSpPr>
          <p:nvPr>
            <p:ph type="sldNum" sz="quarter" idx="12"/>
          </p:nvPr>
        </p:nvSpPr>
        <p:spPr/>
        <p:txBody>
          <a:bodyPr/>
          <a:lstStyle/>
          <a:p>
            <a:fld id="{BF649B4E-8AC3-402C-B01B-2F79CA868FB6}" type="slidenum">
              <a:rPr lang="en-PK" smtClean="0"/>
              <a:t>‹#›</a:t>
            </a:fld>
            <a:endParaRPr lang="en-PK"/>
          </a:p>
        </p:txBody>
      </p:sp>
    </p:spTree>
    <p:extLst>
      <p:ext uri="{BB962C8B-B14F-4D97-AF65-F5344CB8AC3E}">
        <p14:creationId xmlns:p14="http://schemas.microsoft.com/office/powerpoint/2010/main" val="988690615"/>
      </p:ext>
    </p:extLst>
  </p:cSld>
  <p:clrMapOvr>
    <a:masterClrMapping/>
  </p:clrMapOvr>
  <p:transition spd="slow">
    <p:randomBar dir="vert"/>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9478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74" y="4372796"/>
            <a:ext cx="10364452" cy="1421053"/>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FA9934E-967E-4297-997C-33FB9F9AF576}" type="datetime8">
              <a:rPr lang="en-PK" smtClean="0"/>
              <a:t>04/25/2024 13:01</a:t>
            </a:fld>
            <a:endParaRPr lang="en-PK"/>
          </a:p>
        </p:txBody>
      </p:sp>
      <p:sp>
        <p:nvSpPr>
          <p:cNvPr id="6" name="Footer Placeholder 5"/>
          <p:cNvSpPr>
            <a:spLocks noGrp="1"/>
          </p:cNvSpPr>
          <p:nvPr>
            <p:ph type="ftr" sz="quarter" idx="11"/>
          </p:nvPr>
        </p:nvSpPr>
        <p:spPr/>
        <p:txBody>
          <a:bodyPr/>
          <a:lstStyle/>
          <a:p>
            <a:endParaRPr lang="en-PK"/>
          </a:p>
        </p:txBody>
      </p:sp>
      <p:sp>
        <p:nvSpPr>
          <p:cNvPr id="7" name="Slide Number Placeholder 6"/>
          <p:cNvSpPr>
            <a:spLocks noGrp="1"/>
          </p:cNvSpPr>
          <p:nvPr>
            <p:ph type="sldNum" sz="quarter" idx="12"/>
          </p:nvPr>
        </p:nvSpPr>
        <p:spPr/>
        <p:txBody>
          <a:bodyPr/>
          <a:lstStyle/>
          <a:p>
            <a:fld id="{BF649B4E-8AC3-402C-B01B-2F79CA868FB6}" type="slidenum">
              <a:rPr lang="en-PK" smtClean="0"/>
              <a:t>‹#›</a:t>
            </a:fld>
            <a:endParaRPr lang="en-PK"/>
          </a:p>
        </p:txBody>
      </p:sp>
      <p:sp>
        <p:nvSpPr>
          <p:cNvPr id="13" name="TextBox 12"/>
          <p:cNvSpPr txBox="1"/>
          <p:nvPr/>
        </p:nvSpPr>
        <p:spPr>
          <a:xfrm>
            <a:off x="1001488" y="75416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10557558" y="299357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1194914132"/>
      </p:ext>
    </p:extLst>
  </p:cSld>
  <p:clrMapOvr>
    <a:masterClrMapping/>
  </p:clrMapOvr>
  <p:transition spd="slow">
    <p:randomBar dir="vert"/>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2138721"/>
            <a:ext cx="10364452" cy="2511835"/>
          </a:xfrm>
        </p:spPr>
        <p:txBody>
          <a:bodyPr anchor="b"/>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75" y="4662335"/>
            <a:ext cx="10364452"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B15AF1C-7662-4DBF-9A0F-A42D2DA6121A}" type="datetime8">
              <a:rPr lang="en-PK" smtClean="0"/>
              <a:t>04/25/2024 13:01</a:t>
            </a:fld>
            <a:endParaRPr lang="en-PK"/>
          </a:p>
        </p:txBody>
      </p:sp>
      <p:sp>
        <p:nvSpPr>
          <p:cNvPr id="6" name="Footer Placeholder 5"/>
          <p:cNvSpPr>
            <a:spLocks noGrp="1"/>
          </p:cNvSpPr>
          <p:nvPr>
            <p:ph type="ftr" sz="quarter" idx="11"/>
          </p:nvPr>
        </p:nvSpPr>
        <p:spPr/>
        <p:txBody>
          <a:bodyPr/>
          <a:lstStyle/>
          <a:p>
            <a:endParaRPr lang="en-PK"/>
          </a:p>
        </p:txBody>
      </p:sp>
      <p:sp>
        <p:nvSpPr>
          <p:cNvPr id="7" name="Slide Number Placeholder 6"/>
          <p:cNvSpPr>
            <a:spLocks noGrp="1"/>
          </p:cNvSpPr>
          <p:nvPr>
            <p:ph type="sldNum" sz="quarter" idx="12"/>
          </p:nvPr>
        </p:nvSpPr>
        <p:spPr/>
        <p:txBody>
          <a:bodyPr/>
          <a:lstStyle/>
          <a:p>
            <a:fld id="{BF649B4E-8AC3-402C-B01B-2F79CA868FB6}" type="slidenum">
              <a:rPr lang="en-PK" smtClean="0"/>
              <a:t>‹#›</a:t>
            </a:fld>
            <a:endParaRPr lang="en-PK"/>
          </a:p>
        </p:txBody>
      </p:sp>
    </p:spTree>
    <p:extLst>
      <p:ext uri="{BB962C8B-B14F-4D97-AF65-F5344CB8AC3E}">
        <p14:creationId xmlns:p14="http://schemas.microsoft.com/office/powerpoint/2010/main" val="3976249434"/>
      </p:ext>
    </p:extLst>
  </p:cSld>
  <p:clrMapOvr>
    <a:masterClrMapping/>
  </p:clrMapOvr>
  <p:transition spd="slow">
    <p:randomBar dir="vert"/>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pic>
        <p:nvPicPr>
          <p:cNvPr id="13" name="Picture 1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5" name="Title 1"/>
          <p:cNvSpPr>
            <a:spLocks noGrp="1"/>
          </p:cNvSpPr>
          <p:nvPr>
            <p:ph type="title"/>
          </p:nvPr>
        </p:nvSpPr>
        <p:spPr>
          <a:xfrm>
            <a:off x="913774" y="609600"/>
            <a:ext cx="10364452" cy="1605094"/>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74" y="2367093"/>
            <a:ext cx="3298976"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74" y="2943355"/>
            <a:ext cx="3298976"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52389" y="2367093"/>
            <a:ext cx="3291521"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1348" y="2943355"/>
            <a:ext cx="3303351"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73298" y="2367093"/>
            <a:ext cx="3304928"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73298" y="2943355"/>
            <a:ext cx="3304928"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9E3C4593-A447-42E0-AC3E-907DB62C9FAF}" type="datetime8">
              <a:rPr lang="en-PK" smtClean="0"/>
              <a:t>04/25/2024 13:01</a:t>
            </a:fld>
            <a:endParaRPr lang="en-PK"/>
          </a:p>
        </p:txBody>
      </p:sp>
      <p:sp>
        <p:nvSpPr>
          <p:cNvPr id="4" name="Footer Placeholder 3"/>
          <p:cNvSpPr>
            <a:spLocks noGrp="1"/>
          </p:cNvSpPr>
          <p:nvPr>
            <p:ph type="ftr" sz="quarter" idx="11"/>
          </p:nvPr>
        </p:nvSpPr>
        <p:spPr/>
        <p:txBody>
          <a:bodyPr/>
          <a:lstStyle/>
          <a:p>
            <a:endParaRPr lang="en-PK"/>
          </a:p>
        </p:txBody>
      </p:sp>
      <p:sp>
        <p:nvSpPr>
          <p:cNvPr id="5" name="Slide Number Placeholder 4"/>
          <p:cNvSpPr>
            <a:spLocks noGrp="1"/>
          </p:cNvSpPr>
          <p:nvPr>
            <p:ph type="sldNum" sz="quarter" idx="12"/>
          </p:nvPr>
        </p:nvSpPr>
        <p:spPr/>
        <p:txBody>
          <a:bodyPr/>
          <a:lstStyle/>
          <a:p>
            <a:fld id="{BF649B4E-8AC3-402C-B01B-2F79CA868FB6}" type="slidenum">
              <a:rPr lang="en-PK" smtClean="0"/>
              <a:t>‹#›</a:t>
            </a:fld>
            <a:endParaRPr lang="en-PK"/>
          </a:p>
        </p:txBody>
      </p:sp>
    </p:spTree>
    <p:extLst>
      <p:ext uri="{BB962C8B-B14F-4D97-AF65-F5344CB8AC3E}">
        <p14:creationId xmlns:p14="http://schemas.microsoft.com/office/powerpoint/2010/main" val="3833003485"/>
      </p:ext>
    </p:extLst>
  </p:cSld>
  <p:clrMapOvr>
    <a:masterClrMapping/>
  </p:clrMapOvr>
  <p:transition spd="slow">
    <p:randomBar dir="vert"/>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16" name="Picture 15"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0" name="Title 1"/>
          <p:cNvSpPr>
            <a:spLocks noGrp="1"/>
          </p:cNvSpPr>
          <p:nvPr>
            <p:ph type="title"/>
          </p:nvPr>
        </p:nvSpPr>
        <p:spPr>
          <a:xfrm>
            <a:off x="913774" y="610772"/>
            <a:ext cx="10364452" cy="1603922"/>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74" y="4204820"/>
            <a:ext cx="3296409"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913774" y="2367093"/>
            <a:ext cx="3296409" cy="1524000"/>
          </a:xfrm>
          <a:prstGeom prst="roundRect">
            <a:avLst>
              <a:gd name="adj" fmla="val 936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74" y="4781082"/>
            <a:ext cx="3296409" cy="101011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59" y="4204820"/>
            <a:ext cx="3301828"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41348" y="2367093"/>
            <a:ext cx="3303352"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348" y="4781080"/>
            <a:ext cx="3303352" cy="101011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73298" y="4204820"/>
            <a:ext cx="3300681"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973298" y="2367093"/>
            <a:ext cx="3304928"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73173" y="4781078"/>
            <a:ext cx="3305053" cy="1010121"/>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F222928-CEEB-41C8-93E5-F58F47816F70}" type="datetime8">
              <a:rPr lang="en-PK" smtClean="0"/>
              <a:t>04/25/2024 13:01</a:t>
            </a:fld>
            <a:endParaRPr lang="en-PK"/>
          </a:p>
        </p:txBody>
      </p:sp>
      <p:sp>
        <p:nvSpPr>
          <p:cNvPr id="4" name="Footer Placeholder 3"/>
          <p:cNvSpPr>
            <a:spLocks noGrp="1"/>
          </p:cNvSpPr>
          <p:nvPr>
            <p:ph type="ftr" sz="quarter" idx="11"/>
          </p:nvPr>
        </p:nvSpPr>
        <p:spPr/>
        <p:txBody>
          <a:bodyPr/>
          <a:lstStyle/>
          <a:p>
            <a:endParaRPr lang="en-PK"/>
          </a:p>
        </p:txBody>
      </p:sp>
      <p:sp>
        <p:nvSpPr>
          <p:cNvPr id="5" name="Slide Number Placeholder 4"/>
          <p:cNvSpPr>
            <a:spLocks noGrp="1"/>
          </p:cNvSpPr>
          <p:nvPr>
            <p:ph type="sldNum" sz="quarter" idx="12"/>
          </p:nvPr>
        </p:nvSpPr>
        <p:spPr/>
        <p:txBody>
          <a:bodyPr/>
          <a:lstStyle/>
          <a:p>
            <a:fld id="{BF649B4E-8AC3-402C-B01B-2F79CA868FB6}" type="slidenum">
              <a:rPr lang="en-PK" smtClean="0"/>
              <a:t>‹#›</a:t>
            </a:fld>
            <a:endParaRPr lang="en-PK"/>
          </a:p>
        </p:txBody>
      </p:sp>
    </p:spTree>
    <p:extLst>
      <p:ext uri="{BB962C8B-B14F-4D97-AF65-F5344CB8AC3E}">
        <p14:creationId xmlns:p14="http://schemas.microsoft.com/office/powerpoint/2010/main" val="710441075"/>
      </p:ext>
    </p:extLst>
  </p:cSld>
  <p:clrMapOvr>
    <a:masterClrMapping/>
  </p:clrMapOvr>
  <p:transition spd="slow">
    <p:randomBar dir="vert"/>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1" name="Vertical Text Placeholder 2"/>
          <p:cNvSpPr>
            <a:spLocks noGrp="1"/>
          </p:cNvSpPr>
          <p:nvPr>
            <p:ph type="body" orient="vert" sz="quarter" idx="13"/>
          </p:nvPr>
        </p:nvSpPr>
        <p:spPr>
          <a:xfrm>
            <a:off x="913775" y="2367093"/>
            <a:ext cx="10364452" cy="342410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28F203-FB25-4568-8B5B-0867D938BCB7}" type="datetime8">
              <a:rPr lang="en-PK" smtClean="0"/>
              <a:t>04/25/2024 13:01</a:t>
            </a:fld>
            <a:endParaRPr lang="en-PK"/>
          </a:p>
        </p:txBody>
      </p:sp>
      <p:sp>
        <p:nvSpPr>
          <p:cNvPr id="5" name="Footer Placeholder 4"/>
          <p:cNvSpPr>
            <a:spLocks noGrp="1"/>
          </p:cNvSpPr>
          <p:nvPr>
            <p:ph type="ftr" sz="quarter" idx="11"/>
          </p:nvPr>
        </p:nvSpPr>
        <p:spPr/>
        <p:txBody>
          <a:bodyPr/>
          <a:lstStyle/>
          <a:p>
            <a:endParaRPr lang="en-PK"/>
          </a:p>
        </p:txBody>
      </p:sp>
      <p:sp>
        <p:nvSpPr>
          <p:cNvPr id="6" name="Slide Number Placeholder 5"/>
          <p:cNvSpPr>
            <a:spLocks noGrp="1"/>
          </p:cNvSpPr>
          <p:nvPr>
            <p:ph type="sldNum" sz="quarter" idx="12"/>
          </p:nvPr>
        </p:nvSpPr>
        <p:spPr/>
        <p:txBody>
          <a:bodyPr/>
          <a:lstStyle/>
          <a:p>
            <a:fld id="{BF649B4E-8AC3-402C-B01B-2F79CA868FB6}" type="slidenum">
              <a:rPr lang="en-PK" smtClean="0"/>
              <a:t>‹#›</a:t>
            </a:fld>
            <a:endParaRPr lang="en-PK"/>
          </a:p>
        </p:txBody>
      </p:sp>
    </p:spTree>
    <p:extLst>
      <p:ext uri="{BB962C8B-B14F-4D97-AF65-F5344CB8AC3E}">
        <p14:creationId xmlns:p14="http://schemas.microsoft.com/office/powerpoint/2010/main" val="4175991197"/>
      </p:ext>
    </p:extLst>
  </p:cSld>
  <p:clrMapOvr>
    <a:masterClrMapping/>
  </p:clrMapOvr>
  <p:transition spd="slow">
    <p:randomBar dir="vert"/>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Vertical Title 1"/>
          <p:cNvSpPr>
            <a:spLocks noGrp="1"/>
          </p:cNvSpPr>
          <p:nvPr>
            <p:ph type="title" orient="vert"/>
          </p:nvPr>
        </p:nvSpPr>
        <p:spPr>
          <a:xfrm>
            <a:off x="8724900" y="609601"/>
            <a:ext cx="2553326" cy="5181599"/>
          </a:xfrm>
        </p:spPr>
        <p:txBody>
          <a:bodyPr vert="eaVert"/>
          <a:lstStyle>
            <a:lvl1pPr algn="l">
              <a:defRPr/>
            </a:lvl1pPr>
          </a:lstStyle>
          <a:p>
            <a:r>
              <a:rPr lang="en-US"/>
              <a:t>Click to edit Master title style</a:t>
            </a:r>
            <a:endParaRPr lang="en-US" dirty="0"/>
          </a:p>
        </p:txBody>
      </p:sp>
      <p:sp>
        <p:nvSpPr>
          <p:cNvPr id="8" name="Vertical Text Placeholder 2"/>
          <p:cNvSpPr>
            <a:spLocks noGrp="1"/>
          </p:cNvSpPr>
          <p:nvPr>
            <p:ph type="body" orient="vert" sz="quarter" idx="13"/>
          </p:nvPr>
        </p:nvSpPr>
        <p:spPr>
          <a:xfrm>
            <a:off x="913775" y="609601"/>
            <a:ext cx="7658724" cy="518159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02643CF-CADD-4E6C-9892-C293E564A434}" type="datetime8">
              <a:rPr lang="en-PK" smtClean="0"/>
              <a:t>04/25/2024 13:01</a:t>
            </a:fld>
            <a:endParaRPr lang="en-PK"/>
          </a:p>
        </p:txBody>
      </p:sp>
      <p:sp>
        <p:nvSpPr>
          <p:cNvPr id="5" name="Footer Placeholder 4"/>
          <p:cNvSpPr>
            <a:spLocks noGrp="1"/>
          </p:cNvSpPr>
          <p:nvPr>
            <p:ph type="ftr" sz="quarter" idx="11"/>
          </p:nvPr>
        </p:nvSpPr>
        <p:spPr/>
        <p:txBody>
          <a:bodyPr/>
          <a:lstStyle/>
          <a:p>
            <a:endParaRPr lang="en-PK"/>
          </a:p>
        </p:txBody>
      </p:sp>
      <p:sp>
        <p:nvSpPr>
          <p:cNvPr id="6" name="Slide Number Placeholder 5"/>
          <p:cNvSpPr>
            <a:spLocks noGrp="1"/>
          </p:cNvSpPr>
          <p:nvPr>
            <p:ph type="sldNum" sz="quarter" idx="12"/>
          </p:nvPr>
        </p:nvSpPr>
        <p:spPr/>
        <p:txBody>
          <a:bodyPr/>
          <a:lstStyle/>
          <a:p>
            <a:fld id="{BF649B4E-8AC3-402C-B01B-2F79CA868FB6}" type="slidenum">
              <a:rPr lang="en-PK" smtClean="0"/>
              <a:t>‹#›</a:t>
            </a:fld>
            <a:endParaRPr lang="en-PK"/>
          </a:p>
        </p:txBody>
      </p:sp>
    </p:spTree>
    <p:extLst>
      <p:ext uri="{BB962C8B-B14F-4D97-AF65-F5344CB8AC3E}">
        <p14:creationId xmlns:p14="http://schemas.microsoft.com/office/powerpoint/2010/main" val="2199946462"/>
      </p:ext>
    </p:extLst>
  </p:cSld>
  <p:clrMapOvr>
    <a:masterClrMapping/>
  </p:clrMapOvr>
  <p:transition spd="slow">
    <p:randomBar dir="vert"/>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8"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182F076-830C-42BB-9BEC-9FA9F7410B0C}" type="datetime8">
              <a:rPr lang="en-PK" smtClean="0"/>
              <a:t>04/25/2024 13:01</a:t>
            </a:fld>
            <a:endParaRPr lang="en-PK"/>
          </a:p>
        </p:txBody>
      </p:sp>
      <p:sp>
        <p:nvSpPr>
          <p:cNvPr id="5" name="Footer Placeholder 4"/>
          <p:cNvSpPr>
            <a:spLocks noGrp="1"/>
          </p:cNvSpPr>
          <p:nvPr>
            <p:ph type="ftr" sz="quarter" idx="11"/>
          </p:nvPr>
        </p:nvSpPr>
        <p:spPr/>
        <p:txBody>
          <a:bodyPr/>
          <a:lstStyle/>
          <a:p>
            <a:endParaRPr lang="en-PK"/>
          </a:p>
        </p:txBody>
      </p:sp>
      <p:sp>
        <p:nvSpPr>
          <p:cNvPr id="6" name="Slide Number Placeholder 5"/>
          <p:cNvSpPr>
            <a:spLocks noGrp="1"/>
          </p:cNvSpPr>
          <p:nvPr>
            <p:ph type="sldNum" sz="quarter" idx="12"/>
          </p:nvPr>
        </p:nvSpPr>
        <p:spPr/>
        <p:txBody>
          <a:bodyPr/>
          <a:lstStyle/>
          <a:p>
            <a:fld id="{BF649B4E-8AC3-402C-B01B-2F79CA868FB6}" type="slidenum">
              <a:rPr lang="en-PK" smtClean="0"/>
              <a:t>‹#›</a:t>
            </a:fld>
            <a:endParaRPr lang="en-PK"/>
          </a:p>
        </p:txBody>
      </p:sp>
    </p:spTree>
    <p:extLst>
      <p:ext uri="{BB962C8B-B14F-4D97-AF65-F5344CB8AC3E}">
        <p14:creationId xmlns:p14="http://schemas.microsoft.com/office/powerpoint/2010/main" val="970522610"/>
      </p:ext>
    </p:extLst>
  </p:cSld>
  <p:clrMapOvr>
    <a:masterClrMapping/>
  </p:clrMapOvr>
  <p:transition spd="slow">
    <p:randomBar dir="vert"/>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pic>
        <p:nvPicPr>
          <p:cNvPr id="1026" name="Picture 2" descr="\\DROBO-FS\QuickDrops\JB\PPTX NG\Droplets\LightingOverlay.png"/>
          <p:cNvPicPr>
            <a:picLocks noChangeAspect="1" noChangeArrowheads="1"/>
          </p:cNvPicPr>
          <p:nvPr/>
        </p:nvPicPr>
        <p:blipFill>
          <a:blip r:embed="rId20">
            <a:alphaModFix/>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Placeholder 1"/>
          <p:cNvSpPr>
            <a:spLocks noGrp="1"/>
          </p:cNvSpPr>
          <p:nvPr>
            <p:ph type="title"/>
          </p:nvPr>
        </p:nvSpPr>
        <p:spPr>
          <a:xfrm>
            <a:off x="913775" y="618517"/>
            <a:ext cx="10364451" cy="1596177"/>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75" y="2367093"/>
            <a:ext cx="10364452" cy="342410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7" y="5883275"/>
            <a:ext cx="2743200" cy="365125"/>
          </a:xfrm>
          <a:prstGeom prst="rect">
            <a:avLst/>
          </a:prstGeom>
        </p:spPr>
        <p:txBody>
          <a:bodyPr vert="horz" lIns="91440" tIns="45720" rIns="91440" bIns="45720" rtlCol="0" anchor="ctr"/>
          <a:lstStyle>
            <a:lvl1pPr algn="r">
              <a:defRPr sz="1000">
                <a:solidFill>
                  <a:schemeClr val="tx1"/>
                </a:solidFill>
              </a:defRPr>
            </a:lvl1pPr>
          </a:lstStyle>
          <a:p>
            <a:fld id="{FD0E9722-4B93-4B80-83E4-4765BE210BF5}" type="datetime8">
              <a:rPr lang="en-PK" smtClean="0"/>
              <a:t>04/25/2024 13:01</a:t>
            </a:fld>
            <a:endParaRPr lang="en-PK"/>
          </a:p>
        </p:txBody>
      </p:sp>
      <p:sp>
        <p:nvSpPr>
          <p:cNvPr id="5" name="Footer Placeholder 4"/>
          <p:cNvSpPr>
            <a:spLocks noGrp="1"/>
          </p:cNvSpPr>
          <p:nvPr>
            <p:ph type="ftr" sz="quarter" idx="3"/>
          </p:nvPr>
        </p:nvSpPr>
        <p:spPr>
          <a:xfrm>
            <a:off x="913774" y="5883275"/>
            <a:ext cx="6672887" cy="365125"/>
          </a:xfrm>
          <a:prstGeom prst="rect">
            <a:avLst/>
          </a:prstGeom>
        </p:spPr>
        <p:txBody>
          <a:bodyPr vert="horz" lIns="91440" tIns="45720" rIns="91440" bIns="45720" rtlCol="0" anchor="ctr"/>
          <a:lstStyle>
            <a:lvl1pPr algn="l">
              <a:defRPr sz="1000">
                <a:solidFill>
                  <a:schemeClr val="tx1"/>
                </a:solidFill>
              </a:defRPr>
            </a:lvl1pPr>
          </a:lstStyle>
          <a:p>
            <a:endParaRPr lang="en-PK"/>
          </a:p>
        </p:txBody>
      </p:sp>
      <p:sp>
        <p:nvSpPr>
          <p:cNvPr id="6" name="Slide Number Placeholder 5"/>
          <p:cNvSpPr>
            <a:spLocks noGrp="1"/>
          </p:cNvSpPr>
          <p:nvPr>
            <p:ph type="sldNum" sz="quarter" idx="4"/>
          </p:nvPr>
        </p:nvSpPr>
        <p:spPr>
          <a:xfrm>
            <a:off x="10514011" y="5883275"/>
            <a:ext cx="764215" cy="365125"/>
          </a:xfrm>
          <a:prstGeom prst="rect">
            <a:avLst/>
          </a:prstGeom>
        </p:spPr>
        <p:txBody>
          <a:bodyPr vert="horz" lIns="91440" tIns="45720" rIns="91440" bIns="45720" rtlCol="0" anchor="ctr"/>
          <a:lstStyle>
            <a:lvl1pPr algn="r">
              <a:defRPr sz="1000">
                <a:solidFill>
                  <a:schemeClr val="tx1"/>
                </a:solidFill>
              </a:defRPr>
            </a:lvl1pPr>
          </a:lstStyle>
          <a:p>
            <a:fld id="{BF649B4E-8AC3-402C-B01B-2F79CA868FB6}" type="slidenum">
              <a:rPr lang="en-PK" smtClean="0"/>
              <a:t>‹#›</a:t>
            </a:fld>
            <a:endParaRPr lang="en-PK"/>
          </a:p>
        </p:txBody>
      </p:sp>
    </p:spTree>
    <p:extLst>
      <p:ext uri="{BB962C8B-B14F-4D97-AF65-F5344CB8AC3E}">
        <p14:creationId xmlns:p14="http://schemas.microsoft.com/office/powerpoint/2010/main" val="2940504324"/>
      </p:ext>
    </p:extLst>
  </p:cSld>
  <p:clrMap bg1="lt1" tx1="dk1" bg2="lt2" tx2="dk2" accent1="accent1" accent2="accent2" accent3="accent3" accent4="accent4" accent5="accent5" accent6="accent6" hlink="hlink" folHlink="folHlink"/>
  <p:sldLayoutIdLst>
    <p:sldLayoutId id="2147483811" r:id="rId1"/>
    <p:sldLayoutId id="2147483812" r:id="rId2"/>
    <p:sldLayoutId id="2147483813" r:id="rId3"/>
    <p:sldLayoutId id="2147483814" r:id="rId4"/>
    <p:sldLayoutId id="2147483815" r:id="rId5"/>
    <p:sldLayoutId id="2147483816" r:id="rId6"/>
    <p:sldLayoutId id="2147483817" r:id="rId7"/>
    <p:sldLayoutId id="2147483818" r:id="rId8"/>
    <p:sldLayoutId id="2147483819" r:id="rId9"/>
    <p:sldLayoutId id="2147483820" r:id="rId10"/>
    <p:sldLayoutId id="2147483821" r:id="rId11"/>
    <p:sldLayoutId id="2147483822" r:id="rId12"/>
    <p:sldLayoutId id="2147483823" r:id="rId13"/>
    <p:sldLayoutId id="2147483824" r:id="rId14"/>
    <p:sldLayoutId id="2147483825" r:id="rId15"/>
    <p:sldLayoutId id="2147483826" r:id="rId16"/>
    <p:sldLayoutId id="2147483827" r:id="rId17"/>
    <p:sldLayoutId id="2147483828" r:id="rId18"/>
  </p:sldLayoutIdLst>
  <p:transition spd="slow">
    <p:randomBar dir="vert"/>
  </p:transition>
  <p:hf hdr="0" ftr="0" dt="0"/>
  <p:txStyles>
    <p:titleStyle>
      <a:lvl1pPr algn="ctr" defTabSz="914400" rtl="0" eaLnBrk="1" latinLnBrk="0" hangingPunct="1">
        <a:lnSpc>
          <a:spcPct val="90000"/>
        </a:lnSpc>
        <a:spcBef>
          <a:spcPct val="0"/>
        </a:spcBef>
        <a:buNone/>
        <a:defRPr sz="3600" kern="1200" cap="all" baseline="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xml"/><Relationship Id="rId1" Type="http://schemas.openxmlformats.org/officeDocument/2006/relationships/slideLayout" Target="../slideLayouts/slideLayout18.xml"/><Relationship Id="rId5" Type="http://schemas.openxmlformats.org/officeDocument/2006/relationships/hyperlink" Target="https://www.quranwow.com/#/ch/82/t1/ar-allah/t2/en-itania/a1/alafasy-64/a2/itania-48-b/v/2" TargetMode="Externa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hyperlink" Target="https://www.quranwow.com/#/ch/6/t1/ar-allah/t2/en-itania/a1/alafasy-64/a2/none/v/74" TargetMode="External"/><Relationship Id="rId2" Type="http://schemas.openxmlformats.org/officeDocument/2006/relationships/notesSlide" Target="../notesSlides/notesSlide2.xml"/><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descr="A satellite in space with planets and stars&#10;&#10;Description automatically generated with medium confidence">
            <a:extLst>
              <a:ext uri="{FF2B5EF4-FFF2-40B4-BE49-F238E27FC236}">
                <a16:creationId xmlns:a16="http://schemas.microsoft.com/office/drawing/2014/main" id="{3AEF8174-13E1-1DB9-387D-BC57A636EF70}"/>
              </a:ext>
            </a:extLst>
          </p:cNvPr>
          <p:cNvPicPr>
            <a:picLocks noChangeAspect="1"/>
          </p:cNvPicPr>
          <p:nvPr/>
        </p:nvPicPr>
        <p:blipFill rotWithShape="1">
          <a:blip r:embed="rId3">
            <a:extLst>
              <a:ext uri="{28A0092B-C50C-407E-A947-70E740481C1C}">
                <a14:useLocalDpi xmlns:a14="http://schemas.microsoft.com/office/drawing/2010/main" val="0"/>
              </a:ext>
            </a:extLst>
          </a:blip>
          <a:srcRect l="6667"/>
          <a:stretch/>
        </p:blipFill>
        <p:spPr>
          <a:xfrm>
            <a:off x="20" y="0"/>
            <a:ext cx="12191980" cy="6858000"/>
          </a:xfrm>
          <a:prstGeom prst="rect">
            <a:avLst/>
          </a:prstGeom>
        </p:spPr>
      </p:pic>
      <p:pic>
        <p:nvPicPr>
          <p:cNvPr id="49" name="Picture 48">
            <a:extLst>
              <a:ext uri="{FF2B5EF4-FFF2-40B4-BE49-F238E27FC236}">
                <a16:creationId xmlns:a16="http://schemas.microsoft.com/office/drawing/2014/main" id="{21CB8282-44AF-40D0-A7E2-03734788DC4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0" name="Rounded Rectangle 8">
            <a:extLst>
              <a:ext uri="{FF2B5EF4-FFF2-40B4-BE49-F238E27FC236}">
                <a16:creationId xmlns:a16="http://schemas.microsoft.com/office/drawing/2014/main" id="{D77CF7D5-36A3-4ED3-AE46-77E42D2AA7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White">
          <a:xfrm>
            <a:off x="1038226" y="819150"/>
            <a:ext cx="10037605" cy="4972049"/>
          </a:xfrm>
          <a:prstGeom prst="roundRect">
            <a:avLst>
              <a:gd name="adj" fmla="val 4333"/>
            </a:avLst>
          </a:prstGeom>
          <a:solidFill>
            <a:schemeClr val="bg1">
              <a:alpha val="75000"/>
            </a:schemeClr>
          </a:solidFill>
          <a:ln w="82550">
            <a:solidFill>
              <a:srgbClr val="EAEAEA"/>
            </a:solidFill>
          </a:ln>
          <a:scene3d>
            <a:camera prst="orthographicFront"/>
            <a:lightRig rig="threePt" dir="t"/>
          </a:scene3d>
          <a:sp3d contourW="6350">
            <a:bevelT h="38100"/>
            <a:contourClr>
              <a:srgbClr val="C0C0C0"/>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A088E4F-D1E3-AE71-608B-FE84E5FCEF40}"/>
              </a:ext>
            </a:extLst>
          </p:cNvPr>
          <p:cNvSpPr>
            <a:spLocks noGrp="1"/>
          </p:cNvSpPr>
          <p:nvPr>
            <p:ph type="title"/>
          </p:nvPr>
        </p:nvSpPr>
        <p:spPr>
          <a:xfrm>
            <a:off x="1307482" y="925576"/>
            <a:ext cx="9499092" cy="691557"/>
          </a:xfrm>
        </p:spPr>
        <p:txBody>
          <a:bodyPr>
            <a:normAutofit/>
          </a:bodyPr>
          <a:lstStyle/>
          <a:p>
            <a:r>
              <a:rPr lang="en-US" dirty="0"/>
              <a:t>Gravitational Field</a:t>
            </a:r>
            <a:endParaRPr lang="en-PK" dirty="0"/>
          </a:p>
        </p:txBody>
      </p:sp>
      <p:sp>
        <p:nvSpPr>
          <p:cNvPr id="51" name="Rectangle 1">
            <a:extLst>
              <a:ext uri="{FF2B5EF4-FFF2-40B4-BE49-F238E27FC236}">
                <a16:creationId xmlns:a16="http://schemas.microsoft.com/office/drawing/2014/main" id="{81AFB77C-4874-0016-1E0A-52B4E1100524}"/>
              </a:ext>
            </a:extLst>
          </p:cNvPr>
          <p:cNvSpPr>
            <a:spLocks noGrp="1" noChangeArrowheads="1"/>
          </p:cNvSpPr>
          <p:nvPr>
            <p:ph idx="1"/>
          </p:nvPr>
        </p:nvSpPr>
        <p:spPr bwMode="auto">
          <a:xfrm>
            <a:off x="1383682" y="1696308"/>
            <a:ext cx="9346692" cy="2735992"/>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Autofit/>
          </a:bodyPr>
          <a:lstStyle/>
          <a:p>
            <a:pPr marL="0" marR="0" lvl="0" indent="0" defTabSz="914400" rtl="0" eaLnBrk="0" fontAlgn="base" latinLnBrk="0" hangingPunct="0">
              <a:lnSpc>
                <a:spcPct val="110000"/>
              </a:lnSpc>
              <a:spcBef>
                <a:spcPct val="0"/>
              </a:spcBef>
              <a:spcAft>
                <a:spcPts val="600"/>
              </a:spcAft>
              <a:buClrTx/>
              <a:buSzTx/>
              <a:buFontTx/>
              <a:buNone/>
              <a:tabLst/>
            </a:pPr>
            <a:r>
              <a:rPr kumimoji="0" lang="en-PK" altLang="en-PK" sz="1600" b="0" i="0" u="none" strike="noStrike" cap="none" normalizeH="0" baseline="0" dirty="0">
                <a:ln>
                  <a:noFill/>
                </a:ln>
                <a:effectLst/>
                <a:latin typeface="Roboto" panose="02000000000000000000" pitchFamily="2" charset="0"/>
              </a:rPr>
              <a:t>Planets can escape the gravitaional hold of their stars and roam in free space. This was only known recently, however this was portrayed in the Quran 1400 years before it was discovered.</a:t>
            </a:r>
            <a:endParaRPr lang="en-US" altLang="en-PK" sz="1600" i="1" cap="none" dirty="0">
              <a:latin typeface="inherit"/>
            </a:endParaRPr>
          </a:p>
          <a:p>
            <a:pPr marL="0" marR="0" lvl="0" indent="0" defTabSz="914400" rtl="0" eaLnBrk="0" fontAlgn="base" latinLnBrk="0" hangingPunct="0">
              <a:lnSpc>
                <a:spcPct val="110000"/>
              </a:lnSpc>
              <a:spcBef>
                <a:spcPct val="0"/>
              </a:spcBef>
              <a:spcAft>
                <a:spcPts val="600"/>
              </a:spcAft>
              <a:buClrTx/>
              <a:buSzTx/>
              <a:buFontTx/>
              <a:buNone/>
              <a:tabLst/>
            </a:pPr>
            <a:endParaRPr kumimoji="0" lang="en-PK" altLang="en-PK" sz="500" b="0" i="0" u="none" strike="noStrike" cap="none" normalizeH="0" baseline="0" dirty="0">
              <a:ln>
                <a:noFill/>
              </a:ln>
              <a:effectLst/>
              <a:latin typeface="Roboto" panose="02000000000000000000" pitchFamily="2" charset="0"/>
            </a:endParaRPr>
          </a:p>
          <a:p>
            <a:pPr marL="0" marR="0" lvl="0" indent="0" defTabSz="914400" rtl="0" eaLnBrk="0" fontAlgn="base" latinLnBrk="0" hangingPunct="0">
              <a:lnSpc>
                <a:spcPct val="110000"/>
              </a:lnSpc>
              <a:spcBef>
                <a:spcPct val="0"/>
              </a:spcBef>
              <a:spcAft>
                <a:spcPts val="600"/>
              </a:spcAft>
              <a:buClrTx/>
              <a:buSzTx/>
              <a:buFontTx/>
              <a:buNone/>
              <a:tabLst/>
            </a:pPr>
            <a:r>
              <a:rPr kumimoji="0" lang="en-PK" altLang="en-PK" sz="1600" b="0" i="1" u="none" strike="noStrike" cap="none" normalizeH="0" baseline="0" dirty="0">
                <a:ln>
                  <a:noFill/>
                </a:ln>
                <a:effectLst/>
                <a:latin typeface="inherit"/>
                <a:hlinkClick r:id="rId5"/>
              </a:rPr>
              <a:t>Quran 82:2</a:t>
            </a:r>
            <a:endParaRPr kumimoji="0" lang="en-PK" altLang="en-PK" sz="1600" b="0" i="0" u="none" strike="noStrike" cap="none" normalizeH="0" baseline="0" dirty="0">
              <a:ln>
                <a:noFill/>
              </a:ln>
              <a:effectLst/>
              <a:latin typeface="Roboto" panose="02000000000000000000" pitchFamily="2" charset="0"/>
            </a:endParaRPr>
          </a:p>
          <a:p>
            <a:pPr marL="0" marR="0" lvl="0" indent="0" defTabSz="914400" rtl="0" eaLnBrk="0" fontAlgn="base" latinLnBrk="0" hangingPunct="0">
              <a:lnSpc>
                <a:spcPct val="110000"/>
              </a:lnSpc>
              <a:spcBef>
                <a:spcPct val="0"/>
              </a:spcBef>
              <a:spcAft>
                <a:spcPts val="600"/>
              </a:spcAft>
              <a:buClrTx/>
              <a:buSzTx/>
              <a:buFontTx/>
              <a:buNone/>
              <a:tabLst/>
            </a:pPr>
            <a:r>
              <a:rPr kumimoji="0" lang="en-PK" altLang="en-PK" sz="1600" b="0" i="1" u="none" strike="noStrike" cap="none" normalizeH="0" baseline="0" dirty="0">
                <a:ln>
                  <a:noFill/>
                </a:ln>
                <a:effectLst/>
                <a:latin typeface="Roboto" panose="02000000000000000000" pitchFamily="2" charset="0"/>
                <a:ea typeface="Roboto" panose="02000000000000000000" pitchFamily="2" charset="0"/>
                <a:cs typeface="Roboto" panose="02000000000000000000" pitchFamily="2" charset="0"/>
              </a:rPr>
              <a:t>And if the planets were scattered.</a:t>
            </a:r>
            <a:endParaRPr kumimoji="0" lang="en-PK" altLang="en-PK" sz="500" b="0" i="0" u="none" strike="noStrike" cap="none" normalizeH="0" baseline="0" dirty="0">
              <a:ln>
                <a:noFill/>
              </a:ln>
              <a:effectLst/>
              <a:latin typeface="Roboto" panose="02000000000000000000" pitchFamily="2" charset="0"/>
            </a:endParaRPr>
          </a:p>
          <a:p>
            <a:pPr marL="0" marR="0" lvl="0" indent="0" defTabSz="914400" rtl="0" eaLnBrk="0" fontAlgn="base" latinLnBrk="0" hangingPunct="0">
              <a:lnSpc>
                <a:spcPct val="110000"/>
              </a:lnSpc>
              <a:spcBef>
                <a:spcPct val="0"/>
              </a:spcBef>
              <a:spcAft>
                <a:spcPts val="600"/>
              </a:spcAft>
              <a:buClrTx/>
              <a:buSzTx/>
              <a:buFontTx/>
              <a:buNone/>
              <a:tabLst/>
            </a:pPr>
            <a:r>
              <a:rPr kumimoji="0" lang="ar-SA" altLang="en-PK" sz="1600" b="0" i="0" u="none" strike="noStrike" cap="none" normalizeH="0" baseline="0" dirty="0">
                <a:ln>
                  <a:noFill/>
                </a:ln>
                <a:effectLst/>
                <a:latin typeface="inherit"/>
                <a:cs typeface="Arial" panose="020B0604020202020204" pitchFamily="34" charset="0"/>
              </a:rPr>
              <a:t>٢</a:t>
            </a:r>
            <a:r>
              <a:rPr kumimoji="0" lang="en-PK" altLang="en-PK" sz="1600" b="0" i="0" u="none" strike="noStrike" cap="none" normalizeH="0" baseline="0" dirty="0">
                <a:ln>
                  <a:noFill/>
                </a:ln>
                <a:effectLst/>
                <a:latin typeface="inherit"/>
                <a:cs typeface="Arial" panose="020B0604020202020204" pitchFamily="34" charset="0"/>
              </a:rPr>
              <a:t> </a:t>
            </a:r>
            <a:r>
              <a:rPr kumimoji="0" lang="ar-SA" altLang="en-PK" sz="1600" b="0" i="0" u="none" strike="noStrike" cap="none" normalizeH="0" baseline="0" dirty="0">
                <a:ln>
                  <a:noFill/>
                </a:ln>
                <a:effectLst/>
                <a:latin typeface="inherit"/>
                <a:cs typeface="Arial" panose="020B0604020202020204" pitchFamily="34" charset="0"/>
              </a:rPr>
              <a:t>وَإِذَا الْكَوَاكِبُ انْتَثَرَتْ</a:t>
            </a:r>
            <a:endParaRPr kumimoji="0" lang="en-PK" altLang="en-PK" sz="500" b="0" i="0" u="none" strike="noStrike" cap="none" normalizeH="0" baseline="0" dirty="0">
              <a:ln>
                <a:noFill/>
              </a:ln>
              <a:effectLst/>
            </a:endParaRPr>
          </a:p>
          <a:p>
            <a:pPr marL="0" marR="0" lvl="0" indent="0" defTabSz="914400" rtl="0" eaLnBrk="0" fontAlgn="base" latinLnBrk="0" hangingPunct="0">
              <a:lnSpc>
                <a:spcPct val="110000"/>
              </a:lnSpc>
              <a:spcBef>
                <a:spcPct val="0"/>
              </a:spcBef>
              <a:spcAft>
                <a:spcPts val="600"/>
              </a:spcAft>
              <a:buClrTx/>
              <a:buSzTx/>
              <a:buFontTx/>
              <a:buNone/>
              <a:tabLst/>
            </a:pPr>
            <a:r>
              <a:rPr kumimoji="0" lang="en-PK" altLang="en-PK" sz="1600" b="0" i="0" u="none" strike="noStrike" cap="none" normalizeH="0" baseline="0" dirty="0">
                <a:ln>
                  <a:noFill/>
                </a:ln>
                <a:effectLst/>
                <a:latin typeface="Roboto" panose="02000000000000000000" pitchFamily="2" charset="0"/>
              </a:rPr>
              <a:t>"Intatharat </a:t>
            </a:r>
            <a:r>
              <a:rPr kumimoji="0" lang="ar-SA" altLang="en-PK" sz="1600" b="0" i="0" u="none" strike="noStrike" cap="none" normalizeH="0" baseline="0" dirty="0">
                <a:ln>
                  <a:noFill/>
                </a:ln>
                <a:effectLst/>
                <a:latin typeface="Roboto" panose="02000000000000000000" pitchFamily="2" charset="0"/>
                <a:cs typeface="Arial" panose="020B0604020202020204" pitchFamily="34" charset="0"/>
              </a:rPr>
              <a:t>انْتَثَرَتْ</a:t>
            </a:r>
            <a:r>
              <a:rPr kumimoji="0" lang="en-PK" altLang="en-PK" sz="1600" b="0" i="0" u="none" strike="noStrike" cap="none" normalizeH="0" baseline="0" dirty="0">
                <a:ln>
                  <a:noFill/>
                </a:ln>
                <a:effectLst/>
                <a:latin typeface="Roboto" panose="02000000000000000000" pitchFamily="2" charset="0"/>
              </a:rPr>
              <a:t>" means scattered. Here planets roam in free space. Today astronomers found scattered planets roaming in free space.</a:t>
            </a:r>
            <a:endParaRPr kumimoji="0" lang="en-PK" altLang="en-PK" sz="1600" b="0" i="0" u="none" strike="noStrike" cap="none" normalizeH="0" baseline="0" dirty="0">
              <a:ln>
                <a:noFill/>
              </a:ln>
              <a:effectLst/>
              <a:latin typeface="Arial" panose="020B0604020202020204" pitchFamily="34" charset="0"/>
            </a:endParaRPr>
          </a:p>
        </p:txBody>
      </p:sp>
      <p:sp>
        <p:nvSpPr>
          <p:cNvPr id="4" name="Slide Number Placeholder 3">
            <a:extLst>
              <a:ext uri="{FF2B5EF4-FFF2-40B4-BE49-F238E27FC236}">
                <a16:creationId xmlns:a16="http://schemas.microsoft.com/office/drawing/2014/main" id="{F7D70F24-8BBA-9DD8-31D3-A5BF08EDB7C0}"/>
              </a:ext>
            </a:extLst>
          </p:cNvPr>
          <p:cNvSpPr>
            <a:spLocks noGrp="1"/>
          </p:cNvSpPr>
          <p:nvPr>
            <p:ph type="sldNum" sz="quarter" idx="12"/>
          </p:nvPr>
        </p:nvSpPr>
        <p:spPr>
          <a:xfrm>
            <a:off x="10514011" y="5883275"/>
            <a:ext cx="764215" cy="365125"/>
          </a:xfrm>
        </p:spPr>
        <p:txBody>
          <a:bodyPr>
            <a:normAutofit/>
          </a:bodyPr>
          <a:lstStyle/>
          <a:p>
            <a:pPr>
              <a:spcAft>
                <a:spcPts val="600"/>
              </a:spcAft>
            </a:pPr>
            <a:fld id="{BF649B4E-8AC3-402C-B01B-2F79CA868FB6}" type="slidenum">
              <a:rPr lang="en-PK">
                <a:solidFill>
                  <a:srgbClr val="FFFFFF"/>
                </a:solidFill>
              </a:rPr>
              <a:pPr>
                <a:spcAft>
                  <a:spcPts val="600"/>
                </a:spcAft>
              </a:pPr>
              <a:t>1</a:t>
            </a:fld>
            <a:endParaRPr lang="en-PK">
              <a:solidFill>
                <a:srgbClr val="FFFFFF"/>
              </a:solidFill>
            </a:endParaRPr>
          </a:p>
        </p:txBody>
      </p:sp>
    </p:spTree>
    <p:extLst>
      <p:ext uri="{BB962C8B-B14F-4D97-AF65-F5344CB8AC3E}">
        <p14:creationId xmlns:p14="http://schemas.microsoft.com/office/powerpoint/2010/main" val="1061189956"/>
      </p:ext>
    </p:extLst>
  </p:cSld>
  <p:clrMapOvr>
    <a:overrideClrMapping bg1="dk1" tx1="lt1" bg2="dk2" tx2="lt2" accent1="accent1" accent2="accent2" accent3="accent3" accent4="accent4" accent5="accent5" accent6="accent6" hlink="hlink" folHlink="folHlink"/>
  </p:clrMapOvr>
  <p:transition spd="slow">
    <p:randomBar dir="vert"/>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F2BFCB-F2BE-AEEF-B202-011A8BF78360}"/>
              </a:ext>
            </a:extLst>
          </p:cNvPr>
          <p:cNvSpPr>
            <a:spLocks noGrp="1"/>
          </p:cNvSpPr>
          <p:nvPr>
            <p:ph type="title"/>
          </p:nvPr>
        </p:nvSpPr>
        <p:spPr>
          <a:xfrm>
            <a:off x="912568" y="117624"/>
            <a:ext cx="10364451" cy="729516"/>
          </a:xfrm>
        </p:spPr>
        <p:txBody>
          <a:bodyPr/>
          <a:lstStyle/>
          <a:p>
            <a:r>
              <a:rPr lang="en-US" dirty="0"/>
              <a:t>Birthplace of Abraham</a:t>
            </a:r>
            <a:endParaRPr lang="en-PK" dirty="0"/>
          </a:p>
        </p:txBody>
      </p:sp>
      <p:sp>
        <p:nvSpPr>
          <p:cNvPr id="4" name="Slide Number Placeholder 3">
            <a:extLst>
              <a:ext uri="{FF2B5EF4-FFF2-40B4-BE49-F238E27FC236}">
                <a16:creationId xmlns:a16="http://schemas.microsoft.com/office/drawing/2014/main" id="{B3E2447B-CB2C-BAA4-25D8-9B35F2EFA084}"/>
              </a:ext>
            </a:extLst>
          </p:cNvPr>
          <p:cNvSpPr>
            <a:spLocks noGrp="1"/>
          </p:cNvSpPr>
          <p:nvPr>
            <p:ph type="sldNum" sz="quarter" idx="12"/>
          </p:nvPr>
        </p:nvSpPr>
        <p:spPr/>
        <p:txBody>
          <a:bodyPr/>
          <a:lstStyle/>
          <a:p>
            <a:fld id="{BF649B4E-8AC3-402C-B01B-2F79CA868FB6}" type="slidenum">
              <a:rPr lang="en-PK" smtClean="0"/>
              <a:t>2</a:t>
            </a:fld>
            <a:endParaRPr lang="en-PK"/>
          </a:p>
        </p:txBody>
      </p:sp>
      <p:sp>
        <p:nvSpPr>
          <p:cNvPr id="5" name="Rectangle 1">
            <a:extLst>
              <a:ext uri="{FF2B5EF4-FFF2-40B4-BE49-F238E27FC236}">
                <a16:creationId xmlns:a16="http://schemas.microsoft.com/office/drawing/2014/main" id="{36DDCE77-906E-BF4A-C830-327CEE908FD0}"/>
              </a:ext>
            </a:extLst>
          </p:cNvPr>
          <p:cNvSpPr>
            <a:spLocks noGrp="1" noChangeArrowheads="1"/>
          </p:cNvSpPr>
          <p:nvPr>
            <p:ph idx="1"/>
          </p:nvPr>
        </p:nvSpPr>
        <p:spPr bwMode="auto">
          <a:xfrm>
            <a:off x="698316" y="989808"/>
            <a:ext cx="10792959"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PK" altLang="en-PK" sz="1800" b="0" i="0" u="none" strike="noStrike" cap="none" normalizeH="0" baseline="0" dirty="0">
                <a:ln>
                  <a:noFill/>
                </a:ln>
                <a:solidFill>
                  <a:srgbClr val="48525C"/>
                </a:solidFill>
                <a:effectLst/>
                <a:latin typeface="Roboto" panose="02000000000000000000" pitchFamily="2" charset="0"/>
              </a:rPr>
              <a:t>The Christian Bible says that at the birthplace of Abraham people worshiped the sun, moon and stars. Archaeologists found evidence that those people worshiped the sun, moon and "Star of Venus". However today astronomers affirm that this "Star of Venus" is actually the planet Venus, not a star. The Quran correctly describes it as a planet.</a:t>
            </a:r>
            <a:endParaRPr kumimoji="0" lang="en-PK" altLang="en-PK"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br>
              <a:rPr kumimoji="0" lang="en-PK" altLang="en-PK" sz="1800" b="0" i="0" u="none" strike="noStrike" cap="none" normalizeH="0" baseline="0" dirty="0">
                <a:ln>
                  <a:noFill/>
                </a:ln>
                <a:solidFill>
                  <a:srgbClr val="48525C"/>
                </a:solidFill>
                <a:effectLst/>
                <a:latin typeface="Roboto" panose="02000000000000000000" pitchFamily="2" charset="0"/>
              </a:rPr>
            </a:br>
            <a:endParaRPr kumimoji="0" lang="en-PK" altLang="en-PK" sz="1800" b="0" i="0" u="none" strike="noStrike" cap="none" normalizeH="0" baseline="0" dirty="0">
              <a:ln>
                <a:noFill/>
              </a:ln>
              <a:solidFill>
                <a:schemeClr val="tx1"/>
              </a:solidFill>
              <a:effectLst/>
              <a:latin typeface="Arial" panose="020B0604020202020204" pitchFamily="34" charset="0"/>
            </a:endParaRPr>
          </a:p>
        </p:txBody>
      </p:sp>
      <p:sp>
        <p:nvSpPr>
          <p:cNvPr id="6" name="Rectangle 2">
            <a:extLst>
              <a:ext uri="{FF2B5EF4-FFF2-40B4-BE49-F238E27FC236}">
                <a16:creationId xmlns:a16="http://schemas.microsoft.com/office/drawing/2014/main" id="{3E69402A-A584-588B-AF1B-B3BBDF310A0D}"/>
              </a:ext>
            </a:extLst>
          </p:cNvPr>
          <p:cNvSpPr>
            <a:spLocks noChangeArrowheads="1"/>
          </p:cNvSpPr>
          <p:nvPr/>
        </p:nvSpPr>
        <p:spPr bwMode="auto">
          <a:xfrm>
            <a:off x="698317" y="2493059"/>
            <a:ext cx="10792958" cy="4247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PK" altLang="en-PK" sz="1800" b="0" i="0" u="none" strike="noStrike" cap="none" normalizeH="0" baseline="0" dirty="0">
                <a:ln>
                  <a:noFill/>
                </a:ln>
                <a:solidFill>
                  <a:srgbClr val="48525C"/>
                </a:solidFill>
                <a:effectLst/>
                <a:latin typeface="Roboto" panose="02000000000000000000" pitchFamily="2" charset="0"/>
              </a:rPr>
              <a:t>Those people thought that Venus was a star. However the Quran didn't do this mistake, it says that it is a planet.</a:t>
            </a:r>
            <a:endParaRPr kumimoji="0" lang="en-PK" altLang="en-PK" sz="1800" b="0" i="0" u="none" strike="noStrike" cap="none" normalizeH="0" baseline="0" dirty="0">
              <a:ln>
                <a:noFill/>
              </a:ln>
              <a:solidFill>
                <a:schemeClr val="tx1"/>
              </a:solidFill>
              <a:effectLst/>
            </a:endParaRPr>
          </a:p>
          <a:p>
            <a:pPr algn="l"/>
            <a:r>
              <a:rPr lang="en-US" dirty="0">
                <a:solidFill>
                  <a:srgbClr val="48525C"/>
                </a:solidFill>
                <a:latin typeface="Roboto" panose="02000000000000000000" pitchFamily="2" charset="0"/>
              </a:rPr>
              <a:t>“</a:t>
            </a:r>
            <a:r>
              <a:rPr lang="en-US" b="0" i="0" dirty="0">
                <a:solidFill>
                  <a:srgbClr val="48525C"/>
                </a:solidFill>
                <a:effectLst/>
                <a:latin typeface="Roboto" panose="02000000000000000000" pitchFamily="2" charset="0"/>
              </a:rPr>
              <a:t>Kaukab”  </a:t>
            </a:r>
            <a:r>
              <a:rPr lang="ar-AE" b="0" i="0" dirty="0">
                <a:solidFill>
                  <a:srgbClr val="48525C"/>
                </a:solidFill>
                <a:effectLst/>
                <a:latin typeface="Roboto" panose="02000000000000000000" pitchFamily="2" charset="0"/>
              </a:rPr>
              <a:t>كَوْكَبً ۖ</a:t>
            </a:r>
            <a:r>
              <a:rPr lang="en-US" b="0" i="0" dirty="0">
                <a:solidFill>
                  <a:srgbClr val="48525C"/>
                </a:solidFill>
                <a:effectLst/>
                <a:latin typeface="Roboto" panose="02000000000000000000" pitchFamily="2" charset="0"/>
              </a:rPr>
              <a:t> means planet. Those people worshiped the sun, moon and a planet; not a star.</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PK" sz="1800" b="0" i="1" u="none" strike="noStrike" cap="none" normalizeH="0" baseline="0" dirty="0">
                <a:ln>
                  <a:noFill/>
                </a:ln>
                <a:solidFill>
                  <a:srgbClr val="48525C"/>
                </a:solidFill>
                <a:effectLst/>
                <a:latin typeface="inherit"/>
              </a:rPr>
              <a:t>	</a:t>
            </a:r>
            <a:br>
              <a:rPr kumimoji="0" lang="en-PK" altLang="en-PK" sz="1800" b="0" i="1" u="none" strike="noStrike" cap="none" normalizeH="0" baseline="0" dirty="0">
                <a:ln>
                  <a:noFill/>
                </a:ln>
                <a:solidFill>
                  <a:srgbClr val="48525C"/>
                </a:solidFill>
                <a:effectLst/>
                <a:latin typeface="inherit"/>
              </a:rPr>
            </a:br>
            <a:endParaRPr kumimoji="0" lang="en-PK" altLang="en-PK" sz="1800" b="0" i="0" u="none" strike="noStrike" cap="none" normalizeH="0" baseline="0" dirty="0">
              <a:ln>
                <a:noFill/>
              </a:ln>
              <a:solidFill>
                <a:srgbClr val="48525C"/>
              </a:solidFill>
              <a:effectLst/>
              <a:latin typeface="Roboto" panose="02000000000000000000" pitchFamily="2"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PK" altLang="en-PK" sz="1800" b="0" i="1" u="none" strike="noStrike" cap="none" normalizeH="0" baseline="0" dirty="0">
                <a:ln>
                  <a:noFill/>
                </a:ln>
                <a:solidFill>
                  <a:srgbClr val="005AF0"/>
                </a:solidFill>
                <a:effectLst/>
                <a:latin typeface="inherit"/>
                <a:hlinkClick r:id="rId3"/>
              </a:rPr>
              <a:t>Quran 6:74-79</a:t>
            </a:r>
            <a:endParaRPr kumimoji="0" lang="en-PK" altLang="en-PK" sz="1800" b="0" i="0" u="none" strike="noStrike" cap="none" normalizeH="0" baseline="0" dirty="0">
              <a:ln>
                <a:noFill/>
              </a:ln>
              <a:solidFill>
                <a:srgbClr val="48525C"/>
              </a:solidFill>
              <a:effectLst/>
              <a:latin typeface="Roboto" panose="02000000000000000000" pitchFamily="2"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PK" altLang="en-PK" sz="1800" b="0" i="1" u="none" strike="noStrike" cap="none" normalizeH="0" baseline="0" dirty="0">
                <a:ln>
                  <a:noFill/>
                </a:ln>
                <a:solidFill>
                  <a:srgbClr val="48525C"/>
                </a:solidFill>
                <a:effectLst/>
                <a:latin typeface="inherit"/>
              </a:rPr>
              <a:t>Abraham said to his father Azar, “Do you take idols for gods? I see that you and your people are in evident error.” Thus We showed Abraham the empire of the heavens and the earth, that he might be one of those with certainty. When the night fell over him, he saw </a:t>
            </a:r>
            <a:r>
              <a:rPr kumimoji="0" lang="en-PK" altLang="en-PK" sz="1800" b="1" i="1" u="none" strike="noStrike" cap="none" normalizeH="0" baseline="0" dirty="0">
                <a:ln>
                  <a:noFill/>
                </a:ln>
                <a:solidFill>
                  <a:srgbClr val="48525C"/>
                </a:solidFill>
                <a:effectLst/>
                <a:latin typeface="inherit"/>
              </a:rPr>
              <a:t>a planet</a:t>
            </a:r>
            <a:r>
              <a:rPr kumimoji="0" lang="en-PK" altLang="en-PK" sz="1800" b="0" i="1" u="none" strike="noStrike" cap="none" normalizeH="0" baseline="0" dirty="0">
                <a:ln>
                  <a:noFill/>
                </a:ln>
                <a:solidFill>
                  <a:srgbClr val="48525C"/>
                </a:solidFill>
                <a:effectLst/>
                <a:latin typeface="inherit"/>
              </a:rPr>
              <a:t>. He said, “This is my lord.” But when it set, he said, “I do not love those that set.” Then, when he saw the moon rising, he said, “This is my lord.” But when it set, he said, “If my Lord does not guide me, I will be one of the erring people.” Then, when he saw the sun rising, he said, “This is my lord, this is bigger.” But when it set, he said, “O my people, I am innocent of your idolatry. I have directed my attention towards Him Who created the heavens and the earth—a monotheist—and I am not of the idolaters.”</a:t>
            </a:r>
            <a:endParaRPr kumimoji="0" lang="en-PK" altLang="en-PK" sz="1800" b="0" i="0" u="none" strike="noStrike" cap="none" normalizeH="0" baseline="0" dirty="0">
              <a:ln>
                <a:noFill/>
              </a:ln>
              <a:solidFill>
                <a:srgbClr val="48525C"/>
              </a:solidFill>
              <a:effectLst/>
              <a:latin typeface="Roboto" panose="02000000000000000000" pitchFamily="2" charset="0"/>
            </a:endParaRPr>
          </a:p>
          <a:p>
            <a:pPr marL="0" marR="0" lvl="0" indent="0" algn="l" defTabSz="914400" rtl="0" eaLnBrk="0" fontAlgn="base" latinLnBrk="0" hangingPunct="0">
              <a:lnSpc>
                <a:spcPct val="100000"/>
              </a:lnSpc>
              <a:spcBef>
                <a:spcPct val="0"/>
              </a:spcBef>
              <a:spcAft>
                <a:spcPct val="0"/>
              </a:spcAft>
              <a:buClrTx/>
              <a:buSzTx/>
              <a:buFontTx/>
              <a:buNone/>
              <a:tabLst/>
            </a:pPr>
            <a:br>
              <a:rPr kumimoji="0" lang="en-PK" altLang="en-PK" sz="1800" b="0" i="0" u="none" strike="noStrike" cap="none" normalizeH="0" baseline="0" dirty="0">
                <a:ln>
                  <a:noFill/>
                </a:ln>
                <a:solidFill>
                  <a:srgbClr val="48525C"/>
                </a:solidFill>
                <a:effectLst/>
                <a:latin typeface="inherit"/>
              </a:rPr>
            </a:br>
            <a:endParaRPr kumimoji="0" lang="en-PK" altLang="en-PK"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553038748"/>
      </p:ext>
    </p:extLst>
  </p:cSld>
  <p:clrMapOvr>
    <a:masterClrMapping/>
  </p:clrMapOvr>
  <p:transition spd="slow">
    <p:randomBar dir="vert"/>
  </p:transition>
</p:sld>
</file>

<file path=ppt/theme/theme1.xml><?xml version="1.0" encoding="utf-8"?>
<a:theme xmlns:a="http://schemas.openxmlformats.org/drawingml/2006/main" name="Droplet">
  <a:themeElements>
    <a:clrScheme name="Droplet">
      <a:dk1>
        <a:sysClr val="windowText" lastClr="000000"/>
      </a:dk1>
      <a:lt1>
        <a:sysClr val="window" lastClr="FFFFFF"/>
      </a:lt1>
      <a:dk2>
        <a:srgbClr val="355071"/>
      </a:dk2>
      <a:lt2>
        <a:srgbClr val="AABED7"/>
      </a:lt2>
      <a:accent1>
        <a:srgbClr val="2FA3EE"/>
      </a:accent1>
      <a:accent2>
        <a:srgbClr val="4BCAAD"/>
      </a:accent2>
      <a:accent3>
        <a:srgbClr val="86C157"/>
      </a:accent3>
      <a:accent4>
        <a:srgbClr val="D99C3F"/>
      </a:accent4>
      <a:accent5>
        <a:srgbClr val="CE6633"/>
      </a:accent5>
      <a:accent6>
        <a:srgbClr val="A35DD1"/>
      </a:accent6>
      <a:hlink>
        <a:srgbClr val="56BCFE"/>
      </a:hlink>
      <a:folHlink>
        <a:srgbClr val="97C5E3"/>
      </a:folHlink>
    </a:clrScheme>
    <a:fontScheme name="Drople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roplet">
      <a:fillStyleLst>
        <a:solidFill>
          <a:schemeClr val="phClr"/>
        </a:solidFill>
        <a:solidFill>
          <a:schemeClr val="phClr">
            <a:tint val="69000"/>
            <a:satMod val="105000"/>
            <a:lumMod val="110000"/>
          </a:schemeClr>
        </a:solidFill>
        <a:gradFill rotWithShape="1">
          <a:gsLst>
            <a:gs pos="0">
              <a:schemeClr val="phClr">
                <a:tint val="94000"/>
                <a:satMod val="100000"/>
                <a:lumMod val="108000"/>
              </a:schemeClr>
            </a:gs>
            <a:gs pos="50000">
              <a:schemeClr val="phClr">
                <a:tint val="98000"/>
                <a:shade val="100000"/>
                <a:satMod val="100000"/>
                <a:lumMod val="100000"/>
              </a:schemeClr>
            </a:gs>
            <a:gs pos="100000">
              <a:schemeClr val="phClr">
                <a:shade val="72000"/>
                <a:satMod val="120000"/>
                <a:lumMod val="100000"/>
              </a:schemeClr>
            </a:gs>
          </a:gsLst>
          <a:lin ang="5400000" scaled="0"/>
        </a:gradFill>
      </a:fillStyleLst>
      <a:lnStyleLst>
        <a:ln w="9525" cap="flat" cmpd="sng" algn="ctr">
          <a:solidFill>
            <a:schemeClr val="phClr">
              <a:shade val="60000"/>
            </a:scheme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effectStyle>
        <a:effectStyle>
          <a:effectLst>
            <a:outerShdw blurRad="63500" dist="25400" dir="5400000" algn="ctr" rotWithShape="0">
              <a:srgbClr val="000000">
                <a:alpha val="69000"/>
              </a:srgbClr>
            </a:outerShdw>
          </a:effectLst>
          <a:scene3d>
            <a:camera prst="orthographicFront">
              <a:rot lat="0" lon="0" rev="0"/>
            </a:camera>
            <a:lightRig rig="balanced" dir="t">
              <a:rot lat="0" lon="0" rev="1200000"/>
            </a:lightRig>
          </a:scene3d>
          <a:sp3d prstMaterial="plastic">
            <a:bevelT w="25400" h="25400"/>
          </a:sp3d>
        </a:effectStyle>
      </a:effectStyleLst>
      <a:bgFillStyleLst>
        <a:solidFill>
          <a:schemeClr val="phClr"/>
        </a:solidFill>
        <a:gradFill rotWithShape="1">
          <a:gsLst>
            <a:gs pos="0">
              <a:schemeClr val="phClr">
                <a:tint val="90000"/>
                <a:lumMod val="110000"/>
              </a:schemeClr>
            </a:gs>
            <a:gs pos="100000">
              <a:schemeClr val="phClr">
                <a:shade val="64000"/>
                <a:lumMod val="88000"/>
              </a:schemeClr>
            </a:gs>
          </a:gsLst>
          <a:lin ang="5400000" scaled="0"/>
        </a:gradFill>
        <a:gradFill rotWithShape="1">
          <a:gsLst>
            <a:gs pos="0">
              <a:schemeClr val="phClr">
                <a:tint val="84000"/>
                <a:shade val="100000"/>
                <a:hueMod val="130000"/>
                <a:satMod val="150000"/>
                <a:lumMod val="112000"/>
              </a:schemeClr>
            </a:gs>
            <a:gs pos="100000">
              <a:schemeClr val="phClr">
                <a:shade val="92000"/>
                <a:satMod val="140000"/>
                <a:lumMod val="110000"/>
              </a:schemeClr>
            </a:gs>
          </a:gsLst>
          <a:lin ang="5400000" scaled="0"/>
        </a:gradFill>
      </a:bgFillStyleLst>
    </a:fmtScheme>
  </a:themeElements>
  <a:objectDefaults/>
  <a:extraClrSchemeLst/>
  <a:extLst>
    <a:ext uri="{05A4C25C-085E-4340-85A3-A5531E510DB2}">
      <thm15:themeFamily xmlns:thm15="http://schemas.microsoft.com/office/thememl/2012/main" name="Droplet" id="{8984A317-299A-4E50-B45D-BFC9EDE2337A}" vid="{A633B6A3-9E7F-4C10-9C98-2517A313436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TM04033925[[fn=Droplet]]</Template>
  <TotalTime>3315</TotalTime>
  <Words>476</Words>
  <Application>Microsoft Office PowerPoint</Application>
  <PresentationFormat>Widescreen</PresentationFormat>
  <Paragraphs>22</Paragraphs>
  <Slides>2</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vt:i4>
      </vt:variant>
    </vt:vector>
  </HeadingPairs>
  <TitlesOfParts>
    <vt:vector size="8" baseType="lpstr">
      <vt:lpstr>Arial</vt:lpstr>
      <vt:lpstr>Calibri</vt:lpstr>
      <vt:lpstr>inherit</vt:lpstr>
      <vt:lpstr>Roboto</vt:lpstr>
      <vt:lpstr>Tw Cen MT</vt:lpstr>
      <vt:lpstr>Droplet</vt:lpstr>
      <vt:lpstr>Gravitational Field</vt:lpstr>
      <vt:lpstr>Birthplace of Abraham</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Muhammad Daniyal</dc:creator>
  <cp:lastModifiedBy>Muhammad Moiz Ansari</cp:lastModifiedBy>
  <cp:revision>20</cp:revision>
  <dcterms:created xsi:type="dcterms:W3CDTF">2023-09-27T06:31:32Z</dcterms:created>
  <dcterms:modified xsi:type="dcterms:W3CDTF">2024-04-25T08:35:27Z</dcterms:modified>
</cp:coreProperties>
</file>