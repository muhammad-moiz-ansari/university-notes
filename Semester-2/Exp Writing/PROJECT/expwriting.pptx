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9"/>
  </p:notesMasterIdLst>
  <p:handoutMasterIdLst>
    <p:handoutMasterId r:id="rId10"/>
  </p:handoutMasterIdLst>
  <p:sldIdLst>
    <p:sldId id="257" r:id="rId5"/>
    <p:sldId id="392" r:id="rId6"/>
    <p:sldId id="393" r:id="rId7"/>
    <p:sldId id="3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664"/>
    <a:srgbClr val="36325C"/>
    <a:srgbClr val="211D37"/>
    <a:srgbClr val="272341"/>
    <a:srgbClr val="3E3969"/>
    <a:srgbClr val="423D6F"/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348" autoAdjust="0"/>
  </p:normalViewPr>
  <p:slideViewPr>
    <p:cSldViewPr snapToGrid="0">
      <p:cViewPr varScale="1">
        <p:scale>
          <a:sx n="49" d="100"/>
          <a:sy n="49" d="100"/>
        </p:scale>
        <p:origin x="1336" y="5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1911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F2C1D-F243-42AB-ADF2-E7CB4E04900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CDBB5-5B4A-4483-935D-A73935186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CE34E-5667-4A32-A6BA-10C7A552BC6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CE34D-CFF1-4FFE-815B-D050E7ED2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4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13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</a:rPr>
              <a:t>Eratosthenes: Sunlight in Alexandria fell at an angle of about 7 percent from the vertical at noon on the summer solstice, while 500 miles (800 kilometers) to the southeast.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13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anchor="b" anchorCtr="0">
            <a:noAutofit/>
          </a:bodyPr>
          <a:lstStyle/>
          <a:p>
            <a:r>
              <a:rPr lang="en-US" sz="4800" dirty="0"/>
              <a:t>3DFloat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anchor="b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anchor="t" anchorCtr="0">
            <a:noAutofit/>
          </a:bodyPr>
          <a:lstStyle>
            <a:lvl1pPr>
              <a:buNone/>
              <a:defRPr/>
            </a:lvl1pPr>
          </a:lstStyle>
          <a:p>
            <a:pPr>
              <a:lnSpc>
                <a:spcPct val="120000"/>
              </a:lnSpc>
            </a:pPr>
            <a:r>
              <a:rPr lang="en-US" sz="1600" dirty="0"/>
              <a:t>Click to add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anchor="b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Title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>
            <a:noAutofit/>
          </a:bodyPr>
          <a:lstStyle/>
          <a:p>
            <a:r>
              <a:rPr lang="en-US" dirty="0"/>
              <a:t>Team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7" name="Picture Placeholder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8" name="Picture Placeholder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A3664"/>
            </a:gs>
            <a:gs pos="67000">
              <a:srgbClr val="211D37"/>
            </a:gs>
            <a:gs pos="83000">
              <a:schemeClr val="bg2"/>
            </a:gs>
            <a:gs pos="100000">
              <a:schemeClr val="bg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765174"/>
            <a:ext cx="11088143" cy="161979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Debunking : Flat Earth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3827610"/>
            <a:ext cx="5437187" cy="2265216"/>
          </a:xfrm>
        </p:spPr>
        <p:txBody>
          <a:bodyPr vert="horz" wrap="square" lIns="0" tIns="0" rIns="0" bIns="0" rtlCol="0">
            <a:normAutofit/>
          </a:bodyPr>
          <a:lstStyle/>
          <a:p>
            <a:pPr marL="0" indent="0">
              <a:lnSpc>
                <a:spcPct val="100000"/>
              </a:lnSpc>
            </a:pPr>
            <a:r>
              <a:rPr lang="en-US" sz="2400" dirty="0"/>
              <a:t>B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y :</a:t>
            </a:r>
          </a:p>
          <a:p>
            <a:pPr marL="0" indent="0">
              <a:lnSpc>
                <a:spcPct val="100000"/>
              </a:lnSpc>
            </a:pPr>
            <a:r>
              <a:rPr lang="en-US" sz="2400" kern="1200" dirty="0">
                <a:latin typeface="+mn-lt"/>
                <a:ea typeface="+mn-ea"/>
                <a:cs typeface="+mn-cs"/>
              </a:rPr>
              <a:t>Moiz Ansari (23i-0523)</a:t>
            </a:r>
          </a:p>
          <a:p>
            <a:pPr marL="0" indent="0">
              <a:lnSpc>
                <a:spcPct val="100000"/>
              </a:lnSpc>
            </a:pPr>
            <a:r>
              <a:rPr lang="en-US" sz="2400" dirty="0"/>
              <a:t>Muhammad Saad (23i-0667)</a:t>
            </a:r>
          </a:p>
          <a:p>
            <a:pPr marL="0" indent="0">
              <a:lnSpc>
                <a:spcPct val="100000"/>
              </a:lnSpc>
            </a:pPr>
            <a:r>
              <a:rPr lang="en-US" sz="2400" kern="1200" dirty="0">
                <a:latin typeface="+mn-lt"/>
                <a:ea typeface="+mn-ea"/>
                <a:cs typeface="+mn-cs"/>
              </a:rPr>
              <a:t>Ibrahim-bin-Umair (23i-0520)</a:t>
            </a:r>
          </a:p>
        </p:txBody>
      </p:sp>
      <p:pic>
        <p:nvPicPr>
          <p:cNvPr id="5" name="Picture 4" descr="A planet earth from space&#10;&#10;Description automatically generated">
            <a:extLst>
              <a:ext uri="{FF2B5EF4-FFF2-40B4-BE49-F238E27FC236}">
                <a16:creationId xmlns:a16="http://schemas.microsoft.com/office/drawing/2014/main" id="{A757BFEA-1E29-ABE5-DC16-C96C5929F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775" y="2733403"/>
            <a:ext cx="5429250" cy="304038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04" y="497840"/>
            <a:ext cx="10797856" cy="99265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400" dirty="0"/>
              <a:t>What?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DA9547-0FEC-9319-44AF-C4D236BE7126}"/>
              </a:ext>
            </a:extLst>
          </p:cNvPr>
          <p:cNvSpPr txBox="1"/>
          <p:nvPr/>
        </p:nvSpPr>
        <p:spPr>
          <a:xfrm>
            <a:off x="851534" y="1982858"/>
            <a:ext cx="8932545" cy="40319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Myth of Flat Earth Theory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Historical context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38E288-C1C6-2CC8-B5B0-75681AF1D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376" y="1669348"/>
            <a:ext cx="4342279" cy="2889589"/>
          </a:xfrm>
          <a:prstGeom prst="roundRect">
            <a:avLst>
              <a:gd name="adj" fmla="val 20829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81517547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C3E83-5406-2370-48F3-80CBFC53DD4A}"/>
              </a:ext>
            </a:extLst>
          </p:cNvPr>
          <p:cNvSpPr txBox="1"/>
          <p:nvPr/>
        </p:nvSpPr>
        <p:spPr>
          <a:xfrm>
            <a:off x="851534" y="1988185"/>
            <a:ext cx="8932545" cy="40319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Circumnavigation of various explorers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Space exploration in the previous century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Laws of physics 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3239F18E-61D2-20B1-3E11-CB8CF66AE4A9}"/>
              </a:ext>
            </a:extLst>
          </p:cNvPr>
          <p:cNvSpPr txBox="1">
            <a:spLocks/>
          </p:cNvSpPr>
          <p:nvPr/>
        </p:nvSpPr>
        <p:spPr>
          <a:xfrm>
            <a:off x="550862" y="351839"/>
            <a:ext cx="10797856" cy="99265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5400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6890984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C3E83-5406-2370-48F3-80CBFC53DD4A}"/>
              </a:ext>
            </a:extLst>
          </p:cNvPr>
          <p:cNvSpPr txBox="1"/>
          <p:nvPr/>
        </p:nvSpPr>
        <p:spPr>
          <a:xfrm>
            <a:off x="851534" y="1988185"/>
            <a:ext cx="9886135" cy="40319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Eratosthenes checked the angle of sunlight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Magellan-Elcano proved that Earth is round through his voyages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Space programs, provided images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Gravity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Lunar Eclipse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3239F18E-61D2-20B1-3E11-CB8CF66AE4A9}"/>
              </a:ext>
            </a:extLst>
          </p:cNvPr>
          <p:cNvSpPr txBox="1">
            <a:spLocks/>
          </p:cNvSpPr>
          <p:nvPr/>
        </p:nvSpPr>
        <p:spPr>
          <a:xfrm>
            <a:off x="550862" y="351839"/>
            <a:ext cx="10797856" cy="99265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5400" dirty="0"/>
              <a:t>How?</a:t>
            </a:r>
          </a:p>
        </p:txBody>
      </p:sp>
      <p:pic>
        <p:nvPicPr>
          <p:cNvPr id="4" name="Picture 3" descr="A circular object with arrows pointing to the center&#10;&#10;Description automatically generated">
            <a:extLst>
              <a:ext uri="{FF2B5EF4-FFF2-40B4-BE49-F238E27FC236}">
                <a16:creationId xmlns:a16="http://schemas.microsoft.com/office/drawing/2014/main" id="{A4203882-C685-1F81-9DB9-B4FC0DFBA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783" y="3723452"/>
            <a:ext cx="2926080" cy="278270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495166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512</TotalTime>
  <Words>111</Words>
  <Application>Microsoft Office PowerPoint</Application>
  <PresentationFormat>Widescreen</PresentationFormat>
  <Paragraphs>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Gill Sans MT</vt:lpstr>
      <vt:lpstr>Times New Roman</vt:lpstr>
      <vt:lpstr>Walbaum Display</vt:lpstr>
      <vt:lpstr>3DFloatVTI</vt:lpstr>
      <vt:lpstr>Debunking : Flat Earth Theory</vt:lpstr>
      <vt:lpstr>What?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 of Social Media on Society</dc:title>
  <dc:creator>Muhammad Moiz Ansari</dc:creator>
  <cp:lastModifiedBy>Muhammad Moiz Ansari</cp:lastModifiedBy>
  <cp:revision>9</cp:revision>
  <dcterms:created xsi:type="dcterms:W3CDTF">2023-09-26T17:11:32Z</dcterms:created>
  <dcterms:modified xsi:type="dcterms:W3CDTF">2024-05-09T08:59:44Z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