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2" r:id="rId8"/>
    <p:sldId id="261" r:id="rId9"/>
    <p:sldId id="260" r:id="rId10"/>
    <p:sldId id="267" r:id="rId11"/>
    <p:sldId id="266" r:id="rId12"/>
    <p:sldId id="268" r:id="rId13"/>
    <p:sldId id="269" r:id="rId14"/>
    <p:sldId id="25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3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7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2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7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9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1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1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678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5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19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2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6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80DDAD-9BAE-4885-9B80-C2294F164A1C}" type="datetimeFigureOut">
              <a:rPr lang="en-US" smtClean="0"/>
              <a:t>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03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ADEBB9-D224-9B78-F8A6-EE19CE33F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66540"/>
            <a:ext cx="8825658" cy="3329581"/>
          </a:xfrm>
        </p:spPr>
        <p:txBody>
          <a:bodyPr/>
          <a:lstStyle/>
          <a:p>
            <a:r>
              <a:rPr lang="en-US" dirty="0"/>
              <a:t>Multivariable Calculus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CDCDE7-E618-B075-AC75-4DD6D6E2B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 Imran Shahzad</a:t>
            </a:r>
          </a:p>
        </p:txBody>
      </p:sp>
    </p:spTree>
    <p:extLst>
      <p:ext uri="{BB962C8B-B14F-4D97-AF65-F5344CB8AC3E}">
        <p14:creationId xmlns:p14="http://schemas.microsoft.com/office/powerpoint/2010/main" val="393920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980C9F-5725-A353-3EFD-5160FFAB0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48" y="681539"/>
            <a:ext cx="7096958" cy="8585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0AB82D-5285-A17C-F6B4-B1A722A0D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06" y="1976437"/>
            <a:ext cx="10518871" cy="318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6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7A21F2-97A7-4B2F-4DD7-60CA4AC10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87" y="242887"/>
            <a:ext cx="9267825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2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3D903C-6D6F-C43D-0564-D3527D688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64" y="152406"/>
            <a:ext cx="9563100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9877DA-50AB-40F0-1BA5-7F130C718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4" y="1219206"/>
            <a:ext cx="9563100" cy="539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0E0BEF-191D-2506-6F20-4E2C17B67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32" y="895349"/>
            <a:ext cx="9976429" cy="536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27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42845C-5C5A-3887-6C98-CC7193027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9" y="2143125"/>
            <a:ext cx="6943725" cy="2571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FF2860-9703-9731-7F6B-034AA89BC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624" y="357187"/>
            <a:ext cx="4038600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19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A414B9-001B-ABEF-85BE-47A00ACBD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16" y="2805112"/>
            <a:ext cx="11063716" cy="14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06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6BEAD7-1B18-EF4E-6CD7-047705E4F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03" y="2133600"/>
            <a:ext cx="10593325" cy="295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6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A354A1-A744-F292-D33B-5C32E8358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156" y="1502188"/>
            <a:ext cx="9013671" cy="2396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8506FE-1F19-F69E-3D58-42F3BB5A3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241" y="3901994"/>
            <a:ext cx="9013670" cy="135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BB9FA-9878-8043-3C88-4ADDC5AA7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4" y="882316"/>
            <a:ext cx="9914021" cy="482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54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BB803F-A0B7-85FA-7C5E-F611EB63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602" y="1522998"/>
            <a:ext cx="9258314" cy="333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63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96DCAE-91E3-6435-70F8-2752215F3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245" y="1403766"/>
            <a:ext cx="9303979" cy="419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705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36DC8-2F85-99A7-4573-4E00DD9CF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73" y="1347537"/>
            <a:ext cx="10006237" cy="412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488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457-5808-B65A-7AE0-22D121B7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362" y="1963376"/>
            <a:ext cx="6962354" cy="1915647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3917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57</TotalTime>
  <Words>7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Multivariable Calculus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Multivariable Calculus</dc:title>
  <dc:creator>Imran Shahzad</dc:creator>
  <cp:lastModifiedBy>Imran Shahzad</cp:lastModifiedBy>
  <cp:revision>4</cp:revision>
  <dcterms:created xsi:type="dcterms:W3CDTF">2024-01-22T16:50:54Z</dcterms:created>
  <dcterms:modified xsi:type="dcterms:W3CDTF">2024-02-01T07:09:14Z</dcterms:modified>
</cp:coreProperties>
</file>