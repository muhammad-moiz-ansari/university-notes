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57" r:id="rId8"/>
    <p:sldId id="258" r:id="rId9"/>
    <p:sldId id="264" r:id="rId10"/>
    <p:sldId id="265" r:id="rId11"/>
    <p:sldId id="263" r:id="rId12"/>
    <p:sldId id="25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3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3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3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76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24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0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7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98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2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1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31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6783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54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19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2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60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9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80DDAD-9BAE-4885-9B80-C2294F164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034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ADEBB9-D224-9B78-F8A6-EE19CE33F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331495"/>
            <a:ext cx="10138687" cy="3224461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Multivariable Calculus</a:t>
            </a:r>
            <a:br>
              <a:rPr lang="en-US" dirty="0"/>
            </a:br>
            <a:br>
              <a:rPr lang="en-US" dirty="0"/>
            </a:br>
            <a:r>
              <a:rPr lang="en-US" sz="4800" b="1" dirty="0"/>
              <a:t>Gradient and Directional Derivative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CDCDE7-E618-B075-AC75-4DD6D6E2B5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Dr Imran Shahzad</a:t>
            </a:r>
          </a:p>
        </p:txBody>
      </p:sp>
    </p:spTree>
    <p:extLst>
      <p:ext uri="{BB962C8B-B14F-4D97-AF65-F5344CB8AC3E}">
        <p14:creationId xmlns:p14="http://schemas.microsoft.com/office/powerpoint/2010/main" val="393920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026B8E-EBB9-8AD5-C1FF-12F161DC9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07" y="914903"/>
            <a:ext cx="7886700" cy="857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186F0A-7E61-4B7B-C90F-760DC5ABA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82" y="2776537"/>
            <a:ext cx="10970447" cy="152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65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9B7068-9DC2-01D2-91F0-EC6EA20E1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31" y="655221"/>
            <a:ext cx="10403082" cy="2344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78EE81-8652-94A9-3B8E-B481D4692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694" y="2871537"/>
            <a:ext cx="5371271" cy="389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90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04226A-D143-3480-CE47-39D8D1236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89" y="1395412"/>
            <a:ext cx="10240844" cy="450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1FC72F-0908-AC22-E401-5C2705E2D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45" y="847475"/>
            <a:ext cx="9911668" cy="1762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EE1517-9C57-E2D5-C92A-35812D693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45" y="2570995"/>
            <a:ext cx="9911668" cy="265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80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E79956-1C24-DE20-E252-B9FF2412F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17" y="1403477"/>
            <a:ext cx="10638325" cy="27995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07FB1C-FBE7-1A74-4D21-E38C2FD59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14" y="4427622"/>
            <a:ext cx="10585028" cy="11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20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246C85-D628-28B1-B912-F9D689568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00" y="1838325"/>
            <a:ext cx="10316837" cy="351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67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E62C68-5BC7-50D2-3AB4-9E462865C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08" y="1214437"/>
            <a:ext cx="10216509" cy="489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28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73DEC5-B274-C4D5-BB50-2294169C7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016" y="540923"/>
            <a:ext cx="10217200" cy="1897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5411E1-54EB-B2B9-2A19-846836167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557" y="2438403"/>
            <a:ext cx="4434818" cy="42849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0078B6-17B3-FFED-A8FF-D68639E80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80" y="3053541"/>
            <a:ext cx="5204219" cy="224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6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40A3B6-9E7C-E728-AF60-3EE8503B7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911" y="1795462"/>
            <a:ext cx="10427169" cy="369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27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26B2DD-17C8-213C-EC77-ECBA0C146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5" y="1100947"/>
            <a:ext cx="6911140" cy="19252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60D27C-70C6-624F-FE5B-230A8593B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405" y="589045"/>
            <a:ext cx="4658733" cy="3274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8F0950-D619-6072-1B4D-7939FEEB0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43" y="4237875"/>
            <a:ext cx="10788346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19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6457-5808-B65A-7AE0-22D121B7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4362" y="1963376"/>
            <a:ext cx="6962354" cy="1915647"/>
          </a:xfrm>
        </p:spPr>
        <p:txBody>
          <a:bodyPr/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3917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14016</TotalTime>
  <Words>15</Words>
  <Application>Microsoft Office PowerPoint</Application>
  <PresentationFormat>Widescreen</PresentationFormat>
  <Paragraphs>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  Multivariable Calculus  Gradient and Directional Derivative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Multivariable Calculus</dc:title>
  <dc:creator>Imran Shahzad</dc:creator>
  <cp:lastModifiedBy>Imran Shahzad</cp:lastModifiedBy>
  <cp:revision>20</cp:revision>
  <dcterms:created xsi:type="dcterms:W3CDTF">2024-01-22T16:50:54Z</dcterms:created>
  <dcterms:modified xsi:type="dcterms:W3CDTF">2024-02-22T03:29:21Z</dcterms:modified>
</cp:coreProperties>
</file>