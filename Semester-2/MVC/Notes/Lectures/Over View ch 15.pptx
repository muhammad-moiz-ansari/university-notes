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2" r:id="rId4"/>
    <p:sldId id="271" r:id="rId5"/>
    <p:sldId id="276" r:id="rId6"/>
    <p:sldId id="277" r:id="rId7"/>
    <p:sldId id="270" r:id="rId8"/>
    <p:sldId id="283" r:id="rId9"/>
    <p:sldId id="284" r:id="rId10"/>
    <p:sldId id="266" r:id="rId11"/>
    <p:sldId id="269" r:id="rId12"/>
    <p:sldId id="268" r:id="rId13"/>
    <p:sldId id="281" r:id="rId14"/>
    <p:sldId id="280" r:id="rId15"/>
    <p:sldId id="279" r:id="rId16"/>
    <p:sldId id="282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6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7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6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2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5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7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5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1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8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20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2968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49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15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2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54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1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EAA2251-2171-4FF7-B271-F51A16BCC220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EDBE1-93BE-4A85-B486-04F3BEA91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9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yjus.com/maths/vector-calculu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389413"/>
            <a:ext cx="8825658" cy="2283563"/>
          </a:xfrm>
        </p:spPr>
        <p:txBody>
          <a:bodyPr/>
          <a:lstStyle/>
          <a:p>
            <a:r>
              <a:rPr lang="en-US" dirty="0" smtClean="0"/>
              <a:t>Line and Surface Integrals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Dr</a:t>
            </a:r>
            <a:r>
              <a:rPr lang="en-US" dirty="0" smtClean="0"/>
              <a:t> Imran </a:t>
            </a:r>
            <a:r>
              <a:rPr lang="en-US" dirty="0" err="1" smtClean="0"/>
              <a:t>shahzad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2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32" y="1163780"/>
            <a:ext cx="9187737" cy="23790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70" y="3862201"/>
            <a:ext cx="9901062" cy="16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9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42" y="629394"/>
            <a:ext cx="9185836" cy="23291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919" y="3155958"/>
            <a:ext cx="8989621" cy="327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0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68" y="3980088"/>
            <a:ext cx="8305748" cy="22069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83" y="363928"/>
            <a:ext cx="8221878" cy="3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9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45" y="509217"/>
            <a:ext cx="1990725" cy="638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05" y="1190427"/>
            <a:ext cx="8110847" cy="2992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89" y="4284085"/>
            <a:ext cx="8234363" cy="218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6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676894"/>
            <a:ext cx="7924627" cy="18279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062" y="2912421"/>
            <a:ext cx="8680863" cy="357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2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86" y="88526"/>
            <a:ext cx="7835303" cy="31018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73" y="3247712"/>
            <a:ext cx="3334404" cy="6711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922" y="3366345"/>
            <a:ext cx="8055199" cy="305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3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42557"/>
            <a:ext cx="8946541" cy="37051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Application of Line Integral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Line </a:t>
            </a:r>
            <a:r>
              <a:rPr lang="en-US" dirty="0"/>
              <a:t>integral has several applications. A line integral is used to calculate the surface area in the three-dimensional planes. Some of the applications of line integrals in the </a:t>
            </a:r>
            <a:r>
              <a:rPr lang="en-US" dirty="0">
                <a:solidFill>
                  <a:schemeClr val="accent1"/>
                </a:solidFill>
                <a:hlinkClick r:id="rId2"/>
              </a:rPr>
              <a:t>vector calculus</a:t>
            </a:r>
            <a:r>
              <a:rPr lang="en-US" dirty="0">
                <a:solidFill>
                  <a:schemeClr val="accent1"/>
                </a:solidFill>
              </a:rPr>
              <a:t> </a:t>
            </a:r>
            <a:r>
              <a:rPr lang="en-US" dirty="0"/>
              <a:t>are as follows:</a:t>
            </a:r>
          </a:p>
          <a:p>
            <a:pPr algn="just"/>
            <a:r>
              <a:rPr lang="en-US" dirty="0"/>
              <a:t>A line integral is used to calculate the mass of wire.</a:t>
            </a:r>
          </a:p>
          <a:p>
            <a:pPr algn="just"/>
            <a:r>
              <a:rPr lang="en-US" dirty="0"/>
              <a:t>It helps to calculate the moment of inertia and </a:t>
            </a:r>
            <a:r>
              <a:rPr lang="en-US" dirty="0" smtClean="0"/>
              <a:t>Centre </a:t>
            </a:r>
            <a:r>
              <a:rPr lang="en-US" dirty="0"/>
              <a:t>of mass of wire.</a:t>
            </a:r>
          </a:p>
          <a:p>
            <a:pPr algn="just"/>
            <a:r>
              <a:rPr lang="en-US" dirty="0" smtClean="0"/>
              <a:t>Line </a:t>
            </a:r>
            <a:r>
              <a:rPr lang="en-US" dirty="0"/>
              <a:t>integral helps to calculate the work done by a force on a moving object in a vector field.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7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022" y="455778"/>
            <a:ext cx="6973352" cy="3452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022" y="3979408"/>
            <a:ext cx="6973352" cy="269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37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34" y="882052"/>
            <a:ext cx="5040849" cy="8992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50" y="156348"/>
            <a:ext cx="3156301" cy="28889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65" y="3259469"/>
            <a:ext cx="5688539" cy="89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507" y="3194648"/>
            <a:ext cx="32670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87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87" y="586901"/>
            <a:ext cx="7086459" cy="128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59" y="261258"/>
            <a:ext cx="3595374" cy="33519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475" y="3186112"/>
            <a:ext cx="1543050" cy="485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42" y="1948975"/>
            <a:ext cx="7607394" cy="447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3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4" y="192531"/>
            <a:ext cx="7714137" cy="37465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31" y="4059937"/>
            <a:ext cx="2590800" cy="638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26" y="4136571"/>
            <a:ext cx="8237939" cy="243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25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45" y="427513"/>
            <a:ext cx="8053746" cy="19609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17" y="3017446"/>
            <a:ext cx="7685613" cy="25758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181" y="2564572"/>
            <a:ext cx="3086100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861" y="5660200"/>
            <a:ext cx="6021592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2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11" y="493328"/>
            <a:ext cx="8869631" cy="30171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98" y="3632671"/>
            <a:ext cx="8720784" cy="28512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079" y="3262127"/>
            <a:ext cx="2800350" cy="246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26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91246"/>
            <a:ext cx="8108311" cy="652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353" y="2338387"/>
            <a:ext cx="8400555" cy="27481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7" y="1067418"/>
            <a:ext cx="32385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09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824" y="2353459"/>
            <a:ext cx="6505019" cy="1899271"/>
          </a:xfrm>
        </p:spPr>
        <p:txBody>
          <a:bodyPr/>
          <a:lstStyle/>
          <a:p>
            <a:pPr algn="ctr"/>
            <a:r>
              <a:rPr lang="en-US" sz="9600" dirty="0" smtClean="0"/>
              <a:t>Thank You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197708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124</TotalTime>
  <Words>43</Words>
  <Application>Microsoft Office PowerPoint</Application>
  <PresentationFormat>Widescreen</PresentationFormat>
  <Paragraphs>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Line and Surface Integrals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Admin</dc:creator>
  <cp:lastModifiedBy>Admin</cp:lastModifiedBy>
  <cp:revision>32</cp:revision>
  <dcterms:created xsi:type="dcterms:W3CDTF">2024-02-29T07:29:23Z</dcterms:created>
  <dcterms:modified xsi:type="dcterms:W3CDTF">2024-05-09T07:43:08Z</dcterms:modified>
</cp:coreProperties>
</file>