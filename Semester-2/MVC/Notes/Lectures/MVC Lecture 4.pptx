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2" r:id="rId8"/>
    <p:sldId id="261" r:id="rId9"/>
    <p:sldId id="260" r:id="rId10"/>
    <p:sldId id="267" r:id="rId11"/>
    <p:sldId id="266" r:id="rId12"/>
    <p:sldId id="2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599360"/>
            <a:ext cx="10138687" cy="2215501"/>
          </a:xfrm>
        </p:spPr>
        <p:txBody>
          <a:bodyPr/>
          <a:lstStyle/>
          <a:p>
            <a:r>
              <a:rPr lang="en-US" dirty="0"/>
              <a:t>Multivariable Calculus</a:t>
            </a:r>
            <a:br>
              <a:rPr lang="en-US" dirty="0"/>
            </a:br>
            <a:r>
              <a:rPr lang="en-US" sz="4800" b="1" dirty="0"/>
              <a:t>Extreme Values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823DF2E4-DAC5-E3D8-2F9F-A2CEBF1D8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484" y="3263310"/>
            <a:ext cx="4536504" cy="312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A85D8-93C5-F7C0-FC8F-2ED91C977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5" y="840210"/>
            <a:ext cx="6573696" cy="924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B7578-1DC4-A156-3872-2F9AAD03E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61" y="2476499"/>
            <a:ext cx="11090685" cy="294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4DCFD-84D3-4154-67B3-151BDCBF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45" y="2146134"/>
            <a:ext cx="9970526" cy="276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6973E5-4CFA-7CCB-7F07-CA282ACF9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69" y="1218839"/>
            <a:ext cx="9234870" cy="498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8D6629-33C5-2F67-0D5E-A6641B547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52" y="770025"/>
            <a:ext cx="9954122" cy="1636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30E5B-41B6-9823-397F-BDFB06CE7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569" y="2335880"/>
            <a:ext cx="5841833" cy="425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8CB4C-EE9C-9BD0-C96C-6B290515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18" y="1370344"/>
            <a:ext cx="10517040" cy="1709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D4318-B00F-4CE5-C731-91279F2A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97" y="3573624"/>
            <a:ext cx="10527861" cy="24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8B0583-D321-652E-878C-81C52338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81" y="1700462"/>
            <a:ext cx="5026850" cy="357739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832B88D5-C78A-9A3C-B869-A5B65970D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344" y="1087617"/>
            <a:ext cx="5379254" cy="489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CF3B22-4D05-5A8D-9607-AB10EABC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34" y="1371035"/>
            <a:ext cx="10089229" cy="42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ABB166-608D-D3A9-257E-929BD12F4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481399"/>
            <a:ext cx="10010274" cy="603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233DB-9AEC-AF59-CD12-409CEC20C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" y="1128462"/>
            <a:ext cx="9797077" cy="908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9858E-9298-BE33-CEB9-B82521F0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062163"/>
            <a:ext cx="5445041" cy="331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C2BD6-CC27-34FD-6408-90E44CBD1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1" y="1411460"/>
            <a:ext cx="9732260" cy="1395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EA3F55-A2AD-71C6-73E1-BDBB54F0A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484" y="2839458"/>
            <a:ext cx="6132697" cy="315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6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07CB9F-3C8F-26BB-9FBC-EAF5B8AD4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67" y="1331495"/>
            <a:ext cx="10045153" cy="44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0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4796</TotalTime>
  <Words>10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Multivariable Calculus Extreme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10</cp:revision>
  <dcterms:created xsi:type="dcterms:W3CDTF">2024-01-22T16:50:54Z</dcterms:created>
  <dcterms:modified xsi:type="dcterms:W3CDTF">2024-02-09T13:16:18Z</dcterms:modified>
</cp:coreProperties>
</file>