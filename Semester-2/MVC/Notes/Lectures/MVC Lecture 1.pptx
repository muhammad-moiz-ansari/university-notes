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62" r:id="rId8"/>
    <p:sldId id="261" r:id="rId9"/>
    <p:sldId id="260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0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1/22/2024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966540"/>
            <a:ext cx="8825658" cy="3329581"/>
          </a:xfrm>
        </p:spPr>
        <p:txBody>
          <a:bodyPr/>
          <a:lstStyle/>
          <a:p>
            <a:r>
              <a:rPr lang="en-US" dirty="0"/>
              <a:t>Multivariable Calculus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F8104-703A-9734-81B5-CE053CD5E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55" y="516859"/>
            <a:ext cx="4076700" cy="26479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EC5B9C-A506-F1F6-41C5-58B0254C8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74" y="3159042"/>
            <a:ext cx="5924550" cy="828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41D3FE-5DE4-1D89-0C6C-3A330D797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69" y="4463589"/>
            <a:ext cx="11440778" cy="18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A77BFF-3B17-BB6B-4AB9-B9C920C3F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8" y="1901050"/>
            <a:ext cx="11394156" cy="381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593A35-198B-F48A-2027-2BBA17C6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42" y="1459831"/>
            <a:ext cx="11327057" cy="2077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E92BC8-8762-D602-7354-12A9F5F5A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42" y="3499435"/>
            <a:ext cx="11327057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D246AD-9BA3-42C5-8400-A4E6A5C54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10" y="298190"/>
            <a:ext cx="5092616" cy="6261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7A891-B795-771B-74AF-7E729B71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490" y="298191"/>
            <a:ext cx="5397212" cy="6261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AE8AB-211C-5A9D-2F57-2B2914F82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45" y="161925"/>
            <a:ext cx="9553575" cy="65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8DA003-8E69-3D50-D478-A91D263CE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42" y="1491146"/>
            <a:ext cx="10903489" cy="397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C58D17-ACAD-D47A-6D72-C267FD82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4" y="1363582"/>
            <a:ext cx="10951435" cy="203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B49141-48FD-C1DC-1E9A-B4F5083D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72" y="1350795"/>
            <a:ext cx="8534400" cy="5080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0A96FE-6C48-4A80-AA75-6131139BB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84" y="463968"/>
            <a:ext cx="3048000" cy="82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</TotalTime>
  <Words>7</Words>
  <Application>Microsoft Office PowerPoint</Application>
  <PresentationFormat>Widescreen</PresentationFormat>
  <Paragraphs>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Multivariable Calculus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2</cp:revision>
  <dcterms:created xsi:type="dcterms:W3CDTF">2024-01-22T16:50:54Z</dcterms:created>
  <dcterms:modified xsi:type="dcterms:W3CDTF">2024-01-22T17:18:40Z</dcterms:modified>
</cp:coreProperties>
</file>