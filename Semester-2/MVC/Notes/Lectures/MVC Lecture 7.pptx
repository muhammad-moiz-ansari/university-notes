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57" r:id="rId8"/>
    <p:sldId id="258" r:id="rId9"/>
    <p:sldId id="264" r:id="rId10"/>
    <p:sldId id="265" r:id="rId11"/>
    <p:sldId id="263" r:id="rId12"/>
    <p:sldId id="262" r:id="rId13"/>
    <p:sldId id="261" r:id="rId14"/>
    <p:sldId id="260" r:id="rId15"/>
    <p:sldId id="25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3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33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31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376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24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0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73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98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2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12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31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6783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54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19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2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60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9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80DDAD-9BAE-4885-9B80-C2294F164A1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034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ADEBB9-D224-9B78-F8A6-EE19CE33F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026697"/>
            <a:ext cx="10138687" cy="2531489"/>
          </a:xfrm>
        </p:spPr>
        <p:txBody>
          <a:bodyPr/>
          <a:lstStyle/>
          <a:p>
            <a:r>
              <a:rPr lang="en-US" dirty="0"/>
              <a:t>Multivariable Calculus</a:t>
            </a:r>
            <a:br>
              <a:rPr lang="en-US" dirty="0"/>
            </a:br>
            <a:r>
              <a:rPr lang="en-US" sz="4800" b="1" dirty="0"/>
              <a:t>Chain Rule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1CDCDE7-E618-B075-AC75-4DD6D6E2B5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Dr Imran Shahzad</a:t>
            </a:r>
          </a:p>
        </p:txBody>
      </p:sp>
    </p:spTree>
    <p:extLst>
      <p:ext uri="{BB962C8B-B14F-4D97-AF65-F5344CB8AC3E}">
        <p14:creationId xmlns:p14="http://schemas.microsoft.com/office/powerpoint/2010/main" val="393920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66A33C-629D-7ED5-BBA7-31B2ECAAB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55" y="804360"/>
            <a:ext cx="3771900" cy="885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6CCB8D-08DC-D1DF-1A6F-AB285E746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72" y="1724023"/>
            <a:ext cx="10600656" cy="453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565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4C609D-360E-5912-2D4E-A95965D9F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139" y="589134"/>
            <a:ext cx="5021179" cy="567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90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9F1FC9-F28B-6C4D-1BE4-3B231D442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1528762"/>
            <a:ext cx="9258300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9AFC63-7E7C-190A-2FCE-F3733D9E0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517" y="823715"/>
            <a:ext cx="4964030" cy="538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80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3E6AF19-B138-17B9-8565-10AEE6316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2" y="513096"/>
            <a:ext cx="9363075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20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823E12-C6C5-1C3E-292F-951AE120E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898" y="396545"/>
            <a:ext cx="9248775" cy="2343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F4606C-4B12-586A-0FBD-767D2B9F5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706" y="2771779"/>
            <a:ext cx="6272463" cy="388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67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B4D7D0-7546-C73D-50A9-4D922B1F5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63" y="1411705"/>
            <a:ext cx="11280431" cy="413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628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9FDD53-A66D-C6D8-17EF-84FB00E1A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376362"/>
            <a:ext cx="1083945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62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073EE4-8534-690E-0E25-CB0693015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19" y="930442"/>
            <a:ext cx="9121272" cy="14457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6BAB4E-A2B5-A6E6-B853-A1AB04441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68" y="3417216"/>
            <a:ext cx="7543800" cy="21333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3C7C34-6E42-38FA-2E1A-F9B0D3442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983" y="2470735"/>
            <a:ext cx="3526880" cy="431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27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650090-D566-F3F3-CA6F-4C1D0CF99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904" y="835051"/>
            <a:ext cx="9881938" cy="547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19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294670-8B4D-0239-04A0-E7E136E43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2" y="1091986"/>
            <a:ext cx="10193872" cy="481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06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F75357-39DB-652A-A04C-ED9EDDE45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22" y="1044356"/>
            <a:ext cx="9730089" cy="498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62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6978C7-7152-9355-8530-F34684D36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48" y="851235"/>
            <a:ext cx="9401174" cy="2171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37F8B2-9167-E770-5803-6F97C8241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698" y="3012153"/>
            <a:ext cx="9401175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52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6457-5808-B65A-7AE0-22D121B7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4362" y="1963376"/>
            <a:ext cx="6962354" cy="1915647"/>
          </a:xfrm>
        </p:spPr>
        <p:txBody>
          <a:bodyPr/>
          <a:lstStyle/>
          <a:p>
            <a:r>
              <a:rPr lang="en-US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939171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11088</TotalTime>
  <Words>10</Words>
  <Application>Microsoft Office PowerPoint</Application>
  <PresentationFormat>Widescreen</PresentationFormat>
  <Paragraphs>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</vt:lpstr>
      <vt:lpstr>Multivariable Calculus Chain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Multivariable Calculus</dc:title>
  <dc:creator>Imran Shahzad</dc:creator>
  <cp:lastModifiedBy>Imran Shahzad</cp:lastModifiedBy>
  <cp:revision>16</cp:revision>
  <dcterms:created xsi:type="dcterms:W3CDTF">2024-01-22T16:50:54Z</dcterms:created>
  <dcterms:modified xsi:type="dcterms:W3CDTF">2024-02-20T02:40:04Z</dcterms:modified>
</cp:coreProperties>
</file>