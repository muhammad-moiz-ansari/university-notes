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2" r:id="rId8"/>
    <p:sldId id="261" r:id="rId9"/>
    <p:sldId id="260" r:id="rId10"/>
    <p:sldId id="267" r:id="rId11"/>
    <p:sldId id="266" r:id="rId12"/>
    <p:sldId id="26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3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7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2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7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9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1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1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678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5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19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2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6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80DDAD-9BAE-4885-9B80-C2294F164A1C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03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ADEBB9-D224-9B78-F8A6-EE19CE33F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66540"/>
            <a:ext cx="8825658" cy="3329581"/>
          </a:xfrm>
        </p:spPr>
        <p:txBody>
          <a:bodyPr/>
          <a:lstStyle/>
          <a:p>
            <a:r>
              <a:rPr lang="en-US" dirty="0"/>
              <a:t>Multivariable Calculus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CDCDE7-E618-B075-AC75-4DD6D6E2B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 Imran Shahzad</a:t>
            </a:r>
          </a:p>
        </p:txBody>
      </p:sp>
    </p:spTree>
    <p:extLst>
      <p:ext uri="{BB962C8B-B14F-4D97-AF65-F5344CB8AC3E}">
        <p14:creationId xmlns:p14="http://schemas.microsoft.com/office/powerpoint/2010/main" val="393920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DDA463-64D5-4BE6-2103-EB33842F6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389" y="681035"/>
            <a:ext cx="7389903" cy="6105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0539B1-CB72-6D46-0BF6-E78E16D4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24" y="661486"/>
            <a:ext cx="567690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6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1F523E-B581-6119-840E-B6EB85B68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98" y="2138362"/>
            <a:ext cx="10182692" cy="285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2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06DA8-FA87-2983-88DD-49955797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505" y="314325"/>
            <a:ext cx="8566484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7FA41F-0A15-0D69-81B5-8D4D622A4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781050"/>
            <a:ext cx="936307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27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516F9F-6D42-64E2-8FB4-8CA5BE7C9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326" y="1144501"/>
            <a:ext cx="5839327" cy="5467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C90827-7371-98E8-2B55-454E70C8F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35" y="562481"/>
            <a:ext cx="9866527" cy="99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19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1BD08A-A8A7-36A9-A3B7-831081F0D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5" y="2236620"/>
            <a:ext cx="10785189" cy="264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06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06B39-5AC1-23C4-3069-6DCD52F97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290" y="242644"/>
            <a:ext cx="8982075" cy="297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63EB98-9C46-A523-86F7-4294662ED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17" y="3187366"/>
            <a:ext cx="7186862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6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6033EA-A8BC-CF0F-3A67-DE946F861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79" y="1606716"/>
            <a:ext cx="10023103" cy="39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2A6D03-9098-415D-D3A8-C3254B52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87" y="1462087"/>
            <a:ext cx="10016219" cy="421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54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C21442-CEF2-1CA7-4A07-90F034CB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9" y="661236"/>
            <a:ext cx="9458325" cy="1428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60269B-8BB8-7E5E-00CA-2A2D7ECE5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25" y="2233612"/>
            <a:ext cx="10266111" cy="296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6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140361-2FD8-D611-6531-E3F74E099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44" y="1030217"/>
            <a:ext cx="11053011" cy="534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0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457-5808-B65A-7AE0-22D121B7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362" y="1963376"/>
            <a:ext cx="6962354" cy="1915647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3917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123</TotalTime>
  <Words>7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Multivariable Calculus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Multivariable Calculus</dc:title>
  <dc:creator>Imran Shahzad</dc:creator>
  <cp:lastModifiedBy>Imran Shahzad</cp:lastModifiedBy>
  <cp:revision>6</cp:revision>
  <dcterms:created xsi:type="dcterms:W3CDTF">2024-01-22T16:50:54Z</dcterms:created>
  <dcterms:modified xsi:type="dcterms:W3CDTF">2024-02-06T07:17:58Z</dcterms:modified>
</cp:coreProperties>
</file>