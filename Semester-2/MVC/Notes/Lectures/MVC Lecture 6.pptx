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57" r:id="rId8"/>
    <p:sldId id="258" r:id="rId9"/>
    <p:sldId id="264" r:id="rId10"/>
    <p:sldId id="265" r:id="rId11"/>
    <p:sldId id="263" r:id="rId12"/>
    <p:sldId id="262" r:id="rId13"/>
    <p:sldId id="261" r:id="rId14"/>
    <p:sldId id="260" r:id="rId15"/>
    <p:sldId id="267" r:id="rId16"/>
    <p:sldId id="266" r:id="rId17"/>
    <p:sldId id="25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3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533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031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376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24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473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798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27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512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3317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267839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54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71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2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60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095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580DDAD-9BAE-4885-9B80-C2294F164A1C}" type="datetimeFigureOut">
              <a:rPr lang="en-US" smtClean="0"/>
              <a:t>2/15/2024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C3ABE-2D84-4433-BF66-EEF4E75074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7034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ADEBB9-D224-9B78-F8A6-EE19CE33F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026697"/>
            <a:ext cx="10138687" cy="2531489"/>
          </a:xfrm>
        </p:spPr>
        <p:txBody>
          <a:bodyPr/>
          <a:lstStyle/>
          <a:p>
            <a:r>
              <a:rPr lang="en-US" dirty="0"/>
              <a:t>Multivariable Calculus</a:t>
            </a:r>
            <a:br>
              <a:rPr lang="en-US" dirty="0"/>
            </a:br>
            <a:r>
              <a:rPr lang="en-US" sz="4800" b="1" dirty="0"/>
              <a:t>Extreme Values II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1CDCDE7-E618-B075-AC75-4DD6D6E2B5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Dr Imran Shahzad</a:t>
            </a:r>
          </a:p>
        </p:txBody>
      </p:sp>
      <p:pic>
        <p:nvPicPr>
          <p:cNvPr id="3" name="Picture 5">
            <a:extLst>
              <a:ext uri="{FF2B5EF4-FFF2-40B4-BE49-F238E27FC236}">
                <a16:creationId xmlns:a16="http://schemas.microsoft.com/office/drawing/2014/main" id="{D638542E-655C-1875-38E0-5B4A89C46F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853" y="2797332"/>
            <a:ext cx="4106779" cy="3522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9208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44B6E0-D299-80E0-C2E2-CA09E890ED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053" y="853592"/>
            <a:ext cx="8486273" cy="5239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6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ECDCDC-0904-2E94-1C8A-CE1A9C7914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1916" y="1146205"/>
            <a:ext cx="9208168" cy="500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907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B18B64A-E2F9-FD34-5963-EA84F41B7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074" y="185737"/>
            <a:ext cx="8715876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417992-CECE-EA59-45CA-C1FD85C02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874" y="1133475"/>
            <a:ext cx="9352547" cy="5187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880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43D5C66-77F1-E38E-42AD-CAB93C1A5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776" y="1319212"/>
            <a:ext cx="9441097" cy="504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92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064B0A-DEEA-CA10-AD09-D90B8E833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84" y="763000"/>
            <a:ext cx="4457700" cy="647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908A0C-30F8-3E6A-AE02-0E76FE062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374" y="1667625"/>
            <a:ext cx="9965171" cy="428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67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90AA86E-83A5-79ED-F2AF-78A3E735C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061037"/>
            <a:ext cx="9486900" cy="3933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737F49-A920-6CB5-43D3-A6F263744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1" y="4991602"/>
            <a:ext cx="94869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628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584BBF-50A3-64ED-6C41-20A86A7EA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247775"/>
            <a:ext cx="9296400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A2BA77-15EC-9BFE-21EE-3451139F2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212" y="700087"/>
            <a:ext cx="9553575" cy="545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2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03F118-5E84-0A13-3C31-7304D4BF0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43" y="1371599"/>
            <a:ext cx="9900819" cy="4307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7219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570A9C-8B4A-E009-1CD3-94076147B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592" y="1204912"/>
            <a:ext cx="9887124" cy="5040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06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FA7020-E100-4BB8-4E00-10D04AB88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225" y="433387"/>
            <a:ext cx="9353550" cy="599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62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51272B-6E10-C73C-5986-70A4804DA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362" y="671512"/>
            <a:ext cx="9439275" cy="551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2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AD4B34-6FAA-BD25-D2A0-6BBAC280D7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7" y="1615737"/>
            <a:ext cx="9680158" cy="4781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FC5816-B536-533B-3CF8-EC54DCAE3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412" y="810125"/>
            <a:ext cx="6903789" cy="729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54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3663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B6457-5808-B65A-7AE0-22D121B7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4362" y="1963376"/>
            <a:ext cx="6962354" cy="1915647"/>
          </a:xfrm>
        </p:spPr>
        <p:txBody>
          <a:bodyPr/>
          <a:lstStyle/>
          <a:p>
            <a:r>
              <a:rPr lang="en-US" sz="88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939171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4868</TotalTime>
  <Words>11</Words>
  <Application>Microsoft Office PowerPoint</Application>
  <PresentationFormat>Widescreen</PresentationFormat>
  <Paragraphs>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Multivariable Calculus Extreme Values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Multivariable Calculus</dc:title>
  <dc:creator>Imran Shahzad</dc:creator>
  <cp:lastModifiedBy>Imran Shahzad</cp:lastModifiedBy>
  <cp:revision>14</cp:revision>
  <dcterms:created xsi:type="dcterms:W3CDTF">2024-01-22T16:50:54Z</dcterms:created>
  <dcterms:modified xsi:type="dcterms:W3CDTF">2024-02-15T18:58:36Z</dcterms:modified>
</cp:coreProperties>
</file>