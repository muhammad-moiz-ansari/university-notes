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Old Standard TT" panose="020B0604020202020204" charset="0"/>
      <p:regular r:id="rId14"/>
      <p:bold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A5AC04-E5AF-461A-A08B-7E86973F8E87}">
  <a:tblStyle styleId="{DEA5AC04-E5AF-461A-A08B-7E86973F8E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780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66f5c115cf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66f5c115cf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66f5c115cf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66f5c115cf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166f5c115cf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166f5c115cf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66f5c115cf_0_3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66f5c115cf_0_3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166f5c115cf_0_3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166f5c115cf_0_3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166f5c115cf_0_3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166f5c115cf_0_3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ffed8c663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ffed8c663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ffed8c6638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ffed8c6638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fed8c6638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ffed8c6638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166f5c115c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166f5c115c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Proposals</a:t>
            </a:r>
            <a:endParaRPr sz="5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to write a proposal? </a:t>
            </a:r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sell an idea persuasively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persuade an audience to take some form of action: to authorize a project, accept a service or product, or support a specific plan for solving a problem or improving a situation.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311700" y="2301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Types of Proposals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15"/>
          <p:cNvSpPr txBox="1">
            <a:spLocks noGrp="1"/>
          </p:cNvSpPr>
          <p:nvPr>
            <p:ph type="body" idx="1"/>
          </p:nvPr>
        </p:nvSpPr>
        <p:spPr>
          <a:xfrm>
            <a:off x="311700" y="123882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External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Solicited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Formal 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2"/>
          </p:nvPr>
        </p:nvSpPr>
        <p:spPr>
          <a:xfrm>
            <a:off x="4832402" y="123882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Internal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Unsolicited</a:t>
            </a: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endParaRPr lang="en" sz="22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AutoNum type="arabicParenR"/>
            </a:pPr>
            <a:r>
              <a:rPr lang="en" sz="2200" dirty="0">
                <a:latin typeface="Times New Roman"/>
                <a:ea typeface="Times New Roman"/>
                <a:cs typeface="Times New Roman"/>
                <a:sym typeface="Times New Roman"/>
              </a:rPr>
              <a:t>Informal </a:t>
            </a:r>
            <a:endParaRPr sz="2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2704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Types of Proposal (Purpose)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78" name="Google Shape;78;p16"/>
          <p:cNvGraphicFramePr/>
          <p:nvPr/>
        </p:nvGraphicFramePr>
        <p:xfrm>
          <a:off x="428725" y="1055975"/>
          <a:ext cx="8232825" cy="3398050"/>
        </p:xfrm>
        <a:graphic>
          <a:graphicData uri="http://schemas.openxmlformats.org/drawingml/2006/table">
            <a:tbl>
              <a:tblPr>
                <a:noFill/>
                <a:tableStyleId>{DEA5AC04-E5AF-461A-A08B-7E86973F8E87}</a:tableStyleId>
              </a:tblPr>
              <a:tblGrid>
                <a:gridCol w="2744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8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5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Planning Proposal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Research Proposal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Sales Proposal</a:t>
                      </a:r>
                      <a:endParaRPr sz="1700" b="1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solidFill>
                      <a:srgbClr val="B7B7B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2475"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Offers solutions for problems or suggestions for improvement.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The university intake of the year was huge; therefore, the existing cafe is overcrowded. A suggestion to create another cafe in the parking area near gate 3.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Request approvals for any type of study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To analyse the increase in employment opportunities of urban students who are familiar with technology.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Offers services or products and how it surpasses the competitors.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Example: Proposing vending machines to university to reduce overhead count and cafe crowd. </a:t>
                      </a:r>
                      <a:endParaRPr sz="16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Structure of a proposal</a:t>
            </a:r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body" idx="1"/>
          </p:nvPr>
        </p:nvSpPr>
        <p:spPr>
          <a:xfrm>
            <a:off x="311700" y="1450375"/>
            <a:ext cx="4455900" cy="31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I. Introduction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A. Statement of Problem and Objective/Project Overview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B. Background and Review of the Literature (as needed)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C. Need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D. Benefits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E. Qualifications of Personnel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F. Data Sources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G. Limitations and Contingencies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H. Scope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5022625" y="1283750"/>
            <a:ext cx="37200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II. Plan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A. Objectives and Methods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B. Timetable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C. Materials and Equipment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D. Personnel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E. Available Facilities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F. Needed Facilities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G. Cost and Budget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H. Expected Results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I. Feasibility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III.Conclusion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A. Summary of Key Points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dirty="0">
                <a:latin typeface="Times New Roman"/>
                <a:ea typeface="Times New Roman"/>
                <a:cs typeface="Times New Roman"/>
                <a:sym typeface="Times New Roman"/>
              </a:rPr>
              <a:t>B. Request for Action</a:t>
            </a: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b="1" dirty="0">
                <a:latin typeface="Times New Roman"/>
                <a:ea typeface="Times New Roman"/>
                <a:cs typeface="Times New Roman"/>
                <a:sym typeface="Times New Roman"/>
              </a:rPr>
              <a:t>IV. Works Cited</a:t>
            </a:r>
            <a:endParaRPr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" name="Google Shape;91;p18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Your introduction should include two primary sections: (1) purpose and (2) problem. </a:t>
            </a:r>
            <a:r>
              <a:rPr lang="en" sz="1900" b="1">
                <a:latin typeface="Times New Roman"/>
                <a:ea typeface="Times New Roman"/>
                <a:cs typeface="Times New Roman"/>
                <a:sym typeface="Times New Roman"/>
              </a:rPr>
              <a:t>Purpose.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tell your readers the purpose of your proposal.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900" b="1">
                <a:latin typeface="Times New Roman"/>
                <a:ea typeface="Times New Roman"/>
                <a:cs typeface="Times New Roman"/>
                <a:sym typeface="Times New Roman"/>
              </a:rPr>
              <a:t>Problem (Needs Analysis).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To clarify for the audience why this proposal is important, explain the problems leading to your suggestions.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Sell your idea from the beginning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Demonstrate the need of your project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Tell what needs to be done and how will it be done.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Your qualification for tackling the project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Body/ Plan/ Discussion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19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Your discussion section should </a:t>
            </a:r>
            <a:r>
              <a:rPr lang="en" sz="1900" b="1">
                <a:latin typeface="Times New Roman"/>
                <a:ea typeface="Times New Roman"/>
                <a:cs typeface="Times New Roman"/>
                <a:sym typeface="Times New Roman"/>
              </a:rPr>
              <a:t>prove that your plan will work 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by adding </a:t>
            </a:r>
            <a:r>
              <a:rPr lang="en" sz="1900" b="1">
                <a:latin typeface="Times New Roman"/>
                <a:ea typeface="Times New Roman"/>
                <a:cs typeface="Times New Roman"/>
                <a:sym typeface="Times New Roman"/>
              </a:rPr>
              <a:t>enough details</a:t>
            </a: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 for the audience to evaluate its soundness.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12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Communicate persuasively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Research content for proposal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Organize your content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l" rtl="0"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" sz="1900">
                <a:latin typeface="Times New Roman"/>
                <a:ea typeface="Times New Roman"/>
                <a:cs typeface="Times New Roman"/>
                <a:sym typeface="Times New Roman"/>
              </a:rPr>
              <a:t>Use graphics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Conclusions/ Recommendations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0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Times New Roman"/>
                <a:ea typeface="Times New Roman"/>
                <a:cs typeface="Times New Roman"/>
                <a:sym typeface="Times New Roman"/>
              </a:rPr>
              <a:t>Sum up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your proposal, providing your readers closure.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Restate the problem, your solutions, and the benefits to be derived.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Recommendation to suggest the next course of action.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Char char="●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Specify the dates in correspondence to the actions/ plan.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4610" y="261835"/>
            <a:ext cx="8163550" cy="45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311700" y="327050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 b="1" dirty="0">
                <a:latin typeface="Times New Roman"/>
                <a:ea typeface="Times New Roman"/>
                <a:cs typeface="Times New Roman"/>
                <a:sym typeface="Times New Roman"/>
              </a:rPr>
              <a:t>Tips &amp; Tricks</a:t>
            </a:r>
            <a:endParaRPr sz="2900" b="1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22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•Propose to the right audience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•Be concise &amp; comprehensive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•Use modes of organization to organize content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•Emphasize on key points (visual aids/ graphs/ charts)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•Include research (market trends/ global practices/ research studies)</a:t>
            </a:r>
            <a:endParaRPr sz="28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•Use the </a:t>
            </a:r>
            <a:r>
              <a:rPr lang="e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ROI language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 sz="2800" dirty="0">
                <a:latin typeface="Times New Roman"/>
                <a:ea typeface="Times New Roman"/>
                <a:cs typeface="Times New Roman"/>
                <a:sym typeface="Times New Roman"/>
              </a:rPr>
              <a:t>•Use of </a:t>
            </a:r>
            <a:r>
              <a:rPr lang="en" sz="2800" b="1" dirty="0">
                <a:latin typeface="Times New Roman"/>
                <a:ea typeface="Times New Roman"/>
                <a:cs typeface="Times New Roman"/>
                <a:sym typeface="Times New Roman"/>
              </a:rPr>
              <a:t>AIDA model</a:t>
            </a:r>
            <a:endParaRPr sz="28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42450"/>
            <a:ext cx="8839201" cy="46585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499</Words>
  <Application>Microsoft Office PowerPoint</Application>
  <PresentationFormat>On-screen Show (16:9)</PresentationFormat>
  <Paragraphs>86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Times New Roman</vt:lpstr>
      <vt:lpstr>Arial</vt:lpstr>
      <vt:lpstr>Old Standard TT</vt:lpstr>
      <vt:lpstr>Paperback</vt:lpstr>
      <vt:lpstr>Proposals</vt:lpstr>
      <vt:lpstr>Why to write a proposal? </vt:lpstr>
      <vt:lpstr>Types of Proposals</vt:lpstr>
      <vt:lpstr>Types of Proposal (Purpose) </vt:lpstr>
      <vt:lpstr>Structure of a proposal</vt:lpstr>
      <vt:lpstr>Introduction</vt:lpstr>
      <vt:lpstr>Body/ Plan/ Discussion</vt:lpstr>
      <vt:lpstr>Conclusions/ Recommendations</vt:lpstr>
      <vt:lpstr>PowerPoint Presentation</vt:lpstr>
      <vt:lpstr>Tips &amp; Tricks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Moiz Ansari</cp:lastModifiedBy>
  <cp:revision>1</cp:revision>
  <dcterms:modified xsi:type="dcterms:W3CDTF">2025-05-23T05:50:14Z</dcterms:modified>
</cp:coreProperties>
</file>