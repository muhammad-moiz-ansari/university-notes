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10287000" cx="18288000"/>
  <p:notesSz cx="6858000" cy="9144000"/>
  <p:embeddedFontLst>
    <p:embeddedFont>
      <p:font typeface="Oi"/>
      <p:regular r:id="rId44"/>
    </p:embeddedFont>
    <p:embeddedFont>
      <p:font typeface="Gaegu"/>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46" roundtripDataSignature="AMtx7mhXMjHskJ/MVwdZ+DmS0Vkt3Dly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Oi-regular.fnt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Gaegu-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1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1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1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1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1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p1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1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1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1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2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2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p2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2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p2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2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2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2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2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9" name="Google Shape;629;p2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2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656" name="Google Shape;656;p2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b="0" i="0" sz="1200" u="none" cap="none" strike="noStrike">
              <a:solidFill>
                <a:schemeClr val="dk1"/>
              </a:solidFill>
              <a:latin typeface="Calibri"/>
              <a:ea typeface="Calibri"/>
              <a:cs typeface="Calibri"/>
              <a:sym typeface="Calibri"/>
            </a:endParaRPr>
          </a:p>
        </p:txBody>
      </p:sp>
      <p:sp>
        <p:nvSpPr>
          <p:cNvPr id="657" name="Google Shape;657;p2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2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this example, the more complete description is less negative and emphasizes how the</a:t>
            </a:r>
            <a:endParaRPr/>
          </a:p>
          <a:p>
            <a:pPr indent="0" lvl="0" marL="0" rtl="0" algn="l">
              <a:spcBef>
                <a:spcPts val="0"/>
              </a:spcBef>
              <a:spcAft>
                <a:spcPts val="0"/>
              </a:spcAft>
              <a:buNone/>
            </a:pPr>
            <a:r>
              <a:rPr lang="en-US"/>
              <a:t>recipient can benefit from the change.</a:t>
            </a:r>
            <a:endParaRPr/>
          </a:p>
        </p:txBody>
      </p:sp>
      <p:sp>
        <p:nvSpPr>
          <p:cNvPr id="659" name="Google Shape;659;p2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660" name="Google Shape;660;p2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2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7" name="Google Shape;687;p2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2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p2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2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1" name="Google Shape;721;p2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3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p3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3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0" name="Google Shape;770;p3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3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9" name="Google Shape;799;p3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3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8" name="Google Shape;828;p3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3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3" name="Google Shape;833;p3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3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2" name="Google Shape;862;p3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3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1" name="Google Shape;891;p3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3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6" name="Google Shape;896;p3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155d0608aee_0_4: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5" name="Google Shape;925;g155d0608aee_0_4: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4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4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4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4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4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4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4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4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8"/>
          <p:cNvSpPr/>
          <p:nvPr>
            <p:ph idx="2" type="pic"/>
          </p:nvPr>
        </p:nvSpPr>
        <p:spPr>
          <a:xfrm>
            <a:off x="1792288" y="612775"/>
            <a:ext cx="5486400" cy="4114800"/>
          </a:xfrm>
          <a:prstGeom prst="rect">
            <a:avLst/>
          </a:prstGeom>
          <a:noFill/>
          <a:ln>
            <a:noFill/>
          </a:ln>
        </p:spPr>
      </p:sp>
      <p:sp>
        <p:nvSpPr>
          <p:cNvPr id="68" name="Google Shape;68;p4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5.png"/><Relationship Id="rId11" Type="http://schemas.openxmlformats.org/officeDocument/2006/relationships/image" Target="../media/image1.png"/><Relationship Id="rId10" Type="http://schemas.openxmlformats.org/officeDocument/2006/relationships/image" Target="../media/image15.png"/><Relationship Id="rId9"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12.png"/><Relationship Id="rId7" Type="http://schemas.openxmlformats.org/officeDocument/2006/relationships/image" Target="../media/image16.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2.png"/><Relationship Id="rId9" Type="http://schemas.openxmlformats.org/officeDocument/2006/relationships/image" Target="../media/image12.png"/><Relationship Id="rId5" Type="http://schemas.openxmlformats.org/officeDocument/2006/relationships/image" Target="../media/image23.png"/><Relationship Id="rId6" Type="http://schemas.openxmlformats.org/officeDocument/2006/relationships/image" Target="../media/image4.png"/><Relationship Id="rId7" Type="http://schemas.openxmlformats.org/officeDocument/2006/relationships/image" Target="../media/image19.png"/><Relationship Id="rId8"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27.png"/><Relationship Id="rId11" Type="http://schemas.openxmlformats.org/officeDocument/2006/relationships/image" Target="../media/image21.png"/><Relationship Id="rId10" Type="http://schemas.openxmlformats.org/officeDocument/2006/relationships/image" Target="../media/image30.png"/><Relationship Id="rId9"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19.png"/><Relationship Id="rId8"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png"/><Relationship Id="rId9" Type="http://schemas.openxmlformats.org/officeDocument/2006/relationships/image" Target="../media/image36.png"/><Relationship Id="rId5" Type="http://schemas.openxmlformats.org/officeDocument/2006/relationships/image" Target="../media/image35.png"/><Relationship Id="rId6" Type="http://schemas.openxmlformats.org/officeDocument/2006/relationships/image" Target="../media/image4.png"/><Relationship Id="rId7" Type="http://schemas.openxmlformats.org/officeDocument/2006/relationships/image" Target="../media/image19.png"/><Relationship Id="rId8"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2.png"/><Relationship Id="rId9" Type="http://schemas.openxmlformats.org/officeDocument/2006/relationships/image" Target="../media/image36.png"/><Relationship Id="rId5" Type="http://schemas.openxmlformats.org/officeDocument/2006/relationships/image" Target="../media/image35.png"/><Relationship Id="rId6" Type="http://schemas.openxmlformats.org/officeDocument/2006/relationships/image" Target="../media/image4.png"/><Relationship Id="rId7" Type="http://schemas.openxmlformats.org/officeDocument/2006/relationships/image" Target="../media/image19.png"/><Relationship Id="rId8"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2.png"/><Relationship Id="rId9" Type="http://schemas.openxmlformats.org/officeDocument/2006/relationships/image" Target="../media/image36.png"/><Relationship Id="rId5" Type="http://schemas.openxmlformats.org/officeDocument/2006/relationships/image" Target="../media/image35.png"/><Relationship Id="rId6" Type="http://schemas.openxmlformats.org/officeDocument/2006/relationships/image" Target="../media/image4.png"/><Relationship Id="rId7" Type="http://schemas.openxmlformats.org/officeDocument/2006/relationships/image" Target="../media/image19.png"/><Relationship Id="rId8"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60.png"/><Relationship Id="rId9" Type="http://schemas.openxmlformats.org/officeDocument/2006/relationships/image" Target="../media/image16.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59.png"/><Relationship Id="rId9" Type="http://schemas.openxmlformats.org/officeDocument/2006/relationships/image" Target="../media/image16.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3.png"/><Relationship Id="rId4" Type="http://schemas.openxmlformats.org/officeDocument/2006/relationships/image" Target="../media/image2.png"/><Relationship Id="rId9" Type="http://schemas.openxmlformats.org/officeDocument/2006/relationships/image" Target="../media/image36.png"/><Relationship Id="rId5" Type="http://schemas.openxmlformats.org/officeDocument/2006/relationships/image" Target="../media/image35.png"/><Relationship Id="rId6" Type="http://schemas.openxmlformats.org/officeDocument/2006/relationships/image" Target="../media/image4.png"/><Relationship Id="rId7" Type="http://schemas.openxmlformats.org/officeDocument/2006/relationships/image" Target="../media/image19.png"/><Relationship Id="rId8"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8.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8.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8.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0.png"/><Relationship Id="rId4" Type="http://schemas.openxmlformats.org/officeDocument/2006/relationships/image" Target="../media/image22.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0.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87"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b="0" l="0" r="0" t="0"/>
          <a:stretch/>
        </p:blipFill>
        <p:spPr>
          <a:xfrm>
            <a:off x="15891828" y="-842723"/>
            <a:ext cx="4418353" cy="5192509"/>
          </a:xfrm>
          <a:prstGeom prst="rect">
            <a:avLst/>
          </a:prstGeom>
          <a:noFill/>
          <a:ln>
            <a:noFill/>
          </a:ln>
        </p:spPr>
      </p:pic>
      <p:pic>
        <p:nvPicPr>
          <p:cNvPr id="89" name="Google Shape;89;p1"/>
          <p:cNvPicPr preferRelativeResize="0"/>
          <p:nvPr/>
        </p:nvPicPr>
        <p:blipFill rotWithShape="1">
          <a:blip r:embed="rId4">
            <a:alphaModFix/>
          </a:blip>
          <a:srcRect b="0" l="0" r="0" t="0"/>
          <a:stretch/>
        </p:blipFill>
        <p:spPr>
          <a:xfrm flipH="1" rot="5400000">
            <a:off x="-2094260" y="6350221"/>
            <a:ext cx="6319453" cy="6319453"/>
          </a:xfrm>
          <a:prstGeom prst="rect">
            <a:avLst/>
          </a:prstGeom>
          <a:noFill/>
          <a:ln>
            <a:noFill/>
          </a:ln>
        </p:spPr>
      </p:pic>
      <p:grpSp>
        <p:nvGrpSpPr>
          <p:cNvPr id="90" name="Google Shape;90;p1"/>
          <p:cNvGrpSpPr/>
          <p:nvPr/>
        </p:nvGrpSpPr>
        <p:grpSpPr>
          <a:xfrm>
            <a:off x="3270560" y="1753532"/>
            <a:ext cx="11530906" cy="7563256"/>
            <a:chOff x="0" y="0"/>
            <a:chExt cx="17327581" cy="11365362"/>
          </a:xfrm>
        </p:grpSpPr>
        <p:sp>
          <p:nvSpPr>
            <p:cNvPr id="91" name="Google Shape;91;p1"/>
            <p:cNvSpPr/>
            <p:nvPr/>
          </p:nvSpPr>
          <p:spPr>
            <a:xfrm>
              <a:off x="31750" y="31750"/>
              <a:ext cx="17264081" cy="11301862"/>
            </a:xfrm>
            <a:custGeom>
              <a:rect b="b" l="l" r="r" t="t"/>
              <a:pathLst>
                <a:path extrusionOk="0" h="11301862" w="17264081">
                  <a:moveTo>
                    <a:pt x="17171372" y="11301862"/>
                  </a:moveTo>
                  <a:lnTo>
                    <a:pt x="92710" y="11301862"/>
                  </a:lnTo>
                  <a:cubicBezTo>
                    <a:pt x="41910" y="11301862"/>
                    <a:pt x="0" y="11259952"/>
                    <a:pt x="0" y="11209152"/>
                  </a:cubicBezTo>
                  <a:lnTo>
                    <a:pt x="0" y="92710"/>
                  </a:lnTo>
                  <a:cubicBezTo>
                    <a:pt x="0" y="41910"/>
                    <a:pt x="41910" y="0"/>
                    <a:pt x="92710" y="0"/>
                  </a:cubicBezTo>
                  <a:lnTo>
                    <a:pt x="17170101" y="0"/>
                  </a:lnTo>
                  <a:cubicBezTo>
                    <a:pt x="17220901" y="0"/>
                    <a:pt x="17262811" y="41910"/>
                    <a:pt x="17262811" y="92710"/>
                  </a:cubicBezTo>
                  <a:lnTo>
                    <a:pt x="17262811" y="11207883"/>
                  </a:lnTo>
                  <a:cubicBezTo>
                    <a:pt x="17264081" y="11259952"/>
                    <a:pt x="17222172" y="11301862"/>
                    <a:pt x="17171372" y="11301862"/>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
            <p:cNvSpPr/>
            <p:nvPr/>
          </p:nvSpPr>
          <p:spPr>
            <a:xfrm>
              <a:off x="0" y="0"/>
              <a:ext cx="17327581" cy="11365362"/>
            </a:xfrm>
            <a:custGeom>
              <a:rect b="b" l="l" r="r" t="t"/>
              <a:pathLst>
                <a:path extrusionOk="0" h="11365362" w="17327581">
                  <a:moveTo>
                    <a:pt x="17203122" y="59690"/>
                  </a:moveTo>
                  <a:cubicBezTo>
                    <a:pt x="17238681" y="59690"/>
                    <a:pt x="17267892" y="88900"/>
                    <a:pt x="17267892" y="124460"/>
                  </a:cubicBezTo>
                  <a:lnTo>
                    <a:pt x="17267892" y="11240902"/>
                  </a:lnTo>
                  <a:cubicBezTo>
                    <a:pt x="17267892" y="11276462"/>
                    <a:pt x="17238681" y="11305673"/>
                    <a:pt x="17203122" y="11305673"/>
                  </a:cubicBezTo>
                  <a:lnTo>
                    <a:pt x="124460" y="11305673"/>
                  </a:lnTo>
                  <a:cubicBezTo>
                    <a:pt x="88900" y="11305673"/>
                    <a:pt x="59690" y="11276462"/>
                    <a:pt x="59690" y="11240902"/>
                  </a:cubicBezTo>
                  <a:lnTo>
                    <a:pt x="59690" y="124460"/>
                  </a:lnTo>
                  <a:cubicBezTo>
                    <a:pt x="59690" y="88900"/>
                    <a:pt x="88900" y="59690"/>
                    <a:pt x="124460" y="59690"/>
                  </a:cubicBezTo>
                  <a:lnTo>
                    <a:pt x="17203122" y="59690"/>
                  </a:lnTo>
                  <a:moveTo>
                    <a:pt x="17203122" y="0"/>
                  </a:moveTo>
                  <a:lnTo>
                    <a:pt x="124460" y="0"/>
                  </a:lnTo>
                  <a:cubicBezTo>
                    <a:pt x="55880" y="0"/>
                    <a:pt x="0" y="55880"/>
                    <a:pt x="0" y="124460"/>
                  </a:cubicBezTo>
                  <a:lnTo>
                    <a:pt x="0" y="11240902"/>
                  </a:lnTo>
                  <a:cubicBezTo>
                    <a:pt x="0" y="11309483"/>
                    <a:pt x="55880" y="11365362"/>
                    <a:pt x="124460" y="11365362"/>
                  </a:cubicBezTo>
                  <a:lnTo>
                    <a:pt x="17203122" y="11365362"/>
                  </a:lnTo>
                  <a:cubicBezTo>
                    <a:pt x="17271701" y="11365362"/>
                    <a:pt x="17327581" y="11309483"/>
                    <a:pt x="17327581" y="11240902"/>
                  </a:cubicBezTo>
                  <a:lnTo>
                    <a:pt x="17327581" y="124460"/>
                  </a:lnTo>
                  <a:cubicBezTo>
                    <a:pt x="17327581" y="55880"/>
                    <a:pt x="17271701" y="0"/>
                    <a:pt x="17203122"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 name="Google Shape;93;p1"/>
          <p:cNvGrpSpPr/>
          <p:nvPr/>
        </p:nvGrpSpPr>
        <p:grpSpPr>
          <a:xfrm>
            <a:off x="3270560" y="970213"/>
            <a:ext cx="11530906" cy="1041805"/>
            <a:chOff x="0" y="0"/>
            <a:chExt cx="17327581" cy="1565529"/>
          </a:xfrm>
        </p:grpSpPr>
        <p:sp>
          <p:nvSpPr>
            <p:cNvPr id="94" name="Google Shape;94;p1"/>
            <p:cNvSpPr/>
            <p:nvPr/>
          </p:nvSpPr>
          <p:spPr>
            <a:xfrm>
              <a:off x="31750" y="31750"/>
              <a:ext cx="17264081" cy="1502029"/>
            </a:xfrm>
            <a:custGeom>
              <a:rect b="b" l="l" r="r" t="t"/>
              <a:pathLst>
                <a:path extrusionOk="0" h="1502029" w="17264081">
                  <a:moveTo>
                    <a:pt x="17171372" y="1502029"/>
                  </a:moveTo>
                  <a:lnTo>
                    <a:pt x="92710" y="1502029"/>
                  </a:lnTo>
                  <a:cubicBezTo>
                    <a:pt x="41910" y="1502029"/>
                    <a:pt x="0" y="1460119"/>
                    <a:pt x="0" y="1409319"/>
                  </a:cubicBezTo>
                  <a:lnTo>
                    <a:pt x="0" y="92710"/>
                  </a:lnTo>
                  <a:cubicBezTo>
                    <a:pt x="0" y="41910"/>
                    <a:pt x="41910" y="0"/>
                    <a:pt x="92710" y="0"/>
                  </a:cubicBezTo>
                  <a:lnTo>
                    <a:pt x="17170101" y="0"/>
                  </a:lnTo>
                  <a:cubicBezTo>
                    <a:pt x="17220901" y="0"/>
                    <a:pt x="17262811" y="41910"/>
                    <a:pt x="17262811" y="92710"/>
                  </a:cubicBezTo>
                  <a:lnTo>
                    <a:pt x="17262811" y="1408049"/>
                  </a:lnTo>
                  <a:cubicBezTo>
                    <a:pt x="17264081" y="1460119"/>
                    <a:pt x="17222172" y="1502029"/>
                    <a:pt x="17171372"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
            <p:cNvSpPr/>
            <p:nvPr/>
          </p:nvSpPr>
          <p:spPr>
            <a:xfrm>
              <a:off x="0" y="0"/>
              <a:ext cx="17327581" cy="1565529"/>
            </a:xfrm>
            <a:custGeom>
              <a:rect b="b" l="l" r="r" t="t"/>
              <a:pathLst>
                <a:path extrusionOk="0" h="1565529" w="17327581">
                  <a:moveTo>
                    <a:pt x="17203122" y="59690"/>
                  </a:moveTo>
                  <a:cubicBezTo>
                    <a:pt x="17238681" y="59690"/>
                    <a:pt x="17267892" y="88900"/>
                    <a:pt x="17267892" y="124460"/>
                  </a:cubicBezTo>
                  <a:lnTo>
                    <a:pt x="17267892" y="1441069"/>
                  </a:lnTo>
                  <a:cubicBezTo>
                    <a:pt x="17267892" y="1476629"/>
                    <a:pt x="17238681" y="1505839"/>
                    <a:pt x="17203122" y="1505839"/>
                  </a:cubicBezTo>
                  <a:lnTo>
                    <a:pt x="124460" y="1505839"/>
                  </a:lnTo>
                  <a:cubicBezTo>
                    <a:pt x="88900" y="1505839"/>
                    <a:pt x="59690" y="1476629"/>
                    <a:pt x="59690" y="1441069"/>
                  </a:cubicBezTo>
                  <a:lnTo>
                    <a:pt x="59690" y="124460"/>
                  </a:lnTo>
                  <a:cubicBezTo>
                    <a:pt x="59690" y="88900"/>
                    <a:pt x="88900" y="59690"/>
                    <a:pt x="124460" y="59690"/>
                  </a:cubicBezTo>
                  <a:lnTo>
                    <a:pt x="17203122" y="59690"/>
                  </a:lnTo>
                  <a:moveTo>
                    <a:pt x="17203122" y="0"/>
                  </a:moveTo>
                  <a:lnTo>
                    <a:pt x="124460" y="0"/>
                  </a:lnTo>
                  <a:cubicBezTo>
                    <a:pt x="55880" y="0"/>
                    <a:pt x="0" y="55880"/>
                    <a:pt x="0" y="124460"/>
                  </a:cubicBezTo>
                  <a:lnTo>
                    <a:pt x="0" y="1441069"/>
                  </a:lnTo>
                  <a:cubicBezTo>
                    <a:pt x="0" y="1509649"/>
                    <a:pt x="55880" y="1565529"/>
                    <a:pt x="124460" y="1565529"/>
                  </a:cubicBezTo>
                  <a:lnTo>
                    <a:pt x="17203122" y="1565529"/>
                  </a:lnTo>
                  <a:cubicBezTo>
                    <a:pt x="17271701" y="1565529"/>
                    <a:pt x="17327581" y="1509649"/>
                    <a:pt x="17327581" y="1441069"/>
                  </a:cubicBezTo>
                  <a:lnTo>
                    <a:pt x="17327581" y="124460"/>
                  </a:lnTo>
                  <a:cubicBezTo>
                    <a:pt x="17327581" y="55880"/>
                    <a:pt x="17271701" y="0"/>
                    <a:pt x="17203122"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 name="Google Shape;96;p1"/>
          <p:cNvGrpSpPr/>
          <p:nvPr/>
        </p:nvGrpSpPr>
        <p:grpSpPr>
          <a:xfrm>
            <a:off x="5584183" y="7135918"/>
            <a:ext cx="6903662" cy="1226008"/>
            <a:chOff x="0" y="0"/>
            <a:chExt cx="3100536" cy="550618"/>
          </a:xfrm>
        </p:grpSpPr>
        <p:sp>
          <p:nvSpPr>
            <p:cNvPr id="97" name="Google Shape;97;p1"/>
            <p:cNvSpPr/>
            <p:nvPr/>
          </p:nvSpPr>
          <p:spPr>
            <a:xfrm>
              <a:off x="92710" y="106680"/>
              <a:ext cx="2996396" cy="431238"/>
            </a:xfrm>
            <a:custGeom>
              <a:rect b="b" l="l" r="r" t="t"/>
              <a:pathLst>
                <a:path extrusionOk="0" h="431238" w="2996396">
                  <a:moveTo>
                    <a:pt x="2969725" y="242008"/>
                  </a:moveTo>
                  <a:cubicBezTo>
                    <a:pt x="2969725" y="329638"/>
                    <a:pt x="2893525" y="400758"/>
                    <a:pt x="2812245" y="400758"/>
                  </a:cubicBezTo>
                  <a:lnTo>
                    <a:pt x="66040" y="400758"/>
                  </a:lnTo>
                  <a:cubicBezTo>
                    <a:pt x="43180" y="400758"/>
                    <a:pt x="20320" y="395678"/>
                    <a:pt x="0" y="386788"/>
                  </a:cubicBezTo>
                  <a:cubicBezTo>
                    <a:pt x="26670" y="414728"/>
                    <a:pt x="63500" y="431238"/>
                    <a:pt x="113225" y="431238"/>
                  </a:cubicBezTo>
                  <a:lnTo>
                    <a:pt x="2850345" y="431238"/>
                  </a:lnTo>
                  <a:cubicBezTo>
                    <a:pt x="2930355" y="431238"/>
                    <a:pt x="2996395" y="365198"/>
                    <a:pt x="2996395" y="285188"/>
                  </a:cubicBezTo>
                  <a:lnTo>
                    <a:pt x="2996395" y="95250"/>
                  </a:lnTo>
                  <a:cubicBezTo>
                    <a:pt x="2996395" y="58420"/>
                    <a:pt x="2982425" y="25400"/>
                    <a:pt x="2960835" y="0"/>
                  </a:cubicBezTo>
                  <a:cubicBezTo>
                    <a:pt x="2967185" y="16510"/>
                    <a:pt x="2969725" y="34290"/>
                    <a:pt x="2969725" y="52070"/>
                  </a:cubicBezTo>
                  <a:lnTo>
                    <a:pt x="2969725" y="242008"/>
                  </a:lnTo>
                  <a:lnTo>
                    <a:pt x="2969725" y="242008"/>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
            <p:cNvSpPr/>
            <p:nvPr/>
          </p:nvSpPr>
          <p:spPr>
            <a:xfrm>
              <a:off x="12700" y="12700"/>
              <a:ext cx="3035765" cy="482038"/>
            </a:xfrm>
            <a:custGeom>
              <a:rect b="b" l="l" r="r" t="t"/>
              <a:pathLst>
                <a:path extrusionOk="0" h="482038" w="3035765">
                  <a:moveTo>
                    <a:pt x="146050" y="482038"/>
                  </a:moveTo>
                  <a:lnTo>
                    <a:pt x="2889715" y="482038"/>
                  </a:lnTo>
                  <a:cubicBezTo>
                    <a:pt x="2969726" y="482038"/>
                    <a:pt x="3035765" y="415998"/>
                    <a:pt x="3035765" y="335988"/>
                  </a:cubicBezTo>
                  <a:lnTo>
                    <a:pt x="3035765" y="146050"/>
                  </a:lnTo>
                  <a:cubicBezTo>
                    <a:pt x="3035765" y="66040"/>
                    <a:pt x="2969726" y="0"/>
                    <a:pt x="2889715" y="0"/>
                  </a:cubicBezTo>
                  <a:lnTo>
                    <a:pt x="146050" y="0"/>
                  </a:lnTo>
                  <a:cubicBezTo>
                    <a:pt x="66040" y="0"/>
                    <a:pt x="0" y="66040"/>
                    <a:pt x="0" y="146050"/>
                  </a:cubicBezTo>
                  <a:lnTo>
                    <a:pt x="0" y="335988"/>
                  </a:lnTo>
                  <a:cubicBezTo>
                    <a:pt x="0" y="417268"/>
                    <a:pt x="66040" y="482038"/>
                    <a:pt x="146050" y="482038"/>
                  </a:cubicBezTo>
                  <a:close/>
                </a:path>
              </a:pathLst>
            </a:custGeom>
            <a:solidFill>
              <a:srgbClr val="FFB4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
            <p:cNvSpPr/>
            <p:nvPr/>
          </p:nvSpPr>
          <p:spPr>
            <a:xfrm>
              <a:off x="0" y="0"/>
              <a:ext cx="3100536" cy="550618"/>
            </a:xfrm>
            <a:custGeom>
              <a:rect b="b" l="l" r="r" t="t"/>
              <a:pathLst>
                <a:path extrusionOk="0" h="550618" w="3100536">
                  <a:moveTo>
                    <a:pt x="3037036" y="74930"/>
                  </a:moveTo>
                  <a:cubicBezTo>
                    <a:pt x="3009096" y="30480"/>
                    <a:pt x="2959565" y="0"/>
                    <a:pt x="2902415" y="0"/>
                  </a:cubicBezTo>
                  <a:lnTo>
                    <a:pt x="158750" y="0"/>
                  </a:lnTo>
                  <a:cubicBezTo>
                    <a:pt x="71120" y="0"/>
                    <a:pt x="0" y="71120"/>
                    <a:pt x="0" y="158750"/>
                  </a:cubicBezTo>
                  <a:lnTo>
                    <a:pt x="0" y="348688"/>
                  </a:lnTo>
                  <a:cubicBezTo>
                    <a:pt x="0" y="400758"/>
                    <a:pt x="25400" y="446478"/>
                    <a:pt x="63500" y="475688"/>
                  </a:cubicBezTo>
                  <a:cubicBezTo>
                    <a:pt x="91440" y="520138"/>
                    <a:pt x="140970" y="550618"/>
                    <a:pt x="208623" y="550618"/>
                  </a:cubicBezTo>
                  <a:lnTo>
                    <a:pt x="2941786" y="550618"/>
                  </a:lnTo>
                  <a:cubicBezTo>
                    <a:pt x="3029415" y="550618"/>
                    <a:pt x="3100536" y="479498"/>
                    <a:pt x="3100536" y="391868"/>
                  </a:cubicBezTo>
                  <a:lnTo>
                    <a:pt x="3100536" y="201930"/>
                  </a:lnTo>
                  <a:cubicBezTo>
                    <a:pt x="3100535" y="149860"/>
                    <a:pt x="3075135" y="104140"/>
                    <a:pt x="3037036" y="74930"/>
                  </a:cubicBezTo>
                  <a:close/>
                  <a:moveTo>
                    <a:pt x="12700" y="348688"/>
                  </a:moveTo>
                  <a:lnTo>
                    <a:pt x="12700" y="158750"/>
                  </a:lnTo>
                  <a:cubicBezTo>
                    <a:pt x="12700" y="78740"/>
                    <a:pt x="78740" y="12700"/>
                    <a:pt x="158750" y="12700"/>
                  </a:cubicBezTo>
                  <a:lnTo>
                    <a:pt x="2902415" y="12700"/>
                  </a:lnTo>
                  <a:cubicBezTo>
                    <a:pt x="2982426" y="12700"/>
                    <a:pt x="3048465" y="78740"/>
                    <a:pt x="3048465" y="158750"/>
                  </a:cubicBezTo>
                  <a:lnTo>
                    <a:pt x="3048465" y="348688"/>
                  </a:lnTo>
                  <a:cubicBezTo>
                    <a:pt x="3048465" y="428698"/>
                    <a:pt x="2982426" y="494738"/>
                    <a:pt x="2902415" y="494738"/>
                  </a:cubicBezTo>
                  <a:lnTo>
                    <a:pt x="158750" y="494738"/>
                  </a:lnTo>
                  <a:cubicBezTo>
                    <a:pt x="78740" y="494738"/>
                    <a:pt x="12700" y="429968"/>
                    <a:pt x="12700" y="348688"/>
                  </a:cubicBezTo>
                  <a:close/>
                  <a:moveTo>
                    <a:pt x="3089105" y="391868"/>
                  </a:moveTo>
                  <a:cubicBezTo>
                    <a:pt x="3089105" y="471878"/>
                    <a:pt x="3021795" y="537918"/>
                    <a:pt x="2941786" y="537918"/>
                  </a:cubicBezTo>
                  <a:lnTo>
                    <a:pt x="208623" y="537918"/>
                  </a:lnTo>
                  <a:cubicBezTo>
                    <a:pt x="157480" y="537918"/>
                    <a:pt x="120650" y="521408"/>
                    <a:pt x="93980" y="493468"/>
                  </a:cubicBezTo>
                  <a:cubicBezTo>
                    <a:pt x="114300" y="502358"/>
                    <a:pt x="135890" y="507438"/>
                    <a:pt x="160020" y="507438"/>
                  </a:cubicBezTo>
                  <a:lnTo>
                    <a:pt x="2903686" y="507438"/>
                  </a:lnTo>
                  <a:cubicBezTo>
                    <a:pt x="2991315" y="507438"/>
                    <a:pt x="3062436" y="436318"/>
                    <a:pt x="3062436" y="348688"/>
                  </a:cubicBezTo>
                  <a:lnTo>
                    <a:pt x="3062436" y="158750"/>
                  </a:lnTo>
                  <a:cubicBezTo>
                    <a:pt x="3062436" y="140970"/>
                    <a:pt x="3058626" y="123190"/>
                    <a:pt x="3053546" y="106680"/>
                  </a:cubicBezTo>
                  <a:cubicBezTo>
                    <a:pt x="3075136" y="132080"/>
                    <a:pt x="3089106" y="165100"/>
                    <a:pt x="3089106" y="201930"/>
                  </a:cubicBezTo>
                  <a:lnTo>
                    <a:pt x="3089106" y="391868"/>
                  </a:lnTo>
                  <a:cubicBezTo>
                    <a:pt x="3089105" y="391868"/>
                    <a:pt x="3089105" y="391868"/>
                    <a:pt x="3089105" y="391868"/>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0" name="Google Shape;100;p1"/>
          <p:cNvPicPr preferRelativeResize="0"/>
          <p:nvPr/>
        </p:nvPicPr>
        <p:blipFill rotWithShape="1">
          <a:blip r:embed="rId5">
            <a:alphaModFix/>
          </a:blip>
          <a:srcRect b="0" l="0" r="0" t="0"/>
          <a:stretch/>
        </p:blipFill>
        <p:spPr>
          <a:xfrm>
            <a:off x="3703843" y="1291412"/>
            <a:ext cx="405873" cy="405873"/>
          </a:xfrm>
          <a:prstGeom prst="rect">
            <a:avLst/>
          </a:prstGeom>
          <a:noFill/>
          <a:ln>
            <a:noFill/>
          </a:ln>
        </p:spPr>
      </p:pic>
      <p:pic>
        <p:nvPicPr>
          <p:cNvPr id="101" name="Google Shape;101;p1"/>
          <p:cNvPicPr preferRelativeResize="0"/>
          <p:nvPr/>
        </p:nvPicPr>
        <p:blipFill rotWithShape="1">
          <a:blip r:embed="rId6">
            <a:alphaModFix/>
          </a:blip>
          <a:srcRect b="0" l="0" r="0" t="0"/>
          <a:stretch/>
        </p:blipFill>
        <p:spPr>
          <a:xfrm>
            <a:off x="4376494" y="1291412"/>
            <a:ext cx="405873" cy="405873"/>
          </a:xfrm>
          <a:prstGeom prst="rect">
            <a:avLst/>
          </a:prstGeom>
          <a:noFill/>
          <a:ln>
            <a:noFill/>
          </a:ln>
        </p:spPr>
      </p:pic>
      <p:pic>
        <p:nvPicPr>
          <p:cNvPr id="102" name="Google Shape;102;p1"/>
          <p:cNvPicPr preferRelativeResize="0"/>
          <p:nvPr/>
        </p:nvPicPr>
        <p:blipFill rotWithShape="1">
          <a:blip r:embed="rId7">
            <a:alphaModFix/>
          </a:blip>
          <a:srcRect b="0" l="0" r="0" t="0"/>
          <a:stretch/>
        </p:blipFill>
        <p:spPr>
          <a:xfrm>
            <a:off x="5049144" y="1291412"/>
            <a:ext cx="405873" cy="405873"/>
          </a:xfrm>
          <a:prstGeom prst="rect">
            <a:avLst/>
          </a:prstGeom>
          <a:noFill/>
          <a:ln>
            <a:noFill/>
          </a:ln>
        </p:spPr>
      </p:pic>
      <p:pic>
        <p:nvPicPr>
          <p:cNvPr id="103" name="Google Shape;103;p1"/>
          <p:cNvPicPr preferRelativeResize="0"/>
          <p:nvPr/>
        </p:nvPicPr>
        <p:blipFill rotWithShape="1">
          <a:blip r:embed="rId8">
            <a:alphaModFix/>
          </a:blip>
          <a:srcRect b="0" l="0" r="0" t="0"/>
          <a:stretch/>
        </p:blipFill>
        <p:spPr>
          <a:xfrm>
            <a:off x="1372858" y="6540700"/>
            <a:ext cx="1458218" cy="1190436"/>
          </a:xfrm>
          <a:prstGeom prst="rect">
            <a:avLst/>
          </a:prstGeom>
          <a:noFill/>
          <a:ln>
            <a:noFill/>
          </a:ln>
        </p:spPr>
      </p:pic>
      <p:pic>
        <p:nvPicPr>
          <p:cNvPr id="104" name="Google Shape;104;p1"/>
          <p:cNvPicPr preferRelativeResize="0"/>
          <p:nvPr/>
        </p:nvPicPr>
        <p:blipFill rotWithShape="1">
          <a:blip r:embed="rId9">
            <a:alphaModFix/>
          </a:blip>
          <a:srcRect b="0" l="0" r="0" t="0"/>
          <a:stretch/>
        </p:blipFill>
        <p:spPr>
          <a:xfrm>
            <a:off x="13994845" y="3522044"/>
            <a:ext cx="3361196" cy="1373889"/>
          </a:xfrm>
          <a:prstGeom prst="rect">
            <a:avLst/>
          </a:prstGeom>
          <a:noFill/>
          <a:ln>
            <a:noFill/>
          </a:ln>
        </p:spPr>
      </p:pic>
      <p:pic>
        <p:nvPicPr>
          <p:cNvPr id="105" name="Google Shape;105;p1"/>
          <p:cNvPicPr preferRelativeResize="0"/>
          <p:nvPr/>
        </p:nvPicPr>
        <p:blipFill rotWithShape="1">
          <a:blip r:embed="rId10">
            <a:alphaModFix/>
          </a:blip>
          <a:srcRect b="0" l="0" r="0" t="0"/>
          <a:stretch/>
        </p:blipFill>
        <p:spPr>
          <a:xfrm flipH="1">
            <a:off x="631167" y="2757440"/>
            <a:ext cx="3096784" cy="1052906"/>
          </a:xfrm>
          <a:prstGeom prst="rect">
            <a:avLst/>
          </a:prstGeom>
          <a:noFill/>
          <a:ln>
            <a:noFill/>
          </a:ln>
        </p:spPr>
      </p:pic>
      <p:pic>
        <p:nvPicPr>
          <p:cNvPr id="106" name="Google Shape;106;p1"/>
          <p:cNvPicPr preferRelativeResize="0"/>
          <p:nvPr/>
        </p:nvPicPr>
        <p:blipFill rotWithShape="1">
          <a:blip r:embed="rId11">
            <a:alphaModFix/>
          </a:blip>
          <a:srcRect b="0" l="0" r="0" t="0"/>
          <a:stretch/>
        </p:blipFill>
        <p:spPr>
          <a:xfrm>
            <a:off x="2866662" y="6875483"/>
            <a:ext cx="1040118" cy="1150891"/>
          </a:xfrm>
          <a:prstGeom prst="rect">
            <a:avLst/>
          </a:prstGeom>
          <a:noFill/>
          <a:ln>
            <a:noFill/>
          </a:ln>
        </p:spPr>
      </p:pic>
      <p:sp>
        <p:nvSpPr>
          <p:cNvPr id="107" name="Google Shape;107;p1"/>
          <p:cNvSpPr txBox="1"/>
          <p:nvPr/>
        </p:nvSpPr>
        <p:spPr>
          <a:xfrm>
            <a:off x="4225193" y="3887927"/>
            <a:ext cx="9621639" cy="1386227"/>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0" i="0" lang="en-US" sz="12100" u="none" cap="none" strike="noStrike">
                <a:solidFill>
                  <a:srgbClr val="191919"/>
                </a:solidFill>
                <a:latin typeface="Arial"/>
                <a:ea typeface="Arial"/>
                <a:cs typeface="Arial"/>
                <a:sym typeface="Arial"/>
              </a:rPr>
              <a:t>ROUTINE </a:t>
            </a:r>
            <a:endParaRPr/>
          </a:p>
        </p:txBody>
      </p:sp>
      <p:sp>
        <p:nvSpPr>
          <p:cNvPr id="108" name="Google Shape;108;p1"/>
          <p:cNvSpPr txBox="1"/>
          <p:nvPr/>
        </p:nvSpPr>
        <p:spPr>
          <a:xfrm>
            <a:off x="4225193" y="5167242"/>
            <a:ext cx="9621639" cy="881405"/>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0" i="0" lang="en-US" sz="7600" u="none" cap="none" strike="noStrike">
                <a:solidFill>
                  <a:srgbClr val="191919"/>
                </a:solidFill>
                <a:latin typeface="Arial"/>
                <a:ea typeface="Arial"/>
                <a:cs typeface="Arial"/>
                <a:sym typeface="Arial"/>
              </a:rPr>
              <a:t>CORRESPONDENCE</a:t>
            </a:r>
            <a:endParaRPr/>
          </a:p>
        </p:txBody>
      </p:sp>
      <p:sp>
        <p:nvSpPr>
          <p:cNvPr id="109" name="Google Shape;109;p1"/>
          <p:cNvSpPr txBox="1"/>
          <p:nvPr/>
        </p:nvSpPr>
        <p:spPr>
          <a:xfrm>
            <a:off x="5919172" y="7498551"/>
            <a:ext cx="6233681" cy="43370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200" u="none" cap="none" strike="noStrike">
                <a:solidFill>
                  <a:srgbClr val="191919"/>
                </a:solidFill>
                <a:latin typeface="Oi"/>
                <a:ea typeface="Oi"/>
                <a:cs typeface="Oi"/>
                <a:sym typeface="Oi"/>
              </a:rPr>
              <a:t>Week 5</a:t>
            </a:r>
            <a:endParaRPr/>
          </a:p>
        </p:txBody>
      </p:sp>
      <p:sp>
        <p:nvSpPr>
          <p:cNvPr id="110" name="Google Shape;110;p1"/>
          <p:cNvSpPr txBox="1"/>
          <p:nvPr/>
        </p:nvSpPr>
        <p:spPr>
          <a:xfrm>
            <a:off x="15228867" y="3609399"/>
            <a:ext cx="1698569" cy="336551"/>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1" i="0" lang="en-US" sz="2500" u="none" cap="none" strike="noStrike">
                <a:solidFill>
                  <a:srgbClr val="191919"/>
                </a:solidFill>
                <a:latin typeface="Gaegu"/>
                <a:ea typeface="Gaegu"/>
                <a:cs typeface="Gaegu"/>
                <a:sym typeface="Gaegu"/>
              </a:rPr>
              <a:t>positive</a:t>
            </a:r>
            <a:endParaRPr/>
          </a:p>
        </p:txBody>
      </p:sp>
      <p:sp>
        <p:nvSpPr>
          <p:cNvPr id="111" name="Google Shape;111;p1"/>
          <p:cNvSpPr txBox="1"/>
          <p:nvPr/>
        </p:nvSpPr>
        <p:spPr>
          <a:xfrm>
            <a:off x="1028700" y="8025381"/>
            <a:ext cx="1698569" cy="336551"/>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1" i="0" lang="en-US" sz="2500" u="none" cap="none" strike="noStrike">
                <a:solidFill>
                  <a:srgbClr val="191919"/>
                </a:solidFill>
                <a:latin typeface="Gaegu"/>
                <a:ea typeface="Gaegu"/>
                <a:cs typeface="Gaegu"/>
                <a:sym typeface="Gaegu"/>
              </a:rPr>
              <a:t>Persuasive</a:t>
            </a:r>
            <a:endParaRPr/>
          </a:p>
        </p:txBody>
      </p:sp>
      <p:sp>
        <p:nvSpPr>
          <p:cNvPr id="112" name="Google Shape;112;p1"/>
          <p:cNvSpPr txBox="1"/>
          <p:nvPr/>
        </p:nvSpPr>
        <p:spPr>
          <a:xfrm>
            <a:off x="1028700" y="2891460"/>
            <a:ext cx="1698569" cy="336551"/>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1" i="0" lang="en-US" sz="2500" u="none" cap="none" strike="noStrike">
                <a:solidFill>
                  <a:srgbClr val="191919"/>
                </a:solidFill>
                <a:latin typeface="Gaegu"/>
                <a:ea typeface="Gaegu"/>
                <a:cs typeface="Gaegu"/>
                <a:sym typeface="Gaegu"/>
              </a:rPr>
              <a:t>negative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FAB0"/>
        </a:solidFill>
      </p:bgPr>
    </p:bg>
    <p:spTree>
      <p:nvGrpSpPr>
        <p:cNvPr id="116" name="Shape 116"/>
        <p:cNvGrpSpPr/>
        <p:nvPr/>
      </p:nvGrpSpPr>
      <p:grpSpPr>
        <a:xfrm>
          <a:off x="0" y="0"/>
          <a:ext cx="0" cy="0"/>
          <a:chOff x="0" y="0"/>
          <a:chExt cx="0" cy="0"/>
        </a:xfrm>
      </p:grpSpPr>
      <p:pic>
        <p:nvPicPr>
          <p:cNvPr id="117" name="Google Shape;117;p2"/>
          <p:cNvPicPr preferRelativeResize="0"/>
          <p:nvPr/>
        </p:nvPicPr>
        <p:blipFill rotWithShape="1">
          <a:blip r:embed="rId3">
            <a:alphaModFix/>
          </a:blip>
          <a:srcRect b="0" l="0" r="0" t="0"/>
          <a:stretch/>
        </p:blipFill>
        <p:spPr>
          <a:xfrm flipH="1" rot="-5955615">
            <a:off x="15139384" y="5851811"/>
            <a:ext cx="5583216" cy="6561472"/>
          </a:xfrm>
          <a:prstGeom prst="rect">
            <a:avLst/>
          </a:prstGeom>
          <a:noFill/>
          <a:ln>
            <a:noFill/>
          </a:ln>
        </p:spPr>
      </p:pic>
      <p:pic>
        <p:nvPicPr>
          <p:cNvPr id="118" name="Google Shape;118;p2"/>
          <p:cNvPicPr preferRelativeResize="0"/>
          <p:nvPr/>
        </p:nvPicPr>
        <p:blipFill rotWithShape="1">
          <a:blip r:embed="rId4">
            <a:alphaModFix/>
          </a:blip>
          <a:srcRect b="0" l="0" r="0" t="0"/>
          <a:stretch/>
        </p:blipFill>
        <p:spPr>
          <a:xfrm>
            <a:off x="-820854" y="-1896928"/>
            <a:ext cx="4952166" cy="4114800"/>
          </a:xfrm>
          <a:prstGeom prst="rect">
            <a:avLst/>
          </a:prstGeom>
          <a:noFill/>
          <a:ln>
            <a:noFill/>
          </a:ln>
        </p:spPr>
      </p:pic>
      <p:grpSp>
        <p:nvGrpSpPr>
          <p:cNvPr id="119" name="Google Shape;119;p2"/>
          <p:cNvGrpSpPr/>
          <p:nvPr/>
        </p:nvGrpSpPr>
        <p:grpSpPr>
          <a:xfrm>
            <a:off x="1923607" y="3979997"/>
            <a:ext cx="6710068" cy="1945083"/>
            <a:chOff x="0" y="0"/>
            <a:chExt cx="10472218" cy="3035637"/>
          </a:xfrm>
        </p:grpSpPr>
        <p:sp>
          <p:nvSpPr>
            <p:cNvPr id="120" name="Google Shape;120;p2"/>
            <p:cNvSpPr/>
            <p:nvPr/>
          </p:nvSpPr>
          <p:spPr>
            <a:xfrm>
              <a:off x="31750" y="31750"/>
              <a:ext cx="10408718" cy="2972136"/>
            </a:xfrm>
            <a:custGeom>
              <a:rect b="b" l="l" r="r" t="t"/>
              <a:pathLst>
                <a:path extrusionOk="0" h="2972136" w="10408718">
                  <a:moveTo>
                    <a:pt x="10316008" y="2972136"/>
                  </a:moveTo>
                  <a:lnTo>
                    <a:pt x="92710" y="2972136"/>
                  </a:lnTo>
                  <a:cubicBezTo>
                    <a:pt x="41910" y="2972136"/>
                    <a:pt x="0" y="2930226"/>
                    <a:pt x="0" y="2879426"/>
                  </a:cubicBezTo>
                  <a:lnTo>
                    <a:pt x="0" y="92710"/>
                  </a:lnTo>
                  <a:cubicBezTo>
                    <a:pt x="0" y="41910"/>
                    <a:pt x="41910" y="0"/>
                    <a:pt x="92710" y="0"/>
                  </a:cubicBezTo>
                  <a:lnTo>
                    <a:pt x="10314739" y="0"/>
                  </a:lnTo>
                  <a:cubicBezTo>
                    <a:pt x="10365539" y="0"/>
                    <a:pt x="10407448" y="41910"/>
                    <a:pt x="10407448" y="92710"/>
                  </a:cubicBezTo>
                  <a:lnTo>
                    <a:pt x="10407448" y="2878156"/>
                  </a:lnTo>
                  <a:cubicBezTo>
                    <a:pt x="10408718" y="2930226"/>
                    <a:pt x="10366808" y="2972136"/>
                    <a:pt x="10316008" y="297213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0" y="0"/>
              <a:ext cx="10472218" cy="3035637"/>
            </a:xfrm>
            <a:custGeom>
              <a:rect b="b" l="l" r="r" t="t"/>
              <a:pathLst>
                <a:path extrusionOk="0" h="3035637" w="10472218">
                  <a:moveTo>
                    <a:pt x="10347758" y="59690"/>
                  </a:moveTo>
                  <a:cubicBezTo>
                    <a:pt x="10383318" y="59690"/>
                    <a:pt x="10412528" y="88900"/>
                    <a:pt x="10412528" y="124460"/>
                  </a:cubicBezTo>
                  <a:lnTo>
                    <a:pt x="10412528" y="2911177"/>
                  </a:lnTo>
                  <a:cubicBezTo>
                    <a:pt x="10412528" y="2946737"/>
                    <a:pt x="10383318" y="2975946"/>
                    <a:pt x="10347758" y="2975946"/>
                  </a:cubicBezTo>
                  <a:lnTo>
                    <a:pt x="124460" y="2975946"/>
                  </a:lnTo>
                  <a:cubicBezTo>
                    <a:pt x="88900" y="2975946"/>
                    <a:pt x="59690" y="2946737"/>
                    <a:pt x="59690" y="2911177"/>
                  </a:cubicBezTo>
                  <a:lnTo>
                    <a:pt x="59690" y="124460"/>
                  </a:lnTo>
                  <a:cubicBezTo>
                    <a:pt x="59690" y="88900"/>
                    <a:pt x="88900" y="59690"/>
                    <a:pt x="124460" y="59690"/>
                  </a:cubicBezTo>
                  <a:lnTo>
                    <a:pt x="10347758" y="59690"/>
                  </a:lnTo>
                  <a:moveTo>
                    <a:pt x="10347758" y="0"/>
                  </a:moveTo>
                  <a:lnTo>
                    <a:pt x="124460" y="0"/>
                  </a:lnTo>
                  <a:cubicBezTo>
                    <a:pt x="55880" y="0"/>
                    <a:pt x="0" y="55880"/>
                    <a:pt x="0" y="124460"/>
                  </a:cubicBezTo>
                  <a:lnTo>
                    <a:pt x="0" y="2911177"/>
                  </a:lnTo>
                  <a:cubicBezTo>
                    <a:pt x="0" y="2979756"/>
                    <a:pt x="55880" y="3035637"/>
                    <a:pt x="124460" y="3035637"/>
                  </a:cubicBezTo>
                  <a:lnTo>
                    <a:pt x="10347758" y="3035637"/>
                  </a:lnTo>
                  <a:cubicBezTo>
                    <a:pt x="10416339" y="3035637"/>
                    <a:pt x="10472218" y="2979756"/>
                    <a:pt x="10472218" y="2911177"/>
                  </a:cubicBezTo>
                  <a:lnTo>
                    <a:pt x="10472218" y="124460"/>
                  </a:lnTo>
                  <a:cubicBezTo>
                    <a:pt x="10472218" y="55880"/>
                    <a:pt x="10416339" y="0"/>
                    <a:pt x="1034775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2"/>
          <p:cNvGrpSpPr/>
          <p:nvPr/>
        </p:nvGrpSpPr>
        <p:grpSpPr>
          <a:xfrm>
            <a:off x="9654325" y="7187465"/>
            <a:ext cx="6710068" cy="1945083"/>
            <a:chOff x="0" y="0"/>
            <a:chExt cx="10472218" cy="3035637"/>
          </a:xfrm>
        </p:grpSpPr>
        <p:sp>
          <p:nvSpPr>
            <p:cNvPr id="123" name="Google Shape;123;p2"/>
            <p:cNvSpPr/>
            <p:nvPr/>
          </p:nvSpPr>
          <p:spPr>
            <a:xfrm>
              <a:off x="31750" y="31750"/>
              <a:ext cx="10408718" cy="2972136"/>
            </a:xfrm>
            <a:custGeom>
              <a:rect b="b" l="l" r="r" t="t"/>
              <a:pathLst>
                <a:path extrusionOk="0" h="2972136" w="10408718">
                  <a:moveTo>
                    <a:pt x="10316008" y="2972136"/>
                  </a:moveTo>
                  <a:lnTo>
                    <a:pt x="92710" y="2972136"/>
                  </a:lnTo>
                  <a:cubicBezTo>
                    <a:pt x="41910" y="2972136"/>
                    <a:pt x="0" y="2930226"/>
                    <a:pt x="0" y="2879426"/>
                  </a:cubicBezTo>
                  <a:lnTo>
                    <a:pt x="0" y="92710"/>
                  </a:lnTo>
                  <a:cubicBezTo>
                    <a:pt x="0" y="41910"/>
                    <a:pt x="41910" y="0"/>
                    <a:pt x="92710" y="0"/>
                  </a:cubicBezTo>
                  <a:lnTo>
                    <a:pt x="10314739" y="0"/>
                  </a:lnTo>
                  <a:cubicBezTo>
                    <a:pt x="10365539" y="0"/>
                    <a:pt x="10407448" y="41910"/>
                    <a:pt x="10407448" y="92710"/>
                  </a:cubicBezTo>
                  <a:lnTo>
                    <a:pt x="10407448" y="2878156"/>
                  </a:lnTo>
                  <a:cubicBezTo>
                    <a:pt x="10408718" y="2930226"/>
                    <a:pt x="10366808" y="2972136"/>
                    <a:pt x="10316008" y="297213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0" y="0"/>
              <a:ext cx="10472218" cy="3035637"/>
            </a:xfrm>
            <a:custGeom>
              <a:rect b="b" l="l" r="r" t="t"/>
              <a:pathLst>
                <a:path extrusionOk="0" h="3035637" w="10472218">
                  <a:moveTo>
                    <a:pt x="10347758" y="59690"/>
                  </a:moveTo>
                  <a:cubicBezTo>
                    <a:pt x="10383318" y="59690"/>
                    <a:pt x="10412528" y="88900"/>
                    <a:pt x="10412528" y="124460"/>
                  </a:cubicBezTo>
                  <a:lnTo>
                    <a:pt x="10412528" y="2911177"/>
                  </a:lnTo>
                  <a:cubicBezTo>
                    <a:pt x="10412528" y="2946737"/>
                    <a:pt x="10383318" y="2975946"/>
                    <a:pt x="10347758" y="2975946"/>
                  </a:cubicBezTo>
                  <a:lnTo>
                    <a:pt x="124460" y="2975946"/>
                  </a:lnTo>
                  <a:cubicBezTo>
                    <a:pt x="88900" y="2975946"/>
                    <a:pt x="59690" y="2946737"/>
                    <a:pt x="59690" y="2911177"/>
                  </a:cubicBezTo>
                  <a:lnTo>
                    <a:pt x="59690" y="124460"/>
                  </a:lnTo>
                  <a:cubicBezTo>
                    <a:pt x="59690" y="88900"/>
                    <a:pt x="88900" y="59690"/>
                    <a:pt x="124460" y="59690"/>
                  </a:cubicBezTo>
                  <a:lnTo>
                    <a:pt x="10347758" y="59690"/>
                  </a:lnTo>
                  <a:moveTo>
                    <a:pt x="10347758" y="0"/>
                  </a:moveTo>
                  <a:lnTo>
                    <a:pt x="124460" y="0"/>
                  </a:lnTo>
                  <a:cubicBezTo>
                    <a:pt x="55880" y="0"/>
                    <a:pt x="0" y="55880"/>
                    <a:pt x="0" y="124460"/>
                  </a:cubicBezTo>
                  <a:lnTo>
                    <a:pt x="0" y="2911177"/>
                  </a:lnTo>
                  <a:cubicBezTo>
                    <a:pt x="0" y="2979756"/>
                    <a:pt x="55880" y="3035637"/>
                    <a:pt x="124460" y="3035637"/>
                  </a:cubicBezTo>
                  <a:lnTo>
                    <a:pt x="10347758" y="3035637"/>
                  </a:lnTo>
                  <a:cubicBezTo>
                    <a:pt x="10416339" y="3035637"/>
                    <a:pt x="10472218" y="2979756"/>
                    <a:pt x="10472218" y="2911177"/>
                  </a:cubicBezTo>
                  <a:lnTo>
                    <a:pt x="10472218" y="124460"/>
                  </a:lnTo>
                  <a:cubicBezTo>
                    <a:pt x="10472218" y="55880"/>
                    <a:pt x="10416339" y="0"/>
                    <a:pt x="1034775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 name="Google Shape;125;p2"/>
          <p:cNvGrpSpPr/>
          <p:nvPr/>
        </p:nvGrpSpPr>
        <p:grpSpPr>
          <a:xfrm>
            <a:off x="9654325" y="3979997"/>
            <a:ext cx="6710068" cy="1945083"/>
            <a:chOff x="0" y="0"/>
            <a:chExt cx="10472218" cy="3035637"/>
          </a:xfrm>
        </p:grpSpPr>
        <p:sp>
          <p:nvSpPr>
            <p:cNvPr id="126" name="Google Shape;126;p2"/>
            <p:cNvSpPr/>
            <p:nvPr/>
          </p:nvSpPr>
          <p:spPr>
            <a:xfrm>
              <a:off x="31750" y="31750"/>
              <a:ext cx="10408718" cy="2972136"/>
            </a:xfrm>
            <a:custGeom>
              <a:rect b="b" l="l" r="r" t="t"/>
              <a:pathLst>
                <a:path extrusionOk="0" h="2972136" w="10408718">
                  <a:moveTo>
                    <a:pt x="10316008" y="2972136"/>
                  </a:moveTo>
                  <a:lnTo>
                    <a:pt x="92710" y="2972136"/>
                  </a:lnTo>
                  <a:cubicBezTo>
                    <a:pt x="41910" y="2972136"/>
                    <a:pt x="0" y="2930226"/>
                    <a:pt x="0" y="2879426"/>
                  </a:cubicBezTo>
                  <a:lnTo>
                    <a:pt x="0" y="92710"/>
                  </a:lnTo>
                  <a:cubicBezTo>
                    <a:pt x="0" y="41910"/>
                    <a:pt x="41910" y="0"/>
                    <a:pt x="92710" y="0"/>
                  </a:cubicBezTo>
                  <a:lnTo>
                    <a:pt x="10314739" y="0"/>
                  </a:lnTo>
                  <a:cubicBezTo>
                    <a:pt x="10365539" y="0"/>
                    <a:pt x="10407448" y="41910"/>
                    <a:pt x="10407448" y="92710"/>
                  </a:cubicBezTo>
                  <a:lnTo>
                    <a:pt x="10407448" y="2878156"/>
                  </a:lnTo>
                  <a:cubicBezTo>
                    <a:pt x="10408718" y="2930226"/>
                    <a:pt x="10366808" y="2972136"/>
                    <a:pt x="10316008" y="297213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0" y="0"/>
              <a:ext cx="10472218" cy="3035637"/>
            </a:xfrm>
            <a:custGeom>
              <a:rect b="b" l="l" r="r" t="t"/>
              <a:pathLst>
                <a:path extrusionOk="0" h="3035637" w="10472218">
                  <a:moveTo>
                    <a:pt x="10347758" y="59690"/>
                  </a:moveTo>
                  <a:cubicBezTo>
                    <a:pt x="10383318" y="59690"/>
                    <a:pt x="10412528" y="88900"/>
                    <a:pt x="10412528" y="124460"/>
                  </a:cubicBezTo>
                  <a:lnTo>
                    <a:pt x="10412528" y="2911177"/>
                  </a:lnTo>
                  <a:cubicBezTo>
                    <a:pt x="10412528" y="2946737"/>
                    <a:pt x="10383318" y="2975946"/>
                    <a:pt x="10347758" y="2975946"/>
                  </a:cubicBezTo>
                  <a:lnTo>
                    <a:pt x="124460" y="2975946"/>
                  </a:lnTo>
                  <a:cubicBezTo>
                    <a:pt x="88900" y="2975946"/>
                    <a:pt x="59690" y="2946737"/>
                    <a:pt x="59690" y="2911177"/>
                  </a:cubicBezTo>
                  <a:lnTo>
                    <a:pt x="59690" y="124460"/>
                  </a:lnTo>
                  <a:cubicBezTo>
                    <a:pt x="59690" y="88900"/>
                    <a:pt x="88900" y="59690"/>
                    <a:pt x="124460" y="59690"/>
                  </a:cubicBezTo>
                  <a:lnTo>
                    <a:pt x="10347758" y="59690"/>
                  </a:lnTo>
                  <a:moveTo>
                    <a:pt x="10347758" y="0"/>
                  </a:moveTo>
                  <a:lnTo>
                    <a:pt x="124460" y="0"/>
                  </a:lnTo>
                  <a:cubicBezTo>
                    <a:pt x="55880" y="0"/>
                    <a:pt x="0" y="55880"/>
                    <a:pt x="0" y="124460"/>
                  </a:cubicBezTo>
                  <a:lnTo>
                    <a:pt x="0" y="2911177"/>
                  </a:lnTo>
                  <a:cubicBezTo>
                    <a:pt x="0" y="2979756"/>
                    <a:pt x="55880" y="3035637"/>
                    <a:pt x="124460" y="3035637"/>
                  </a:cubicBezTo>
                  <a:lnTo>
                    <a:pt x="10347758" y="3035637"/>
                  </a:lnTo>
                  <a:cubicBezTo>
                    <a:pt x="10416339" y="3035637"/>
                    <a:pt x="10472218" y="2979756"/>
                    <a:pt x="10472218" y="2911177"/>
                  </a:cubicBezTo>
                  <a:lnTo>
                    <a:pt x="10472218" y="124460"/>
                  </a:lnTo>
                  <a:cubicBezTo>
                    <a:pt x="10472218" y="55880"/>
                    <a:pt x="10416339" y="0"/>
                    <a:pt x="1034775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 name="Google Shape;128;p2"/>
          <p:cNvGrpSpPr/>
          <p:nvPr/>
        </p:nvGrpSpPr>
        <p:grpSpPr>
          <a:xfrm>
            <a:off x="1923607" y="7187465"/>
            <a:ext cx="6710068" cy="1945083"/>
            <a:chOff x="0" y="0"/>
            <a:chExt cx="10472218" cy="3035637"/>
          </a:xfrm>
        </p:grpSpPr>
        <p:sp>
          <p:nvSpPr>
            <p:cNvPr id="129" name="Google Shape;129;p2"/>
            <p:cNvSpPr/>
            <p:nvPr/>
          </p:nvSpPr>
          <p:spPr>
            <a:xfrm>
              <a:off x="31750" y="31750"/>
              <a:ext cx="10408718" cy="2972136"/>
            </a:xfrm>
            <a:custGeom>
              <a:rect b="b" l="l" r="r" t="t"/>
              <a:pathLst>
                <a:path extrusionOk="0" h="2972136" w="10408718">
                  <a:moveTo>
                    <a:pt x="10316008" y="2972136"/>
                  </a:moveTo>
                  <a:lnTo>
                    <a:pt x="92710" y="2972136"/>
                  </a:lnTo>
                  <a:cubicBezTo>
                    <a:pt x="41910" y="2972136"/>
                    <a:pt x="0" y="2930226"/>
                    <a:pt x="0" y="2879426"/>
                  </a:cubicBezTo>
                  <a:lnTo>
                    <a:pt x="0" y="92710"/>
                  </a:lnTo>
                  <a:cubicBezTo>
                    <a:pt x="0" y="41910"/>
                    <a:pt x="41910" y="0"/>
                    <a:pt x="92710" y="0"/>
                  </a:cubicBezTo>
                  <a:lnTo>
                    <a:pt x="10314739" y="0"/>
                  </a:lnTo>
                  <a:cubicBezTo>
                    <a:pt x="10365539" y="0"/>
                    <a:pt x="10407448" y="41910"/>
                    <a:pt x="10407448" y="92710"/>
                  </a:cubicBezTo>
                  <a:lnTo>
                    <a:pt x="10407448" y="2878156"/>
                  </a:lnTo>
                  <a:cubicBezTo>
                    <a:pt x="10408718" y="2930226"/>
                    <a:pt x="10366808" y="2972136"/>
                    <a:pt x="10316008" y="297213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0" y="0"/>
              <a:ext cx="10472218" cy="3035637"/>
            </a:xfrm>
            <a:custGeom>
              <a:rect b="b" l="l" r="r" t="t"/>
              <a:pathLst>
                <a:path extrusionOk="0" h="3035637" w="10472218">
                  <a:moveTo>
                    <a:pt x="10347758" y="59690"/>
                  </a:moveTo>
                  <a:cubicBezTo>
                    <a:pt x="10383318" y="59690"/>
                    <a:pt x="10412528" y="88900"/>
                    <a:pt x="10412528" y="124460"/>
                  </a:cubicBezTo>
                  <a:lnTo>
                    <a:pt x="10412528" y="2911177"/>
                  </a:lnTo>
                  <a:cubicBezTo>
                    <a:pt x="10412528" y="2946737"/>
                    <a:pt x="10383318" y="2975946"/>
                    <a:pt x="10347758" y="2975946"/>
                  </a:cubicBezTo>
                  <a:lnTo>
                    <a:pt x="124460" y="2975946"/>
                  </a:lnTo>
                  <a:cubicBezTo>
                    <a:pt x="88900" y="2975946"/>
                    <a:pt x="59690" y="2946737"/>
                    <a:pt x="59690" y="2911177"/>
                  </a:cubicBezTo>
                  <a:lnTo>
                    <a:pt x="59690" y="124460"/>
                  </a:lnTo>
                  <a:cubicBezTo>
                    <a:pt x="59690" y="88900"/>
                    <a:pt x="88900" y="59690"/>
                    <a:pt x="124460" y="59690"/>
                  </a:cubicBezTo>
                  <a:lnTo>
                    <a:pt x="10347758" y="59690"/>
                  </a:lnTo>
                  <a:moveTo>
                    <a:pt x="10347758" y="0"/>
                  </a:moveTo>
                  <a:lnTo>
                    <a:pt x="124460" y="0"/>
                  </a:lnTo>
                  <a:cubicBezTo>
                    <a:pt x="55880" y="0"/>
                    <a:pt x="0" y="55880"/>
                    <a:pt x="0" y="124460"/>
                  </a:cubicBezTo>
                  <a:lnTo>
                    <a:pt x="0" y="2911177"/>
                  </a:lnTo>
                  <a:cubicBezTo>
                    <a:pt x="0" y="2979756"/>
                    <a:pt x="55880" y="3035637"/>
                    <a:pt x="124460" y="3035637"/>
                  </a:cubicBezTo>
                  <a:lnTo>
                    <a:pt x="10347758" y="3035637"/>
                  </a:lnTo>
                  <a:cubicBezTo>
                    <a:pt x="10416339" y="3035637"/>
                    <a:pt x="10472218" y="2979756"/>
                    <a:pt x="10472218" y="2911177"/>
                  </a:cubicBezTo>
                  <a:lnTo>
                    <a:pt x="10472218" y="124460"/>
                  </a:lnTo>
                  <a:cubicBezTo>
                    <a:pt x="10472218" y="55880"/>
                    <a:pt x="10416339" y="0"/>
                    <a:pt x="1034775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 name="Google Shape;131;p2"/>
          <p:cNvGrpSpPr/>
          <p:nvPr/>
        </p:nvGrpSpPr>
        <p:grpSpPr>
          <a:xfrm>
            <a:off x="4468946" y="3478824"/>
            <a:ext cx="3667436" cy="1075716"/>
            <a:chOff x="0" y="0"/>
            <a:chExt cx="1877221" cy="550618"/>
          </a:xfrm>
        </p:grpSpPr>
        <p:sp>
          <p:nvSpPr>
            <p:cNvPr id="132" name="Google Shape;132;p2"/>
            <p:cNvSpPr/>
            <p:nvPr/>
          </p:nvSpPr>
          <p:spPr>
            <a:xfrm>
              <a:off x="92710" y="106680"/>
              <a:ext cx="1773081" cy="431238"/>
            </a:xfrm>
            <a:custGeom>
              <a:rect b="b" l="l" r="r" t="t"/>
              <a:pathLst>
                <a:path extrusionOk="0" h="431238" w="1773081">
                  <a:moveTo>
                    <a:pt x="1746411" y="242008"/>
                  </a:moveTo>
                  <a:cubicBezTo>
                    <a:pt x="1746411" y="329638"/>
                    <a:pt x="1670211" y="400758"/>
                    <a:pt x="1588931" y="400758"/>
                  </a:cubicBezTo>
                  <a:lnTo>
                    <a:pt x="66040" y="400758"/>
                  </a:lnTo>
                  <a:cubicBezTo>
                    <a:pt x="43180" y="400758"/>
                    <a:pt x="20320" y="395678"/>
                    <a:pt x="0" y="386788"/>
                  </a:cubicBezTo>
                  <a:cubicBezTo>
                    <a:pt x="26670" y="414728"/>
                    <a:pt x="63500" y="431238"/>
                    <a:pt x="105428" y="431238"/>
                  </a:cubicBezTo>
                  <a:lnTo>
                    <a:pt x="1627031" y="431238"/>
                  </a:lnTo>
                  <a:cubicBezTo>
                    <a:pt x="1707041" y="431238"/>
                    <a:pt x="1773081" y="365198"/>
                    <a:pt x="1773081" y="285188"/>
                  </a:cubicBezTo>
                  <a:lnTo>
                    <a:pt x="1773081" y="95250"/>
                  </a:lnTo>
                  <a:cubicBezTo>
                    <a:pt x="1773081" y="58420"/>
                    <a:pt x="1759111" y="25400"/>
                    <a:pt x="1737521" y="0"/>
                  </a:cubicBezTo>
                  <a:cubicBezTo>
                    <a:pt x="1743871" y="16510"/>
                    <a:pt x="1746411" y="34290"/>
                    <a:pt x="1746411" y="52070"/>
                  </a:cubicBezTo>
                  <a:lnTo>
                    <a:pt x="1746411" y="242008"/>
                  </a:lnTo>
                  <a:lnTo>
                    <a:pt x="1746411" y="242008"/>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12700" y="12700"/>
              <a:ext cx="1812451" cy="482038"/>
            </a:xfrm>
            <a:custGeom>
              <a:rect b="b" l="l" r="r" t="t"/>
              <a:pathLst>
                <a:path extrusionOk="0" h="482038" w="1812451">
                  <a:moveTo>
                    <a:pt x="146050" y="482038"/>
                  </a:moveTo>
                  <a:lnTo>
                    <a:pt x="1666401" y="482038"/>
                  </a:lnTo>
                  <a:cubicBezTo>
                    <a:pt x="1746411" y="482038"/>
                    <a:pt x="1812451" y="415998"/>
                    <a:pt x="1812451" y="335988"/>
                  </a:cubicBezTo>
                  <a:lnTo>
                    <a:pt x="1812451" y="146050"/>
                  </a:lnTo>
                  <a:cubicBezTo>
                    <a:pt x="1812451" y="66040"/>
                    <a:pt x="1746411" y="0"/>
                    <a:pt x="1666401" y="0"/>
                  </a:cubicBezTo>
                  <a:lnTo>
                    <a:pt x="146050" y="0"/>
                  </a:lnTo>
                  <a:cubicBezTo>
                    <a:pt x="66040" y="0"/>
                    <a:pt x="0" y="66040"/>
                    <a:pt x="0" y="146050"/>
                  </a:cubicBezTo>
                  <a:lnTo>
                    <a:pt x="0" y="335988"/>
                  </a:lnTo>
                  <a:cubicBezTo>
                    <a:pt x="0" y="417268"/>
                    <a:pt x="66040" y="482038"/>
                    <a:pt x="146050" y="482038"/>
                  </a:cubicBezTo>
                  <a:close/>
                </a:path>
              </a:pathLst>
            </a:custGeom>
            <a:solidFill>
              <a:srgbClr val="FFB4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
            <p:cNvSpPr/>
            <p:nvPr/>
          </p:nvSpPr>
          <p:spPr>
            <a:xfrm>
              <a:off x="0" y="0"/>
              <a:ext cx="1877221" cy="550618"/>
            </a:xfrm>
            <a:custGeom>
              <a:rect b="b" l="l" r="r" t="t"/>
              <a:pathLst>
                <a:path extrusionOk="0" h="550618" w="1877221">
                  <a:moveTo>
                    <a:pt x="1813721" y="74930"/>
                  </a:moveTo>
                  <a:cubicBezTo>
                    <a:pt x="1785781" y="30480"/>
                    <a:pt x="1736251" y="0"/>
                    <a:pt x="1679101" y="0"/>
                  </a:cubicBezTo>
                  <a:lnTo>
                    <a:pt x="158750" y="0"/>
                  </a:lnTo>
                  <a:cubicBezTo>
                    <a:pt x="71120" y="0"/>
                    <a:pt x="0" y="71120"/>
                    <a:pt x="0" y="158750"/>
                  </a:cubicBezTo>
                  <a:lnTo>
                    <a:pt x="0" y="348688"/>
                  </a:lnTo>
                  <a:cubicBezTo>
                    <a:pt x="0" y="400758"/>
                    <a:pt x="25400" y="446478"/>
                    <a:pt x="63500" y="475688"/>
                  </a:cubicBezTo>
                  <a:cubicBezTo>
                    <a:pt x="91440" y="520138"/>
                    <a:pt x="140970" y="550618"/>
                    <a:pt x="199609" y="550618"/>
                  </a:cubicBezTo>
                  <a:lnTo>
                    <a:pt x="1718471" y="550618"/>
                  </a:lnTo>
                  <a:cubicBezTo>
                    <a:pt x="1806101" y="550618"/>
                    <a:pt x="1877221" y="479498"/>
                    <a:pt x="1877221" y="391868"/>
                  </a:cubicBezTo>
                  <a:lnTo>
                    <a:pt x="1877221" y="201930"/>
                  </a:lnTo>
                  <a:cubicBezTo>
                    <a:pt x="1877221" y="149860"/>
                    <a:pt x="1851821" y="104140"/>
                    <a:pt x="1813721" y="74930"/>
                  </a:cubicBezTo>
                  <a:close/>
                  <a:moveTo>
                    <a:pt x="12700" y="348688"/>
                  </a:moveTo>
                  <a:lnTo>
                    <a:pt x="12700" y="158750"/>
                  </a:lnTo>
                  <a:cubicBezTo>
                    <a:pt x="12700" y="78740"/>
                    <a:pt x="78740" y="12700"/>
                    <a:pt x="158750" y="12700"/>
                  </a:cubicBezTo>
                  <a:lnTo>
                    <a:pt x="1679101" y="12700"/>
                  </a:lnTo>
                  <a:cubicBezTo>
                    <a:pt x="1759111" y="12700"/>
                    <a:pt x="1825151" y="78740"/>
                    <a:pt x="1825151" y="158750"/>
                  </a:cubicBezTo>
                  <a:lnTo>
                    <a:pt x="1825151" y="348688"/>
                  </a:lnTo>
                  <a:cubicBezTo>
                    <a:pt x="1825151" y="428698"/>
                    <a:pt x="1759111" y="494738"/>
                    <a:pt x="1679101" y="494738"/>
                  </a:cubicBezTo>
                  <a:lnTo>
                    <a:pt x="158750" y="494738"/>
                  </a:lnTo>
                  <a:cubicBezTo>
                    <a:pt x="78740" y="494738"/>
                    <a:pt x="12700" y="429968"/>
                    <a:pt x="12700" y="348688"/>
                  </a:cubicBezTo>
                  <a:close/>
                  <a:moveTo>
                    <a:pt x="1865791" y="391868"/>
                  </a:moveTo>
                  <a:cubicBezTo>
                    <a:pt x="1865791" y="471878"/>
                    <a:pt x="1798481" y="537918"/>
                    <a:pt x="1718471" y="537918"/>
                  </a:cubicBezTo>
                  <a:lnTo>
                    <a:pt x="199609" y="537918"/>
                  </a:lnTo>
                  <a:cubicBezTo>
                    <a:pt x="157480" y="537918"/>
                    <a:pt x="120650" y="521408"/>
                    <a:pt x="93980" y="493468"/>
                  </a:cubicBezTo>
                  <a:cubicBezTo>
                    <a:pt x="114300" y="502358"/>
                    <a:pt x="135890" y="507438"/>
                    <a:pt x="160020" y="507438"/>
                  </a:cubicBezTo>
                  <a:lnTo>
                    <a:pt x="1680371" y="507438"/>
                  </a:lnTo>
                  <a:cubicBezTo>
                    <a:pt x="1768001" y="507438"/>
                    <a:pt x="1839121" y="436318"/>
                    <a:pt x="1839121" y="348688"/>
                  </a:cubicBezTo>
                  <a:lnTo>
                    <a:pt x="1839121" y="158750"/>
                  </a:lnTo>
                  <a:cubicBezTo>
                    <a:pt x="1839121" y="140970"/>
                    <a:pt x="1835311" y="123190"/>
                    <a:pt x="1830231" y="106680"/>
                  </a:cubicBezTo>
                  <a:cubicBezTo>
                    <a:pt x="1851821" y="132080"/>
                    <a:pt x="1865791" y="165100"/>
                    <a:pt x="1865791" y="201930"/>
                  </a:cubicBezTo>
                  <a:lnTo>
                    <a:pt x="1865791" y="391868"/>
                  </a:lnTo>
                  <a:cubicBezTo>
                    <a:pt x="1865791" y="391868"/>
                    <a:pt x="1865791" y="391868"/>
                    <a:pt x="1865791" y="391868"/>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 name="Google Shape;135;p2"/>
          <p:cNvGrpSpPr/>
          <p:nvPr/>
        </p:nvGrpSpPr>
        <p:grpSpPr>
          <a:xfrm>
            <a:off x="12199663" y="6686292"/>
            <a:ext cx="3667436" cy="1075716"/>
            <a:chOff x="0" y="0"/>
            <a:chExt cx="1877221" cy="550618"/>
          </a:xfrm>
        </p:grpSpPr>
        <p:sp>
          <p:nvSpPr>
            <p:cNvPr id="136" name="Google Shape;136;p2"/>
            <p:cNvSpPr/>
            <p:nvPr/>
          </p:nvSpPr>
          <p:spPr>
            <a:xfrm>
              <a:off x="92710" y="106680"/>
              <a:ext cx="1773081" cy="431238"/>
            </a:xfrm>
            <a:custGeom>
              <a:rect b="b" l="l" r="r" t="t"/>
              <a:pathLst>
                <a:path extrusionOk="0" h="431238" w="1773081">
                  <a:moveTo>
                    <a:pt x="1746411" y="242008"/>
                  </a:moveTo>
                  <a:cubicBezTo>
                    <a:pt x="1746411" y="329638"/>
                    <a:pt x="1670211" y="400758"/>
                    <a:pt x="1588931" y="400758"/>
                  </a:cubicBezTo>
                  <a:lnTo>
                    <a:pt x="66040" y="400758"/>
                  </a:lnTo>
                  <a:cubicBezTo>
                    <a:pt x="43180" y="400758"/>
                    <a:pt x="20320" y="395678"/>
                    <a:pt x="0" y="386788"/>
                  </a:cubicBezTo>
                  <a:cubicBezTo>
                    <a:pt x="26670" y="414728"/>
                    <a:pt x="63500" y="431238"/>
                    <a:pt x="105428" y="431238"/>
                  </a:cubicBezTo>
                  <a:lnTo>
                    <a:pt x="1627031" y="431238"/>
                  </a:lnTo>
                  <a:cubicBezTo>
                    <a:pt x="1707041" y="431238"/>
                    <a:pt x="1773081" y="365198"/>
                    <a:pt x="1773081" y="285188"/>
                  </a:cubicBezTo>
                  <a:lnTo>
                    <a:pt x="1773081" y="95250"/>
                  </a:lnTo>
                  <a:cubicBezTo>
                    <a:pt x="1773081" y="58420"/>
                    <a:pt x="1759111" y="25400"/>
                    <a:pt x="1737521" y="0"/>
                  </a:cubicBezTo>
                  <a:cubicBezTo>
                    <a:pt x="1743871" y="16510"/>
                    <a:pt x="1746411" y="34290"/>
                    <a:pt x="1746411" y="52070"/>
                  </a:cubicBezTo>
                  <a:lnTo>
                    <a:pt x="1746411" y="242008"/>
                  </a:lnTo>
                  <a:lnTo>
                    <a:pt x="1746411" y="242008"/>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12700" y="12700"/>
              <a:ext cx="1812451" cy="482038"/>
            </a:xfrm>
            <a:custGeom>
              <a:rect b="b" l="l" r="r" t="t"/>
              <a:pathLst>
                <a:path extrusionOk="0" h="482038" w="1812451">
                  <a:moveTo>
                    <a:pt x="146050" y="482038"/>
                  </a:moveTo>
                  <a:lnTo>
                    <a:pt x="1666401" y="482038"/>
                  </a:lnTo>
                  <a:cubicBezTo>
                    <a:pt x="1746411" y="482038"/>
                    <a:pt x="1812451" y="415998"/>
                    <a:pt x="1812451" y="335988"/>
                  </a:cubicBezTo>
                  <a:lnTo>
                    <a:pt x="1812451" y="146050"/>
                  </a:lnTo>
                  <a:cubicBezTo>
                    <a:pt x="1812451" y="66040"/>
                    <a:pt x="1746411" y="0"/>
                    <a:pt x="1666401" y="0"/>
                  </a:cubicBezTo>
                  <a:lnTo>
                    <a:pt x="146050" y="0"/>
                  </a:lnTo>
                  <a:cubicBezTo>
                    <a:pt x="66040" y="0"/>
                    <a:pt x="0" y="66040"/>
                    <a:pt x="0" y="146050"/>
                  </a:cubicBezTo>
                  <a:lnTo>
                    <a:pt x="0" y="335988"/>
                  </a:lnTo>
                  <a:cubicBezTo>
                    <a:pt x="0" y="417268"/>
                    <a:pt x="66040" y="482038"/>
                    <a:pt x="146050" y="482038"/>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0" y="0"/>
              <a:ext cx="1877221" cy="550618"/>
            </a:xfrm>
            <a:custGeom>
              <a:rect b="b" l="l" r="r" t="t"/>
              <a:pathLst>
                <a:path extrusionOk="0" h="550618" w="1877221">
                  <a:moveTo>
                    <a:pt x="1813721" y="74930"/>
                  </a:moveTo>
                  <a:cubicBezTo>
                    <a:pt x="1785781" y="30480"/>
                    <a:pt x="1736251" y="0"/>
                    <a:pt x="1679101" y="0"/>
                  </a:cubicBezTo>
                  <a:lnTo>
                    <a:pt x="158750" y="0"/>
                  </a:lnTo>
                  <a:cubicBezTo>
                    <a:pt x="71120" y="0"/>
                    <a:pt x="0" y="71120"/>
                    <a:pt x="0" y="158750"/>
                  </a:cubicBezTo>
                  <a:lnTo>
                    <a:pt x="0" y="348688"/>
                  </a:lnTo>
                  <a:cubicBezTo>
                    <a:pt x="0" y="400758"/>
                    <a:pt x="25400" y="446478"/>
                    <a:pt x="63500" y="475688"/>
                  </a:cubicBezTo>
                  <a:cubicBezTo>
                    <a:pt x="91440" y="520138"/>
                    <a:pt x="140970" y="550618"/>
                    <a:pt x="199609" y="550618"/>
                  </a:cubicBezTo>
                  <a:lnTo>
                    <a:pt x="1718471" y="550618"/>
                  </a:lnTo>
                  <a:cubicBezTo>
                    <a:pt x="1806101" y="550618"/>
                    <a:pt x="1877221" y="479498"/>
                    <a:pt x="1877221" y="391868"/>
                  </a:cubicBezTo>
                  <a:lnTo>
                    <a:pt x="1877221" y="201930"/>
                  </a:lnTo>
                  <a:cubicBezTo>
                    <a:pt x="1877221" y="149860"/>
                    <a:pt x="1851821" y="104140"/>
                    <a:pt x="1813721" y="74930"/>
                  </a:cubicBezTo>
                  <a:close/>
                  <a:moveTo>
                    <a:pt x="12700" y="348688"/>
                  </a:moveTo>
                  <a:lnTo>
                    <a:pt x="12700" y="158750"/>
                  </a:lnTo>
                  <a:cubicBezTo>
                    <a:pt x="12700" y="78740"/>
                    <a:pt x="78740" y="12700"/>
                    <a:pt x="158750" y="12700"/>
                  </a:cubicBezTo>
                  <a:lnTo>
                    <a:pt x="1679101" y="12700"/>
                  </a:lnTo>
                  <a:cubicBezTo>
                    <a:pt x="1759111" y="12700"/>
                    <a:pt x="1825151" y="78740"/>
                    <a:pt x="1825151" y="158750"/>
                  </a:cubicBezTo>
                  <a:lnTo>
                    <a:pt x="1825151" y="348688"/>
                  </a:lnTo>
                  <a:cubicBezTo>
                    <a:pt x="1825151" y="428698"/>
                    <a:pt x="1759111" y="494738"/>
                    <a:pt x="1679101" y="494738"/>
                  </a:cubicBezTo>
                  <a:lnTo>
                    <a:pt x="158750" y="494738"/>
                  </a:lnTo>
                  <a:cubicBezTo>
                    <a:pt x="78740" y="494738"/>
                    <a:pt x="12700" y="429968"/>
                    <a:pt x="12700" y="348688"/>
                  </a:cubicBezTo>
                  <a:close/>
                  <a:moveTo>
                    <a:pt x="1865791" y="391868"/>
                  </a:moveTo>
                  <a:cubicBezTo>
                    <a:pt x="1865791" y="471878"/>
                    <a:pt x="1798481" y="537918"/>
                    <a:pt x="1718471" y="537918"/>
                  </a:cubicBezTo>
                  <a:lnTo>
                    <a:pt x="199609" y="537918"/>
                  </a:lnTo>
                  <a:cubicBezTo>
                    <a:pt x="157480" y="537918"/>
                    <a:pt x="120650" y="521408"/>
                    <a:pt x="93980" y="493468"/>
                  </a:cubicBezTo>
                  <a:cubicBezTo>
                    <a:pt x="114300" y="502358"/>
                    <a:pt x="135890" y="507438"/>
                    <a:pt x="160020" y="507438"/>
                  </a:cubicBezTo>
                  <a:lnTo>
                    <a:pt x="1680371" y="507438"/>
                  </a:lnTo>
                  <a:cubicBezTo>
                    <a:pt x="1768001" y="507438"/>
                    <a:pt x="1839121" y="436318"/>
                    <a:pt x="1839121" y="348688"/>
                  </a:cubicBezTo>
                  <a:lnTo>
                    <a:pt x="1839121" y="158750"/>
                  </a:lnTo>
                  <a:cubicBezTo>
                    <a:pt x="1839121" y="140970"/>
                    <a:pt x="1835311" y="123190"/>
                    <a:pt x="1830231" y="106680"/>
                  </a:cubicBezTo>
                  <a:cubicBezTo>
                    <a:pt x="1851821" y="132080"/>
                    <a:pt x="1865791" y="165100"/>
                    <a:pt x="1865791" y="201930"/>
                  </a:cubicBezTo>
                  <a:lnTo>
                    <a:pt x="1865791" y="391868"/>
                  </a:lnTo>
                  <a:cubicBezTo>
                    <a:pt x="1865791" y="391868"/>
                    <a:pt x="1865791" y="391868"/>
                    <a:pt x="1865791" y="391868"/>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 name="Google Shape;139;p2"/>
          <p:cNvGrpSpPr/>
          <p:nvPr/>
        </p:nvGrpSpPr>
        <p:grpSpPr>
          <a:xfrm>
            <a:off x="12521463" y="3478824"/>
            <a:ext cx="3023836" cy="1075716"/>
            <a:chOff x="0" y="0"/>
            <a:chExt cx="1547786" cy="550618"/>
          </a:xfrm>
        </p:grpSpPr>
        <p:sp>
          <p:nvSpPr>
            <p:cNvPr id="140" name="Google Shape;140;p2"/>
            <p:cNvSpPr/>
            <p:nvPr/>
          </p:nvSpPr>
          <p:spPr>
            <a:xfrm>
              <a:off x="92710" y="106680"/>
              <a:ext cx="1443646" cy="431238"/>
            </a:xfrm>
            <a:custGeom>
              <a:rect b="b" l="l" r="r" t="t"/>
              <a:pathLst>
                <a:path extrusionOk="0" h="431238" w="1443646">
                  <a:moveTo>
                    <a:pt x="1416976" y="242008"/>
                  </a:moveTo>
                  <a:cubicBezTo>
                    <a:pt x="1416976" y="329638"/>
                    <a:pt x="1340776" y="400758"/>
                    <a:pt x="1259496" y="400758"/>
                  </a:cubicBezTo>
                  <a:lnTo>
                    <a:pt x="66040" y="400758"/>
                  </a:lnTo>
                  <a:cubicBezTo>
                    <a:pt x="43180" y="400758"/>
                    <a:pt x="20320" y="395678"/>
                    <a:pt x="0" y="386788"/>
                  </a:cubicBezTo>
                  <a:cubicBezTo>
                    <a:pt x="26670" y="414728"/>
                    <a:pt x="63500" y="431238"/>
                    <a:pt x="103328" y="431238"/>
                  </a:cubicBezTo>
                  <a:lnTo>
                    <a:pt x="1297596" y="431238"/>
                  </a:lnTo>
                  <a:cubicBezTo>
                    <a:pt x="1377606" y="431238"/>
                    <a:pt x="1443646" y="365198"/>
                    <a:pt x="1443646" y="285188"/>
                  </a:cubicBezTo>
                  <a:lnTo>
                    <a:pt x="1443646" y="95250"/>
                  </a:lnTo>
                  <a:cubicBezTo>
                    <a:pt x="1443646" y="58420"/>
                    <a:pt x="1429676" y="25400"/>
                    <a:pt x="1408086" y="0"/>
                  </a:cubicBezTo>
                  <a:cubicBezTo>
                    <a:pt x="1414436" y="16510"/>
                    <a:pt x="1416976" y="34290"/>
                    <a:pt x="1416976" y="52070"/>
                  </a:cubicBezTo>
                  <a:lnTo>
                    <a:pt x="1416976" y="242008"/>
                  </a:lnTo>
                  <a:lnTo>
                    <a:pt x="1416976" y="242008"/>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12700" y="12700"/>
              <a:ext cx="1483016" cy="482038"/>
            </a:xfrm>
            <a:custGeom>
              <a:rect b="b" l="l" r="r" t="t"/>
              <a:pathLst>
                <a:path extrusionOk="0" h="482038" w="1483016">
                  <a:moveTo>
                    <a:pt x="146050" y="482038"/>
                  </a:moveTo>
                  <a:lnTo>
                    <a:pt x="1336966" y="482038"/>
                  </a:lnTo>
                  <a:cubicBezTo>
                    <a:pt x="1416976" y="482038"/>
                    <a:pt x="1483016" y="415998"/>
                    <a:pt x="1483016" y="335988"/>
                  </a:cubicBezTo>
                  <a:lnTo>
                    <a:pt x="1483016" y="146050"/>
                  </a:lnTo>
                  <a:cubicBezTo>
                    <a:pt x="1483016" y="66040"/>
                    <a:pt x="1416976" y="0"/>
                    <a:pt x="1336966" y="0"/>
                  </a:cubicBezTo>
                  <a:lnTo>
                    <a:pt x="146050" y="0"/>
                  </a:lnTo>
                  <a:cubicBezTo>
                    <a:pt x="66040" y="0"/>
                    <a:pt x="0" y="66040"/>
                    <a:pt x="0" y="146050"/>
                  </a:cubicBezTo>
                  <a:lnTo>
                    <a:pt x="0" y="335988"/>
                  </a:lnTo>
                  <a:cubicBezTo>
                    <a:pt x="0" y="417268"/>
                    <a:pt x="66040" y="482038"/>
                    <a:pt x="146050" y="482038"/>
                  </a:cubicBezTo>
                  <a:close/>
                </a:path>
              </a:pathLst>
            </a:custGeom>
            <a:solidFill>
              <a:srgbClr val="FFF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0" y="0"/>
              <a:ext cx="1547786" cy="550618"/>
            </a:xfrm>
            <a:custGeom>
              <a:rect b="b" l="l" r="r" t="t"/>
              <a:pathLst>
                <a:path extrusionOk="0" h="550618" w="1547786">
                  <a:moveTo>
                    <a:pt x="1484286" y="74930"/>
                  </a:moveTo>
                  <a:cubicBezTo>
                    <a:pt x="1456346" y="30480"/>
                    <a:pt x="1406816" y="0"/>
                    <a:pt x="1349666" y="0"/>
                  </a:cubicBezTo>
                  <a:lnTo>
                    <a:pt x="158750" y="0"/>
                  </a:lnTo>
                  <a:cubicBezTo>
                    <a:pt x="71120" y="0"/>
                    <a:pt x="0" y="71120"/>
                    <a:pt x="0" y="158750"/>
                  </a:cubicBezTo>
                  <a:lnTo>
                    <a:pt x="0" y="348688"/>
                  </a:lnTo>
                  <a:cubicBezTo>
                    <a:pt x="0" y="400758"/>
                    <a:pt x="25400" y="446478"/>
                    <a:pt x="63500" y="475688"/>
                  </a:cubicBezTo>
                  <a:cubicBezTo>
                    <a:pt x="91440" y="520138"/>
                    <a:pt x="140970" y="550618"/>
                    <a:pt x="197182" y="550618"/>
                  </a:cubicBezTo>
                  <a:lnTo>
                    <a:pt x="1389036" y="550618"/>
                  </a:lnTo>
                  <a:cubicBezTo>
                    <a:pt x="1476666" y="550618"/>
                    <a:pt x="1547786" y="479498"/>
                    <a:pt x="1547786" y="391868"/>
                  </a:cubicBezTo>
                  <a:lnTo>
                    <a:pt x="1547786" y="201930"/>
                  </a:lnTo>
                  <a:cubicBezTo>
                    <a:pt x="1547786" y="149860"/>
                    <a:pt x="1522386" y="104140"/>
                    <a:pt x="1484286" y="74930"/>
                  </a:cubicBezTo>
                  <a:close/>
                  <a:moveTo>
                    <a:pt x="12700" y="348688"/>
                  </a:moveTo>
                  <a:lnTo>
                    <a:pt x="12700" y="158750"/>
                  </a:lnTo>
                  <a:cubicBezTo>
                    <a:pt x="12700" y="78740"/>
                    <a:pt x="78740" y="12700"/>
                    <a:pt x="158750" y="12700"/>
                  </a:cubicBezTo>
                  <a:lnTo>
                    <a:pt x="1349666" y="12700"/>
                  </a:lnTo>
                  <a:cubicBezTo>
                    <a:pt x="1429676" y="12700"/>
                    <a:pt x="1495716" y="78740"/>
                    <a:pt x="1495716" y="158750"/>
                  </a:cubicBezTo>
                  <a:lnTo>
                    <a:pt x="1495716" y="348688"/>
                  </a:lnTo>
                  <a:cubicBezTo>
                    <a:pt x="1495716" y="428698"/>
                    <a:pt x="1429676" y="494738"/>
                    <a:pt x="1349666" y="494738"/>
                  </a:cubicBezTo>
                  <a:lnTo>
                    <a:pt x="158750" y="494738"/>
                  </a:lnTo>
                  <a:cubicBezTo>
                    <a:pt x="78740" y="494738"/>
                    <a:pt x="12700" y="429968"/>
                    <a:pt x="12700" y="348688"/>
                  </a:cubicBezTo>
                  <a:close/>
                  <a:moveTo>
                    <a:pt x="1536356" y="391868"/>
                  </a:moveTo>
                  <a:cubicBezTo>
                    <a:pt x="1536356" y="471878"/>
                    <a:pt x="1469046" y="537918"/>
                    <a:pt x="1389036" y="537918"/>
                  </a:cubicBezTo>
                  <a:lnTo>
                    <a:pt x="197182" y="537918"/>
                  </a:lnTo>
                  <a:cubicBezTo>
                    <a:pt x="157480" y="537918"/>
                    <a:pt x="120650" y="521408"/>
                    <a:pt x="93980" y="493468"/>
                  </a:cubicBezTo>
                  <a:cubicBezTo>
                    <a:pt x="114300" y="502358"/>
                    <a:pt x="135890" y="507438"/>
                    <a:pt x="160020" y="507438"/>
                  </a:cubicBezTo>
                  <a:lnTo>
                    <a:pt x="1350936" y="507438"/>
                  </a:lnTo>
                  <a:cubicBezTo>
                    <a:pt x="1438566" y="507438"/>
                    <a:pt x="1509686" y="436318"/>
                    <a:pt x="1509686" y="348688"/>
                  </a:cubicBezTo>
                  <a:lnTo>
                    <a:pt x="1509686" y="158750"/>
                  </a:lnTo>
                  <a:cubicBezTo>
                    <a:pt x="1509686" y="140970"/>
                    <a:pt x="1505876" y="123190"/>
                    <a:pt x="1500796" y="106680"/>
                  </a:cubicBezTo>
                  <a:cubicBezTo>
                    <a:pt x="1522386" y="132080"/>
                    <a:pt x="1536356" y="165100"/>
                    <a:pt x="1536356" y="201930"/>
                  </a:cubicBezTo>
                  <a:lnTo>
                    <a:pt x="1536356" y="391868"/>
                  </a:lnTo>
                  <a:cubicBezTo>
                    <a:pt x="1536356" y="391868"/>
                    <a:pt x="1536356" y="391868"/>
                    <a:pt x="1536356" y="391868"/>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 name="Google Shape;143;p2"/>
          <p:cNvGrpSpPr/>
          <p:nvPr/>
        </p:nvGrpSpPr>
        <p:grpSpPr>
          <a:xfrm>
            <a:off x="4790746" y="6686292"/>
            <a:ext cx="3023836" cy="1075716"/>
            <a:chOff x="0" y="0"/>
            <a:chExt cx="1547786" cy="550618"/>
          </a:xfrm>
        </p:grpSpPr>
        <p:sp>
          <p:nvSpPr>
            <p:cNvPr id="144" name="Google Shape;144;p2"/>
            <p:cNvSpPr/>
            <p:nvPr/>
          </p:nvSpPr>
          <p:spPr>
            <a:xfrm>
              <a:off x="92710" y="106680"/>
              <a:ext cx="1443646" cy="431238"/>
            </a:xfrm>
            <a:custGeom>
              <a:rect b="b" l="l" r="r" t="t"/>
              <a:pathLst>
                <a:path extrusionOk="0" h="431238" w="1443646">
                  <a:moveTo>
                    <a:pt x="1416976" y="242008"/>
                  </a:moveTo>
                  <a:cubicBezTo>
                    <a:pt x="1416976" y="329638"/>
                    <a:pt x="1340776" y="400758"/>
                    <a:pt x="1259496" y="400758"/>
                  </a:cubicBezTo>
                  <a:lnTo>
                    <a:pt x="66040" y="400758"/>
                  </a:lnTo>
                  <a:cubicBezTo>
                    <a:pt x="43180" y="400758"/>
                    <a:pt x="20320" y="395678"/>
                    <a:pt x="0" y="386788"/>
                  </a:cubicBezTo>
                  <a:cubicBezTo>
                    <a:pt x="26670" y="414728"/>
                    <a:pt x="63500" y="431238"/>
                    <a:pt x="103328" y="431238"/>
                  </a:cubicBezTo>
                  <a:lnTo>
                    <a:pt x="1297596" y="431238"/>
                  </a:lnTo>
                  <a:cubicBezTo>
                    <a:pt x="1377606" y="431238"/>
                    <a:pt x="1443646" y="365198"/>
                    <a:pt x="1443646" y="285188"/>
                  </a:cubicBezTo>
                  <a:lnTo>
                    <a:pt x="1443646" y="95250"/>
                  </a:lnTo>
                  <a:cubicBezTo>
                    <a:pt x="1443646" y="58420"/>
                    <a:pt x="1429676" y="25400"/>
                    <a:pt x="1408086" y="0"/>
                  </a:cubicBezTo>
                  <a:cubicBezTo>
                    <a:pt x="1414436" y="16510"/>
                    <a:pt x="1416976" y="34290"/>
                    <a:pt x="1416976" y="52070"/>
                  </a:cubicBezTo>
                  <a:lnTo>
                    <a:pt x="1416976" y="242008"/>
                  </a:lnTo>
                  <a:lnTo>
                    <a:pt x="1416976" y="242008"/>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12700" y="12700"/>
              <a:ext cx="1483016" cy="482038"/>
            </a:xfrm>
            <a:custGeom>
              <a:rect b="b" l="l" r="r" t="t"/>
              <a:pathLst>
                <a:path extrusionOk="0" h="482038" w="1483016">
                  <a:moveTo>
                    <a:pt x="146050" y="482038"/>
                  </a:moveTo>
                  <a:lnTo>
                    <a:pt x="1336966" y="482038"/>
                  </a:lnTo>
                  <a:cubicBezTo>
                    <a:pt x="1416976" y="482038"/>
                    <a:pt x="1483016" y="415998"/>
                    <a:pt x="1483016" y="335988"/>
                  </a:cubicBezTo>
                  <a:lnTo>
                    <a:pt x="1483016" y="146050"/>
                  </a:lnTo>
                  <a:cubicBezTo>
                    <a:pt x="1483016" y="66040"/>
                    <a:pt x="1416976" y="0"/>
                    <a:pt x="1336966" y="0"/>
                  </a:cubicBezTo>
                  <a:lnTo>
                    <a:pt x="146050" y="0"/>
                  </a:lnTo>
                  <a:cubicBezTo>
                    <a:pt x="66040" y="0"/>
                    <a:pt x="0" y="66040"/>
                    <a:pt x="0" y="146050"/>
                  </a:cubicBezTo>
                  <a:lnTo>
                    <a:pt x="0" y="335988"/>
                  </a:lnTo>
                  <a:cubicBezTo>
                    <a:pt x="0" y="417268"/>
                    <a:pt x="66040" y="482038"/>
                    <a:pt x="146050" y="482038"/>
                  </a:cubicBezTo>
                  <a:close/>
                </a:path>
              </a:pathLst>
            </a:custGeom>
            <a:solidFill>
              <a:srgbClr val="FFF0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0" y="0"/>
              <a:ext cx="1547786" cy="550618"/>
            </a:xfrm>
            <a:custGeom>
              <a:rect b="b" l="l" r="r" t="t"/>
              <a:pathLst>
                <a:path extrusionOk="0" h="550618" w="1547786">
                  <a:moveTo>
                    <a:pt x="1484286" y="74930"/>
                  </a:moveTo>
                  <a:cubicBezTo>
                    <a:pt x="1456346" y="30480"/>
                    <a:pt x="1406816" y="0"/>
                    <a:pt x="1349666" y="0"/>
                  </a:cubicBezTo>
                  <a:lnTo>
                    <a:pt x="158750" y="0"/>
                  </a:lnTo>
                  <a:cubicBezTo>
                    <a:pt x="71120" y="0"/>
                    <a:pt x="0" y="71120"/>
                    <a:pt x="0" y="158750"/>
                  </a:cubicBezTo>
                  <a:lnTo>
                    <a:pt x="0" y="348688"/>
                  </a:lnTo>
                  <a:cubicBezTo>
                    <a:pt x="0" y="400758"/>
                    <a:pt x="25400" y="446478"/>
                    <a:pt x="63500" y="475688"/>
                  </a:cubicBezTo>
                  <a:cubicBezTo>
                    <a:pt x="91440" y="520138"/>
                    <a:pt x="140970" y="550618"/>
                    <a:pt x="197182" y="550618"/>
                  </a:cubicBezTo>
                  <a:lnTo>
                    <a:pt x="1389036" y="550618"/>
                  </a:lnTo>
                  <a:cubicBezTo>
                    <a:pt x="1476666" y="550618"/>
                    <a:pt x="1547786" y="479498"/>
                    <a:pt x="1547786" y="391868"/>
                  </a:cubicBezTo>
                  <a:lnTo>
                    <a:pt x="1547786" y="201930"/>
                  </a:lnTo>
                  <a:cubicBezTo>
                    <a:pt x="1547786" y="149860"/>
                    <a:pt x="1522386" y="104140"/>
                    <a:pt x="1484286" y="74930"/>
                  </a:cubicBezTo>
                  <a:close/>
                  <a:moveTo>
                    <a:pt x="12700" y="348688"/>
                  </a:moveTo>
                  <a:lnTo>
                    <a:pt x="12700" y="158750"/>
                  </a:lnTo>
                  <a:cubicBezTo>
                    <a:pt x="12700" y="78740"/>
                    <a:pt x="78740" y="12700"/>
                    <a:pt x="158750" y="12700"/>
                  </a:cubicBezTo>
                  <a:lnTo>
                    <a:pt x="1349666" y="12700"/>
                  </a:lnTo>
                  <a:cubicBezTo>
                    <a:pt x="1429676" y="12700"/>
                    <a:pt x="1495716" y="78740"/>
                    <a:pt x="1495716" y="158750"/>
                  </a:cubicBezTo>
                  <a:lnTo>
                    <a:pt x="1495716" y="348688"/>
                  </a:lnTo>
                  <a:cubicBezTo>
                    <a:pt x="1495716" y="428698"/>
                    <a:pt x="1429676" y="494738"/>
                    <a:pt x="1349666" y="494738"/>
                  </a:cubicBezTo>
                  <a:lnTo>
                    <a:pt x="158750" y="494738"/>
                  </a:lnTo>
                  <a:cubicBezTo>
                    <a:pt x="78740" y="494738"/>
                    <a:pt x="12700" y="429968"/>
                    <a:pt x="12700" y="348688"/>
                  </a:cubicBezTo>
                  <a:close/>
                  <a:moveTo>
                    <a:pt x="1536356" y="391868"/>
                  </a:moveTo>
                  <a:cubicBezTo>
                    <a:pt x="1536356" y="471878"/>
                    <a:pt x="1469046" y="537918"/>
                    <a:pt x="1389036" y="537918"/>
                  </a:cubicBezTo>
                  <a:lnTo>
                    <a:pt x="197182" y="537918"/>
                  </a:lnTo>
                  <a:cubicBezTo>
                    <a:pt x="157480" y="537918"/>
                    <a:pt x="120650" y="521408"/>
                    <a:pt x="93980" y="493468"/>
                  </a:cubicBezTo>
                  <a:cubicBezTo>
                    <a:pt x="114300" y="502358"/>
                    <a:pt x="135890" y="507438"/>
                    <a:pt x="160020" y="507438"/>
                  </a:cubicBezTo>
                  <a:lnTo>
                    <a:pt x="1350936" y="507438"/>
                  </a:lnTo>
                  <a:cubicBezTo>
                    <a:pt x="1438566" y="507438"/>
                    <a:pt x="1509686" y="436318"/>
                    <a:pt x="1509686" y="348688"/>
                  </a:cubicBezTo>
                  <a:lnTo>
                    <a:pt x="1509686" y="158750"/>
                  </a:lnTo>
                  <a:cubicBezTo>
                    <a:pt x="1509686" y="140970"/>
                    <a:pt x="1505876" y="123190"/>
                    <a:pt x="1500796" y="106680"/>
                  </a:cubicBezTo>
                  <a:cubicBezTo>
                    <a:pt x="1522386" y="132080"/>
                    <a:pt x="1536356" y="165100"/>
                    <a:pt x="1536356" y="201930"/>
                  </a:cubicBezTo>
                  <a:lnTo>
                    <a:pt x="1536356" y="391868"/>
                  </a:lnTo>
                  <a:cubicBezTo>
                    <a:pt x="1536356" y="391868"/>
                    <a:pt x="1536356" y="391868"/>
                    <a:pt x="1536356" y="391868"/>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2"/>
          <p:cNvSpPr txBox="1"/>
          <p:nvPr/>
        </p:nvSpPr>
        <p:spPr>
          <a:xfrm>
            <a:off x="5539256" y="1384315"/>
            <a:ext cx="7209488" cy="974640"/>
          </a:xfrm>
          <a:prstGeom prst="rect">
            <a:avLst/>
          </a:prstGeom>
          <a:noFill/>
          <a:ln>
            <a:noFill/>
          </a:ln>
        </p:spPr>
        <p:txBody>
          <a:bodyPr anchorCtr="0" anchor="t" bIns="0" lIns="0" spcFirstLastPara="1" rIns="0" wrap="square" tIns="0">
            <a:spAutoFit/>
          </a:bodyPr>
          <a:lstStyle/>
          <a:p>
            <a:pPr indent="0" lvl="0" marL="0" marR="0" rtl="0" algn="ctr">
              <a:lnSpc>
                <a:spcPct val="79997"/>
              </a:lnSpc>
              <a:spcBef>
                <a:spcPts val="0"/>
              </a:spcBef>
              <a:spcAft>
                <a:spcPts val="0"/>
              </a:spcAft>
              <a:buNone/>
            </a:pPr>
            <a:r>
              <a:rPr b="0" i="0" lang="en-US" sz="8499" u="none" cap="none" strike="noStrike">
                <a:solidFill>
                  <a:srgbClr val="191919"/>
                </a:solidFill>
                <a:latin typeface="Arial"/>
                <a:ea typeface="Arial"/>
                <a:cs typeface="Arial"/>
                <a:sym typeface="Arial"/>
              </a:rPr>
              <a:t>AGENDA</a:t>
            </a:r>
            <a:endParaRPr/>
          </a:p>
        </p:txBody>
      </p:sp>
      <p:sp>
        <p:nvSpPr>
          <p:cNvPr id="148" name="Google Shape;148;p2"/>
          <p:cNvSpPr txBox="1"/>
          <p:nvPr/>
        </p:nvSpPr>
        <p:spPr>
          <a:xfrm>
            <a:off x="4645100" y="3817170"/>
            <a:ext cx="3315127" cy="354229"/>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2696" u="none" cap="none" strike="noStrike">
                <a:solidFill>
                  <a:srgbClr val="191919"/>
                </a:solidFill>
                <a:latin typeface="Arial"/>
                <a:ea typeface="Arial"/>
                <a:cs typeface="Arial"/>
                <a:sym typeface="Arial"/>
              </a:rPr>
              <a:t>1</a:t>
            </a:r>
            <a:endParaRPr/>
          </a:p>
        </p:txBody>
      </p:sp>
      <p:sp>
        <p:nvSpPr>
          <p:cNvPr id="149" name="Google Shape;149;p2"/>
          <p:cNvSpPr txBox="1"/>
          <p:nvPr/>
        </p:nvSpPr>
        <p:spPr>
          <a:xfrm>
            <a:off x="12521463" y="7034163"/>
            <a:ext cx="3023836" cy="354229"/>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2696" u="none" cap="none" strike="noStrike">
                <a:solidFill>
                  <a:srgbClr val="191919"/>
                </a:solidFill>
                <a:latin typeface="Arial"/>
                <a:ea typeface="Arial"/>
                <a:cs typeface="Arial"/>
                <a:sym typeface="Arial"/>
              </a:rPr>
              <a:t>4</a:t>
            </a:r>
            <a:endParaRPr/>
          </a:p>
        </p:txBody>
      </p:sp>
      <p:sp>
        <p:nvSpPr>
          <p:cNvPr id="150" name="Google Shape;150;p2"/>
          <p:cNvSpPr txBox="1"/>
          <p:nvPr/>
        </p:nvSpPr>
        <p:spPr>
          <a:xfrm>
            <a:off x="12826338" y="3817170"/>
            <a:ext cx="2414087" cy="354229"/>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2696" u="none" cap="none" strike="noStrike">
                <a:solidFill>
                  <a:srgbClr val="191919"/>
                </a:solidFill>
                <a:latin typeface="Arial"/>
                <a:ea typeface="Arial"/>
                <a:cs typeface="Arial"/>
                <a:sym typeface="Arial"/>
              </a:rPr>
              <a:t>2</a:t>
            </a:r>
            <a:endParaRPr/>
          </a:p>
        </p:txBody>
      </p:sp>
      <p:sp>
        <p:nvSpPr>
          <p:cNvPr id="151" name="Google Shape;151;p2"/>
          <p:cNvSpPr txBox="1"/>
          <p:nvPr/>
        </p:nvSpPr>
        <p:spPr>
          <a:xfrm>
            <a:off x="5095620" y="7034163"/>
            <a:ext cx="2414087" cy="354229"/>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2696" u="none" cap="none" strike="noStrike">
                <a:solidFill>
                  <a:srgbClr val="191919"/>
                </a:solidFill>
                <a:latin typeface="Arial"/>
                <a:ea typeface="Arial"/>
                <a:cs typeface="Arial"/>
                <a:sym typeface="Arial"/>
              </a:rPr>
              <a:t>3</a:t>
            </a:r>
            <a:endParaRPr/>
          </a:p>
        </p:txBody>
      </p:sp>
      <p:sp>
        <p:nvSpPr>
          <p:cNvPr id="152" name="Google Shape;152;p2"/>
          <p:cNvSpPr txBox="1"/>
          <p:nvPr/>
        </p:nvSpPr>
        <p:spPr>
          <a:xfrm>
            <a:off x="4645100" y="4656825"/>
            <a:ext cx="3876000" cy="1255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i="0" lang="en-US" sz="2400" u="none" cap="none" strike="noStrike">
                <a:solidFill>
                  <a:srgbClr val="191919"/>
                </a:solidFill>
                <a:latin typeface="Times New Roman"/>
                <a:ea typeface="Times New Roman"/>
                <a:cs typeface="Times New Roman"/>
                <a:sym typeface="Times New Roman"/>
              </a:rPr>
              <a:t>Effective strategy for writing routine business</a:t>
            </a:r>
            <a:endParaRPr>
              <a:latin typeface="Times New Roman"/>
              <a:ea typeface="Times New Roman"/>
              <a:cs typeface="Times New Roman"/>
              <a:sym typeface="Times New Roman"/>
            </a:endParaRPr>
          </a:p>
          <a:p>
            <a:pPr indent="0" lvl="0" marL="0" marR="0" rtl="0" algn="l">
              <a:lnSpc>
                <a:spcPct val="119958"/>
              </a:lnSpc>
              <a:spcBef>
                <a:spcPts val="0"/>
              </a:spcBef>
              <a:spcAft>
                <a:spcPts val="0"/>
              </a:spcAft>
              <a:buNone/>
            </a:pPr>
            <a:r>
              <a:rPr i="0" lang="en-US" sz="2400" u="none" cap="none" strike="noStrike">
                <a:solidFill>
                  <a:srgbClr val="191919"/>
                </a:solidFill>
                <a:latin typeface="Times New Roman"/>
                <a:ea typeface="Times New Roman"/>
                <a:cs typeface="Times New Roman"/>
                <a:sym typeface="Times New Roman"/>
              </a:rPr>
              <a:t>requests.</a:t>
            </a:r>
            <a:endParaRPr>
              <a:latin typeface="Times New Roman"/>
              <a:ea typeface="Times New Roman"/>
              <a:cs typeface="Times New Roman"/>
              <a:sym typeface="Times New Roman"/>
            </a:endParaRPr>
          </a:p>
        </p:txBody>
      </p:sp>
      <p:sp>
        <p:nvSpPr>
          <p:cNvPr id="153" name="Google Shape;153;p2"/>
          <p:cNvSpPr txBox="1"/>
          <p:nvPr/>
        </p:nvSpPr>
        <p:spPr>
          <a:xfrm>
            <a:off x="11985773" y="7683325"/>
            <a:ext cx="4266000" cy="1255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i="0" lang="en-US" sz="2400" u="none" cap="none" strike="noStrike">
                <a:solidFill>
                  <a:srgbClr val="191919"/>
                </a:solidFill>
                <a:latin typeface="Times New Roman"/>
                <a:ea typeface="Times New Roman"/>
                <a:cs typeface="Times New Roman"/>
                <a:sym typeface="Times New Roman"/>
              </a:rPr>
              <a:t>Describe six common types of routine replies and positive</a:t>
            </a:r>
            <a:endParaRPr>
              <a:latin typeface="Times New Roman"/>
              <a:ea typeface="Times New Roman"/>
              <a:cs typeface="Times New Roman"/>
              <a:sym typeface="Times New Roman"/>
            </a:endParaRPr>
          </a:p>
          <a:p>
            <a:pPr indent="0" lvl="0" marL="0" marR="0" rtl="0" algn="l">
              <a:lnSpc>
                <a:spcPct val="119958"/>
              </a:lnSpc>
              <a:spcBef>
                <a:spcPts val="0"/>
              </a:spcBef>
              <a:spcAft>
                <a:spcPts val="0"/>
              </a:spcAft>
              <a:buNone/>
            </a:pPr>
            <a:r>
              <a:rPr i="0" lang="en-US" sz="2400" u="none" cap="none" strike="noStrike">
                <a:solidFill>
                  <a:srgbClr val="191919"/>
                </a:solidFill>
                <a:latin typeface="Times New Roman"/>
                <a:ea typeface="Times New Roman"/>
                <a:cs typeface="Times New Roman"/>
                <a:sym typeface="Times New Roman"/>
              </a:rPr>
              <a:t>messages.</a:t>
            </a:r>
            <a:endParaRPr>
              <a:latin typeface="Times New Roman"/>
              <a:ea typeface="Times New Roman"/>
              <a:cs typeface="Times New Roman"/>
              <a:sym typeface="Times New Roman"/>
            </a:endParaRPr>
          </a:p>
        </p:txBody>
      </p:sp>
      <p:sp>
        <p:nvSpPr>
          <p:cNvPr id="154" name="Google Shape;154;p2"/>
          <p:cNvSpPr txBox="1"/>
          <p:nvPr/>
        </p:nvSpPr>
        <p:spPr>
          <a:xfrm>
            <a:off x="12614860" y="4837803"/>
            <a:ext cx="3636900" cy="8127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i="0" lang="en-US" sz="2400" u="none" cap="none" strike="noStrike">
                <a:solidFill>
                  <a:srgbClr val="191919"/>
                </a:solidFill>
                <a:latin typeface="Times New Roman"/>
                <a:ea typeface="Times New Roman"/>
                <a:cs typeface="Times New Roman"/>
                <a:sym typeface="Times New Roman"/>
              </a:rPr>
              <a:t>Three common types of routine requests.</a:t>
            </a:r>
            <a:endParaRPr>
              <a:latin typeface="Times New Roman"/>
              <a:ea typeface="Times New Roman"/>
              <a:cs typeface="Times New Roman"/>
              <a:sym typeface="Times New Roman"/>
            </a:endParaRPr>
          </a:p>
        </p:txBody>
      </p:sp>
      <p:sp>
        <p:nvSpPr>
          <p:cNvPr id="155" name="Google Shape;155;p2"/>
          <p:cNvSpPr txBox="1"/>
          <p:nvPr/>
        </p:nvSpPr>
        <p:spPr>
          <a:xfrm>
            <a:off x="4884143" y="7800975"/>
            <a:ext cx="3636900" cy="1255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i="0" lang="en-US" sz="2400" u="none" cap="none" strike="noStrike">
                <a:solidFill>
                  <a:srgbClr val="191919"/>
                </a:solidFill>
                <a:latin typeface="Times New Roman"/>
                <a:ea typeface="Times New Roman"/>
                <a:cs typeface="Times New Roman"/>
                <a:sym typeface="Times New Roman"/>
              </a:rPr>
              <a:t>Effective strategy for writing routine replies and</a:t>
            </a:r>
            <a:endParaRPr>
              <a:latin typeface="Times New Roman"/>
              <a:ea typeface="Times New Roman"/>
              <a:cs typeface="Times New Roman"/>
              <a:sym typeface="Times New Roman"/>
            </a:endParaRPr>
          </a:p>
          <a:p>
            <a:pPr indent="0" lvl="0" marL="0" marR="0" rtl="0" algn="l">
              <a:lnSpc>
                <a:spcPct val="119958"/>
              </a:lnSpc>
              <a:spcBef>
                <a:spcPts val="0"/>
              </a:spcBef>
              <a:spcAft>
                <a:spcPts val="0"/>
              </a:spcAft>
              <a:buNone/>
            </a:pPr>
            <a:r>
              <a:rPr i="0" lang="en-US" sz="2400" u="none" cap="none" strike="noStrike">
                <a:solidFill>
                  <a:srgbClr val="191919"/>
                </a:solidFill>
                <a:latin typeface="Times New Roman"/>
                <a:ea typeface="Times New Roman"/>
                <a:cs typeface="Times New Roman"/>
                <a:sym typeface="Times New Roman"/>
              </a:rPr>
              <a:t>positive messages.</a:t>
            </a:r>
            <a:endParaRPr>
              <a:latin typeface="Times New Roman"/>
              <a:ea typeface="Times New Roman"/>
              <a:cs typeface="Times New Roman"/>
              <a:sym typeface="Times New Roman"/>
            </a:endParaRPr>
          </a:p>
        </p:txBody>
      </p:sp>
      <p:pic>
        <p:nvPicPr>
          <p:cNvPr id="156" name="Google Shape;156;p2"/>
          <p:cNvPicPr preferRelativeResize="0"/>
          <p:nvPr/>
        </p:nvPicPr>
        <p:blipFill rotWithShape="1">
          <a:blip r:embed="rId5">
            <a:alphaModFix/>
          </a:blip>
          <a:srcRect b="0" l="0" r="0" t="0"/>
          <a:stretch/>
        </p:blipFill>
        <p:spPr>
          <a:xfrm>
            <a:off x="9890975" y="4175294"/>
            <a:ext cx="1560161" cy="1554488"/>
          </a:xfrm>
          <a:prstGeom prst="rect">
            <a:avLst/>
          </a:prstGeom>
          <a:noFill/>
          <a:ln>
            <a:noFill/>
          </a:ln>
        </p:spPr>
      </p:pic>
      <p:pic>
        <p:nvPicPr>
          <p:cNvPr id="157" name="Google Shape;157;p2"/>
          <p:cNvPicPr preferRelativeResize="0"/>
          <p:nvPr/>
        </p:nvPicPr>
        <p:blipFill rotWithShape="1">
          <a:blip r:embed="rId6">
            <a:alphaModFix/>
          </a:blip>
          <a:srcRect b="0" l="0" r="0" t="0"/>
          <a:stretch/>
        </p:blipFill>
        <p:spPr>
          <a:xfrm>
            <a:off x="10096638" y="7321513"/>
            <a:ext cx="1354498" cy="1565071"/>
          </a:xfrm>
          <a:prstGeom prst="rect">
            <a:avLst/>
          </a:prstGeom>
          <a:noFill/>
          <a:ln>
            <a:noFill/>
          </a:ln>
        </p:spPr>
      </p:pic>
      <p:pic>
        <p:nvPicPr>
          <p:cNvPr id="158" name="Google Shape;158;p2"/>
          <p:cNvPicPr preferRelativeResize="0"/>
          <p:nvPr/>
        </p:nvPicPr>
        <p:blipFill rotWithShape="1">
          <a:blip r:embed="rId7">
            <a:alphaModFix/>
          </a:blip>
          <a:srcRect b="0" l="0" r="0" t="0"/>
          <a:stretch/>
        </p:blipFill>
        <p:spPr>
          <a:xfrm>
            <a:off x="2211370" y="4346812"/>
            <a:ext cx="1483961" cy="1211452"/>
          </a:xfrm>
          <a:prstGeom prst="rect">
            <a:avLst/>
          </a:prstGeom>
          <a:noFill/>
          <a:ln>
            <a:noFill/>
          </a:ln>
        </p:spPr>
      </p:pic>
      <p:pic>
        <p:nvPicPr>
          <p:cNvPr id="159" name="Google Shape;159;p2"/>
          <p:cNvPicPr preferRelativeResize="0"/>
          <p:nvPr/>
        </p:nvPicPr>
        <p:blipFill rotWithShape="1">
          <a:blip r:embed="rId8">
            <a:alphaModFix/>
          </a:blip>
          <a:srcRect b="0" l="0" r="0" t="0"/>
          <a:stretch/>
        </p:blipFill>
        <p:spPr>
          <a:xfrm>
            <a:off x="2164661" y="7386777"/>
            <a:ext cx="1559285" cy="143454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163" name="Shape 163"/>
        <p:cNvGrpSpPr/>
        <p:nvPr/>
      </p:nvGrpSpPr>
      <p:grpSpPr>
        <a:xfrm>
          <a:off x="0" y="0"/>
          <a:ext cx="0" cy="0"/>
          <a:chOff x="0" y="0"/>
          <a:chExt cx="0" cy="0"/>
        </a:xfrm>
      </p:grpSpPr>
      <p:pic>
        <p:nvPicPr>
          <p:cNvPr id="164" name="Google Shape;164;p3"/>
          <p:cNvPicPr preferRelativeResize="0"/>
          <p:nvPr/>
        </p:nvPicPr>
        <p:blipFill rotWithShape="1">
          <a:blip r:embed="rId3">
            <a:alphaModFix/>
          </a:blip>
          <a:srcRect b="0" l="0" r="0" t="0"/>
          <a:stretch/>
        </p:blipFill>
        <p:spPr>
          <a:xfrm flipH="1" rot="9580629">
            <a:off x="5882813" y="-1459022"/>
            <a:ext cx="4642664" cy="5456122"/>
          </a:xfrm>
          <a:prstGeom prst="rect">
            <a:avLst/>
          </a:prstGeom>
          <a:noFill/>
          <a:ln>
            <a:noFill/>
          </a:ln>
        </p:spPr>
      </p:pic>
      <p:pic>
        <p:nvPicPr>
          <p:cNvPr id="165" name="Google Shape;165;p3"/>
          <p:cNvPicPr preferRelativeResize="0"/>
          <p:nvPr/>
        </p:nvPicPr>
        <p:blipFill rotWithShape="1">
          <a:blip r:embed="rId4">
            <a:alphaModFix/>
          </a:blip>
          <a:srcRect b="0" l="0" r="0" t="0"/>
          <a:stretch/>
        </p:blipFill>
        <p:spPr>
          <a:xfrm>
            <a:off x="-2232861" y="6168256"/>
            <a:ext cx="5267829" cy="5267829"/>
          </a:xfrm>
          <a:prstGeom prst="rect">
            <a:avLst/>
          </a:prstGeom>
          <a:noFill/>
          <a:ln>
            <a:noFill/>
          </a:ln>
        </p:spPr>
      </p:pic>
      <p:pic>
        <p:nvPicPr>
          <p:cNvPr id="166" name="Google Shape;166;p3"/>
          <p:cNvPicPr preferRelativeResize="0"/>
          <p:nvPr/>
        </p:nvPicPr>
        <p:blipFill rotWithShape="1">
          <a:blip r:embed="rId5">
            <a:alphaModFix/>
          </a:blip>
          <a:srcRect b="0" l="0" r="0" t="0"/>
          <a:stretch/>
        </p:blipFill>
        <p:spPr>
          <a:xfrm rot="-2149625">
            <a:off x="16242690" y="4891548"/>
            <a:ext cx="4952166" cy="4114800"/>
          </a:xfrm>
          <a:prstGeom prst="rect">
            <a:avLst/>
          </a:prstGeom>
          <a:noFill/>
          <a:ln>
            <a:noFill/>
          </a:ln>
        </p:spPr>
      </p:pic>
      <p:grpSp>
        <p:nvGrpSpPr>
          <p:cNvPr id="167" name="Google Shape;167;p3"/>
          <p:cNvGrpSpPr/>
          <p:nvPr/>
        </p:nvGrpSpPr>
        <p:grpSpPr>
          <a:xfrm>
            <a:off x="9144000" y="2052358"/>
            <a:ext cx="8004959" cy="6965605"/>
            <a:chOff x="0" y="0"/>
            <a:chExt cx="12029114" cy="10467267"/>
          </a:xfrm>
        </p:grpSpPr>
        <p:sp>
          <p:nvSpPr>
            <p:cNvPr id="168" name="Google Shape;168;p3"/>
            <p:cNvSpPr/>
            <p:nvPr/>
          </p:nvSpPr>
          <p:spPr>
            <a:xfrm>
              <a:off x="31750" y="31750"/>
              <a:ext cx="11965614" cy="10403767"/>
            </a:xfrm>
            <a:custGeom>
              <a:rect b="b" l="l" r="r" t="t"/>
              <a:pathLst>
                <a:path extrusionOk="0" h="10403767" w="11965614">
                  <a:moveTo>
                    <a:pt x="11872904" y="10403767"/>
                  </a:moveTo>
                  <a:lnTo>
                    <a:pt x="92710" y="10403767"/>
                  </a:lnTo>
                  <a:cubicBezTo>
                    <a:pt x="41910" y="10403767"/>
                    <a:pt x="0" y="10361857"/>
                    <a:pt x="0" y="10311057"/>
                  </a:cubicBezTo>
                  <a:lnTo>
                    <a:pt x="0" y="92710"/>
                  </a:lnTo>
                  <a:cubicBezTo>
                    <a:pt x="0" y="41910"/>
                    <a:pt x="41910" y="0"/>
                    <a:pt x="92710" y="0"/>
                  </a:cubicBezTo>
                  <a:lnTo>
                    <a:pt x="11871634" y="0"/>
                  </a:lnTo>
                  <a:cubicBezTo>
                    <a:pt x="11922434" y="0"/>
                    <a:pt x="11964344" y="41910"/>
                    <a:pt x="11964344" y="92710"/>
                  </a:cubicBezTo>
                  <a:lnTo>
                    <a:pt x="11964344" y="10309786"/>
                  </a:lnTo>
                  <a:cubicBezTo>
                    <a:pt x="11965614" y="10361857"/>
                    <a:pt x="11923704" y="10403767"/>
                    <a:pt x="11872904" y="104037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0" y="0"/>
              <a:ext cx="12029114" cy="10467267"/>
            </a:xfrm>
            <a:custGeom>
              <a:rect b="b" l="l" r="r" t="t"/>
              <a:pathLst>
                <a:path extrusionOk="0" h="10467267" w="12029114">
                  <a:moveTo>
                    <a:pt x="11904654" y="59690"/>
                  </a:moveTo>
                  <a:cubicBezTo>
                    <a:pt x="11940214" y="59690"/>
                    <a:pt x="11969424" y="88900"/>
                    <a:pt x="11969424" y="124460"/>
                  </a:cubicBezTo>
                  <a:lnTo>
                    <a:pt x="11969424" y="10342807"/>
                  </a:lnTo>
                  <a:cubicBezTo>
                    <a:pt x="11969424" y="10378367"/>
                    <a:pt x="11940214" y="10407576"/>
                    <a:pt x="11904654" y="10407576"/>
                  </a:cubicBezTo>
                  <a:lnTo>
                    <a:pt x="124460" y="10407576"/>
                  </a:lnTo>
                  <a:cubicBezTo>
                    <a:pt x="88900" y="10407576"/>
                    <a:pt x="59690" y="10378367"/>
                    <a:pt x="59690" y="10342807"/>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0342807"/>
                  </a:lnTo>
                  <a:cubicBezTo>
                    <a:pt x="0" y="10411386"/>
                    <a:pt x="55880" y="10467267"/>
                    <a:pt x="124460" y="10467267"/>
                  </a:cubicBezTo>
                  <a:lnTo>
                    <a:pt x="11904654" y="10467267"/>
                  </a:lnTo>
                  <a:cubicBezTo>
                    <a:pt x="11973234" y="10467267"/>
                    <a:pt x="12029114" y="10411386"/>
                    <a:pt x="12029114" y="10342807"/>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 name="Google Shape;170;p3"/>
          <p:cNvGrpSpPr/>
          <p:nvPr/>
        </p:nvGrpSpPr>
        <p:grpSpPr>
          <a:xfrm>
            <a:off x="9144000" y="1269039"/>
            <a:ext cx="8004959" cy="1041805"/>
            <a:chOff x="0" y="0"/>
            <a:chExt cx="12029114" cy="1565529"/>
          </a:xfrm>
        </p:grpSpPr>
        <p:sp>
          <p:nvSpPr>
            <p:cNvPr id="171" name="Google Shape;171;p3"/>
            <p:cNvSpPr/>
            <p:nvPr/>
          </p:nvSpPr>
          <p:spPr>
            <a:xfrm>
              <a:off x="31750" y="31750"/>
              <a:ext cx="11965614" cy="1502029"/>
            </a:xfrm>
            <a:custGeom>
              <a:rect b="b" l="l" r="r" t="t"/>
              <a:pathLst>
                <a:path extrusionOk="0" h="1502029" w="11965614">
                  <a:moveTo>
                    <a:pt x="11872904" y="1502029"/>
                  </a:moveTo>
                  <a:lnTo>
                    <a:pt x="92710" y="1502029"/>
                  </a:lnTo>
                  <a:cubicBezTo>
                    <a:pt x="41910" y="1502029"/>
                    <a:pt x="0" y="1460119"/>
                    <a:pt x="0" y="1409319"/>
                  </a:cubicBezTo>
                  <a:lnTo>
                    <a:pt x="0" y="92710"/>
                  </a:lnTo>
                  <a:cubicBezTo>
                    <a:pt x="0" y="41910"/>
                    <a:pt x="41910" y="0"/>
                    <a:pt x="92710" y="0"/>
                  </a:cubicBezTo>
                  <a:lnTo>
                    <a:pt x="11871634" y="0"/>
                  </a:lnTo>
                  <a:cubicBezTo>
                    <a:pt x="11922434" y="0"/>
                    <a:pt x="11964344" y="41910"/>
                    <a:pt x="11964344" y="92710"/>
                  </a:cubicBezTo>
                  <a:lnTo>
                    <a:pt x="11964344" y="1408049"/>
                  </a:lnTo>
                  <a:cubicBezTo>
                    <a:pt x="11965614" y="1460119"/>
                    <a:pt x="11923704" y="1502029"/>
                    <a:pt x="11872904"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p:nvPr/>
          </p:nvSpPr>
          <p:spPr>
            <a:xfrm>
              <a:off x="0" y="0"/>
              <a:ext cx="12029114" cy="1565529"/>
            </a:xfrm>
            <a:custGeom>
              <a:rect b="b" l="l" r="r" t="t"/>
              <a:pathLst>
                <a:path extrusionOk="0" h="1565529" w="12029114">
                  <a:moveTo>
                    <a:pt x="11904654" y="59690"/>
                  </a:moveTo>
                  <a:cubicBezTo>
                    <a:pt x="11940214" y="59690"/>
                    <a:pt x="11969424" y="88900"/>
                    <a:pt x="11969424" y="124460"/>
                  </a:cubicBezTo>
                  <a:lnTo>
                    <a:pt x="11969424" y="1441069"/>
                  </a:lnTo>
                  <a:cubicBezTo>
                    <a:pt x="11969424" y="1476629"/>
                    <a:pt x="11940214" y="1505839"/>
                    <a:pt x="11904654" y="1505839"/>
                  </a:cubicBezTo>
                  <a:lnTo>
                    <a:pt x="124460" y="1505839"/>
                  </a:lnTo>
                  <a:cubicBezTo>
                    <a:pt x="88900" y="1505839"/>
                    <a:pt x="59690" y="1476629"/>
                    <a:pt x="59690" y="1441069"/>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441069"/>
                  </a:lnTo>
                  <a:cubicBezTo>
                    <a:pt x="0" y="1509649"/>
                    <a:pt x="55880" y="1565529"/>
                    <a:pt x="124460" y="1565529"/>
                  </a:cubicBezTo>
                  <a:lnTo>
                    <a:pt x="11904654" y="1565529"/>
                  </a:lnTo>
                  <a:cubicBezTo>
                    <a:pt x="11973234" y="1565529"/>
                    <a:pt x="12029114" y="1509649"/>
                    <a:pt x="12029114" y="1441069"/>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73" name="Google Shape;173;p3"/>
          <p:cNvPicPr preferRelativeResize="0"/>
          <p:nvPr/>
        </p:nvPicPr>
        <p:blipFill rotWithShape="1">
          <a:blip r:embed="rId6">
            <a:alphaModFix/>
          </a:blip>
          <a:srcRect b="0" l="0" r="0" t="0"/>
          <a:stretch/>
        </p:blipFill>
        <p:spPr>
          <a:xfrm>
            <a:off x="9577283" y="1590238"/>
            <a:ext cx="405873" cy="405873"/>
          </a:xfrm>
          <a:prstGeom prst="rect">
            <a:avLst/>
          </a:prstGeom>
          <a:noFill/>
          <a:ln>
            <a:noFill/>
          </a:ln>
        </p:spPr>
      </p:pic>
      <p:pic>
        <p:nvPicPr>
          <p:cNvPr id="174" name="Google Shape;174;p3"/>
          <p:cNvPicPr preferRelativeResize="0"/>
          <p:nvPr/>
        </p:nvPicPr>
        <p:blipFill rotWithShape="1">
          <a:blip r:embed="rId7">
            <a:alphaModFix/>
          </a:blip>
          <a:srcRect b="0" l="0" r="0" t="0"/>
          <a:stretch/>
        </p:blipFill>
        <p:spPr>
          <a:xfrm>
            <a:off x="10249934" y="1590238"/>
            <a:ext cx="405873" cy="405873"/>
          </a:xfrm>
          <a:prstGeom prst="rect">
            <a:avLst/>
          </a:prstGeom>
          <a:noFill/>
          <a:ln>
            <a:noFill/>
          </a:ln>
        </p:spPr>
      </p:pic>
      <p:pic>
        <p:nvPicPr>
          <p:cNvPr id="175" name="Google Shape;175;p3"/>
          <p:cNvPicPr preferRelativeResize="0"/>
          <p:nvPr/>
        </p:nvPicPr>
        <p:blipFill rotWithShape="1">
          <a:blip r:embed="rId8">
            <a:alphaModFix/>
          </a:blip>
          <a:srcRect b="0" l="0" r="0" t="0"/>
          <a:stretch/>
        </p:blipFill>
        <p:spPr>
          <a:xfrm>
            <a:off x="10922585" y="1590238"/>
            <a:ext cx="405873" cy="405873"/>
          </a:xfrm>
          <a:prstGeom prst="rect">
            <a:avLst/>
          </a:prstGeom>
          <a:noFill/>
          <a:ln>
            <a:noFill/>
          </a:ln>
        </p:spPr>
      </p:pic>
      <p:sp>
        <p:nvSpPr>
          <p:cNvPr id="176" name="Google Shape;176;p3"/>
          <p:cNvSpPr txBox="1"/>
          <p:nvPr/>
        </p:nvSpPr>
        <p:spPr>
          <a:xfrm>
            <a:off x="9983156" y="2925112"/>
            <a:ext cx="6457800" cy="6279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i="0" lang="en-US" sz="5100" u="none" cap="none" strike="noStrike">
                <a:solidFill>
                  <a:srgbClr val="191919"/>
                </a:solidFill>
                <a:latin typeface="Times New Roman"/>
                <a:ea typeface="Times New Roman"/>
                <a:cs typeface="Times New Roman"/>
                <a:sym typeface="Times New Roman"/>
              </a:rPr>
              <a:t>ROUTINE MESSAGES</a:t>
            </a:r>
            <a:endParaRPr sz="1000">
              <a:latin typeface="Times New Roman"/>
              <a:ea typeface="Times New Roman"/>
              <a:cs typeface="Times New Roman"/>
              <a:sym typeface="Times New Roman"/>
            </a:endParaRPr>
          </a:p>
        </p:txBody>
      </p:sp>
      <p:sp>
        <p:nvSpPr>
          <p:cNvPr id="177" name="Google Shape;177;p3"/>
          <p:cNvSpPr txBox="1"/>
          <p:nvPr/>
        </p:nvSpPr>
        <p:spPr>
          <a:xfrm>
            <a:off x="9428224" y="4258480"/>
            <a:ext cx="7436400" cy="41964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None/>
            </a:pPr>
            <a:r>
              <a:rPr i="0" lang="en-US" sz="2699" u="none" cap="none" strike="noStrike">
                <a:solidFill>
                  <a:srgbClr val="191919"/>
                </a:solidFill>
                <a:latin typeface="Times New Roman"/>
                <a:ea typeface="Times New Roman"/>
                <a:cs typeface="Times New Roman"/>
                <a:sym typeface="Times New Roman"/>
              </a:rPr>
              <a:t>A routine request, such as a request for information, is one of the most common kinds of writing. </a:t>
            </a:r>
            <a:endParaRPr>
              <a:latin typeface="Times New Roman"/>
              <a:ea typeface="Times New Roman"/>
              <a:cs typeface="Times New Roman"/>
              <a:sym typeface="Times New Roman"/>
            </a:endParaRPr>
          </a:p>
          <a:p>
            <a:pPr indent="0" lvl="0" marL="0" marR="0" rtl="0" algn="l">
              <a:lnSpc>
                <a:spcPct val="130011"/>
              </a:lnSpc>
              <a:spcBef>
                <a:spcPts val="0"/>
              </a:spcBef>
              <a:spcAft>
                <a:spcPts val="0"/>
              </a:spcAft>
              <a:buNone/>
            </a:pPr>
            <a:r>
              <a:rPr i="0" lang="en-US" sz="2699" u="none" cap="none" strike="noStrike">
                <a:solidFill>
                  <a:srgbClr val="191919"/>
                </a:solidFill>
                <a:latin typeface="Times New Roman"/>
                <a:ea typeface="Times New Roman"/>
                <a:cs typeface="Times New Roman"/>
                <a:sym typeface="Times New Roman"/>
              </a:rPr>
              <a:t>A request is routine when (1) you are not asking a special favor, and (2) you expect your request to be accepted.</a:t>
            </a:r>
            <a:endParaRPr>
              <a:latin typeface="Times New Roman"/>
              <a:ea typeface="Times New Roman"/>
              <a:cs typeface="Times New Roman"/>
              <a:sym typeface="Times New Roman"/>
            </a:endParaRPr>
          </a:p>
          <a:p>
            <a:pPr indent="0" lvl="0" marL="0" marR="0" rtl="0" algn="l">
              <a:lnSpc>
                <a:spcPct val="130011"/>
              </a:lnSpc>
              <a:spcBef>
                <a:spcPts val="0"/>
              </a:spcBef>
              <a:spcAft>
                <a:spcPts val="0"/>
              </a:spcAft>
              <a:buNone/>
            </a:pPr>
            <a:r>
              <a:rPr i="0" lang="en-US" sz="2699" u="none" cap="none" strike="noStrike">
                <a:solidFill>
                  <a:srgbClr val="191919"/>
                </a:solidFill>
                <a:latin typeface="Times New Roman"/>
                <a:ea typeface="Times New Roman"/>
                <a:cs typeface="Times New Roman"/>
                <a:sym typeface="Times New Roman"/>
              </a:rPr>
              <a:t> In a routine request, it is not necessary to try to persuade your reader because saying “yes” to your request is a routine part of your reader´s job.</a:t>
            </a:r>
            <a:endParaRPr>
              <a:latin typeface="Times New Roman"/>
              <a:ea typeface="Times New Roman"/>
              <a:cs typeface="Times New Roman"/>
              <a:sym typeface="Times New Roman"/>
            </a:endParaRPr>
          </a:p>
        </p:txBody>
      </p:sp>
      <p:pic>
        <p:nvPicPr>
          <p:cNvPr id="178" name="Google Shape;178;p3"/>
          <p:cNvPicPr preferRelativeResize="0"/>
          <p:nvPr/>
        </p:nvPicPr>
        <p:blipFill rotWithShape="1">
          <a:blip r:embed="rId9">
            <a:alphaModFix/>
          </a:blip>
          <a:srcRect b="0" l="0" r="0" t="0"/>
          <a:stretch/>
        </p:blipFill>
        <p:spPr>
          <a:xfrm>
            <a:off x="2691432" y="3124684"/>
            <a:ext cx="3855727" cy="44551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182" name="Shape 182"/>
        <p:cNvGrpSpPr/>
        <p:nvPr/>
      </p:nvGrpSpPr>
      <p:grpSpPr>
        <a:xfrm>
          <a:off x="0" y="0"/>
          <a:ext cx="0" cy="0"/>
          <a:chOff x="0" y="0"/>
          <a:chExt cx="0" cy="0"/>
        </a:xfrm>
      </p:grpSpPr>
      <p:pic>
        <p:nvPicPr>
          <p:cNvPr id="183" name="Google Shape;183;p4"/>
          <p:cNvPicPr preferRelativeResize="0"/>
          <p:nvPr/>
        </p:nvPicPr>
        <p:blipFill rotWithShape="1">
          <a:blip r:embed="rId3">
            <a:alphaModFix/>
          </a:blip>
          <a:srcRect b="0" l="0" r="0" t="0"/>
          <a:stretch/>
        </p:blipFill>
        <p:spPr>
          <a:xfrm rot="3323013">
            <a:off x="13103259" y="-1578177"/>
            <a:ext cx="6797678" cy="5648252"/>
          </a:xfrm>
          <a:prstGeom prst="rect">
            <a:avLst/>
          </a:prstGeom>
          <a:noFill/>
          <a:ln>
            <a:noFill/>
          </a:ln>
        </p:spPr>
      </p:pic>
      <p:pic>
        <p:nvPicPr>
          <p:cNvPr id="184" name="Google Shape;184;p4"/>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185" name="Google Shape;185;p4"/>
          <p:cNvGrpSpPr/>
          <p:nvPr/>
        </p:nvGrpSpPr>
        <p:grpSpPr>
          <a:xfrm>
            <a:off x="1655034" y="1708069"/>
            <a:ext cx="8004959" cy="6965605"/>
            <a:chOff x="0" y="0"/>
            <a:chExt cx="12029114" cy="10467267"/>
          </a:xfrm>
        </p:grpSpPr>
        <p:sp>
          <p:nvSpPr>
            <p:cNvPr id="186" name="Google Shape;186;p4"/>
            <p:cNvSpPr/>
            <p:nvPr/>
          </p:nvSpPr>
          <p:spPr>
            <a:xfrm>
              <a:off x="31750" y="31750"/>
              <a:ext cx="11965614" cy="10403767"/>
            </a:xfrm>
            <a:custGeom>
              <a:rect b="b" l="l" r="r" t="t"/>
              <a:pathLst>
                <a:path extrusionOk="0" h="10403767" w="11965614">
                  <a:moveTo>
                    <a:pt x="11872904" y="10403767"/>
                  </a:moveTo>
                  <a:lnTo>
                    <a:pt x="92710" y="10403767"/>
                  </a:lnTo>
                  <a:cubicBezTo>
                    <a:pt x="41910" y="10403767"/>
                    <a:pt x="0" y="10361857"/>
                    <a:pt x="0" y="10311057"/>
                  </a:cubicBezTo>
                  <a:lnTo>
                    <a:pt x="0" y="92710"/>
                  </a:lnTo>
                  <a:cubicBezTo>
                    <a:pt x="0" y="41910"/>
                    <a:pt x="41910" y="0"/>
                    <a:pt x="92710" y="0"/>
                  </a:cubicBezTo>
                  <a:lnTo>
                    <a:pt x="11871634" y="0"/>
                  </a:lnTo>
                  <a:cubicBezTo>
                    <a:pt x="11922434" y="0"/>
                    <a:pt x="11964344" y="41910"/>
                    <a:pt x="11964344" y="92710"/>
                  </a:cubicBezTo>
                  <a:lnTo>
                    <a:pt x="11964344" y="10309786"/>
                  </a:lnTo>
                  <a:cubicBezTo>
                    <a:pt x="11965614" y="10361857"/>
                    <a:pt x="11923704" y="10403767"/>
                    <a:pt x="11872904" y="104037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4"/>
            <p:cNvSpPr/>
            <p:nvPr/>
          </p:nvSpPr>
          <p:spPr>
            <a:xfrm>
              <a:off x="0" y="0"/>
              <a:ext cx="12029114" cy="10467267"/>
            </a:xfrm>
            <a:custGeom>
              <a:rect b="b" l="l" r="r" t="t"/>
              <a:pathLst>
                <a:path extrusionOk="0" h="10467267" w="12029114">
                  <a:moveTo>
                    <a:pt x="11904654" y="59690"/>
                  </a:moveTo>
                  <a:cubicBezTo>
                    <a:pt x="11940214" y="59690"/>
                    <a:pt x="11969424" y="88900"/>
                    <a:pt x="11969424" y="124460"/>
                  </a:cubicBezTo>
                  <a:lnTo>
                    <a:pt x="11969424" y="10342807"/>
                  </a:lnTo>
                  <a:cubicBezTo>
                    <a:pt x="11969424" y="10378367"/>
                    <a:pt x="11940214" y="10407576"/>
                    <a:pt x="11904654" y="10407576"/>
                  </a:cubicBezTo>
                  <a:lnTo>
                    <a:pt x="124460" y="10407576"/>
                  </a:lnTo>
                  <a:cubicBezTo>
                    <a:pt x="88900" y="10407576"/>
                    <a:pt x="59690" y="10378367"/>
                    <a:pt x="59690" y="10342807"/>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0342807"/>
                  </a:lnTo>
                  <a:cubicBezTo>
                    <a:pt x="0" y="10411386"/>
                    <a:pt x="55880" y="10467267"/>
                    <a:pt x="124460" y="10467267"/>
                  </a:cubicBezTo>
                  <a:lnTo>
                    <a:pt x="11904654" y="10467267"/>
                  </a:lnTo>
                  <a:cubicBezTo>
                    <a:pt x="11973234" y="10467267"/>
                    <a:pt x="12029114" y="10411386"/>
                    <a:pt x="12029114" y="10342807"/>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 name="Google Shape;188;p4"/>
          <p:cNvGrpSpPr/>
          <p:nvPr/>
        </p:nvGrpSpPr>
        <p:grpSpPr>
          <a:xfrm>
            <a:off x="1655034" y="924750"/>
            <a:ext cx="8004959" cy="1041805"/>
            <a:chOff x="0" y="0"/>
            <a:chExt cx="12029114" cy="1565529"/>
          </a:xfrm>
        </p:grpSpPr>
        <p:sp>
          <p:nvSpPr>
            <p:cNvPr id="189" name="Google Shape;189;p4"/>
            <p:cNvSpPr/>
            <p:nvPr/>
          </p:nvSpPr>
          <p:spPr>
            <a:xfrm>
              <a:off x="31750" y="31750"/>
              <a:ext cx="11965614" cy="1502029"/>
            </a:xfrm>
            <a:custGeom>
              <a:rect b="b" l="l" r="r" t="t"/>
              <a:pathLst>
                <a:path extrusionOk="0" h="1502029" w="11965614">
                  <a:moveTo>
                    <a:pt x="11872904" y="1502029"/>
                  </a:moveTo>
                  <a:lnTo>
                    <a:pt x="92710" y="1502029"/>
                  </a:lnTo>
                  <a:cubicBezTo>
                    <a:pt x="41910" y="1502029"/>
                    <a:pt x="0" y="1460119"/>
                    <a:pt x="0" y="1409319"/>
                  </a:cubicBezTo>
                  <a:lnTo>
                    <a:pt x="0" y="92710"/>
                  </a:lnTo>
                  <a:cubicBezTo>
                    <a:pt x="0" y="41910"/>
                    <a:pt x="41910" y="0"/>
                    <a:pt x="92710" y="0"/>
                  </a:cubicBezTo>
                  <a:lnTo>
                    <a:pt x="11871634" y="0"/>
                  </a:lnTo>
                  <a:cubicBezTo>
                    <a:pt x="11922434" y="0"/>
                    <a:pt x="11964344" y="41910"/>
                    <a:pt x="11964344" y="92710"/>
                  </a:cubicBezTo>
                  <a:lnTo>
                    <a:pt x="11964344" y="1408049"/>
                  </a:lnTo>
                  <a:cubicBezTo>
                    <a:pt x="11965614" y="1460119"/>
                    <a:pt x="11923704" y="1502029"/>
                    <a:pt x="11872904"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4"/>
            <p:cNvSpPr/>
            <p:nvPr/>
          </p:nvSpPr>
          <p:spPr>
            <a:xfrm>
              <a:off x="0" y="0"/>
              <a:ext cx="12029114" cy="1565529"/>
            </a:xfrm>
            <a:custGeom>
              <a:rect b="b" l="l" r="r" t="t"/>
              <a:pathLst>
                <a:path extrusionOk="0" h="1565529" w="12029114">
                  <a:moveTo>
                    <a:pt x="11904654" y="59690"/>
                  </a:moveTo>
                  <a:cubicBezTo>
                    <a:pt x="11940214" y="59690"/>
                    <a:pt x="11969424" y="88900"/>
                    <a:pt x="11969424" y="124460"/>
                  </a:cubicBezTo>
                  <a:lnTo>
                    <a:pt x="11969424" y="1441069"/>
                  </a:lnTo>
                  <a:cubicBezTo>
                    <a:pt x="11969424" y="1476629"/>
                    <a:pt x="11940214" y="1505839"/>
                    <a:pt x="11904654" y="1505839"/>
                  </a:cubicBezTo>
                  <a:lnTo>
                    <a:pt x="124460" y="1505839"/>
                  </a:lnTo>
                  <a:cubicBezTo>
                    <a:pt x="88900" y="1505839"/>
                    <a:pt x="59690" y="1476629"/>
                    <a:pt x="59690" y="1441069"/>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441069"/>
                  </a:lnTo>
                  <a:cubicBezTo>
                    <a:pt x="0" y="1509649"/>
                    <a:pt x="55880" y="1565529"/>
                    <a:pt x="124460" y="1565529"/>
                  </a:cubicBezTo>
                  <a:lnTo>
                    <a:pt x="11904654" y="1565529"/>
                  </a:lnTo>
                  <a:cubicBezTo>
                    <a:pt x="11973234" y="1565529"/>
                    <a:pt x="12029114" y="1509649"/>
                    <a:pt x="12029114" y="1441069"/>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91" name="Google Shape;191;p4"/>
          <p:cNvPicPr preferRelativeResize="0"/>
          <p:nvPr/>
        </p:nvPicPr>
        <p:blipFill rotWithShape="1">
          <a:blip r:embed="rId5">
            <a:alphaModFix/>
          </a:blip>
          <a:srcRect b="0" l="0" r="0" t="0"/>
          <a:stretch/>
        </p:blipFill>
        <p:spPr>
          <a:xfrm>
            <a:off x="2088317" y="1245949"/>
            <a:ext cx="405873" cy="405873"/>
          </a:xfrm>
          <a:prstGeom prst="rect">
            <a:avLst/>
          </a:prstGeom>
          <a:noFill/>
          <a:ln>
            <a:noFill/>
          </a:ln>
        </p:spPr>
      </p:pic>
      <p:pic>
        <p:nvPicPr>
          <p:cNvPr id="192" name="Google Shape;192;p4"/>
          <p:cNvPicPr preferRelativeResize="0"/>
          <p:nvPr/>
        </p:nvPicPr>
        <p:blipFill rotWithShape="1">
          <a:blip r:embed="rId6">
            <a:alphaModFix/>
          </a:blip>
          <a:srcRect b="0" l="0" r="0" t="0"/>
          <a:stretch/>
        </p:blipFill>
        <p:spPr>
          <a:xfrm>
            <a:off x="2760968" y="1245949"/>
            <a:ext cx="405873" cy="405873"/>
          </a:xfrm>
          <a:prstGeom prst="rect">
            <a:avLst/>
          </a:prstGeom>
          <a:noFill/>
          <a:ln>
            <a:noFill/>
          </a:ln>
        </p:spPr>
      </p:pic>
      <p:pic>
        <p:nvPicPr>
          <p:cNvPr id="193" name="Google Shape;193;p4"/>
          <p:cNvPicPr preferRelativeResize="0"/>
          <p:nvPr/>
        </p:nvPicPr>
        <p:blipFill rotWithShape="1">
          <a:blip r:embed="rId7">
            <a:alphaModFix/>
          </a:blip>
          <a:srcRect b="0" l="0" r="0" t="0"/>
          <a:stretch/>
        </p:blipFill>
        <p:spPr>
          <a:xfrm>
            <a:off x="3433618" y="1245949"/>
            <a:ext cx="405873" cy="405873"/>
          </a:xfrm>
          <a:prstGeom prst="rect">
            <a:avLst/>
          </a:prstGeom>
          <a:noFill/>
          <a:ln>
            <a:noFill/>
          </a:ln>
        </p:spPr>
      </p:pic>
      <p:grpSp>
        <p:nvGrpSpPr>
          <p:cNvPr id="194" name="Google Shape;194;p4"/>
          <p:cNvGrpSpPr/>
          <p:nvPr/>
        </p:nvGrpSpPr>
        <p:grpSpPr>
          <a:xfrm>
            <a:off x="11637341" y="2501848"/>
            <a:ext cx="5090875" cy="720606"/>
            <a:chOff x="0" y="0"/>
            <a:chExt cx="7650097" cy="1082860"/>
          </a:xfrm>
        </p:grpSpPr>
        <p:sp>
          <p:nvSpPr>
            <p:cNvPr id="195" name="Google Shape;195;p4"/>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 name="Google Shape;197;p4"/>
          <p:cNvGrpSpPr/>
          <p:nvPr/>
        </p:nvGrpSpPr>
        <p:grpSpPr>
          <a:xfrm>
            <a:off x="11637341" y="3158150"/>
            <a:ext cx="5090875" cy="6100150"/>
            <a:chOff x="0" y="0"/>
            <a:chExt cx="3632200" cy="4352290"/>
          </a:xfrm>
        </p:grpSpPr>
        <p:sp>
          <p:nvSpPr>
            <p:cNvPr id="198" name="Google Shape;198;p4"/>
            <p:cNvSpPr/>
            <p:nvPr/>
          </p:nvSpPr>
          <p:spPr>
            <a:xfrm>
              <a:off x="15240" y="15240"/>
              <a:ext cx="3600450" cy="4320540"/>
            </a:xfrm>
            <a:custGeom>
              <a:rect b="b" l="l" r="r" t="t"/>
              <a:pathLst>
                <a:path extrusionOk="0" h="4320540" w="3600450">
                  <a:moveTo>
                    <a:pt x="0" y="0"/>
                  </a:moveTo>
                  <a:lnTo>
                    <a:pt x="3600450" y="0"/>
                  </a:lnTo>
                  <a:lnTo>
                    <a:pt x="3600450" y="4320540"/>
                  </a:lnTo>
                  <a:lnTo>
                    <a:pt x="0" y="4320540"/>
                  </a:lnTo>
                  <a:close/>
                </a:path>
              </a:pathLst>
            </a:custGeom>
            <a:blipFill rotWithShape="1">
              <a:blip r:embed="rId8">
                <a:alphaModFix/>
              </a:blip>
              <a:stretch>
                <a:fillRect b="0" l="-45728" r="-78828" t="-24909"/>
              </a:stretch>
            </a:blipFill>
            <a:ln>
              <a:noFill/>
            </a:ln>
          </p:spPr>
        </p:sp>
        <p:sp>
          <p:nvSpPr>
            <p:cNvPr id="199" name="Google Shape;199;p4"/>
            <p:cNvSpPr/>
            <p:nvPr/>
          </p:nvSpPr>
          <p:spPr>
            <a:xfrm>
              <a:off x="0" y="0"/>
              <a:ext cx="3632200" cy="4352290"/>
            </a:xfrm>
            <a:custGeom>
              <a:rect b="b" l="l" r="r" t="t"/>
              <a:pathLst>
                <a:path extrusionOk="0" h="4352290" w="3632200">
                  <a:moveTo>
                    <a:pt x="3632200" y="4352290"/>
                  </a:moveTo>
                  <a:lnTo>
                    <a:pt x="0" y="4352290"/>
                  </a:lnTo>
                  <a:lnTo>
                    <a:pt x="0" y="0"/>
                  </a:lnTo>
                  <a:lnTo>
                    <a:pt x="3632200" y="0"/>
                  </a:lnTo>
                  <a:lnTo>
                    <a:pt x="3632200" y="4352290"/>
                  </a:lnTo>
                  <a:close/>
                  <a:moveTo>
                    <a:pt x="31750" y="4320540"/>
                  </a:moveTo>
                  <a:lnTo>
                    <a:pt x="3600450" y="4320540"/>
                  </a:lnTo>
                  <a:lnTo>
                    <a:pt x="3600450" y="31750"/>
                  </a:lnTo>
                  <a:lnTo>
                    <a:pt x="31750" y="31750"/>
                  </a:lnTo>
                  <a:lnTo>
                    <a:pt x="31750" y="4320540"/>
                  </a:lnTo>
                  <a:close/>
                </a:path>
              </a:pathLst>
            </a:custGeom>
            <a:solidFill>
              <a:srgbClr val="191919"/>
            </a:solidFill>
            <a:ln>
              <a:noFill/>
            </a:ln>
          </p:spPr>
        </p:sp>
      </p:grpSp>
      <p:pic>
        <p:nvPicPr>
          <p:cNvPr id="200" name="Google Shape;200;p4"/>
          <p:cNvPicPr preferRelativeResize="0"/>
          <p:nvPr/>
        </p:nvPicPr>
        <p:blipFill rotWithShape="1">
          <a:blip r:embed="rId5">
            <a:alphaModFix/>
          </a:blip>
          <a:srcRect b="0" l="0" r="0" t="0"/>
          <a:stretch/>
        </p:blipFill>
        <p:spPr>
          <a:xfrm>
            <a:off x="11943116" y="2700632"/>
            <a:ext cx="303989" cy="303989"/>
          </a:xfrm>
          <a:prstGeom prst="rect">
            <a:avLst/>
          </a:prstGeom>
          <a:noFill/>
          <a:ln>
            <a:noFill/>
          </a:ln>
        </p:spPr>
      </p:pic>
      <p:pic>
        <p:nvPicPr>
          <p:cNvPr id="201" name="Google Shape;201;p4"/>
          <p:cNvPicPr preferRelativeResize="0"/>
          <p:nvPr/>
        </p:nvPicPr>
        <p:blipFill rotWithShape="1">
          <a:blip r:embed="rId6">
            <a:alphaModFix/>
          </a:blip>
          <a:srcRect b="0" l="0" r="0" t="0"/>
          <a:stretch/>
        </p:blipFill>
        <p:spPr>
          <a:xfrm>
            <a:off x="12446915" y="2700632"/>
            <a:ext cx="303989" cy="303989"/>
          </a:xfrm>
          <a:prstGeom prst="rect">
            <a:avLst/>
          </a:prstGeom>
          <a:noFill/>
          <a:ln>
            <a:noFill/>
          </a:ln>
        </p:spPr>
      </p:pic>
      <p:pic>
        <p:nvPicPr>
          <p:cNvPr id="202" name="Google Shape;202;p4"/>
          <p:cNvPicPr preferRelativeResize="0"/>
          <p:nvPr/>
        </p:nvPicPr>
        <p:blipFill rotWithShape="1">
          <a:blip r:embed="rId7">
            <a:alphaModFix/>
          </a:blip>
          <a:srcRect b="0" l="0" r="0" t="0"/>
          <a:stretch/>
        </p:blipFill>
        <p:spPr>
          <a:xfrm>
            <a:off x="12950715" y="2700632"/>
            <a:ext cx="303989" cy="303989"/>
          </a:xfrm>
          <a:prstGeom prst="rect">
            <a:avLst/>
          </a:prstGeom>
          <a:noFill/>
          <a:ln>
            <a:noFill/>
          </a:ln>
        </p:spPr>
      </p:pic>
      <p:pic>
        <p:nvPicPr>
          <p:cNvPr id="203" name="Google Shape;203;p4"/>
          <p:cNvPicPr preferRelativeResize="0"/>
          <p:nvPr/>
        </p:nvPicPr>
        <p:blipFill rotWithShape="1">
          <a:blip r:embed="rId9">
            <a:alphaModFix/>
          </a:blip>
          <a:srcRect b="0" l="33729" r="0" t="0"/>
          <a:stretch/>
        </p:blipFill>
        <p:spPr>
          <a:xfrm>
            <a:off x="9059321" y="3487193"/>
            <a:ext cx="3035790" cy="704312"/>
          </a:xfrm>
          <a:prstGeom prst="rect">
            <a:avLst/>
          </a:prstGeom>
          <a:noFill/>
          <a:ln>
            <a:noFill/>
          </a:ln>
        </p:spPr>
      </p:pic>
      <p:pic>
        <p:nvPicPr>
          <p:cNvPr id="204" name="Google Shape;204;p4"/>
          <p:cNvPicPr preferRelativeResize="0"/>
          <p:nvPr/>
        </p:nvPicPr>
        <p:blipFill rotWithShape="1">
          <a:blip r:embed="rId10">
            <a:alphaModFix/>
          </a:blip>
          <a:srcRect b="0" l="0" r="0" t="0"/>
          <a:stretch/>
        </p:blipFill>
        <p:spPr>
          <a:xfrm>
            <a:off x="10519294" y="7620199"/>
            <a:ext cx="2236095" cy="1825467"/>
          </a:xfrm>
          <a:prstGeom prst="rect">
            <a:avLst/>
          </a:prstGeom>
          <a:noFill/>
          <a:ln>
            <a:noFill/>
          </a:ln>
        </p:spPr>
      </p:pic>
      <p:sp>
        <p:nvSpPr>
          <p:cNvPr id="205" name="Google Shape;205;p4"/>
          <p:cNvSpPr txBox="1"/>
          <p:nvPr/>
        </p:nvSpPr>
        <p:spPr>
          <a:xfrm>
            <a:off x="1931555" y="2824051"/>
            <a:ext cx="7212300" cy="3782100"/>
          </a:xfrm>
          <a:prstGeom prst="rect">
            <a:avLst/>
          </a:prstGeom>
          <a:noFill/>
          <a:ln>
            <a:noFill/>
          </a:ln>
        </p:spPr>
        <p:txBody>
          <a:bodyPr anchorCtr="0" anchor="t" bIns="0" lIns="0" spcFirstLastPara="1" rIns="0" wrap="square" tIns="0">
            <a:spAutoFit/>
          </a:bodyPr>
          <a:lstStyle/>
          <a:p>
            <a:pPr indent="0" lvl="0" marL="0" marR="0" rtl="0" algn="just">
              <a:lnSpc>
                <a:spcPct val="130014"/>
              </a:lnSpc>
              <a:spcBef>
                <a:spcPts val="0"/>
              </a:spcBef>
              <a:spcAft>
                <a:spcPts val="0"/>
              </a:spcAft>
              <a:buNone/>
            </a:pPr>
            <a:r>
              <a:rPr i="0" lang="en-US" sz="2792" u="none" cap="none" strike="noStrike">
                <a:solidFill>
                  <a:srgbClr val="191919"/>
                </a:solidFill>
                <a:latin typeface="Times New Roman"/>
                <a:ea typeface="Times New Roman"/>
                <a:cs typeface="Times New Roman"/>
                <a:sym typeface="Times New Roman"/>
              </a:rPr>
              <a:t>Making requests is a routine part of business, and in most cases your audience will be prepared to comply. </a:t>
            </a:r>
            <a:endParaRPr>
              <a:latin typeface="Times New Roman"/>
              <a:ea typeface="Times New Roman"/>
              <a:cs typeface="Times New Roman"/>
              <a:sym typeface="Times New Roman"/>
            </a:endParaRPr>
          </a:p>
          <a:p>
            <a:pPr indent="0" lvl="0" marL="0" marR="0" rtl="0" algn="just">
              <a:lnSpc>
                <a:spcPct val="130014"/>
              </a:lnSpc>
              <a:spcBef>
                <a:spcPts val="0"/>
              </a:spcBef>
              <a:spcAft>
                <a:spcPts val="0"/>
              </a:spcAft>
              <a:buNone/>
            </a:pPr>
            <a:r>
              <a:t/>
            </a:r>
            <a:endParaRPr i="0" sz="2792" u="none" cap="none" strike="noStrike">
              <a:solidFill>
                <a:srgbClr val="191919"/>
              </a:solidFill>
              <a:latin typeface="Times New Roman"/>
              <a:ea typeface="Times New Roman"/>
              <a:cs typeface="Times New Roman"/>
              <a:sym typeface="Times New Roman"/>
            </a:endParaRPr>
          </a:p>
          <a:p>
            <a:pPr indent="0" lvl="0" marL="0" marR="0" rtl="0" algn="just">
              <a:lnSpc>
                <a:spcPct val="130014"/>
              </a:lnSpc>
              <a:spcBef>
                <a:spcPts val="0"/>
              </a:spcBef>
              <a:spcAft>
                <a:spcPts val="0"/>
              </a:spcAft>
              <a:buNone/>
            </a:pPr>
            <a:r>
              <a:rPr i="0" lang="en-US" sz="2792" u="none" cap="none" strike="noStrike">
                <a:solidFill>
                  <a:srgbClr val="191919"/>
                </a:solidFill>
                <a:latin typeface="Times New Roman"/>
                <a:ea typeface="Times New Roman"/>
                <a:cs typeface="Times New Roman"/>
                <a:sym typeface="Times New Roman"/>
              </a:rPr>
              <a:t>By applying a clear strategy and tailoring your approach to each situation, you’ll be able to generate effective requests quickly.</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209" name="Shape 209"/>
        <p:cNvGrpSpPr/>
        <p:nvPr/>
      </p:nvGrpSpPr>
      <p:grpSpPr>
        <a:xfrm>
          <a:off x="0" y="0"/>
          <a:ext cx="0" cy="0"/>
          <a:chOff x="0" y="0"/>
          <a:chExt cx="0" cy="0"/>
        </a:xfrm>
      </p:grpSpPr>
      <p:pic>
        <p:nvPicPr>
          <p:cNvPr id="210" name="Google Shape;210;p5"/>
          <p:cNvPicPr preferRelativeResize="0"/>
          <p:nvPr/>
        </p:nvPicPr>
        <p:blipFill rotWithShape="1">
          <a:blip r:embed="rId3">
            <a:alphaModFix/>
          </a:blip>
          <a:srcRect b="0" l="0" r="0" t="0"/>
          <a:stretch/>
        </p:blipFill>
        <p:spPr>
          <a:xfrm rot="1021054">
            <a:off x="6532932" y="6656275"/>
            <a:ext cx="4642664" cy="5456122"/>
          </a:xfrm>
          <a:prstGeom prst="rect">
            <a:avLst/>
          </a:prstGeom>
          <a:noFill/>
          <a:ln>
            <a:noFill/>
          </a:ln>
        </p:spPr>
      </p:pic>
      <p:pic>
        <p:nvPicPr>
          <p:cNvPr id="211" name="Google Shape;211;p5"/>
          <p:cNvPicPr preferRelativeResize="0"/>
          <p:nvPr/>
        </p:nvPicPr>
        <p:blipFill rotWithShape="1">
          <a:blip r:embed="rId4">
            <a:alphaModFix/>
          </a:blip>
          <a:srcRect b="0" l="0" r="0" t="0"/>
          <a:stretch/>
        </p:blipFill>
        <p:spPr>
          <a:xfrm rot="2700000">
            <a:off x="-1898331" y="-1694477"/>
            <a:ext cx="6096625" cy="4511502"/>
          </a:xfrm>
          <a:prstGeom prst="rect">
            <a:avLst/>
          </a:prstGeom>
          <a:noFill/>
          <a:ln>
            <a:noFill/>
          </a:ln>
        </p:spPr>
      </p:pic>
      <p:pic>
        <p:nvPicPr>
          <p:cNvPr id="212" name="Google Shape;212;p5"/>
          <p:cNvPicPr preferRelativeResize="0"/>
          <p:nvPr/>
        </p:nvPicPr>
        <p:blipFill rotWithShape="1">
          <a:blip r:embed="rId5">
            <a:alphaModFix/>
          </a:blip>
          <a:srcRect b="0" l="0" r="0" t="0"/>
          <a:stretch/>
        </p:blipFill>
        <p:spPr>
          <a:xfrm>
            <a:off x="15765069" y="-699194"/>
            <a:ext cx="4114800" cy="4114800"/>
          </a:xfrm>
          <a:prstGeom prst="rect">
            <a:avLst/>
          </a:prstGeom>
          <a:noFill/>
          <a:ln>
            <a:noFill/>
          </a:ln>
        </p:spPr>
      </p:pic>
      <p:grpSp>
        <p:nvGrpSpPr>
          <p:cNvPr id="213" name="Google Shape;213;p5"/>
          <p:cNvGrpSpPr/>
          <p:nvPr/>
        </p:nvGrpSpPr>
        <p:grpSpPr>
          <a:xfrm>
            <a:off x="9144000" y="2052358"/>
            <a:ext cx="8004959" cy="6965605"/>
            <a:chOff x="0" y="0"/>
            <a:chExt cx="12029114" cy="10467267"/>
          </a:xfrm>
        </p:grpSpPr>
        <p:sp>
          <p:nvSpPr>
            <p:cNvPr id="214" name="Google Shape;214;p5"/>
            <p:cNvSpPr/>
            <p:nvPr/>
          </p:nvSpPr>
          <p:spPr>
            <a:xfrm>
              <a:off x="31750" y="31750"/>
              <a:ext cx="11965614" cy="10403767"/>
            </a:xfrm>
            <a:custGeom>
              <a:rect b="b" l="l" r="r" t="t"/>
              <a:pathLst>
                <a:path extrusionOk="0" h="10403767" w="11965614">
                  <a:moveTo>
                    <a:pt x="11872904" y="10403767"/>
                  </a:moveTo>
                  <a:lnTo>
                    <a:pt x="92710" y="10403767"/>
                  </a:lnTo>
                  <a:cubicBezTo>
                    <a:pt x="41910" y="10403767"/>
                    <a:pt x="0" y="10361857"/>
                    <a:pt x="0" y="10311057"/>
                  </a:cubicBezTo>
                  <a:lnTo>
                    <a:pt x="0" y="92710"/>
                  </a:lnTo>
                  <a:cubicBezTo>
                    <a:pt x="0" y="41910"/>
                    <a:pt x="41910" y="0"/>
                    <a:pt x="92710" y="0"/>
                  </a:cubicBezTo>
                  <a:lnTo>
                    <a:pt x="11871634" y="0"/>
                  </a:lnTo>
                  <a:cubicBezTo>
                    <a:pt x="11922434" y="0"/>
                    <a:pt x="11964344" y="41910"/>
                    <a:pt x="11964344" y="92710"/>
                  </a:cubicBezTo>
                  <a:lnTo>
                    <a:pt x="11964344" y="10309786"/>
                  </a:lnTo>
                  <a:cubicBezTo>
                    <a:pt x="11965614" y="10361857"/>
                    <a:pt x="11923704" y="10403767"/>
                    <a:pt x="11872904" y="104037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p:nvPr/>
          </p:nvSpPr>
          <p:spPr>
            <a:xfrm>
              <a:off x="0" y="0"/>
              <a:ext cx="12029114" cy="10467267"/>
            </a:xfrm>
            <a:custGeom>
              <a:rect b="b" l="l" r="r" t="t"/>
              <a:pathLst>
                <a:path extrusionOk="0" h="10467267" w="12029114">
                  <a:moveTo>
                    <a:pt x="11904654" y="59690"/>
                  </a:moveTo>
                  <a:cubicBezTo>
                    <a:pt x="11940214" y="59690"/>
                    <a:pt x="11969424" y="88900"/>
                    <a:pt x="11969424" y="124460"/>
                  </a:cubicBezTo>
                  <a:lnTo>
                    <a:pt x="11969424" y="10342807"/>
                  </a:lnTo>
                  <a:cubicBezTo>
                    <a:pt x="11969424" y="10378367"/>
                    <a:pt x="11940214" y="10407576"/>
                    <a:pt x="11904654" y="10407576"/>
                  </a:cubicBezTo>
                  <a:lnTo>
                    <a:pt x="124460" y="10407576"/>
                  </a:lnTo>
                  <a:cubicBezTo>
                    <a:pt x="88900" y="10407576"/>
                    <a:pt x="59690" y="10378367"/>
                    <a:pt x="59690" y="10342807"/>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0342807"/>
                  </a:lnTo>
                  <a:cubicBezTo>
                    <a:pt x="0" y="10411386"/>
                    <a:pt x="55880" y="10467267"/>
                    <a:pt x="124460" y="10467267"/>
                  </a:cubicBezTo>
                  <a:lnTo>
                    <a:pt x="11904654" y="10467267"/>
                  </a:lnTo>
                  <a:cubicBezTo>
                    <a:pt x="11973234" y="10467267"/>
                    <a:pt x="12029114" y="10411386"/>
                    <a:pt x="12029114" y="10342807"/>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 name="Google Shape;216;p5"/>
          <p:cNvGrpSpPr/>
          <p:nvPr/>
        </p:nvGrpSpPr>
        <p:grpSpPr>
          <a:xfrm>
            <a:off x="9144000" y="1269039"/>
            <a:ext cx="8004959" cy="1041805"/>
            <a:chOff x="0" y="0"/>
            <a:chExt cx="12029114" cy="1565529"/>
          </a:xfrm>
        </p:grpSpPr>
        <p:sp>
          <p:nvSpPr>
            <p:cNvPr id="217" name="Google Shape;217;p5"/>
            <p:cNvSpPr/>
            <p:nvPr/>
          </p:nvSpPr>
          <p:spPr>
            <a:xfrm>
              <a:off x="31750" y="31750"/>
              <a:ext cx="11965614" cy="1502029"/>
            </a:xfrm>
            <a:custGeom>
              <a:rect b="b" l="l" r="r" t="t"/>
              <a:pathLst>
                <a:path extrusionOk="0" h="1502029" w="11965614">
                  <a:moveTo>
                    <a:pt x="11872904" y="1502029"/>
                  </a:moveTo>
                  <a:lnTo>
                    <a:pt x="92710" y="1502029"/>
                  </a:lnTo>
                  <a:cubicBezTo>
                    <a:pt x="41910" y="1502029"/>
                    <a:pt x="0" y="1460119"/>
                    <a:pt x="0" y="1409319"/>
                  </a:cubicBezTo>
                  <a:lnTo>
                    <a:pt x="0" y="92710"/>
                  </a:lnTo>
                  <a:cubicBezTo>
                    <a:pt x="0" y="41910"/>
                    <a:pt x="41910" y="0"/>
                    <a:pt x="92710" y="0"/>
                  </a:cubicBezTo>
                  <a:lnTo>
                    <a:pt x="11871634" y="0"/>
                  </a:lnTo>
                  <a:cubicBezTo>
                    <a:pt x="11922434" y="0"/>
                    <a:pt x="11964344" y="41910"/>
                    <a:pt x="11964344" y="92710"/>
                  </a:cubicBezTo>
                  <a:lnTo>
                    <a:pt x="11964344" y="1408049"/>
                  </a:lnTo>
                  <a:cubicBezTo>
                    <a:pt x="11965614" y="1460119"/>
                    <a:pt x="11923704" y="1502029"/>
                    <a:pt x="11872904"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0" y="0"/>
              <a:ext cx="12029114" cy="1565529"/>
            </a:xfrm>
            <a:custGeom>
              <a:rect b="b" l="l" r="r" t="t"/>
              <a:pathLst>
                <a:path extrusionOk="0" h="1565529" w="12029114">
                  <a:moveTo>
                    <a:pt x="11904654" y="59690"/>
                  </a:moveTo>
                  <a:cubicBezTo>
                    <a:pt x="11940214" y="59690"/>
                    <a:pt x="11969424" y="88900"/>
                    <a:pt x="11969424" y="124460"/>
                  </a:cubicBezTo>
                  <a:lnTo>
                    <a:pt x="11969424" y="1441069"/>
                  </a:lnTo>
                  <a:cubicBezTo>
                    <a:pt x="11969424" y="1476629"/>
                    <a:pt x="11940214" y="1505839"/>
                    <a:pt x="11904654" y="1505839"/>
                  </a:cubicBezTo>
                  <a:lnTo>
                    <a:pt x="124460" y="1505839"/>
                  </a:lnTo>
                  <a:cubicBezTo>
                    <a:pt x="88900" y="1505839"/>
                    <a:pt x="59690" y="1476629"/>
                    <a:pt x="59690" y="1441069"/>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441069"/>
                  </a:lnTo>
                  <a:cubicBezTo>
                    <a:pt x="0" y="1509649"/>
                    <a:pt x="55880" y="1565529"/>
                    <a:pt x="124460" y="1565529"/>
                  </a:cubicBezTo>
                  <a:lnTo>
                    <a:pt x="11904654" y="1565529"/>
                  </a:lnTo>
                  <a:cubicBezTo>
                    <a:pt x="11973234" y="1565529"/>
                    <a:pt x="12029114" y="1509649"/>
                    <a:pt x="12029114" y="1441069"/>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19" name="Google Shape;219;p5"/>
          <p:cNvPicPr preferRelativeResize="0"/>
          <p:nvPr/>
        </p:nvPicPr>
        <p:blipFill rotWithShape="1">
          <a:blip r:embed="rId6">
            <a:alphaModFix/>
          </a:blip>
          <a:srcRect b="0" l="0" r="0" t="0"/>
          <a:stretch/>
        </p:blipFill>
        <p:spPr>
          <a:xfrm>
            <a:off x="9577283" y="1590238"/>
            <a:ext cx="405873" cy="405873"/>
          </a:xfrm>
          <a:prstGeom prst="rect">
            <a:avLst/>
          </a:prstGeom>
          <a:noFill/>
          <a:ln>
            <a:noFill/>
          </a:ln>
        </p:spPr>
      </p:pic>
      <p:pic>
        <p:nvPicPr>
          <p:cNvPr id="220" name="Google Shape;220;p5"/>
          <p:cNvPicPr preferRelativeResize="0"/>
          <p:nvPr/>
        </p:nvPicPr>
        <p:blipFill rotWithShape="1">
          <a:blip r:embed="rId7">
            <a:alphaModFix/>
          </a:blip>
          <a:srcRect b="0" l="0" r="0" t="0"/>
          <a:stretch/>
        </p:blipFill>
        <p:spPr>
          <a:xfrm>
            <a:off x="10249934" y="1590238"/>
            <a:ext cx="405873" cy="405873"/>
          </a:xfrm>
          <a:prstGeom prst="rect">
            <a:avLst/>
          </a:prstGeom>
          <a:noFill/>
          <a:ln>
            <a:noFill/>
          </a:ln>
        </p:spPr>
      </p:pic>
      <p:pic>
        <p:nvPicPr>
          <p:cNvPr id="221" name="Google Shape;221;p5"/>
          <p:cNvPicPr preferRelativeResize="0"/>
          <p:nvPr/>
        </p:nvPicPr>
        <p:blipFill rotWithShape="1">
          <a:blip r:embed="rId8">
            <a:alphaModFix/>
          </a:blip>
          <a:srcRect b="0" l="0" r="0" t="0"/>
          <a:stretch/>
        </p:blipFill>
        <p:spPr>
          <a:xfrm>
            <a:off x="10922585" y="1590238"/>
            <a:ext cx="405873" cy="405873"/>
          </a:xfrm>
          <a:prstGeom prst="rect">
            <a:avLst/>
          </a:prstGeom>
          <a:noFill/>
          <a:ln>
            <a:noFill/>
          </a:ln>
        </p:spPr>
      </p:pic>
      <p:pic>
        <p:nvPicPr>
          <p:cNvPr id="222" name="Google Shape;222;p5"/>
          <p:cNvPicPr preferRelativeResize="0"/>
          <p:nvPr/>
        </p:nvPicPr>
        <p:blipFill rotWithShape="1">
          <a:blip r:embed="rId9">
            <a:alphaModFix/>
          </a:blip>
          <a:srcRect b="0" l="0" r="0" t="0"/>
          <a:stretch/>
        </p:blipFill>
        <p:spPr>
          <a:xfrm>
            <a:off x="10063058" y="2461682"/>
            <a:ext cx="2433115" cy="2424267"/>
          </a:xfrm>
          <a:prstGeom prst="rect">
            <a:avLst/>
          </a:prstGeom>
          <a:noFill/>
          <a:ln>
            <a:noFill/>
          </a:ln>
        </p:spPr>
      </p:pic>
      <p:pic>
        <p:nvPicPr>
          <p:cNvPr id="223" name="Google Shape;223;p5"/>
          <p:cNvPicPr preferRelativeResize="0"/>
          <p:nvPr/>
        </p:nvPicPr>
        <p:blipFill rotWithShape="1">
          <a:blip r:embed="rId10">
            <a:alphaModFix/>
          </a:blip>
          <a:srcRect b="0" l="0" r="0" t="0"/>
          <a:stretch/>
        </p:blipFill>
        <p:spPr>
          <a:xfrm flipH="1" rot="2130250">
            <a:off x="1433178" y="3069189"/>
            <a:ext cx="5313927" cy="5660641"/>
          </a:xfrm>
          <a:prstGeom prst="rect">
            <a:avLst/>
          </a:prstGeom>
          <a:noFill/>
          <a:ln>
            <a:noFill/>
          </a:ln>
        </p:spPr>
      </p:pic>
      <p:pic>
        <p:nvPicPr>
          <p:cNvPr id="224" name="Google Shape;224;p5"/>
          <p:cNvPicPr preferRelativeResize="0"/>
          <p:nvPr/>
        </p:nvPicPr>
        <p:blipFill rotWithShape="1">
          <a:blip r:embed="rId11">
            <a:alphaModFix/>
          </a:blip>
          <a:srcRect b="0" l="33729" r="0" t="0"/>
          <a:stretch/>
        </p:blipFill>
        <p:spPr>
          <a:xfrm flipH="1">
            <a:off x="6378953" y="3139331"/>
            <a:ext cx="3035790" cy="704312"/>
          </a:xfrm>
          <a:prstGeom prst="rect">
            <a:avLst/>
          </a:prstGeom>
          <a:noFill/>
          <a:ln>
            <a:noFill/>
          </a:ln>
        </p:spPr>
      </p:pic>
      <p:sp>
        <p:nvSpPr>
          <p:cNvPr id="225" name="Google Shape;225;p5"/>
          <p:cNvSpPr txBox="1"/>
          <p:nvPr/>
        </p:nvSpPr>
        <p:spPr>
          <a:xfrm>
            <a:off x="12876221" y="3339356"/>
            <a:ext cx="3907834" cy="1184276"/>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n-US" sz="5500" u="none" cap="none" strike="noStrike">
                <a:solidFill>
                  <a:srgbClr val="191919"/>
                </a:solidFill>
                <a:latin typeface="Arial"/>
                <a:ea typeface="Arial"/>
                <a:cs typeface="Arial"/>
                <a:sym typeface="Arial"/>
              </a:rPr>
              <a:t>ROUTINE</a:t>
            </a:r>
            <a:endParaRPr/>
          </a:p>
          <a:p>
            <a:pPr indent="0" lvl="0" marL="0" marR="0" rtl="0" algn="l">
              <a:lnSpc>
                <a:spcPct val="80000"/>
              </a:lnSpc>
              <a:spcBef>
                <a:spcPts val="0"/>
              </a:spcBef>
              <a:spcAft>
                <a:spcPts val="0"/>
              </a:spcAft>
              <a:buNone/>
            </a:pPr>
            <a:r>
              <a:rPr b="0" i="0" lang="en-US" sz="5500" u="none" cap="none" strike="noStrike">
                <a:solidFill>
                  <a:srgbClr val="191919"/>
                </a:solidFill>
                <a:latin typeface="Arial"/>
                <a:ea typeface="Arial"/>
                <a:cs typeface="Arial"/>
                <a:sym typeface="Arial"/>
              </a:rPr>
              <a:t>REQUEST </a:t>
            </a:r>
            <a:endParaRPr/>
          </a:p>
        </p:txBody>
      </p:sp>
      <p:sp>
        <p:nvSpPr>
          <p:cNvPr id="226" name="Google Shape;226;p5"/>
          <p:cNvSpPr txBox="1"/>
          <p:nvPr/>
        </p:nvSpPr>
        <p:spPr>
          <a:xfrm>
            <a:off x="10326134" y="5314099"/>
            <a:ext cx="5784600" cy="33852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None/>
            </a:pPr>
            <a:r>
              <a:rPr i="0" lang="en-US" sz="2499" u="none" cap="none" strike="noStrike">
                <a:solidFill>
                  <a:srgbClr val="191919"/>
                </a:solidFill>
                <a:latin typeface="Times New Roman"/>
                <a:ea typeface="Times New Roman"/>
                <a:cs typeface="Times New Roman"/>
                <a:sym typeface="Times New Roman"/>
              </a:rPr>
              <a:t>For routine requests and positive</a:t>
            </a:r>
            <a:endParaRPr>
              <a:latin typeface="Times New Roman"/>
              <a:ea typeface="Times New Roman"/>
              <a:cs typeface="Times New Roman"/>
              <a:sym typeface="Times New Roman"/>
            </a:endParaRPr>
          </a:p>
          <a:p>
            <a:pPr indent="0" lvl="0" marL="0" marR="0" rtl="0" algn="l">
              <a:lnSpc>
                <a:spcPct val="130011"/>
              </a:lnSpc>
              <a:spcBef>
                <a:spcPts val="0"/>
              </a:spcBef>
              <a:spcAft>
                <a:spcPts val="0"/>
              </a:spcAft>
              <a:buNone/>
            </a:pPr>
            <a:r>
              <a:rPr i="0" lang="en-US" sz="2499" u="none" cap="none" strike="noStrike">
                <a:solidFill>
                  <a:srgbClr val="191919"/>
                </a:solidFill>
                <a:latin typeface="Times New Roman"/>
                <a:ea typeface="Times New Roman"/>
                <a:cs typeface="Times New Roman"/>
                <a:sym typeface="Times New Roman"/>
              </a:rPr>
              <a:t>messages</a:t>
            </a:r>
            <a:endParaRPr>
              <a:latin typeface="Times New Roman"/>
              <a:ea typeface="Times New Roman"/>
              <a:cs typeface="Times New Roman"/>
              <a:sym typeface="Times New Roman"/>
            </a:endParaRPr>
          </a:p>
          <a:p>
            <a:pPr indent="0" lvl="0" marL="0" marR="0" rtl="0" algn="l">
              <a:lnSpc>
                <a:spcPct val="130011"/>
              </a:lnSpc>
              <a:spcBef>
                <a:spcPts val="0"/>
              </a:spcBef>
              <a:spcAft>
                <a:spcPts val="0"/>
              </a:spcAft>
              <a:buNone/>
            </a:pPr>
            <a:r>
              <a:rPr i="0" lang="en-US" sz="2499" u="none" cap="none" strike="noStrike">
                <a:solidFill>
                  <a:srgbClr val="191919"/>
                </a:solidFill>
                <a:latin typeface="Times New Roman"/>
                <a:ea typeface="Times New Roman"/>
                <a:cs typeface="Times New Roman"/>
                <a:sym typeface="Times New Roman"/>
              </a:rPr>
              <a:t>• State the request or main idea</a:t>
            </a:r>
            <a:endParaRPr>
              <a:latin typeface="Times New Roman"/>
              <a:ea typeface="Times New Roman"/>
              <a:cs typeface="Times New Roman"/>
              <a:sym typeface="Times New Roman"/>
            </a:endParaRPr>
          </a:p>
          <a:p>
            <a:pPr indent="0" lvl="0" marL="0" marR="0" rtl="0" algn="l">
              <a:lnSpc>
                <a:spcPct val="130011"/>
              </a:lnSpc>
              <a:spcBef>
                <a:spcPts val="0"/>
              </a:spcBef>
              <a:spcAft>
                <a:spcPts val="0"/>
              </a:spcAft>
              <a:buNone/>
            </a:pPr>
            <a:r>
              <a:rPr i="0" lang="en-US" sz="2499" u="none" cap="none" strike="noStrike">
                <a:solidFill>
                  <a:srgbClr val="191919"/>
                </a:solidFill>
                <a:latin typeface="Times New Roman"/>
                <a:ea typeface="Times New Roman"/>
                <a:cs typeface="Times New Roman"/>
                <a:sym typeface="Times New Roman"/>
              </a:rPr>
              <a:t>• Give necessary details and justify your request</a:t>
            </a:r>
            <a:endParaRPr>
              <a:latin typeface="Times New Roman"/>
              <a:ea typeface="Times New Roman"/>
              <a:cs typeface="Times New Roman"/>
              <a:sym typeface="Times New Roman"/>
            </a:endParaRPr>
          </a:p>
          <a:p>
            <a:pPr indent="0" lvl="0" marL="0" marR="0" rtl="0" algn="l">
              <a:lnSpc>
                <a:spcPct val="130011"/>
              </a:lnSpc>
              <a:spcBef>
                <a:spcPts val="0"/>
              </a:spcBef>
              <a:spcAft>
                <a:spcPts val="0"/>
              </a:spcAft>
              <a:buNone/>
            </a:pPr>
            <a:r>
              <a:rPr i="0" lang="en-US" sz="2499" u="none" cap="none" strike="noStrike">
                <a:solidFill>
                  <a:srgbClr val="191919"/>
                </a:solidFill>
                <a:latin typeface="Times New Roman"/>
                <a:ea typeface="Times New Roman"/>
                <a:cs typeface="Times New Roman"/>
                <a:sym typeface="Times New Roman"/>
              </a:rPr>
              <a:t>• Close with a cordial request for</a:t>
            </a:r>
            <a:endParaRPr>
              <a:latin typeface="Times New Roman"/>
              <a:ea typeface="Times New Roman"/>
              <a:cs typeface="Times New Roman"/>
              <a:sym typeface="Times New Roman"/>
            </a:endParaRPr>
          </a:p>
          <a:p>
            <a:pPr indent="0" lvl="0" marL="0" marR="0" rtl="0" algn="l">
              <a:lnSpc>
                <a:spcPct val="130011"/>
              </a:lnSpc>
              <a:spcBef>
                <a:spcPts val="0"/>
              </a:spcBef>
              <a:spcAft>
                <a:spcPts val="0"/>
              </a:spcAft>
              <a:buNone/>
            </a:pPr>
            <a:r>
              <a:rPr i="0" lang="en-US" sz="2499" u="none" cap="none" strike="noStrike">
                <a:solidFill>
                  <a:srgbClr val="191919"/>
                </a:solidFill>
                <a:latin typeface="Times New Roman"/>
                <a:ea typeface="Times New Roman"/>
                <a:cs typeface="Times New Roman"/>
                <a:sym typeface="Times New Roman"/>
              </a:rPr>
              <a:t>specific action</a:t>
            </a:r>
            <a:endParaRPr>
              <a:latin typeface="Times New Roman"/>
              <a:ea typeface="Times New Roman"/>
              <a:cs typeface="Times New Roman"/>
              <a:sym typeface="Times New Roman"/>
            </a:endParaRPr>
          </a:p>
        </p:txBody>
      </p:sp>
      <p:sp>
        <p:nvSpPr>
          <p:cNvPr id="227" name="Google Shape;227;p5"/>
          <p:cNvSpPr txBox="1"/>
          <p:nvPr/>
        </p:nvSpPr>
        <p:spPr>
          <a:xfrm>
            <a:off x="2432896" y="6760311"/>
            <a:ext cx="2298964" cy="43307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799" u="none" cap="none" strike="noStrike">
                <a:solidFill>
                  <a:srgbClr val="191919"/>
                </a:solidFill>
                <a:latin typeface="Gaegu"/>
                <a:ea typeface="Gaegu"/>
                <a:cs typeface="Gaegu"/>
                <a:sym typeface="Gaegu"/>
              </a:rPr>
              <a:t>Body</a:t>
            </a:r>
            <a:endParaRPr/>
          </a:p>
        </p:txBody>
      </p:sp>
      <p:sp>
        <p:nvSpPr>
          <p:cNvPr id="228" name="Google Shape;228;p5"/>
          <p:cNvSpPr txBox="1"/>
          <p:nvPr/>
        </p:nvSpPr>
        <p:spPr>
          <a:xfrm>
            <a:off x="5386063" y="5133975"/>
            <a:ext cx="1650448" cy="43307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799" u="none" cap="none" strike="noStrike">
                <a:solidFill>
                  <a:srgbClr val="191919"/>
                </a:solidFill>
                <a:latin typeface="Gaegu"/>
                <a:ea typeface="Gaegu"/>
                <a:cs typeface="Gaegu"/>
                <a:sym typeface="Gaegu"/>
              </a:rPr>
              <a:t>Closing</a:t>
            </a:r>
            <a:endParaRPr/>
          </a:p>
        </p:txBody>
      </p:sp>
      <p:sp>
        <p:nvSpPr>
          <p:cNvPr id="229" name="Google Shape;229;p5"/>
          <p:cNvSpPr txBox="1"/>
          <p:nvPr/>
        </p:nvSpPr>
        <p:spPr>
          <a:xfrm>
            <a:off x="3582378" y="4090517"/>
            <a:ext cx="2015238" cy="43307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799" u="none" cap="none" strike="noStrike">
                <a:solidFill>
                  <a:srgbClr val="FFFFFF"/>
                </a:solidFill>
                <a:latin typeface="Gaegu"/>
                <a:ea typeface="Gaegu"/>
                <a:cs typeface="Gaegu"/>
                <a:sym typeface="Gaegu"/>
              </a:rPr>
              <a:t>Opening</a:t>
            </a:r>
            <a:endParaRPr/>
          </a:p>
        </p:txBody>
      </p:sp>
      <p:sp>
        <p:nvSpPr>
          <p:cNvPr id="230" name="Google Shape;230;p5"/>
          <p:cNvSpPr txBox="1"/>
          <p:nvPr/>
        </p:nvSpPr>
        <p:spPr>
          <a:xfrm>
            <a:off x="12603727" y="1458242"/>
            <a:ext cx="3507145" cy="684795"/>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3789" u="none" cap="none" strike="noStrike">
                <a:solidFill>
                  <a:srgbClr val="000000"/>
                </a:solidFill>
                <a:latin typeface="Arial"/>
                <a:ea typeface="Arial"/>
                <a:cs typeface="Arial"/>
                <a:sym typeface="Arial"/>
              </a:rPr>
              <a:t>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FAB0"/>
        </a:solidFill>
      </p:bgPr>
    </p:bg>
    <p:spTree>
      <p:nvGrpSpPr>
        <p:cNvPr id="234" name="Shape 234"/>
        <p:cNvGrpSpPr/>
        <p:nvPr/>
      </p:nvGrpSpPr>
      <p:grpSpPr>
        <a:xfrm>
          <a:off x="0" y="0"/>
          <a:ext cx="0" cy="0"/>
          <a:chOff x="0" y="0"/>
          <a:chExt cx="0" cy="0"/>
        </a:xfrm>
      </p:grpSpPr>
      <p:pic>
        <p:nvPicPr>
          <p:cNvPr id="235" name="Google Shape;235;p6"/>
          <p:cNvPicPr preferRelativeResize="0"/>
          <p:nvPr/>
        </p:nvPicPr>
        <p:blipFill rotWithShape="1">
          <a:blip r:embed="rId3">
            <a:alphaModFix/>
          </a:blip>
          <a:srcRect b="0" l="0" r="0" t="0"/>
          <a:stretch/>
        </p:blipFill>
        <p:spPr>
          <a:xfrm>
            <a:off x="8322570" y="7880721"/>
            <a:ext cx="5260980" cy="4371396"/>
          </a:xfrm>
          <a:prstGeom prst="rect">
            <a:avLst/>
          </a:prstGeom>
          <a:noFill/>
          <a:ln>
            <a:noFill/>
          </a:ln>
        </p:spPr>
      </p:pic>
      <p:pic>
        <p:nvPicPr>
          <p:cNvPr id="236" name="Google Shape;236;p6"/>
          <p:cNvPicPr preferRelativeResize="0"/>
          <p:nvPr/>
        </p:nvPicPr>
        <p:blipFill rotWithShape="1">
          <a:blip r:embed="rId4">
            <a:alphaModFix/>
          </a:blip>
          <a:srcRect b="0" l="0" r="0" t="0"/>
          <a:stretch/>
        </p:blipFill>
        <p:spPr>
          <a:xfrm>
            <a:off x="-2794838" y="-3723349"/>
            <a:ext cx="5589677" cy="5589677"/>
          </a:xfrm>
          <a:prstGeom prst="rect">
            <a:avLst/>
          </a:prstGeom>
          <a:noFill/>
          <a:ln>
            <a:noFill/>
          </a:ln>
        </p:spPr>
      </p:pic>
      <p:pic>
        <p:nvPicPr>
          <p:cNvPr id="237" name="Google Shape;237;p6"/>
          <p:cNvPicPr preferRelativeResize="0"/>
          <p:nvPr/>
        </p:nvPicPr>
        <p:blipFill rotWithShape="1">
          <a:blip r:embed="rId5">
            <a:alphaModFix/>
          </a:blip>
          <a:srcRect b="0" l="0" r="0" t="0"/>
          <a:stretch/>
        </p:blipFill>
        <p:spPr>
          <a:xfrm rot="-5400000">
            <a:off x="14474609" y="-2302729"/>
            <a:ext cx="3965922" cy="4660806"/>
          </a:xfrm>
          <a:prstGeom prst="rect">
            <a:avLst/>
          </a:prstGeom>
          <a:noFill/>
          <a:ln>
            <a:noFill/>
          </a:ln>
        </p:spPr>
      </p:pic>
      <p:grpSp>
        <p:nvGrpSpPr>
          <p:cNvPr id="238" name="Google Shape;238;p6"/>
          <p:cNvGrpSpPr/>
          <p:nvPr/>
        </p:nvGrpSpPr>
        <p:grpSpPr>
          <a:xfrm>
            <a:off x="1498106" y="2793954"/>
            <a:ext cx="9483527" cy="5875488"/>
            <a:chOff x="0" y="0"/>
            <a:chExt cx="14250970" cy="8829140"/>
          </a:xfrm>
        </p:grpSpPr>
        <p:sp>
          <p:nvSpPr>
            <p:cNvPr id="239" name="Google Shape;239;p6"/>
            <p:cNvSpPr/>
            <p:nvPr/>
          </p:nvSpPr>
          <p:spPr>
            <a:xfrm>
              <a:off x="31750" y="31750"/>
              <a:ext cx="14187470" cy="8765640"/>
            </a:xfrm>
            <a:custGeom>
              <a:rect b="b" l="l" r="r" t="t"/>
              <a:pathLst>
                <a:path extrusionOk="0" h="8765640" w="14187470">
                  <a:moveTo>
                    <a:pt x="14094761" y="8765640"/>
                  </a:moveTo>
                  <a:lnTo>
                    <a:pt x="92710" y="8765640"/>
                  </a:lnTo>
                  <a:cubicBezTo>
                    <a:pt x="41910" y="8765640"/>
                    <a:pt x="0" y="8723730"/>
                    <a:pt x="0" y="8672930"/>
                  </a:cubicBezTo>
                  <a:lnTo>
                    <a:pt x="0" y="92710"/>
                  </a:lnTo>
                  <a:cubicBezTo>
                    <a:pt x="0" y="41910"/>
                    <a:pt x="41910" y="0"/>
                    <a:pt x="92710" y="0"/>
                  </a:cubicBezTo>
                  <a:lnTo>
                    <a:pt x="14093492" y="0"/>
                  </a:lnTo>
                  <a:cubicBezTo>
                    <a:pt x="14144292" y="0"/>
                    <a:pt x="14186201" y="41910"/>
                    <a:pt x="14186201" y="92710"/>
                  </a:cubicBezTo>
                  <a:lnTo>
                    <a:pt x="14186201" y="8671661"/>
                  </a:lnTo>
                  <a:cubicBezTo>
                    <a:pt x="14187470" y="8723730"/>
                    <a:pt x="14145561" y="8765640"/>
                    <a:pt x="14094761" y="876564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
            <p:cNvSpPr/>
            <p:nvPr/>
          </p:nvSpPr>
          <p:spPr>
            <a:xfrm>
              <a:off x="0" y="0"/>
              <a:ext cx="14250970" cy="8829140"/>
            </a:xfrm>
            <a:custGeom>
              <a:rect b="b" l="l" r="r" t="t"/>
              <a:pathLst>
                <a:path extrusionOk="0" h="8829140" w="14250970">
                  <a:moveTo>
                    <a:pt x="14126511" y="59690"/>
                  </a:moveTo>
                  <a:cubicBezTo>
                    <a:pt x="14162070" y="59690"/>
                    <a:pt x="14191281" y="88900"/>
                    <a:pt x="14191281" y="124460"/>
                  </a:cubicBezTo>
                  <a:lnTo>
                    <a:pt x="14191281" y="8704680"/>
                  </a:lnTo>
                  <a:cubicBezTo>
                    <a:pt x="14191281" y="8740240"/>
                    <a:pt x="14162070" y="8769451"/>
                    <a:pt x="14126511" y="8769451"/>
                  </a:cubicBezTo>
                  <a:lnTo>
                    <a:pt x="124460" y="8769451"/>
                  </a:lnTo>
                  <a:cubicBezTo>
                    <a:pt x="88900" y="8769451"/>
                    <a:pt x="59690" y="8740240"/>
                    <a:pt x="59690" y="8704680"/>
                  </a:cubicBezTo>
                  <a:lnTo>
                    <a:pt x="59690" y="124460"/>
                  </a:lnTo>
                  <a:cubicBezTo>
                    <a:pt x="59690" y="88900"/>
                    <a:pt x="88900" y="59690"/>
                    <a:pt x="124460" y="59690"/>
                  </a:cubicBezTo>
                  <a:lnTo>
                    <a:pt x="14126511" y="59690"/>
                  </a:lnTo>
                  <a:moveTo>
                    <a:pt x="14126511" y="0"/>
                  </a:moveTo>
                  <a:lnTo>
                    <a:pt x="124460" y="0"/>
                  </a:lnTo>
                  <a:cubicBezTo>
                    <a:pt x="55880" y="0"/>
                    <a:pt x="0" y="55880"/>
                    <a:pt x="0" y="124460"/>
                  </a:cubicBezTo>
                  <a:lnTo>
                    <a:pt x="0" y="8704680"/>
                  </a:lnTo>
                  <a:cubicBezTo>
                    <a:pt x="0" y="8773261"/>
                    <a:pt x="55880" y="8829140"/>
                    <a:pt x="124460" y="8829140"/>
                  </a:cubicBezTo>
                  <a:lnTo>
                    <a:pt x="14126511" y="8829140"/>
                  </a:lnTo>
                  <a:cubicBezTo>
                    <a:pt x="14195092" y="8829140"/>
                    <a:pt x="14250970" y="8773261"/>
                    <a:pt x="14250970" y="8704680"/>
                  </a:cubicBezTo>
                  <a:lnTo>
                    <a:pt x="14250970" y="124460"/>
                  </a:lnTo>
                  <a:cubicBezTo>
                    <a:pt x="14250970" y="55880"/>
                    <a:pt x="14195092" y="0"/>
                    <a:pt x="14126511"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 name="Google Shape;241;p6"/>
          <p:cNvGrpSpPr/>
          <p:nvPr/>
        </p:nvGrpSpPr>
        <p:grpSpPr>
          <a:xfrm>
            <a:off x="1498106" y="2010635"/>
            <a:ext cx="9483527" cy="1041805"/>
            <a:chOff x="0" y="0"/>
            <a:chExt cx="14250970" cy="1565529"/>
          </a:xfrm>
        </p:grpSpPr>
        <p:sp>
          <p:nvSpPr>
            <p:cNvPr id="242" name="Google Shape;242;p6"/>
            <p:cNvSpPr/>
            <p:nvPr/>
          </p:nvSpPr>
          <p:spPr>
            <a:xfrm>
              <a:off x="31750" y="31750"/>
              <a:ext cx="14187470" cy="1502029"/>
            </a:xfrm>
            <a:custGeom>
              <a:rect b="b" l="l" r="r" t="t"/>
              <a:pathLst>
                <a:path extrusionOk="0" h="1502029" w="14187470">
                  <a:moveTo>
                    <a:pt x="14094761" y="1502029"/>
                  </a:moveTo>
                  <a:lnTo>
                    <a:pt x="92710" y="1502029"/>
                  </a:lnTo>
                  <a:cubicBezTo>
                    <a:pt x="41910" y="1502029"/>
                    <a:pt x="0" y="1460119"/>
                    <a:pt x="0" y="1409319"/>
                  </a:cubicBezTo>
                  <a:lnTo>
                    <a:pt x="0" y="92710"/>
                  </a:lnTo>
                  <a:cubicBezTo>
                    <a:pt x="0" y="41910"/>
                    <a:pt x="41910" y="0"/>
                    <a:pt x="92710" y="0"/>
                  </a:cubicBezTo>
                  <a:lnTo>
                    <a:pt x="14093492" y="0"/>
                  </a:lnTo>
                  <a:cubicBezTo>
                    <a:pt x="14144292" y="0"/>
                    <a:pt x="14186201" y="41910"/>
                    <a:pt x="14186201" y="92710"/>
                  </a:cubicBezTo>
                  <a:lnTo>
                    <a:pt x="14186201" y="1408049"/>
                  </a:lnTo>
                  <a:cubicBezTo>
                    <a:pt x="14187470" y="1460119"/>
                    <a:pt x="14145561" y="1502029"/>
                    <a:pt x="14094761" y="1502029"/>
                  </a:cubicBezTo>
                  <a:close/>
                </a:path>
              </a:pathLst>
            </a:custGeom>
            <a:solidFill>
              <a:srgbClr val="FFF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6"/>
            <p:cNvSpPr/>
            <p:nvPr/>
          </p:nvSpPr>
          <p:spPr>
            <a:xfrm>
              <a:off x="0" y="0"/>
              <a:ext cx="14250970" cy="1565529"/>
            </a:xfrm>
            <a:custGeom>
              <a:rect b="b" l="l" r="r" t="t"/>
              <a:pathLst>
                <a:path extrusionOk="0" h="1565529" w="14250970">
                  <a:moveTo>
                    <a:pt x="14126511" y="59690"/>
                  </a:moveTo>
                  <a:cubicBezTo>
                    <a:pt x="14162070" y="59690"/>
                    <a:pt x="14191281" y="88900"/>
                    <a:pt x="14191281" y="124460"/>
                  </a:cubicBezTo>
                  <a:lnTo>
                    <a:pt x="14191281" y="1441069"/>
                  </a:lnTo>
                  <a:cubicBezTo>
                    <a:pt x="14191281" y="1476629"/>
                    <a:pt x="14162070" y="1505839"/>
                    <a:pt x="14126511" y="1505839"/>
                  </a:cubicBezTo>
                  <a:lnTo>
                    <a:pt x="124460" y="1505839"/>
                  </a:lnTo>
                  <a:cubicBezTo>
                    <a:pt x="88900" y="1505839"/>
                    <a:pt x="59690" y="1476629"/>
                    <a:pt x="59690" y="1441069"/>
                  </a:cubicBezTo>
                  <a:lnTo>
                    <a:pt x="59690" y="124460"/>
                  </a:lnTo>
                  <a:cubicBezTo>
                    <a:pt x="59690" y="88900"/>
                    <a:pt x="88900" y="59690"/>
                    <a:pt x="124460" y="59690"/>
                  </a:cubicBezTo>
                  <a:lnTo>
                    <a:pt x="14126511" y="59690"/>
                  </a:lnTo>
                  <a:moveTo>
                    <a:pt x="14126511" y="0"/>
                  </a:moveTo>
                  <a:lnTo>
                    <a:pt x="124460" y="0"/>
                  </a:lnTo>
                  <a:cubicBezTo>
                    <a:pt x="55880" y="0"/>
                    <a:pt x="0" y="55880"/>
                    <a:pt x="0" y="124460"/>
                  </a:cubicBezTo>
                  <a:lnTo>
                    <a:pt x="0" y="1441069"/>
                  </a:lnTo>
                  <a:cubicBezTo>
                    <a:pt x="0" y="1509649"/>
                    <a:pt x="55880" y="1565529"/>
                    <a:pt x="124460" y="1565529"/>
                  </a:cubicBezTo>
                  <a:lnTo>
                    <a:pt x="14126511" y="1565529"/>
                  </a:lnTo>
                  <a:cubicBezTo>
                    <a:pt x="14195092" y="1565529"/>
                    <a:pt x="14250970" y="1509649"/>
                    <a:pt x="14250970" y="1441069"/>
                  </a:cubicBezTo>
                  <a:lnTo>
                    <a:pt x="14250970" y="124460"/>
                  </a:lnTo>
                  <a:cubicBezTo>
                    <a:pt x="14250970" y="55880"/>
                    <a:pt x="14195092" y="0"/>
                    <a:pt x="14126511"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44" name="Google Shape;244;p6"/>
          <p:cNvPicPr preferRelativeResize="0"/>
          <p:nvPr/>
        </p:nvPicPr>
        <p:blipFill rotWithShape="1">
          <a:blip r:embed="rId6">
            <a:alphaModFix/>
          </a:blip>
          <a:srcRect b="0" l="0" r="0" t="0"/>
          <a:stretch/>
        </p:blipFill>
        <p:spPr>
          <a:xfrm>
            <a:off x="1957151" y="2331834"/>
            <a:ext cx="405873" cy="405873"/>
          </a:xfrm>
          <a:prstGeom prst="rect">
            <a:avLst/>
          </a:prstGeom>
          <a:noFill/>
          <a:ln>
            <a:noFill/>
          </a:ln>
        </p:spPr>
      </p:pic>
      <p:pic>
        <p:nvPicPr>
          <p:cNvPr id="245" name="Google Shape;245;p6"/>
          <p:cNvPicPr preferRelativeResize="0"/>
          <p:nvPr/>
        </p:nvPicPr>
        <p:blipFill rotWithShape="1">
          <a:blip r:embed="rId7">
            <a:alphaModFix/>
          </a:blip>
          <a:srcRect b="0" l="0" r="0" t="0"/>
          <a:stretch/>
        </p:blipFill>
        <p:spPr>
          <a:xfrm>
            <a:off x="2629802" y="2331834"/>
            <a:ext cx="405873" cy="405873"/>
          </a:xfrm>
          <a:prstGeom prst="rect">
            <a:avLst/>
          </a:prstGeom>
          <a:noFill/>
          <a:ln>
            <a:noFill/>
          </a:ln>
        </p:spPr>
      </p:pic>
      <p:pic>
        <p:nvPicPr>
          <p:cNvPr id="246" name="Google Shape;246;p6"/>
          <p:cNvPicPr preferRelativeResize="0"/>
          <p:nvPr/>
        </p:nvPicPr>
        <p:blipFill rotWithShape="1">
          <a:blip r:embed="rId8">
            <a:alphaModFix/>
          </a:blip>
          <a:srcRect b="0" l="0" r="0" t="0"/>
          <a:stretch/>
        </p:blipFill>
        <p:spPr>
          <a:xfrm>
            <a:off x="3302453" y="2331834"/>
            <a:ext cx="405873" cy="405873"/>
          </a:xfrm>
          <a:prstGeom prst="rect">
            <a:avLst/>
          </a:prstGeom>
          <a:noFill/>
          <a:ln>
            <a:noFill/>
          </a:ln>
        </p:spPr>
      </p:pic>
      <p:sp>
        <p:nvSpPr>
          <p:cNvPr id="247" name="Google Shape;247;p6"/>
          <p:cNvSpPr txBox="1"/>
          <p:nvPr/>
        </p:nvSpPr>
        <p:spPr>
          <a:xfrm>
            <a:off x="1957151" y="3876868"/>
            <a:ext cx="8345400" cy="4554900"/>
          </a:xfrm>
          <a:prstGeom prst="rect">
            <a:avLst/>
          </a:prstGeom>
          <a:noFill/>
          <a:ln>
            <a:noFill/>
          </a:ln>
        </p:spPr>
        <p:txBody>
          <a:bodyPr anchorCtr="0" anchor="t" bIns="0" lIns="0" spcFirstLastPara="1" rIns="0" wrap="square" tIns="0">
            <a:spAutoFit/>
          </a:bodyPr>
          <a:lstStyle/>
          <a:p>
            <a:pPr indent="-403855" lvl="1" marL="820411" marR="0" rtl="0" algn="l">
              <a:lnSpc>
                <a:spcPct val="100000"/>
              </a:lnSpc>
              <a:spcBef>
                <a:spcPts val="0"/>
              </a:spcBef>
              <a:spcAft>
                <a:spcPts val="0"/>
              </a:spcAft>
              <a:buClr>
                <a:srgbClr val="191919"/>
              </a:buClr>
              <a:buSzPts val="3699"/>
              <a:buFont typeface="Times New Roman"/>
              <a:buChar char="•"/>
            </a:pPr>
            <a:r>
              <a:rPr i="0" lang="en-US" sz="3699" u="none" cap="none" strike="noStrike">
                <a:solidFill>
                  <a:srgbClr val="191919"/>
                </a:solidFill>
                <a:latin typeface="Times New Roman"/>
                <a:ea typeface="Times New Roman"/>
                <a:cs typeface="Times New Roman"/>
                <a:sym typeface="Times New Roman"/>
              </a:rPr>
              <a:t>STATING YOUR REQUEST UP FRONT</a:t>
            </a:r>
            <a:endParaRPr sz="13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3699" u="none" cap="none" strike="noStrike">
              <a:solidFill>
                <a:srgbClr val="191919"/>
              </a:solidFill>
              <a:latin typeface="Times New Roman"/>
              <a:ea typeface="Times New Roman"/>
              <a:cs typeface="Times New Roman"/>
              <a:sym typeface="Times New Roman"/>
            </a:endParaRPr>
          </a:p>
          <a:p>
            <a:pPr indent="-403855" lvl="1" marL="820411" marR="0" rtl="0" algn="l">
              <a:lnSpc>
                <a:spcPct val="100000"/>
              </a:lnSpc>
              <a:spcBef>
                <a:spcPts val="0"/>
              </a:spcBef>
              <a:spcAft>
                <a:spcPts val="0"/>
              </a:spcAft>
              <a:buClr>
                <a:srgbClr val="191919"/>
              </a:buClr>
              <a:buSzPts val="3699"/>
              <a:buFont typeface="Times New Roman"/>
              <a:buChar char="•"/>
            </a:pPr>
            <a:r>
              <a:rPr i="0" lang="en-US" sz="3699" u="none" cap="none" strike="noStrike">
                <a:solidFill>
                  <a:srgbClr val="191919"/>
                </a:solidFill>
                <a:latin typeface="Times New Roman"/>
                <a:ea typeface="Times New Roman"/>
                <a:cs typeface="Times New Roman"/>
                <a:sym typeface="Times New Roman"/>
              </a:rPr>
              <a:t>EXPLAINING AND JUSTIFYING YOUR REQUEST</a:t>
            </a:r>
            <a:endParaRPr sz="13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3699" u="none" cap="none" strike="noStrike">
              <a:solidFill>
                <a:srgbClr val="191919"/>
              </a:solidFill>
              <a:latin typeface="Times New Roman"/>
              <a:ea typeface="Times New Roman"/>
              <a:cs typeface="Times New Roman"/>
              <a:sym typeface="Times New Roman"/>
            </a:endParaRPr>
          </a:p>
          <a:p>
            <a:pPr indent="-403855" lvl="1" marL="820411" marR="0" rtl="0" algn="l">
              <a:lnSpc>
                <a:spcPct val="100000"/>
              </a:lnSpc>
              <a:spcBef>
                <a:spcPts val="0"/>
              </a:spcBef>
              <a:spcAft>
                <a:spcPts val="0"/>
              </a:spcAft>
              <a:buClr>
                <a:srgbClr val="191919"/>
              </a:buClr>
              <a:buSzPts val="3699"/>
              <a:buFont typeface="Times New Roman"/>
              <a:buChar char="•"/>
            </a:pPr>
            <a:r>
              <a:rPr i="0" lang="en-US" sz="3699" u="none" cap="none" strike="noStrike">
                <a:solidFill>
                  <a:srgbClr val="191919"/>
                </a:solidFill>
                <a:latin typeface="Times New Roman"/>
                <a:ea typeface="Times New Roman"/>
                <a:cs typeface="Times New Roman"/>
                <a:sym typeface="Times New Roman"/>
              </a:rPr>
              <a:t>REQUESTING SPECIFIC ACTION IN A COURTEOUS CLOSE</a:t>
            </a:r>
            <a:endParaRPr sz="1300">
              <a:latin typeface="Times New Roman"/>
              <a:ea typeface="Times New Roman"/>
              <a:cs typeface="Times New Roman"/>
              <a:sym typeface="Times New Roman"/>
            </a:endParaRPr>
          </a:p>
        </p:txBody>
      </p:sp>
      <p:sp>
        <p:nvSpPr>
          <p:cNvPr id="248" name="Google Shape;248;p6"/>
          <p:cNvSpPr txBox="1"/>
          <p:nvPr/>
        </p:nvSpPr>
        <p:spPr>
          <a:xfrm>
            <a:off x="5520697" y="2385546"/>
            <a:ext cx="4984687" cy="450848"/>
          </a:xfrm>
          <a:prstGeom prst="rect">
            <a:avLst/>
          </a:prstGeom>
          <a:noFill/>
          <a:ln>
            <a:noFill/>
          </a:ln>
        </p:spPr>
        <p:txBody>
          <a:bodyPr anchorCtr="0" anchor="t" bIns="0" lIns="0" spcFirstLastPara="1" rIns="0" wrap="square" tIns="0">
            <a:spAutoFit/>
          </a:bodyPr>
          <a:lstStyle/>
          <a:p>
            <a:pPr indent="0" lvl="0" marL="0" marR="0" rtl="0" algn="r">
              <a:lnSpc>
                <a:spcPct val="79995"/>
              </a:lnSpc>
              <a:spcBef>
                <a:spcPts val="0"/>
              </a:spcBef>
              <a:spcAft>
                <a:spcPts val="0"/>
              </a:spcAft>
              <a:buNone/>
            </a:pPr>
            <a:r>
              <a:rPr b="0" i="0" lang="en-US" sz="3999" u="none" cap="none" strike="noStrike">
                <a:solidFill>
                  <a:srgbClr val="191919"/>
                </a:solidFill>
                <a:latin typeface="Arial"/>
                <a:ea typeface="Arial"/>
                <a:cs typeface="Arial"/>
                <a:sym typeface="Arial"/>
              </a:rPr>
              <a:t>1</a:t>
            </a:r>
            <a:endParaRPr/>
          </a:p>
        </p:txBody>
      </p:sp>
      <p:pic>
        <p:nvPicPr>
          <p:cNvPr id="249" name="Google Shape;249;p6"/>
          <p:cNvPicPr preferRelativeResize="0"/>
          <p:nvPr/>
        </p:nvPicPr>
        <p:blipFill rotWithShape="1">
          <a:blip r:embed="rId9">
            <a:alphaModFix/>
          </a:blip>
          <a:srcRect b="0" l="0" r="0" t="0"/>
          <a:stretch/>
        </p:blipFill>
        <p:spPr>
          <a:xfrm>
            <a:off x="12198429" y="3871811"/>
            <a:ext cx="7913189" cy="3392780"/>
          </a:xfrm>
          <a:prstGeom prst="rect">
            <a:avLst/>
          </a:prstGeom>
          <a:noFill/>
          <a:ln>
            <a:noFill/>
          </a:ln>
        </p:spPr>
      </p:pic>
      <p:sp>
        <p:nvSpPr>
          <p:cNvPr id="250" name="Google Shape;250;p6"/>
          <p:cNvSpPr txBox="1"/>
          <p:nvPr/>
        </p:nvSpPr>
        <p:spPr>
          <a:xfrm>
            <a:off x="12909878" y="4330258"/>
            <a:ext cx="5378100" cy="162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i="0" lang="en-US" sz="3200" u="none" cap="none" strike="noStrike">
                <a:solidFill>
                  <a:srgbClr val="191919"/>
                </a:solidFill>
                <a:latin typeface="Times New Roman"/>
                <a:ea typeface="Times New Roman"/>
                <a:cs typeface="Times New Roman"/>
                <a:sym typeface="Times New Roman"/>
              </a:rPr>
              <a:t>Effective strategy for writing routine business</a:t>
            </a:r>
            <a:endParaRPr>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i="0" lang="en-US" sz="3200" u="none" cap="none" strike="noStrike">
                <a:solidFill>
                  <a:srgbClr val="191919"/>
                </a:solidFill>
                <a:latin typeface="Times New Roman"/>
                <a:ea typeface="Times New Roman"/>
                <a:cs typeface="Times New Roman"/>
                <a:sym typeface="Times New Roman"/>
              </a:rPr>
              <a:t>requests.</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FAB0"/>
        </a:solidFill>
      </p:bgPr>
    </p:bg>
    <p:spTree>
      <p:nvGrpSpPr>
        <p:cNvPr id="254" name="Shape 254"/>
        <p:cNvGrpSpPr/>
        <p:nvPr/>
      </p:nvGrpSpPr>
      <p:grpSpPr>
        <a:xfrm>
          <a:off x="0" y="0"/>
          <a:ext cx="0" cy="0"/>
          <a:chOff x="0" y="0"/>
          <a:chExt cx="0" cy="0"/>
        </a:xfrm>
      </p:grpSpPr>
      <p:pic>
        <p:nvPicPr>
          <p:cNvPr id="255" name="Google Shape;255;p7"/>
          <p:cNvPicPr preferRelativeResize="0"/>
          <p:nvPr/>
        </p:nvPicPr>
        <p:blipFill rotWithShape="1">
          <a:blip r:embed="rId3">
            <a:alphaModFix/>
          </a:blip>
          <a:srcRect b="0" l="0" r="0" t="0"/>
          <a:stretch/>
        </p:blipFill>
        <p:spPr>
          <a:xfrm rot="-5626858">
            <a:off x="16196364" y="7402817"/>
            <a:ext cx="4418353" cy="5192509"/>
          </a:xfrm>
          <a:prstGeom prst="rect">
            <a:avLst/>
          </a:prstGeom>
          <a:noFill/>
          <a:ln>
            <a:noFill/>
          </a:ln>
        </p:spPr>
      </p:pic>
      <p:pic>
        <p:nvPicPr>
          <p:cNvPr id="256" name="Google Shape;256;p7"/>
          <p:cNvPicPr preferRelativeResize="0"/>
          <p:nvPr/>
        </p:nvPicPr>
        <p:blipFill rotWithShape="1">
          <a:blip r:embed="rId4">
            <a:alphaModFix/>
          </a:blip>
          <a:srcRect b="0" l="0" r="0" t="0"/>
          <a:stretch/>
        </p:blipFill>
        <p:spPr>
          <a:xfrm rot="-970787">
            <a:off x="-1188635" y="-2418846"/>
            <a:ext cx="4943827" cy="4107871"/>
          </a:xfrm>
          <a:prstGeom prst="rect">
            <a:avLst/>
          </a:prstGeom>
          <a:noFill/>
          <a:ln>
            <a:noFill/>
          </a:ln>
        </p:spPr>
      </p:pic>
      <p:grpSp>
        <p:nvGrpSpPr>
          <p:cNvPr id="257" name="Google Shape;257;p7"/>
          <p:cNvGrpSpPr/>
          <p:nvPr/>
        </p:nvGrpSpPr>
        <p:grpSpPr>
          <a:xfrm>
            <a:off x="12269466" y="3103027"/>
            <a:ext cx="4989834" cy="4820244"/>
            <a:chOff x="0" y="0"/>
            <a:chExt cx="7787497" cy="7522822"/>
          </a:xfrm>
        </p:grpSpPr>
        <p:sp>
          <p:nvSpPr>
            <p:cNvPr id="258" name="Google Shape;258;p7"/>
            <p:cNvSpPr/>
            <p:nvPr/>
          </p:nvSpPr>
          <p:spPr>
            <a:xfrm>
              <a:off x="31750" y="31750"/>
              <a:ext cx="7723997" cy="7459322"/>
            </a:xfrm>
            <a:custGeom>
              <a:rect b="b" l="l" r="r" t="t"/>
              <a:pathLst>
                <a:path extrusionOk="0" h="7459322" w="7723997">
                  <a:moveTo>
                    <a:pt x="7631286" y="7459322"/>
                  </a:moveTo>
                  <a:lnTo>
                    <a:pt x="92710" y="7459322"/>
                  </a:lnTo>
                  <a:cubicBezTo>
                    <a:pt x="41910" y="7459322"/>
                    <a:pt x="0" y="7417412"/>
                    <a:pt x="0" y="7366612"/>
                  </a:cubicBezTo>
                  <a:lnTo>
                    <a:pt x="0" y="92710"/>
                  </a:lnTo>
                  <a:cubicBezTo>
                    <a:pt x="0" y="41910"/>
                    <a:pt x="41910" y="0"/>
                    <a:pt x="92710" y="0"/>
                  </a:cubicBezTo>
                  <a:lnTo>
                    <a:pt x="7630016" y="0"/>
                  </a:lnTo>
                  <a:cubicBezTo>
                    <a:pt x="7680816" y="0"/>
                    <a:pt x="7722726" y="41910"/>
                    <a:pt x="7722726" y="92710"/>
                  </a:cubicBezTo>
                  <a:lnTo>
                    <a:pt x="7722726" y="7365343"/>
                  </a:lnTo>
                  <a:cubicBezTo>
                    <a:pt x="7723997" y="7417412"/>
                    <a:pt x="7682087" y="7459322"/>
                    <a:pt x="7631287" y="7459322"/>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
            <p:cNvSpPr/>
            <p:nvPr/>
          </p:nvSpPr>
          <p:spPr>
            <a:xfrm>
              <a:off x="0" y="0"/>
              <a:ext cx="7787497" cy="7522822"/>
            </a:xfrm>
            <a:custGeom>
              <a:rect b="b" l="l" r="r" t="t"/>
              <a:pathLst>
                <a:path extrusionOk="0" h="7522822" w="7787497">
                  <a:moveTo>
                    <a:pt x="7663036" y="59690"/>
                  </a:moveTo>
                  <a:cubicBezTo>
                    <a:pt x="7698597" y="59690"/>
                    <a:pt x="7727807" y="88900"/>
                    <a:pt x="7727807" y="124460"/>
                  </a:cubicBezTo>
                  <a:lnTo>
                    <a:pt x="7727807" y="7398362"/>
                  </a:lnTo>
                  <a:cubicBezTo>
                    <a:pt x="7727807" y="7433922"/>
                    <a:pt x="7698597" y="7463133"/>
                    <a:pt x="7663036" y="7463133"/>
                  </a:cubicBezTo>
                  <a:lnTo>
                    <a:pt x="124460" y="7463133"/>
                  </a:lnTo>
                  <a:cubicBezTo>
                    <a:pt x="88900" y="7463133"/>
                    <a:pt x="59690" y="7433922"/>
                    <a:pt x="59690" y="7398362"/>
                  </a:cubicBezTo>
                  <a:lnTo>
                    <a:pt x="59690" y="124460"/>
                  </a:lnTo>
                  <a:cubicBezTo>
                    <a:pt x="59690" y="88900"/>
                    <a:pt x="88900" y="59690"/>
                    <a:pt x="124460" y="59690"/>
                  </a:cubicBezTo>
                  <a:lnTo>
                    <a:pt x="7663037" y="59690"/>
                  </a:lnTo>
                  <a:moveTo>
                    <a:pt x="7663037" y="0"/>
                  </a:moveTo>
                  <a:lnTo>
                    <a:pt x="124460" y="0"/>
                  </a:lnTo>
                  <a:cubicBezTo>
                    <a:pt x="55880" y="0"/>
                    <a:pt x="0" y="55880"/>
                    <a:pt x="0" y="124460"/>
                  </a:cubicBezTo>
                  <a:lnTo>
                    <a:pt x="0" y="7398362"/>
                  </a:lnTo>
                  <a:cubicBezTo>
                    <a:pt x="0" y="7466943"/>
                    <a:pt x="55880" y="7522822"/>
                    <a:pt x="124460" y="7522822"/>
                  </a:cubicBezTo>
                  <a:lnTo>
                    <a:pt x="7663037" y="7522822"/>
                  </a:lnTo>
                  <a:cubicBezTo>
                    <a:pt x="7731616" y="7522822"/>
                    <a:pt x="7787497" y="7466943"/>
                    <a:pt x="7787497" y="7398362"/>
                  </a:cubicBezTo>
                  <a:lnTo>
                    <a:pt x="7787497" y="124460"/>
                  </a:lnTo>
                  <a:cubicBezTo>
                    <a:pt x="7787497" y="55880"/>
                    <a:pt x="7731616" y="0"/>
                    <a:pt x="7663037"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 name="Google Shape;260;p7"/>
          <p:cNvGrpSpPr/>
          <p:nvPr/>
        </p:nvGrpSpPr>
        <p:grpSpPr>
          <a:xfrm>
            <a:off x="6650362" y="3103027"/>
            <a:ext cx="4989834" cy="4820244"/>
            <a:chOff x="0" y="0"/>
            <a:chExt cx="7787497" cy="7522822"/>
          </a:xfrm>
        </p:grpSpPr>
        <p:sp>
          <p:nvSpPr>
            <p:cNvPr id="261" name="Google Shape;261;p7"/>
            <p:cNvSpPr/>
            <p:nvPr/>
          </p:nvSpPr>
          <p:spPr>
            <a:xfrm>
              <a:off x="31750" y="31750"/>
              <a:ext cx="7723997" cy="7459322"/>
            </a:xfrm>
            <a:custGeom>
              <a:rect b="b" l="l" r="r" t="t"/>
              <a:pathLst>
                <a:path extrusionOk="0" h="7459322" w="7723997">
                  <a:moveTo>
                    <a:pt x="7631286" y="7459322"/>
                  </a:moveTo>
                  <a:lnTo>
                    <a:pt x="92710" y="7459322"/>
                  </a:lnTo>
                  <a:cubicBezTo>
                    <a:pt x="41910" y="7459322"/>
                    <a:pt x="0" y="7417412"/>
                    <a:pt x="0" y="7366612"/>
                  </a:cubicBezTo>
                  <a:lnTo>
                    <a:pt x="0" y="92710"/>
                  </a:lnTo>
                  <a:cubicBezTo>
                    <a:pt x="0" y="41910"/>
                    <a:pt x="41910" y="0"/>
                    <a:pt x="92710" y="0"/>
                  </a:cubicBezTo>
                  <a:lnTo>
                    <a:pt x="7630016" y="0"/>
                  </a:lnTo>
                  <a:cubicBezTo>
                    <a:pt x="7680816" y="0"/>
                    <a:pt x="7722726" y="41910"/>
                    <a:pt x="7722726" y="92710"/>
                  </a:cubicBezTo>
                  <a:lnTo>
                    <a:pt x="7722726" y="7365343"/>
                  </a:lnTo>
                  <a:cubicBezTo>
                    <a:pt x="7723997" y="7417412"/>
                    <a:pt x="7682087" y="7459322"/>
                    <a:pt x="7631287" y="7459322"/>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0" y="0"/>
              <a:ext cx="7787497" cy="7522822"/>
            </a:xfrm>
            <a:custGeom>
              <a:rect b="b" l="l" r="r" t="t"/>
              <a:pathLst>
                <a:path extrusionOk="0" h="7522822" w="7787497">
                  <a:moveTo>
                    <a:pt x="7663036" y="59690"/>
                  </a:moveTo>
                  <a:cubicBezTo>
                    <a:pt x="7698597" y="59690"/>
                    <a:pt x="7727807" y="88900"/>
                    <a:pt x="7727807" y="124460"/>
                  </a:cubicBezTo>
                  <a:lnTo>
                    <a:pt x="7727807" y="7398362"/>
                  </a:lnTo>
                  <a:cubicBezTo>
                    <a:pt x="7727807" y="7433922"/>
                    <a:pt x="7698597" y="7463133"/>
                    <a:pt x="7663036" y="7463133"/>
                  </a:cubicBezTo>
                  <a:lnTo>
                    <a:pt x="124460" y="7463133"/>
                  </a:lnTo>
                  <a:cubicBezTo>
                    <a:pt x="88900" y="7463133"/>
                    <a:pt x="59690" y="7433922"/>
                    <a:pt x="59690" y="7398362"/>
                  </a:cubicBezTo>
                  <a:lnTo>
                    <a:pt x="59690" y="124460"/>
                  </a:lnTo>
                  <a:cubicBezTo>
                    <a:pt x="59690" y="88900"/>
                    <a:pt x="88900" y="59690"/>
                    <a:pt x="124460" y="59690"/>
                  </a:cubicBezTo>
                  <a:lnTo>
                    <a:pt x="7663037" y="59690"/>
                  </a:lnTo>
                  <a:moveTo>
                    <a:pt x="7663037" y="0"/>
                  </a:moveTo>
                  <a:lnTo>
                    <a:pt x="124460" y="0"/>
                  </a:lnTo>
                  <a:cubicBezTo>
                    <a:pt x="55880" y="0"/>
                    <a:pt x="0" y="55880"/>
                    <a:pt x="0" y="124460"/>
                  </a:cubicBezTo>
                  <a:lnTo>
                    <a:pt x="0" y="7398362"/>
                  </a:lnTo>
                  <a:cubicBezTo>
                    <a:pt x="0" y="7466943"/>
                    <a:pt x="55880" y="7522822"/>
                    <a:pt x="124460" y="7522822"/>
                  </a:cubicBezTo>
                  <a:lnTo>
                    <a:pt x="7663037" y="7522822"/>
                  </a:lnTo>
                  <a:cubicBezTo>
                    <a:pt x="7731616" y="7522822"/>
                    <a:pt x="7787497" y="7466943"/>
                    <a:pt x="7787497" y="7398362"/>
                  </a:cubicBezTo>
                  <a:lnTo>
                    <a:pt x="7787497" y="124460"/>
                  </a:lnTo>
                  <a:cubicBezTo>
                    <a:pt x="7787497" y="55880"/>
                    <a:pt x="7731616" y="0"/>
                    <a:pt x="7663037"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7"/>
          <p:cNvGrpSpPr/>
          <p:nvPr/>
        </p:nvGrpSpPr>
        <p:grpSpPr>
          <a:xfrm>
            <a:off x="1028700" y="3103027"/>
            <a:ext cx="4989834" cy="4820244"/>
            <a:chOff x="0" y="0"/>
            <a:chExt cx="7787497" cy="7522822"/>
          </a:xfrm>
        </p:grpSpPr>
        <p:sp>
          <p:nvSpPr>
            <p:cNvPr id="264" name="Google Shape;264;p7"/>
            <p:cNvSpPr/>
            <p:nvPr/>
          </p:nvSpPr>
          <p:spPr>
            <a:xfrm>
              <a:off x="31750" y="31750"/>
              <a:ext cx="7723997" cy="7459322"/>
            </a:xfrm>
            <a:custGeom>
              <a:rect b="b" l="l" r="r" t="t"/>
              <a:pathLst>
                <a:path extrusionOk="0" h="7459322" w="7723997">
                  <a:moveTo>
                    <a:pt x="7631286" y="7459322"/>
                  </a:moveTo>
                  <a:lnTo>
                    <a:pt x="92710" y="7459322"/>
                  </a:lnTo>
                  <a:cubicBezTo>
                    <a:pt x="41910" y="7459322"/>
                    <a:pt x="0" y="7417412"/>
                    <a:pt x="0" y="7366612"/>
                  </a:cubicBezTo>
                  <a:lnTo>
                    <a:pt x="0" y="92710"/>
                  </a:lnTo>
                  <a:cubicBezTo>
                    <a:pt x="0" y="41910"/>
                    <a:pt x="41910" y="0"/>
                    <a:pt x="92710" y="0"/>
                  </a:cubicBezTo>
                  <a:lnTo>
                    <a:pt x="7630016" y="0"/>
                  </a:lnTo>
                  <a:cubicBezTo>
                    <a:pt x="7680816" y="0"/>
                    <a:pt x="7722726" y="41910"/>
                    <a:pt x="7722726" y="92710"/>
                  </a:cubicBezTo>
                  <a:lnTo>
                    <a:pt x="7722726" y="7365343"/>
                  </a:lnTo>
                  <a:cubicBezTo>
                    <a:pt x="7723997" y="7417412"/>
                    <a:pt x="7682087" y="7459322"/>
                    <a:pt x="7631287" y="7459322"/>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7"/>
            <p:cNvSpPr/>
            <p:nvPr/>
          </p:nvSpPr>
          <p:spPr>
            <a:xfrm>
              <a:off x="0" y="0"/>
              <a:ext cx="7787497" cy="7522822"/>
            </a:xfrm>
            <a:custGeom>
              <a:rect b="b" l="l" r="r" t="t"/>
              <a:pathLst>
                <a:path extrusionOk="0" h="7522822" w="7787497">
                  <a:moveTo>
                    <a:pt x="7663036" y="59690"/>
                  </a:moveTo>
                  <a:cubicBezTo>
                    <a:pt x="7698597" y="59690"/>
                    <a:pt x="7727807" y="88900"/>
                    <a:pt x="7727807" y="124460"/>
                  </a:cubicBezTo>
                  <a:lnTo>
                    <a:pt x="7727807" y="7398362"/>
                  </a:lnTo>
                  <a:cubicBezTo>
                    <a:pt x="7727807" y="7433922"/>
                    <a:pt x="7698597" y="7463133"/>
                    <a:pt x="7663036" y="7463133"/>
                  </a:cubicBezTo>
                  <a:lnTo>
                    <a:pt x="124460" y="7463133"/>
                  </a:lnTo>
                  <a:cubicBezTo>
                    <a:pt x="88900" y="7463133"/>
                    <a:pt x="59690" y="7433922"/>
                    <a:pt x="59690" y="7398362"/>
                  </a:cubicBezTo>
                  <a:lnTo>
                    <a:pt x="59690" y="124460"/>
                  </a:lnTo>
                  <a:cubicBezTo>
                    <a:pt x="59690" y="88900"/>
                    <a:pt x="88900" y="59690"/>
                    <a:pt x="124460" y="59690"/>
                  </a:cubicBezTo>
                  <a:lnTo>
                    <a:pt x="7663037" y="59690"/>
                  </a:lnTo>
                  <a:moveTo>
                    <a:pt x="7663037" y="0"/>
                  </a:moveTo>
                  <a:lnTo>
                    <a:pt x="124460" y="0"/>
                  </a:lnTo>
                  <a:cubicBezTo>
                    <a:pt x="55880" y="0"/>
                    <a:pt x="0" y="55880"/>
                    <a:pt x="0" y="124460"/>
                  </a:cubicBezTo>
                  <a:lnTo>
                    <a:pt x="0" y="7398362"/>
                  </a:lnTo>
                  <a:cubicBezTo>
                    <a:pt x="0" y="7466943"/>
                    <a:pt x="55880" y="7522822"/>
                    <a:pt x="124460" y="7522822"/>
                  </a:cubicBezTo>
                  <a:lnTo>
                    <a:pt x="7663037" y="7522822"/>
                  </a:lnTo>
                  <a:cubicBezTo>
                    <a:pt x="7731616" y="7522822"/>
                    <a:pt x="7787497" y="7466943"/>
                    <a:pt x="7787497" y="7398362"/>
                  </a:cubicBezTo>
                  <a:lnTo>
                    <a:pt x="7787497" y="124460"/>
                  </a:lnTo>
                  <a:cubicBezTo>
                    <a:pt x="7787497" y="55880"/>
                    <a:pt x="7731616" y="0"/>
                    <a:pt x="7663037"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6" name="Google Shape;266;p7"/>
          <p:cNvGrpSpPr/>
          <p:nvPr/>
        </p:nvGrpSpPr>
        <p:grpSpPr>
          <a:xfrm>
            <a:off x="7558650" y="2611375"/>
            <a:ext cx="3173327" cy="1174744"/>
            <a:chOff x="0" y="0"/>
            <a:chExt cx="1624265" cy="550618"/>
          </a:xfrm>
        </p:grpSpPr>
        <p:sp>
          <p:nvSpPr>
            <p:cNvPr id="267" name="Google Shape;267;p7"/>
            <p:cNvSpPr/>
            <p:nvPr/>
          </p:nvSpPr>
          <p:spPr>
            <a:xfrm>
              <a:off x="92710" y="106680"/>
              <a:ext cx="1520125" cy="431238"/>
            </a:xfrm>
            <a:custGeom>
              <a:rect b="b" l="l" r="r" t="t"/>
              <a:pathLst>
                <a:path extrusionOk="0" h="431238" w="1520125">
                  <a:moveTo>
                    <a:pt x="1493455" y="242008"/>
                  </a:moveTo>
                  <a:cubicBezTo>
                    <a:pt x="1493455" y="329638"/>
                    <a:pt x="1417255" y="400758"/>
                    <a:pt x="1335975" y="400758"/>
                  </a:cubicBezTo>
                  <a:lnTo>
                    <a:pt x="66040" y="400758"/>
                  </a:lnTo>
                  <a:cubicBezTo>
                    <a:pt x="43180" y="400758"/>
                    <a:pt x="20320" y="395678"/>
                    <a:pt x="0" y="386788"/>
                  </a:cubicBezTo>
                  <a:cubicBezTo>
                    <a:pt x="26670" y="414728"/>
                    <a:pt x="63500" y="431238"/>
                    <a:pt x="103816" y="431238"/>
                  </a:cubicBezTo>
                  <a:lnTo>
                    <a:pt x="1374075" y="431238"/>
                  </a:lnTo>
                  <a:cubicBezTo>
                    <a:pt x="1454085" y="431238"/>
                    <a:pt x="1520125" y="365198"/>
                    <a:pt x="1520125" y="285188"/>
                  </a:cubicBezTo>
                  <a:lnTo>
                    <a:pt x="1520125" y="95250"/>
                  </a:lnTo>
                  <a:cubicBezTo>
                    <a:pt x="1520125" y="58420"/>
                    <a:pt x="1506155" y="25400"/>
                    <a:pt x="1484565" y="0"/>
                  </a:cubicBezTo>
                  <a:cubicBezTo>
                    <a:pt x="1490915" y="16510"/>
                    <a:pt x="1493455" y="34290"/>
                    <a:pt x="1493455" y="52070"/>
                  </a:cubicBezTo>
                  <a:lnTo>
                    <a:pt x="1493455" y="242008"/>
                  </a:lnTo>
                  <a:lnTo>
                    <a:pt x="1493455" y="242008"/>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12700" y="12700"/>
              <a:ext cx="1559495" cy="482038"/>
            </a:xfrm>
            <a:custGeom>
              <a:rect b="b" l="l" r="r" t="t"/>
              <a:pathLst>
                <a:path extrusionOk="0" h="482038" w="1559495">
                  <a:moveTo>
                    <a:pt x="146050" y="482038"/>
                  </a:moveTo>
                  <a:lnTo>
                    <a:pt x="1413445" y="482038"/>
                  </a:lnTo>
                  <a:cubicBezTo>
                    <a:pt x="1493455" y="482038"/>
                    <a:pt x="1559495" y="415998"/>
                    <a:pt x="1559495" y="335988"/>
                  </a:cubicBezTo>
                  <a:lnTo>
                    <a:pt x="1559495" y="146050"/>
                  </a:lnTo>
                  <a:cubicBezTo>
                    <a:pt x="1559495" y="66040"/>
                    <a:pt x="1493455" y="0"/>
                    <a:pt x="1413445" y="0"/>
                  </a:cubicBezTo>
                  <a:lnTo>
                    <a:pt x="146050" y="0"/>
                  </a:lnTo>
                  <a:cubicBezTo>
                    <a:pt x="66040" y="0"/>
                    <a:pt x="0" y="66040"/>
                    <a:pt x="0" y="146050"/>
                  </a:cubicBezTo>
                  <a:lnTo>
                    <a:pt x="0" y="335988"/>
                  </a:lnTo>
                  <a:cubicBezTo>
                    <a:pt x="0" y="417268"/>
                    <a:pt x="66040" y="482038"/>
                    <a:pt x="146050" y="482038"/>
                  </a:cubicBezTo>
                  <a:close/>
                </a:path>
              </a:pathLst>
            </a:custGeom>
            <a:solidFill>
              <a:srgbClr val="FFF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a:off x="0" y="0"/>
              <a:ext cx="1624265" cy="550618"/>
            </a:xfrm>
            <a:custGeom>
              <a:rect b="b" l="l" r="r" t="t"/>
              <a:pathLst>
                <a:path extrusionOk="0" h="550618" w="1624265">
                  <a:moveTo>
                    <a:pt x="1560765" y="74930"/>
                  </a:moveTo>
                  <a:cubicBezTo>
                    <a:pt x="1532825" y="30480"/>
                    <a:pt x="1483295" y="0"/>
                    <a:pt x="1426145" y="0"/>
                  </a:cubicBezTo>
                  <a:lnTo>
                    <a:pt x="158750" y="0"/>
                  </a:lnTo>
                  <a:cubicBezTo>
                    <a:pt x="71120" y="0"/>
                    <a:pt x="0" y="71120"/>
                    <a:pt x="0" y="158750"/>
                  </a:cubicBezTo>
                  <a:lnTo>
                    <a:pt x="0" y="348688"/>
                  </a:lnTo>
                  <a:cubicBezTo>
                    <a:pt x="0" y="400758"/>
                    <a:pt x="25400" y="446478"/>
                    <a:pt x="63500" y="475688"/>
                  </a:cubicBezTo>
                  <a:cubicBezTo>
                    <a:pt x="91440" y="520138"/>
                    <a:pt x="140970" y="550618"/>
                    <a:pt x="197745" y="550618"/>
                  </a:cubicBezTo>
                  <a:lnTo>
                    <a:pt x="1465515" y="550618"/>
                  </a:lnTo>
                  <a:cubicBezTo>
                    <a:pt x="1553145" y="550618"/>
                    <a:pt x="1624265" y="479498"/>
                    <a:pt x="1624265" y="391868"/>
                  </a:cubicBezTo>
                  <a:lnTo>
                    <a:pt x="1624265" y="201930"/>
                  </a:lnTo>
                  <a:cubicBezTo>
                    <a:pt x="1624265" y="149860"/>
                    <a:pt x="1598865" y="104140"/>
                    <a:pt x="1560765" y="74930"/>
                  </a:cubicBezTo>
                  <a:close/>
                  <a:moveTo>
                    <a:pt x="12700" y="348688"/>
                  </a:moveTo>
                  <a:lnTo>
                    <a:pt x="12700" y="158750"/>
                  </a:lnTo>
                  <a:cubicBezTo>
                    <a:pt x="12700" y="78740"/>
                    <a:pt x="78740" y="12700"/>
                    <a:pt x="158750" y="12700"/>
                  </a:cubicBezTo>
                  <a:lnTo>
                    <a:pt x="1426145" y="12700"/>
                  </a:lnTo>
                  <a:cubicBezTo>
                    <a:pt x="1506155" y="12700"/>
                    <a:pt x="1572195" y="78740"/>
                    <a:pt x="1572195" y="158750"/>
                  </a:cubicBezTo>
                  <a:lnTo>
                    <a:pt x="1572195" y="348688"/>
                  </a:lnTo>
                  <a:cubicBezTo>
                    <a:pt x="1572195" y="428698"/>
                    <a:pt x="1506155" y="494738"/>
                    <a:pt x="1426145" y="494738"/>
                  </a:cubicBezTo>
                  <a:lnTo>
                    <a:pt x="158750" y="494738"/>
                  </a:lnTo>
                  <a:cubicBezTo>
                    <a:pt x="78740" y="494738"/>
                    <a:pt x="12700" y="429968"/>
                    <a:pt x="12700" y="348688"/>
                  </a:cubicBezTo>
                  <a:close/>
                  <a:moveTo>
                    <a:pt x="1612835" y="391868"/>
                  </a:moveTo>
                  <a:cubicBezTo>
                    <a:pt x="1612835" y="471878"/>
                    <a:pt x="1545525" y="537918"/>
                    <a:pt x="1465515" y="537918"/>
                  </a:cubicBezTo>
                  <a:lnTo>
                    <a:pt x="197745" y="537918"/>
                  </a:lnTo>
                  <a:cubicBezTo>
                    <a:pt x="157480" y="537918"/>
                    <a:pt x="120650" y="521408"/>
                    <a:pt x="93980" y="493468"/>
                  </a:cubicBezTo>
                  <a:cubicBezTo>
                    <a:pt x="114300" y="502358"/>
                    <a:pt x="135890" y="507438"/>
                    <a:pt x="160020" y="507438"/>
                  </a:cubicBezTo>
                  <a:lnTo>
                    <a:pt x="1427415" y="507438"/>
                  </a:lnTo>
                  <a:cubicBezTo>
                    <a:pt x="1515045" y="507438"/>
                    <a:pt x="1586165" y="436318"/>
                    <a:pt x="1586165" y="348688"/>
                  </a:cubicBezTo>
                  <a:lnTo>
                    <a:pt x="1586165" y="158750"/>
                  </a:lnTo>
                  <a:cubicBezTo>
                    <a:pt x="1586165" y="140970"/>
                    <a:pt x="1582355" y="123190"/>
                    <a:pt x="1577275" y="106680"/>
                  </a:cubicBezTo>
                  <a:cubicBezTo>
                    <a:pt x="1598865" y="132080"/>
                    <a:pt x="1612835" y="165100"/>
                    <a:pt x="1612835" y="201930"/>
                  </a:cubicBezTo>
                  <a:lnTo>
                    <a:pt x="1612835" y="391868"/>
                  </a:lnTo>
                  <a:cubicBezTo>
                    <a:pt x="1612835" y="391868"/>
                    <a:pt x="1612835" y="391868"/>
                    <a:pt x="1612835" y="391868"/>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 name="Google Shape;270;p7"/>
          <p:cNvGrpSpPr/>
          <p:nvPr/>
        </p:nvGrpSpPr>
        <p:grpSpPr>
          <a:xfrm>
            <a:off x="13177758" y="2611379"/>
            <a:ext cx="3173249" cy="1075716"/>
            <a:chOff x="0" y="0"/>
            <a:chExt cx="1624265" cy="550618"/>
          </a:xfrm>
        </p:grpSpPr>
        <p:sp>
          <p:nvSpPr>
            <p:cNvPr id="271" name="Google Shape;271;p7"/>
            <p:cNvSpPr/>
            <p:nvPr/>
          </p:nvSpPr>
          <p:spPr>
            <a:xfrm>
              <a:off x="92710" y="106680"/>
              <a:ext cx="1520125" cy="431238"/>
            </a:xfrm>
            <a:custGeom>
              <a:rect b="b" l="l" r="r" t="t"/>
              <a:pathLst>
                <a:path extrusionOk="0" h="431238" w="1520125">
                  <a:moveTo>
                    <a:pt x="1493455" y="242008"/>
                  </a:moveTo>
                  <a:cubicBezTo>
                    <a:pt x="1493455" y="329638"/>
                    <a:pt x="1417255" y="400758"/>
                    <a:pt x="1335975" y="400758"/>
                  </a:cubicBezTo>
                  <a:lnTo>
                    <a:pt x="66040" y="400758"/>
                  </a:lnTo>
                  <a:cubicBezTo>
                    <a:pt x="43180" y="400758"/>
                    <a:pt x="20320" y="395678"/>
                    <a:pt x="0" y="386788"/>
                  </a:cubicBezTo>
                  <a:cubicBezTo>
                    <a:pt x="26670" y="414728"/>
                    <a:pt x="63500" y="431238"/>
                    <a:pt x="103816" y="431238"/>
                  </a:cubicBezTo>
                  <a:lnTo>
                    <a:pt x="1374075" y="431238"/>
                  </a:lnTo>
                  <a:cubicBezTo>
                    <a:pt x="1454085" y="431238"/>
                    <a:pt x="1520125" y="365198"/>
                    <a:pt x="1520125" y="285188"/>
                  </a:cubicBezTo>
                  <a:lnTo>
                    <a:pt x="1520125" y="95250"/>
                  </a:lnTo>
                  <a:cubicBezTo>
                    <a:pt x="1520125" y="58420"/>
                    <a:pt x="1506155" y="25400"/>
                    <a:pt x="1484565" y="0"/>
                  </a:cubicBezTo>
                  <a:cubicBezTo>
                    <a:pt x="1490915" y="16510"/>
                    <a:pt x="1493455" y="34290"/>
                    <a:pt x="1493455" y="52070"/>
                  </a:cubicBezTo>
                  <a:lnTo>
                    <a:pt x="1493455" y="242008"/>
                  </a:lnTo>
                  <a:lnTo>
                    <a:pt x="1493455" y="242008"/>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12700" y="12700"/>
              <a:ext cx="1559495" cy="482038"/>
            </a:xfrm>
            <a:custGeom>
              <a:rect b="b" l="l" r="r" t="t"/>
              <a:pathLst>
                <a:path extrusionOk="0" h="482038" w="1559495">
                  <a:moveTo>
                    <a:pt x="146050" y="482038"/>
                  </a:moveTo>
                  <a:lnTo>
                    <a:pt x="1413445" y="482038"/>
                  </a:lnTo>
                  <a:cubicBezTo>
                    <a:pt x="1493455" y="482038"/>
                    <a:pt x="1559495" y="415998"/>
                    <a:pt x="1559495" y="335988"/>
                  </a:cubicBezTo>
                  <a:lnTo>
                    <a:pt x="1559495" y="146050"/>
                  </a:lnTo>
                  <a:cubicBezTo>
                    <a:pt x="1559495" y="66040"/>
                    <a:pt x="1493455" y="0"/>
                    <a:pt x="1413445" y="0"/>
                  </a:cubicBezTo>
                  <a:lnTo>
                    <a:pt x="146050" y="0"/>
                  </a:lnTo>
                  <a:cubicBezTo>
                    <a:pt x="66040" y="0"/>
                    <a:pt x="0" y="66040"/>
                    <a:pt x="0" y="146050"/>
                  </a:cubicBezTo>
                  <a:lnTo>
                    <a:pt x="0" y="335988"/>
                  </a:lnTo>
                  <a:cubicBezTo>
                    <a:pt x="0" y="417268"/>
                    <a:pt x="66040" y="482038"/>
                    <a:pt x="146050" y="482038"/>
                  </a:cubicBezTo>
                  <a:close/>
                </a:path>
              </a:pathLst>
            </a:custGeom>
            <a:solidFill>
              <a:srgbClr val="7B7A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0" y="0"/>
              <a:ext cx="1624265" cy="550618"/>
            </a:xfrm>
            <a:custGeom>
              <a:rect b="b" l="l" r="r" t="t"/>
              <a:pathLst>
                <a:path extrusionOk="0" h="550618" w="1624265">
                  <a:moveTo>
                    <a:pt x="1560765" y="74930"/>
                  </a:moveTo>
                  <a:cubicBezTo>
                    <a:pt x="1532825" y="30480"/>
                    <a:pt x="1483295" y="0"/>
                    <a:pt x="1426145" y="0"/>
                  </a:cubicBezTo>
                  <a:lnTo>
                    <a:pt x="158750" y="0"/>
                  </a:lnTo>
                  <a:cubicBezTo>
                    <a:pt x="71120" y="0"/>
                    <a:pt x="0" y="71120"/>
                    <a:pt x="0" y="158750"/>
                  </a:cubicBezTo>
                  <a:lnTo>
                    <a:pt x="0" y="348688"/>
                  </a:lnTo>
                  <a:cubicBezTo>
                    <a:pt x="0" y="400758"/>
                    <a:pt x="25400" y="446478"/>
                    <a:pt x="63500" y="475688"/>
                  </a:cubicBezTo>
                  <a:cubicBezTo>
                    <a:pt x="91440" y="520138"/>
                    <a:pt x="140970" y="550618"/>
                    <a:pt x="197745" y="550618"/>
                  </a:cubicBezTo>
                  <a:lnTo>
                    <a:pt x="1465515" y="550618"/>
                  </a:lnTo>
                  <a:cubicBezTo>
                    <a:pt x="1553145" y="550618"/>
                    <a:pt x="1624265" y="479498"/>
                    <a:pt x="1624265" y="391868"/>
                  </a:cubicBezTo>
                  <a:lnTo>
                    <a:pt x="1624265" y="201930"/>
                  </a:lnTo>
                  <a:cubicBezTo>
                    <a:pt x="1624265" y="149860"/>
                    <a:pt x="1598865" y="104140"/>
                    <a:pt x="1560765" y="74930"/>
                  </a:cubicBezTo>
                  <a:close/>
                  <a:moveTo>
                    <a:pt x="12700" y="348688"/>
                  </a:moveTo>
                  <a:lnTo>
                    <a:pt x="12700" y="158750"/>
                  </a:lnTo>
                  <a:cubicBezTo>
                    <a:pt x="12700" y="78740"/>
                    <a:pt x="78740" y="12700"/>
                    <a:pt x="158750" y="12700"/>
                  </a:cubicBezTo>
                  <a:lnTo>
                    <a:pt x="1426145" y="12700"/>
                  </a:lnTo>
                  <a:cubicBezTo>
                    <a:pt x="1506155" y="12700"/>
                    <a:pt x="1572195" y="78740"/>
                    <a:pt x="1572195" y="158750"/>
                  </a:cubicBezTo>
                  <a:lnTo>
                    <a:pt x="1572195" y="348688"/>
                  </a:lnTo>
                  <a:cubicBezTo>
                    <a:pt x="1572195" y="428698"/>
                    <a:pt x="1506155" y="494738"/>
                    <a:pt x="1426145" y="494738"/>
                  </a:cubicBezTo>
                  <a:lnTo>
                    <a:pt x="158750" y="494738"/>
                  </a:lnTo>
                  <a:cubicBezTo>
                    <a:pt x="78740" y="494738"/>
                    <a:pt x="12700" y="429968"/>
                    <a:pt x="12700" y="348688"/>
                  </a:cubicBezTo>
                  <a:close/>
                  <a:moveTo>
                    <a:pt x="1612835" y="391868"/>
                  </a:moveTo>
                  <a:cubicBezTo>
                    <a:pt x="1612835" y="471878"/>
                    <a:pt x="1545525" y="537918"/>
                    <a:pt x="1465515" y="537918"/>
                  </a:cubicBezTo>
                  <a:lnTo>
                    <a:pt x="197745" y="537918"/>
                  </a:lnTo>
                  <a:cubicBezTo>
                    <a:pt x="157480" y="537918"/>
                    <a:pt x="120650" y="521408"/>
                    <a:pt x="93980" y="493468"/>
                  </a:cubicBezTo>
                  <a:cubicBezTo>
                    <a:pt x="114300" y="502358"/>
                    <a:pt x="135890" y="507438"/>
                    <a:pt x="160020" y="507438"/>
                  </a:cubicBezTo>
                  <a:lnTo>
                    <a:pt x="1427415" y="507438"/>
                  </a:lnTo>
                  <a:cubicBezTo>
                    <a:pt x="1515045" y="507438"/>
                    <a:pt x="1586165" y="436318"/>
                    <a:pt x="1586165" y="348688"/>
                  </a:cubicBezTo>
                  <a:lnTo>
                    <a:pt x="1586165" y="158750"/>
                  </a:lnTo>
                  <a:cubicBezTo>
                    <a:pt x="1586165" y="140970"/>
                    <a:pt x="1582355" y="123190"/>
                    <a:pt x="1577275" y="106680"/>
                  </a:cubicBezTo>
                  <a:cubicBezTo>
                    <a:pt x="1598865" y="132080"/>
                    <a:pt x="1612835" y="165100"/>
                    <a:pt x="1612835" y="201930"/>
                  </a:cubicBezTo>
                  <a:lnTo>
                    <a:pt x="1612835" y="391868"/>
                  </a:lnTo>
                  <a:cubicBezTo>
                    <a:pt x="1612835" y="391868"/>
                    <a:pt x="1612835" y="391868"/>
                    <a:pt x="1612835" y="391868"/>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4" name="Google Shape;274;p7"/>
          <p:cNvGrpSpPr/>
          <p:nvPr/>
        </p:nvGrpSpPr>
        <p:grpSpPr>
          <a:xfrm>
            <a:off x="1936992" y="2611379"/>
            <a:ext cx="3173249" cy="1075716"/>
            <a:chOff x="0" y="0"/>
            <a:chExt cx="1624265" cy="550618"/>
          </a:xfrm>
        </p:grpSpPr>
        <p:sp>
          <p:nvSpPr>
            <p:cNvPr id="275" name="Google Shape;275;p7"/>
            <p:cNvSpPr/>
            <p:nvPr/>
          </p:nvSpPr>
          <p:spPr>
            <a:xfrm>
              <a:off x="92710" y="106680"/>
              <a:ext cx="1520125" cy="431238"/>
            </a:xfrm>
            <a:custGeom>
              <a:rect b="b" l="l" r="r" t="t"/>
              <a:pathLst>
                <a:path extrusionOk="0" h="431238" w="1520125">
                  <a:moveTo>
                    <a:pt x="1493455" y="242008"/>
                  </a:moveTo>
                  <a:cubicBezTo>
                    <a:pt x="1493455" y="329638"/>
                    <a:pt x="1417255" y="400758"/>
                    <a:pt x="1335975" y="400758"/>
                  </a:cubicBezTo>
                  <a:lnTo>
                    <a:pt x="66040" y="400758"/>
                  </a:lnTo>
                  <a:cubicBezTo>
                    <a:pt x="43180" y="400758"/>
                    <a:pt x="20320" y="395678"/>
                    <a:pt x="0" y="386788"/>
                  </a:cubicBezTo>
                  <a:cubicBezTo>
                    <a:pt x="26670" y="414728"/>
                    <a:pt x="63500" y="431238"/>
                    <a:pt x="103816" y="431238"/>
                  </a:cubicBezTo>
                  <a:lnTo>
                    <a:pt x="1374075" y="431238"/>
                  </a:lnTo>
                  <a:cubicBezTo>
                    <a:pt x="1454085" y="431238"/>
                    <a:pt x="1520125" y="365198"/>
                    <a:pt x="1520125" y="285188"/>
                  </a:cubicBezTo>
                  <a:lnTo>
                    <a:pt x="1520125" y="95250"/>
                  </a:lnTo>
                  <a:cubicBezTo>
                    <a:pt x="1520125" y="58420"/>
                    <a:pt x="1506155" y="25400"/>
                    <a:pt x="1484565" y="0"/>
                  </a:cubicBezTo>
                  <a:cubicBezTo>
                    <a:pt x="1490915" y="16510"/>
                    <a:pt x="1493455" y="34290"/>
                    <a:pt x="1493455" y="52070"/>
                  </a:cubicBezTo>
                  <a:lnTo>
                    <a:pt x="1493455" y="242008"/>
                  </a:lnTo>
                  <a:lnTo>
                    <a:pt x="1493455" y="242008"/>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12700" y="12700"/>
              <a:ext cx="1559495" cy="482038"/>
            </a:xfrm>
            <a:custGeom>
              <a:rect b="b" l="l" r="r" t="t"/>
              <a:pathLst>
                <a:path extrusionOk="0" h="482038" w="1559495">
                  <a:moveTo>
                    <a:pt x="146050" y="482038"/>
                  </a:moveTo>
                  <a:lnTo>
                    <a:pt x="1413445" y="482038"/>
                  </a:lnTo>
                  <a:cubicBezTo>
                    <a:pt x="1493455" y="482038"/>
                    <a:pt x="1559495" y="415998"/>
                    <a:pt x="1559495" y="335988"/>
                  </a:cubicBezTo>
                  <a:lnTo>
                    <a:pt x="1559495" y="146050"/>
                  </a:lnTo>
                  <a:cubicBezTo>
                    <a:pt x="1559495" y="66040"/>
                    <a:pt x="1493455" y="0"/>
                    <a:pt x="1413445" y="0"/>
                  </a:cubicBezTo>
                  <a:lnTo>
                    <a:pt x="146050" y="0"/>
                  </a:lnTo>
                  <a:cubicBezTo>
                    <a:pt x="66040" y="0"/>
                    <a:pt x="0" y="66040"/>
                    <a:pt x="0" y="146050"/>
                  </a:cubicBezTo>
                  <a:lnTo>
                    <a:pt x="0" y="335988"/>
                  </a:lnTo>
                  <a:cubicBezTo>
                    <a:pt x="0" y="417268"/>
                    <a:pt x="66040" y="482038"/>
                    <a:pt x="146050" y="482038"/>
                  </a:cubicBezTo>
                  <a:close/>
                </a:path>
              </a:pathLst>
            </a:custGeom>
            <a:solidFill>
              <a:srgbClr val="FFB4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0" y="0"/>
              <a:ext cx="1624265" cy="550618"/>
            </a:xfrm>
            <a:custGeom>
              <a:rect b="b" l="l" r="r" t="t"/>
              <a:pathLst>
                <a:path extrusionOk="0" h="550618" w="1624265">
                  <a:moveTo>
                    <a:pt x="1560765" y="74930"/>
                  </a:moveTo>
                  <a:cubicBezTo>
                    <a:pt x="1532825" y="30480"/>
                    <a:pt x="1483295" y="0"/>
                    <a:pt x="1426145" y="0"/>
                  </a:cubicBezTo>
                  <a:lnTo>
                    <a:pt x="158750" y="0"/>
                  </a:lnTo>
                  <a:cubicBezTo>
                    <a:pt x="71120" y="0"/>
                    <a:pt x="0" y="71120"/>
                    <a:pt x="0" y="158750"/>
                  </a:cubicBezTo>
                  <a:lnTo>
                    <a:pt x="0" y="348688"/>
                  </a:lnTo>
                  <a:cubicBezTo>
                    <a:pt x="0" y="400758"/>
                    <a:pt x="25400" y="446478"/>
                    <a:pt x="63500" y="475688"/>
                  </a:cubicBezTo>
                  <a:cubicBezTo>
                    <a:pt x="91440" y="520138"/>
                    <a:pt x="140970" y="550618"/>
                    <a:pt x="197745" y="550618"/>
                  </a:cubicBezTo>
                  <a:lnTo>
                    <a:pt x="1465515" y="550618"/>
                  </a:lnTo>
                  <a:cubicBezTo>
                    <a:pt x="1553145" y="550618"/>
                    <a:pt x="1624265" y="479498"/>
                    <a:pt x="1624265" y="391868"/>
                  </a:cubicBezTo>
                  <a:lnTo>
                    <a:pt x="1624265" y="201930"/>
                  </a:lnTo>
                  <a:cubicBezTo>
                    <a:pt x="1624265" y="149860"/>
                    <a:pt x="1598865" y="104140"/>
                    <a:pt x="1560765" y="74930"/>
                  </a:cubicBezTo>
                  <a:close/>
                  <a:moveTo>
                    <a:pt x="12700" y="348688"/>
                  </a:moveTo>
                  <a:lnTo>
                    <a:pt x="12700" y="158750"/>
                  </a:lnTo>
                  <a:cubicBezTo>
                    <a:pt x="12700" y="78740"/>
                    <a:pt x="78740" y="12700"/>
                    <a:pt x="158750" y="12700"/>
                  </a:cubicBezTo>
                  <a:lnTo>
                    <a:pt x="1426145" y="12700"/>
                  </a:lnTo>
                  <a:cubicBezTo>
                    <a:pt x="1506155" y="12700"/>
                    <a:pt x="1572195" y="78740"/>
                    <a:pt x="1572195" y="158750"/>
                  </a:cubicBezTo>
                  <a:lnTo>
                    <a:pt x="1572195" y="348688"/>
                  </a:lnTo>
                  <a:cubicBezTo>
                    <a:pt x="1572195" y="428698"/>
                    <a:pt x="1506155" y="494738"/>
                    <a:pt x="1426145" y="494738"/>
                  </a:cubicBezTo>
                  <a:lnTo>
                    <a:pt x="158750" y="494738"/>
                  </a:lnTo>
                  <a:cubicBezTo>
                    <a:pt x="78740" y="494738"/>
                    <a:pt x="12700" y="429968"/>
                    <a:pt x="12700" y="348688"/>
                  </a:cubicBezTo>
                  <a:close/>
                  <a:moveTo>
                    <a:pt x="1612835" y="391868"/>
                  </a:moveTo>
                  <a:cubicBezTo>
                    <a:pt x="1612835" y="471878"/>
                    <a:pt x="1545525" y="537918"/>
                    <a:pt x="1465515" y="537918"/>
                  </a:cubicBezTo>
                  <a:lnTo>
                    <a:pt x="197745" y="537918"/>
                  </a:lnTo>
                  <a:cubicBezTo>
                    <a:pt x="157480" y="537918"/>
                    <a:pt x="120650" y="521408"/>
                    <a:pt x="93980" y="493468"/>
                  </a:cubicBezTo>
                  <a:cubicBezTo>
                    <a:pt x="114300" y="502358"/>
                    <a:pt x="135890" y="507438"/>
                    <a:pt x="160020" y="507438"/>
                  </a:cubicBezTo>
                  <a:lnTo>
                    <a:pt x="1427415" y="507438"/>
                  </a:lnTo>
                  <a:cubicBezTo>
                    <a:pt x="1515045" y="507438"/>
                    <a:pt x="1586165" y="436318"/>
                    <a:pt x="1586165" y="348688"/>
                  </a:cubicBezTo>
                  <a:lnTo>
                    <a:pt x="1586165" y="158750"/>
                  </a:lnTo>
                  <a:cubicBezTo>
                    <a:pt x="1586165" y="140970"/>
                    <a:pt x="1582355" y="123190"/>
                    <a:pt x="1577275" y="106680"/>
                  </a:cubicBezTo>
                  <a:cubicBezTo>
                    <a:pt x="1598865" y="132080"/>
                    <a:pt x="1612835" y="165100"/>
                    <a:pt x="1612835" y="201930"/>
                  </a:cubicBezTo>
                  <a:lnTo>
                    <a:pt x="1612835" y="391868"/>
                  </a:lnTo>
                  <a:cubicBezTo>
                    <a:pt x="1612835" y="391868"/>
                    <a:pt x="1612835" y="391868"/>
                    <a:pt x="1612835" y="391868"/>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8" name="Google Shape;278;p7"/>
          <p:cNvSpPr txBox="1"/>
          <p:nvPr/>
        </p:nvSpPr>
        <p:spPr>
          <a:xfrm>
            <a:off x="2679786" y="760354"/>
            <a:ext cx="14053200" cy="1354200"/>
          </a:xfrm>
          <a:prstGeom prst="rect">
            <a:avLst/>
          </a:prstGeom>
          <a:noFill/>
          <a:ln>
            <a:noFill/>
          </a:ln>
        </p:spPr>
        <p:txBody>
          <a:bodyPr anchorCtr="0" anchor="t" bIns="0" lIns="0" spcFirstLastPara="1" rIns="0" wrap="square" tIns="0">
            <a:spAutoFit/>
          </a:bodyPr>
          <a:lstStyle/>
          <a:p>
            <a:pPr indent="0" lvl="0" marL="0" marR="0" rtl="0" algn="ctr">
              <a:lnSpc>
                <a:spcPct val="79996"/>
              </a:lnSpc>
              <a:spcBef>
                <a:spcPts val="0"/>
              </a:spcBef>
              <a:spcAft>
                <a:spcPts val="0"/>
              </a:spcAft>
              <a:buNone/>
            </a:pPr>
            <a:r>
              <a:rPr b="1" i="0" lang="en-US" sz="5499" u="none" cap="none" strike="noStrike">
                <a:solidFill>
                  <a:srgbClr val="191919"/>
                </a:solidFill>
                <a:latin typeface="Times New Roman"/>
                <a:ea typeface="Times New Roman"/>
                <a:cs typeface="Times New Roman"/>
                <a:sym typeface="Times New Roman"/>
              </a:rPr>
              <a:t>OPENING: </a:t>
            </a:r>
            <a:endParaRPr b="1">
              <a:latin typeface="Times New Roman"/>
              <a:ea typeface="Times New Roman"/>
              <a:cs typeface="Times New Roman"/>
              <a:sym typeface="Times New Roman"/>
            </a:endParaRPr>
          </a:p>
          <a:p>
            <a:pPr indent="0" lvl="0" marL="0" marR="0" rtl="0" algn="ctr">
              <a:lnSpc>
                <a:spcPct val="79996"/>
              </a:lnSpc>
              <a:spcBef>
                <a:spcPts val="0"/>
              </a:spcBef>
              <a:spcAft>
                <a:spcPts val="0"/>
              </a:spcAft>
              <a:buNone/>
            </a:pPr>
            <a:r>
              <a:rPr i="0" lang="en-US" sz="5499" u="none" cap="none" strike="noStrike">
                <a:solidFill>
                  <a:srgbClr val="191919"/>
                </a:solidFill>
                <a:latin typeface="Times New Roman"/>
                <a:ea typeface="Times New Roman"/>
                <a:cs typeface="Times New Roman"/>
                <a:sym typeface="Times New Roman"/>
              </a:rPr>
              <a:t>STATING YOUR REQUEST UP FRONT</a:t>
            </a:r>
            <a:endParaRPr>
              <a:latin typeface="Times New Roman"/>
              <a:ea typeface="Times New Roman"/>
              <a:cs typeface="Times New Roman"/>
              <a:sym typeface="Times New Roman"/>
            </a:endParaRPr>
          </a:p>
        </p:txBody>
      </p:sp>
      <p:sp>
        <p:nvSpPr>
          <p:cNvPr id="279" name="Google Shape;279;p7"/>
          <p:cNvSpPr txBox="1"/>
          <p:nvPr/>
        </p:nvSpPr>
        <p:spPr>
          <a:xfrm>
            <a:off x="7919559" y="2719220"/>
            <a:ext cx="2451300" cy="92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1995" u="none" cap="none" strike="noStrike">
                <a:solidFill>
                  <a:srgbClr val="191919"/>
                </a:solidFill>
                <a:latin typeface="Times New Roman"/>
                <a:ea typeface="Times New Roman"/>
                <a:cs typeface="Times New Roman"/>
                <a:sym typeface="Times New Roman"/>
              </a:rPr>
              <a:t>ASSUME THAT YOUR AUDIENCE WILL COMPLY.</a:t>
            </a:r>
            <a:endParaRPr sz="1300">
              <a:latin typeface="Times New Roman"/>
              <a:ea typeface="Times New Roman"/>
              <a:cs typeface="Times New Roman"/>
              <a:sym typeface="Times New Roman"/>
            </a:endParaRPr>
          </a:p>
        </p:txBody>
      </p:sp>
      <p:sp>
        <p:nvSpPr>
          <p:cNvPr id="280" name="Google Shape;280;p7"/>
          <p:cNvSpPr txBox="1"/>
          <p:nvPr/>
        </p:nvSpPr>
        <p:spPr>
          <a:xfrm>
            <a:off x="13538663" y="2949725"/>
            <a:ext cx="2451300" cy="399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2596" u="none" cap="none" strike="noStrike">
                <a:solidFill>
                  <a:srgbClr val="FFFFFF"/>
                </a:solidFill>
                <a:latin typeface="Times New Roman"/>
                <a:ea typeface="Times New Roman"/>
                <a:cs typeface="Times New Roman"/>
                <a:sym typeface="Times New Roman"/>
              </a:rPr>
              <a:t>BE SPECIFIC</a:t>
            </a:r>
            <a:endParaRPr sz="1300">
              <a:latin typeface="Times New Roman"/>
              <a:ea typeface="Times New Roman"/>
              <a:cs typeface="Times New Roman"/>
              <a:sym typeface="Times New Roman"/>
            </a:endParaRPr>
          </a:p>
        </p:txBody>
      </p:sp>
      <p:sp>
        <p:nvSpPr>
          <p:cNvPr id="281" name="Google Shape;281;p7"/>
          <p:cNvSpPr txBox="1"/>
          <p:nvPr/>
        </p:nvSpPr>
        <p:spPr>
          <a:xfrm>
            <a:off x="2297897" y="2837012"/>
            <a:ext cx="2451300" cy="675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2196" u="none" cap="none" strike="noStrike">
                <a:solidFill>
                  <a:srgbClr val="191919"/>
                </a:solidFill>
                <a:latin typeface="Times New Roman"/>
                <a:ea typeface="Times New Roman"/>
                <a:cs typeface="Times New Roman"/>
                <a:sym typeface="Times New Roman"/>
              </a:rPr>
              <a:t>PAY ATTENTION TO TONE.</a:t>
            </a:r>
            <a:endParaRPr>
              <a:latin typeface="Times New Roman"/>
              <a:ea typeface="Times New Roman"/>
              <a:cs typeface="Times New Roman"/>
              <a:sym typeface="Times New Roman"/>
            </a:endParaRPr>
          </a:p>
        </p:txBody>
      </p:sp>
      <p:sp>
        <p:nvSpPr>
          <p:cNvPr id="282" name="Google Shape;282;p7"/>
          <p:cNvSpPr txBox="1"/>
          <p:nvPr/>
        </p:nvSpPr>
        <p:spPr>
          <a:xfrm>
            <a:off x="12430771" y="4066733"/>
            <a:ext cx="4650000" cy="30006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None/>
            </a:pPr>
            <a:r>
              <a:rPr i="0" lang="en-US" sz="2599" u="none" cap="none" strike="noStrike">
                <a:solidFill>
                  <a:srgbClr val="191919"/>
                </a:solidFill>
                <a:latin typeface="Times New Roman"/>
                <a:ea typeface="Times New Roman"/>
                <a:cs typeface="Times New Roman"/>
                <a:sym typeface="Times New Roman"/>
              </a:rPr>
              <a:t>State precisely what you want. For example, if you request the latest market data from your research department, be sure to say whether you want a 1-page</a:t>
            </a:r>
            <a:endParaRPr>
              <a:latin typeface="Times New Roman"/>
              <a:ea typeface="Times New Roman"/>
              <a:cs typeface="Times New Roman"/>
              <a:sym typeface="Times New Roman"/>
            </a:endParaRPr>
          </a:p>
          <a:p>
            <a:pPr indent="0" lvl="0" marL="0" marR="0" rtl="0" algn="l">
              <a:lnSpc>
                <a:spcPct val="130011"/>
              </a:lnSpc>
              <a:spcBef>
                <a:spcPts val="0"/>
              </a:spcBef>
              <a:spcAft>
                <a:spcPts val="0"/>
              </a:spcAft>
              <a:buNone/>
            </a:pPr>
            <a:r>
              <a:rPr i="0" lang="en-US" sz="2599" u="none" cap="none" strike="noStrike">
                <a:solidFill>
                  <a:srgbClr val="191919"/>
                </a:solidFill>
                <a:latin typeface="Times New Roman"/>
                <a:ea typeface="Times New Roman"/>
                <a:cs typeface="Times New Roman"/>
                <a:sym typeface="Times New Roman"/>
              </a:rPr>
              <a:t>summary or 100 pages of raw data.</a:t>
            </a:r>
            <a:endParaRPr>
              <a:latin typeface="Times New Roman"/>
              <a:ea typeface="Times New Roman"/>
              <a:cs typeface="Times New Roman"/>
              <a:sym typeface="Times New Roman"/>
            </a:endParaRPr>
          </a:p>
        </p:txBody>
      </p:sp>
      <p:sp>
        <p:nvSpPr>
          <p:cNvPr id="283" name="Google Shape;283;p7"/>
          <p:cNvSpPr txBox="1"/>
          <p:nvPr/>
        </p:nvSpPr>
        <p:spPr>
          <a:xfrm>
            <a:off x="6805117" y="4019743"/>
            <a:ext cx="4608300" cy="31161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None/>
            </a:pPr>
            <a:r>
              <a:rPr i="0" lang="en-US" sz="2699" u="none" cap="none" strike="noStrike">
                <a:solidFill>
                  <a:srgbClr val="191919"/>
                </a:solidFill>
                <a:latin typeface="Times New Roman"/>
                <a:ea typeface="Times New Roman"/>
                <a:cs typeface="Times New Roman"/>
                <a:sym typeface="Times New Roman"/>
              </a:rPr>
              <a:t>You can generally assume that your readers</a:t>
            </a:r>
            <a:r>
              <a:rPr lang="en-US">
                <a:latin typeface="Times New Roman"/>
                <a:ea typeface="Times New Roman"/>
                <a:cs typeface="Times New Roman"/>
                <a:sym typeface="Times New Roman"/>
              </a:rPr>
              <a:t> </a:t>
            </a:r>
            <a:r>
              <a:rPr i="0" lang="en-US" sz="2699" u="none" cap="none" strike="noStrike">
                <a:solidFill>
                  <a:srgbClr val="191919"/>
                </a:solidFill>
                <a:latin typeface="Times New Roman"/>
                <a:ea typeface="Times New Roman"/>
                <a:cs typeface="Times New Roman"/>
                <a:sym typeface="Times New Roman"/>
              </a:rPr>
              <a:t>will comply with routine requests, so you don’t need to devote a lot of time or energy</a:t>
            </a:r>
            <a:r>
              <a:rPr lang="en-US">
                <a:latin typeface="Times New Roman"/>
                <a:ea typeface="Times New Roman"/>
                <a:cs typeface="Times New Roman"/>
                <a:sym typeface="Times New Roman"/>
              </a:rPr>
              <a:t> </a:t>
            </a:r>
            <a:r>
              <a:rPr i="0" lang="en-US" sz="2699" u="none" cap="none" strike="noStrike">
                <a:solidFill>
                  <a:srgbClr val="191919"/>
                </a:solidFill>
                <a:latin typeface="Times New Roman"/>
                <a:ea typeface="Times New Roman"/>
                <a:cs typeface="Times New Roman"/>
                <a:sym typeface="Times New Roman"/>
              </a:rPr>
              <a:t>toward trying to convince them to do so.</a:t>
            </a:r>
            <a:endParaRPr>
              <a:latin typeface="Times New Roman"/>
              <a:ea typeface="Times New Roman"/>
              <a:cs typeface="Times New Roman"/>
              <a:sym typeface="Times New Roman"/>
            </a:endParaRPr>
          </a:p>
        </p:txBody>
      </p:sp>
      <p:sp>
        <p:nvSpPr>
          <p:cNvPr id="284" name="Google Shape;284;p7"/>
          <p:cNvSpPr txBox="1"/>
          <p:nvPr/>
        </p:nvSpPr>
        <p:spPr>
          <a:xfrm>
            <a:off x="1283279" y="3944178"/>
            <a:ext cx="4735200" cy="3231600"/>
          </a:xfrm>
          <a:prstGeom prst="rect">
            <a:avLst/>
          </a:prstGeom>
          <a:noFill/>
          <a:ln>
            <a:noFill/>
          </a:ln>
        </p:spPr>
        <p:txBody>
          <a:bodyPr anchorCtr="0" anchor="t" bIns="0" lIns="0" spcFirstLastPara="1" rIns="0" wrap="square" tIns="0">
            <a:spAutoFit/>
          </a:bodyPr>
          <a:lstStyle/>
          <a:p>
            <a:pPr indent="0" lvl="0" marL="0" marR="0" rtl="0" algn="l">
              <a:lnSpc>
                <a:spcPct val="130010"/>
              </a:lnSpc>
              <a:spcBef>
                <a:spcPts val="0"/>
              </a:spcBef>
              <a:spcAft>
                <a:spcPts val="0"/>
              </a:spcAft>
              <a:buNone/>
            </a:pPr>
            <a:r>
              <a:rPr b="0" i="0" lang="en-US" sz="2799" u="none" cap="none" strike="noStrike">
                <a:solidFill>
                  <a:srgbClr val="191919"/>
                </a:solidFill>
                <a:latin typeface="Oi"/>
                <a:ea typeface="Oi"/>
                <a:cs typeface="Oi"/>
                <a:sym typeface="Oi"/>
              </a:rPr>
              <a:t> </a:t>
            </a:r>
            <a:r>
              <a:rPr i="0" lang="en-US" sz="2799" u="none" cap="none" strike="noStrike">
                <a:solidFill>
                  <a:srgbClr val="191919"/>
                </a:solidFill>
                <a:latin typeface="Times New Roman"/>
                <a:ea typeface="Times New Roman"/>
                <a:cs typeface="Times New Roman"/>
                <a:sym typeface="Times New Roman"/>
              </a:rPr>
              <a:t>Instead of demanding action (“Send me the latest version of</a:t>
            </a:r>
            <a:endParaRPr>
              <a:latin typeface="Times New Roman"/>
              <a:ea typeface="Times New Roman"/>
              <a:cs typeface="Times New Roman"/>
              <a:sym typeface="Times New Roman"/>
            </a:endParaRPr>
          </a:p>
          <a:p>
            <a:pPr indent="0" lvl="0" marL="0" marR="0" rtl="0" algn="l">
              <a:lnSpc>
                <a:spcPct val="130010"/>
              </a:lnSpc>
              <a:spcBef>
                <a:spcPts val="0"/>
              </a:spcBef>
              <a:spcAft>
                <a:spcPts val="0"/>
              </a:spcAft>
              <a:buNone/>
            </a:pPr>
            <a:r>
              <a:rPr i="0" lang="en-US" sz="2799" u="none" cap="none" strike="noStrike">
                <a:solidFill>
                  <a:srgbClr val="191919"/>
                </a:solidFill>
                <a:latin typeface="Times New Roman"/>
                <a:ea typeface="Times New Roman"/>
                <a:cs typeface="Times New Roman"/>
                <a:sym typeface="Times New Roman"/>
              </a:rPr>
              <a:t>the budget spreadsheet”), show respect by using words such as please and I would</a:t>
            </a:r>
            <a:endParaRPr>
              <a:latin typeface="Times New Roman"/>
              <a:ea typeface="Times New Roman"/>
              <a:cs typeface="Times New Roman"/>
              <a:sym typeface="Times New Roman"/>
            </a:endParaRPr>
          </a:p>
          <a:p>
            <a:pPr indent="0" lvl="0" marL="0" marR="0" rtl="0" algn="l">
              <a:lnSpc>
                <a:spcPct val="130010"/>
              </a:lnSpc>
              <a:spcBef>
                <a:spcPts val="0"/>
              </a:spcBef>
              <a:spcAft>
                <a:spcPts val="0"/>
              </a:spcAft>
              <a:buNone/>
            </a:pPr>
            <a:r>
              <a:rPr i="0" lang="en-US" sz="2799" u="none" cap="none" strike="noStrike">
                <a:solidFill>
                  <a:srgbClr val="191919"/>
                </a:solidFill>
                <a:latin typeface="Times New Roman"/>
                <a:ea typeface="Times New Roman"/>
                <a:cs typeface="Times New Roman"/>
                <a:sym typeface="Times New Roman"/>
              </a:rPr>
              <a:t>appreciate.</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FAB0"/>
        </a:solidFill>
      </p:bgPr>
    </p:bg>
    <p:spTree>
      <p:nvGrpSpPr>
        <p:cNvPr id="288" name="Shape 288"/>
        <p:cNvGrpSpPr/>
        <p:nvPr/>
      </p:nvGrpSpPr>
      <p:grpSpPr>
        <a:xfrm>
          <a:off x="0" y="0"/>
          <a:ext cx="0" cy="0"/>
          <a:chOff x="0" y="0"/>
          <a:chExt cx="0" cy="0"/>
        </a:xfrm>
      </p:grpSpPr>
      <p:pic>
        <p:nvPicPr>
          <p:cNvPr id="289" name="Google Shape;289;p8"/>
          <p:cNvPicPr preferRelativeResize="0"/>
          <p:nvPr/>
        </p:nvPicPr>
        <p:blipFill rotWithShape="1">
          <a:blip r:embed="rId3">
            <a:alphaModFix/>
          </a:blip>
          <a:srcRect b="0" l="0" r="0" t="0"/>
          <a:stretch/>
        </p:blipFill>
        <p:spPr>
          <a:xfrm rot="-5626858">
            <a:off x="16196364" y="7402817"/>
            <a:ext cx="4418353" cy="5192509"/>
          </a:xfrm>
          <a:prstGeom prst="rect">
            <a:avLst/>
          </a:prstGeom>
          <a:noFill/>
          <a:ln>
            <a:noFill/>
          </a:ln>
        </p:spPr>
      </p:pic>
      <p:pic>
        <p:nvPicPr>
          <p:cNvPr id="290" name="Google Shape;290;p8"/>
          <p:cNvPicPr preferRelativeResize="0"/>
          <p:nvPr/>
        </p:nvPicPr>
        <p:blipFill rotWithShape="1">
          <a:blip r:embed="rId4">
            <a:alphaModFix/>
          </a:blip>
          <a:srcRect b="0" l="0" r="0" t="0"/>
          <a:stretch/>
        </p:blipFill>
        <p:spPr>
          <a:xfrm rot="-970787">
            <a:off x="-1188635" y="-2418846"/>
            <a:ext cx="4943827" cy="4107871"/>
          </a:xfrm>
          <a:prstGeom prst="rect">
            <a:avLst/>
          </a:prstGeom>
          <a:noFill/>
          <a:ln>
            <a:noFill/>
          </a:ln>
        </p:spPr>
      </p:pic>
      <p:grpSp>
        <p:nvGrpSpPr>
          <p:cNvPr id="291" name="Google Shape;291;p8"/>
          <p:cNvGrpSpPr/>
          <p:nvPr/>
        </p:nvGrpSpPr>
        <p:grpSpPr>
          <a:xfrm>
            <a:off x="12269466" y="3103027"/>
            <a:ext cx="4989834" cy="4820244"/>
            <a:chOff x="0" y="0"/>
            <a:chExt cx="7787497" cy="7522822"/>
          </a:xfrm>
        </p:grpSpPr>
        <p:sp>
          <p:nvSpPr>
            <p:cNvPr id="292" name="Google Shape;292;p8"/>
            <p:cNvSpPr/>
            <p:nvPr/>
          </p:nvSpPr>
          <p:spPr>
            <a:xfrm>
              <a:off x="31750" y="31750"/>
              <a:ext cx="7723997" cy="7459322"/>
            </a:xfrm>
            <a:custGeom>
              <a:rect b="b" l="l" r="r" t="t"/>
              <a:pathLst>
                <a:path extrusionOk="0" h="7459322" w="7723997">
                  <a:moveTo>
                    <a:pt x="7631286" y="7459322"/>
                  </a:moveTo>
                  <a:lnTo>
                    <a:pt x="92710" y="7459322"/>
                  </a:lnTo>
                  <a:cubicBezTo>
                    <a:pt x="41910" y="7459322"/>
                    <a:pt x="0" y="7417412"/>
                    <a:pt x="0" y="7366612"/>
                  </a:cubicBezTo>
                  <a:lnTo>
                    <a:pt x="0" y="92710"/>
                  </a:lnTo>
                  <a:cubicBezTo>
                    <a:pt x="0" y="41910"/>
                    <a:pt x="41910" y="0"/>
                    <a:pt x="92710" y="0"/>
                  </a:cubicBezTo>
                  <a:lnTo>
                    <a:pt x="7630016" y="0"/>
                  </a:lnTo>
                  <a:cubicBezTo>
                    <a:pt x="7680816" y="0"/>
                    <a:pt x="7722726" y="41910"/>
                    <a:pt x="7722726" y="92710"/>
                  </a:cubicBezTo>
                  <a:lnTo>
                    <a:pt x="7722726" y="7365343"/>
                  </a:lnTo>
                  <a:cubicBezTo>
                    <a:pt x="7723997" y="7417412"/>
                    <a:pt x="7682087" y="7459322"/>
                    <a:pt x="7631287" y="7459322"/>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8"/>
            <p:cNvSpPr/>
            <p:nvPr/>
          </p:nvSpPr>
          <p:spPr>
            <a:xfrm>
              <a:off x="0" y="0"/>
              <a:ext cx="7787497" cy="7522822"/>
            </a:xfrm>
            <a:custGeom>
              <a:rect b="b" l="l" r="r" t="t"/>
              <a:pathLst>
                <a:path extrusionOk="0" h="7522822" w="7787497">
                  <a:moveTo>
                    <a:pt x="7663036" y="59690"/>
                  </a:moveTo>
                  <a:cubicBezTo>
                    <a:pt x="7698597" y="59690"/>
                    <a:pt x="7727807" y="88900"/>
                    <a:pt x="7727807" y="124460"/>
                  </a:cubicBezTo>
                  <a:lnTo>
                    <a:pt x="7727807" y="7398362"/>
                  </a:lnTo>
                  <a:cubicBezTo>
                    <a:pt x="7727807" y="7433922"/>
                    <a:pt x="7698597" y="7463133"/>
                    <a:pt x="7663036" y="7463133"/>
                  </a:cubicBezTo>
                  <a:lnTo>
                    <a:pt x="124460" y="7463133"/>
                  </a:lnTo>
                  <a:cubicBezTo>
                    <a:pt x="88900" y="7463133"/>
                    <a:pt x="59690" y="7433922"/>
                    <a:pt x="59690" y="7398362"/>
                  </a:cubicBezTo>
                  <a:lnTo>
                    <a:pt x="59690" y="124460"/>
                  </a:lnTo>
                  <a:cubicBezTo>
                    <a:pt x="59690" y="88900"/>
                    <a:pt x="88900" y="59690"/>
                    <a:pt x="124460" y="59690"/>
                  </a:cubicBezTo>
                  <a:lnTo>
                    <a:pt x="7663037" y="59690"/>
                  </a:lnTo>
                  <a:moveTo>
                    <a:pt x="7663037" y="0"/>
                  </a:moveTo>
                  <a:lnTo>
                    <a:pt x="124460" y="0"/>
                  </a:lnTo>
                  <a:cubicBezTo>
                    <a:pt x="55880" y="0"/>
                    <a:pt x="0" y="55880"/>
                    <a:pt x="0" y="124460"/>
                  </a:cubicBezTo>
                  <a:lnTo>
                    <a:pt x="0" y="7398362"/>
                  </a:lnTo>
                  <a:cubicBezTo>
                    <a:pt x="0" y="7466943"/>
                    <a:pt x="55880" y="7522822"/>
                    <a:pt x="124460" y="7522822"/>
                  </a:cubicBezTo>
                  <a:lnTo>
                    <a:pt x="7663037" y="7522822"/>
                  </a:lnTo>
                  <a:cubicBezTo>
                    <a:pt x="7731616" y="7522822"/>
                    <a:pt x="7787497" y="7466943"/>
                    <a:pt x="7787497" y="7398362"/>
                  </a:cubicBezTo>
                  <a:lnTo>
                    <a:pt x="7787497" y="124460"/>
                  </a:lnTo>
                  <a:cubicBezTo>
                    <a:pt x="7787497" y="55880"/>
                    <a:pt x="7731616" y="0"/>
                    <a:pt x="7663037"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 name="Google Shape;294;p8"/>
          <p:cNvGrpSpPr/>
          <p:nvPr/>
        </p:nvGrpSpPr>
        <p:grpSpPr>
          <a:xfrm>
            <a:off x="6650362" y="3103027"/>
            <a:ext cx="4989834" cy="4820244"/>
            <a:chOff x="0" y="0"/>
            <a:chExt cx="7787497" cy="7522822"/>
          </a:xfrm>
        </p:grpSpPr>
        <p:sp>
          <p:nvSpPr>
            <p:cNvPr id="295" name="Google Shape;295;p8"/>
            <p:cNvSpPr/>
            <p:nvPr/>
          </p:nvSpPr>
          <p:spPr>
            <a:xfrm>
              <a:off x="31750" y="31750"/>
              <a:ext cx="7723997" cy="7459322"/>
            </a:xfrm>
            <a:custGeom>
              <a:rect b="b" l="l" r="r" t="t"/>
              <a:pathLst>
                <a:path extrusionOk="0" h="7459322" w="7723997">
                  <a:moveTo>
                    <a:pt x="7631286" y="7459322"/>
                  </a:moveTo>
                  <a:lnTo>
                    <a:pt x="92710" y="7459322"/>
                  </a:lnTo>
                  <a:cubicBezTo>
                    <a:pt x="41910" y="7459322"/>
                    <a:pt x="0" y="7417412"/>
                    <a:pt x="0" y="7366612"/>
                  </a:cubicBezTo>
                  <a:lnTo>
                    <a:pt x="0" y="92710"/>
                  </a:lnTo>
                  <a:cubicBezTo>
                    <a:pt x="0" y="41910"/>
                    <a:pt x="41910" y="0"/>
                    <a:pt x="92710" y="0"/>
                  </a:cubicBezTo>
                  <a:lnTo>
                    <a:pt x="7630016" y="0"/>
                  </a:lnTo>
                  <a:cubicBezTo>
                    <a:pt x="7680816" y="0"/>
                    <a:pt x="7722726" y="41910"/>
                    <a:pt x="7722726" y="92710"/>
                  </a:cubicBezTo>
                  <a:lnTo>
                    <a:pt x="7722726" y="7365343"/>
                  </a:lnTo>
                  <a:cubicBezTo>
                    <a:pt x="7723997" y="7417412"/>
                    <a:pt x="7682087" y="7459322"/>
                    <a:pt x="7631287" y="7459322"/>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0" y="0"/>
              <a:ext cx="7787497" cy="7522822"/>
            </a:xfrm>
            <a:custGeom>
              <a:rect b="b" l="l" r="r" t="t"/>
              <a:pathLst>
                <a:path extrusionOk="0" h="7522822" w="7787497">
                  <a:moveTo>
                    <a:pt x="7663036" y="59690"/>
                  </a:moveTo>
                  <a:cubicBezTo>
                    <a:pt x="7698597" y="59690"/>
                    <a:pt x="7727807" y="88900"/>
                    <a:pt x="7727807" y="124460"/>
                  </a:cubicBezTo>
                  <a:lnTo>
                    <a:pt x="7727807" y="7398362"/>
                  </a:lnTo>
                  <a:cubicBezTo>
                    <a:pt x="7727807" y="7433922"/>
                    <a:pt x="7698597" y="7463133"/>
                    <a:pt x="7663036" y="7463133"/>
                  </a:cubicBezTo>
                  <a:lnTo>
                    <a:pt x="124460" y="7463133"/>
                  </a:lnTo>
                  <a:cubicBezTo>
                    <a:pt x="88900" y="7463133"/>
                    <a:pt x="59690" y="7433922"/>
                    <a:pt x="59690" y="7398362"/>
                  </a:cubicBezTo>
                  <a:lnTo>
                    <a:pt x="59690" y="124460"/>
                  </a:lnTo>
                  <a:cubicBezTo>
                    <a:pt x="59690" y="88900"/>
                    <a:pt x="88900" y="59690"/>
                    <a:pt x="124460" y="59690"/>
                  </a:cubicBezTo>
                  <a:lnTo>
                    <a:pt x="7663037" y="59690"/>
                  </a:lnTo>
                  <a:moveTo>
                    <a:pt x="7663037" y="0"/>
                  </a:moveTo>
                  <a:lnTo>
                    <a:pt x="124460" y="0"/>
                  </a:lnTo>
                  <a:cubicBezTo>
                    <a:pt x="55880" y="0"/>
                    <a:pt x="0" y="55880"/>
                    <a:pt x="0" y="124460"/>
                  </a:cubicBezTo>
                  <a:lnTo>
                    <a:pt x="0" y="7398362"/>
                  </a:lnTo>
                  <a:cubicBezTo>
                    <a:pt x="0" y="7466943"/>
                    <a:pt x="55880" y="7522822"/>
                    <a:pt x="124460" y="7522822"/>
                  </a:cubicBezTo>
                  <a:lnTo>
                    <a:pt x="7663037" y="7522822"/>
                  </a:lnTo>
                  <a:cubicBezTo>
                    <a:pt x="7731616" y="7522822"/>
                    <a:pt x="7787497" y="7466943"/>
                    <a:pt x="7787497" y="7398362"/>
                  </a:cubicBezTo>
                  <a:lnTo>
                    <a:pt x="7787497" y="124460"/>
                  </a:lnTo>
                  <a:cubicBezTo>
                    <a:pt x="7787497" y="55880"/>
                    <a:pt x="7731616" y="0"/>
                    <a:pt x="7663037"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 name="Google Shape;297;p8"/>
          <p:cNvGrpSpPr/>
          <p:nvPr/>
        </p:nvGrpSpPr>
        <p:grpSpPr>
          <a:xfrm>
            <a:off x="1028700" y="3103027"/>
            <a:ext cx="4989834" cy="4820244"/>
            <a:chOff x="0" y="0"/>
            <a:chExt cx="7787497" cy="7522822"/>
          </a:xfrm>
        </p:grpSpPr>
        <p:sp>
          <p:nvSpPr>
            <p:cNvPr id="298" name="Google Shape;298;p8"/>
            <p:cNvSpPr/>
            <p:nvPr/>
          </p:nvSpPr>
          <p:spPr>
            <a:xfrm>
              <a:off x="31750" y="31750"/>
              <a:ext cx="7723997" cy="7459322"/>
            </a:xfrm>
            <a:custGeom>
              <a:rect b="b" l="l" r="r" t="t"/>
              <a:pathLst>
                <a:path extrusionOk="0" h="7459322" w="7723997">
                  <a:moveTo>
                    <a:pt x="7631286" y="7459322"/>
                  </a:moveTo>
                  <a:lnTo>
                    <a:pt x="92710" y="7459322"/>
                  </a:lnTo>
                  <a:cubicBezTo>
                    <a:pt x="41910" y="7459322"/>
                    <a:pt x="0" y="7417412"/>
                    <a:pt x="0" y="7366612"/>
                  </a:cubicBezTo>
                  <a:lnTo>
                    <a:pt x="0" y="92710"/>
                  </a:lnTo>
                  <a:cubicBezTo>
                    <a:pt x="0" y="41910"/>
                    <a:pt x="41910" y="0"/>
                    <a:pt x="92710" y="0"/>
                  </a:cubicBezTo>
                  <a:lnTo>
                    <a:pt x="7630016" y="0"/>
                  </a:lnTo>
                  <a:cubicBezTo>
                    <a:pt x="7680816" y="0"/>
                    <a:pt x="7722726" y="41910"/>
                    <a:pt x="7722726" y="92710"/>
                  </a:cubicBezTo>
                  <a:lnTo>
                    <a:pt x="7722726" y="7365343"/>
                  </a:lnTo>
                  <a:cubicBezTo>
                    <a:pt x="7723997" y="7417412"/>
                    <a:pt x="7682087" y="7459322"/>
                    <a:pt x="7631287" y="7459322"/>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8"/>
            <p:cNvSpPr/>
            <p:nvPr/>
          </p:nvSpPr>
          <p:spPr>
            <a:xfrm>
              <a:off x="0" y="0"/>
              <a:ext cx="7787497" cy="7522822"/>
            </a:xfrm>
            <a:custGeom>
              <a:rect b="b" l="l" r="r" t="t"/>
              <a:pathLst>
                <a:path extrusionOk="0" h="7522822" w="7787497">
                  <a:moveTo>
                    <a:pt x="7663036" y="59690"/>
                  </a:moveTo>
                  <a:cubicBezTo>
                    <a:pt x="7698597" y="59690"/>
                    <a:pt x="7727807" y="88900"/>
                    <a:pt x="7727807" y="124460"/>
                  </a:cubicBezTo>
                  <a:lnTo>
                    <a:pt x="7727807" y="7398362"/>
                  </a:lnTo>
                  <a:cubicBezTo>
                    <a:pt x="7727807" y="7433922"/>
                    <a:pt x="7698597" y="7463133"/>
                    <a:pt x="7663036" y="7463133"/>
                  </a:cubicBezTo>
                  <a:lnTo>
                    <a:pt x="124460" y="7463133"/>
                  </a:lnTo>
                  <a:cubicBezTo>
                    <a:pt x="88900" y="7463133"/>
                    <a:pt x="59690" y="7433922"/>
                    <a:pt x="59690" y="7398362"/>
                  </a:cubicBezTo>
                  <a:lnTo>
                    <a:pt x="59690" y="124460"/>
                  </a:lnTo>
                  <a:cubicBezTo>
                    <a:pt x="59690" y="88900"/>
                    <a:pt x="88900" y="59690"/>
                    <a:pt x="124460" y="59690"/>
                  </a:cubicBezTo>
                  <a:lnTo>
                    <a:pt x="7663037" y="59690"/>
                  </a:lnTo>
                  <a:moveTo>
                    <a:pt x="7663037" y="0"/>
                  </a:moveTo>
                  <a:lnTo>
                    <a:pt x="124460" y="0"/>
                  </a:lnTo>
                  <a:cubicBezTo>
                    <a:pt x="55880" y="0"/>
                    <a:pt x="0" y="55880"/>
                    <a:pt x="0" y="124460"/>
                  </a:cubicBezTo>
                  <a:lnTo>
                    <a:pt x="0" y="7398362"/>
                  </a:lnTo>
                  <a:cubicBezTo>
                    <a:pt x="0" y="7466943"/>
                    <a:pt x="55880" y="7522822"/>
                    <a:pt x="124460" y="7522822"/>
                  </a:cubicBezTo>
                  <a:lnTo>
                    <a:pt x="7663037" y="7522822"/>
                  </a:lnTo>
                  <a:cubicBezTo>
                    <a:pt x="7731616" y="7522822"/>
                    <a:pt x="7787497" y="7466943"/>
                    <a:pt x="7787497" y="7398362"/>
                  </a:cubicBezTo>
                  <a:lnTo>
                    <a:pt x="7787497" y="124460"/>
                  </a:lnTo>
                  <a:cubicBezTo>
                    <a:pt x="7787497" y="55880"/>
                    <a:pt x="7731616" y="0"/>
                    <a:pt x="7663037"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0" name="Google Shape;300;p8"/>
          <p:cNvGrpSpPr/>
          <p:nvPr/>
        </p:nvGrpSpPr>
        <p:grpSpPr>
          <a:xfrm>
            <a:off x="7558655" y="2611379"/>
            <a:ext cx="3173249" cy="1075716"/>
            <a:chOff x="0" y="0"/>
            <a:chExt cx="1624265" cy="550618"/>
          </a:xfrm>
        </p:grpSpPr>
        <p:sp>
          <p:nvSpPr>
            <p:cNvPr id="301" name="Google Shape;301;p8"/>
            <p:cNvSpPr/>
            <p:nvPr/>
          </p:nvSpPr>
          <p:spPr>
            <a:xfrm>
              <a:off x="92710" y="106680"/>
              <a:ext cx="1520125" cy="431238"/>
            </a:xfrm>
            <a:custGeom>
              <a:rect b="b" l="l" r="r" t="t"/>
              <a:pathLst>
                <a:path extrusionOk="0" h="431238" w="1520125">
                  <a:moveTo>
                    <a:pt x="1493455" y="242008"/>
                  </a:moveTo>
                  <a:cubicBezTo>
                    <a:pt x="1493455" y="329638"/>
                    <a:pt x="1417255" y="400758"/>
                    <a:pt x="1335975" y="400758"/>
                  </a:cubicBezTo>
                  <a:lnTo>
                    <a:pt x="66040" y="400758"/>
                  </a:lnTo>
                  <a:cubicBezTo>
                    <a:pt x="43180" y="400758"/>
                    <a:pt x="20320" y="395678"/>
                    <a:pt x="0" y="386788"/>
                  </a:cubicBezTo>
                  <a:cubicBezTo>
                    <a:pt x="26670" y="414728"/>
                    <a:pt x="63500" y="431238"/>
                    <a:pt x="103816" y="431238"/>
                  </a:cubicBezTo>
                  <a:lnTo>
                    <a:pt x="1374075" y="431238"/>
                  </a:lnTo>
                  <a:cubicBezTo>
                    <a:pt x="1454085" y="431238"/>
                    <a:pt x="1520125" y="365198"/>
                    <a:pt x="1520125" y="285188"/>
                  </a:cubicBezTo>
                  <a:lnTo>
                    <a:pt x="1520125" y="95250"/>
                  </a:lnTo>
                  <a:cubicBezTo>
                    <a:pt x="1520125" y="58420"/>
                    <a:pt x="1506155" y="25400"/>
                    <a:pt x="1484565" y="0"/>
                  </a:cubicBezTo>
                  <a:cubicBezTo>
                    <a:pt x="1490915" y="16510"/>
                    <a:pt x="1493455" y="34290"/>
                    <a:pt x="1493455" y="52070"/>
                  </a:cubicBezTo>
                  <a:lnTo>
                    <a:pt x="1493455" y="242008"/>
                  </a:lnTo>
                  <a:lnTo>
                    <a:pt x="1493455" y="242008"/>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8"/>
            <p:cNvSpPr/>
            <p:nvPr/>
          </p:nvSpPr>
          <p:spPr>
            <a:xfrm>
              <a:off x="12700" y="12700"/>
              <a:ext cx="1559495" cy="482038"/>
            </a:xfrm>
            <a:custGeom>
              <a:rect b="b" l="l" r="r" t="t"/>
              <a:pathLst>
                <a:path extrusionOk="0" h="482038" w="1559495">
                  <a:moveTo>
                    <a:pt x="146050" y="482038"/>
                  </a:moveTo>
                  <a:lnTo>
                    <a:pt x="1413445" y="482038"/>
                  </a:lnTo>
                  <a:cubicBezTo>
                    <a:pt x="1493455" y="482038"/>
                    <a:pt x="1559495" y="415998"/>
                    <a:pt x="1559495" y="335988"/>
                  </a:cubicBezTo>
                  <a:lnTo>
                    <a:pt x="1559495" y="146050"/>
                  </a:lnTo>
                  <a:cubicBezTo>
                    <a:pt x="1559495" y="66040"/>
                    <a:pt x="1493455" y="0"/>
                    <a:pt x="1413445" y="0"/>
                  </a:cubicBezTo>
                  <a:lnTo>
                    <a:pt x="146050" y="0"/>
                  </a:lnTo>
                  <a:cubicBezTo>
                    <a:pt x="66040" y="0"/>
                    <a:pt x="0" y="66040"/>
                    <a:pt x="0" y="146050"/>
                  </a:cubicBezTo>
                  <a:lnTo>
                    <a:pt x="0" y="335988"/>
                  </a:lnTo>
                  <a:cubicBezTo>
                    <a:pt x="0" y="417268"/>
                    <a:pt x="66040" y="482038"/>
                    <a:pt x="146050" y="482038"/>
                  </a:cubicBezTo>
                  <a:close/>
                </a:path>
              </a:pathLst>
            </a:custGeom>
            <a:solidFill>
              <a:srgbClr val="FFF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8"/>
            <p:cNvSpPr/>
            <p:nvPr/>
          </p:nvSpPr>
          <p:spPr>
            <a:xfrm>
              <a:off x="0" y="0"/>
              <a:ext cx="1624265" cy="550618"/>
            </a:xfrm>
            <a:custGeom>
              <a:rect b="b" l="l" r="r" t="t"/>
              <a:pathLst>
                <a:path extrusionOk="0" h="550618" w="1624265">
                  <a:moveTo>
                    <a:pt x="1560765" y="74930"/>
                  </a:moveTo>
                  <a:cubicBezTo>
                    <a:pt x="1532825" y="30480"/>
                    <a:pt x="1483295" y="0"/>
                    <a:pt x="1426145" y="0"/>
                  </a:cubicBezTo>
                  <a:lnTo>
                    <a:pt x="158750" y="0"/>
                  </a:lnTo>
                  <a:cubicBezTo>
                    <a:pt x="71120" y="0"/>
                    <a:pt x="0" y="71120"/>
                    <a:pt x="0" y="158750"/>
                  </a:cubicBezTo>
                  <a:lnTo>
                    <a:pt x="0" y="348688"/>
                  </a:lnTo>
                  <a:cubicBezTo>
                    <a:pt x="0" y="400758"/>
                    <a:pt x="25400" y="446478"/>
                    <a:pt x="63500" y="475688"/>
                  </a:cubicBezTo>
                  <a:cubicBezTo>
                    <a:pt x="91440" y="520138"/>
                    <a:pt x="140970" y="550618"/>
                    <a:pt x="197745" y="550618"/>
                  </a:cubicBezTo>
                  <a:lnTo>
                    <a:pt x="1465515" y="550618"/>
                  </a:lnTo>
                  <a:cubicBezTo>
                    <a:pt x="1553145" y="550618"/>
                    <a:pt x="1624265" y="479498"/>
                    <a:pt x="1624265" y="391868"/>
                  </a:cubicBezTo>
                  <a:lnTo>
                    <a:pt x="1624265" y="201930"/>
                  </a:lnTo>
                  <a:cubicBezTo>
                    <a:pt x="1624265" y="149860"/>
                    <a:pt x="1598865" y="104140"/>
                    <a:pt x="1560765" y="74930"/>
                  </a:cubicBezTo>
                  <a:close/>
                  <a:moveTo>
                    <a:pt x="12700" y="348688"/>
                  </a:moveTo>
                  <a:lnTo>
                    <a:pt x="12700" y="158750"/>
                  </a:lnTo>
                  <a:cubicBezTo>
                    <a:pt x="12700" y="78740"/>
                    <a:pt x="78740" y="12700"/>
                    <a:pt x="158750" y="12700"/>
                  </a:cubicBezTo>
                  <a:lnTo>
                    <a:pt x="1426145" y="12700"/>
                  </a:lnTo>
                  <a:cubicBezTo>
                    <a:pt x="1506155" y="12700"/>
                    <a:pt x="1572195" y="78740"/>
                    <a:pt x="1572195" y="158750"/>
                  </a:cubicBezTo>
                  <a:lnTo>
                    <a:pt x="1572195" y="348688"/>
                  </a:lnTo>
                  <a:cubicBezTo>
                    <a:pt x="1572195" y="428698"/>
                    <a:pt x="1506155" y="494738"/>
                    <a:pt x="1426145" y="494738"/>
                  </a:cubicBezTo>
                  <a:lnTo>
                    <a:pt x="158750" y="494738"/>
                  </a:lnTo>
                  <a:cubicBezTo>
                    <a:pt x="78740" y="494738"/>
                    <a:pt x="12700" y="429968"/>
                    <a:pt x="12700" y="348688"/>
                  </a:cubicBezTo>
                  <a:close/>
                  <a:moveTo>
                    <a:pt x="1612835" y="391868"/>
                  </a:moveTo>
                  <a:cubicBezTo>
                    <a:pt x="1612835" y="471878"/>
                    <a:pt x="1545525" y="537918"/>
                    <a:pt x="1465515" y="537918"/>
                  </a:cubicBezTo>
                  <a:lnTo>
                    <a:pt x="197745" y="537918"/>
                  </a:lnTo>
                  <a:cubicBezTo>
                    <a:pt x="157480" y="537918"/>
                    <a:pt x="120650" y="521408"/>
                    <a:pt x="93980" y="493468"/>
                  </a:cubicBezTo>
                  <a:cubicBezTo>
                    <a:pt x="114300" y="502358"/>
                    <a:pt x="135890" y="507438"/>
                    <a:pt x="160020" y="507438"/>
                  </a:cubicBezTo>
                  <a:lnTo>
                    <a:pt x="1427415" y="507438"/>
                  </a:lnTo>
                  <a:cubicBezTo>
                    <a:pt x="1515045" y="507438"/>
                    <a:pt x="1586165" y="436318"/>
                    <a:pt x="1586165" y="348688"/>
                  </a:cubicBezTo>
                  <a:lnTo>
                    <a:pt x="1586165" y="158750"/>
                  </a:lnTo>
                  <a:cubicBezTo>
                    <a:pt x="1586165" y="140970"/>
                    <a:pt x="1582355" y="123190"/>
                    <a:pt x="1577275" y="106680"/>
                  </a:cubicBezTo>
                  <a:cubicBezTo>
                    <a:pt x="1598865" y="132080"/>
                    <a:pt x="1612835" y="165100"/>
                    <a:pt x="1612835" y="201930"/>
                  </a:cubicBezTo>
                  <a:lnTo>
                    <a:pt x="1612835" y="391868"/>
                  </a:lnTo>
                  <a:cubicBezTo>
                    <a:pt x="1612835" y="391868"/>
                    <a:pt x="1612835" y="391868"/>
                    <a:pt x="1612835" y="391868"/>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4" name="Google Shape;304;p8"/>
          <p:cNvGrpSpPr/>
          <p:nvPr/>
        </p:nvGrpSpPr>
        <p:grpSpPr>
          <a:xfrm>
            <a:off x="13177758" y="2611379"/>
            <a:ext cx="3173249" cy="1075716"/>
            <a:chOff x="0" y="0"/>
            <a:chExt cx="1624265" cy="550618"/>
          </a:xfrm>
        </p:grpSpPr>
        <p:sp>
          <p:nvSpPr>
            <p:cNvPr id="305" name="Google Shape;305;p8"/>
            <p:cNvSpPr/>
            <p:nvPr/>
          </p:nvSpPr>
          <p:spPr>
            <a:xfrm>
              <a:off x="92710" y="106680"/>
              <a:ext cx="1520125" cy="431238"/>
            </a:xfrm>
            <a:custGeom>
              <a:rect b="b" l="l" r="r" t="t"/>
              <a:pathLst>
                <a:path extrusionOk="0" h="431238" w="1520125">
                  <a:moveTo>
                    <a:pt x="1493455" y="242008"/>
                  </a:moveTo>
                  <a:cubicBezTo>
                    <a:pt x="1493455" y="329638"/>
                    <a:pt x="1417255" y="400758"/>
                    <a:pt x="1335975" y="400758"/>
                  </a:cubicBezTo>
                  <a:lnTo>
                    <a:pt x="66040" y="400758"/>
                  </a:lnTo>
                  <a:cubicBezTo>
                    <a:pt x="43180" y="400758"/>
                    <a:pt x="20320" y="395678"/>
                    <a:pt x="0" y="386788"/>
                  </a:cubicBezTo>
                  <a:cubicBezTo>
                    <a:pt x="26670" y="414728"/>
                    <a:pt x="63500" y="431238"/>
                    <a:pt x="103816" y="431238"/>
                  </a:cubicBezTo>
                  <a:lnTo>
                    <a:pt x="1374075" y="431238"/>
                  </a:lnTo>
                  <a:cubicBezTo>
                    <a:pt x="1454085" y="431238"/>
                    <a:pt x="1520125" y="365198"/>
                    <a:pt x="1520125" y="285188"/>
                  </a:cubicBezTo>
                  <a:lnTo>
                    <a:pt x="1520125" y="95250"/>
                  </a:lnTo>
                  <a:cubicBezTo>
                    <a:pt x="1520125" y="58420"/>
                    <a:pt x="1506155" y="25400"/>
                    <a:pt x="1484565" y="0"/>
                  </a:cubicBezTo>
                  <a:cubicBezTo>
                    <a:pt x="1490915" y="16510"/>
                    <a:pt x="1493455" y="34290"/>
                    <a:pt x="1493455" y="52070"/>
                  </a:cubicBezTo>
                  <a:lnTo>
                    <a:pt x="1493455" y="242008"/>
                  </a:lnTo>
                  <a:lnTo>
                    <a:pt x="1493455" y="242008"/>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8"/>
            <p:cNvSpPr/>
            <p:nvPr/>
          </p:nvSpPr>
          <p:spPr>
            <a:xfrm>
              <a:off x="12700" y="12700"/>
              <a:ext cx="1559495" cy="482038"/>
            </a:xfrm>
            <a:custGeom>
              <a:rect b="b" l="l" r="r" t="t"/>
              <a:pathLst>
                <a:path extrusionOk="0" h="482038" w="1559495">
                  <a:moveTo>
                    <a:pt x="146050" y="482038"/>
                  </a:moveTo>
                  <a:lnTo>
                    <a:pt x="1413445" y="482038"/>
                  </a:lnTo>
                  <a:cubicBezTo>
                    <a:pt x="1493455" y="482038"/>
                    <a:pt x="1559495" y="415998"/>
                    <a:pt x="1559495" y="335988"/>
                  </a:cubicBezTo>
                  <a:lnTo>
                    <a:pt x="1559495" y="146050"/>
                  </a:lnTo>
                  <a:cubicBezTo>
                    <a:pt x="1559495" y="66040"/>
                    <a:pt x="1493455" y="0"/>
                    <a:pt x="1413445" y="0"/>
                  </a:cubicBezTo>
                  <a:lnTo>
                    <a:pt x="146050" y="0"/>
                  </a:lnTo>
                  <a:cubicBezTo>
                    <a:pt x="66040" y="0"/>
                    <a:pt x="0" y="66040"/>
                    <a:pt x="0" y="146050"/>
                  </a:cubicBezTo>
                  <a:lnTo>
                    <a:pt x="0" y="335988"/>
                  </a:lnTo>
                  <a:cubicBezTo>
                    <a:pt x="0" y="417268"/>
                    <a:pt x="66040" y="482038"/>
                    <a:pt x="146050" y="482038"/>
                  </a:cubicBezTo>
                  <a:close/>
                </a:path>
              </a:pathLst>
            </a:custGeom>
            <a:solidFill>
              <a:srgbClr val="7B7A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8"/>
            <p:cNvSpPr/>
            <p:nvPr/>
          </p:nvSpPr>
          <p:spPr>
            <a:xfrm>
              <a:off x="0" y="0"/>
              <a:ext cx="1624265" cy="550618"/>
            </a:xfrm>
            <a:custGeom>
              <a:rect b="b" l="l" r="r" t="t"/>
              <a:pathLst>
                <a:path extrusionOk="0" h="550618" w="1624265">
                  <a:moveTo>
                    <a:pt x="1560765" y="74930"/>
                  </a:moveTo>
                  <a:cubicBezTo>
                    <a:pt x="1532825" y="30480"/>
                    <a:pt x="1483295" y="0"/>
                    <a:pt x="1426145" y="0"/>
                  </a:cubicBezTo>
                  <a:lnTo>
                    <a:pt x="158750" y="0"/>
                  </a:lnTo>
                  <a:cubicBezTo>
                    <a:pt x="71120" y="0"/>
                    <a:pt x="0" y="71120"/>
                    <a:pt x="0" y="158750"/>
                  </a:cubicBezTo>
                  <a:lnTo>
                    <a:pt x="0" y="348688"/>
                  </a:lnTo>
                  <a:cubicBezTo>
                    <a:pt x="0" y="400758"/>
                    <a:pt x="25400" y="446478"/>
                    <a:pt x="63500" y="475688"/>
                  </a:cubicBezTo>
                  <a:cubicBezTo>
                    <a:pt x="91440" y="520138"/>
                    <a:pt x="140970" y="550618"/>
                    <a:pt x="197745" y="550618"/>
                  </a:cubicBezTo>
                  <a:lnTo>
                    <a:pt x="1465515" y="550618"/>
                  </a:lnTo>
                  <a:cubicBezTo>
                    <a:pt x="1553145" y="550618"/>
                    <a:pt x="1624265" y="479498"/>
                    <a:pt x="1624265" y="391868"/>
                  </a:cubicBezTo>
                  <a:lnTo>
                    <a:pt x="1624265" y="201930"/>
                  </a:lnTo>
                  <a:cubicBezTo>
                    <a:pt x="1624265" y="149860"/>
                    <a:pt x="1598865" y="104140"/>
                    <a:pt x="1560765" y="74930"/>
                  </a:cubicBezTo>
                  <a:close/>
                  <a:moveTo>
                    <a:pt x="12700" y="348688"/>
                  </a:moveTo>
                  <a:lnTo>
                    <a:pt x="12700" y="158750"/>
                  </a:lnTo>
                  <a:cubicBezTo>
                    <a:pt x="12700" y="78740"/>
                    <a:pt x="78740" y="12700"/>
                    <a:pt x="158750" y="12700"/>
                  </a:cubicBezTo>
                  <a:lnTo>
                    <a:pt x="1426145" y="12700"/>
                  </a:lnTo>
                  <a:cubicBezTo>
                    <a:pt x="1506155" y="12700"/>
                    <a:pt x="1572195" y="78740"/>
                    <a:pt x="1572195" y="158750"/>
                  </a:cubicBezTo>
                  <a:lnTo>
                    <a:pt x="1572195" y="348688"/>
                  </a:lnTo>
                  <a:cubicBezTo>
                    <a:pt x="1572195" y="428698"/>
                    <a:pt x="1506155" y="494738"/>
                    <a:pt x="1426145" y="494738"/>
                  </a:cubicBezTo>
                  <a:lnTo>
                    <a:pt x="158750" y="494738"/>
                  </a:lnTo>
                  <a:cubicBezTo>
                    <a:pt x="78740" y="494738"/>
                    <a:pt x="12700" y="429968"/>
                    <a:pt x="12700" y="348688"/>
                  </a:cubicBezTo>
                  <a:close/>
                  <a:moveTo>
                    <a:pt x="1612835" y="391868"/>
                  </a:moveTo>
                  <a:cubicBezTo>
                    <a:pt x="1612835" y="471878"/>
                    <a:pt x="1545525" y="537918"/>
                    <a:pt x="1465515" y="537918"/>
                  </a:cubicBezTo>
                  <a:lnTo>
                    <a:pt x="197745" y="537918"/>
                  </a:lnTo>
                  <a:cubicBezTo>
                    <a:pt x="157480" y="537918"/>
                    <a:pt x="120650" y="521408"/>
                    <a:pt x="93980" y="493468"/>
                  </a:cubicBezTo>
                  <a:cubicBezTo>
                    <a:pt x="114300" y="502358"/>
                    <a:pt x="135890" y="507438"/>
                    <a:pt x="160020" y="507438"/>
                  </a:cubicBezTo>
                  <a:lnTo>
                    <a:pt x="1427415" y="507438"/>
                  </a:lnTo>
                  <a:cubicBezTo>
                    <a:pt x="1515045" y="507438"/>
                    <a:pt x="1586165" y="436318"/>
                    <a:pt x="1586165" y="348688"/>
                  </a:cubicBezTo>
                  <a:lnTo>
                    <a:pt x="1586165" y="158750"/>
                  </a:lnTo>
                  <a:cubicBezTo>
                    <a:pt x="1586165" y="140970"/>
                    <a:pt x="1582355" y="123190"/>
                    <a:pt x="1577275" y="106680"/>
                  </a:cubicBezTo>
                  <a:cubicBezTo>
                    <a:pt x="1598865" y="132080"/>
                    <a:pt x="1612835" y="165100"/>
                    <a:pt x="1612835" y="201930"/>
                  </a:cubicBezTo>
                  <a:lnTo>
                    <a:pt x="1612835" y="391868"/>
                  </a:lnTo>
                  <a:cubicBezTo>
                    <a:pt x="1612835" y="391868"/>
                    <a:pt x="1612835" y="391868"/>
                    <a:pt x="1612835" y="391868"/>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 name="Google Shape;308;p8"/>
          <p:cNvGrpSpPr/>
          <p:nvPr/>
        </p:nvGrpSpPr>
        <p:grpSpPr>
          <a:xfrm>
            <a:off x="1936992" y="2611379"/>
            <a:ext cx="3173249" cy="1075716"/>
            <a:chOff x="0" y="0"/>
            <a:chExt cx="1624265" cy="550618"/>
          </a:xfrm>
        </p:grpSpPr>
        <p:sp>
          <p:nvSpPr>
            <p:cNvPr id="309" name="Google Shape;309;p8"/>
            <p:cNvSpPr/>
            <p:nvPr/>
          </p:nvSpPr>
          <p:spPr>
            <a:xfrm>
              <a:off x="92710" y="106680"/>
              <a:ext cx="1520125" cy="431238"/>
            </a:xfrm>
            <a:custGeom>
              <a:rect b="b" l="l" r="r" t="t"/>
              <a:pathLst>
                <a:path extrusionOk="0" h="431238" w="1520125">
                  <a:moveTo>
                    <a:pt x="1493455" y="242008"/>
                  </a:moveTo>
                  <a:cubicBezTo>
                    <a:pt x="1493455" y="329638"/>
                    <a:pt x="1417255" y="400758"/>
                    <a:pt x="1335975" y="400758"/>
                  </a:cubicBezTo>
                  <a:lnTo>
                    <a:pt x="66040" y="400758"/>
                  </a:lnTo>
                  <a:cubicBezTo>
                    <a:pt x="43180" y="400758"/>
                    <a:pt x="20320" y="395678"/>
                    <a:pt x="0" y="386788"/>
                  </a:cubicBezTo>
                  <a:cubicBezTo>
                    <a:pt x="26670" y="414728"/>
                    <a:pt x="63500" y="431238"/>
                    <a:pt x="103816" y="431238"/>
                  </a:cubicBezTo>
                  <a:lnTo>
                    <a:pt x="1374075" y="431238"/>
                  </a:lnTo>
                  <a:cubicBezTo>
                    <a:pt x="1454085" y="431238"/>
                    <a:pt x="1520125" y="365198"/>
                    <a:pt x="1520125" y="285188"/>
                  </a:cubicBezTo>
                  <a:lnTo>
                    <a:pt x="1520125" y="95250"/>
                  </a:lnTo>
                  <a:cubicBezTo>
                    <a:pt x="1520125" y="58420"/>
                    <a:pt x="1506155" y="25400"/>
                    <a:pt x="1484565" y="0"/>
                  </a:cubicBezTo>
                  <a:cubicBezTo>
                    <a:pt x="1490915" y="16510"/>
                    <a:pt x="1493455" y="34290"/>
                    <a:pt x="1493455" y="52070"/>
                  </a:cubicBezTo>
                  <a:lnTo>
                    <a:pt x="1493455" y="242008"/>
                  </a:lnTo>
                  <a:lnTo>
                    <a:pt x="1493455" y="242008"/>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p:nvPr/>
          </p:nvSpPr>
          <p:spPr>
            <a:xfrm>
              <a:off x="12700" y="12700"/>
              <a:ext cx="1559495" cy="482038"/>
            </a:xfrm>
            <a:custGeom>
              <a:rect b="b" l="l" r="r" t="t"/>
              <a:pathLst>
                <a:path extrusionOk="0" h="482038" w="1559495">
                  <a:moveTo>
                    <a:pt x="146050" y="482038"/>
                  </a:moveTo>
                  <a:lnTo>
                    <a:pt x="1413445" y="482038"/>
                  </a:lnTo>
                  <a:cubicBezTo>
                    <a:pt x="1493455" y="482038"/>
                    <a:pt x="1559495" y="415998"/>
                    <a:pt x="1559495" y="335988"/>
                  </a:cubicBezTo>
                  <a:lnTo>
                    <a:pt x="1559495" y="146050"/>
                  </a:lnTo>
                  <a:cubicBezTo>
                    <a:pt x="1559495" y="66040"/>
                    <a:pt x="1493455" y="0"/>
                    <a:pt x="1413445" y="0"/>
                  </a:cubicBezTo>
                  <a:lnTo>
                    <a:pt x="146050" y="0"/>
                  </a:lnTo>
                  <a:cubicBezTo>
                    <a:pt x="66040" y="0"/>
                    <a:pt x="0" y="66040"/>
                    <a:pt x="0" y="146050"/>
                  </a:cubicBezTo>
                  <a:lnTo>
                    <a:pt x="0" y="335988"/>
                  </a:lnTo>
                  <a:cubicBezTo>
                    <a:pt x="0" y="417268"/>
                    <a:pt x="66040" y="482038"/>
                    <a:pt x="146050" y="482038"/>
                  </a:cubicBezTo>
                  <a:close/>
                </a:path>
              </a:pathLst>
            </a:custGeom>
            <a:solidFill>
              <a:srgbClr val="FFB4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8"/>
            <p:cNvSpPr/>
            <p:nvPr/>
          </p:nvSpPr>
          <p:spPr>
            <a:xfrm>
              <a:off x="0" y="0"/>
              <a:ext cx="1624265" cy="550618"/>
            </a:xfrm>
            <a:custGeom>
              <a:rect b="b" l="l" r="r" t="t"/>
              <a:pathLst>
                <a:path extrusionOk="0" h="550618" w="1624265">
                  <a:moveTo>
                    <a:pt x="1560765" y="74930"/>
                  </a:moveTo>
                  <a:cubicBezTo>
                    <a:pt x="1532825" y="30480"/>
                    <a:pt x="1483295" y="0"/>
                    <a:pt x="1426145" y="0"/>
                  </a:cubicBezTo>
                  <a:lnTo>
                    <a:pt x="158750" y="0"/>
                  </a:lnTo>
                  <a:cubicBezTo>
                    <a:pt x="71120" y="0"/>
                    <a:pt x="0" y="71120"/>
                    <a:pt x="0" y="158750"/>
                  </a:cubicBezTo>
                  <a:lnTo>
                    <a:pt x="0" y="348688"/>
                  </a:lnTo>
                  <a:cubicBezTo>
                    <a:pt x="0" y="400758"/>
                    <a:pt x="25400" y="446478"/>
                    <a:pt x="63500" y="475688"/>
                  </a:cubicBezTo>
                  <a:cubicBezTo>
                    <a:pt x="91440" y="520138"/>
                    <a:pt x="140970" y="550618"/>
                    <a:pt x="197745" y="550618"/>
                  </a:cubicBezTo>
                  <a:lnTo>
                    <a:pt x="1465515" y="550618"/>
                  </a:lnTo>
                  <a:cubicBezTo>
                    <a:pt x="1553145" y="550618"/>
                    <a:pt x="1624265" y="479498"/>
                    <a:pt x="1624265" y="391868"/>
                  </a:cubicBezTo>
                  <a:lnTo>
                    <a:pt x="1624265" y="201930"/>
                  </a:lnTo>
                  <a:cubicBezTo>
                    <a:pt x="1624265" y="149860"/>
                    <a:pt x="1598865" y="104140"/>
                    <a:pt x="1560765" y="74930"/>
                  </a:cubicBezTo>
                  <a:close/>
                  <a:moveTo>
                    <a:pt x="12700" y="348688"/>
                  </a:moveTo>
                  <a:lnTo>
                    <a:pt x="12700" y="158750"/>
                  </a:lnTo>
                  <a:cubicBezTo>
                    <a:pt x="12700" y="78740"/>
                    <a:pt x="78740" y="12700"/>
                    <a:pt x="158750" y="12700"/>
                  </a:cubicBezTo>
                  <a:lnTo>
                    <a:pt x="1426145" y="12700"/>
                  </a:lnTo>
                  <a:cubicBezTo>
                    <a:pt x="1506155" y="12700"/>
                    <a:pt x="1572195" y="78740"/>
                    <a:pt x="1572195" y="158750"/>
                  </a:cubicBezTo>
                  <a:lnTo>
                    <a:pt x="1572195" y="348688"/>
                  </a:lnTo>
                  <a:cubicBezTo>
                    <a:pt x="1572195" y="428698"/>
                    <a:pt x="1506155" y="494738"/>
                    <a:pt x="1426145" y="494738"/>
                  </a:cubicBezTo>
                  <a:lnTo>
                    <a:pt x="158750" y="494738"/>
                  </a:lnTo>
                  <a:cubicBezTo>
                    <a:pt x="78740" y="494738"/>
                    <a:pt x="12700" y="429968"/>
                    <a:pt x="12700" y="348688"/>
                  </a:cubicBezTo>
                  <a:close/>
                  <a:moveTo>
                    <a:pt x="1612835" y="391868"/>
                  </a:moveTo>
                  <a:cubicBezTo>
                    <a:pt x="1612835" y="471878"/>
                    <a:pt x="1545525" y="537918"/>
                    <a:pt x="1465515" y="537918"/>
                  </a:cubicBezTo>
                  <a:lnTo>
                    <a:pt x="197745" y="537918"/>
                  </a:lnTo>
                  <a:cubicBezTo>
                    <a:pt x="157480" y="537918"/>
                    <a:pt x="120650" y="521408"/>
                    <a:pt x="93980" y="493468"/>
                  </a:cubicBezTo>
                  <a:cubicBezTo>
                    <a:pt x="114300" y="502358"/>
                    <a:pt x="135890" y="507438"/>
                    <a:pt x="160020" y="507438"/>
                  </a:cubicBezTo>
                  <a:lnTo>
                    <a:pt x="1427415" y="507438"/>
                  </a:lnTo>
                  <a:cubicBezTo>
                    <a:pt x="1515045" y="507438"/>
                    <a:pt x="1586165" y="436318"/>
                    <a:pt x="1586165" y="348688"/>
                  </a:cubicBezTo>
                  <a:lnTo>
                    <a:pt x="1586165" y="158750"/>
                  </a:lnTo>
                  <a:cubicBezTo>
                    <a:pt x="1586165" y="140970"/>
                    <a:pt x="1582355" y="123190"/>
                    <a:pt x="1577275" y="106680"/>
                  </a:cubicBezTo>
                  <a:cubicBezTo>
                    <a:pt x="1598865" y="132080"/>
                    <a:pt x="1612835" y="165100"/>
                    <a:pt x="1612835" y="201930"/>
                  </a:cubicBezTo>
                  <a:lnTo>
                    <a:pt x="1612835" y="391868"/>
                  </a:lnTo>
                  <a:cubicBezTo>
                    <a:pt x="1612835" y="391868"/>
                    <a:pt x="1612835" y="391868"/>
                    <a:pt x="1612835" y="391868"/>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2" name="Google Shape;312;p8"/>
          <p:cNvSpPr txBox="1"/>
          <p:nvPr/>
        </p:nvSpPr>
        <p:spPr>
          <a:xfrm>
            <a:off x="2297897" y="561331"/>
            <a:ext cx="15250500" cy="18471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1" i="0" lang="en-US" sz="5200" u="none" cap="none" strike="noStrike">
                <a:solidFill>
                  <a:srgbClr val="191919"/>
                </a:solidFill>
                <a:latin typeface="Times New Roman"/>
                <a:ea typeface="Times New Roman"/>
                <a:cs typeface="Times New Roman"/>
                <a:sym typeface="Times New Roman"/>
              </a:rPr>
              <a:t>BODY:</a:t>
            </a:r>
            <a:endParaRPr b="1">
              <a:latin typeface="Times New Roman"/>
              <a:ea typeface="Times New Roman"/>
              <a:cs typeface="Times New Roman"/>
              <a:sym typeface="Times New Roman"/>
            </a:endParaRPr>
          </a:p>
          <a:p>
            <a:pPr indent="0" lvl="0" marL="0" marR="0" rtl="0" algn="ctr">
              <a:lnSpc>
                <a:spcPct val="80000"/>
              </a:lnSpc>
              <a:spcBef>
                <a:spcPts val="0"/>
              </a:spcBef>
              <a:spcAft>
                <a:spcPts val="0"/>
              </a:spcAft>
              <a:buNone/>
            </a:pPr>
            <a:r>
              <a:rPr i="0" lang="en-US" sz="5200" u="none" cap="none" strike="noStrike">
                <a:solidFill>
                  <a:srgbClr val="191919"/>
                </a:solidFill>
                <a:latin typeface="Times New Roman"/>
                <a:ea typeface="Times New Roman"/>
                <a:cs typeface="Times New Roman"/>
                <a:sym typeface="Times New Roman"/>
              </a:rPr>
              <a:t>EXPLAINING AND JUSTIFYING YOUR</a:t>
            </a:r>
            <a:endParaRPr>
              <a:latin typeface="Times New Roman"/>
              <a:ea typeface="Times New Roman"/>
              <a:cs typeface="Times New Roman"/>
              <a:sym typeface="Times New Roman"/>
            </a:endParaRPr>
          </a:p>
          <a:p>
            <a:pPr indent="0" lvl="0" marL="0" marR="0" rtl="0" algn="ctr">
              <a:lnSpc>
                <a:spcPct val="80000"/>
              </a:lnSpc>
              <a:spcBef>
                <a:spcPts val="0"/>
              </a:spcBef>
              <a:spcAft>
                <a:spcPts val="0"/>
              </a:spcAft>
              <a:buNone/>
            </a:pPr>
            <a:r>
              <a:rPr i="0" lang="en-US" sz="4600" u="none" cap="none" strike="noStrike">
                <a:solidFill>
                  <a:srgbClr val="191919"/>
                </a:solidFill>
                <a:latin typeface="Times New Roman"/>
                <a:ea typeface="Times New Roman"/>
                <a:cs typeface="Times New Roman"/>
                <a:sym typeface="Times New Roman"/>
              </a:rPr>
              <a:t>RE</a:t>
            </a:r>
            <a:r>
              <a:rPr lang="en-US" sz="4600">
                <a:solidFill>
                  <a:srgbClr val="191919"/>
                </a:solidFill>
                <a:latin typeface="Times New Roman"/>
                <a:ea typeface="Times New Roman"/>
                <a:cs typeface="Times New Roman"/>
                <a:sym typeface="Times New Roman"/>
              </a:rPr>
              <a:t>Q</a:t>
            </a:r>
            <a:r>
              <a:rPr i="0" lang="en-US" sz="4600" u="none" cap="none" strike="noStrike">
                <a:solidFill>
                  <a:srgbClr val="191919"/>
                </a:solidFill>
                <a:latin typeface="Times New Roman"/>
                <a:ea typeface="Times New Roman"/>
                <a:cs typeface="Times New Roman"/>
                <a:sym typeface="Times New Roman"/>
              </a:rPr>
              <a:t>UEST</a:t>
            </a:r>
            <a:endParaRPr>
              <a:latin typeface="Times New Roman"/>
              <a:ea typeface="Times New Roman"/>
              <a:cs typeface="Times New Roman"/>
              <a:sym typeface="Times New Roman"/>
            </a:endParaRPr>
          </a:p>
        </p:txBody>
      </p:sp>
      <p:sp>
        <p:nvSpPr>
          <p:cNvPr id="313" name="Google Shape;313;p8"/>
          <p:cNvSpPr txBox="1"/>
          <p:nvPr/>
        </p:nvSpPr>
        <p:spPr>
          <a:xfrm>
            <a:off x="7919559" y="2783038"/>
            <a:ext cx="2451440" cy="68760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2696" u="none" cap="none" strike="noStrike">
                <a:solidFill>
                  <a:srgbClr val="191919"/>
                </a:solidFill>
                <a:latin typeface="Arial"/>
                <a:ea typeface="Arial"/>
                <a:cs typeface="Arial"/>
                <a:sym typeface="Arial"/>
              </a:rPr>
              <a:t>READER'S BENEFIT</a:t>
            </a:r>
            <a:endParaRPr/>
          </a:p>
        </p:txBody>
      </p:sp>
      <p:sp>
        <p:nvSpPr>
          <p:cNvPr id="314" name="Google Shape;314;p8"/>
          <p:cNvSpPr txBox="1"/>
          <p:nvPr/>
        </p:nvSpPr>
        <p:spPr>
          <a:xfrm>
            <a:off x="13545196" y="2956829"/>
            <a:ext cx="2444907" cy="341981"/>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2588" u="none" cap="none" strike="noStrike">
                <a:solidFill>
                  <a:srgbClr val="FFFFFF"/>
                </a:solidFill>
                <a:latin typeface="Arial"/>
                <a:ea typeface="Arial"/>
                <a:cs typeface="Arial"/>
                <a:sym typeface="Arial"/>
              </a:rPr>
              <a:t>SCAFFOLDING</a:t>
            </a:r>
            <a:endParaRPr/>
          </a:p>
        </p:txBody>
      </p:sp>
      <p:sp>
        <p:nvSpPr>
          <p:cNvPr id="315" name="Google Shape;315;p8"/>
          <p:cNvSpPr txBox="1"/>
          <p:nvPr/>
        </p:nvSpPr>
        <p:spPr>
          <a:xfrm>
            <a:off x="2297897" y="2783038"/>
            <a:ext cx="2451440" cy="68760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2696" u="none" cap="none" strike="noStrike">
                <a:solidFill>
                  <a:srgbClr val="191919"/>
                </a:solidFill>
                <a:latin typeface="Arial"/>
                <a:ea typeface="Arial"/>
                <a:cs typeface="Arial"/>
                <a:sym typeface="Arial"/>
              </a:rPr>
              <a:t>SMOOTH &amp; LOGICAL</a:t>
            </a:r>
            <a:endParaRPr/>
          </a:p>
        </p:txBody>
      </p:sp>
      <p:sp>
        <p:nvSpPr>
          <p:cNvPr id="316" name="Google Shape;316;p8"/>
          <p:cNvSpPr txBox="1"/>
          <p:nvPr/>
        </p:nvSpPr>
        <p:spPr>
          <a:xfrm>
            <a:off x="12487921" y="3891176"/>
            <a:ext cx="3868800" cy="3250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i="0" lang="en-US" sz="2400" u="none" cap="none" strike="noStrike">
                <a:solidFill>
                  <a:srgbClr val="191919"/>
                </a:solidFill>
                <a:latin typeface="Times New Roman"/>
                <a:ea typeface="Times New Roman"/>
                <a:cs typeface="Times New Roman"/>
                <a:sym typeface="Times New Roman"/>
              </a:rPr>
              <a:t>If you have an unusual or complex request, break</a:t>
            </a:r>
            <a:endParaRPr>
              <a:latin typeface="Times New Roman"/>
              <a:ea typeface="Times New Roman"/>
              <a:cs typeface="Times New Roman"/>
              <a:sym typeface="Times New Roman"/>
            </a:endParaRPr>
          </a:p>
          <a:p>
            <a:pPr indent="0" lvl="0" marL="0" marR="0" rtl="0" algn="l">
              <a:lnSpc>
                <a:spcPct val="130000"/>
              </a:lnSpc>
              <a:spcBef>
                <a:spcPts val="0"/>
              </a:spcBef>
              <a:spcAft>
                <a:spcPts val="0"/>
              </a:spcAft>
              <a:buNone/>
            </a:pPr>
            <a:r>
              <a:rPr i="0" lang="en-US" sz="2400" u="none" cap="none" strike="noStrike">
                <a:solidFill>
                  <a:srgbClr val="191919"/>
                </a:solidFill>
                <a:latin typeface="Times New Roman"/>
                <a:ea typeface="Times New Roman"/>
                <a:cs typeface="Times New Roman"/>
                <a:sym typeface="Times New Roman"/>
              </a:rPr>
              <a:t>it down into specific, individual questions so that the reader can address each one sepa-</a:t>
            </a:r>
            <a:endParaRPr>
              <a:latin typeface="Times New Roman"/>
              <a:ea typeface="Times New Roman"/>
              <a:cs typeface="Times New Roman"/>
              <a:sym typeface="Times New Roman"/>
            </a:endParaRPr>
          </a:p>
          <a:p>
            <a:pPr indent="0" lvl="0" marL="0" marR="0" rtl="0" algn="l">
              <a:lnSpc>
                <a:spcPct val="130000"/>
              </a:lnSpc>
              <a:spcBef>
                <a:spcPts val="0"/>
              </a:spcBef>
              <a:spcAft>
                <a:spcPts val="0"/>
              </a:spcAft>
              <a:buNone/>
            </a:pPr>
            <a:r>
              <a:rPr i="0" lang="en-US" sz="2400" u="none" cap="none" strike="noStrike">
                <a:solidFill>
                  <a:srgbClr val="191919"/>
                </a:solidFill>
                <a:latin typeface="Times New Roman"/>
                <a:ea typeface="Times New Roman"/>
                <a:cs typeface="Times New Roman"/>
                <a:sym typeface="Times New Roman"/>
              </a:rPr>
              <a:t>rately.</a:t>
            </a:r>
            <a:endParaRPr>
              <a:latin typeface="Times New Roman"/>
              <a:ea typeface="Times New Roman"/>
              <a:cs typeface="Times New Roman"/>
              <a:sym typeface="Times New Roman"/>
            </a:endParaRPr>
          </a:p>
        </p:txBody>
      </p:sp>
      <p:sp>
        <p:nvSpPr>
          <p:cNvPr id="317" name="Google Shape;317;p8"/>
          <p:cNvSpPr txBox="1"/>
          <p:nvPr/>
        </p:nvSpPr>
        <p:spPr>
          <a:xfrm>
            <a:off x="6863092" y="4125245"/>
            <a:ext cx="3868800" cy="1329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i="0" lang="en-US" sz="2400" u="none" cap="none" strike="noStrike">
                <a:solidFill>
                  <a:srgbClr val="191919"/>
                </a:solidFill>
                <a:latin typeface="Times New Roman"/>
                <a:ea typeface="Times New Roman"/>
                <a:cs typeface="Times New Roman"/>
                <a:sym typeface="Times New Roman"/>
              </a:rPr>
              <a:t>If complying with the</a:t>
            </a:r>
            <a:endParaRPr>
              <a:latin typeface="Times New Roman"/>
              <a:ea typeface="Times New Roman"/>
              <a:cs typeface="Times New Roman"/>
              <a:sym typeface="Times New Roman"/>
            </a:endParaRPr>
          </a:p>
          <a:p>
            <a:pPr indent="0" lvl="0" marL="0" marR="0" rtl="0" algn="l">
              <a:lnSpc>
                <a:spcPct val="130000"/>
              </a:lnSpc>
              <a:spcBef>
                <a:spcPts val="0"/>
              </a:spcBef>
              <a:spcAft>
                <a:spcPts val="0"/>
              </a:spcAft>
              <a:buNone/>
            </a:pPr>
            <a:r>
              <a:rPr i="0" lang="en-US" sz="2400" u="none" cap="none" strike="noStrike">
                <a:solidFill>
                  <a:srgbClr val="191919"/>
                </a:solidFill>
                <a:latin typeface="Times New Roman"/>
                <a:ea typeface="Times New Roman"/>
                <a:cs typeface="Times New Roman"/>
                <a:sym typeface="Times New Roman"/>
              </a:rPr>
              <a:t>request could benefit the reader, be sure to mention that.</a:t>
            </a:r>
            <a:endParaRPr>
              <a:latin typeface="Times New Roman"/>
              <a:ea typeface="Times New Roman"/>
              <a:cs typeface="Times New Roman"/>
              <a:sym typeface="Times New Roman"/>
            </a:endParaRPr>
          </a:p>
        </p:txBody>
      </p:sp>
      <p:sp>
        <p:nvSpPr>
          <p:cNvPr id="318" name="Google Shape;318;p8"/>
          <p:cNvSpPr txBox="1"/>
          <p:nvPr/>
        </p:nvSpPr>
        <p:spPr>
          <a:xfrm>
            <a:off x="1163869" y="3846741"/>
            <a:ext cx="4347000" cy="3996600"/>
          </a:xfrm>
          <a:prstGeom prst="rect">
            <a:avLst/>
          </a:prstGeom>
          <a:noFill/>
          <a:ln>
            <a:noFill/>
          </a:ln>
        </p:spPr>
        <p:txBody>
          <a:bodyPr anchorCtr="0" anchor="t" bIns="0" lIns="0" spcFirstLastPara="1" rIns="0" wrap="square" tIns="0">
            <a:spAutoFit/>
          </a:bodyPr>
          <a:lstStyle/>
          <a:p>
            <a:pPr indent="-245877" lvl="1" marL="491757" marR="0" rtl="0" algn="l">
              <a:lnSpc>
                <a:spcPct val="130039"/>
              </a:lnSpc>
              <a:spcBef>
                <a:spcPts val="0"/>
              </a:spcBef>
              <a:spcAft>
                <a:spcPts val="0"/>
              </a:spcAft>
              <a:buClr>
                <a:srgbClr val="191919"/>
              </a:buClr>
              <a:buSzPts val="2277"/>
              <a:buFont typeface="Times New Roman"/>
              <a:buChar char="•"/>
            </a:pPr>
            <a:r>
              <a:rPr i="0" lang="en-US" sz="2277" u="none" cap="none" strike="noStrike">
                <a:solidFill>
                  <a:srgbClr val="191919"/>
                </a:solidFill>
                <a:latin typeface="Times New Roman"/>
                <a:ea typeface="Times New Roman"/>
                <a:cs typeface="Times New Roman"/>
                <a:sym typeface="Times New Roman"/>
              </a:rPr>
              <a:t>The explanation of the request should be a smooth out-growth of the opening statements. </a:t>
            </a:r>
            <a:endParaRPr>
              <a:latin typeface="Times New Roman"/>
              <a:ea typeface="Times New Roman"/>
              <a:cs typeface="Times New Roman"/>
              <a:sym typeface="Times New Roman"/>
            </a:endParaRPr>
          </a:p>
          <a:p>
            <a:pPr indent="-245877" lvl="1" marL="491757" marR="0" rtl="0" algn="l">
              <a:lnSpc>
                <a:spcPct val="130039"/>
              </a:lnSpc>
              <a:spcBef>
                <a:spcPts val="0"/>
              </a:spcBef>
              <a:spcAft>
                <a:spcPts val="0"/>
              </a:spcAft>
              <a:buClr>
                <a:srgbClr val="191919"/>
              </a:buClr>
              <a:buSzPts val="2277"/>
              <a:buFont typeface="Times New Roman"/>
              <a:buChar char="•"/>
            </a:pPr>
            <a:r>
              <a:rPr i="0" lang="en-US" sz="2277" u="none" cap="none" strike="noStrike">
                <a:solidFill>
                  <a:srgbClr val="191919"/>
                </a:solidFill>
                <a:latin typeface="Times New Roman"/>
                <a:ea typeface="Times New Roman"/>
                <a:cs typeface="Times New Roman"/>
                <a:sym typeface="Times New Roman"/>
              </a:rPr>
              <a:t>If you have multiple requests or questions, ask the most important questions first and deal with only one topic per question.</a:t>
            </a:r>
            <a:endParaRPr>
              <a:latin typeface="Times New Roman"/>
              <a:ea typeface="Times New Roman"/>
              <a:cs typeface="Times New Roman"/>
              <a:sym typeface="Times New Roman"/>
            </a:endParaRPr>
          </a:p>
          <a:p>
            <a:pPr indent="0" lvl="0" marL="0" marR="0" rtl="0" algn="l">
              <a:lnSpc>
                <a:spcPct val="130039"/>
              </a:lnSpc>
              <a:spcBef>
                <a:spcPts val="0"/>
              </a:spcBef>
              <a:spcAft>
                <a:spcPts val="0"/>
              </a:spcAft>
              <a:buNone/>
            </a:pPr>
            <a:r>
              <a:t/>
            </a:r>
            <a:endParaRPr i="0" sz="2277" u="none" cap="none" strike="noStrike">
              <a:solidFill>
                <a:srgbClr val="191919"/>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FAB0"/>
        </a:solidFill>
      </p:bgPr>
    </p:bg>
    <p:spTree>
      <p:nvGrpSpPr>
        <p:cNvPr id="322" name="Shape 322"/>
        <p:cNvGrpSpPr/>
        <p:nvPr/>
      </p:nvGrpSpPr>
      <p:grpSpPr>
        <a:xfrm>
          <a:off x="0" y="0"/>
          <a:ext cx="0" cy="0"/>
          <a:chOff x="0" y="0"/>
          <a:chExt cx="0" cy="0"/>
        </a:xfrm>
      </p:grpSpPr>
      <p:pic>
        <p:nvPicPr>
          <p:cNvPr id="323" name="Google Shape;323;p9"/>
          <p:cNvPicPr preferRelativeResize="0"/>
          <p:nvPr/>
        </p:nvPicPr>
        <p:blipFill rotWithShape="1">
          <a:blip r:embed="rId3">
            <a:alphaModFix/>
          </a:blip>
          <a:srcRect b="0" l="0" r="0" t="0"/>
          <a:stretch/>
        </p:blipFill>
        <p:spPr>
          <a:xfrm rot="-5626858">
            <a:off x="16196364" y="7402817"/>
            <a:ext cx="4418353" cy="5192509"/>
          </a:xfrm>
          <a:prstGeom prst="rect">
            <a:avLst/>
          </a:prstGeom>
          <a:noFill/>
          <a:ln>
            <a:noFill/>
          </a:ln>
        </p:spPr>
      </p:pic>
      <p:pic>
        <p:nvPicPr>
          <p:cNvPr id="324" name="Google Shape;324;p9"/>
          <p:cNvPicPr preferRelativeResize="0"/>
          <p:nvPr/>
        </p:nvPicPr>
        <p:blipFill rotWithShape="1">
          <a:blip r:embed="rId4">
            <a:alphaModFix/>
          </a:blip>
          <a:srcRect b="0" l="0" r="0" t="0"/>
          <a:stretch/>
        </p:blipFill>
        <p:spPr>
          <a:xfrm rot="-970787">
            <a:off x="-1188635" y="-2418846"/>
            <a:ext cx="4943827" cy="4107871"/>
          </a:xfrm>
          <a:prstGeom prst="rect">
            <a:avLst/>
          </a:prstGeom>
          <a:noFill/>
          <a:ln>
            <a:noFill/>
          </a:ln>
        </p:spPr>
      </p:pic>
      <p:grpSp>
        <p:nvGrpSpPr>
          <p:cNvPr id="325" name="Google Shape;325;p9"/>
          <p:cNvGrpSpPr/>
          <p:nvPr/>
        </p:nvGrpSpPr>
        <p:grpSpPr>
          <a:xfrm>
            <a:off x="12269466" y="3103027"/>
            <a:ext cx="4989834" cy="4820244"/>
            <a:chOff x="0" y="0"/>
            <a:chExt cx="7787497" cy="7522822"/>
          </a:xfrm>
        </p:grpSpPr>
        <p:sp>
          <p:nvSpPr>
            <p:cNvPr id="326" name="Google Shape;326;p9"/>
            <p:cNvSpPr/>
            <p:nvPr/>
          </p:nvSpPr>
          <p:spPr>
            <a:xfrm>
              <a:off x="31750" y="31750"/>
              <a:ext cx="7723997" cy="7459322"/>
            </a:xfrm>
            <a:custGeom>
              <a:rect b="b" l="l" r="r" t="t"/>
              <a:pathLst>
                <a:path extrusionOk="0" h="7459322" w="7723997">
                  <a:moveTo>
                    <a:pt x="7631286" y="7459322"/>
                  </a:moveTo>
                  <a:lnTo>
                    <a:pt x="92710" y="7459322"/>
                  </a:lnTo>
                  <a:cubicBezTo>
                    <a:pt x="41910" y="7459322"/>
                    <a:pt x="0" y="7417412"/>
                    <a:pt x="0" y="7366612"/>
                  </a:cubicBezTo>
                  <a:lnTo>
                    <a:pt x="0" y="92710"/>
                  </a:lnTo>
                  <a:cubicBezTo>
                    <a:pt x="0" y="41910"/>
                    <a:pt x="41910" y="0"/>
                    <a:pt x="92710" y="0"/>
                  </a:cubicBezTo>
                  <a:lnTo>
                    <a:pt x="7630016" y="0"/>
                  </a:lnTo>
                  <a:cubicBezTo>
                    <a:pt x="7680816" y="0"/>
                    <a:pt x="7722726" y="41910"/>
                    <a:pt x="7722726" y="92710"/>
                  </a:cubicBezTo>
                  <a:lnTo>
                    <a:pt x="7722726" y="7365343"/>
                  </a:lnTo>
                  <a:cubicBezTo>
                    <a:pt x="7723997" y="7417412"/>
                    <a:pt x="7682087" y="7459322"/>
                    <a:pt x="7631287" y="7459322"/>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9"/>
            <p:cNvSpPr/>
            <p:nvPr/>
          </p:nvSpPr>
          <p:spPr>
            <a:xfrm>
              <a:off x="0" y="0"/>
              <a:ext cx="7787497" cy="7522822"/>
            </a:xfrm>
            <a:custGeom>
              <a:rect b="b" l="l" r="r" t="t"/>
              <a:pathLst>
                <a:path extrusionOk="0" h="7522822" w="7787497">
                  <a:moveTo>
                    <a:pt x="7663036" y="59690"/>
                  </a:moveTo>
                  <a:cubicBezTo>
                    <a:pt x="7698597" y="59690"/>
                    <a:pt x="7727807" y="88900"/>
                    <a:pt x="7727807" y="124460"/>
                  </a:cubicBezTo>
                  <a:lnTo>
                    <a:pt x="7727807" y="7398362"/>
                  </a:lnTo>
                  <a:cubicBezTo>
                    <a:pt x="7727807" y="7433922"/>
                    <a:pt x="7698597" y="7463133"/>
                    <a:pt x="7663036" y="7463133"/>
                  </a:cubicBezTo>
                  <a:lnTo>
                    <a:pt x="124460" y="7463133"/>
                  </a:lnTo>
                  <a:cubicBezTo>
                    <a:pt x="88900" y="7463133"/>
                    <a:pt x="59690" y="7433922"/>
                    <a:pt x="59690" y="7398362"/>
                  </a:cubicBezTo>
                  <a:lnTo>
                    <a:pt x="59690" y="124460"/>
                  </a:lnTo>
                  <a:cubicBezTo>
                    <a:pt x="59690" y="88900"/>
                    <a:pt x="88900" y="59690"/>
                    <a:pt x="124460" y="59690"/>
                  </a:cubicBezTo>
                  <a:lnTo>
                    <a:pt x="7663037" y="59690"/>
                  </a:lnTo>
                  <a:moveTo>
                    <a:pt x="7663037" y="0"/>
                  </a:moveTo>
                  <a:lnTo>
                    <a:pt x="124460" y="0"/>
                  </a:lnTo>
                  <a:cubicBezTo>
                    <a:pt x="55880" y="0"/>
                    <a:pt x="0" y="55880"/>
                    <a:pt x="0" y="124460"/>
                  </a:cubicBezTo>
                  <a:lnTo>
                    <a:pt x="0" y="7398362"/>
                  </a:lnTo>
                  <a:cubicBezTo>
                    <a:pt x="0" y="7466943"/>
                    <a:pt x="55880" y="7522822"/>
                    <a:pt x="124460" y="7522822"/>
                  </a:cubicBezTo>
                  <a:lnTo>
                    <a:pt x="7663037" y="7522822"/>
                  </a:lnTo>
                  <a:cubicBezTo>
                    <a:pt x="7731616" y="7522822"/>
                    <a:pt x="7787497" y="7466943"/>
                    <a:pt x="7787497" y="7398362"/>
                  </a:cubicBezTo>
                  <a:lnTo>
                    <a:pt x="7787497" y="124460"/>
                  </a:lnTo>
                  <a:cubicBezTo>
                    <a:pt x="7787497" y="55880"/>
                    <a:pt x="7731616" y="0"/>
                    <a:pt x="7663037"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8" name="Google Shape;328;p9"/>
          <p:cNvGrpSpPr/>
          <p:nvPr/>
        </p:nvGrpSpPr>
        <p:grpSpPr>
          <a:xfrm>
            <a:off x="6650362" y="3103027"/>
            <a:ext cx="4989834" cy="4820244"/>
            <a:chOff x="0" y="0"/>
            <a:chExt cx="7787497" cy="7522822"/>
          </a:xfrm>
        </p:grpSpPr>
        <p:sp>
          <p:nvSpPr>
            <p:cNvPr id="329" name="Google Shape;329;p9"/>
            <p:cNvSpPr/>
            <p:nvPr/>
          </p:nvSpPr>
          <p:spPr>
            <a:xfrm>
              <a:off x="31750" y="31750"/>
              <a:ext cx="7723997" cy="7459322"/>
            </a:xfrm>
            <a:custGeom>
              <a:rect b="b" l="l" r="r" t="t"/>
              <a:pathLst>
                <a:path extrusionOk="0" h="7459322" w="7723997">
                  <a:moveTo>
                    <a:pt x="7631286" y="7459322"/>
                  </a:moveTo>
                  <a:lnTo>
                    <a:pt x="92710" y="7459322"/>
                  </a:lnTo>
                  <a:cubicBezTo>
                    <a:pt x="41910" y="7459322"/>
                    <a:pt x="0" y="7417412"/>
                    <a:pt x="0" y="7366612"/>
                  </a:cubicBezTo>
                  <a:lnTo>
                    <a:pt x="0" y="92710"/>
                  </a:lnTo>
                  <a:cubicBezTo>
                    <a:pt x="0" y="41910"/>
                    <a:pt x="41910" y="0"/>
                    <a:pt x="92710" y="0"/>
                  </a:cubicBezTo>
                  <a:lnTo>
                    <a:pt x="7630016" y="0"/>
                  </a:lnTo>
                  <a:cubicBezTo>
                    <a:pt x="7680816" y="0"/>
                    <a:pt x="7722726" y="41910"/>
                    <a:pt x="7722726" y="92710"/>
                  </a:cubicBezTo>
                  <a:lnTo>
                    <a:pt x="7722726" y="7365343"/>
                  </a:lnTo>
                  <a:cubicBezTo>
                    <a:pt x="7723997" y="7417412"/>
                    <a:pt x="7682087" y="7459322"/>
                    <a:pt x="7631287" y="7459322"/>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
            <p:cNvSpPr/>
            <p:nvPr/>
          </p:nvSpPr>
          <p:spPr>
            <a:xfrm>
              <a:off x="0" y="0"/>
              <a:ext cx="7787497" cy="7522822"/>
            </a:xfrm>
            <a:custGeom>
              <a:rect b="b" l="l" r="r" t="t"/>
              <a:pathLst>
                <a:path extrusionOk="0" h="7522822" w="7787497">
                  <a:moveTo>
                    <a:pt x="7663036" y="59690"/>
                  </a:moveTo>
                  <a:cubicBezTo>
                    <a:pt x="7698597" y="59690"/>
                    <a:pt x="7727807" y="88900"/>
                    <a:pt x="7727807" y="124460"/>
                  </a:cubicBezTo>
                  <a:lnTo>
                    <a:pt x="7727807" y="7398362"/>
                  </a:lnTo>
                  <a:cubicBezTo>
                    <a:pt x="7727807" y="7433922"/>
                    <a:pt x="7698597" y="7463133"/>
                    <a:pt x="7663036" y="7463133"/>
                  </a:cubicBezTo>
                  <a:lnTo>
                    <a:pt x="124460" y="7463133"/>
                  </a:lnTo>
                  <a:cubicBezTo>
                    <a:pt x="88900" y="7463133"/>
                    <a:pt x="59690" y="7433922"/>
                    <a:pt x="59690" y="7398362"/>
                  </a:cubicBezTo>
                  <a:lnTo>
                    <a:pt x="59690" y="124460"/>
                  </a:lnTo>
                  <a:cubicBezTo>
                    <a:pt x="59690" y="88900"/>
                    <a:pt x="88900" y="59690"/>
                    <a:pt x="124460" y="59690"/>
                  </a:cubicBezTo>
                  <a:lnTo>
                    <a:pt x="7663037" y="59690"/>
                  </a:lnTo>
                  <a:moveTo>
                    <a:pt x="7663037" y="0"/>
                  </a:moveTo>
                  <a:lnTo>
                    <a:pt x="124460" y="0"/>
                  </a:lnTo>
                  <a:cubicBezTo>
                    <a:pt x="55880" y="0"/>
                    <a:pt x="0" y="55880"/>
                    <a:pt x="0" y="124460"/>
                  </a:cubicBezTo>
                  <a:lnTo>
                    <a:pt x="0" y="7398362"/>
                  </a:lnTo>
                  <a:cubicBezTo>
                    <a:pt x="0" y="7466943"/>
                    <a:pt x="55880" y="7522822"/>
                    <a:pt x="124460" y="7522822"/>
                  </a:cubicBezTo>
                  <a:lnTo>
                    <a:pt x="7663037" y="7522822"/>
                  </a:lnTo>
                  <a:cubicBezTo>
                    <a:pt x="7731616" y="7522822"/>
                    <a:pt x="7787497" y="7466943"/>
                    <a:pt x="7787497" y="7398362"/>
                  </a:cubicBezTo>
                  <a:lnTo>
                    <a:pt x="7787497" y="124460"/>
                  </a:lnTo>
                  <a:cubicBezTo>
                    <a:pt x="7787497" y="55880"/>
                    <a:pt x="7731616" y="0"/>
                    <a:pt x="7663037"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 name="Google Shape;331;p9"/>
          <p:cNvGrpSpPr/>
          <p:nvPr/>
        </p:nvGrpSpPr>
        <p:grpSpPr>
          <a:xfrm>
            <a:off x="1028700" y="3103027"/>
            <a:ext cx="4989834" cy="4820244"/>
            <a:chOff x="0" y="0"/>
            <a:chExt cx="7787497" cy="7522822"/>
          </a:xfrm>
        </p:grpSpPr>
        <p:sp>
          <p:nvSpPr>
            <p:cNvPr id="332" name="Google Shape;332;p9"/>
            <p:cNvSpPr/>
            <p:nvPr/>
          </p:nvSpPr>
          <p:spPr>
            <a:xfrm>
              <a:off x="31750" y="31750"/>
              <a:ext cx="7723997" cy="7459322"/>
            </a:xfrm>
            <a:custGeom>
              <a:rect b="b" l="l" r="r" t="t"/>
              <a:pathLst>
                <a:path extrusionOk="0" h="7459322" w="7723997">
                  <a:moveTo>
                    <a:pt x="7631286" y="7459322"/>
                  </a:moveTo>
                  <a:lnTo>
                    <a:pt x="92710" y="7459322"/>
                  </a:lnTo>
                  <a:cubicBezTo>
                    <a:pt x="41910" y="7459322"/>
                    <a:pt x="0" y="7417412"/>
                    <a:pt x="0" y="7366612"/>
                  </a:cubicBezTo>
                  <a:lnTo>
                    <a:pt x="0" y="92710"/>
                  </a:lnTo>
                  <a:cubicBezTo>
                    <a:pt x="0" y="41910"/>
                    <a:pt x="41910" y="0"/>
                    <a:pt x="92710" y="0"/>
                  </a:cubicBezTo>
                  <a:lnTo>
                    <a:pt x="7630016" y="0"/>
                  </a:lnTo>
                  <a:cubicBezTo>
                    <a:pt x="7680816" y="0"/>
                    <a:pt x="7722726" y="41910"/>
                    <a:pt x="7722726" y="92710"/>
                  </a:cubicBezTo>
                  <a:lnTo>
                    <a:pt x="7722726" y="7365343"/>
                  </a:lnTo>
                  <a:cubicBezTo>
                    <a:pt x="7723997" y="7417412"/>
                    <a:pt x="7682087" y="7459322"/>
                    <a:pt x="7631287" y="7459322"/>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9"/>
            <p:cNvSpPr/>
            <p:nvPr/>
          </p:nvSpPr>
          <p:spPr>
            <a:xfrm>
              <a:off x="0" y="0"/>
              <a:ext cx="7787497" cy="7522822"/>
            </a:xfrm>
            <a:custGeom>
              <a:rect b="b" l="l" r="r" t="t"/>
              <a:pathLst>
                <a:path extrusionOk="0" h="7522822" w="7787497">
                  <a:moveTo>
                    <a:pt x="7663036" y="59690"/>
                  </a:moveTo>
                  <a:cubicBezTo>
                    <a:pt x="7698597" y="59690"/>
                    <a:pt x="7727807" y="88900"/>
                    <a:pt x="7727807" y="124460"/>
                  </a:cubicBezTo>
                  <a:lnTo>
                    <a:pt x="7727807" y="7398362"/>
                  </a:lnTo>
                  <a:cubicBezTo>
                    <a:pt x="7727807" y="7433922"/>
                    <a:pt x="7698597" y="7463133"/>
                    <a:pt x="7663036" y="7463133"/>
                  </a:cubicBezTo>
                  <a:lnTo>
                    <a:pt x="124460" y="7463133"/>
                  </a:lnTo>
                  <a:cubicBezTo>
                    <a:pt x="88900" y="7463133"/>
                    <a:pt x="59690" y="7433922"/>
                    <a:pt x="59690" y="7398362"/>
                  </a:cubicBezTo>
                  <a:lnTo>
                    <a:pt x="59690" y="124460"/>
                  </a:lnTo>
                  <a:cubicBezTo>
                    <a:pt x="59690" y="88900"/>
                    <a:pt x="88900" y="59690"/>
                    <a:pt x="124460" y="59690"/>
                  </a:cubicBezTo>
                  <a:lnTo>
                    <a:pt x="7663037" y="59690"/>
                  </a:lnTo>
                  <a:moveTo>
                    <a:pt x="7663037" y="0"/>
                  </a:moveTo>
                  <a:lnTo>
                    <a:pt x="124460" y="0"/>
                  </a:lnTo>
                  <a:cubicBezTo>
                    <a:pt x="55880" y="0"/>
                    <a:pt x="0" y="55880"/>
                    <a:pt x="0" y="124460"/>
                  </a:cubicBezTo>
                  <a:lnTo>
                    <a:pt x="0" y="7398362"/>
                  </a:lnTo>
                  <a:cubicBezTo>
                    <a:pt x="0" y="7466943"/>
                    <a:pt x="55880" y="7522822"/>
                    <a:pt x="124460" y="7522822"/>
                  </a:cubicBezTo>
                  <a:lnTo>
                    <a:pt x="7663037" y="7522822"/>
                  </a:lnTo>
                  <a:cubicBezTo>
                    <a:pt x="7731616" y="7522822"/>
                    <a:pt x="7787497" y="7466943"/>
                    <a:pt x="7787497" y="7398362"/>
                  </a:cubicBezTo>
                  <a:lnTo>
                    <a:pt x="7787497" y="124460"/>
                  </a:lnTo>
                  <a:cubicBezTo>
                    <a:pt x="7787497" y="55880"/>
                    <a:pt x="7731616" y="0"/>
                    <a:pt x="7663037"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 name="Google Shape;334;p9"/>
          <p:cNvGrpSpPr/>
          <p:nvPr/>
        </p:nvGrpSpPr>
        <p:grpSpPr>
          <a:xfrm>
            <a:off x="7558655" y="2611379"/>
            <a:ext cx="3173249" cy="1075716"/>
            <a:chOff x="0" y="0"/>
            <a:chExt cx="1624265" cy="550618"/>
          </a:xfrm>
        </p:grpSpPr>
        <p:sp>
          <p:nvSpPr>
            <p:cNvPr id="335" name="Google Shape;335;p9"/>
            <p:cNvSpPr/>
            <p:nvPr/>
          </p:nvSpPr>
          <p:spPr>
            <a:xfrm>
              <a:off x="92710" y="106680"/>
              <a:ext cx="1520125" cy="431238"/>
            </a:xfrm>
            <a:custGeom>
              <a:rect b="b" l="l" r="r" t="t"/>
              <a:pathLst>
                <a:path extrusionOk="0" h="431238" w="1520125">
                  <a:moveTo>
                    <a:pt x="1493455" y="242008"/>
                  </a:moveTo>
                  <a:cubicBezTo>
                    <a:pt x="1493455" y="329638"/>
                    <a:pt x="1417255" y="400758"/>
                    <a:pt x="1335975" y="400758"/>
                  </a:cubicBezTo>
                  <a:lnTo>
                    <a:pt x="66040" y="400758"/>
                  </a:lnTo>
                  <a:cubicBezTo>
                    <a:pt x="43180" y="400758"/>
                    <a:pt x="20320" y="395678"/>
                    <a:pt x="0" y="386788"/>
                  </a:cubicBezTo>
                  <a:cubicBezTo>
                    <a:pt x="26670" y="414728"/>
                    <a:pt x="63500" y="431238"/>
                    <a:pt x="103816" y="431238"/>
                  </a:cubicBezTo>
                  <a:lnTo>
                    <a:pt x="1374075" y="431238"/>
                  </a:lnTo>
                  <a:cubicBezTo>
                    <a:pt x="1454085" y="431238"/>
                    <a:pt x="1520125" y="365198"/>
                    <a:pt x="1520125" y="285188"/>
                  </a:cubicBezTo>
                  <a:lnTo>
                    <a:pt x="1520125" y="95250"/>
                  </a:lnTo>
                  <a:cubicBezTo>
                    <a:pt x="1520125" y="58420"/>
                    <a:pt x="1506155" y="25400"/>
                    <a:pt x="1484565" y="0"/>
                  </a:cubicBezTo>
                  <a:cubicBezTo>
                    <a:pt x="1490915" y="16510"/>
                    <a:pt x="1493455" y="34290"/>
                    <a:pt x="1493455" y="52070"/>
                  </a:cubicBezTo>
                  <a:lnTo>
                    <a:pt x="1493455" y="242008"/>
                  </a:lnTo>
                  <a:lnTo>
                    <a:pt x="1493455" y="242008"/>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9"/>
            <p:cNvSpPr/>
            <p:nvPr/>
          </p:nvSpPr>
          <p:spPr>
            <a:xfrm>
              <a:off x="12700" y="12700"/>
              <a:ext cx="1559495" cy="482038"/>
            </a:xfrm>
            <a:custGeom>
              <a:rect b="b" l="l" r="r" t="t"/>
              <a:pathLst>
                <a:path extrusionOk="0" h="482038" w="1559495">
                  <a:moveTo>
                    <a:pt x="146050" y="482038"/>
                  </a:moveTo>
                  <a:lnTo>
                    <a:pt x="1413445" y="482038"/>
                  </a:lnTo>
                  <a:cubicBezTo>
                    <a:pt x="1493455" y="482038"/>
                    <a:pt x="1559495" y="415998"/>
                    <a:pt x="1559495" y="335988"/>
                  </a:cubicBezTo>
                  <a:lnTo>
                    <a:pt x="1559495" y="146050"/>
                  </a:lnTo>
                  <a:cubicBezTo>
                    <a:pt x="1559495" y="66040"/>
                    <a:pt x="1493455" y="0"/>
                    <a:pt x="1413445" y="0"/>
                  </a:cubicBezTo>
                  <a:lnTo>
                    <a:pt x="146050" y="0"/>
                  </a:lnTo>
                  <a:cubicBezTo>
                    <a:pt x="66040" y="0"/>
                    <a:pt x="0" y="66040"/>
                    <a:pt x="0" y="146050"/>
                  </a:cubicBezTo>
                  <a:lnTo>
                    <a:pt x="0" y="335988"/>
                  </a:lnTo>
                  <a:cubicBezTo>
                    <a:pt x="0" y="417268"/>
                    <a:pt x="66040" y="482038"/>
                    <a:pt x="146050" y="482038"/>
                  </a:cubicBezTo>
                  <a:close/>
                </a:path>
              </a:pathLst>
            </a:custGeom>
            <a:solidFill>
              <a:srgbClr val="FFF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9"/>
            <p:cNvSpPr/>
            <p:nvPr/>
          </p:nvSpPr>
          <p:spPr>
            <a:xfrm>
              <a:off x="0" y="0"/>
              <a:ext cx="1624265" cy="550618"/>
            </a:xfrm>
            <a:custGeom>
              <a:rect b="b" l="l" r="r" t="t"/>
              <a:pathLst>
                <a:path extrusionOk="0" h="550618" w="1624265">
                  <a:moveTo>
                    <a:pt x="1560765" y="74930"/>
                  </a:moveTo>
                  <a:cubicBezTo>
                    <a:pt x="1532825" y="30480"/>
                    <a:pt x="1483295" y="0"/>
                    <a:pt x="1426145" y="0"/>
                  </a:cubicBezTo>
                  <a:lnTo>
                    <a:pt x="158750" y="0"/>
                  </a:lnTo>
                  <a:cubicBezTo>
                    <a:pt x="71120" y="0"/>
                    <a:pt x="0" y="71120"/>
                    <a:pt x="0" y="158750"/>
                  </a:cubicBezTo>
                  <a:lnTo>
                    <a:pt x="0" y="348688"/>
                  </a:lnTo>
                  <a:cubicBezTo>
                    <a:pt x="0" y="400758"/>
                    <a:pt x="25400" y="446478"/>
                    <a:pt x="63500" y="475688"/>
                  </a:cubicBezTo>
                  <a:cubicBezTo>
                    <a:pt x="91440" y="520138"/>
                    <a:pt x="140970" y="550618"/>
                    <a:pt x="197745" y="550618"/>
                  </a:cubicBezTo>
                  <a:lnTo>
                    <a:pt x="1465515" y="550618"/>
                  </a:lnTo>
                  <a:cubicBezTo>
                    <a:pt x="1553145" y="550618"/>
                    <a:pt x="1624265" y="479498"/>
                    <a:pt x="1624265" y="391868"/>
                  </a:cubicBezTo>
                  <a:lnTo>
                    <a:pt x="1624265" y="201930"/>
                  </a:lnTo>
                  <a:cubicBezTo>
                    <a:pt x="1624265" y="149860"/>
                    <a:pt x="1598865" y="104140"/>
                    <a:pt x="1560765" y="74930"/>
                  </a:cubicBezTo>
                  <a:close/>
                  <a:moveTo>
                    <a:pt x="12700" y="348688"/>
                  </a:moveTo>
                  <a:lnTo>
                    <a:pt x="12700" y="158750"/>
                  </a:lnTo>
                  <a:cubicBezTo>
                    <a:pt x="12700" y="78740"/>
                    <a:pt x="78740" y="12700"/>
                    <a:pt x="158750" y="12700"/>
                  </a:cubicBezTo>
                  <a:lnTo>
                    <a:pt x="1426145" y="12700"/>
                  </a:lnTo>
                  <a:cubicBezTo>
                    <a:pt x="1506155" y="12700"/>
                    <a:pt x="1572195" y="78740"/>
                    <a:pt x="1572195" y="158750"/>
                  </a:cubicBezTo>
                  <a:lnTo>
                    <a:pt x="1572195" y="348688"/>
                  </a:lnTo>
                  <a:cubicBezTo>
                    <a:pt x="1572195" y="428698"/>
                    <a:pt x="1506155" y="494738"/>
                    <a:pt x="1426145" y="494738"/>
                  </a:cubicBezTo>
                  <a:lnTo>
                    <a:pt x="158750" y="494738"/>
                  </a:lnTo>
                  <a:cubicBezTo>
                    <a:pt x="78740" y="494738"/>
                    <a:pt x="12700" y="429968"/>
                    <a:pt x="12700" y="348688"/>
                  </a:cubicBezTo>
                  <a:close/>
                  <a:moveTo>
                    <a:pt x="1612835" y="391868"/>
                  </a:moveTo>
                  <a:cubicBezTo>
                    <a:pt x="1612835" y="471878"/>
                    <a:pt x="1545525" y="537918"/>
                    <a:pt x="1465515" y="537918"/>
                  </a:cubicBezTo>
                  <a:lnTo>
                    <a:pt x="197745" y="537918"/>
                  </a:lnTo>
                  <a:cubicBezTo>
                    <a:pt x="157480" y="537918"/>
                    <a:pt x="120650" y="521408"/>
                    <a:pt x="93980" y="493468"/>
                  </a:cubicBezTo>
                  <a:cubicBezTo>
                    <a:pt x="114300" y="502358"/>
                    <a:pt x="135890" y="507438"/>
                    <a:pt x="160020" y="507438"/>
                  </a:cubicBezTo>
                  <a:lnTo>
                    <a:pt x="1427415" y="507438"/>
                  </a:lnTo>
                  <a:cubicBezTo>
                    <a:pt x="1515045" y="507438"/>
                    <a:pt x="1586165" y="436318"/>
                    <a:pt x="1586165" y="348688"/>
                  </a:cubicBezTo>
                  <a:lnTo>
                    <a:pt x="1586165" y="158750"/>
                  </a:lnTo>
                  <a:cubicBezTo>
                    <a:pt x="1586165" y="140970"/>
                    <a:pt x="1582355" y="123190"/>
                    <a:pt x="1577275" y="106680"/>
                  </a:cubicBezTo>
                  <a:cubicBezTo>
                    <a:pt x="1598865" y="132080"/>
                    <a:pt x="1612835" y="165100"/>
                    <a:pt x="1612835" y="201930"/>
                  </a:cubicBezTo>
                  <a:lnTo>
                    <a:pt x="1612835" y="391868"/>
                  </a:lnTo>
                  <a:cubicBezTo>
                    <a:pt x="1612835" y="391868"/>
                    <a:pt x="1612835" y="391868"/>
                    <a:pt x="1612835" y="391868"/>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8" name="Google Shape;338;p9"/>
          <p:cNvGrpSpPr/>
          <p:nvPr/>
        </p:nvGrpSpPr>
        <p:grpSpPr>
          <a:xfrm>
            <a:off x="13177758" y="2611379"/>
            <a:ext cx="3173249" cy="1075716"/>
            <a:chOff x="0" y="0"/>
            <a:chExt cx="1624265" cy="550618"/>
          </a:xfrm>
        </p:grpSpPr>
        <p:sp>
          <p:nvSpPr>
            <p:cNvPr id="339" name="Google Shape;339;p9"/>
            <p:cNvSpPr/>
            <p:nvPr/>
          </p:nvSpPr>
          <p:spPr>
            <a:xfrm>
              <a:off x="92710" y="106680"/>
              <a:ext cx="1520125" cy="431238"/>
            </a:xfrm>
            <a:custGeom>
              <a:rect b="b" l="l" r="r" t="t"/>
              <a:pathLst>
                <a:path extrusionOk="0" h="431238" w="1520125">
                  <a:moveTo>
                    <a:pt x="1493455" y="242008"/>
                  </a:moveTo>
                  <a:cubicBezTo>
                    <a:pt x="1493455" y="329638"/>
                    <a:pt x="1417255" y="400758"/>
                    <a:pt x="1335975" y="400758"/>
                  </a:cubicBezTo>
                  <a:lnTo>
                    <a:pt x="66040" y="400758"/>
                  </a:lnTo>
                  <a:cubicBezTo>
                    <a:pt x="43180" y="400758"/>
                    <a:pt x="20320" y="395678"/>
                    <a:pt x="0" y="386788"/>
                  </a:cubicBezTo>
                  <a:cubicBezTo>
                    <a:pt x="26670" y="414728"/>
                    <a:pt x="63500" y="431238"/>
                    <a:pt x="103816" y="431238"/>
                  </a:cubicBezTo>
                  <a:lnTo>
                    <a:pt x="1374075" y="431238"/>
                  </a:lnTo>
                  <a:cubicBezTo>
                    <a:pt x="1454085" y="431238"/>
                    <a:pt x="1520125" y="365198"/>
                    <a:pt x="1520125" y="285188"/>
                  </a:cubicBezTo>
                  <a:lnTo>
                    <a:pt x="1520125" y="95250"/>
                  </a:lnTo>
                  <a:cubicBezTo>
                    <a:pt x="1520125" y="58420"/>
                    <a:pt x="1506155" y="25400"/>
                    <a:pt x="1484565" y="0"/>
                  </a:cubicBezTo>
                  <a:cubicBezTo>
                    <a:pt x="1490915" y="16510"/>
                    <a:pt x="1493455" y="34290"/>
                    <a:pt x="1493455" y="52070"/>
                  </a:cubicBezTo>
                  <a:lnTo>
                    <a:pt x="1493455" y="242008"/>
                  </a:lnTo>
                  <a:lnTo>
                    <a:pt x="1493455" y="242008"/>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a:off x="12700" y="12700"/>
              <a:ext cx="1559495" cy="482038"/>
            </a:xfrm>
            <a:custGeom>
              <a:rect b="b" l="l" r="r" t="t"/>
              <a:pathLst>
                <a:path extrusionOk="0" h="482038" w="1559495">
                  <a:moveTo>
                    <a:pt x="146050" y="482038"/>
                  </a:moveTo>
                  <a:lnTo>
                    <a:pt x="1413445" y="482038"/>
                  </a:lnTo>
                  <a:cubicBezTo>
                    <a:pt x="1493455" y="482038"/>
                    <a:pt x="1559495" y="415998"/>
                    <a:pt x="1559495" y="335988"/>
                  </a:cubicBezTo>
                  <a:lnTo>
                    <a:pt x="1559495" y="146050"/>
                  </a:lnTo>
                  <a:cubicBezTo>
                    <a:pt x="1559495" y="66040"/>
                    <a:pt x="1493455" y="0"/>
                    <a:pt x="1413445" y="0"/>
                  </a:cubicBezTo>
                  <a:lnTo>
                    <a:pt x="146050" y="0"/>
                  </a:lnTo>
                  <a:cubicBezTo>
                    <a:pt x="66040" y="0"/>
                    <a:pt x="0" y="66040"/>
                    <a:pt x="0" y="146050"/>
                  </a:cubicBezTo>
                  <a:lnTo>
                    <a:pt x="0" y="335988"/>
                  </a:lnTo>
                  <a:cubicBezTo>
                    <a:pt x="0" y="417268"/>
                    <a:pt x="66040" y="482038"/>
                    <a:pt x="146050" y="482038"/>
                  </a:cubicBezTo>
                  <a:close/>
                </a:path>
              </a:pathLst>
            </a:custGeom>
            <a:solidFill>
              <a:srgbClr val="7B7A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0" y="0"/>
              <a:ext cx="1624265" cy="550618"/>
            </a:xfrm>
            <a:custGeom>
              <a:rect b="b" l="l" r="r" t="t"/>
              <a:pathLst>
                <a:path extrusionOk="0" h="550618" w="1624265">
                  <a:moveTo>
                    <a:pt x="1560765" y="74930"/>
                  </a:moveTo>
                  <a:cubicBezTo>
                    <a:pt x="1532825" y="30480"/>
                    <a:pt x="1483295" y="0"/>
                    <a:pt x="1426145" y="0"/>
                  </a:cubicBezTo>
                  <a:lnTo>
                    <a:pt x="158750" y="0"/>
                  </a:lnTo>
                  <a:cubicBezTo>
                    <a:pt x="71120" y="0"/>
                    <a:pt x="0" y="71120"/>
                    <a:pt x="0" y="158750"/>
                  </a:cubicBezTo>
                  <a:lnTo>
                    <a:pt x="0" y="348688"/>
                  </a:lnTo>
                  <a:cubicBezTo>
                    <a:pt x="0" y="400758"/>
                    <a:pt x="25400" y="446478"/>
                    <a:pt x="63500" y="475688"/>
                  </a:cubicBezTo>
                  <a:cubicBezTo>
                    <a:pt x="91440" y="520138"/>
                    <a:pt x="140970" y="550618"/>
                    <a:pt x="197745" y="550618"/>
                  </a:cubicBezTo>
                  <a:lnTo>
                    <a:pt x="1465515" y="550618"/>
                  </a:lnTo>
                  <a:cubicBezTo>
                    <a:pt x="1553145" y="550618"/>
                    <a:pt x="1624265" y="479498"/>
                    <a:pt x="1624265" y="391868"/>
                  </a:cubicBezTo>
                  <a:lnTo>
                    <a:pt x="1624265" y="201930"/>
                  </a:lnTo>
                  <a:cubicBezTo>
                    <a:pt x="1624265" y="149860"/>
                    <a:pt x="1598865" y="104140"/>
                    <a:pt x="1560765" y="74930"/>
                  </a:cubicBezTo>
                  <a:close/>
                  <a:moveTo>
                    <a:pt x="12700" y="348688"/>
                  </a:moveTo>
                  <a:lnTo>
                    <a:pt x="12700" y="158750"/>
                  </a:lnTo>
                  <a:cubicBezTo>
                    <a:pt x="12700" y="78740"/>
                    <a:pt x="78740" y="12700"/>
                    <a:pt x="158750" y="12700"/>
                  </a:cubicBezTo>
                  <a:lnTo>
                    <a:pt x="1426145" y="12700"/>
                  </a:lnTo>
                  <a:cubicBezTo>
                    <a:pt x="1506155" y="12700"/>
                    <a:pt x="1572195" y="78740"/>
                    <a:pt x="1572195" y="158750"/>
                  </a:cubicBezTo>
                  <a:lnTo>
                    <a:pt x="1572195" y="348688"/>
                  </a:lnTo>
                  <a:cubicBezTo>
                    <a:pt x="1572195" y="428698"/>
                    <a:pt x="1506155" y="494738"/>
                    <a:pt x="1426145" y="494738"/>
                  </a:cubicBezTo>
                  <a:lnTo>
                    <a:pt x="158750" y="494738"/>
                  </a:lnTo>
                  <a:cubicBezTo>
                    <a:pt x="78740" y="494738"/>
                    <a:pt x="12700" y="429968"/>
                    <a:pt x="12700" y="348688"/>
                  </a:cubicBezTo>
                  <a:close/>
                  <a:moveTo>
                    <a:pt x="1612835" y="391868"/>
                  </a:moveTo>
                  <a:cubicBezTo>
                    <a:pt x="1612835" y="471878"/>
                    <a:pt x="1545525" y="537918"/>
                    <a:pt x="1465515" y="537918"/>
                  </a:cubicBezTo>
                  <a:lnTo>
                    <a:pt x="197745" y="537918"/>
                  </a:lnTo>
                  <a:cubicBezTo>
                    <a:pt x="157480" y="537918"/>
                    <a:pt x="120650" y="521408"/>
                    <a:pt x="93980" y="493468"/>
                  </a:cubicBezTo>
                  <a:cubicBezTo>
                    <a:pt x="114300" y="502358"/>
                    <a:pt x="135890" y="507438"/>
                    <a:pt x="160020" y="507438"/>
                  </a:cubicBezTo>
                  <a:lnTo>
                    <a:pt x="1427415" y="507438"/>
                  </a:lnTo>
                  <a:cubicBezTo>
                    <a:pt x="1515045" y="507438"/>
                    <a:pt x="1586165" y="436318"/>
                    <a:pt x="1586165" y="348688"/>
                  </a:cubicBezTo>
                  <a:lnTo>
                    <a:pt x="1586165" y="158750"/>
                  </a:lnTo>
                  <a:cubicBezTo>
                    <a:pt x="1586165" y="140970"/>
                    <a:pt x="1582355" y="123190"/>
                    <a:pt x="1577275" y="106680"/>
                  </a:cubicBezTo>
                  <a:cubicBezTo>
                    <a:pt x="1598865" y="132080"/>
                    <a:pt x="1612835" y="165100"/>
                    <a:pt x="1612835" y="201930"/>
                  </a:cubicBezTo>
                  <a:lnTo>
                    <a:pt x="1612835" y="391868"/>
                  </a:lnTo>
                  <a:cubicBezTo>
                    <a:pt x="1612835" y="391868"/>
                    <a:pt x="1612835" y="391868"/>
                    <a:pt x="1612835" y="391868"/>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 name="Google Shape;342;p9"/>
          <p:cNvGrpSpPr/>
          <p:nvPr/>
        </p:nvGrpSpPr>
        <p:grpSpPr>
          <a:xfrm>
            <a:off x="1936992" y="2611379"/>
            <a:ext cx="3173249" cy="1075716"/>
            <a:chOff x="0" y="0"/>
            <a:chExt cx="1624265" cy="550618"/>
          </a:xfrm>
        </p:grpSpPr>
        <p:sp>
          <p:nvSpPr>
            <p:cNvPr id="343" name="Google Shape;343;p9"/>
            <p:cNvSpPr/>
            <p:nvPr/>
          </p:nvSpPr>
          <p:spPr>
            <a:xfrm>
              <a:off x="92710" y="106680"/>
              <a:ext cx="1520125" cy="431238"/>
            </a:xfrm>
            <a:custGeom>
              <a:rect b="b" l="l" r="r" t="t"/>
              <a:pathLst>
                <a:path extrusionOk="0" h="431238" w="1520125">
                  <a:moveTo>
                    <a:pt x="1493455" y="242008"/>
                  </a:moveTo>
                  <a:cubicBezTo>
                    <a:pt x="1493455" y="329638"/>
                    <a:pt x="1417255" y="400758"/>
                    <a:pt x="1335975" y="400758"/>
                  </a:cubicBezTo>
                  <a:lnTo>
                    <a:pt x="66040" y="400758"/>
                  </a:lnTo>
                  <a:cubicBezTo>
                    <a:pt x="43180" y="400758"/>
                    <a:pt x="20320" y="395678"/>
                    <a:pt x="0" y="386788"/>
                  </a:cubicBezTo>
                  <a:cubicBezTo>
                    <a:pt x="26670" y="414728"/>
                    <a:pt x="63500" y="431238"/>
                    <a:pt x="103816" y="431238"/>
                  </a:cubicBezTo>
                  <a:lnTo>
                    <a:pt x="1374075" y="431238"/>
                  </a:lnTo>
                  <a:cubicBezTo>
                    <a:pt x="1454085" y="431238"/>
                    <a:pt x="1520125" y="365198"/>
                    <a:pt x="1520125" y="285188"/>
                  </a:cubicBezTo>
                  <a:lnTo>
                    <a:pt x="1520125" y="95250"/>
                  </a:lnTo>
                  <a:cubicBezTo>
                    <a:pt x="1520125" y="58420"/>
                    <a:pt x="1506155" y="25400"/>
                    <a:pt x="1484565" y="0"/>
                  </a:cubicBezTo>
                  <a:cubicBezTo>
                    <a:pt x="1490915" y="16510"/>
                    <a:pt x="1493455" y="34290"/>
                    <a:pt x="1493455" y="52070"/>
                  </a:cubicBezTo>
                  <a:lnTo>
                    <a:pt x="1493455" y="242008"/>
                  </a:lnTo>
                  <a:lnTo>
                    <a:pt x="1493455" y="242008"/>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9"/>
            <p:cNvSpPr/>
            <p:nvPr/>
          </p:nvSpPr>
          <p:spPr>
            <a:xfrm>
              <a:off x="12700" y="12700"/>
              <a:ext cx="1559495" cy="482038"/>
            </a:xfrm>
            <a:custGeom>
              <a:rect b="b" l="l" r="r" t="t"/>
              <a:pathLst>
                <a:path extrusionOk="0" h="482038" w="1559495">
                  <a:moveTo>
                    <a:pt x="146050" y="482038"/>
                  </a:moveTo>
                  <a:lnTo>
                    <a:pt x="1413445" y="482038"/>
                  </a:lnTo>
                  <a:cubicBezTo>
                    <a:pt x="1493455" y="482038"/>
                    <a:pt x="1559495" y="415998"/>
                    <a:pt x="1559495" y="335988"/>
                  </a:cubicBezTo>
                  <a:lnTo>
                    <a:pt x="1559495" y="146050"/>
                  </a:lnTo>
                  <a:cubicBezTo>
                    <a:pt x="1559495" y="66040"/>
                    <a:pt x="1493455" y="0"/>
                    <a:pt x="1413445" y="0"/>
                  </a:cubicBezTo>
                  <a:lnTo>
                    <a:pt x="146050" y="0"/>
                  </a:lnTo>
                  <a:cubicBezTo>
                    <a:pt x="66040" y="0"/>
                    <a:pt x="0" y="66040"/>
                    <a:pt x="0" y="146050"/>
                  </a:cubicBezTo>
                  <a:lnTo>
                    <a:pt x="0" y="335988"/>
                  </a:lnTo>
                  <a:cubicBezTo>
                    <a:pt x="0" y="417268"/>
                    <a:pt x="66040" y="482038"/>
                    <a:pt x="146050" y="482038"/>
                  </a:cubicBezTo>
                  <a:close/>
                </a:path>
              </a:pathLst>
            </a:custGeom>
            <a:solidFill>
              <a:srgbClr val="FFB4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9"/>
            <p:cNvSpPr/>
            <p:nvPr/>
          </p:nvSpPr>
          <p:spPr>
            <a:xfrm>
              <a:off x="0" y="0"/>
              <a:ext cx="1624265" cy="550618"/>
            </a:xfrm>
            <a:custGeom>
              <a:rect b="b" l="l" r="r" t="t"/>
              <a:pathLst>
                <a:path extrusionOk="0" h="550618" w="1624265">
                  <a:moveTo>
                    <a:pt x="1560765" y="74930"/>
                  </a:moveTo>
                  <a:cubicBezTo>
                    <a:pt x="1532825" y="30480"/>
                    <a:pt x="1483295" y="0"/>
                    <a:pt x="1426145" y="0"/>
                  </a:cubicBezTo>
                  <a:lnTo>
                    <a:pt x="158750" y="0"/>
                  </a:lnTo>
                  <a:cubicBezTo>
                    <a:pt x="71120" y="0"/>
                    <a:pt x="0" y="71120"/>
                    <a:pt x="0" y="158750"/>
                  </a:cubicBezTo>
                  <a:lnTo>
                    <a:pt x="0" y="348688"/>
                  </a:lnTo>
                  <a:cubicBezTo>
                    <a:pt x="0" y="400758"/>
                    <a:pt x="25400" y="446478"/>
                    <a:pt x="63500" y="475688"/>
                  </a:cubicBezTo>
                  <a:cubicBezTo>
                    <a:pt x="91440" y="520138"/>
                    <a:pt x="140970" y="550618"/>
                    <a:pt x="197745" y="550618"/>
                  </a:cubicBezTo>
                  <a:lnTo>
                    <a:pt x="1465515" y="550618"/>
                  </a:lnTo>
                  <a:cubicBezTo>
                    <a:pt x="1553145" y="550618"/>
                    <a:pt x="1624265" y="479498"/>
                    <a:pt x="1624265" y="391868"/>
                  </a:cubicBezTo>
                  <a:lnTo>
                    <a:pt x="1624265" y="201930"/>
                  </a:lnTo>
                  <a:cubicBezTo>
                    <a:pt x="1624265" y="149860"/>
                    <a:pt x="1598865" y="104140"/>
                    <a:pt x="1560765" y="74930"/>
                  </a:cubicBezTo>
                  <a:close/>
                  <a:moveTo>
                    <a:pt x="12700" y="348688"/>
                  </a:moveTo>
                  <a:lnTo>
                    <a:pt x="12700" y="158750"/>
                  </a:lnTo>
                  <a:cubicBezTo>
                    <a:pt x="12700" y="78740"/>
                    <a:pt x="78740" y="12700"/>
                    <a:pt x="158750" y="12700"/>
                  </a:cubicBezTo>
                  <a:lnTo>
                    <a:pt x="1426145" y="12700"/>
                  </a:lnTo>
                  <a:cubicBezTo>
                    <a:pt x="1506155" y="12700"/>
                    <a:pt x="1572195" y="78740"/>
                    <a:pt x="1572195" y="158750"/>
                  </a:cubicBezTo>
                  <a:lnTo>
                    <a:pt x="1572195" y="348688"/>
                  </a:lnTo>
                  <a:cubicBezTo>
                    <a:pt x="1572195" y="428698"/>
                    <a:pt x="1506155" y="494738"/>
                    <a:pt x="1426145" y="494738"/>
                  </a:cubicBezTo>
                  <a:lnTo>
                    <a:pt x="158750" y="494738"/>
                  </a:lnTo>
                  <a:cubicBezTo>
                    <a:pt x="78740" y="494738"/>
                    <a:pt x="12700" y="429968"/>
                    <a:pt x="12700" y="348688"/>
                  </a:cubicBezTo>
                  <a:close/>
                  <a:moveTo>
                    <a:pt x="1612835" y="391868"/>
                  </a:moveTo>
                  <a:cubicBezTo>
                    <a:pt x="1612835" y="471878"/>
                    <a:pt x="1545525" y="537918"/>
                    <a:pt x="1465515" y="537918"/>
                  </a:cubicBezTo>
                  <a:lnTo>
                    <a:pt x="197745" y="537918"/>
                  </a:lnTo>
                  <a:cubicBezTo>
                    <a:pt x="157480" y="537918"/>
                    <a:pt x="120650" y="521408"/>
                    <a:pt x="93980" y="493468"/>
                  </a:cubicBezTo>
                  <a:cubicBezTo>
                    <a:pt x="114300" y="502358"/>
                    <a:pt x="135890" y="507438"/>
                    <a:pt x="160020" y="507438"/>
                  </a:cubicBezTo>
                  <a:lnTo>
                    <a:pt x="1427415" y="507438"/>
                  </a:lnTo>
                  <a:cubicBezTo>
                    <a:pt x="1515045" y="507438"/>
                    <a:pt x="1586165" y="436318"/>
                    <a:pt x="1586165" y="348688"/>
                  </a:cubicBezTo>
                  <a:lnTo>
                    <a:pt x="1586165" y="158750"/>
                  </a:lnTo>
                  <a:cubicBezTo>
                    <a:pt x="1586165" y="140970"/>
                    <a:pt x="1582355" y="123190"/>
                    <a:pt x="1577275" y="106680"/>
                  </a:cubicBezTo>
                  <a:cubicBezTo>
                    <a:pt x="1598865" y="132080"/>
                    <a:pt x="1612835" y="165100"/>
                    <a:pt x="1612835" y="201930"/>
                  </a:cubicBezTo>
                  <a:lnTo>
                    <a:pt x="1612835" y="391868"/>
                  </a:lnTo>
                  <a:cubicBezTo>
                    <a:pt x="1612835" y="391868"/>
                    <a:pt x="1612835" y="391868"/>
                    <a:pt x="1612835" y="391868"/>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6" name="Google Shape;346;p9"/>
          <p:cNvSpPr txBox="1"/>
          <p:nvPr/>
        </p:nvSpPr>
        <p:spPr>
          <a:xfrm>
            <a:off x="825433" y="494228"/>
            <a:ext cx="15670200" cy="18840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1" i="0" lang="en-US" sz="5100" u="none" cap="none" strike="noStrike">
                <a:solidFill>
                  <a:srgbClr val="191919"/>
                </a:solidFill>
                <a:latin typeface="Times New Roman"/>
                <a:ea typeface="Times New Roman"/>
                <a:cs typeface="Times New Roman"/>
                <a:sym typeface="Times New Roman"/>
              </a:rPr>
              <a:t>CLOSING:</a:t>
            </a:r>
            <a:endParaRPr b="1">
              <a:latin typeface="Times New Roman"/>
              <a:ea typeface="Times New Roman"/>
              <a:cs typeface="Times New Roman"/>
              <a:sym typeface="Times New Roman"/>
            </a:endParaRPr>
          </a:p>
          <a:p>
            <a:pPr indent="0" lvl="0" marL="0" marR="0" rtl="0" algn="ctr">
              <a:lnSpc>
                <a:spcPct val="80000"/>
              </a:lnSpc>
              <a:spcBef>
                <a:spcPts val="0"/>
              </a:spcBef>
              <a:spcAft>
                <a:spcPts val="0"/>
              </a:spcAft>
              <a:buNone/>
            </a:pPr>
            <a:r>
              <a:rPr i="0" lang="en-US" sz="5100" u="none" cap="none" strike="noStrike">
                <a:solidFill>
                  <a:srgbClr val="191919"/>
                </a:solidFill>
                <a:latin typeface="Times New Roman"/>
                <a:ea typeface="Times New Roman"/>
                <a:cs typeface="Times New Roman"/>
                <a:sym typeface="Times New Roman"/>
              </a:rPr>
              <a:t>REQUESTING SPECIFIC ACTION IN A COURTEOUS CLOSE</a:t>
            </a:r>
            <a:endParaRPr>
              <a:latin typeface="Times New Roman"/>
              <a:ea typeface="Times New Roman"/>
              <a:cs typeface="Times New Roman"/>
              <a:sym typeface="Times New Roman"/>
            </a:endParaRPr>
          </a:p>
        </p:txBody>
      </p:sp>
      <p:sp>
        <p:nvSpPr>
          <p:cNvPr id="347" name="Google Shape;347;p9"/>
          <p:cNvSpPr txBox="1"/>
          <p:nvPr/>
        </p:nvSpPr>
        <p:spPr>
          <a:xfrm>
            <a:off x="7919559" y="2793833"/>
            <a:ext cx="2451300" cy="79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2596" u="none" cap="none" strike="noStrike">
                <a:solidFill>
                  <a:srgbClr val="191919"/>
                </a:solidFill>
                <a:latin typeface="Times New Roman"/>
                <a:ea typeface="Times New Roman"/>
                <a:cs typeface="Times New Roman"/>
                <a:sym typeface="Times New Roman"/>
              </a:rPr>
              <a:t>CONTACT INFORMATION</a:t>
            </a:r>
            <a:endParaRPr>
              <a:latin typeface="Times New Roman"/>
              <a:ea typeface="Times New Roman"/>
              <a:cs typeface="Times New Roman"/>
              <a:sym typeface="Times New Roman"/>
            </a:endParaRPr>
          </a:p>
        </p:txBody>
      </p:sp>
      <p:sp>
        <p:nvSpPr>
          <p:cNvPr id="348" name="Google Shape;348;p9"/>
          <p:cNvSpPr txBox="1"/>
          <p:nvPr/>
        </p:nvSpPr>
        <p:spPr>
          <a:xfrm>
            <a:off x="13538663" y="2783038"/>
            <a:ext cx="2451300" cy="83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2696" u="none" cap="none" strike="noStrike">
                <a:solidFill>
                  <a:srgbClr val="FFFFFF"/>
                </a:solidFill>
                <a:latin typeface="Times New Roman"/>
                <a:ea typeface="Times New Roman"/>
                <a:cs typeface="Times New Roman"/>
                <a:sym typeface="Times New Roman"/>
              </a:rPr>
              <a:t>SINCERE THANKS</a:t>
            </a:r>
            <a:endParaRPr>
              <a:latin typeface="Times New Roman"/>
              <a:ea typeface="Times New Roman"/>
              <a:cs typeface="Times New Roman"/>
              <a:sym typeface="Times New Roman"/>
            </a:endParaRPr>
          </a:p>
        </p:txBody>
      </p:sp>
      <p:sp>
        <p:nvSpPr>
          <p:cNvPr id="349" name="Google Shape;349;p9"/>
          <p:cNvSpPr txBox="1"/>
          <p:nvPr/>
        </p:nvSpPr>
        <p:spPr>
          <a:xfrm>
            <a:off x="2297897" y="2783038"/>
            <a:ext cx="2451300" cy="83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2696" u="none" cap="none" strike="noStrike">
                <a:solidFill>
                  <a:srgbClr val="191919"/>
                </a:solidFill>
                <a:latin typeface="Times New Roman"/>
                <a:ea typeface="Times New Roman"/>
                <a:cs typeface="Times New Roman"/>
                <a:sym typeface="Times New Roman"/>
              </a:rPr>
              <a:t>CALL FOR ACTION</a:t>
            </a:r>
            <a:endParaRPr>
              <a:latin typeface="Times New Roman"/>
              <a:ea typeface="Times New Roman"/>
              <a:cs typeface="Times New Roman"/>
              <a:sym typeface="Times New Roman"/>
            </a:endParaRPr>
          </a:p>
        </p:txBody>
      </p:sp>
      <p:sp>
        <p:nvSpPr>
          <p:cNvPr id="350" name="Google Shape;350;p9"/>
          <p:cNvSpPr txBox="1"/>
          <p:nvPr/>
        </p:nvSpPr>
        <p:spPr>
          <a:xfrm>
            <a:off x="12791877" y="4757601"/>
            <a:ext cx="3868800" cy="990900"/>
          </a:xfrm>
          <a:prstGeom prst="rect">
            <a:avLst/>
          </a:prstGeom>
          <a:noFill/>
          <a:ln>
            <a:noFill/>
          </a:ln>
        </p:spPr>
        <p:txBody>
          <a:bodyPr anchorCtr="0" anchor="t" bIns="0" lIns="0" spcFirstLastPara="1" rIns="0" wrap="square" tIns="0">
            <a:spAutoFit/>
          </a:bodyPr>
          <a:lstStyle/>
          <a:p>
            <a:pPr indent="0" lvl="0" marL="0" marR="0" rtl="0" algn="l">
              <a:lnSpc>
                <a:spcPct val="130010"/>
              </a:lnSpc>
              <a:spcBef>
                <a:spcPts val="0"/>
              </a:spcBef>
              <a:spcAft>
                <a:spcPts val="0"/>
              </a:spcAft>
              <a:buNone/>
            </a:pPr>
            <a:r>
              <a:rPr i="0" lang="en-US" sz="2799" u="none" cap="none" strike="noStrike">
                <a:solidFill>
                  <a:srgbClr val="191919"/>
                </a:solidFill>
                <a:latin typeface="Times New Roman"/>
                <a:ea typeface="Times New Roman"/>
                <a:cs typeface="Times New Roman"/>
                <a:sym typeface="Times New Roman"/>
              </a:rPr>
              <a:t>an expression of appreciation or goodwill.</a:t>
            </a:r>
            <a:endParaRPr>
              <a:latin typeface="Times New Roman"/>
              <a:ea typeface="Times New Roman"/>
              <a:cs typeface="Times New Roman"/>
              <a:sym typeface="Times New Roman"/>
            </a:endParaRPr>
          </a:p>
        </p:txBody>
      </p:sp>
      <p:sp>
        <p:nvSpPr>
          <p:cNvPr id="351" name="Google Shape;351;p9"/>
          <p:cNvSpPr txBox="1"/>
          <p:nvPr/>
        </p:nvSpPr>
        <p:spPr>
          <a:xfrm>
            <a:off x="7210874" y="4542854"/>
            <a:ext cx="3868800" cy="990900"/>
          </a:xfrm>
          <a:prstGeom prst="rect">
            <a:avLst/>
          </a:prstGeom>
          <a:noFill/>
          <a:ln>
            <a:noFill/>
          </a:ln>
        </p:spPr>
        <p:txBody>
          <a:bodyPr anchorCtr="0" anchor="t" bIns="0" lIns="0" spcFirstLastPara="1" rIns="0" wrap="square" tIns="0">
            <a:spAutoFit/>
          </a:bodyPr>
          <a:lstStyle/>
          <a:p>
            <a:pPr indent="0" lvl="0" marL="0" marR="0" rtl="0" algn="l">
              <a:lnSpc>
                <a:spcPct val="130010"/>
              </a:lnSpc>
              <a:spcBef>
                <a:spcPts val="0"/>
              </a:spcBef>
              <a:spcAft>
                <a:spcPts val="0"/>
              </a:spcAft>
              <a:buNone/>
            </a:pPr>
            <a:r>
              <a:rPr i="0" lang="en-US" sz="2799" u="none" cap="none" strike="noStrike">
                <a:solidFill>
                  <a:srgbClr val="191919"/>
                </a:solidFill>
                <a:latin typeface="Times New Roman"/>
                <a:ea typeface="Times New Roman"/>
                <a:cs typeface="Times New Roman"/>
                <a:sym typeface="Times New Roman"/>
              </a:rPr>
              <a:t>information about how you can be reached</a:t>
            </a:r>
            <a:endParaRPr>
              <a:latin typeface="Times New Roman"/>
              <a:ea typeface="Times New Roman"/>
              <a:cs typeface="Times New Roman"/>
              <a:sym typeface="Times New Roman"/>
            </a:endParaRPr>
          </a:p>
        </p:txBody>
      </p:sp>
      <p:sp>
        <p:nvSpPr>
          <p:cNvPr id="352" name="Google Shape;352;p9"/>
          <p:cNvSpPr txBox="1"/>
          <p:nvPr/>
        </p:nvSpPr>
        <p:spPr>
          <a:xfrm>
            <a:off x="1403013" y="4475038"/>
            <a:ext cx="3868800" cy="14958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None/>
            </a:pPr>
            <a:r>
              <a:rPr i="0" lang="en-US" sz="2699" u="none" cap="none" strike="noStrike">
                <a:solidFill>
                  <a:srgbClr val="191919"/>
                </a:solidFill>
                <a:latin typeface="Times New Roman"/>
                <a:ea typeface="Times New Roman"/>
                <a:cs typeface="Times New Roman"/>
                <a:sym typeface="Times New Roman"/>
              </a:rPr>
              <a:t>a specific request that includes</a:t>
            </a:r>
            <a:endParaRPr>
              <a:latin typeface="Times New Roman"/>
              <a:ea typeface="Times New Roman"/>
              <a:cs typeface="Times New Roman"/>
              <a:sym typeface="Times New Roman"/>
            </a:endParaRPr>
          </a:p>
          <a:p>
            <a:pPr indent="0" lvl="0" marL="0" marR="0" rtl="0" algn="l">
              <a:lnSpc>
                <a:spcPct val="130011"/>
              </a:lnSpc>
              <a:spcBef>
                <a:spcPts val="0"/>
              </a:spcBef>
              <a:spcAft>
                <a:spcPts val="0"/>
              </a:spcAft>
              <a:buNone/>
            </a:pPr>
            <a:r>
              <a:rPr i="0" lang="en-US" sz="2699" u="none" cap="none" strike="noStrike">
                <a:solidFill>
                  <a:srgbClr val="191919"/>
                </a:solidFill>
                <a:latin typeface="Times New Roman"/>
                <a:ea typeface="Times New Roman"/>
                <a:cs typeface="Times New Roman"/>
                <a:sym typeface="Times New Roman"/>
              </a:rPr>
              <a:t>any relevant deadlines,</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FAB0"/>
        </a:solidFill>
      </p:bgPr>
    </p:bg>
    <p:spTree>
      <p:nvGrpSpPr>
        <p:cNvPr id="356" name="Shape 356"/>
        <p:cNvGrpSpPr/>
        <p:nvPr/>
      </p:nvGrpSpPr>
      <p:grpSpPr>
        <a:xfrm>
          <a:off x="0" y="0"/>
          <a:ext cx="0" cy="0"/>
          <a:chOff x="0" y="0"/>
          <a:chExt cx="0" cy="0"/>
        </a:xfrm>
      </p:grpSpPr>
      <p:pic>
        <p:nvPicPr>
          <p:cNvPr id="357" name="Google Shape;357;p10"/>
          <p:cNvPicPr preferRelativeResize="0"/>
          <p:nvPr/>
        </p:nvPicPr>
        <p:blipFill rotWithShape="1">
          <a:blip r:embed="rId3">
            <a:alphaModFix/>
          </a:blip>
          <a:srcRect b="5023" l="1152" r="968" t="0"/>
          <a:stretch/>
        </p:blipFill>
        <p:spPr>
          <a:xfrm>
            <a:off x="326994" y="1354423"/>
            <a:ext cx="17456318" cy="82400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FAB0"/>
        </a:solidFill>
      </p:bgPr>
    </p:bg>
    <p:spTree>
      <p:nvGrpSpPr>
        <p:cNvPr id="361" name="Shape 361"/>
        <p:cNvGrpSpPr/>
        <p:nvPr/>
      </p:nvGrpSpPr>
      <p:grpSpPr>
        <a:xfrm>
          <a:off x="0" y="0"/>
          <a:ext cx="0" cy="0"/>
          <a:chOff x="0" y="0"/>
          <a:chExt cx="0" cy="0"/>
        </a:xfrm>
      </p:grpSpPr>
      <p:pic>
        <p:nvPicPr>
          <p:cNvPr id="362" name="Google Shape;362;p11"/>
          <p:cNvPicPr preferRelativeResize="0"/>
          <p:nvPr/>
        </p:nvPicPr>
        <p:blipFill rotWithShape="1">
          <a:blip r:embed="rId3">
            <a:alphaModFix/>
          </a:blip>
          <a:srcRect b="0" l="3941" r="3071" t="0"/>
          <a:stretch/>
        </p:blipFill>
        <p:spPr>
          <a:xfrm>
            <a:off x="84819" y="217014"/>
            <a:ext cx="18118361" cy="6571005"/>
          </a:xfrm>
          <a:prstGeom prst="rect">
            <a:avLst/>
          </a:prstGeom>
          <a:noFill/>
          <a:ln>
            <a:noFill/>
          </a:ln>
        </p:spPr>
      </p:pic>
      <p:sp>
        <p:nvSpPr>
          <p:cNvPr id="363" name="Google Shape;363;p11"/>
          <p:cNvSpPr txBox="1"/>
          <p:nvPr/>
        </p:nvSpPr>
        <p:spPr>
          <a:xfrm>
            <a:off x="815881" y="7420975"/>
            <a:ext cx="16656300" cy="19881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i="0" lang="en-US" sz="3399" u="none" cap="none" strike="noStrike">
                <a:solidFill>
                  <a:srgbClr val="000000"/>
                </a:solidFill>
                <a:latin typeface="Times New Roman"/>
                <a:ea typeface="Times New Roman"/>
                <a:cs typeface="Times New Roman"/>
                <a:sym typeface="Times New Roman"/>
              </a:rPr>
              <a:t>Activity: Write a routine message, requesting your IT team to update the company website by Monday. The request is to add the bios of three new employees hired in the Marketing department along with their pictures and ambitions before the meeting with your new investors.  </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FAB0"/>
        </a:solidFill>
      </p:bgPr>
    </p:bg>
    <p:spTree>
      <p:nvGrpSpPr>
        <p:cNvPr id="367" name="Shape 367"/>
        <p:cNvGrpSpPr/>
        <p:nvPr/>
      </p:nvGrpSpPr>
      <p:grpSpPr>
        <a:xfrm>
          <a:off x="0" y="0"/>
          <a:ext cx="0" cy="0"/>
          <a:chOff x="0" y="0"/>
          <a:chExt cx="0" cy="0"/>
        </a:xfrm>
      </p:grpSpPr>
      <p:pic>
        <p:nvPicPr>
          <p:cNvPr id="368" name="Google Shape;368;p12"/>
          <p:cNvPicPr preferRelativeResize="0"/>
          <p:nvPr/>
        </p:nvPicPr>
        <p:blipFill rotWithShape="1">
          <a:blip r:embed="rId3">
            <a:alphaModFix/>
          </a:blip>
          <a:srcRect b="0" l="0" r="0" t="0"/>
          <a:stretch/>
        </p:blipFill>
        <p:spPr>
          <a:xfrm>
            <a:off x="8322570" y="7880721"/>
            <a:ext cx="5260980" cy="4371396"/>
          </a:xfrm>
          <a:prstGeom prst="rect">
            <a:avLst/>
          </a:prstGeom>
          <a:noFill/>
          <a:ln>
            <a:noFill/>
          </a:ln>
        </p:spPr>
      </p:pic>
      <p:pic>
        <p:nvPicPr>
          <p:cNvPr id="369" name="Google Shape;369;p12"/>
          <p:cNvPicPr preferRelativeResize="0"/>
          <p:nvPr/>
        </p:nvPicPr>
        <p:blipFill rotWithShape="1">
          <a:blip r:embed="rId4">
            <a:alphaModFix/>
          </a:blip>
          <a:srcRect b="0" l="0" r="0" t="0"/>
          <a:stretch/>
        </p:blipFill>
        <p:spPr>
          <a:xfrm>
            <a:off x="-2794838" y="-3723349"/>
            <a:ext cx="5589677" cy="5589677"/>
          </a:xfrm>
          <a:prstGeom prst="rect">
            <a:avLst/>
          </a:prstGeom>
          <a:noFill/>
          <a:ln>
            <a:noFill/>
          </a:ln>
        </p:spPr>
      </p:pic>
      <p:pic>
        <p:nvPicPr>
          <p:cNvPr id="370" name="Google Shape;370;p12"/>
          <p:cNvPicPr preferRelativeResize="0"/>
          <p:nvPr/>
        </p:nvPicPr>
        <p:blipFill rotWithShape="1">
          <a:blip r:embed="rId5">
            <a:alphaModFix/>
          </a:blip>
          <a:srcRect b="0" l="0" r="0" t="0"/>
          <a:stretch/>
        </p:blipFill>
        <p:spPr>
          <a:xfrm rot="-5400000">
            <a:off x="14474609" y="-2302729"/>
            <a:ext cx="3965922" cy="4660806"/>
          </a:xfrm>
          <a:prstGeom prst="rect">
            <a:avLst/>
          </a:prstGeom>
          <a:noFill/>
          <a:ln>
            <a:noFill/>
          </a:ln>
        </p:spPr>
      </p:pic>
      <p:grpSp>
        <p:nvGrpSpPr>
          <p:cNvPr id="371" name="Google Shape;371;p12"/>
          <p:cNvGrpSpPr/>
          <p:nvPr/>
        </p:nvGrpSpPr>
        <p:grpSpPr>
          <a:xfrm>
            <a:off x="1498106" y="2793954"/>
            <a:ext cx="9483527" cy="5875488"/>
            <a:chOff x="0" y="0"/>
            <a:chExt cx="14250970" cy="8829140"/>
          </a:xfrm>
        </p:grpSpPr>
        <p:sp>
          <p:nvSpPr>
            <p:cNvPr id="372" name="Google Shape;372;p12"/>
            <p:cNvSpPr/>
            <p:nvPr/>
          </p:nvSpPr>
          <p:spPr>
            <a:xfrm>
              <a:off x="31750" y="31750"/>
              <a:ext cx="14187470" cy="8765640"/>
            </a:xfrm>
            <a:custGeom>
              <a:rect b="b" l="l" r="r" t="t"/>
              <a:pathLst>
                <a:path extrusionOk="0" h="8765640" w="14187470">
                  <a:moveTo>
                    <a:pt x="14094761" y="8765640"/>
                  </a:moveTo>
                  <a:lnTo>
                    <a:pt x="92710" y="8765640"/>
                  </a:lnTo>
                  <a:cubicBezTo>
                    <a:pt x="41910" y="8765640"/>
                    <a:pt x="0" y="8723730"/>
                    <a:pt x="0" y="8672930"/>
                  </a:cubicBezTo>
                  <a:lnTo>
                    <a:pt x="0" y="92710"/>
                  </a:lnTo>
                  <a:cubicBezTo>
                    <a:pt x="0" y="41910"/>
                    <a:pt x="41910" y="0"/>
                    <a:pt x="92710" y="0"/>
                  </a:cubicBezTo>
                  <a:lnTo>
                    <a:pt x="14093492" y="0"/>
                  </a:lnTo>
                  <a:cubicBezTo>
                    <a:pt x="14144292" y="0"/>
                    <a:pt x="14186201" y="41910"/>
                    <a:pt x="14186201" y="92710"/>
                  </a:cubicBezTo>
                  <a:lnTo>
                    <a:pt x="14186201" y="8671661"/>
                  </a:lnTo>
                  <a:cubicBezTo>
                    <a:pt x="14187470" y="8723730"/>
                    <a:pt x="14145561" y="8765640"/>
                    <a:pt x="14094761" y="876564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2"/>
            <p:cNvSpPr/>
            <p:nvPr/>
          </p:nvSpPr>
          <p:spPr>
            <a:xfrm>
              <a:off x="0" y="0"/>
              <a:ext cx="14250970" cy="8829140"/>
            </a:xfrm>
            <a:custGeom>
              <a:rect b="b" l="l" r="r" t="t"/>
              <a:pathLst>
                <a:path extrusionOk="0" h="8829140" w="14250970">
                  <a:moveTo>
                    <a:pt x="14126511" y="59690"/>
                  </a:moveTo>
                  <a:cubicBezTo>
                    <a:pt x="14162070" y="59690"/>
                    <a:pt x="14191281" y="88900"/>
                    <a:pt x="14191281" y="124460"/>
                  </a:cubicBezTo>
                  <a:lnTo>
                    <a:pt x="14191281" y="8704680"/>
                  </a:lnTo>
                  <a:cubicBezTo>
                    <a:pt x="14191281" y="8740240"/>
                    <a:pt x="14162070" y="8769451"/>
                    <a:pt x="14126511" y="8769451"/>
                  </a:cubicBezTo>
                  <a:lnTo>
                    <a:pt x="124460" y="8769451"/>
                  </a:lnTo>
                  <a:cubicBezTo>
                    <a:pt x="88900" y="8769451"/>
                    <a:pt x="59690" y="8740240"/>
                    <a:pt x="59690" y="8704680"/>
                  </a:cubicBezTo>
                  <a:lnTo>
                    <a:pt x="59690" y="124460"/>
                  </a:lnTo>
                  <a:cubicBezTo>
                    <a:pt x="59690" y="88900"/>
                    <a:pt x="88900" y="59690"/>
                    <a:pt x="124460" y="59690"/>
                  </a:cubicBezTo>
                  <a:lnTo>
                    <a:pt x="14126511" y="59690"/>
                  </a:lnTo>
                  <a:moveTo>
                    <a:pt x="14126511" y="0"/>
                  </a:moveTo>
                  <a:lnTo>
                    <a:pt x="124460" y="0"/>
                  </a:lnTo>
                  <a:cubicBezTo>
                    <a:pt x="55880" y="0"/>
                    <a:pt x="0" y="55880"/>
                    <a:pt x="0" y="124460"/>
                  </a:cubicBezTo>
                  <a:lnTo>
                    <a:pt x="0" y="8704680"/>
                  </a:lnTo>
                  <a:cubicBezTo>
                    <a:pt x="0" y="8773261"/>
                    <a:pt x="55880" y="8829140"/>
                    <a:pt x="124460" y="8829140"/>
                  </a:cubicBezTo>
                  <a:lnTo>
                    <a:pt x="14126511" y="8829140"/>
                  </a:lnTo>
                  <a:cubicBezTo>
                    <a:pt x="14195092" y="8829140"/>
                    <a:pt x="14250970" y="8773261"/>
                    <a:pt x="14250970" y="8704680"/>
                  </a:cubicBezTo>
                  <a:lnTo>
                    <a:pt x="14250970" y="124460"/>
                  </a:lnTo>
                  <a:cubicBezTo>
                    <a:pt x="14250970" y="55880"/>
                    <a:pt x="14195092" y="0"/>
                    <a:pt x="14126511"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 name="Google Shape;374;p12"/>
          <p:cNvGrpSpPr/>
          <p:nvPr/>
        </p:nvGrpSpPr>
        <p:grpSpPr>
          <a:xfrm>
            <a:off x="1498106" y="2010635"/>
            <a:ext cx="9483527" cy="1041805"/>
            <a:chOff x="0" y="0"/>
            <a:chExt cx="14250970" cy="1565529"/>
          </a:xfrm>
        </p:grpSpPr>
        <p:sp>
          <p:nvSpPr>
            <p:cNvPr id="375" name="Google Shape;375;p12"/>
            <p:cNvSpPr/>
            <p:nvPr/>
          </p:nvSpPr>
          <p:spPr>
            <a:xfrm>
              <a:off x="31750" y="31750"/>
              <a:ext cx="14187470" cy="1502029"/>
            </a:xfrm>
            <a:custGeom>
              <a:rect b="b" l="l" r="r" t="t"/>
              <a:pathLst>
                <a:path extrusionOk="0" h="1502029" w="14187470">
                  <a:moveTo>
                    <a:pt x="14094761" y="1502029"/>
                  </a:moveTo>
                  <a:lnTo>
                    <a:pt x="92710" y="1502029"/>
                  </a:lnTo>
                  <a:cubicBezTo>
                    <a:pt x="41910" y="1502029"/>
                    <a:pt x="0" y="1460119"/>
                    <a:pt x="0" y="1409319"/>
                  </a:cubicBezTo>
                  <a:lnTo>
                    <a:pt x="0" y="92710"/>
                  </a:lnTo>
                  <a:cubicBezTo>
                    <a:pt x="0" y="41910"/>
                    <a:pt x="41910" y="0"/>
                    <a:pt x="92710" y="0"/>
                  </a:cubicBezTo>
                  <a:lnTo>
                    <a:pt x="14093492" y="0"/>
                  </a:lnTo>
                  <a:cubicBezTo>
                    <a:pt x="14144292" y="0"/>
                    <a:pt x="14186201" y="41910"/>
                    <a:pt x="14186201" y="92710"/>
                  </a:cubicBezTo>
                  <a:lnTo>
                    <a:pt x="14186201" y="1408049"/>
                  </a:lnTo>
                  <a:cubicBezTo>
                    <a:pt x="14187470" y="1460119"/>
                    <a:pt x="14145561" y="1502029"/>
                    <a:pt x="14094761" y="1502029"/>
                  </a:cubicBezTo>
                  <a:close/>
                </a:path>
              </a:pathLst>
            </a:custGeom>
            <a:solidFill>
              <a:srgbClr val="FFF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2"/>
            <p:cNvSpPr/>
            <p:nvPr/>
          </p:nvSpPr>
          <p:spPr>
            <a:xfrm>
              <a:off x="0" y="0"/>
              <a:ext cx="14250970" cy="1565529"/>
            </a:xfrm>
            <a:custGeom>
              <a:rect b="b" l="l" r="r" t="t"/>
              <a:pathLst>
                <a:path extrusionOk="0" h="1565529" w="14250970">
                  <a:moveTo>
                    <a:pt x="14126511" y="59690"/>
                  </a:moveTo>
                  <a:cubicBezTo>
                    <a:pt x="14162070" y="59690"/>
                    <a:pt x="14191281" y="88900"/>
                    <a:pt x="14191281" y="124460"/>
                  </a:cubicBezTo>
                  <a:lnTo>
                    <a:pt x="14191281" y="1441069"/>
                  </a:lnTo>
                  <a:cubicBezTo>
                    <a:pt x="14191281" y="1476629"/>
                    <a:pt x="14162070" y="1505839"/>
                    <a:pt x="14126511" y="1505839"/>
                  </a:cubicBezTo>
                  <a:lnTo>
                    <a:pt x="124460" y="1505839"/>
                  </a:lnTo>
                  <a:cubicBezTo>
                    <a:pt x="88900" y="1505839"/>
                    <a:pt x="59690" y="1476629"/>
                    <a:pt x="59690" y="1441069"/>
                  </a:cubicBezTo>
                  <a:lnTo>
                    <a:pt x="59690" y="124460"/>
                  </a:lnTo>
                  <a:cubicBezTo>
                    <a:pt x="59690" y="88900"/>
                    <a:pt x="88900" y="59690"/>
                    <a:pt x="124460" y="59690"/>
                  </a:cubicBezTo>
                  <a:lnTo>
                    <a:pt x="14126511" y="59690"/>
                  </a:lnTo>
                  <a:moveTo>
                    <a:pt x="14126511" y="0"/>
                  </a:moveTo>
                  <a:lnTo>
                    <a:pt x="124460" y="0"/>
                  </a:lnTo>
                  <a:cubicBezTo>
                    <a:pt x="55880" y="0"/>
                    <a:pt x="0" y="55880"/>
                    <a:pt x="0" y="124460"/>
                  </a:cubicBezTo>
                  <a:lnTo>
                    <a:pt x="0" y="1441069"/>
                  </a:lnTo>
                  <a:cubicBezTo>
                    <a:pt x="0" y="1509649"/>
                    <a:pt x="55880" y="1565529"/>
                    <a:pt x="124460" y="1565529"/>
                  </a:cubicBezTo>
                  <a:lnTo>
                    <a:pt x="14126511" y="1565529"/>
                  </a:lnTo>
                  <a:cubicBezTo>
                    <a:pt x="14195092" y="1565529"/>
                    <a:pt x="14250970" y="1509649"/>
                    <a:pt x="14250970" y="1441069"/>
                  </a:cubicBezTo>
                  <a:lnTo>
                    <a:pt x="14250970" y="124460"/>
                  </a:lnTo>
                  <a:cubicBezTo>
                    <a:pt x="14250970" y="55880"/>
                    <a:pt x="14195092" y="0"/>
                    <a:pt x="14126511"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77" name="Google Shape;377;p12"/>
          <p:cNvPicPr preferRelativeResize="0"/>
          <p:nvPr/>
        </p:nvPicPr>
        <p:blipFill rotWithShape="1">
          <a:blip r:embed="rId6">
            <a:alphaModFix/>
          </a:blip>
          <a:srcRect b="0" l="0" r="0" t="0"/>
          <a:stretch/>
        </p:blipFill>
        <p:spPr>
          <a:xfrm>
            <a:off x="1957151" y="2331834"/>
            <a:ext cx="405873" cy="405873"/>
          </a:xfrm>
          <a:prstGeom prst="rect">
            <a:avLst/>
          </a:prstGeom>
          <a:noFill/>
          <a:ln>
            <a:noFill/>
          </a:ln>
        </p:spPr>
      </p:pic>
      <p:pic>
        <p:nvPicPr>
          <p:cNvPr id="378" name="Google Shape;378;p12"/>
          <p:cNvPicPr preferRelativeResize="0"/>
          <p:nvPr/>
        </p:nvPicPr>
        <p:blipFill rotWithShape="1">
          <a:blip r:embed="rId7">
            <a:alphaModFix/>
          </a:blip>
          <a:srcRect b="0" l="0" r="0" t="0"/>
          <a:stretch/>
        </p:blipFill>
        <p:spPr>
          <a:xfrm>
            <a:off x="2629802" y="2331834"/>
            <a:ext cx="405873" cy="405873"/>
          </a:xfrm>
          <a:prstGeom prst="rect">
            <a:avLst/>
          </a:prstGeom>
          <a:noFill/>
          <a:ln>
            <a:noFill/>
          </a:ln>
        </p:spPr>
      </p:pic>
      <p:pic>
        <p:nvPicPr>
          <p:cNvPr id="379" name="Google Shape;379;p12"/>
          <p:cNvPicPr preferRelativeResize="0"/>
          <p:nvPr/>
        </p:nvPicPr>
        <p:blipFill rotWithShape="1">
          <a:blip r:embed="rId8">
            <a:alphaModFix/>
          </a:blip>
          <a:srcRect b="0" l="0" r="0" t="0"/>
          <a:stretch/>
        </p:blipFill>
        <p:spPr>
          <a:xfrm>
            <a:off x="3302453" y="2331834"/>
            <a:ext cx="405873" cy="405873"/>
          </a:xfrm>
          <a:prstGeom prst="rect">
            <a:avLst/>
          </a:prstGeom>
          <a:noFill/>
          <a:ln>
            <a:noFill/>
          </a:ln>
        </p:spPr>
      </p:pic>
      <p:sp>
        <p:nvSpPr>
          <p:cNvPr id="380" name="Google Shape;380;p12"/>
          <p:cNvSpPr txBox="1"/>
          <p:nvPr/>
        </p:nvSpPr>
        <p:spPr>
          <a:xfrm>
            <a:off x="2160088" y="3606988"/>
            <a:ext cx="7991100" cy="3508500"/>
          </a:xfrm>
          <a:prstGeom prst="rect">
            <a:avLst/>
          </a:prstGeom>
          <a:noFill/>
          <a:ln>
            <a:noFill/>
          </a:ln>
        </p:spPr>
        <p:txBody>
          <a:bodyPr anchorCtr="0" anchor="t" bIns="0" lIns="0" spcFirstLastPara="1" rIns="0" wrap="square" tIns="0">
            <a:spAutoFit/>
          </a:bodyPr>
          <a:lstStyle/>
          <a:p>
            <a:pPr indent="-410205" lvl="1" marL="820411" marR="0" rtl="0" algn="l">
              <a:lnSpc>
                <a:spcPct val="100000"/>
              </a:lnSpc>
              <a:spcBef>
                <a:spcPts val="0"/>
              </a:spcBef>
              <a:spcAft>
                <a:spcPts val="0"/>
              </a:spcAft>
              <a:buClr>
                <a:srgbClr val="191919"/>
              </a:buClr>
              <a:buSzPts val="3799"/>
              <a:buFont typeface="Times New Roman"/>
              <a:buChar char="•"/>
            </a:pPr>
            <a:r>
              <a:rPr lang="en-US" sz="3799">
                <a:solidFill>
                  <a:srgbClr val="191919"/>
                </a:solidFill>
                <a:latin typeface="Times New Roman"/>
                <a:ea typeface="Times New Roman"/>
                <a:cs typeface="Times New Roman"/>
                <a:sym typeface="Times New Roman"/>
              </a:rPr>
              <a:t>Asking for information or action</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3799" u="none" cap="none" strike="noStrike">
              <a:solidFill>
                <a:srgbClr val="191919"/>
              </a:solidFill>
              <a:latin typeface="Times New Roman"/>
              <a:ea typeface="Times New Roman"/>
              <a:cs typeface="Times New Roman"/>
              <a:sym typeface="Times New Roman"/>
            </a:endParaRPr>
          </a:p>
          <a:p>
            <a:pPr indent="-410205" lvl="1" marL="820411" marR="0" rtl="0" algn="l">
              <a:lnSpc>
                <a:spcPct val="100000"/>
              </a:lnSpc>
              <a:spcBef>
                <a:spcPts val="0"/>
              </a:spcBef>
              <a:spcAft>
                <a:spcPts val="0"/>
              </a:spcAft>
              <a:buClr>
                <a:srgbClr val="191919"/>
              </a:buClr>
              <a:buSzPts val="3799"/>
              <a:buFont typeface="Times New Roman"/>
              <a:buChar char="•"/>
            </a:pPr>
            <a:r>
              <a:rPr i="0" lang="en-US" sz="3799" u="none" cap="none" strike="noStrike">
                <a:solidFill>
                  <a:srgbClr val="191919"/>
                </a:solidFill>
                <a:latin typeface="Times New Roman"/>
                <a:ea typeface="Times New Roman"/>
                <a:cs typeface="Times New Roman"/>
                <a:sym typeface="Times New Roman"/>
              </a:rPr>
              <a:t>A</a:t>
            </a:r>
            <a:r>
              <a:rPr lang="en-US" sz="3799">
                <a:solidFill>
                  <a:srgbClr val="191919"/>
                </a:solidFill>
                <a:latin typeface="Times New Roman"/>
                <a:ea typeface="Times New Roman"/>
                <a:cs typeface="Times New Roman"/>
                <a:sym typeface="Times New Roman"/>
              </a:rPr>
              <a:t>sking </a:t>
            </a:r>
            <a:r>
              <a:rPr i="0" lang="en-US" sz="3799" u="none" cap="none" strike="noStrike">
                <a:solidFill>
                  <a:srgbClr val="191919"/>
                </a:solidFill>
                <a:latin typeface="Times New Roman"/>
                <a:ea typeface="Times New Roman"/>
                <a:cs typeface="Times New Roman"/>
                <a:sym typeface="Times New Roman"/>
              </a:rPr>
              <a:t>for recommendations</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3799" u="none" cap="none" strike="noStrike">
              <a:solidFill>
                <a:srgbClr val="191919"/>
              </a:solidFill>
              <a:latin typeface="Times New Roman"/>
              <a:ea typeface="Times New Roman"/>
              <a:cs typeface="Times New Roman"/>
              <a:sym typeface="Times New Roman"/>
            </a:endParaRPr>
          </a:p>
          <a:p>
            <a:pPr indent="-410205" lvl="1" marL="820411" marR="0" rtl="0" algn="l">
              <a:lnSpc>
                <a:spcPct val="100000"/>
              </a:lnSpc>
              <a:spcBef>
                <a:spcPts val="0"/>
              </a:spcBef>
              <a:spcAft>
                <a:spcPts val="0"/>
              </a:spcAft>
              <a:buClr>
                <a:srgbClr val="191919"/>
              </a:buClr>
              <a:buSzPts val="3799"/>
              <a:buFont typeface="Times New Roman"/>
              <a:buChar char="•"/>
            </a:pPr>
            <a:r>
              <a:rPr i="0" lang="en-US" sz="3799" u="none" cap="none" strike="noStrike">
                <a:solidFill>
                  <a:srgbClr val="191919"/>
                </a:solidFill>
                <a:latin typeface="Times New Roman"/>
                <a:ea typeface="Times New Roman"/>
                <a:cs typeface="Times New Roman"/>
                <a:sym typeface="Times New Roman"/>
              </a:rPr>
              <a:t> </a:t>
            </a:r>
            <a:r>
              <a:rPr lang="en-US" sz="3799">
                <a:solidFill>
                  <a:srgbClr val="191919"/>
                </a:solidFill>
                <a:latin typeface="Times New Roman"/>
                <a:ea typeface="Times New Roman"/>
                <a:cs typeface="Times New Roman"/>
                <a:sym typeface="Times New Roman"/>
              </a:rPr>
              <a:t>M</a:t>
            </a:r>
            <a:r>
              <a:rPr i="0" lang="en-US" sz="3799" u="none" cap="none" strike="noStrike">
                <a:solidFill>
                  <a:srgbClr val="191919"/>
                </a:solidFill>
                <a:latin typeface="Times New Roman"/>
                <a:ea typeface="Times New Roman"/>
                <a:cs typeface="Times New Roman"/>
                <a:sym typeface="Times New Roman"/>
              </a:rPr>
              <a:t>aking claims and requesting adjustments.</a:t>
            </a:r>
            <a:endParaRPr>
              <a:latin typeface="Times New Roman"/>
              <a:ea typeface="Times New Roman"/>
              <a:cs typeface="Times New Roman"/>
              <a:sym typeface="Times New Roman"/>
            </a:endParaRPr>
          </a:p>
        </p:txBody>
      </p:sp>
      <p:sp>
        <p:nvSpPr>
          <p:cNvPr id="381" name="Google Shape;381;p12"/>
          <p:cNvSpPr txBox="1"/>
          <p:nvPr/>
        </p:nvSpPr>
        <p:spPr>
          <a:xfrm>
            <a:off x="5520697" y="2385546"/>
            <a:ext cx="4984687" cy="450848"/>
          </a:xfrm>
          <a:prstGeom prst="rect">
            <a:avLst/>
          </a:prstGeom>
          <a:noFill/>
          <a:ln>
            <a:noFill/>
          </a:ln>
        </p:spPr>
        <p:txBody>
          <a:bodyPr anchorCtr="0" anchor="t" bIns="0" lIns="0" spcFirstLastPara="1" rIns="0" wrap="square" tIns="0">
            <a:spAutoFit/>
          </a:bodyPr>
          <a:lstStyle/>
          <a:p>
            <a:pPr indent="0" lvl="0" marL="0" marR="0" rtl="0" algn="r">
              <a:lnSpc>
                <a:spcPct val="79995"/>
              </a:lnSpc>
              <a:spcBef>
                <a:spcPts val="0"/>
              </a:spcBef>
              <a:spcAft>
                <a:spcPts val="0"/>
              </a:spcAft>
              <a:buNone/>
            </a:pPr>
            <a:r>
              <a:rPr b="0" i="0" lang="en-US" sz="3999" u="none" cap="none" strike="noStrike">
                <a:solidFill>
                  <a:srgbClr val="191919"/>
                </a:solidFill>
                <a:latin typeface="Arial"/>
                <a:ea typeface="Arial"/>
                <a:cs typeface="Arial"/>
                <a:sym typeface="Arial"/>
              </a:rPr>
              <a:t>2</a:t>
            </a:r>
            <a:endParaRPr/>
          </a:p>
        </p:txBody>
      </p:sp>
      <p:pic>
        <p:nvPicPr>
          <p:cNvPr id="382" name="Google Shape;382;p12"/>
          <p:cNvPicPr preferRelativeResize="0"/>
          <p:nvPr/>
        </p:nvPicPr>
        <p:blipFill rotWithShape="1">
          <a:blip r:embed="rId9">
            <a:alphaModFix/>
          </a:blip>
          <a:srcRect b="0" l="0" r="0" t="0"/>
          <a:stretch/>
        </p:blipFill>
        <p:spPr>
          <a:xfrm>
            <a:off x="12198429" y="3871811"/>
            <a:ext cx="7913189" cy="3392780"/>
          </a:xfrm>
          <a:prstGeom prst="rect">
            <a:avLst/>
          </a:prstGeom>
          <a:noFill/>
          <a:ln>
            <a:noFill/>
          </a:ln>
        </p:spPr>
      </p:pic>
      <p:sp>
        <p:nvSpPr>
          <p:cNvPr id="383" name="Google Shape;383;p12"/>
          <p:cNvSpPr txBox="1"/>
          <p:nvPr/>
        </p:nvSpPr>
        <p:spPr>
          <a:xfrm>
            <a:off x="13530447" y="4330258"/>
            <a:ext cx="3805200" cy="1182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200" u="none" cap="none" strike="noStrike">
                <a:solidFill>
                  <a:srgbClr val="191919"/>
                </a:solidFill>
                <a:latin typeface="Times New Roman"/>
                <a:ea typeface="Times New Roman"/>
                <a:cs typeface="Times New Roman"/>
                <a:sym typeface="Times New Roman"/>
              </a:rPr>
              <a:t>Three common types of routine requests</a:t>
            </a:r>
            <a:endParaRPr b="1">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387" name="Shape 387"/>
        <p:cNvGrpSpPr/>
        <p:nvPr/>
      </p:nvGrpSpPr>
      <p:grpSpPr>
        <a:xfrm>
          <a:off x="0" y="0"/>
          <a:ext cx="0" cy="0"/>
          <a:chOff x="0" y="0"/>
          <a:chExt cx="0" cy="0"/>
        </a:xfrm>
      </p:grpSpPr>
      <p:pic>
        <p:nvPicPr>
          <p:cNvPr id="388" name="Google Shape;388;p13"/>
          <p:cNvPicPr preferRelativeResize="0"/>
          <p:nvPr/>
        </p:nvPicPr>
        <p:blipFill rotWithShape="1">
          <a:blip r:embed="rId3">
            <a:alphaModFix/>
          </a:blip>
          <a:srcRect b="0" l="0" r="0" t="0"/>
          <a:stretch/>
        </p:blipFill>
        <p:spPr>
          <a:xfrm rot="3323013">
            <a:off x="13103259" y="-1578177"/>
            <a:ext cx="6797678" cy="5648252"/>
          </a:xfrm>
          <a:prstGeom prst="rect">
            <a:avLst/>
          </a:prstGeom>
          <a:noFill/>
          <a:ln>
            <a:noFill/>
          </a:ln>
        </p:spPr>
      </p:pic>
      <p:pic>
        <p:nvPicPr>
          <p:cNvPr id="389" name="Google Shape;389;p13"/>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390" name="Google Shape;390;p13"/>
          <p:cNvGrpSpPr/>
          <p:nvPr/>
        </p:nvGrpSpPr>
        <p:grpSpPr>
          <a:xfrm>
            <a:off x="1655034" y="1708069"/>
            <a:ext cx="8004959" cy="8068787"/>
            <a:chOff x="0" y="0"/>
            <a:chExt cx="12029114" cy="12125027"/>
          </a:xfrm>
        </p:grpSpPr>
        <p:sp>
          <p:nvSpPr>
            <p:cNvPr id="391" name="Google Shape;391;p13"/>
            <p:cNvSpPr/>
            <p:nvPr/>
          </p:nvSpPr>
          <p:spPr>
            <a:xfrm>
              <a:off x="31750" y="31750"/>
              <a:ext cx="11965614" cy="12061527"/>
            </a:xfrm>
            <a:custGeom>
              <a:rect b="b" l="l" r="r" t="t"/>
              <a:pathLst>
                <a:path extrusionOk="0" h="12061527" w="11965614">
                  <a:moveTo>
                    <a:pt x="11872904" y="12061527"/>
                  </a:moveTo>
                  <a:lnTo>
                    <a:pt x="92710" y="12061527"/>
                  </a:lnTo>
                  <a:cubicBezTo>
                    <a:pt x="41910" y="12061527"/>
                    <a:pt x="0" y="12019617"/>
                    <a:pt x="0" y="11968817"/>
                  </a:cubicBezTo>
                  <a:lnTo>
                    <a:pt x="0" y="92710"/>
                  </a:lnTo>
                  <a:cubicBezTo>
                    <a:pt x="0" y="41910"/>
                    <a:pt x="41910" y="0"/>
                    <a:pt x="92710" y="0"/>
                  </a:cubicBezTo>
                  <a:lnTo>
                    <a:pt x="11871634" y="0"/>
                  </a:lnTo>
                  <a:cubicBezTo>
                    <a:pt x="11922434" y="0"/>
                    <a:pt x="11964344" y="41910"/>
                    <a:pt x="11964344" y="92710"/>
                  </a:cubicBezTo>
                  <a:lnTo>
                    <a:pt x="11964344" y="11967546"/>
                  </a:lnTo>
                  <a:cubicBezTo>
                    <a:pt x="11965614" y="12019617"/>
                    <a:pt x="11923704" y="12061527"/>
                    <a:pt x="11872904" y="1206152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3"/>
            <p:cNvSpPr/>
            <p:nvPr/>
          </p:nvSpPr>
          <p:spPr>
            <a:xfrm>
              <a:off x="0" y="0"/>
              <a:ext cx="12029114" cy="12125027"/>
            </a:xfrm>
            <a:custGeom>
              <a:rect b="b" l="l" r="r" t="t"/>
              <a:pathLst>
                <a:path extrusionOk="0" h="12125027" w="12029114">
                  <a:moveTo>
                    <a:pt x="11904654" y="59690"/>
                  </a:moveTo>
                  <a:cubicBezTo>
                    <a:pt x="11940214" y="59690"/>
                    <a:pt x="11969424" y="88900"/>
                    <a:pt x="11969424" y="124460"/>
                  </a:cubicBezTo>
                  <a:lnTo>
                    <a:pt x="11969424" y="12000567"/>
                  </a:lnTo>
                  <a:cubicBezTo>
                    <a:pt x="11969424" y="12036127"/>
                    <a:pt x="11940214" y="12065336"/>
                    <a:pt x="11904654" y="12065336"/>
                  </a:cubicBezTo>
                  <a:lnTo>
                    <a:pt x="124460" y="12065336"/>
                  </a:lnTo>
                  <a:cubicBezTo>
                    <a:pt x="88900" y="12065336"/>
                    <a:pt x="59690" y="12036127"/>
                    <a:pt x="59690" y="12000567"/>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2000567"/>
                  </a:lnTo>
                  <a:cubicBezTo>
                    <a:pt x="0" y="12069146"/>
                    <a:pt x="55880" y="12125027"/>
                    <a:pt x="124460" y="12125027"/>
                  </a:cubicBezTo>
                  <a:lnTo>
                    <a:pt x="11904654" y="12125027"/>
                  </a:lnTo>
                  <a:cubicBezTo>
                    <a:pt x="11973234" y="12125027"/>
                    <a:pt x="12029114" y="12069146"/>
                    <a:pt x="12029114" y="12000567"/>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13"/>
          <p:cNvGrpSpPr/>
          <p:nvPr/>
        </p:nvGrpSpPr>
        <p:grpSpPr>
          <a:xfrm>
            <a:off x="1655034" y="924750"/>
            <a:ext cx="8004959" cy="1041805"/>
            <a:chOff x="0" y="0"/>
            <a:chExt cx="12029114" cy="1565529"/>
          </a:xfrm>
        </p:grpSpPr>
        <p:sp>
          <p:nvSpPr>
            <p:cNvPr id="394" name="Google Shape;394;p13"/>
            <p:cNvSpPr/>
            <p:nvPr/>
          </p:nvSpPr>
          <p:spPr>
            <a:xfrm>
              <a:off x="31750" y="31750"/>
              <a:ext cx="11965614" cy="1502029"/>
            </a:xfrm>
            <a:custGeom>
              <a:rect b="b" l="l" r="r" t="t"/>
              <a:pathLst>
                <a:path extrusionOk="0" h="1502029" w="11965614">
                  <a:moveTo>
                    <a:pt x="11872904" y="1502029"/>
                  </a:moveTo>
                  <a:lnTo>
                    <a:pt x="92710" y="1502029"/>
                  </a:lnTo>
                  <a:cubicBezTo>
                    <a:pt x="41910" y="1502029"/>
                    <a:pt x="0" y="1460119"/>
                    <a:pt x="0" y="1409319"/>
                  </a:cubicBezTo>
                  <a:lnTo>
                    <a:pt x="0" y="92710"/>
                  </a:lnTo>
                  <a:cubicBezTo>
                    <a:pt x="0" y="41910"/>
                    <a:pt x="41910" y="0"/>
                    <a:pt x="92710" y="0"/>
                  </a:cubicBezTo>
                  <a:lnTo>
                    <a:pt x="11871634" y="0"/>
                  </a:lnTo>
                  <a:cubicBezTo>
                    <a:pt x="11922434" y="0"/>
                    <a:pt x="11964344" y="41910"/>
                    <a:pt x="11964344" y="92710"/>
                  </a:cubicBezTo>
                  <a:lnTo>
                    <a:pt x="11964344" y="1408049"/>
                  </a:lnTo>
                  <a:cubicBezTo>
                    <a:pt x="11965614" y="1460119"/>
                    <a:pt x="11923704" y="1502029"/>
                    <a:pt x="11872904"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3"/>
            <p:cNvSpPr/>
            <p:nvPr/>
          </p:nvSpPr>
          <p:spPr>
            <a:xfrm>
              <a:off x="0" y="0"/>
              <a:ext cx="12029114" cy="1565529"/>
            </a:xfrm>
            <a:custGeom>
              <a:rect b="b" l="l" r="r" t="t"/>
              <a:pathLst>
                <a:path extrusionOk="0" h="1565529" w="12029114">
                  <a:moveTo>
                    <a:pt x="11904654" y="59690"/>
                  </a:moveTo>
                  <a:cubicBezTo>
                    <a:pt x="11940214" y="59690"/>
                    <a:pt x="11969424" y="88900"/>
                    <a:pt x="11969424" y="124460"/>
                  </a:cubicBezTo>
                  <a:lnTo>
                    <a:pt x="11969424" y="1441069"/>
                  </a:lnTo>
                  <a:cubicBezTo>
                    <a:pt x="11969424" y="1476629"/>
                    <a:pt x="11940214" y="1505839"/>
                    <a:pt x="11904654" y="1505839"/>
                  </a:cubicBezTo>
                  <a:lnTo>
                    <a:pt x="124460" y="1505839"/>
                  </a:lnTo>
                  <a:cubicBezTo>
                    <a:pt x="88900" y="1505839"/>
                    <a:pt x="59690" y="1476629"/>
                    <a:pt x="59690" y="1441069"/>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441069"/>
                  </a:lnTo>
                  <a:cubicBezTo>
                    <a:pt x="0" y="1509649"/>
                    <a:pt x="55880" y="1565529"/>
                    <a:pt x="124460" y="1565529"/>
                  </a:cubicBezTo>
                  <a:lnTo>
                    <a:pt x="11904654" y="1565529"/>
                  </a:lnTo>
                  <a:cubicBezTo>
                    <a:pt x="11973234" y="1565529"/>
                    <a:pt x="12029114" y="1509649"/>
                    <a:pt x="12029114" y="1441069"/>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96" name="Google Shape;396;p13"/>
          <p:cNvPicPr preferRelativeResize="0"/>
          <p:nvPr/>
        </p:nvPicPr>
        <p:blipFill rotWithShape="1">
          <a:blip r:embed="rId5">
            <a:alphaModFix/>
          </a:blip>
          <a:srcRect b="0" l="0" r="0" t="0"/>
          <a:stretch/>
        </p:blipFill>
        <p:spPr>
          <a:xfrm>
            <a:off x="2088317" y="1245949"/>
            <a:ext cx="405873" cy="405873"/>
          </a:xfrm>
          <a:prstGeom prst="rect">
            <a:avLst/>
          </a:prstGeom>
          <a:noFill/>
          <a:ln>
            <a:noFill/>
          </a:ln>
        </p:spPr>
      </p:pic>
      <p:pic>
        <p:nvPicPr>
          <p:cNvPr id="397" name="Google Shape;397;p13"/>
          <p:cNvPicPr preferRelativeResize="0"/>
          <p:nvPr/>
        </p:nvPicPr>
        <p:blipFill rotWithShape="1">
          <a:blip r:embed="rId6">
            <a:alphaModFix/>
          </a:blip>
          <a:srcRect b="0" l="0" r="0" t="0"/>
          <a:stretch/>
        </p:blipFill>
        <p:spPr>
          <a:xfrm>
            <a:off x="2760968" y="1245949"/>
            <a:ext cx="405873" cy="405873"/>
          </a:xfrm>
          <a:prstGeom prst="rect">
            <a:avLst/>
          </a:prstGeom>
          <a:noFill/>
          <a:ln>
            <a:noFill/>
          </a:ln>
        </p:spPr>
      </p:pic>
      <p:pic>
        <p:nvPicPr>
          <p:cNvPr id="398" name="Google Shape;398;p13"/>
          <p:cNvPicPr preferRelativeResize="0"/>
          <p:nvPr/>
        </p:nvPicPr>
        <p:blipFill rotWithShape="1">
          <a:blip r:embed="rId7">
            <a:alphaModFix/>
          </a:blip>
          <a:srcRect b="0" l="0" r="0" t="0"/>
          <a:stretch/>
        </p:blipFill>
        <p:spPr>
          <a:xfrm>
            <a:off x="3433618" y="1245949"/>
            <a:ext cx="405873" cy="405873"/>
          </a:xfrm>
          <a:prstGeom prst="rect">
            <a:avLst/>
          </a:prstGeom>
          <a:noFill/>
          <a:ln>
            <a:noFill/>
          </a:ln>
        </p:spPr>
      </p:pic>
      <p:grpSp>
        <p:nvGrpSpPr>
          <p:cNvPr id="399" name="Google Shape;399;p13"/>
          <p:cNvGrpSpPr/>
          <p:nvPr/>
        </p:nvGrpSpPr>
        <p:grpSpPr>
          <a:xfrm>
            <a:off x="11637341" y="2501848"/>
            <a:ext cx="5090875" cy="720606"/>
            <a:chOff x="0" y="0"/>
            <a:chExt cx="7650097" cy="1082860"/>
          </a:xfrm>
        </p:grpSpPr>
        <p:sp>
          <p:nvSpPr>
            <p:cNvPr id="400" name="Google Shape;400;p13"/>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3"/>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 name="Google Shape;402;p13"/>
          <p:cNvGrpSpPr/>
          <p:nvPr/>
        </p:nvGrpSpPr>
        <p:grpSpPr>
          <a:xfrm>
            <a:off x="11637341" y="3158150"/>
            <a:ext cx="5090875" cy="6100150"/>
            <a:chOff x="0" y="0"/>
            <a:chExt cx="3632200" cy="4352290"/>
          </a:xfrm>
        </p:grpSpPr>
        <p:sp>
          <p:nvSpPr>
            <p:cNvPr id="403" name="Google Shape;403;p13"/>
            <p:cNvSpPr/>
            <p:nvPr/>
          </p:nvSpPr>
          <p:spPr>
            <a:xfrm>
              <a:off x="15240" y="15240"/>
              <a:ext cx="3600450" cy="4320540"/>
            </a:xfrm>
            <a:custGeom>
              <a:rect b="b" l="l" r="r" t="t"/>
              <a:pathLst>
                <a:path extrusionOk="0" h="4320540" w="3600450">
                  <a:moveTo>
                    <a:pt x="0" y="0"/>
                  </a:moveTo>
                  <a:lnTo>
                    <a:pt x="3600450" y="0"/>
                  </a:lnTo>
                  <a:lnTo>
                    <a:pt x="3600450" y="4320540"/>
                  </a:lnTo>
                  <a:lnTo>
                    <a:pt x="0" y="4320540"/>
                  </a:lnTo>
                  <a:close/>
                </a:path>
              </a:pathLst>
            </a:custGeom>
            <a:blipFill rotWithShape="1">
              <a:blip r:embed="rId8">
                <a:alphaModFix/>
              </a:blip>
              <a:stretch>
                <a:fillRect b="0" l="-45728" r="-78828" t="-24909"/>
              </a:stretch>
            </a:blipFill>
            <a:ln>
              <a:noFill/>
            </a:ln>
          </p:spPr>
        </p:sp>
        <p:sp>
          <p:nvSpPr>
            <p:cNvPr id="404" name="Google Shape;404;p13"/>
            <p:cNvSpPr/>
            <p:nvPr/>
          </p:nvSpPr>
          <p:spPr>
            <a:xfrm>
              <a:off x="0" y="0"/>
              <a:ext cx="3632200" cy="4352290"/>
            </a:xfrm>
            <a:custGeom>
              <a:rect b="b" l="l" r="r" t="t"/>
              <a:pathLst>
                <a:path extrusionOk="0" h="4352290" w="3632200">
                  <a:moveTo>
                    <a:pt x="3632200" y="4352290"/>
                  </a:moveTo>
                  <a:lnTo>
                    <a:pt x="0" y="4352290"/>
                  </a:lnTo>
                  <a:lnTo>
                    <a:pt x="0" y="0"/>
                  </a:lnTo>
                  <a:lnTo>
                    <a:pt x="3632200" y="0"/>
                  </a:lnTo>
                  <a:lnTo>
                    <a:pt x="3632200" y="4352290"/>
                  </a:lnTo>
                  <a:close/>
                  <a:moveTo>
                    <a:pt x="31750" y="4320540"/>
                  </a:moveTo>
                  <a:lnTo>
                    <a:pt x="3600450" y="4320540"/>
                  </a:lnTo>
                  <a:lnTo>
                    <a:pt x="3600450" y="31750"/>
                  </a:lnTo>
                  <a:lnTo>
                    <a:pt x="31750" y="31750"/>
                  </a:lnTo>
                  <a:lnTo>
                    <a:pt x="31750" y="4320540"/>
                  </a:lnTo>
                  <a:close/>
                </a:path>
              </a:pathLst>
            </a:custGeom>
            <a:solidFill>
              <a:srgbClr val="191919"/>
            </a:solidFill>
            <a:ln>
              <a:noFill/>
            </a:ln>
          </p:spPr>
        </p:sp>
      </p:grpSp>
      <p:pic>
        <p:nvPicPr>
          <p:cNvPr id="405" name="Google Shape;405;p13"/>
          <p:cNvPicPr preferRelativeResize="0"/>
          <p:nvPr/>
        </p:nvPicPr>
        <p:blipFill rotWithShape="1">
          <a:blip r:embed="rId5">
            <a:alphaModFix/>
          </a:blip>
          <a:srcRect b="0" l="0" r="0" t="0"/>
          <a:stretch/>
        </p:blipFill>
        <p:spPr>
          <a:xfrm>
            <a:off x="11943116" y="2700632"/>
            <a:ext cx="303989" cy="303989"/>
          </a:xfrm>
          <a:prstGeom prst="rect">
            <a:avLst/>
          </a:prstGeom>
          <a:noFill/>
          <a:ln>
            <a:noFill/>
          </a:ln>
        </p:spPr>
      </p:pic>
      <p:pic>
        <p:nvPicPr>
          <p:cNvPr id="406" name="Google Shape;406;p13"/>
          <p:cNvPicPr preferRelativeResize="0"/>
          <p:nvPr/>
        </p:nvPicPr>
        <p:blipFill rotWithShape="1">
          <a:blip r:embed="rId6">
            <a:alphaModFix/>
          </a:blip>
          <a:srcRect b="0" l="0" r="0" t="0"/>
          <a:stretch/>
        </p:blipFill>
        <p:spPr>
          <a:xfrm>
            <a:off x="12446915" y="2700632"/>
            <a:ext cx="303989" cy="303989"/>
          </a:xfrm>
          <a:prstGeom prst="rect">
            <a:avLst/>
          </a:prstGeom>
          <a:noFill/>
          <a:ln>
            <a:noFill/>
          </a:ln>
        </p:spPr>
      </p:pic>
      <p:pic>
        <p:nvPicPr>
          <p:cNvPr id="407" name="Google Shape;407;p13"/>
          <p:cNvPicPr preferRelativeResize="0"/>
          <p:nvPr/>
        </p:nvPicPr>
        <p:blipFill rotWithShape="1">
          <a:blip r:embed="rId7">
            <a:alphaModFix/>
          </a:blip>
          <a:srcRect b="0" l="0" r="0" t="0"/>
          <a:stretch/>
        </p:blipFill>
        <p:spPr>
          <a:xfrm>
            <a:off x="12950715" y="2700632"/>
            <a:ext cx="303989" cy="303989"/>
          </a:xfrm>
          <a:prstGeom prst="rect">
            <a:avLst/>
          </a:prstGeom>
          <a:noFill/>
          <a:ln>
            <a:noFill/>
          </a:ln>
        </p:spPr>
      </p:pic>
      <p:pic>
        <p:nvPicPr>
          <p:cNvPr id="408" name="Google Shape;408;p13"/>
          <p:cNvPicPr preferRelativeResize="0"/>
          <p:nvPr/>
        </p:nvPicPr>
        <p:blipFill rotWithShape="1">
          <a:blip r:embed="rId9">
            <a:alphaModFix/>
          </a:blip>
          <a:srcRect b="0" l="33729" r="0" t="0"/>
          <a:stretch/>
        </p:blipFill>
        <p:spPr>
          <a:xfrm>
            <a:off x="9059321" y="3487193"/>
            <a:ext cx="3035790" cy="704312"/>
          </a:xfrm>
          <a:prstGeom prst="rect">
            <a:avLst/>
          </a:prstGeom>
          <a:noFill/>
          <a:ln>
            <a:noFill/>
          </a:ln>
        </p:spPr>
      </p:pic>
      <p:pic>
        <p:nvPicPr>
          <p:cNvPr id="409" name="Google Shape;409;p13"/>
          <p:cNvPicPr preferRelativeResize="0"/>
          <p:nvPr/>
        </p:nvPicPr>
        <p:blipFill rotWithShape="1">
          <a:blip r:embed="rId10">
            <a:alphaModFix/>
          </a:blip>
          <a:srcRect b="0" l="0" r="0" t="0"/>
          <a:stretch/>
        </p:blipFill>
        <p:spPr>
          <a:xfrm>
            <a:off x="10519294" y="7620199"/>
            <a:ext cx="2236095" cy="1825467"/>
          </a:xfrm>
          <a:prstGeom prst="rect">
            <a:avLst/>
          </a:prstGeom>
          <a:noFill/>
          <a:ln>
            <a:noFill/>
          </a:ln>
        </p:spPr>
      </p:pic>
      <p:sp>
        <p:nvSpPr>
          <p:cNvPr id="410" name="Google Shape;410;p13"/>
          <p:cNvSpPr txBox="1"/>
          <p:nvPr/>
        </p:nvSpPr>
        <p:spPr>
          <a:xfrm>
            <a:off x="2088317" y="2370026"/>
            <a:ext cx="6298500" cy="13545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5500" u="none" cap="none" strike="noStrike">
                <a:solidFill>
                  <a:srgbClr val="191919"/>
                </a:solidFill>
                <a:latin typeface="Times New Roman"/>
                <a:ea typeface="Times New Roman"/>
                <a:cs typeface="Times New Roman"/>
                <a:sym typeface="Times New Roman"/>
              </a:rPr>
              <a:t>ASKING FOR INFORMATION</a:t>
            </a:r>
            <a:endParaRPr b="1">
              <a:latin typeface="Times New Roman"/>
              <a:ea typeface="Times New Roman"/>
              <a:cs typeface="Times New Roman"/>
              <a:sym typeface="Times New Roman"/>
            </a:endParaRPr>
          </a:p>
        </p:txBody>
      </p:sp>
      <p:sp>
        <p:nvSpPr>
          <p:cNvPr id="411" name="Google Shape;411;p13"/>
          <p:cNvSpPr txBox="1"/>
          <p:nvPr/>
        </p:nvSpPr>
        <p:spPr>
          <a:xfrm>
            <a:off x="1940409" y="4153405"/>
            <a:ext cx="7434300" cy="5076600"/>
          </a:xfrm>
          <a:prstGeom prst="rect">
            <a:avLst/>
          </a:prstGeom>
          <a:noFill/>
          <a:ln>
            <a:noFill/>
          </a:ln>
        </p:spPr>
        <p:txBody>
          <a:bodyPr anchorCtr="0" anchor="t" bIns="0" lIns="0" spcFirstLastPara="1" rIns="0" wrap="square" tIns="0">
            <a:spAutoFit/>
          </a:bodyPr>
          <a:lstStyle/>
          <a:p>
            <a:pPr indent="0" lvl="0" marL="0" marR="0" rtl="0" algn="l">
              <a:lnSpc>
                <a:spcPct val="129975"/>
              </a:lnSpc>
              <a:spcBef>
                <a:spcPts val="0"/>
              </a:spcBef>
              <a:spcAft>
                <a:spcPts val="0"/>
              </a:spcAft>
              <a:buNone/>
            </a:pPr>
            <a:r>
              <a:rPr i="0" lang="en-US" sz="3266" u="none" cap="none" strike="noStrike">
                <a:solidFill>
                  <a:srgbClr val="191919"/>
                </a:solidFill>
                <a:latin typeface="Times New Roman"/>
                <a:ea typeface="Times New Roman"/>
                <a:cs typeface="Times New Roman"/>
                <a:sym typeface="Times New Roman"/>
              </a:rPr>
              <a:t>Most simple requests can be handled with three message points:</a:t>
            </a:r>
            <a:endParaRPr>
              <a:latin typeface="Times New Roman"/>
              <a:ea typeface="Times New Roman"/>
              <a:cs typeface="Times New Roman"/>
              <a:sym typeface="Times New Roman"/>
            </a:endParaRPr>
          </a:p>
          <a:p>
            <a:pPr indent="0" lvl="0" marL="0" marR="0" rtl="0" algn="l">
              <a:lnSpc>
                <a:spcPct val="129975"/>
              </a:lnSpc>
              <a:spcBef>
                <a:spcPts val="0"/>
              </a:spcBef>
              <a:spcAft>
                <a:spcPts val="0"/>
              </a:spcAft>
              <a:buNone/>
            </a:pPr>
            <a:r>
              <a:rPr i="0" lang="en-US" sz="3266" u="none" cap="none" strike="noStrike">
                <a:solidFill>
                  <a:srgbClr val="191919"/>
                </a:solidFill>
                <a:latin typeface="Times New Roman"/>
                <a:ea typeface="Times New Roman"/>
                <a:cs typeface="Times New Roman"/>
                <a:sym typeface="Times New Roman"/>
              </a:rPr>
              <a:t>● What you want to know or what you want your readers to do</a:t>
            </a:r>
            <a:endParaRPr>
              <a:latin typeface="Times New Roman"/>
              <a:ea typeface="Times New Roman"/>
              <a:cs typeface="Times New Roman"/>
              <a:sym typeface="Times New Roman"/>
            </a:endParaRPr>
          </a:p>
          <a:p>
            <a:pPr indent="0" lvl="0" marL="0" marR="0" rtl="0" algn="l">
              <a:lnSpc>
                <a:spcPct val="129975"/>
              </a:lnSpc>
              <a:spcBef>
                <a:spcPts val="0"/>
              </a:spcBef>
              <a:spcAft>
                <a:spcPts val="0"/>
              </a:spcAft>
              <a:buNone/>
            </a:pPr>
            <a:r>
              <a:rPr i="0" lang="en-US" sz="3266" u="none" cap="none" strike="noStrike">
                <a:solidFill>
                  <a:srgbClr val="191919"/>
                </a:solidFill>
                <a:latin typeface="Times New Roman"/>
                <a:ea typeface="Times New Roman"/>
                <a:cs typeface="Times New Roman"/>
                <a:sym typeface="Times New Roman"/>
              </a:rPr>
              <a:t>● Why you’re making the request (not required in all cases)</a:t>
            </a:r>
            <a:endParaRPr>
              <a:latin typeface="Times New Roman"/>
              <a:ea typeface="Times New Roman"/>
              <a:cs typeface="Times New Roman"/>
              <a:sym typeface="Times New Roman"/>
            </a:endParaRPr>
          </a:p>
          <a:p>
            <a:pPr indent="0" lvl="0" marL="0" marR="0" rtl="0" algn="l">
              <a:lnSpc>
                <a:spcPct val="129975"/>
              </a:lnSpc>
              <a:spcBef>
                <a:spcPts val="0"/>
              </a:spcBef>
              <a:spcAft>
                <a:spcPts val="0"/>
              </a:spcAft>
              <a:buNone/>
            </a:pPr>
            <a:r>
              <a:rPr i="0" lang="en-US" sz="3266" u="none" cap="none" strike="noStrike">
                <a:solidFill>
                  <a:srgbClr val="191919"/>
                </a:solidFill>
                <a:latin typeface="Times New Roman"/>
                <a:ea typeface="Times New Roman"/>
                <a:cs typeface="Times New Roman"/>
                <a:sym typeface="Times New Roman"/>
              </a:rPr>
              <a:t>● Why it may be in your readers’ interests to help you (not applicable in all cases)</a:t>
            </a:r>
            <a:endParaRPr>
              <a:latin typeface="Times New Roman"/>
              <a:ea typeface="Times New Roman"/>
              <a:cs typeface="Times New Roman"/>
              <a:sym typeface="Times New Roman"/>
            </a:endParaRPr>
          </a:p>
        </p:txBody>
      </p:sp>
      <p:sp>
        <p:nvSpPr>
          <p:cNvPr id="412" name="Google Shape;412;p13"/>
          <p:cNvSpPr txBox="1"/>
          <p:nvPr/>
        </p:nvSpPr>
        <p:spPr>
          <a:xfrm>
            <a:off x="6050389" y="1075310"/>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2.1</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416" name="Shape 416"/>
        <p:cNvGrpSpPr/>
        <p:nvPr/>
      </p:nvGrpSpPr>
      <p:grpSpPr>
        <a:xfrm>
          <a:off x="0" y="0"/>
          <a:ext cx="0" cy="0"/>
          <a:chOff x="0" y="0"/>
          <a:chExt cx="0" cy="0"/>
        </a:xfrm>
      </p:grpSpPr>
      <p:pic>
        <p:nvPicPr>
          <p:cNvPr id="417" name="Google Shape;417;p14"/>
          <p:cNvPicPr preferRelativeResize="0"/>
          <p:nvPr/>
        </p:nvPicPr>
        <p:blipFill rotWithShape="1">
          <a:blip r:embed="rId3">
            <a:alphaModFix/>
          </a:blip>
          <a:srcRect b="0" l="0" r="0" t="0"/>
          <a:stretch/>
        </p:blipFill>
        <p:spPr>
          <a:xfrm rot="3323013">
            <a:off x="13103259" y="-1578177"/>
            <a:ext cx="6797678" cy="5648252"/>
          </a:xfrm>
          <a:prstGeom prst="rect">
            <a:avLst/>
          </a:prstGeom>
          <a:noFill/>
          <a:ln>
            <a:noFill/>
          </a:ln>
        </p:spPr>
      </p:pic>
      <p:pic>
        <p:nvPicPr>
          <p:cNvPr id="418" name="Google Shape;418;p14"/>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419" name="Google Shape;419;p14"/>
          <p:cNvGrpSpPr/>
          <p:nvPr/>
        </p:nvGrpSpPr>
        <p:grpSpPr>
          <a:xfrm>
            <a:off x="1655034" y="1708069"/>
            <a:ext cx="8004959" cy="8123946"/>
            <a:chOff x="0" y="0"/>
            <a:chExt cx="12029114" cy="12207915"/>
          </a:xfrm>
        </p:grpSpPr>
        <p:sp>
          <p:nvSpPr>
            <p:cNvPr id="420" name="Google Shape;420;p14"/>
            <p:cNvSpPr/>
            <p:nvPr/>
          </p:nvSpPr>
          <p:spPr>
            <a:xfrm>
              <a:off x="31750" y="31750"/>
              <a:ext cx="11965614" cy="12144415"/>
            </a:xfrm>
            <a:custGeom>
              <a:rect b="b" l="l" r="r" t="t"/>
              <a:pathLst>
                <a:path extrusionOk="0" h="12144415" w="11965614">
                  <a:moveTo>
                    <a:pt x="11872904" y="12144415"/>
                  </a:moveTo>
                  <a:lnTo>
                    <a:pt x="92710" y="12144415"/>
                  </a:lnTo>
                  <a:cubicBezTo>
                    <a:pt x="41910" y="12144415"/>
                    <a:pt x="0" y="12102505"/>
                    <a:pt x="0" y="12051705"/>
                  </a:cubicBezTo>
                  <a:lnTo>
                    <a:pt x="0" y="92710"/>
                  </a:lnTo>
                  <a:cubicBezTo>
                    <a:pt x="0" y="41910"/>
                    <a:pt x="41910" y="0"/>
                    <a:pt x="92710" y="0"/>
                  </a:cubicBezTo>
                  <a:lnTo>
                    <a:pt x="11871634" y="0"/>
                  </a:lnTo>
                  <a:cubicBezTo>
                    <a:pt x="11922434" y="0"/>
                    <a:pt x="11964344" y="41910"/>
                    <a:pt x="11964344" y="92710"/>
                  </a:cubicBezTo>
                  <a:lnTo>
                    <a:pt x="11964344" y="12050434"/>
                  </a:lnTo>
                  <a:cubicBezTo>
                    <a:pt x="11965614" y="12102505"/>
                    <a:pt x="11923704" y="12144415"/>
                    <a:pt x="11872904" y="1214441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4"/>
            <p:cNvSpPr/>
            <p:nvPr/>
          </p:nvSpPr>
          <p:spPr>
            <a:xfrm>
              <a:off x="0" y="0"/>
              <a:ext cx="12029114" cy="12207915"/>
            </a:xfrm>
            <a:custGeom>
              <a:rect b="b" l="l" r="r" t="t"/>
              <a:pathLst>
                <a:path extrusionOk="0" h="12207915" w="12029114">
                  <a:moveTo>
                    <a:pt x="11904654" y="59690"/>
                  </a:moveTo>
                  <a:cubicBezTo>
                    <a:pt x="11940214" y="59690"/>
                    <a:pt x="11969424" y="88900"/>
                    <a:pt x="11969424" y="124460"/>
                  </a:cubicBezTo>
                  <a:lnTo>
                    <a:pt x="11969424" y="12083455"/>
                  </a:lnTo>
                  <a:cubicBezTo>
                    <a:pt x="11969424" y="12119015"/>
                    <a:pt x="11940214" y="12148224"/>
                    <a:pt x="11904654" y="12148224"/>
                  </a:cubicBezTo>
                  <a:lnTo>
                    <a:pt x="124460" y="12148224"/>
                  </a:lnTo>
                  <a:cubicBezTo>
                    <a:pt x="88900" y="12148224"/>
                    <a:pt x="59690" y="12119015"/>
                    <a:pt x="59690" y="12083455"/>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2083455"/>
                  </a:lnTo>
                  <a:cubicBezTo>
                    <a:pt x="0" y="12152034"/>
                    <a:pt x="55880" y="12207915"/>
                    <a:pt x="124460" y="12207915"/>
                  </a:cubicBezTo>
                  <a:lnTo>
                    <a:pt x="11904654" y="12207915"/>
                  </a:lnTo>
                  <a:cubicBezTo>
                    <a:pt x="11973234" y="12207915"/>
                    <a:pt x="12029114" y="12152034"/>
                    <a:pt x="12029114" y="12083455"/>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 name="Google Shape;422;p14"/>
          <p:cNvGrpSpPr/>
          <p:nvPr/>
        </p:nvGrpSpPr>
        <p:grpSpPr>
          <a:xfrm>
            <a:off x="1655034" y="924750"/>
            <a:ext cx="8004959" cy="1041805"/>
            <a:chOff x="0" y="0"/>
            <a:chExt cx="12029114" cy="1565529"/>
          </a:xfrm>
        </p:grpSpPr>
        <p:sp>
          <p:nvSpPr>
            <p:cNvPr id="423" name="Google Shape;423;p14"/>
            <p:cNvSpPr/>
            <p:nvPr/>
          </p:nvSpPr>
          <p:spPr>
            <a:xfrm>
              <a:off x="31750" y="31750"/>
              <a:ext cx="11965614" cy="1502029"/>
            </a:xfrm>
            <a:custGeom>
              <a:rect b="b" l="l" r="r" t="t"/>
              <a:pathLst>
                <a:path extrusionOk="0" h="1502029" w="11965614">
                  <a:moveTo>
                    <a:pt x="11872904" y="1502029"/>
                  </a:moveTo>
                  <a:lnTo>
                    <a:pt x="92710" y="1502029"/>
                  </a:lnTo>
                  <a:cubicBezTo>
                    <a:pt x="41910" y="1502029"/>
                    <a:pt x="0" y="1460119"/>
                    <a:pt x="0" y="1409319"/>
                  </a:cubicBezTo>
                  <a:lnTo>
                    <a:pt x="0" y="92710"/>
                  </a:lnTo>
                  <a:cubicBezTo>
                    <a:pt x="0" y="41910"/>
                    <a:pt x="41910" y="0"/>
                    <a:pt x="92710" y="0"/>
                  </a:cubicBezTo>
                  <a:lnTo>
                    <a:pt x="11871634" y="0"/>
                  </a:lnTo>
                  <a:cubicBezTo>
                    <a:pt x="11922434" y="0"/>
                    <a:pt x="11964344" y="41910"/>
                    <a:pt x="11964344" y="92710"/>
                  </a:cubicBezTo>
                  <a:lnTo>
                    <a:pt x="11964344" y="1408049"/>
                  </a:lnTo>
                  <a:cubicBezTo>
                    <a:pt x="11965614" y="1460119"/>
                    <a:pt x="11923704" y="1502029"/>
                    <a:pt x="11872904"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4"/>
            <p:cNvSpPr/>
            <p:nvPr/>
          </p:nvSpPr>
          <p:spPr>
            <a:xfrm>
              <a:off x="0" y="0"/>
              <a:ext cx="12029114" cy="1565529"/>
            </a:xfrm>
            <a:custGeom>
              <a:rect b="b" l="l" r="r" t="t"/>
              <a:pathLst>
                <a:path extrusionOk="0" h="1565529" w="12029114">
                  <a:moveTo>
                    <a:pt x="11904654" y="59690"/>
                  </a:moveTo>
                  <a:cubicBezTo>
                    <a:pt x="11940214" y="59690"/>
                    <a:pt x="11969424" y="88900"/>
                    <a:pt x="11969424" y="124460"/>
                  </a:cubicBezTo>
                  <a:lnTo>
                    <a:pt x="11969424" y="1441069"/>
                  </a:lnTo>
                  <a:cubicBezTo>
                    <a:pt x="11969424" y="1476629"/>
                    <a:pt x="11940214" y="1505839"/>
                    <a:pt x="11904654" y="1505839"/>
                  </a:cubicBezTo>
                  <a:lnTo>
                    <a:pt x="124460" y="1505839"/>
                  </a:lnTo>
                  <a:cubicBezTo>
                    <a:pt x="88900" y="1505839"/>
                    <a:pt x="59690" y="1476629"/>
                    <a:pt x="59690" y="1441069"/>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441069"/>
                  </a:lnTo>
                  <a:cubicBezTo>
                    <a:pt x="0" y="1509649"/>
                    <a:pt x="55880" y="1565529"/>
                    <a:pt x="124460" y="1565529"/>
                  </a:cubicBezTo>
                  <a:lnTo>
                    <a:pt x="11904654" y="1565529"/>
                  </a:lnTo>
                  <a:cubicBezTo>
                    <a:pt x="11973234" y="1565529"/>
                    <a:pt x="12029114" y="1509649"/>
                    <a:pt x="12029114" y="1441069"/>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25" name="Google Shape;425;p14"/>
          <p:cNvPicPr preferRelativeResize="0"/>
          <p:nvPr/>
        </p:nvPicPr>
        <p:blipFill rotWithShape="1">
          <a:blip r:embed="rId5">
            <a:alphaModFix/>
          </a:blip>
          <a:srcRect b="0" l="0" r="0" t="0"/>
          <a:stretch/>
        </p:blipFill>
        <p:spPr>
          <a:xfrm>
            <a:off x="2088317" y="1245949"/>
            <a:ext cx="405873" cy="405873"/>
          </a:xfrm>
          <a:prstGeom prst="rect">
            <a:avLst/>
          </a:prstGeom>
          <a:noFill/>
          <a:ln>
            <a:noFill/>
          </a:ln>
        </p:spPr>
      </p:pic>
      <p:pic>
        <p:nvPicPr>
          <p:cNvPr id="426" name="Google Shape;426;p14"/>
          <p:cNvPicPr preferRelativeResize="0"/>
          <p:nvPr/>
        </p:nvPicPr>
        <p:blipFill rotWithShape="1">
          <a:blip r:embed="rId6">
            <a:alphaModFix/>
          </a:blip>
          <a:srcRect b="0" l="0" r="0" t="0"/>
          <a:stretch/>
        </p:blipFill>
        <p:spPr>
          <a:xfrm>
            <a:off x="2760968" y="1245949"/>
            <a:ext cx="405873" cy="405873"/>
          </a:xfrm>
          <a:prstGeom prst="rect">
            <a:avLst/>
          </a:prstGeom>
          <a:noFill/>
          <a:ln>
            <a:noFill/>
          </a:ln>
        </p:spPr>
      </p:pic>
      <p:pic>
        <p:nvPicPr>
          <p:cNvPr id="427" name="Google Shape;427;p14"/>
          <p:cNvPicPr preferRelativeResize="0"/>
          <p:nvPr/>
        </p:nvPicPr>
        <p:blipFill rotWithShape="1">
          <a:blip r:embed="rId7">
            <a:alphaModFix/>
          </a:blip>
          <a:srcRect b="0" l="0" r="0" t="0"/>
          <a:stretch/>
        </p:blipFill>
        <p:spPr>
          <a:xfrm>
            <a:off x="3433618" y="1245949"/>
            <a:ext cx="405873" cy="405873"/>
          </a:xfrm>
          <a:prstGeom prst="rect">
            <a:avLst/>
          </a:prstGeom>
          <a:noFill/>
          <a:ln>
            <a:noFill/>
          </a:ln>
        </p:spPr>
      </p:pic>
      <p:grpSp>
        <p:nvGrpSpPr>
          <p:cNvPr id="428" name="Google Shape;428;p14"/>
          <p:cNvGrpSpPr/>
          <p:nvPr/>
        </p:nvGrpSpPr>
        <p:grpSpPr>
          <a:xfrm>
            <a:off x="11637341" y="2501848"/>
            <a:ext cx="5090875" cy="720606"/>
            <a:chOff x="0" y="0"/>
            <a:chExt cx="7650097" cy="1082860"/>
          </a:xfrm>
        </p:grpSpPr>
        <p:sp>
          <p:nvSpPr>
            <p:cNvPr id="429" name="Google Shape;429;p14"/>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4"/>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 name="Google Shape;431;p14"/>
          <p:cNvGrpSpPr/>
          <p:nvPr/>
        </p:nvGrpSpPr>
        <p:grpSpPr>
          <a:xfrm>
            <a:off x="11637341" y="3158150"/>
            <a:ext cx="5090875" cy="6100150"/>
            <a:chOff x="0" y="0"/>
            <a:chExt cx="3632200" cy="4352290"/>
          </a:xfrm>
        </p:grpSpPr>
        <p:sp>
          <p:nvSpPr>
            <p:cNvPr id="432" name="Google Shape;432;p14"/>
            <p:cNvSpPr/>
            <p:nvPr/>
          </p:nvSpPr>
          <p:spPr>
            <a:xfrm>
              <a:off x="15240" y="15240"/>
              <a:ext cx="3600450" cy="4320540"/>
            </a:xfrm>
            <a:custGeom>
              <a:rect b="b" l="l" r="r" t="t"/>
              <a:pathLst>
                <a:path extrusionOk="0" h="4320540" w="3600450">
                  <a:moveTo>
                    <a:pt x="0" y="0"/>
                  </a:moveTo>
                  <a:lnTo>
                    <a:pt x="3600450" y="0"/>
                  </a:lnTo>
                  <a:lnTo>
                    <a:pt x="3600450" y="4320540"/>
                  </a:lnTo>
                  <a:lnTo>
                    <a:pt x="0" y="4320540"/>
                  </a:lnTo>
                  <a:close/>
                </a:path>
              </a:pathLst>
            </a:custGeom>
            <a:blipFill rotWithShape="1">
              <a:blip r:embed="rId8">
                <a:alphaModFix/>
              </a:blip>
              <a:stretch>
                <a:fillRect b="0" l="-45728" r="-78828" t="-24909"/>
              </a:stretch>
            </a:blipFill>
            <a:ln>
              <a:noFill/>
            </a:ln>
          </p:spPr>
        </p:sp>
        <p:sp>
          <p:nvSpPr>
            <p:cNvPr id="433" name="Google Shape;433;p14"/>
            <p:cNvSpPr/>
            <p:nvPr/>
          </p:nvSpPr>
          <p:spPr>
            <a:xfrm>
              <a:off x="0" y="0"/>
              <a:ext cx="3632200" cy="4352290"/>
            </a:xfrm>
            <a:custGeom>
              <a:rect b="b" l="l" r="r" t="t"/>
              <a:pathLst>
                <a:path extrusionOk="0" h="4352290" w="3632200">
                  <a:moveTo>
                    <a:pt x="3632200" y="4352290"/>
                  </a:moveTo>
                  <a:lnTo>
                    <a:pt x="0" y="4352290"/>
                  </a:lnTo>
                  <a:lnTo>
                    <a:pt x="0" y="0"/>
                  </a:lnTo>
                  <a:lnTo>
                    <a:pt x="3632200" y="0"/>
                  </a:lnTo>
                  <a:lnTo>
                    <a:pt x="3632200" y="4352290"/>
                  </a:lnTo>
                  <a:close/>
                  <a:moveTo>
                    <a:pt x="31750" y="4320540"/>
                  </a:moveTo>
                  <a:lnTo>
                    <a:pt x="3600450" y="4320540"/>
                  </a:lnTo>
                  <a:lnTo>
                    <a:pt x="3600450" y="31750"/>
                  </a:lnTo>
                  <a:lnTo>
                    <a:pt x="31750" y="31750"/>
                  </a:lnTo>
                  <a:lnTo>
                    <a:pt x="31750" y="4320540"/>
                  </a:lnTo>
                  <a:close/>
                </a:path>
              </a:pathLst>
            </a:custGeom>
            <a:solidFill>
              <a:srgbClr val="191919"/>
            </a:solidFill>
            <a:ln>
              <a:noFill/>
            </a:ln>
          </p:spPr>
        </p:sp>
      </p:grpSp>
      <p:pic>
        <p:nvPicPr>
          <p:cNvPr id="434" name="Google Shape;434;p14"/>
          <p:cNvPicPr preferRelativeResize="0"/>
          <p:nvPr/>
        </p:nvPicPr>
        <p:blipFill rotWithShape="1">
          <a:blip r:embed="rId5">
            <a:alphaModFix/>
          </a:blip>
          <a:srcRect b="0" l="0" r="0" t="0"/>
          <a:stretch/>
        </p:blipFill>
        <p:spPr>
          <a:xfrm>
            <a:off x="11943116" y="2700632"/>
            <a:ext cx="303989" cy="303989"/>
          </a:xfrm>
          <a:prstGeom prst="rect">
            <a:avLst/>
          </a:prstGeom>
          <a:noFill/>
          <a:ln>
            <a:noFill/>
          </a:ln>
        </p:spPr>
      </p:pic>
      <p:pic>
        <p:nvPicPr>
          <p:cNvPr id="435" name="Google Shape;435;p14"/>
          <p:cNvPicPr preferRelativeResize="0"/>
          <p:nvPr/>
        </p:nvPicPr>
        <p:blipFill rotWithShape="1">
          <a:blip r:embed="rId6">
            <a:alphaModFix/>
          </a:blip>
          <a:srcRect b="0" l="0" r="0" t="0"/>
          <a:stretch/>
        </p:blipFill>
        <p:spPr>
          <a:xfrm>
            <a:off x="12446915" y="2700632"/>
            <a:ext cx="303989" cy="303989"/>
          </a:xfrm>
          <a:prstGeom prst="rect">
            <a:avLst/>
          </a:prstGeom>
          <a:noFill/>
          <a:ln>
            <a:noFill/>
          </a:ln>
        </p:spPr>
      </p:pic>
      <p:pic>
        <p:nvPicPr>
          <p:cNvPr id="436" name="Google Shape;436;p14"/>
          <p:cNvPicPr preferRelativeResize="0"/>
          <p:nvPr/>
        </p:nvPicPr>
        <p:blipFill rotWithShape="1">
          <a:blip r:embed="rId7">
            <a:alphaModFix/>
          </a:blip>
          <a:srcRect b="0" l="0" r="0" t="0"/>
          <a:stretch/>
        </p:blipFill>
        <p:spPr>
          <a:xfrm>
            <a:off x="12950715" y="2700632"/>
            <a:ext cx="303989" cy="303989"/>
          </a:xfrm>
          <a:prstGeom prst="rect">
            <a:avLst/>
          </a:prstGeom>
          <a:noFill/>
          <a:ln>
            <a:noFill/>
          </a:ln>
        </p:spPr>
      </p:pic>
      <p:pic>
        <p:nvPicPr>
          <p:cNvPr id="437" name="Google Shape;437;p14"/>
          <p:cNvPicPr preferRelativeResize="0"/>
          <p:nvPr/>
        </p:nvPicPr>
        <p:blipFill rotWithShape="1">
          <a:blip r:embed="rId9">
            <a:alphaModFix/>
          </a:blip>
          <a:srcRect b="0" l="33729" r="0" t="0"/>
          <a:stretch/>
        </p:blipFill>
        <p:spPr>
          <a:xfrm>
            <a:off x="9059321" y="3487193"/>
            <a:ext cx="3035790" cy="704312"/>
          </a:xfrm>
          <a:prstGeom prst="rect">
            <a:avLst/>
          </a:prstGeom>
          <a:noFill/>
          <a:ln>
            <a:noFill/>
          </a:ln>
        </p:spPr>
      </p:pic>
      <p:pic>
        <p:nvPicPr>
          <p:cNvPr id="438" name="Google Shape;438;p14"/>
          <p:cNvPicPr preferRelativeResize="0"/>
          <p:nvPr/>
        </p:nvPicPr>
        <p:blipFill rotWithShape="1">
          <a:blip r:embed="rId10">
            <a:alphaModFix/>
          </a:blip>
          <a:srcRect b="0" l="0" r="0" t="0"/>
          <a:stretch/>
        </p:blipFill>
        <p:spPr>
          <a:xfrm>
            <a:off x="10519294" y="7620199"/>
            <a:ext cx="2236095" cy="1825467"/>
          </a:xfrm>
          <a:prstGeom prst="rect">
            <a:avLst/>
          </a:prstGeom>
          <a:noFill/>
          <a:ln>
            <a:noFill/>
          </a:ln>
        </p:spPr>
      </p:pic>
      <p:sp>
        <p:nvSpPr>
          <p:cNvPr id="439" name="Google Shape;439;p14"/>
          <p:cNvSpPr txBox="1"/>
          <p:nvPr/>
        </p:nvSpPr>
        <p:spPr>
          <a:xfrm>
            <a:off x="2056118" y="2370026"/>
            <a:ext cx="6298500" cy="13545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5500" u="none" cap="none" strike="noStrike">
                <a:solidFill>
                  <a:srgbClr val="191919"/>
                </a:solidFill>
                <a:latin typeface="Times New Roman"/>
                <a:ea typeface="Times New Roman"/>
                <a:cs typeface="Times New Roman"/>
                <a:sym typeface="Times New Roman"/>
              </a:rPr>
              <a:t>ASKING FOR INFORMATION</a:t>
            </a:r>
            <a:endParaRPr b="1">
              <a:latin typeface="Times New Roman"/>
              <a:ea typeface="Times New Roman"/>
              <a:cs typeface="Times New Roman"/>
              <a:sym typeface="Times New Roman"/>
            </a:endParaRPr>
          </a:p>
        </p:txBody>
      </p:sp>
      <p:sp>
        <p:nvSpPr>
          <p:cNvPr id="440" name="Google Shape;440;p14"/>
          <p:cNvSpPr txBox="1"/>
          <p:nvPr/>
        </p:nvSpPr>
        <p:spPr>
          <a:xfrm>
            <a:off x="2088317" y="4037220"/>
            <a:ext cx="7055700" cy="5664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i="0" lang="en-US" sz="3241" u="none" cap="none" strike="noStrike">
                <a:solidFill>
                  <a:srgbClr val="191919"/>
                </a:solidFill>
                <a:latin typeface="Times New Roman"/>
                <a:ea typeface="Times New Roman"/>
                <a:cs typeface="Times New Roman"/>
                <a:sym typeface="Times New Roman"/>
              </a:rPr>
              <a:t>In case of complex requests:</a:t>
            </a:r>
            <a:endParaRPr>
              <a:latin typeface="Times New Roman"/>
              <a:ea typeface="Times New Roman"/>
              <a:cs typeface="Times New Roman"/>
              <a:sym typeface="Times New Roman"/>
            </a:endParaRPr>
          </a:p>
          <a:p>
            <a:pPr indent="-350056" lvl="1" marL="700112" marR="0" rtl="0" algn="l">
              <a:lnSpc>
                <a:spcPct val="115000"/>
              </a:lnSpc>
              <a:spcBef>
                <a:spcPts val="0"/>
              </a:spcBef>
              <a:spcAft>
                <a:spcPts val="0"/>
              </a:spcAft>
              <a:buClr>
                <a:srgbClr val="191919"/>
              </a:buClr>
              <a:buSzPts val="3241"/>
              <a:buFont typeface="Times New Roman"/>
              <a:buChar char="•"/>
            </a:pPr>
            <a:r>
              <a:rPr i="0" lang="en-US" sz="3241" u="none" cap="none" strike="noStrike">
                <a:solidFill>
                  <a:srgbClr val="191919"/>
                </a:solidFill>
                <a:latin typeface="Times New Roman"/>
                <a:ea typeface="Times New Roman"/>
                <a:cs typeface="Times New Roman"/>
                <a:sym typeface="Times New Roman"/>
              </a:rPr>
              <a:t>You may need to provide more extensive reasons and justification for your request. </a:t>
            </a:r>
            <a:endParaRPr>
              <a:latin typeface="Times New Roman"/>
              <a:ea typeface="Times New Roman"/>
              <a:cs typeface="Times New Roman"/>
              <a:sym typeface="Times New Roman"/>
            </a:endParaRPr>
          </a:p>
          <a:p>
            <a:pPr indent="-350056" lvl="1" marL="700112" marR="0" rtl="0" algn="l">
              <a:lnSpc>
                <a:spcPct val="115000"/>
              </a:lnSpc>
              <a:spcBef>
                <a:spcPts val="0"/>
              </a:spcBef>
              <a:spcAft>
                <a:spcPts val="0"/>
              </a:spcAft>
              <a:buClr>
                <a:srgbClr val="191919"/>
              </a:buClr>
              <a:buSzPts val="3241"/>
              <a:buFont typeface="Times New Roman"/>
              <a:buChar char="•"/>
            </a:pPr>
            <a:r>
              <a:rPr i="0" lang="en-US" sz="3241" u="none" cap="none" strike="noStrike">
                <a:solidFill>
                  <a:srgbClr val="191919"/>
                </a:solidFill>
                <a:latin typeface="Times New Roman"/>
                <a:ea typeface="Times New Roman"/>
                <a:cs typeface="Times New Roman"/>
                <a:sym typeface="Times New Roman"/>
              </a:rPr>
              <a:t>If applicable, point out any benefits to the reader of complying with your request. </a:t>
            </a:r>
            <a:endParaRPr>
              <a:latin typeface="Times New Roman"/>
              <a:ea typeface="Times New Roman"/>
              <a:cs typeface="Times New Roman"/>
              <a:sym typeface="Times New Roman"/>
            </a:endParaRPr>
          </a:p>
          <a:p>
            <a:pPr indent="-350056" lvl="1" marL="700112" marR="0" rtl="0" algn="l">
              <a:lnSpc>
                <a:spcPct val="115000"/>
              </a:lnSpc>
              <a:spcBef>
                <a:spcPts val="0"/>
              </a:spcBef>
              <a:spcAft>
                <a:spcPts val="0"/>
              </a:spcAft>
              <a:buClr>
                <a:srgbClr val="191919"/>
              </a:buClr>
              <a:buSzPts val="3241"/>
              <a:buFont typeface="Times New Roman"/>
              <a:buChar char="•"/>
            </a:pPr>
            <a:r>
              <a:rPr i="0" lang="en-US" sz="3241" u="none" cap="none" strike="noStrike">
                <a:solidFill>
                  <a:srgbClr val="191919"/>
                </a:solidFill>
                <a:latin typeface="Times New Roman"/>
                <a:ea typeface="Times New Roman"/>
                <a:cs typeface="Times New Roman"/>
                <a:sym typeface="Times New Roman"/>
              </a:rPr>
              <a:t>Naturally, be sure to adapt your request to your audience and the situation</a:t>
            </a:r>
            <a:endParaRPr>
              <a:latin typeface="Times New Roman"/>
              <a:ea typeface="Times New Roman"/>
              <a:cs typeface="Times New Roman"/>
              <a:sym typeface="Times New Roman"/>
            </a:endParaRPr>
          </a:p>
        </p:txBody>
      </p:sp>
      <p:sp>
        <p:nvSpPr>
          <p:cNvPr id="441" name="Google Shape;441;p14"/>
          <p:cNvSpPr txBox="1"/>
          <p:nvPr/>
        </p:nvSpPr>
        <p:spPr>
          <a:xfrm>
            <a:off x="6050389" y="1075310"/>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2.1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445" name="Shape 445"/>
        <p:cNvGrpSpPr/>
        <p:nvPr/>
      </p:nvGrpSpPr>
      <p:grpSpPr>
        <a:xfrm>
          <a:off x="0" y="0"/>
          <a:ext cx="0" cy="0"/>
          <a:chOff x="0" y="0"/>
          <a:chExt cx="0" cy="0"/>
        </a:xfrm>
      </p:grpSpPr>
      <p:pic>
        <p:nvPicPr>
          <p:cNvPr id="446" name="Google Shape;446;p15"/>
          <p:cNvPicPr preferRelativeResize="0"/>
          <p:nvPr/>
        </p:nvPicPr>
        <p:blipFill rotWithShape="1">
          <a:blip r:embed="rId3">
            <a:alphaModFix/>
          </a:blip>
          <a:srcRect b="5325" l="357" r="0" t="970"/>
          <a:stretch/>
        </p:blipFill>
        <p:spPr>
          <a:xfrm>
            <a:off x="732672" y="211947"/>
            <a:ext cx="16035010" cy="986310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450" name="Shape 450"/>
        <p:cNvGrpSpPr/>
        <p:nvPr/>
      </p:nvGrpSpPr>
      <p:grpSpPr>
        <a:xfrm>
          <a:off x="0" y="0"/>
          <a:ext cx="0" cy="0"/>
          <a:chOff x="0" y="0"/>
          <a:chExt cx="0" cy="0"/>
        </a:xfrm>
      </p:grpSpPr>
      <p:pic>
        <p:nvPicPr>
          <p:cNvPr id="451" name="Google Shape;451;p16"/>
          <p:cNvPicPr preferRelativeResize="0"/>
          <p:nvPr/>
        </p:nvPicPr>
        <p:blipFill rotWithShape="1">
          <a:blip r:embed="rId3">
            <a:alphaModFix/>
          </a:blip>
          <a:srcRect b="0" l="0" r="0" t="0"/>
          <a:stretch/>
        </p:blipFill>
        <p:spPr>
          <a:xfrm rot="3323013">
            <a:off x="13103259" y="-1578177"/>
            <a:ext cx="6797678" cy="5648252"/>
          </a:xfrm>
          <a:prstGeom prst="rect">
            <a:avLst/>
          </a:prstGeom>
          <a:noFill/>
          <a:ln>
            <a:noFill/>
          </a:ln>
        </p:spPr>
      </p:pic>
      <p:pic>
        <p:nvPicPr>
          <p:cNvPr id="452" name="Google Shape;452;p16"/>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453" name="Google Shape;453;p16"/>
          <p:cNvGrpSpPr/>
          <p:nvPr/>
        </p:nvGrpSpPr>
        <p:grpSpPr>
          <a:xfrm>
            <a:off x="1204299" y="556962"/>
            <a:ext cx="8482320" cy="9318730"/>
            <a:chOff x="0" y="0"/>
            <a:chExt cx="12746448" cy="14003327"/>
          </a:xfrm>
        </p:grpSpPr>
        <p:sp>
          <p:nvSpPr>
            <p:cNvPr id="454" name="Google Shape;454;p16"/>
            <p:cNvSpPr/>
            <p:nvPr/>
          </p:nvSpPr>
          <p:spPr>
            <a:xfrm>
              <a:off x="31750" y="31750"/>
              <a:ext cx="12682948" cy="13939827"/>
            </a:xfrm>
            <a:custGeom>
              <a:rect b="b" l="l" r="r" t="t"/>
              <a:pathLst>
                <a:path extrusionOk="0" h="13939827" w="12682948">
                  <a:moveTo>
                    <a:pt x="12590238" y="13939827"/>
                  </a:moveTo>
                  <a:lnTo>
                    <a:pt x="92710" y="13939827"/>
                  </a:lnTo>
                  <a:cubicBezTo>
                    <a:pt x="41910" y="13939827"/>
                    <a:pt x="0" y="13897918"/>
                    <a:pt x="0" y="13847118"/>
                  </a:cubicBezTo>
                  <a:lnTo>
                    <a:pt x="0" y="92710"/>
                  </a:lnTo>
                  <a:cubicBezTo>
                    <a:pt x="0" y="41910"/>
                    <a:pt x="41910" y="0"/>
                    <a:pt x="92710" y="0"/>
                  </a:cubicBezTo>
                  <a:lnTo>
                    <a:pt x="12588968" y="0"/>
                  </a:lnTo>
                  <a:cubicBezTo>
                    <a:pt x="12639768" y="0"/>
                    <a:pt x="12681678" y="41910"/>
                    <a:pt x="12681678" y="92710"/>
                  </a:cubicBezTo>
                  <a:lnTo>
                    <a:pt x="12681678" y="13845846"/>
                  </a:lnTo>
                  <a:cubicBezTo>
                    <a:pt x="12682948" y="13897918"/>
                    <a:pt x="12641038" y="13939827"/>
                    <a:pt x="12590238" y="1393982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a:off x="0" y="0"/>
              <a:ext cx="12746448" cy="14003327"/>
            </a:xfrm>
            <a:custGeom>
              <a:rect b="b" l="l" r="r" t="t"/>
              <a:pathLst>
                <a:path extrusionOk="0" h="14003327" w="12746448">
                  <a:moveTo>
                    <a:pt x="12621988" y="59690"/>
                  </a:moveTo>
                  <a:cubicBezTo>
                    <a:pt x="12657548" y="59690"/>
                    <a:pt x="12686758" y="88900"/>
                    <a:pt x="12686758" y="124460"/>
                  </a:cubicBezTo>
                  <a:lnTo>
                    <a:pt x="12686758" y="13878868"/>
                  </a:lnTo>
                  <a:cubicBezTo>
                    <a:pt x="12686758" y="13914427"/>
                    <a:pt x="12657548" y="13943637"/>
                    <a:pt x="12621988" y="13943637"/>
                  </a:cubicBezTo>
                  <a:lnTo>
                    <a:pt x="124460" y="13943637"/>
                  </a:lnTo>
                  <a:cubicBezTo>
                    <a:pt x="88900" y="13943637"/>
                    <a:pt x="59690" y="13914427"/>
                    <a:pt x="59690" y="13878868"/>
                  </a:cubicBezTo>
                  <a:lnTo>
                    <a:pt x="59690" y="124460"/>
                  </a:lnTo>
                  <a:cubicBezTo>
                    <a:pt x="59690" y="88900"/>
                    <a:pt x="88900" y="59690"/>
                    <a:pt x="124460" y="59690"/>
                  </a:cubicBezTo>
                  <a:lnTo>
                    <a:pt x="12621988" y="59690"/>
                  </a:lnTo>
                  <a:moveTo>
                    <a:pt x="12621988" y="0"/>
                  </a:moveTo>
                  <a:lnTo>
                    <a:pt x="124460" y="0"/>
                  </a:lnTo>
                  <a:cubicBezTo>
                    <a:pt x="55880" y="0"/>
                    <a:pt x="0" y="55880"/>
                    <a:pt x="0" y="124460"/>
                  </a:cubicBezTo>
                  <a:lnTo>
                    <a:pt x="0" y="13878868"/>
                  </a:lnTo>
                  <a:cubicBezTo>
                    <a:pt x="0" y="13947448"/>
                    <a:pt x="55880" y="14003327"/>
                    <a:pt x="124460" y="14003327"/>
                  </a:cubicBezTo>
                  <a:lnTo>
                    <a:pt x="12621988" y="14003327"/>
                  </a:lnTo>
                  <a:cubicBezTo>
                    <a:pt x="12690568" y="14003327"/>
                    <a:pt x="12746448" y="13947448"/>
                    <a:pt x="12746448" y="13878868"/>
                  </a:cubicBezTo>
                  <a:lnTo>
                    <a:pt x="12746448" y="124460"/>
                  </a:lnTo>
                  <a:cubicBezTo>
                    <a:pt x="12746448" y="55880"/>
                    <a:pt x="12690568" y="0"/>
                    <a:pt x="1262198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6" name="Google Shape;456;p16"/>
          <p:cNvGrpSpPr/>
          <p:nvPr/>
        </p:nvGrpSpPr>
        <p:grpSpPr>
          <a:xfrm>
            <a:off x="1204299" y="138280"/>
            <a:ext cx="8482320" cy="1041805"/>
            <a:chOff x="0" y="0"/>
            <a:chExt cx="12746448" cy="1565529"/>
          </a:xfrm>
        </p:grpSpPr>
        <p:sp>
          <p:nvSpPr>
            <p:cNvPr id="457" name="Google Shape;457;p16"/>
            <p:cNvSpPr/>
            <p:nvPr/>
          </p:nvSpPr>
          <p:spPr>
            <a:xfrm>
              <a:off x="31750" y="31750"/>
              <a:ext cx="12682948" cy="1502029"/>
            </a:xfrm>
            <a:custGeom>
              <a:rect b="b" l="l" r="r" t="t"/>
              <a:pathLst>
                <a:path extrusionOk="0" h="1502029" w="12682948">
                  <a:moveTo>
                    <a:pt x="12590238" y="1502029"/>
                  </a:moveTo>
                  <a:lnTo>
                    <a:pt x="92710" y="1502029"/>
                  </a:lnTo>
                  <a:cubicBezTo>
                    <a:pt x="41910" y="1502029"/>
                    <a:pt x="0" y="1460119"/>
                    <a:pt x="0" y="1409319"/>
                  </a:cubicBezTo>
                  <a:lnTo>
                    <a:pt x="0" y="92710"/>
                  </a:lnTo>
                  <a:cubicBezTo>
                    <a:pt x="0" y="41910"/>
                    <a:pt x="41910" y="0"/>
                    <a:pt x="92710" y="0"/>
                  </a:cubicBezTo>
                  <a:lnTo>
                    <a:pt x="12588968" y="0"/>
                  </a:lnTo>
                  <a:cubicBezTo>
                    <a:pt x="12639768" y="0"/>
                    <a:pt x="12681678" y="41910"/>
                    <a:pt x="12681678" y="92710"/>
                  </a:cubicBezTo>
                  <a:lnTo>
                    <a:pt x="12681678" y="1408049"/>
                  </a:lnTo>
                  <a:cubicBezTo>
                    <a:pt x="12682948" y="1460119"/>
                    <a:pt x="12641038" y="1502029"/>
                    <a:pt x="12590238"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6"/>
            <p:cNvSpPr/>
            <p:nvPr/>
          </p:nvSpPr>
          <p:spPr>
            <a:xfrm>
              <a:off x="0" y="0"/>
              <a:ext cx="12746448" cy="1565529"/>
            </a:xfrm>
            <a:custGeom>
              <a:rect b="b" l="l" r="r" t="t"/>
              <a:pathLst>
                <a:path extrusionOk="0" h="1565529" w="12746448">
                  <a:moveTo>
                    <a:pt x="12621988" y="59690"/>
                  </a:moveTo>
                  <a:cubicBezTo>
                    <a:pt x="12657548" y="59690"/>
                    <a:pt x="12686758" y="88900"/>
                    <a:pt x="12686758" y="124460"/>
                  </a:cubicBezTo>
                  <a:lnTo>
                    <a:pt x="12686758" y="1441069"/>
                  </a:lnTo>
                  <a:cubicBezTo>
                    <a:pt x="12686758" y="1476629"/>
                    <a:pt x="12657548" y="1505839"/>
                    <a:pt x="12621988" y="1505839"/>
                  </a:cubicBezTo>
                  <a:lnTo>
                    <a:pt x="124460" y="1505839"/>
                  </a:lnTo>
                  <a:cubicBezTo>
                    <a:pt x="88900" y="1505839"/>
                    <a:pt x="59690" y="1476629"/>
                    <a:pt x="59690" y="1441069"/>
                  </a:cubicBezTo>
                  <a:lnTo>
                    <a:pt x="59690" y="124460"/>
                  </a:lnTo>
                  <a:cubicBezTo>
                    <a:pt x="59690" y="88900"/>
                    <a:pt x="88900" y="59690"/>
                    <a:pt x="124460" y="59690"/>
                  </a:cubicBezTo>
                  <a:lnTo>
                    <a:pt x="12621988" y="59690"/>
                  </a:lnTo>
                  <a:moveTo>
                    <a:pt x="12621988" y="0"/>
                  </a:moveTo>
                  <a:lnTo>
                    <a:pt x="124460" y="0"/>
                  </a:lnTo>
                  <a:cubicBezTo>
                    <a:pt x="55880" y="0"/>
                    <a:pt x="0" y="55880"/>
                    <a:pt x="0" y="124460"/>
                  </a:cubicBezTo>
                  <a:lnTo>
                    <a:pt x="0" y="1441069"/>
                  </a:lnTo>
                  <a:cubicBezTo>
                    <a:pt x="0" y="1509649"/>
                    <a:pt x="55880" y="1565529"/>
                    <a:pt x="124460" y="1565529"/>
                  </a:cubicBezTo>
                  <a:lnTo>
                    <a:pt x="12621988" y="1565529"/>
                  </a:lnTo>
                  <a:cubicBezTo>
                    <a:pt x="12690568" y="1565529"/>
                    <a:pt x="12746448" y="1509649"/>
                    <a:pt x="12746448" y="1441069"/>
                  </a:cubicBezTo>
                  <a:lnTo>
                    <a:pt x="12746448" y="124460"/>
                  </a:lnTo>
                  <a:cubicBezTo>
                    <a:pt x="12746448" y="55880"/>
                    <a:pt x="12690568" y="0"/>
                    <a:pt x="1262198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59" name="Google Shape;459;p16"/>
          <p:cNvPicPr preferRelativeResize="0"/>
          <p:nvPr/>
        </p:nvPicPr>
        <p:blipFill rotWithShape="1">
          <a:blip r:embed="rId5">
            <a:alphaModFix/>
          </a:blip>
          <a:srcRect b="0" l="0" r="0" t="0"/>
          <a:stretch/>
        </p:blipFill>
        <p:spPr>
          <a:xfrm>
            <a:off x="1940409" y="622827"/>
            <a:ext cx="405873" cy="405873"/>
          </a:xfrm>
          <a:prstGeom prst="rect">
            <a:avLst/>
          </a:prstGeom>
          <a:noFill/>
          <a:ln>
            <a:noFill/>
          </a:ln>
        </p:spPr>
      </p:pic>
      <p:pic>
        <p:nvPicPr>
          <p:cNvPr id="460" name="Google Shape;460;p16"/>
          <p:cNvPicPr preferRelativeResize="0"/>
          <p:nvPr/>
        </p:nvPicPr>
        <p:blipFill rotWithShape="1">
          <a:blip r:embed="rId6">
            <a:alphaModFix/>
          </a:blip>
          <a:srcRect b="0" l="0" r="0" t="0"/>
          <a:stretch/>
        </p:blipFill>
        <p:spPr>
          <a:xfrm>
            <a:off x="2737099" y="622827"/>
            <a:ext cx="405873" cy="405873"/>
          </a:xfrm>
          <a:prstGeom prst="rect">
            <a:avLst/>
          </a:prstGeom>
          <a:noFill/>
          <a:ln>
            <a:noFill/>
          </a:ln>
        </p:spPr>
      </p:pic>
      <p:pic>
        <p:nvPicPr>
          <p:cNvPr id="461" name="Google Shape;461;p16"/>
          <p:cNvPicPr preferRelativeResize="0"/>
          <p:nvPr/>
        </p:nvPicPr>
        <p:blipFill rotWithShape="1">
          <a:blip r:embed="rId7">
            <a:alphaModFix/>
          </a:blip>
          <a:srcRect b="0" l="0" r="0" t="0"/>
          <a:stretch/>
        </p:blipFill>
        <p:spPr>
          <a:xfrm>
            <a:off x="3533498" y="659182"/>
            <a:ext cx="405873" cy="405873"/>
          </a:xfrm>
          <a:prstGeom prst="rect">
            <a:avLst/>
          </a:prstGeom>
          <a:noFill/>
          <a:ln>
            <a:noFill/>
          </a:ln>
        </p:spPr>
      </p:pic>
      <p:grpSp>
        <p:nvGrpSpPr>
          <p:cNvPr id="462" name="Google Shape;462;p16"/>
          <p:cNvGrpSpPr/>
          <p:nvPr/>
        </p:nvGrpSpPr>
        <p:grpSpPr>
          <a:xfrm>
            <a:off x="11637341" y="2501848"/>
            <a:ext cx="5090875" cy="720606"/>
            <a:chOff x="0" y="0"/>
            <a:chExt cx="7650097" cy="1082860"/>
          </a:xfrm>
        </p:grpSpPr>
        <p:sp>
          <p:nvSpPr>
            <p:cNvPr id="463" name="Google Shape;463;p16"/>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6"/>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 name="Google Shape;465;p16"/>
          <p:cNvGrpSpPr/>
          <p:nvPr/>
        </p:nvGrpSpPr>
        <p:grpSpPr>
          <a:xfrm>
            <a:off x="11637341" y="3158150"/>
            <a:ext cx="5090875" cy="6100150"/>
            <a:chOff x="0" y="0"/>
            <a:chExt cx="3632200" cy="4352290"/>
          </a:xfrm>
        </p:grpSpPr>
        <p:sp>
          <p:nvSpPr>
            <p:cNvPr id="466" name="Google Shape;466;p16"/>
            <p:cNvSpPr/>
            <p:nvPr/>
          </p:nvSpPr>
          <p:spPr>
            <a:xfrm>
              <a:off x="15240" y="15240"/>
              <a:ext cx="3600450" cy="4320540"/>
            </a:xfrm>
            <a:custGeom>
              <a:rect b="b" l="l" r="r" t="t"/>
              <a:pathLst>
                <a:path extrusionOk="0" h="4320540" w="3600450">
                  <a:moveTo>
                    <a:pt x="0" y="0"/>
                  </a:moveTo>
                  <a:lnTo>
                    <a:pt x="3600450" y="0"/>
                  </a:lnTo>
                  <a:lnTo>
                    <a:pt x="3600450" y="4320540"/>
                  </a:lnTo>
                  <a:lnTo>
                    <a:pt x="0" y="4320540"/>
                  </a:lnTo>
                  <a:close/>
                </a:path>
              </a:pathLst>
            </a:custGeom>
            <a:blipFill rotWithShape="1">
              <a:blip r:embed="rId8">
                <a:alphaModFix/>
              </a:blip>
              <a:stretch>
                <a:fillRect b="0" l="-45728" r="-78828" t="-24909"/>
              </a:stretch>
            </a:blipFill>
            <a:ln>
              <a:noFill/>
            </a:ln>
          </p:spPr>
        </p:sp>
        <p:sp>
          <p:nvSpPr>
            <p:cNvPr id="467" name="Google Shape;467;p16"/>
            <p:cNvSpPr/>
            <p:nvPr/>
          </p:nvSpPr>
          <p:spPr>
            <a:xfrm>
              <a:off x="0" y="0"/>
              <a:ext cx="3632200" cy="4352290"/>
            </a:xfrm>
            <a:custGeom>
              <a:rect b="b" l="l" r="r" t="t"/>
              <a:pathLst>
                <a:path extrusionOk="0" h="4352290" w="3632200">
                  <a:moveTo>
                    <a:pt x="3632200" y="4352290"/>
                  </a:moveTo>
                  <a:lnTo>
                    <a:pt x="0" y="4352290"/>
                  </a:lnTo>
                  <a:lnTo>
                    <a:pt x="0" y="0"/>
                  </a:lnTo>
                  <a:lnTo>
                    <a:pt x="3632200" y="0"/>
                  </a:lnTo>
                  <a:lnTo>
                    <a:pt x="3632200" y="4352290"/>
                  </a:lnTo>
                  <a:close/>
                  <a:moveTo>
                    <a:pt x="31750" y="4320540"/>
                  </a:moveTo>
                  <a:lnTo>
                    <a:pt x="3600450" y="4320540"/>
                  </a:lnTo>
                  <a:lnTo>
                    <a:pt x="3600450" y="31750"/>
                  </a:lnTo>
                  <a:lnTo>
                    <a:pt x="31750" y="31750"/>
                  </a:lnTo>
                  <a:lnTo>
                    <a:pt x="31750" y="4320540"/>
                  </a:lnTo>
                  <a:close/>
                </a:path>
              </a:pathLst>
            </a:custGeom>
            <a:solidFill>
              <a:srgbClr val="191919"/>
            </a:solidFill>
            <a:ln>
              <a:noFill/>
            </a:ln>
          </p:spPr>
        </p:sp>
      </p:grpSp>
      <p:pic>
        <p:nvPicPr>
          <p:cNvPr id="468" name="Google Shape;468;p16"/>
          <p:cNvPicPr preferRelativeResize="0"/>
          <p:nvPr/>
        </p:nvPicPr>
        <p:blipFill rotWithShape="1">
          <a:blip r:embed="rId5">
            <a:alphaModFix/>
          </a:blip>
          <a:srcRect b="0" l="0" r="0" t="0"/>
          <a:stretch/>
        </p:blipFill>
        <p:spPr>
          <a:xfrm>
            <a:off x="11943116" y="2700632"/>
            <a:ext cx="303989" cy="303989"/>
          </a:xfrm>
          <a:prstGeom prst="rect">
            <a:avLst/>
          </a:prstGeom>
          <a:noFill/>
          <a:ln>
            <a:noFill/>
          </a:ln>
        </p:spPr>
      </p:pic>
      <p:pic>
        <p:nvPicPr>
          <p:cNvPr id="469" name="Google Shape;469;p16"/>
          <p:cNvPicPr preferRelativeResize="0"/>
          <p:nvPr/>
        </p:nvPicPr>
        <p:blipFill rotWithShape="1">
          <a:blip r:embed="rId6">
            <a:alphaModFix/>
          </a:blip>
          <a:srcRect b="0" l="0" r="0" t="0"/>
          <a:stretch/>
        </p:blipFill>
        <p:spPr>
          <a:xfrm>
            <a:off x="12446915" y="2700632"/>
            <a:ext cx="303989" cy="303989"/>
          </a:xfrm>
          <a:prstGeom prst="rect">
            <a:avLst/>
          </a:prstGeom>
          <a:noFill/>
          <a:ln>
            <a:noFill/>
          </a:ln>
        </p:spPr>
      </p:pic>
      <p:pic>
        <p:nvPicPr>
          <p:cNvPr id="470" name="Google Shape;470;p16"/>
          <p:cNvPicPr preferRelativeResize="0"/>
          <p:nvPr/>
        </p:nvPicPr>
        <p:blipFill rotWithShape="1">
          <a:blip r:embed="rId7">
            <a:alphaModFix/>
          </a:blip>
          <a:srcRect b="0" l="0" r="0" t="0"/>
          <a:stretch/>
        </p:blipFill>
        <p:spPr>
          <a:xfrm>
            <a:off x="12950715" y="2700632"/>
            <a:ext cx="303989" cy="303989"/>
          </a:xfrm>
          <a:prstGeom prst="rect">
            <a:avLst/>
          </a:prstGeom>
          <a:noFill/>
          <a:ln>
            <a:noFill/>
          </a:ln>
        </p:spPr>
      </p:pic>
      <p:pic>
        <p:nvPicPr>
          <p:cNvPr id="471" name="Google Shape;471;p16"/>
          <p:cNvPicPr preferRelativeResize="0"/>
          <p:nvPr/>
        </p:nvPicPr>
        <p:blipFill rotWithShape="1">
          <a:blip r:embed="rId9">
            <a:alphaModFix/>
          </a:blip>
          <a:srcRect b="0" l="33729" r="0" t="0"/>
          <a:stretch/>
        </p:blipFill>
        <p:spPr>
          <a:xfrm>
            <a:off x="8907326" y="2300309"/>
            <a:ext cx="3035790" cy="704312"/>
          </a:xfrm>
          <a:prstGeom prst="rect">
            <a:avLst/>
          </a:prstGeom>
          <a:noFill/>
          <a:ln>
            <a:noFill/>
          </a:ln>
        </p:spPr>
      </p:pic>
      <p:pic>
        <p:nvPicPr>
          <p:cNvPr id="472" name="Google Shape;472;p16"/>
          <p:cNvPicPr preferRelativeResize="0"/>
          <p:nvPr/>
        </p:nvPicPr>
        <p:blipFill rotWithShape="1">
          <a:blip r:embed="rId10">
            <a:alphaModFix/>
          </a:blip>
          <a:srcRect b="0" l="0" r="0" t="0"/>
          <a:stretch/>
        </p:blipFill>
        <p:spPr>
          <a:xfrm>
            <a:off x="10519294" y="7620199"/>
            <a:ext cx="2236095" cy="1825467"/>
          </a:xfrm>
          <a:prstGeom prst="rect">
            <a:avLst/>
          </a:prstGeom>
          <a:noFill/>
          <a:ln>
            <a:noFill/>
          </a:ln>
        </p:spPr>
      </p:pic>
      <p:sp>
        <p:nvSpPr>
          <p:cNvPr id="473" name="Google Shape;473;p16"/>
          <p:cNvSpPr txBox="1"/>
          <p:nvPr/>
        </p:nvSpPr>
        <p:spPr>
          <a:xfrm>
            <a:off x="1516300" y="1516355"/>
            <a:ext cx="7434300" cy="13053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5300" u="none" cap="none" strike="noStrike">
                <a:solidFill>
                  <a:srgbClr val="191919"/>
                </a:solidFill>
                <a:latin typeface="Times New Roman"/>
                <a:ea typeface="Times New Roman"/>
                <a:cs typeface="Times New Roman"/>
                <a:sym typeface="Times New Roman"/>
              </a:rPr>
              <a:t>ASKING FOR RECOMMENDATIONS</a:t>
            </a:r>
            <a:endParaRPr b="1" sz="1200">
              <a:latin typeface="Times New Roman"/>
              <a:ea typeface="Times New Roman"/>
              <a:cs typeface="Times New Roman"/>
              <a:sym typeface="Times New Roman"/>
            </a:endParaRPr>
          </a:p>
        </p:txBody>
      </p:sp>
      <p:sp>
        <p:nvSpPr>
          <p:cNvPr id="474" name="Google Shape;474;p16"/>
          <p:cNvSpPr txBox="1"/>
          <p:nvPr/>
        </p:nvSpPr>
        <p:spPr>
          <a:xfrm>
            <a:off x="1304246" y="3016798"/>
            <a:ext cx="7858200" cy="6887100"/>
          </a:xfrm>
          <a:prstGeom prst="rect">
            <a:avLst/>
          </a:prstGeom>
          <a:noFill/>
          <a:ln>
            <a:noFill/>
          </a:ln>
        </p:spPr>
        <p:txBody>
          <a:bodyPr anchorCtr="0" anchor="t" bIns="0" lIns="0" spcFirstLastPara="1" rIns="0" wrap="square" tIns="0">
            <a:spAutoFit/>
          </a:bodyPr>
          <a:lstStyle/>
          <a:p>
            <a:pPr indent="-380358" lvl="1" marL="760717" marR="0" rtl="0" algn="l">
              <a:lnSpc>
                <a:spcPct val="130002"/>
              </a:lnSpc>
              <a:spcBef>
                <a:spcPts val="0"/>
              </a:spcBef>
              <a:spcAft>
                <a:spcPts val="0"/>
              </a:spcAft>
              <a:buClr>
                <a:srgbClr val="191919"/>
              </a:buClr>
              <a:buSzPts val="3523"/>
              <a:buFont typeface="Times New Roman"/>
              <a:buChar char="•"/>
            </a:pPr>
            <a:r>
              <a:rPr i="0" lang="en-US" sz="3523" u="none" cap="none" strike="noStrike">
                <a:solidFill>
                  <a:srgbClr val="191919"/>
                </a:solidFill>
                <a:latin typeface="Times New Roman"/>
                <a:ea typeface="Times New Roman"/>
                <a:cs typeface="Times New Roman"/>
                <a:sym typeface="Times New Roman"/>
              </a:rPr>
              <a:t>Companies ask applicants to list people who can vouch for their ability, skills, integrity, character, and fitness for the job.</a:t>
            </a:r>
            <a:endParaRPr>
              <a:latin typeface="Times New Roman"/>
              <a:ea typeface="Times New Roman"/>
              <a:cs typeface="Times New Roman"/>
              <a:sym typeface="Times New Roman"/>
            </a:endParaRPr>
          </a:p>
          <a:p>
            <a:pPr indent="-380358" lvl="1" marL="760717" marR="0" rtl="0" algn="l">
              <a:lnSpc>
                <a:spcPct val="130002"/>
              </a:lnSpc>
              <a:spcBef>
                <a:spcPts val="0"/>
              </a:spcBef>
              <a:spcAft>
                <a:spcPts val="0"/>
              </a:spcAft>
              <a:buClr>
                <a:srgbClr val="191919"/>
              </a:buClr>
              <a:buSzPts val="3523"/>
              <a:buFont typeface="Times New Roman"/>
              <a:buChar char="•"/>
            </a:pPr>
            <a:r>
              <a:rPr i="0" lang="en-US" sz="3523" u="none" cap="none" strike="noStrike">
                <a:solidFill>
                  <a:srgbClr val="191919"/>
                </a:solidFill>
                <a:latin typeface="Times New Roman"/>
                <a:ea typeface="Times New Roman"/>
                <a:cs typeface="Times New Roman"/>
                <a:sym typeface="Times New Roman"/>
              </a:rPr>
              <a:t>Before you volunteer someone’s name as a reference, ask permission.</a:t>
            </a:r>
            <a:endParaRPr>
              <a:latin typeface="Times New Roman"/>
              <a:ea typeface="Times New Roman"/>
              <a:cs typeface="Times New Roman"/>
              <a:sym typeface="Times New Roman"/>
            </a:endParaRPr>
          </a:p>
          <a:p>
            <a:pPr indent="-380358" lvl="1" marL="760717" marR="0" rtl="0" algn="l">
              <a:lnSpc>
                <a:spcPct val="130002"/>
              </a:lnSpc>
              <a:spcBef>
                <a:spcPts val="0"/>
              </a:spcBef>
              <a:spcAft>
                <a:spcPts val="0"/>
              </a:spcAft>
              <a:buClr>
                <a:srgbClr val="191919"/>
              </a:buClr>
              <a:buSzPts val="3523"/>
              <a:buFont typeface="Times New Roman"/>
              <a:buChar char="•"/>
            </a:pPr>
            <a:r>
              <a:rPr i="0" lang="en-US" sz="3523" u="none" cap="none" strike="noStrike">
                <a:solidFill>
                  <a:srgbClr val="191919"/>
                </a:solidFill>
                <a:latin typeface="Times New Roman"/>
                <a:ea typeface="Times New Roman"/>
                <a:cs typeface="Times New Roman"/>
                <a:sym typeface="Times New Roman"/>
              </a:rPr>
              <a:t>Requests for recommendations and references are routine, so you can organize your inquiry using the direct approach.</a:t>
            </a:r>
            <a:endParaRPr>
              <a:latin typeface="Times New Roman"/>
              <a:ea typeface="Times New Roman"/>
              <a:cs typeface="Times New Roman"/>
              <a:sym typeface="Times New Roman"/>
            </a:endParaRPr>
          </a:p>
        </p:txBody>
      </p:sp>
      <p:sp>
        <p:nvSpPr>
          <p:cNvPr id="475" name="Google Shape;475;p16"/>
          <p:cNvSpPr txBox="1"/>
          <p:nvPr/>
        </p:nvSpPr>
        <p:spPr>
          <a:xfrm>
            <a:off x="5846733" y="452187"/>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2.2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479" name="Shape 479"/>
        <p:cNvGrpSpPr/>
        <p:nvPr/>
      </p:nvGrpSpPr>
      <p:grpSpPr>
        <a:xfrm>
          <a:off x="0" y="0"/>
          <a:ext cx="0" cy="0"/>
          <a:chOff x="0" y="0"/>
          <a:chExt cx="0" cy="0"/>
        </a:xfrm>
      </p:grpSpPr>
      <p:pic>
        <p:nvPicPr>
          <p:cNvPr id="480" name="Google Shape;480;p17"/>
          <p:cNvPicPr preferRelativeResize="0"/>
          <p:nvPr/>
        </p:nvPicPr>
        <p:blipFill rotWithShape="1">
          <a:blip r:embed="rId3">
            <a:alphaModFix/>
          </a:blip>
          <a:srcRect b="0" l="0" r="0" t="0"/>
          <a:stretch/>
        </p:blipFill>
        <p:spPr>
          <a:xfrm rot="3323013">
            <a:off x="13103259" y="-1578177"/>
            <a:ext cx="6797678" cy="5648252"/>
          </a:xfrm>
          <a:prstGeom prst="rect">
            <a:avLst/>
          </a:prstGeom>
          <a:noFill/>
          <a:ln>
            <a:noFill/>
          </a:ln>
        </p:spPr>
      </p:pic>
      <p:pic>
        <p:nvPicPr>
          <p:cNvPr id="481" name="Google Shape;481;p17"/>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482" name="Google Shape;482;p17"/>
          <p:cNvGrpSpPr/>
          <p:nvPr/>
        </p:nvGrpSpPr>
        <p:grpSpPr>
          <a:xfrm>
            <a:off x="1204299" y="556962"/>
            <a:ext cx="9114971" cy="9318730"/>
            <a:chOff x="0" y="0"/>
            <a:chExt cx="13697136" cy="14003327"/>
          </a:xfrm>
        </p:grpSpPr>
        <p:sp>
          <p:nvSpPr>
            <p:cNvPr id="483" name="Google Shape;483;p17"/>
            <p:cNvSpPr/>
            <p:nvPr/>
          </p:nvSpPr>
          <p:spPr>
            <a:xfrm>
              <a:off x="31750" y="31750"/>
              <a:ext cx="13633636" cy="13939827"/>
            </a:xfrm>
            <a:custGeom>
              <a:rect b="b" l="l" r="r" t="t"/>
              <a:pathLst>
                <a:path extrusionOk="0" h="13939827" w="13633636">
                  <a:moveTo>
                    <a:pt x="13540925" y="13939827"/>
                  </a:moveTo>
                  <a:lnTo>
                    <a:pt x="92710" y="13939827"/>
                  </a:lnTo>
                  <a:cubicBezTo>
                    <a:pt x="41910" y="13939827"/>
                    <a:pt x="0" y="13897918"/>
                    <a:pt x="0" y="13847118"/>
                  </a:cubicBezTo>
                  <a:lnTo>
                    <a:pt x="0" y="92710"/>
                  </a:lnTo>
                  <a:cubicBezTo>
                    <a:pt x="0" y="41910"/>
                    <a:pt x="41910" y="0"/>
                    <a:pt x="92710" y="0"/>
                  </a:cubicBezTo>
                  <a:lnTo>
                    <a:pt x="13539656" y="0"/>
                  </a:lnTo>
                  <a:cubicBezTo>
                    <a:pt x="13590456" y="0"/>
                    <a:pt x="13632365" y="41910"/>
                    <a:pt x="13632365" y="92710"/>
                  </a:cubicBezTo>
                  <a:lnTo>
                    <a:pt x="13632365" y="13845846"/>
                  </a:lnTo>
                  <a:cubicBezTo>
                    <a:pt x="13633636" y="13897918"/>
                    <a:pt x="13591725" y="13939827"/>
                    <a:pt x="13540925" y="1393982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7"/>
            <p:cNvSpPr/>
            <p:nvPr/>
          </p:nvSpPr>
          <p:spPr>
            <a:xfrm>
              <a:off x="0" y="0"/>
              <a:ext cx="13697136" cy="14003327"/>
            </a:xfrm>
            <a:custGeom>
              <a:rect b="b" l="l" r="r" t="t"/>
              <a:pathLst>
                <a:path extrusionOk="0" h="14003327" w="13697136">
                  <a:moveTo>
                    <a:pt x="13572675" y="59690"/>
                  </a:moveTo>
                  <a:cubicBezTo>
                    <a:pt x="13608236" y="59690"/>
                    <a:pt x="13637445" y="88900"/>
                    <a:pt x="13637445" y="124460"/>
                  </a:cubicBezTo>
                  <a:lnTo>
                    <a:pt x="13637445" y="13878868"/>
                  </a:lnTo>
                  <a:cubicBezTo>
                    <a:pt x="13637445" y="13914427"/>
                    <a:pt x="13608236" y="13943637"/>
                    <a:pt x="13572675" y="13943637"/>
                  </a:cubicBezTo>
                  <a:lnTo>
                    <a:pt x="124460" y="13943637"/>
                  </a:lnTo>
                  <a:cubicBezTo>
                    <a:pt x="88900" y="13943637"/>
                    <a:pt x="59690" y="13914427"/>
                    <a:pt x="59690" y="13878868"/>
                  </a:cubicBezTo>
                  <a:lnTo>
                    <a:pt x="59690" y="124460"/>
                  </a:lnTo>
                  <a:cubicBezTo>
                    <a:pt x="59690" y="88900"/>
                    <a:pt x="88900" y="59690"/>
                    <a:pt x="124460" y="59690"/>
                  </a:cubicBezTo>
                  <a:lnTo>
                    <a:pt x="13572675" y="59690"/>
                  </a:lnTo>
                  <a:moveTo>
                    <a:pt x="13572675" y="0"/>
                  </a:moveTo>
                  <a:lnTo>
                    <a:pt x="124460" y="0"/>
                  </a:lnTo>
                  <a:cubicBezTo>
                    <a:pt x="55880" y="0"/>
                    <a:pt x="0" y="55880"/>
                    <a:pt x="0" y="124460"/>
                  </a:cubicBezTo>
                  <a:lnTo>
                    <a:pt x="0" y="13878868"/>
                  </a:lnTo>
                  <a:cubicBezTo>
                    <a:pt x="0" y="13947448"/>
                    <a:pt x="55880" y="14003327"/>
                    <a:pt x="124460" y="14003327"/>
                  </a:cubicBezTo>
                  <a:lnTo>
                    <a:pt x="13572675" y="14003327"/>
                  </a:lnTo>
                  <a:cubicBezTo>
                    <a:pt x="13641256" y="14003327"/>
                    <a:pt x="13697136" y="13947448"/>
                    <a:pt x="13697136" y="13878868"/>
                  </a:cubicBezTo>
                  <a:lnTo>
                    <a:pt x="13697136" y="124460"/>
                  </a:lnTo>
                  <a:cubicBezTo>
                    <a:pt x="13697136" y="55880"/>
                    <a:pt x="13641256" y="0"/>
                    <a:pt x="13572675"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 name="Google Shape;485;p17"/>
          <p:cNvGrpSpPr/>
          <p:nvPr/>
        </p:nvGrpSpPr>
        <p:grpSpPr>
          <a:xfrm>
            <a:off x="1204299" y="138280"/>
            <a:ext cx="9114971" cy="1041805"/>
            <a:chOff x="0" y="0"/>
            <a:chExt cx="13697136" cy="1565529"/>
          </a:xfrm>
        </p:grpSpPr>
        <p:sp>
          <p:nvSpPr>
            <p:cNvPr id="486" name="Google Shape;486;p17"/>
            <p:cNvSpPr/>
            <p:nvPr/>
          </p:nvSpPr>
          <p:spPr>
            <a:xfrm>
              <a:off x="31750" y="31750"/>
              <a:ext cx="13633636" cy="1502029"/>
            </a:xfrm>
            <a:custGeom>
              <a:rect b="b" l="l" r="r" t="t"/>
              <a:pathLst>
                <a:path extrusionOk="0" h="1502029" w="13633636">
                  <a:moveTo>
                    <a:pt x="13540925" y="1502029"/>
                  </a:moveTo>
                  <a:lnTo>
                    <a:pt x="92710" y="1502029"/>
                  </a:lnTo>
                  <a:cubicBezTo>
                    <a:pt x="41910" y="1502029"/>
                    <a:pt x="0" y="1460119"/>
                    <a:pt x="0" y="1409319"/>
                  </a:cubicBezTo>
                  <a:lnTo>
                    <a:pt x="0" y="92710"/>
                  </a:lnTo>
                  <a:cubicBezTo>
                    <a:pt x="0" y="41910"/>
                    <a:pt x="41910" y="0"/>
                    <a:pt x="92710" y="0"/>
                  </a:cubicBezTo>
                  <a:lnTo>
                    <a:pt x="13539656" y="0"/>
                  </a:lnTo>
                  <a:cubicBezTo>
                    <a:pt x="13590456" y="0"/>
                    <a:pt x="13632365" y="41910"/>
                    <a:pt x="13632365" y="92710"/>
                  </a:cubicBezTo>
                  <a:lnTo>
                    <a:pt x="13632365" y="1408049"/>
                  </a:lnTo>
                  <a:cubicBezTo>
                    <a:pt x="13633636" y="1460119"/>
                    <a:pt x="13591725" y="1502029"/>
                    <a:pt x="13540925"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7"/>
            <p:cNvSpPr/>
            <p:nvPr/>
          </p:nvSpPr>
          <p:spPr>
            <a:xfrm>
              <a:off x="0" y="0"/>
              <a:ext cx="13697136" cy="1565529"/>
            </a:xfrm>
            <a:custGeom>
              <a:rect b="b" l="l" r="r" t="t"/>
              <a:pathLst>
                <a:path extrusionOk="0" h="1565529" w="13697136">
                  <a:moveTo>
                    <a:pt x="13572675" y="59690"/>
                  </a:moveTo>
                  <a:cubicBezTo>
                    <a:pt x="13608236" y="59690"/>
                    <a:pt x="13637445" y="88900"/>
                    <a:pt x="13637445" y="124460"/>
                  </a:cubicBezTo>
                  <a:lnTo>
                    <a:pt x="13637445" y="1441069"/>
                  </a:lnTo>
                  <a:cubicBezTo>
                    <a:pt x="13637445" y="1476629"/>
                    <a:pt x="13608236" y="1505839"/>
                    <a:pt x="13572675" y="1505839"/>
                  </a:cubicBezTo>
                  <a:lnTo>
                    <a:pt x="124460" y="1505839"/>
                  </a:lnTo>
                  <a:cubicBezTo>
                    <a:pt x="88900" y="1505839"/>
                    <a:pt x="59690" y="1476629"/>
                    <a:pt x="59690" y="1441069"/>
                  </a:cubicBezTo>
                  <a:lnTo>
                    <a:pt x="59690" y="124460"/>
                  </a:lnTo>
                  <a:cubicBezTo>
                    <a:pt x="59690" y="88900"/>
                    <a:pt x="88900" y="59690"/>
                    <a:pt x="124460" y="59690"/>
                  </a:cubicBezTo>
                  <a:lnTo>
                    <a:pt x="13572675" y="59690"/>
                  </a:lnTo>
                  <a:moveTo>
                    <a:pt x="13572675" y="0"/>
                  </a:moveTo>
                  <a:lnTo>
                    <a:pt x="124460" y="0"/>
                  </a:lnTo>
                  <a:cubicBezTo>
                    <a:pt x="55880" y="0"/>
                    <a:pt x="0" y="55880"/>
                    <a:pt x="0" y="124460"/>
                  </a:cubicBezTo>
                  <a:lnTo>
                    <a:pt x="0" y="1441069"/>
                  </a:lnTo>
                  <a:cubicBezTo>
                    <a:pt x="0" y="1509649"/>
                    <a:pt x="55880" y="1565529"/>
                    <a:pt x="124460" y="1565529"/>
                  </a:cubicBezTo>
                  <a:lnTo>
                    <a:pt x="13572675" y="1565529"/>
                  </a:lnTo>
                  <a:cubicBezTo>
                    <a:pt x="13641256" y="1565529"/>
                    <a:pt x="13697136" y="1509649"/>
                    <a:pt x="13697136" y="1441069"/>
                  </a:cubicBezTo>
                  <a:lnTo>
                    <a:pt x="13697136" y="124460"/>
                  </a:lnTo>
                  <a:cubicBezTo>
                    <a:pt x="13697136" y="55880"/>
                    <a:pt x="13641256" y="0"/>
                    <a:pt x="13572675"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88" name="Google Shape;488;p17"/>
          <p:cNvPicPr preferRelativeResize="0"/>
          <p:nvPr/>
        </p:nvPicPr>
        <p:blipFill rotWithShape="1">
          <a:blip r:embed="rId5">
            <a:alphaModFix/>
          </a:blip>
          <a:srcRect b="0" l="0" r="0" t="0"/>
          <a:stretch/>
        </p:blipFill>
        <p:spPr>
          <a:xfrm>
            <a:off x="1940409" y="622827"/>
            <a:ext cx="405873" cy="405873"/>
          </a:xfrm>
          <a:prstGeom prst="rect">
            <a:avLst/>
          </a:prstGeom>
          <a:noFill/>
          <a:ln>
            <a:noFill/>
          </a:ln>
        </p:spPr>
      </p:pic>
      <p:pic>
        <p:nvPicPr>
          <p:cNvPr id="489" name="Google Shape;489;p17"/>
          <p:cNvPicPr preferRelativeResize="0"/>
          <p:nvPr/>
        </p:nvPicPr>
        <p:blipFill rotWithShape="1">
          <a:blip r:embed="rId6">
            <a:alphaModFix/>
          </a:blip>
          <a:srcRect b="0" l="0" r="0" t="0"/>
          <a:stretch/>
        </p:blipFill>
        <p:spPr>
          <a:xfrm>
            <a:off x="2737099" y="622827"/>
            <a:ext cx="405873" cy="405873"/>
          </a:xfrm>
          <a:prstGeom prst="rect">
            <a:avLst/>
          </a:prstGeom>
          <a:noFill/>
          <a:ln>
            <a:noFill/>
          </a:ln>
        </p:spPr>
      </p:pic>
      <p:pic>
        <p:nvPicPr>
          <p:cNvPr id="490" name="Google Shape;490;p17"/>
          <p:cNvPicPr preferRelativeResize="0"/>
          <p:nvPr/>
        </p:nvPicPr>
        <p:blipFill rotWithShape="1">
          <a:blip r:embed="rId7">
            <a:alphaModFix/>
          </a:blip>
          <a:srcRect b="0" l="0" r="0" t="0"/>
          <a:stretch/>
        </p:blipFill>
        <p:spPr>
          <a:xfrm>
            <a:off x="3533498" y="659182"/>
            <a:ext cx="405873" cy="405873"/>
          </a:xfrm>
          <a:prstGeom prst="rect">
            <a:avLst/>
          </a:prstGeom>
          <a:noFill/>
          <a:ln>
            <a:noFill/>
          </a:ln>
        </p:spPr>
      </p:pic>
      <p:grpSp>
        <p:nvGrpSpPr>
          <p:cNvPr id="491" name="Google Shape;491;p17"/>
          <p:cNvGrpSpPr/>
          <p:nvPr/>
        </p:nvGrpSpPr>
        <p:grpSpPr>
          <a:xfrm>
            <a:off x="11637341" y="2501848"/>
            <a:ext cx="5090875" cy="720606"/>
            <a:chOff x="0" y="0"/>
            <a:chExt cx="7650097" cy="1082860"/>
          </a:xfrm>
        </p:grpSpPr>
        <p:sp>
          <p:nvSpPr>
            <p:cNvPr id="492" name="Google Shape;492;p17"/>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7"/>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4" name="Google Shape;494;p17"/>
          <p:cNvGrpSpPr/>
          <p:nvPr/>
        </p:nvGrpSpPr>
        <p:grpSpPr>
          <a:xfrm>
            <a:off x="11637341" y="3158150"/>
            <a:ext cx="5090875" cy="6100150"/>
            <a:chOff x="0" y="0"/>
            <a:chExt cx="3632200" cy="4352290"/>
          </a:xfrm>
        </p:grpSpPr>
        <p:sp>
          <p:nvSpPr>
            <p:cNvPr id="495" name="Google Shape;495;p17"/>
            <p:cNvSpPr/>
            <p:nvPr/>
          </p:nvSpPr>
          <p:spPr>
            <a:xfrm>
              <a:off x="15240" y="15240"/>
              <a:ext cx="3600450" cy="4320540"/>
            </a:xfrm>
            <a:custGeom>
              <a:rect b="b" l="l" r="r" t="t"/>
              <a:pathLst>
                <a:path extrusionOk="0" h="4320540" w="3600450">
                  <a:moveTo>
                    <a:pt x="0" y="0"/>
                  </a:moveTo>
                  <a:lnTo>
                    <a:pt x="3600450" y="0"/>
                  </a:lnTo>
                  <a:lnTo>
                    <a:pt x="3600450" y="4320540"/>
                  </a:lnTo>
                  <a:lnTo>
                    <a:pt x="0" y="4320540"/>
                  </a:lnTo>
                  <a:close/>
                </a:path>
              </a:pathLst>
            </a:custGeom>
            <a:blipFill rotWithShape="1">
              <a:blip r:embed="rId8">
                <a:alphaModFix/>
              </a:blip>
              <a:stretch>
                <a:fillRect b="0" l="-45728" r="-78828" t="-24909"/>
              </a:stretch>
            </a:blipFill>
            <a:ln>
              <a:noFill/>
            </a:ln>
          </p:spPr>
        </p:sp>
        <p:sp>
          <p:nvSpPr>
            <p:cNvPr id="496" name="Google Shape;496;p17"/>
            <p:cNvSpPr/>
            <p:nvPr/>
          </p:nvSpPr>
          <p:spPr>
            <a:xfrm>
              <a:off x="0" y="0"/>
              <a:ext cx="3632200" cy="4352290"/>
            </a:xfrm>
            <a:custGeom>
              <a:rect b="b" l="l" r="r" t="t"/>
              <a:pathLst>
                <a:path extrusionOk="0" h="4352290" w="3632200">
                  <a:moveTo>
                    <a:pt x="3632200" y="4352290"/>
                  </a:moveTo>
                  <a:lnTo>
                    <a:pt x="0" y="4352290"/>
                  </a:lnTo>
                  <a:lnTo>
                    <a:pt x="0" y="0"/>
                  </a:lnTo>
                  <a:lnTo>
                    <a:pt x="3632200" y="0"/>
                  </a:lnTo>
                  <a:lnTo>
                    <a:pt x="3632200" y="4352290"/>
                  </a:lnTo>
                  <a:close/>
                  <a:moveTo>
                    <a:pt x="31750" y="4320540"/>
                  </a:moveTo>
                  <a:lnTo>
                    <a:pt x="3600450" y="4320540"/>
                  </a:lnTo>
                  <a:lnTo>
                    <a:pt x="3600450" y="31750"/>
                  </a:lnTo>
                  <a:lnTo>
                    <a:pt x="31750" y="31750"/>
                  </a:lnTo>
                  <a:lnTo>
                    <a:pt x="31750" y="4320540"/>
                  </a:lnTo>
                  <a:close/>
                </a:path>
              </a:pathLst>
            </a:custGeom>
            <a:solidFill>
              <a:srgbClr val="191919"/>
            </a:solidFill>
            <a:ln>
              <a:noFill/>
            </a:ln>
          </p:spPr>
        </p:sp>
      </p:grpSp>
      <p:pic>
        <p:nvPicPr>
          <p:cNvPr id="497" name="Google Shape;497;p17"/>
          <p:cNvPicPr preferRelativeResize="0"/>
          <p:nvPr/>
        </p:nvPicPr>
        <p:blipFill rotWithShape="1">
          <a:blip r:embed="rId5">
            <a:alphaModFix/>
          </a:blip>
          <a:srcRect b="0" l="0" r="0" t="0"/>
          <a:stretch/>
        </p:blipFill>
        <p:spPr>
          <a:xfrm>
            <a:off x="11943116" y="2700632"/>
            <a:ext cx="303989" cy="303989"/>
          </a:xfrm>
          <a:prstGeom prst="rect">
            <a:avLst/>
          </a:prstGeom>
          <a:noFill/>
          <a:ln>
            <a:noFill/>
          </a:ln>
        </p:spPr>
      </p:pic>
      <p:pic>
        <p:nvPicPr>
          <p:cNvPr id="498" name="Google Shape;498;p17"/>
          <p:cNvPicPr preferRelativeResize="0"/>
          <p:nvPr/>
        </p:nvPicPr>
        <p:blipFill rotWithShape="1">
          <a:blip r:embed="rId6">
            <a:alphaModFix/>
          </a:blip>
          <a:srcRect b="0" l="0" r="0" t="0"/>
          <a:stretch/>
        </p:blipFill>
        <p:spPr>
          <a:xfrm>
            <a:off x="12446915" y="2700632"/>
            <a:ext cx="303989" cy="303989"/>
          </a:xfrm>
          <a:prstGeom prst="rect">
            <a:avLst/>
          </a:prstGeom>
          <a:noFill/>
          <a:ln>
            <a:noFill/>
          </a:ln>
        </p:spPr>
      </p:pic>
      <p:pic>
        <p:nvPicPr>
          <p:cNvPr id="499" name="Google Shape;499;p17"/>
          <p:cNvPicPr preferRelativeResize="0"/>
          <p:nvPr/>
        </p:nvPicPr>
        <p:blipFill rotWithShape="1">
          <a:blip r:embed="rId7">
            <a:alphaModFix/>
          </a:blip>
          <a:srcRect b="0" l="0" r="0" t="0"/>
          <a:stretch/>
        </p:blipFill>
        <p:spPr>
          <a:xfrm>
            <a:off x="12950715" y="2700632"/>
            <a:ext cx="303989" cy="303989"/>
          </a:xfrm>
          <a:prstGeom prst="rect">
            <a:avLst/>
          </a:prstGeom>
          <a:noFill/>
          <a:ln>
            <a:noFill/>
          </a:ln>
        </p:spPr>
      </p:pic>
      <p:pic>
        <p:nvPicPr>
          <p:cNvPr id="500" name="Google Shape;500;p17"/>
          <p:cNvPicPr preferRelativeResize="0"/>
          <p:nvPr/>
        </p:nvPicPr>
        <p:blipFill rotWithShape="1">
          <a:blip r:embed="rId9">
            <a:alphaModFix/>
          </a:blip>
          <a:srcRect b="0" l="33729" r="0" t="0"/>
          <a:stretch/>
        </p:blipFill>
        <p:spPr>
          <a:xfrm>
            <a:off x="8907326" y="2300309"/>
            <a:ext cx="3035790" cy="704312"/>
          </a:xfrm>
          <a:prstGeom prst="rect">
            <a:avLst/>
          </a:prstGeom>
          <a:noFill/>
          <a:ln>
            <a:noFill/>
          </a:ln>
        </p:spPr>
      </p:pic>
      <p:pic>
        <p:nvPicPr>
          <p:cNvPr id="501" name="Google Shape;501;p17"/>
          <p:cNvPicPr preferRelativeResize="0"/>
          <p:nvPr/>
        </p:nvPicPr>
        <p:blipFill rotWithShape="1">
          <a:blip r:embed="rId10">
            <a:alphaModFix/>
          </a:blip>
          <a:srcRect b="0" l="0" r="0" t="0"/>
          <a:stretch/>
        </p:blipFill>
        <p:spPr>
          <a:xfrm>
            <a:off x="10519294" y="7620199"/>
            <a:ext cx="2236095" cy="1825467"/>
          </a:xfrm>
          <a:prstGeom prst="rect">
            <a:avLst/>
          </a:prstGeom>
          <a:noFill/>
          <a:ln>
            <a:noFill/>
          </a:ln>
        </p:spPr>
      </p:pic>
      <p:sp>
        <p:nvSpPr>
          <p:cNvPr id="502" name="Google Shape;502;p17"/>
          <p:cNvSpPr txBox="1"/>
          <p:nvPr/>
        </p:nvSpPr>
        <p:spPr>
          <a:xfrm>
            <a:off x="1304246" y="1406780"/>
            <a:ext cx="8221800" cy="12315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5000" u="none" cap="none" strike="noStrike">
                <a:solidFill>
                  <a:srgbClr val="191919"/>
                </a:solidFill>
                <a:latin typeface="Times New Roman"/>
                <a:ea typeface="Times New Roman"/>
                <a:cs typeface="Times New Roman"/>
                <a:sym typeface="Times New Roman"/>
              </a:rPr>
              <a:t>ASKING FOR RECOMMENDATIONS</a:t>
            </a:r>
            <a:endParaRPr b="1" sz="1200">
              <a:latin typeface="Times New Roman"/>
              <a:ea typeface="Times New Roman"/>
              <a:cs typeface="Times New Roman"/>
              <a:sym typeface="Times New Roman"/>
            </a:endParaRPr>
          </a:p>
        </p:txBody>
      </p:sp>
      <p:sp>
        <p:nvSpPr>
          <p:cNvPr id="503" name="Google Shape;503;p17"/>
          <p:cNvSpPr txBox="1"/>
          <p:nvPr/>
        </p:nvSpPr>
        <p:spPr>
          <a:xfrm>
            <a:off x="1304246" y="2999336"/>
            <a:ext cx="8796600" cy="6514500"/>
          </a:xfrm>
          <a:prstGeom prst="rect">
            <a:avLst/>
          </a:prstGeom>
          <a:noFill/>
          <a:ln>
            <a:noFill/>
          </a:ln>
        </p:spPr>
        <p:txBody>
          <a:bodyPr anchorCtr="0" anchor="t" bIns="0" lIns="0" spcFirstLastPara="1" rIns="0" wrap="square" tIns="0">
            <a:spAutoFit/>
          </a:bodyPr>
          <a:lstStyle/>
          <a:p>
            <a:pPr indent="-326385" lvl="1" marL="652770" marR="0" rtl="0" algn="l">
              <a:lnSpc>
                <a:spcPct val="130003"/>
              </a:lnSpc>
              <a:spcBef>
                <a:spcPts val="0"/>
              </a:spcBef>
              <a:spcAft>
                <a:spcPts val="0"/>
              </a:spcAft>
              <a:buClr>
                <a:srgbClr val="191919"/>
              </a:buClr>
              <a:buSzPts val="3023"/>
              <a:buFont typeface="Times New Roman"/>
              <a:buChar char="•"/>
            </a:pPr>
            <a:r>
              <a:rPr i="0" lang="en-US" sz="3023" u="none" cap="none" strike="noStrike">
                <a:solidFill>
                  <a:srgbClr val="191919"/>
                </a:solidFill>
                <a:latin typeface="Times New Roman"/>
                <a:ea typeface="Times New Roman"/>
                <a:cs typeface="Times New Roman"/>
                <a:sym typeface="Times New Roman"/>
              </a:rPr>
              <a:t>Open your message by clearly stating why the recommendation is required (if it’s not for a job, be sure to explain its purpose)</a:t>
            </a:r>
            <a:endParaRPr>
              <a:latin typeface="Times New Roman"/>
              <a:ea typeface="Times New Roman"/>
              <a:cs typeface="Times New Roman"/>
              <a:sym typeface="Times New Roman"/>
            </a:endParaRPr>
          </a:p>
          <a:p>
            <a:pPr indent="-326385" lvl="1" marL="652770" marR="0" rtl="0" algn="l">
              <a:lnSpc>
                <a:spcPct val="130003"/>
              </a:lnSpc>
              <a:spcBef>
                <a:spcPts val="0"/>
              </a:spcBef>
              <a:spcAft>
                <a:spcPts val="0"/>
              </a:spcAft>
              <a:buClr>
                <a:srgbClr val="191919"/>
              </a:buClr>
              <a:buSzPts val="3023"/>
              <a:buFont typeface="Times New Roman"/>
              <a:buChar char="•"/>
            </a:pPr>
            <a:r>
              <a:rPr i="0" lang="en-US" sz="3023" u="none" cap="none" strike="noStrike">
                <a:solidFill>
                  <a:srgbClr val="191919"/>
                </a:solidFill>
                <a:latin typeface="Times New Roman"/>
                <a:ea typeface="Times New Roman"/>
                <a:cs typeface="Times New Roman"/>
                <a:sym typeface="Times New Roman"/>
              </a:rPr>
              <a:t>Refresh the memory of any potential reference you haven’t been in touch with for a while.</a:t>
            </a:r>
            <a:endParaRPr>
              <a:latin typeface="Times New Roman"/>
              <a:ea typeface="Times New Roman"/>
              <a:cs typeface="Times New Roman"/>
              <a:sym typeface="Times New Roman"/>
            </a:endParaRPr>
          </a:p>
          <a:p>
            <a:pPr indent="-326385" lvl="1" marL="652770" marR="0" rtl="0" algn="l">
              <a:lnSpc>
                <a:spcPct val="130003"/>
              </a:lnSpc>
              <a:spcBef>
                <a:spcPts val="0"/>
              </a:spcBef>
              <a:spcAft>
                <a:spcPts val="0"/>
              </a:spcAft>
              <a:buClr>
                <a:srgbClr val="191919"/>
              </a:buClr>
              <a:buSzPts val="3023"/>
              <a:buFont typeface="Times New Roman"/>
              <a:buChar char="•"/>
            </a:pPr>
            <a:r>
              <a:rPr i="0" lang="en-US" sz="3023" u="none" cap="none" strike="noStrike">
                <a:solidFill>
                  <a:srgbClr val="191919"/>
                </a:solidFill>
                <a:latin typeface="Times New Roman"/>
                <a:ea typeface="Times New Roman"/>
                <a:cs typeface="Times New Roman"/>
                <a:sym typeface="Times New Roman"/>
              </a:rPr>
              <a:t>Close your message with an expression of appreciation and the full name and address (email or physical address) of the person to whom the message should be sent.</a:t>
            </a:r>
            <a:endParaRPr>
              <a:latin typeface="Times New Roman"/>
              <a:ea typeface="Times New Roman"/>
              <a:cs typeface="Times New Roman"/>
              <a:sym typeface="Times New Roman"/>
            </a:endParaRPr>
          </a:p>
          <a:p>
            <a:pPr indent="-326385" lvl="1" marL="652770" marR="0" rtl="0" algn="l">
              <a:lnSpc>
                <a:spcPct val="130003"/>
              </a:lnSpc>
              <a:spcBef>
                <a:spcPts val="0"/>
              </a:spcBef>
              <a:spcAft>
                <a:spcPts val="0"/>
              </a:spcAft>
              <a:buClr>
                <a:srgbClr val="191919"/>
              </a:buClr>
              <a:buSzPts val="3023"/>
              <a:buFont typeface="Times New Roman"/>
              <a:buChar char="•"/>
            </a:pPr>
            <a:r>
              <a:rPr i="0" lang="en-US" sz="3023" u="none" cap="none" strike="noStrike">
                <a:solidFill>
                  <a:srgbClr val="191919"/>
                </a:solidFill>
                <a:latin typeface="Times New Roman"/>
                <a:ea typeface="Times New Roman"/>
                <a:cs typeface="Times New Roman"/>
                <a:sym typeface="Times New Roman"/>
              </a:rPr>
              <a:t>When asking for an immediate recommendation, you should also mention the deadline.</a:t>
            </a:r>
            <a:endParaRPr>
              <a:latin typeface="Times New Roman"/>
              <a:ea typeface="Times New Roman"/>
              <a:cs typeface="Times New Roman"/>
              <a:sym typeface="Times New Roman"/>
            </a:endParaRPr>
          </a:p>
        </p:txBody>
      </p:sp>
      <p:sp>
        <p:nvSpPr>
          <p:cNvPr id="504" name="Google Shape;504;p17"/>
          <p:cNvSpPr txBox="1"/>
          <p:nvPr/>
        </p:nvSpPr>
        <p:spPr>
          <a:xfrm>
            <a:off x="5846733" y="452187"/>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2.2</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508" name="Shape 508"/>
        <p:cNvGrpSpPr/>
        <p:nvPr/>
      </p:nvGrpSpPr>
      <p:grpSpPr>
        <a:xfrm>
          <a:off x="0" y="0"/>
          <a:ext cx="0" cy="0"/>
          <a:chOff x="0" y="0"/>
          <a:chExt cx="0" cy="0"/>
        </a:xfrm>
      </p:grpSpPr>
      <p:pic>
        <p:nvPicPr>
          <p:cNvPr id="509" name="Google Shape;509;p18"/>
          <p:cNvPicPr preferRelativeResize="0"/>
          <p:nvPr/>
        </p:nvPicPr>
        <p:blipFill rotWithShape="1">
          <a:blip r:embed="rId3">
            <a:alphaModFix/>
          </a:blip>
          <a:srcRect b="0" l="4120" r="4384" t="7526"/>
          <a:stretch/>
        </p:blipFill>
        <p:spPr>
          <a:xfrm>
            <a:off x="1028700" y="94552"/>
            <a:ext cx="15239179" cy="1009789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513" name="Shape 513"/>
        <p:cNvGrpSpPr/>
        <p:nvPr/>
      </p:nvGrpSpPr>
      <p:grpSpPr>
        <a:xfrm>
          <a:off x="0" y="0"/>
          <a:ext cx="0" cy="0"/>
          <a:chOff x="0" y="0"/>
          <a:chExt cx="0" cy="0"/>
        </a:xfrm>
      </p:grpSpPr>
      <p:pic>
        <p:nvPicPr>
          <p:cNvPr id="514" name="Google Shape;514;p19"/>
          <p:cNvPicPr preferRelativeResize="0"/>
          <p:nvPr/>
        </p:nvPicPr>
        <p:blipFill rotWithShape="1">
          <a:blip r:embed="rId3">
            <a:alphaModFix/>
          </a:blip>
          <a:srcRect b="0" l="0" r="0" t="0"/>
          <a:stretch/>
        </p:blipFill>
        <p:spPr>
          <a:xfrm rot="3323013">
            <a:off x="13103259" y="-1578177"/>
            <a:ext cx="6797678" cy="5648252"/>
          </a:xfrm>
          <a:prstGeom prst="rect">
            <a:avLst/>
          </a:prstGeom>
          <a:noFill/>
          <a:ln>
            <a:noFill/>
          </a:ln>
        </p:spPr>
      </p:pic>
      <p:pic>
        <p:nvPicPr>
          <p:cNvPr id="515" name="Google Shape;515;p19"/>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516" name="Google Shape;516;p19"/>
          <p:cNvGrpSpPr/>
          <p:nvPr/>
        </p:nvGrpSpPr>
        <p:grpSpPr>
          <a:xfrm>
            <a:off x="1028700" y="1708069"/>
            <a:ext cx="8785744" cy="8068787"/>
            <a:chOff x="0" y="0"/>
            <a:chExt cx="13202405" cy="12125027"/>
          </a:xfrm>
        </p:grpSpPr>
        <p:sp>
          <p:nvSpPr>
            <p:cNvPr id="517" name="Google Shape;517;p19"/>
            <p:cNvSpPr/>
            <p:nvPr/>
          </p:nvSpPr>
          <p:spPr>
            <a:xfrm>
              <a:off x="31750" y="31750"/>
              <a:ext cx="13138905" cy="12061527"/>
            </a:xfrm>
            <a:custGeom>
              <a:rect b="b" l="l" r="r" t="t"/>
              <a:pathLst>
                <a:path extrusionOk="0" h="12061527" w="13138905">
                  <a:moveTo>
                    <a:pt x="13046194" y="12061527"/>
                  </a:moveTo>
                  <a:lnTo>
                    <a:pt x="92710" y="12061527"/>
                  </a:lnTo>
                  <a:cubicBezTo>
                    <a:pt x="41910" y="12061527"/>
                    <a:pt x="0" y="12019617"/>
                    <a:pt x="0" y="11968817"/>
                  </a:cubicBezTo>
                  <a:lnTo>
                    <a:pt x="0" y="92710"/>
                  </a:lnTo>
                  <a:cubicBezTo>
                    <a:pt x="0" y="41910"/>
                    <a:pt x="41910" y="0"/>
                    <a:pt x="92710" y="0"/>
                  </a:cubicBezTo>
                  <a:lnTo>
                    <a:pt x="13044925" y="0"/>
                  </a:lnTo>
                  <a:cubicBezTo>
                    <a:pt x="13095725" y="0"/>
                    <a:pt x="13137635" y="41910"/>
                    <a:pt x="13137635" y="92710"/>
                  </a:cubicBezTo>
                  <a:lnTo>
                    <a:pt x="13137635" y="11967546"/>
                  </a:lnTo>
                  <a:cubicBezTo>
                    <a:pt x="13138905" y="12019617"/>
                    <a:pt x="13096994" y="12061527"/>
                    <a:pt x="13046194" y="1206152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9"/>
            <p:cNvSpPr/>
            <p:nvPr/>
          </p:nvSpPr>
          <p:spPr>
            <a:xfrm>
              <a:off x="0" y="0"/>
              <a:ext cx="13202405" cy="12125027"/>
            </a:xfrm>
            <a:custGeom>
              <a:rect b="b" l="l" r="r" t="t"/>
              <a:pathLst>
                <a:path extrusionOk="0" h="12125027" w="13202405">
                  <a:moveTo>
                    <a:pt x="13077944" y="59690"/>
                  </a:moveTo>
                  <a:cubicBezTo>
                    <a:pt x="13113505" y="59690"/>
                    <a:pt x="13142714" y="88900"/>
                    <a:pt x="13142714" y="124460"/>
                  </a:cubicBezTo>
                  <a:lnTo>
                    <a:pt x="13142714" y="12000567"/>
                  </a:lnTo>
                  <a:cubicBezTo>
                    <a:pt x="13142714" y="12036127"/>
                    <a:pt x="13113505" y="12065336"/>
                    <a:pt x="13077944" y="12065336"/>
                  </a:cubicBezTo>
                  <a:lnTo>
                    <a:pt x="124460" y="12065336"/>
                  </a:lnTo>
                  <a:cubicBezTo>
                    <a:pt x="88900" y="12065336"/>
                    <a:pt x="59690" y="12036127"/>
                    <a:pt x="59690" y="12000567"/>
                  </a:cubicBezTo>
                  <a:lnTo>
                    <a:pt x="59690" y="124460"/>
                  </a:lnTo>
                  <a:cubicBezTo>
                    <a:pt x="59690" y="88900"/>
                    <a:pt x="88900" y="59690"/>
                    <a:pt x="124460" y="59690"/>
                  </a:cubicBezTo>
                  <a:lnTo>
                    <a:pt x="13077944" y="59690"/>
                  </a:lnTo>
                  <a:moveTo>
                    <a:pt x="13077944" y="0"/>
                  </a:moveTo>
                  <a:lnTo>
                    <a:pt x="124460" y="0"/>
                  </a:lnTo>
                  <a:cubicBezTo>
                    <a:pt x="55880" y="0"/>
                    <a:pt x="0" y="55880"/>
                    <a:pt x="0" y="124460"/>
                  </a:cubicBezTo>
                  <a:lnTo>
                    <a:pt x="0" y="12000567"/>
                  </a:lnTo>
                  <a:cubicBezTo>
                    <a:pt x="0" y="12069146"/>
                    <a:pt x="55880" y="12125027"/>
                    <a:pt x="124460" y="12125027"/>
                  </a:cubicBezTo>
                  <a:lnTo>
                    <a:pt x="13077944" y="12125027"/>
                  </a:lnTo>
                  <a:cubicBezTo>
                    <a:pt x="13146525" y="12125027"/>
                    <a:pt x="13202405" y="12069146"/>
                    <a:pt x="13202405" y="12000567"/>
                  </a:cubicBezTo>
                  <a:lnTo>
                    <a:pt x="13202405" y="124460"/>
                  </a:lnTo>
                  <a:cubicBezTo>
                    <a:pt x="13202405" y="55880"/>
                    <a:pt x="13146525" y="0"/>
                    <a:pt x="1307794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 name="Google Shape;519;p19"/>
          <p:cNvGrpSpPr/>
          <p:nvPr/>
        </p:nvGrpSpPr>
        <p:grpSpPr>
          <a:xfrm>
            <a:off x="1028700" y="924750"/>
            <a:ext cx="8785744" cy="1041805"/>
            <a:chOff x="0" y="0"/>
            <a:chExt cx="13202405" cy="1565529"/>
          </a:xfrm>
        </p:grpSpPr>
        <p:sp>
          <p:nvSpPr>
            <p:cNvPr id="520" name="Google Shape;520;p19"/>
            <p:cNvSpPr/>
            <p:nvPr/>
          </p:nvSpPr>
          <p:spPr>
            <a:xfrm>
              <a:off x="31750" y="31750"/>
              <a:ext cx="13138905" cy="1502029"/>
            </a:xfrm>
            <a:custGeom>
              <a:rect b="b" l="l" r="r" t="t"/>
              <a:pathLst>
                <a:path extrusionOk="0" h="1502029" w="13138905">
                  <a:moveTo>
                    <a:pt x="13046194" y="1502029"/>
                  </a:moveTo>
                  <a:lnTo>
                    <a:pt x="92710" y="1502029"/>
                  </a:lnTo>
                  <a:cubicBezTo>
                    <a:pt x="41910" y="1502029"/>
                    <a:pt x="0" y="1460119"/>
                    <a:pt x="0" y="1409319"/>
                  </a:cubicBezTo>
                  <a:lnTo>
                    <a:pt x="0" y="92710"/>
                  </a:lnTo>
                  <a:cubicBezTo>
                    <a:pt x="0" y="41910"/>
                    <a:pt x="41910" y="0"/>
                    <a:pt x="92710" y="0"/>
                  </a:cubicBezTo>
                  <a:lnTo>
                    <a:pt x="13044925" y="0"/>
                  </a:lnTo>
                  <a:cubicBezTo>
                    <a:pt x="13095725" y="0"/>
                    <a:pt x="13137635" y="41910"/>
                    <a:pt x="13137635" y="92710"/>
                  </a:cubicBezTo>
                  <a:lnTo>
                    <a:pt x="13137635" y="1408049"/>
                  </a:lnTo>
                  <a:cubicBezTo>
                    <a:pt x="13138905" y="1460119"/>
                    <a:pt x="13096994" y="1502029"/>
                    <a:pt x="13046194"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9"/>
            <p:cNvSpPr/>
            <p:nvPr/>
          </p:nvSpPr>
          <p:spPr>
            <a:xfrm>
              <a:off x="0" y="0"/>
              <a:ext cx="13202405" cy="1565529"/>
            </a:xfrm>
            <a:custGeom>
              <a:rect b="b" l="l" r="r" t="t"/>
              <a:pathLst>
                <a:path extrusionOk="0" h="1565529" w="13202405">
                  <a:moveTo>
                    <a:pt x="13077944" y="59690"/>
                  </a:moveTo>
                  <a:cubicBezTo>
                    <a:pt x="13113505" y="59690"/>
                    <a:pt x="13142714" y="88900"/>
                    <a:pt x="13142714" y="124460"/>
                  </a:cubicBezTo>
                  <a:lnTo>
                    <a:pt x="13142714" y="1441069"/>
                  </a:lnTo>
                  <a:cubicBezTo>
                    <a:pt x="13142714" y="1476629"/>
                    <a:pt x="13113505" y="1505839"/>
                    <a:pt x="13077944" y="1505839"/>
                  </a:cubicBezTo>
                  <a:lnTo>
                    <a:pt x="124460" y="1505839"/>
                  </a:lnTo>
                  <a:cubicBezTo>
                    <a:pt x="88900" y="1505839"/>
                    <a:pt x="59690" y="1476629"/>
                    <a:pt x="59690" y="1441069"/>
                  </a:cubicBezTo>
                  <a:lnTo>
                    <a:pt x="59690" y="124460"/>
                  </a:lnTo>
                  <a:cubicBezTo>
                    <a:pt x="59690" y="88900"/>
                    <a:pt x="88900" y="59690"/>
                    <a:pt x="124460" y="59690"/>
                  </a:cubicBezTo>
                  <a:lnTo>
                    <a:pt x="13077944" y="59690"/>
                  </a:lnTo>
                  <a:moveTo>
                    <a:pt x="13077944" y="0"/>
                  </a:moveTo>
                  <a:lnTo>
                    <a:pt x="124460" y="0"/>
                  </a:lnTo>
                  <a:cubicBezTo>
                    <a:pt x="55880" y="0"/>
                    <a:pt x="0" y="55880"/>
                    <a:pt x="0" y="124460"/>
                  </a:cubicBezTo>
                  <a:lnTo>
                    <a:pt x="0" y="1441069"/>
                  </a:lnTo>
                  <a:cubicBezTo>
                    <a:pt x="0" y="1509649"/>
                    <a:pt x="55880" y="1565529"/>
                    <a:pt x="124460" y="1565529"/>
                  </a:cubicBezTo>
                  <a:lnTo>
                    <a:pt x="13077944" y="1565529"/>
                  </a:lnTo>
                  <a:cubicBezTo>
                    <a:pt x="13146525" y="1565529"/>
                    <a:pt x="13202405" y="1509649"/>
                    <a:pt x="13202405" y="1441069"/>
                  </a:cubicBezTo>
                  <a:lnTo>
                    <a:pt x="13202405" y="124460"/>
                  </a:lnTo>
                  <a:cubicBezTo>
                    <a:pt x="13202405" y="55880"/>
                    <a:pt x="13146525" y="0"/>
                    <a:pt x="1307794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22" name="Google Shape;522;p19"/>
          <p:cNvPicPr preferRelativeResize="0"/>
          <p:nvPr/>
        </p:nvPicPr>
        <p:blipFill rotWithShape="1">
          <a:blip r:embed="rId5">
            <a:alphaModFix/>
          </a:blip>
          <a:srcRect b="0" l="0" r="0" t="0"/>
          <a:stretch/>
        </p:blipFill>
        <p:spPr>
          <a:xfrm>
            <a:off x="2088317" y="1245949"/>
            <a:ext cx="405873" cy="405873"/>
          </a:xfrm>
          <a:prstGeom prst="rect">
            <a:avLst/>
          </a:prstGeom>
          <a:noFill/>
          <a:ln>
            <a:noFill/>
          </a:ln>
        </p:spPr>
      </p:pic>
      <p:pic>
        <p:nvPicPr>
          <p:cNvPr id="523" name="Google Shape;523;p19"/>
          <p:cNvPicPr preferRelativeResize="0"/>
          <p:nvPr/>
        </p:nvPicPr>
        <p:blipFill rotWithShape="1">
          <a:blip r:embed="rId6">
            <a:alphaModFix/>
          </a:blip>
          <a:srcRect b="0" l="0" r="0" t="0"/>
          <a:stretch/>
        </p:blipFill>
        <p:spPr>
          <a:xfrm>
            <a:off x="2760968" y="1245949"/>
            <a:ext cx="405873" cy="405873"/>
          </a:xfrm>
          <a:prstGeom prst="rect">
            <a:avLst/>
          </a:prstGeom>
          <a:noFill/>
          <a:ln>
            <a:noFill/>
          </a:ln>
        </p:spPr>
      </p:pic>
      <p:pic>
        <p:nvPicPr>
          <p:cNvPr id="524" name="Google Shape;524;p19"/>
          <p:cNvPicPr preferRelativeResize="0"/>
          <p:nvPr/>
        </p:nvPicPr>
        <p:blipFill rotWithShape="1">
          <a:blip r:embed="rId7">
            <a:alphaModFix/>
          </a:blip>
          <a:srcRect b="0" l="0" r="0" t="0"/>
          <a:stretch/>
        </p:blipFill>
        <p:spPr>
          <a:xfrm>
            <a:off x="3433618" y="1245949"/>
            <a:ext cx="405873" cy="405873"/>
          </a:xfrm>
          <a:prstGeom prst="rect">
            <a:avLst/>
          </a:prstGeom>
          <a:noFill/>
          <a:ln>
            <a:noFill/>
          </a:ln>
        </p:spPr>
      </p:pic>
      <p:grpSp>
        <p:nvGrpSpPr>
          <p:cNvPr id="525" name="Google Shape;525;p19"/>
          <p:cNvGrpSpPr/>
          <p:nvPr/>
        </p:nvGrpSpPr>
        <p:grpSpPr>
          <a:xfrm>
            <a:off x="11637341" y="2501848"/>
            <a:ext cx="5090875" cy="720606"/>
            <a:chOff x="0" y="0"/>
            <a:chExt cx="7650097" cy="1082860"/>
          </a:xfrm>
        </p:grpSpPr>
        <p:sp>
          <p:nvSpPr>
            <p:cNvPr id="526" name="Google Shape;526;p19"/>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9"/>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 name="Google Shape;528;p19"/>
          <p:cNvGrpSpPr/>
          <p:nvPr/>
        </p:nvGrpSpPr>
        <p:grpSpPr>
          <a:xfrm>
            <a:off x="11637341" y="3158150"/>
            <a:ext cx="5090875" cy="6100150"/>
            <a:chOff x="0" y="0"/>
            <a:chExt cx="3632200" cy="4352290"/>
          </a:xfrm>
        </p:grpSpPr>
        <p:sp>
          <p:nvSpPr>
            <p:cNvPr id="529" name="Google Shape;529;p19"/>
            <p:cNvSpPr/>
            <p:nvPr/>
          </p:nvSpPr>
          <p:spPr>
            <a:xfrm>
              <a:off x="15240" y="15240"/>
              <a:ext cx="3600450" cy="4320540"/>
            </a:xfrm>
            <a:custGeom>
              <a:rect b="b" l="l" r="r" t="t"/>
              <a:pathLst>
                <a:path extrusionOk="0" h="4320540" w="3600450">
                  <a:moveTo>
                    <a:pt x="0" y="0"/>
                  </a:moveTo>
                  <a:lnTo>
                    <a:pt x="3600450" y="0"/>
                  </a:lnTo>
                  <a:lnTo>
                    <a:pt x="3600450" y="4320540"/>
                  </a:lnTo>
                  <a:lnTo>
                    <a:pt x="0" y="4320540"/>
                  </a:lnTo>
                  <a:close/>
                </a:path>
              </a:pathLst>
            </a:custGeom>
            <a:blipFill rotWithShape="1">
              <a:blip r:embed="rId8">
                <a:alphaModFix/>
              </a:blip>
              <a:stretch>
                <a:fillRect b="0" l="-45728" r="-78828" t="-24909"/>
              </a:stretch>
            </a:blipFill>
            <a:ln>
              <a:noFill/>
            </a:ln>
          </p:spPr>
        </p:sp>
        <p:sp>
          <p:nvSpPr>
            <p:cNvPr id="530" name="Google Shape;530;p19"/>
            <p:cNvSpPr/>
            <p:nvPr/>
          </p:nvSpPr>
          <p:spPr>
            <a:xfrm>
              <a:off x="0" y="0"/>
              <a:ext cx="3632200" cy="4352290"/>
            </a:xfrm>
            <a:custGeom>
              <a:rect b="b" l="l" r="r" t="t"/>
              <a:pathLst>
                <a:path extrusionOk="0" h="4352290" w="3632200">
                  <a:moveTo>
                    <a:pt x="3632200" y="4352290"/>
                  </a:moveTo>
                  <a:lnTo>
                    <a:pt x="0" y="4352290"/>
                  </a:lnTo>
                  <a:lnTo>
                    <a:pt x="0" y="0"/>
                  </a:lnTo>
                  <a:lnTo>
                    <a:pt x="3632200" y="0"/>
                  </a:lnTo>
                  <a:lnTo>
                    <a:pt x="3632200" y="4352290"/>
                  </a:lnTo>
                  <a:close/>
                  <a:moveTo>
                    <a:pt x="31750" y="4320540"/>
                  </a:moveTo>
                  <a:lnTo>
                    <a:pt x="3600450" y="4320540"/>
                  </a:lnTo>
                  <a:lnTo>
                    <a:pt x="3600450" y="31750"/>
                  </a:lnTo>
                  <a:lnTo>
                    <a:pt x="31750" y="31750"/>
                  </a:lnTo>
                  <a:lnTo>
                    <a:pt x="31750" y="4320540"/>
                  </a:lnTo>
                  <a:close/>
                </a:path>
              </a:pathLst>
            </a:custGeom>
            <a:solidFill>
              <a:srgbClr val="191919"/>
            </a:solidFill>
            <a:ln>
              <a:noFill/>
            </a:ln>
          </p:spPr>
        </p:sp>
      </p:grpSp>
      <p:pic>
        <p:nvPicPr>
          <p:cNvPr id="531" name="Google Shape;531;p19"/>
          <p:cNvPicPr preferRelativeResize="0"/>
          <p:nvPr/>
        </p:nvPicPr>
        <p:blipFill rotWithShape="1">
          <a:blip r:embed="rId5">
            <a:alphaModFix/>
          </a:blip>
          <a:srcRect b="0" l="0" r="0" t="0"/>
          <a:stretch/>
        </p:blipFill>
        <p:spPr>
          <a:xfrm>
            <a:off x="11943116" y="2700632"/>
            <a:ext cx="303989" cy="303989"/>
          </a:xfrm>
          <a:prstGeom prst="rect">
            <a:avLst/>
          </a:prstGeom>
          <a:noFill/>
          <a:ln>
            <a:noFill/>
          </a:ln>
        </p:spPr>
      </p:pic>
      <p:pic>
        <p:nvPicPr>
          <p:cNvPr id="532" name="Google Shape;532;p19"/>
          <p:cNvPicPr preferRelativeResize="0"/>
          <p:nvPr/>
        </p:nvPicPr>
        <p:blipFill rotWithShape="1">
          <a:blip r:embed="rId6">
            <a:alphaModFix/>
          </a:blip>
          <a:srcRect b="0" l="0" r="0" t="0"/>
          <a:stretch/>
        </p:blipFill>
        <p:spPr>
          <a:xfrm>
            <a:off x="12446915" y="2700632"/>
            <a:ext cx="303989" cy="303989"/>
          </a:xfrm>
          <a:prstGeom prst="rect">
            <a:avLst/>
          </a:prstGeom>
          <a:noFill/>
          <a:ln>
            <a:noFill/>
          </a:ln>
        </p:spPr>
      </p:pic>
      <p:pic>
        <p:nvPicPr>
          <p:cNvPr id="533" name="Google Shape;533;p19"/>
          <p:cNvPicPr preferRelativeResize="0"/>
          <p:nvPr/>
        </p:nvPicPr>
        <p:blipFill rotWithShape="1">
          <a:blip r:embed="rId7">
            <a:alphaModFix/>
          </a:blip>
          <a:srcRect b="0" l="0" r="0" t="0"/>
          <a:stretch/>
        </p:blipFill>
        <p:spPr>
          <a:xfrm>
            <a:off x="12950715" y="2700632"/>
            <a:ext cx="303989" cy="303989"/>
          </a:xfrm>
          <a:prstGeom prst="rect">
            <a:avLst/>
          </a:prstGeom>
          <a:noFill/>
          <a:ln>
            <a:noFill/>
          </a:ln>
        </p:spPr>
      </p:pic>
      <p:pic>
        <p:nvPicPr>
          <p:cNvPr id="534" name="Google Shape;534;p19"/>
          <p:cNvPicPr preferRelativeResize="0"/>
          <p:nvPr/>
        </p:nvPicPr>
        <p:blipFill rotWithShape="1">
          <a:blip r:embed="rId9">
            <a:alphaModFix/>
          </a:blip>
          <a:srcRect b="0" l="33729" r="0" t="0"/>
          <a:stretch/>
        </p:blipFill>
        <p:spPr>
          <a:xfrm>
            <a:off x="9059321" y="3487193"/>
            <a:ext cx="3035790" cy="704312"/>
          </a:xfrm>
          <a:prstGeom prst="rect">
            <a:avLst/>
          </a:prstGeom>
          <a:noFill/>
          <a:ln>
            <a:noFill/>
          </a:ln>
        </p:spPr>
      </p:pic>
      <p:pic>
        <p:nvPicPr>
          <p:cNvPr id="535" name="Google Shape;535;p19"/>
          <p:cNvPicPr preferRelativeResize="0"/>
          <p:nvPr/>
        </p:nvPicPr>
        <p:blipFill rotWithShape="1">
          <a:blip r:embed="rId10">
            <a:alphaModFix/>
          </a:blip>
          <a:srcRect b="0" l="0" r="0" t="0"/>
          <a:stretch/>
        </p:blipFill>
        <p:spPr>
          <a:xfrm>
            <a:off x="10519294" y="7620199"/>
            <a:ext cx="2236095" cy="1825467"/>
          </a:xfrm>
          <a:prstGeom prst="rect">
            <a:avLst/>
          </a:prstGeom>
          <a:noFill/>
          <a:ln>
            <a:noFill/>
          </a:ln>
        </p:spPr>
      </p:pic>
      <p:sp>
        <p:nvSpPr>
          <p:cNvPr id="536" name="Google Shape;536;p19"/>
          <p:cNvSpPr txBox="1"/>
          <p:nvPr/>
        </p:nvSpPr>
        <p:spPr>
          <a:xfrm>
            <a:off x="1415312" y="2199845"/>
            <a:ext cx="8198100" cy="16254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4400" u="none" cap="none" strike="noStrike">
                <a:solidFill>
                  <a:srgbClr val="191919"/>
                </a:solidFill>
                <a:latin typeface="Times New Roman"/>
                <a:ea typeface="Times New Roman"/>
                <a:cs typeface="Times New Roman"/>
                <a:sym typeface="Times New Roman"/>
              </a:rPr>
              <a:t>MAKING CLAIMS &amp; REQUESTING FOR ADJUSTMENTS</a:t>
            </a:r>
            <a:endParaRPr b="1" sz="1100">
              <a:latin typeface="Times New Roman"/>
              <a:ea typeface="Times New Roman"/>
              <a:cs typeface="Times New Roman"/>
              <a:sym typeface="Times New Roman"/>
            </a:endParaRPr>
          </a:p>
        </p:txBody>
      </p:sp>
      <p:sp>
        <p:nvSpPr>
          <p:cNvPr id="537" name="Google Shape;537;p19"/>
          <p:cNvSpPr txBox="1"/>
          <p:nvPr/>
        </p:nvSpPr>
        <p:spPr>
          <a:xfrm>
            <a:off x="1415312" y="4127513"/>
            <a:ext cx="7872000" cy="4483200"/>
          </a:xfrm>
          <a:prstGeom prst="rect">
            <a:avLst/>
          </a:prstGeom>
          <a:noFill/>
          <a:ln>
            <a:noFill/>
          </a:ln>
        </p:spPr>
        <p:txBody>
          <a:bodyPr anchorCtr="0" anchor="t" bIns="0" lIns="0" spcFirstLastPara="1" rIns="0" wrap="square" tIns="0">
            <a:spAutoFit/>
          </a:bodyPr>
          <a:lstStyle/>
          <a:p>
            <a:pPr indent="0" lvl="0" marL="0" marR="0" rtl="0" algn="l">
              <a:lnSpc>
                <a:spcPct val="129993"/>
              </a:lnSpc>
              <a:spcBef>
                <a:spcPts val="0"/>
              </a:spcBef>
              <a:spcAft>
                <a:spcPts val="0"/>
              </a:spcAft>
              <a:buNone/>
            </a:pPr>
            <a:r>
              <a:rPr i="0" lang="en-US" sz="2884" u="none" cap="none" strike="noStrike">
                <a:solidFill>
                  <a:srgbClr val="191919"/>
                </a:solidFill>
                <a:latin typeface="Times New Roman"/>
                <a:ea typeface="Times New Roman"/>
                <a:cs typeface="Times New Roman"/>
                <a:sym typeface="Times New Roman"/>
              </a:rPr>
              <a:t>When writing a claim or requesting an adjustment:</a:t>
            </a:r>
            <a:endParaRPr>
              <a:latin typeface="Times New Roman"/>
              <a:ea typeface="Times New Roman"/>
              <a:cs typeface="Times New Roman"/>
              <a:sym typeface="Times New Roman"/>
            </a:endParaRPr>
          </a:p>
          <a:p>
            <a:pPr indent="0" lvl="0" marL="0" marR="0" rtl="0" algn="l">
              <a:lnSpc>
                <a:spcPct val="129993"/>
              </a:lnSpc>
              <a:spcBef>
                <a:spcPts val="0"/>
              </a:spcBef>
              <a:spcAft>
                <a:spcPts val="0"/>
              </a:spcAft>
              <a:buNone/>
            </a:pPr>
            <a:r>
              <a:rPr i="0" lang="en-US" sz="2884" u="none" cap="none" strike="noStrike">
                <a:solidFill>
                  <a:srgbClr val="191919"/>
                </a:solidFill>
                <a:latin typeface="Times New Roman"/>
                <a:ea typeface="Times New Roman"/>
                <a:cs typeface="Times New Roman"/>
                <a:sym typeface="Times New Roman"/>
              </a:rPr>
              <a:t>• Explain the problem and give</a:t>
            </a:r>
            <a:endParaRPr>
              <a:latin typeface="Times New Roman"/>
              <a:ea typeface="Times New Roman"/>
              <a:cs typeface="Times New Roman"/>
              <a:sym typeface="Times New Roman"/>
            </a:endParaRPr>
          </a:p>
          <a:p>
            <a:pPr indent="0" lvl="0" marL="0" marR="0" rtl="0" algn="l">
              <a:lnSpc>
                <a:spcPct val="129993"/>
              </a:lnSpc>
              <a:spcBef>
                <a:spcPts val="0"/>
              </a:spcBef>
              <a:spcAft>
                <a:spcPts val="0"/>
              </a:spcAft>
              <a:buNone/>
            </a:pPr>
            <a:r>
              <a:rPr i="0" lang="en-US" sz="2884" u="none" cap="none" strike="noStrike">
                <a:solidFill>
                  <a:srgbClr val="191919"/>
                </a:solidFill>
                <a:latin typeface="Times New Roman"/>
                <a:ea typeface="Times New Roman"/>
                <a:cs typeface="Times New Roman"/>
                <a:sym typeface="Times New Roman"/>
              </a:rPr>
              <a:t>details</a:t>
            </a:r>
            <a:endParaRPr>
              <a:latin typeface="Times New Roman"/>
              <a:ea typeface="Times New Roman"/>
              <a:cs typeface="Times New Roman"/>
              <a:sym typeface="Times New Roman"/>
            </a:endParaRPr>
          </a:p>
          <a:p>
            <a:pPr indent="0" lvl="0" marL="0" marR="0" rtl="0" algn="l">
              <a:lnSpc>
                <a:spcPct val="129993"/>
              </a:lnSpc>
              <a:spcBef>
                <a:spcPts val="0"/>
              </a:spcBef>
              <a:spcAft>
                <a:spcPts val="0"/>
              </a:spcAft>
              <a:buNone/>
            </a:pPr>
            <a:r>
              <a:rPr i="0" lang="en-US" sz="2884" u="none" cap="none" strike="noStrike">
                <a:solidFill>
                  <a:srgbClr val="191919"/>
                </a:solidFill>
                <a:latin typeface="Times New Roman"/>
                <a:ea typeface="Times New Roman"/>
                <a:cs typeface="Times New Roman"/>
                <a:sym typeface="Times New Roman"/>
              </a:rPr>
              <a:t>• Provide backup information (any information the recipient needs to verify your complaint.)</a:t>
            </a:r>
            <a:endParaRPr>
              <a:latin typeface="Times New Roman"/>
              <a:ea typeface="Times New Roman"/>
              <a:cs typeface="Times New Roman"/>
              <a:sym typeface="Times New Roman"/>
            </a:endParaRPr>
          </a:p>
          <a:p>
            <a:pPr indent="0" lvl="0" marL="0" marR="0" rtl="0" algn="l">
              <a:lnSpc>
                <a:spcPct val="129993"/>
              </a:lnSpc>
              <a:spcBef>
                <a:spcPts val="0"/>
              </a:spcBef>
              <a:spcAft>
                <a:spcPts val="0"/>
              </a:spcAft>
              <a:buNone/>
            </a:pPr>
            <a:r>
              <a:rPr i="0" lang="en-US" sz="2884" u="none" cap="none" strike="noStrike">
                <a:solidFill>
                  <a:srgbClr val="191919"/>
                </a:solidFill>
                <a:latin typeface="Times New Roman"/>
                <a:ea typeface="Times New Roman"/>
                <a:cs typeface="Times New Roman"/>
                <a:sym typeface="Times New Roman"/>
              </a:rPr>
              <a:t>• Request specific action (politely request specific action or</a:t>
            </a:r>
            <a:endParaRPr>
              <a:latin typeface="Times New Roman"/>
              <a:ea typeface="Times New Roman"/>
              <a:cs typeface="Times New Roman"/>
              <a:sym typeface="Times New Roman"/>
            </a:endParaRPr>
          </a:p>
          <a:p>
            <a:pPr indent="0" lvl="0" marL="0" marR="0" rtl="0" algn="l">
              <a:lnSpc>
                <a:spcPct val="129993"/>
              </a:lnSpc>
              <a:spcBef>
                <a:spcPts val="0"/>
              </a:spcBef>
              <a:spcAft>
                <a:spcPts val="0"/>
              </a:spcAft>
              <a:buNone/>
            </a:pPr>
            <a:r>
              <a:rPr i="0" lang="en-US" sz="2884" u="none" cap="none" strike="noStrike">
                <a:solidFill>
                  <a:srgbClr val="191919"/>
                </a:solidFill>
                <a:latin typeface="Times New Roman"/>
                <a:ea typeface="Times New Roman"/>
                <a:cs typeface="Times New Roman"/>
                <a:sym typeface="Times New Roman"/>
              </a:rPr>
              <a:t>convey a sincere desire to find a solution.)</a:t>
            </a:r>
            <a:endParaRPr>
              <a:latin typeface="Times New Roman"/>
              <a:ea typeface="Times New Roman"/>
              <a:cs typeface="Times New Roman"/>
              <a:sym typeface="Times New Roman"/>
            </a:endParaRPr>
          </a:p>
        </p:txBody>
      </p:sp>
      <p:sp>
        <p:nvSpPr>
          <p:cNvPr id="538" name="Google Shape;538;p19"/>
          <p:cNvSpPr txBox="1"/>
          <p:nvPr/>
        </p:nvSpPr>
        <p:spPr>
          <a:xfrm>
            <a:off x="6050389" y="1075310"/>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2.3</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542" name="Shape 542"/>
        <p:cNvGrpSpPr/>
        <p:nvPr/>
      </p:nvGrpSpPr>
      <p:grpSpPr>
        <a:xfrm>
          <a:off x="0" y="0"/>
          <a:ext cx="0" cy="0"/>
          <a:chOff x="0" y="0"/>
          <a:chExt cx="0" cy="0"/>
        </a:xfrm>
      </p:grpSpPr>
      <p:pic>
        <p:nvPicPr>
          <p:cNvPr id="543" name="Google Shape;543;p20"/>
          <p:cNvPicPr preferRelativeResize="0"/>
          <p:nvPr/>
        </p:nvPicPr>
        <p:blipFill rotWithShape="1">
          <a:blip r:embed="rId3">
            <a:alphaModFix/>
          </a:blip>
          <a:srcRect b="0" l="0" r="0" t="0"/>
          <a:stretch/>
        </p:blipFill>
        <p:spPr>
          <a:xfrm rot="3323013">
            <a:off x="13103259" y="-1578177"/>
            <a:ext cx="6797678" cy="5648252"/>
          </a:xfrm>
          <a:prstGeom prst="rect">
            <a:avLst/>
          </a:prstGeom>
          <a:noFill/>
          <a:ln>
            <a:noFill/>
          </a:ln>
        </p:spPr>
      </p:pic>
      <p:pic>
        <p:nvPicPr>
          <p:cNvPr id="544" name="Google Shape;544;p20"/>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545" name="Google Shape;545;p20"/>
          <p:cNvGrpSpPr/>
          <p:nvPr/>
        </p:nvGrpSpPr>
        <p:grpSpPr>
          <a:xfrm>
            <a:off x="1028700" y="1708069"/>
            <a:ext cx="8785744" cy="8068787"/>
            <a:chOff x="0" y="0"/>
            <a:chExt cx="13202405" cy="12125027"/>
          </a:xfrm>
        </p:grpSpPr>
        <p:sp>
          <p:nvSpPr>
            <p:cNvPr id="546" name="Google Shape;546;p20"/>
            <p:cNvSpPr/>
            <p:nvPr/>
          </p:nvSpPr>
          <p:spPr>
            <a:xfrm>
              <a:off x="31750" y="31750"/>
              <a:ext cx="13138905" cy="12061527"/>
            </a:xfrm>
            <a:custGeom>
              <a:rect b="b" l="l" r="r" t="t"/>
              <a:pathLst>
                <a:path extrusionOk="0" h="12061527" w="13138905">
                  <a:moveTo>
                    <a:pt x="13046194" y="12061527"/>
                  </a:moveTo>
                  <a:lnTo>
                    <a:pt x="92710" y="12061527"/>
                  </a:lnTo>
                  <a:cubicBezTo>
                    <a:pt x="41910" y="12061527"/>
                    <a:pt x="0" y="12019617"/>
                    <a:pt x="0" y="11968817"/>
                  </a:cubicBezTo>
                  <a:lnTo>
                    <a:pt x="0" y="92710"/>
                  </a:lnTo>
                  <a:cubicBezTo>
                    <a:pt x="0" y="41910"/>
                    <a:pt x="41910" y="0"/>
                    <a:pt x="92710" y="0"/>
                  </a:cubicBezTo>
                  <a:lnTo>
                    <a:pt x="13044925" y="0"/>
                  </a:lnTo>
                  <a:cubicBezTo>
                    <a:pt x="13095725" y="0"/>
                    <a:pt x="13137635" y="41910"/>
                    <a:pt x="13137635" y="92710"/>
                  </a:cubicBezTo>
                  <a:lnTo>
                    <a:pt x="13137635" y="11967546"/>
                  </a:lnTo>
                  <a:cubicBezTo>
                    <a:pt x="13138905" y="12019617"/>
                    <a:pt x="13096994" y="12061527"/>
                    <a:pt x="13046194" y="1206152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0"/>
            <p:cNvSpPr/>
            <p:nvPr/>
          </p:nvSpPr>
          <p:spPr>
            <a:xfrm>
              <a:off x="0" y="0"/>
              <a:ext cx="13202405" cy="12125027"/>
            </a:xfrm>
            <a:custGeom>
              <a:rect b="b" l="l" r="r" t="t"/>
              <a:pathLst>
                <a:path extrusionOk="0" h="12125027" w="13202405">
                  <a:moveTo>
                    <a:pt x="13077944" y="59690"/>
                  </a:moveTo>
                  <a:cubicBezTo>
                    <a:pt x="13113505" y="59690"/>
                    <a:pt x="13142714" y="88900"/>
                    <a:pt x="13142714" y="124460"/>
                  </a:cubicBezTo>
                  <a:lnTo>
                    <a:pt x="13142714" y="12000567"/>
                  </a:lnTo>
                  <a:cubicBezTo>
                    <a:pt x="13142714" y="12036127"/>
                    <a:pt x="13113505" y="12065336"/>
                    <a:pt x="13077944" y="12065336"/>
                  </a:cubicBezTo>
                  <a:lnTo>
                    <a:pt x="124460" y="12065336"/>
                  </a:lnTo>
                  <a:cubicBezTo>
                    <a:pt x="88900" y="12065336"/>
                    <a:pt x="59690" y="12036127"/>
                    <a:pt x="59690" y="12000567"/>
                  </a:cubicBezTo>
                  <a:lnTo>
                    <a:pt x="59690" y="124460"/>
                  </a:lnTo>
                  <a:cubicBezTo>
                    <a:pt x="59690" y="88900"/>
                    <a:pt x="88900" y="59690"/>
                    <a:pt x="124460" y="59690"/>
                  </a:cubicBezTo>
                  <a:lnTo>
                    <a:pt x="13077944" y="59690"/>
                  </a:lnTo>
                  <a:moveTo>
                    <a:pt x="13077944" y="0"/>
                  </a:moveTo>
                  <a:lnTo>
                    <a:pt x="124460" y="0"/>
                  </a:lnTo>
                  <a:cubicBezTo>
                    <a:pt x="55880" y="0"/>
                    <a:pt x="0" y="55880"/>
                    <a:pt x="0" y="124460"/>
                  </a:cubicBezTo>
                  <a:lnTo>
                    <a:pt x="0" y="12000567"/>
                  </a:lnTo>
                  <a:cubicBezTo>
                    <a:pt x="0" y="12069146"/>
                    <a:pt x="55880" y="12125027"/>
                    <a:pt x="124460" y="12125027"/>
                  </a:cubicBezTo>
                  <a:lnTo>
                    <a:pt x="13077944" y="12125027"/>
                  </a:lnTo>
                  <a:cubicBezTo>
                    <a:pt x="13146525" y="12125027"/>
                    <a:pt x="13202405" y="12069146"/>
                    <a:pt x="13202405" y="12000567"/>
                  </a:cubicBezTo>
                  <a:lnTo>
                    <a:pt x="13202405" y="124460"/>
                  </a:lnTo>
                  <a:cubicBezTo>
                    <a:pt x="13202405" y="55880"/>
                    <a:pt x="13146525" y="0"/>
                    <a:pt x="1307794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 name="Google Shape;548;p20"/>
          <p:cNvGrpSpPr/>
          <p:nvPr/>
        </p:nvGrpSpPr>
        <p:grpSpPr>
          <a:xfrm>
            <a:off x="1028700" y="924750"/>
            <a:ext cx="8785744" cy="1041805"/>
            <a:chOff x="0" y="0"/>
            <a:chExt cx="13202405" cy="1565529"/>
          </a:xfrm>
        </p:grpSpPr>
        <p:sp>
          <p:nvSpPr>
            <p:cNvPr id="549" name="Google Shape;549;p20"/>
            <p:cNvSpPr/>
            <p:nvPr/>
          </p:nvSpPr>
          <p:spPr>
            <a:xfrm>
              <a:off x="31750" y="31750"/>
              <a:ext cx="13138905" cy="1502029"/>
            </a:xfrm>
            <a:custGeom>
              <a:rect b="b" l="l" r="r" t="t"/>
              <a:pathLst>
                <a:path extrusionOk="0" h="1502029" w="13138905">
                  <a:moveTo>
                    <a:pt x="13046194" y="1502029"/>
                  </a:moveTo>
                  <a:lnTo>
                    <a:pt x="92710" y="1502029"/>
                  </a:lnTo>
                  <a:cubicBezTo>
                    <a:pt x="41910" y="1502029"/>
                    <a:pt x="0" y="1460119"/>
                    <a:pt x="0" y="1409319"/>
                  </a:cubicBezTo>
                  <a:lnTo>
                    <a:pt x="0" y="92710"/>
                  </a:lnTo>
                  <a:cubicBezTo>
                    <a:pt x="0" y="41910"/>
                    <a:pt x="41910" y="0"/>
                    <a:pt x="92710" y="0"/>
                  </a:cubicBezTo>
                  <a:lnTo>
                    <a:pt x="13044925" y="0"/>
                  </a:lnTo>
                  <a:cubicBezTo>
                    <a:pt x="13095725" y="0"/>
                    <a:pt x="13137635" y="41910"/>
                    <a:pt x="13137635" y="92710"/>
                  </a:cubicBezTo>
                  <a:lnTo>
                    <a:pt x="13137635" y="1408049"/>
                  </a:lnTo>
                  <a:cubicBezTo>
                    <a:pt x="13138905" y="1460119"/>
                    <a:pt x="13096994" y="1502029"/>
                    <a:pt x="13046194"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0"/>
            <p:cNvSpPr/>
            <p:nvPr/>
          </p:nvSpPr>
          <p:spPr>
            <a:xfrm>
              <a:off x="0" y="0"/>
              <a:ext cx="13202405" cy="1565529"/>
            </a:xfrm>
            <a:custGeom>
              <a:rect b="b" l="l" r="r" t="t"/>
              <a:pathLst>
                <a:path extrusionOk="0" h="1565529" w="13202405">
                  <a:moveTo>
                    <a:pt x="13077944" y="59690"/>
                  </a:moveTo>
                  <a:cubicBezTo>
                    <a:pt x="13113505" y="59690"/>
                    <a:pt x="13142714" y="88900"/>
                    <a:pt x="13142714" y="124460"/>
                  </a:cubicBezTo>
                  <a:lnTo>
                    <a:pt x="13142714" y="1441069"/>
                  </a:lnTo>
                  <a:cubicBezTo>
                    <a:pt x="13142714" y="1476629"/>
                    <a:pt x="13113505" y="1505839"/>
                    <a:pt x="13077944" y="1505839"/>
                  </a:cubicBezTo>
                  <a:lnTo>
                    <a:pt x="124460" y="1505839"/>
                  </a:lnTo>
                  <a:cubicBezTo>
                    <a:pt x="88900" y="1505839"/>
                    <a:pt x="59690" y="1476629"/>
                    <a:pt x="59690" y="1441069"/>
                  </a:cubicBezTo>
                  <a:lnTo>
                    <a:pt x="59690" y="124460"/>
                  </a:lnTo>
                  <a:cubicBezTo>
                    <a:pt x="59690" y="88900"/>
                    <a:pt x="88900" y="59690"/>
                    <a:pt x="124460" y="59690"/>
                  </a:cubicBezTo>
                  <a:lnTo>
                    <a:pt x="13077944" y="59690"/>
                  </a:lnTo>
                  <a:moveTo>
                    <a:pt x="13077944" y="0"/>
                  </a:moveTo>
                  <a:lnTo>
                    <a:pt x="124460" y="0"/>
                  </a:lnTo>
                  <a:cubicBezTo>
                    <a:pt x="55880" y="0"/>
                    <a:pt x="0" y="55880"/>
                    <a:pt x="0" y="124460"/>
                  </a:cubicBezTo>
                  <a:lnTo>
                    <a:pt x="0" y="1441069"/>
                  </a:lnTo>
                  <a:cubicBezTo>
                    <a:pt x="0" y="1509649"/>
                    <a:pt x="55880" y="1565529"/>
                    <a:pt x="124460" y="1565529"/>
                  </a:cubicBezTo>
                  <a:lnTo>
                    <a:pt x="13077944" y="1565529"/>
                  </a:lnTo>
                  <a:cubicBezTo>
                    <a:pt x="13146525" y="1565529"/>
                    <a:pt x="13202405" y="1509649"/>
                    <a:pt x="13202405" y="1441069"/>
                  </a:cubicBezTo>
                  <a:lnTo>
                    <a:pt x="13202405" y="124460"/>
                  </a:lnTo>
                  <a:cubicBezTo>
                    <a:pt x="13202405" y="55880"/>
                    <a:pt x="13146525" y="0"/>
                    <a:pt x="1307794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51" name="Google Shape;551;p20"/>
          <p:cNvPicPr preferRelativeResize="0"/>
          <p:nvPr/>
        </p:nvPicPr>
        <p:blipFill rotWithShape="1">
          <a:blip r:embed="rId5">
            <a:alphaModFix/>
          </a:blip>
          <a:srcRect b="0" l="0" r="0" t="0"/>
          <a:stretch/>
        </p:blipFill>
        <p:spPr>
          <a:xfrm>
            <a:off x="2088317" y="1245949"/>
            <a:ext cx="405873" cy="405873"/>
          </a:xfrm>
          <a:prstGeom prst="rect">
            <a:avLst/>
          </a:prstGeom>
          <a:noFill/>
          <a:ln>
            <a:noFill/>
          </a:ln>
        </p:spPr>
      </p:pic>
      <p:pic>
        <p:nvPicPr>
          <p:cNvPr id="552" name="Google Shape;552;p20"/>
          <p:cNvPicPr preferRelativeResize="0"/>
          <p:nvPr/>
        </p:nvPicPr>
        <p:blipFill rotWithShape="1">
          <a:blip r:embed="rId6">
            <a:alphaModFix/>
          </a:blip>
          <a:srcRect b="0" l="0" r="0" t="0"/>
          <a:stretch/>
        </p:blipFill>
        <p:spPr>
          <a:xfrm>
            <a:off x="2760968" y="1245949"/>
            <a:ext cx="405873" cy="405873"/>
          </a:xfrm>
          <a:prstGeom prst="rect">
            <a:avLst/>
          </a:prstGeom>
          <a:noFill/>
          <a:ln>
            <a:noFill/>
          </a:ln>
        </p:spPr>
      </p:pic>
      <p:pic>
        <p:nvPicPr>
          <p:cNvPr id="553" name="Google Shape;553;p20"/>
          <p:cNvPicPr preferRelativeResize="0"/>
          <p:nvPr/>
        </p:nvPicPr>
        <p:blipFill rotWithShape="1">
          <a:blip r:embed="rId7">
            <a:alphaModFix/>
          </a:blip>
          <a:srcRect b="0" l="0" r="0" t="0"/>
          <a:stretch/>
        </p:blipFill>
        <p:spPr>
          <a:xfrm>
            <a:off x="3433618" y="1245949"/>
            <a:ext cx="405873" cy="405873"/>
          </a:xfrm>
          <a:prstGeom prst="rect">
            <a:avLst/>
          </a:prstGeom>
          <a:noFill/>
          <a:ln>
            <a:noFill/>
          </a:ln>
        </p:spPr>
      </p:pic>
      <p:grpSp>
        <p:nvGrpSpPr>
          <p:cNvPr id="554" name="Google Shape;554;p20"/>
          <p:cNvGrpSpPr/>
          <p:nvPr/>
        </p:nvGrpSpPr>
        <p:grpSpPr>
          <a:xfrm>
            <a:off x="11637341" y="2501848"/>
            <a:ext cx="5090875" cy="720606"/>
            <a:chOff x="0" y="0"/>
            <a:chExt cx="7650097" cy="1082860"/>
          </a:xfrm>
        </p:grpSpPr>
        <p:sp>
          <p:nvSpPr>
            <p:cNvPr id="555" name="Google Shape;555;p20"/>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0"/>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7" name="Google Shape;557;p20"/>
          <p:cNvGrpSpPr/>
          <p:nvPr/>
        </p:nvGrpSpPr>
        <p:grpSpPr>
          <a:xfrm>
            <a:off x="11637341" y="3158150"/>
            <a:ext cx="5090875" cy="6100150"/>
            <a:chOff x="0" y="0"/>
            <a:chExt cx="3632200" cy="4352290"/>
          </a:xfrm>
        </p:grpSpPr>
        <p:sp>
          <p:nvSpPr>
            <p:cNvPr id="558" name="Google Shape;558;p20"/>
            <p:cNvSpPr/>
            <p:nvPr/>
          </p:nvSpPr>
          <p:spPr>
            <a:xfrm>
              <a:off x="15240" y="15240"/>
              <a:ext cx="3600450" cy="4320540"/>
            </a:xfrm>
            <a:custGeom>
              <a:rect b="b" l="l" r="r" t="t"/>
              <a:pathLst>
                <a:path extrusionOk="0" h="4320540" w="3600450">
                  <a:moveTo>
                    <a:pt x="0" y="0"/>
                  </a:moveTo>
                  <a:lnTo>
                    <a:pt x="3600450" y="0"/>
                  </a:lnTo>
                  <a:lnTo>
                    <a:pt x="3600450" y="4320540"/>
                  </a:lnTo>
                  <a:lnTo>
                    <a:pt x="0" y="4320540"/>
                  </a:lnTo>
                  <a:close/>
                </a:path>
              </a:pathLst>
            </a:custGeom>
            <a:blipFill rotWithShape="1">
              <a:blip r:embed="rId8">
                <a:alphaModFix/>
              </a:blip>
              <a:stretch>
                <a:fillRect b="0" l="-45728" r="-78828" t="-24909"/>
              </a:stretch>
            </a:blipFill>
            <a:ln>
              <a:noFill/>
            </a:ln>
          </p:spPr>
        </p:sp>
        <p:sp>
          <p:nvSpPr>
            <p:cNvPr id="559" name="Google Shape;559;p20"/>
            <p:cNvSpPr/>
            <p:nvPr/>
          </p:nvSpPr>
          <p:spPr>
            <a:xfrm>
              <a:off x="0" y="0"/>
              <a:ext cx="3632200" cy="4352290"/>
            </a:xfrm>
            <a:custGeom>
              <a:rect b="b" l="l" r="r" t="t"/>
              <a:pathLst>
                <a:path extrusionOk="0" h="4352290" w="3632200">
                  <a:moveTo>
                    <a:pt x="3632200" y="4352290"/>
                  </a:moveTo>
                  <a:lnTo>
                    <a:pt x="0" y="4352290"/>
                  </a:lnTo>
                  <a:lnTo>
                    <a:pt x="0" y="0"/>
                  </a:lnTo>
                  <a:lnTo>
                    <a:pt x="3632200" y="0"/>
                  </a:lnTo>
                  <a:lnTo>
                    <a:pt x="3632200" y="4352290"/>
                  </a:lnTo>
                  <a:close/>
                  <a:moveTo>
                    <a:pt x="31750" y="4320540"/>
                  </a:moveTo>
                  <a:lnTo>
                    <a:pt x="3600450" y="4320540"/>
                  </a:lnTo>
                  <a:lnTo>
                    <a:pt x="3600450" y="31750"/>
                  </a:lnTo>
                  <a:lnTo>
                    <a:pt x="31750" y="31750"/>
                  </a:lnTo>
                  <a:lnTo>
                    <a:pt x="31750" y="4320540"/>
                  </a:lnTo>
                  <a:close/>
                </a:path>
              </a:pathLst>
            </a:custGeom>
            <a:solidFill>
              <a:srgbClr val="191919"/>
            </a:solidFill>
            <a:ln>
              <a:noFill/>
            </a:ln>
          </p:spPr>
        </p:sp>
      </p:grpSp>
      <p:pic>
        <p:nvPicPr>
          <p:cNvPr id="560" name="Google Shape;560;p20"/>
          <p:cNvPicPr preferRelativeResize="0"/>
          <p:nvPr/>
        </p:nvPicPr>
        <p:blipFill rotWithShape="1">
          <a:blip r:embed="rId5">
            <a:alphaModFix/>
          </a:blip>
          <a:srcRect b="0" l="0" r="0" t="0"/>
          <a:stretch/>
        </p:blipFill>
        <p:spPr>
          <a:xfrm>
            <a:off x="11943116" y="2700632"/>
            <a:ext cx="303989" cy="303989"/>
          </a:xfrm>
          <a:prstGeom prst="rect">
            <a:avLst/>
          </a:prstGeom>
          <a:noFill/>
          <a:ln>
            <a:noFill/>
          </a:ln>
        </p:spPr>
      </p:pic>
      <p:pic>
        <p:nvPicPr>
          <p:cNvPr id="561" name="Google Shape;561;p20"/>
          <p:cNvPicPr preferRelativeResize="0"/>
          <p:nvPr/>
        </p:nvPicPr>
        <p:blipFill rotWithShape="1">
          <a:blip r:embed="rId6">
            <a:alphaModFix/>
          </a:blip>
          <a:srcRect b="0" l="0" r="0" t="0"/>
          <a:stretch/>
        </p:blipFill>
        <p:spPr>
          <a:xfrm>
            <a:off x="12446915" y="2700632"/>
            <a:ext cx="303989" cy="303989"/>
          </a:xfrm>
          <a:prstGeom prst="rect">
            <a:avLst/>
          </a:prstGeom>
          <a:noFill/>
          <a:ln>
            <a:noFill/>
          </a:ln>
        </p:spPr>
      </p:pic>
      <p:pic>
        <p:nvPicPr>
          <p:cNvPr id="562" name="Google Shape;562;p20"/>
          <p:cNvPicPr preferRelativeResize="0"/>
          <p:nvPr/>
        </p:nvPicPr>
        <p:blipFill rotWithShape="1">
          <a:blip r:embed="rId7">
            <a:alphaModFix/>
          </a:blip>
          <a:srcRect b="0" l="0" r="0" t="0"/>
          <a:stretch/>
        </p:blipFill>
        <p:spPr>
          <a:xfrm>
            <a:off x="12950715" y="2700632"/>
            <a:ext cx="303989" cy="303989"/>
          </a:xfrm>
          <a:prstGeom prst="rect">
            <a:avLst/>
          </a:prstGeom>
          <a:noFill/>
          <a:ln>
            <a:noFill/>
          </a:ln>
        </p:spPr>
      </p:pic>
      <p:pic>
        <p:nvPicPr>
          <p:cNvPr id="563" name="Google Shape;563;p20"/>
          <p:cNvPicPr preferRelativeResize="0"/>
          <p:nvPr/>
        </p:nvPicPr>
        <p:blipFill rotWithShape="1">
          <a:blip r:embed="rId9">
            <a:alphaModFix/>
          </a:blip>
          <a:srcRect b="0" l="33729" r="0" t="0"/>
          <a:stretch/>
        </p:blipFill>
        <p:spPr>
          <a:xfrm>
            <a:off x="9059321" y="3487193"/>
            <a:ext cx="3035790" cy="704312"/>
          </a:xfrm>
          <a:prstGeom prst="rect">
            <a:avLst/>
          </a:prstGeom>
          <a:noFill/>
          <a:ln>
            <a:noFill/>
          </a:ln>
        </p:spPr>
      </p:pic>
      <p:pic>
        <p:nvPicPr>
          <p:cNvPr id="564" name="Google Shape;564;p20"/>
          <p:cNvPicPr preferRelativeResize="0"/>
          <p:nvPr/>
        </p:nvPicPr>
        <p:blipFill rotWithShape="1">
          <a:blip r:embed="rId10">
            <a:alphaModFix/>
          </a:blip>
          <a:srcRect b="0" l="0" r="0" t="0"/>
          <a:stretch/>
        </p:blipFill>
        <p:spPr>
          <a:xfrm>
            <a:off x="10519294" y="7620199"/>
            <a:ext cx="2236095" cy="1825467"/>
          </a:xfrm>
          <a:prstGeom prst="rect">
            <a:avLst/>
          </a:prstGeom>
          <a:noFill/>
          <a:ln>
            <a:noFill/>
          </a:ln>
        </p:spPr>
      </p:pic>
      <p:sp>
        <p:nvSpPr>
          <p:cNvPr id="565" name="Google Shape;565;p20"/>
          <p:cNvSpPr txBox="1"/>
          <p:nvPr/>
        </p:nvSpPr>
        <p:spPr>
          <a:xfrm>
            <a:off x="1415312" y="2199845"/>
            <a:ext cx="8198100" cy="16623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4500" u="none" cap="none" strike="noStrike">
                <a:solidFill>
                  <a:srgbClr val="191919"/>
                </a:solidFill>
                <a:latin typeface="Times New Roman"/>
                <a:ea typeface="Times New Roman"/>
                <a:cs typeface="Times New Roman"/>
                <a:sym typeface="Times New Roman"/>
              </a:rPr>
              <a:t>MAKING CLAIMS &amp; REQUESTING FOR ADJUSTMENTS</a:t>
            </a:r>
            <a:endParaRPr b="1" sz="1200">
              <a:latin typeface="Times New Roman"/>
              <a:ea typeface="Times New Roman"/>
              <a:cs typeface="Times New Roman"/>
              <a:sym typeface="Times New Roman"/>
            </a:endParaRPr>
          </a:p>
        </p:txBody>
      </p:sp>
      <p:sp>
        <p:nvSpPr>
          <p:cNvPr id="566" name="Google Shape;566;p20"/>
          <p:cNvSpPr txBox="1"/>
          <p:nvPr/>
        </p:nvSpPr>
        <p:spPr>
          <a:xfrm>
            <a:off x="1415312" y="4597217"/>
            <a:ext cx="7872000" cy="3906300"/>
          </a:xfrm>
          <a:prstGeom prst="rect">
            <a:avLst/>
          </a:prstGeom>
          <a:noFill/>
          <a:ln>
            <a:noFill/>
          </a:ln>
        </p:spPr>
        <p:txBody>
          <a:bodyPr anchorCtr="0" anchor="t" bIns="0" lIns="0" spcFirstLastPara="1" rIns="0" wrap="square" tIns="0">
            <a:spAutoFit/>
          </a:bodyPr>
          <a:lstStyle/>
          <a:p>
            <a:pPr indent="0" lvl="0" marL="0" marR="0" rtl="0" algn="l">
              <a:lnSpc>
                <a:spcPct val="129993"/>
              </a:lnSpc>
              <a:spcBef>
                <a:spcPts val="0"/>
              </a:spcBef>
              <a:spcAft>
                <a:spcPts val="0"/>
              </a:spcAft>
              <a:buNone/>
            </a:pPr>
            <a:r>
              <a:rPr i="0" lang="en-US" sz="2884" u="none" cap="none" strike="noStrike">
                <a:solidFill>
                  <a:srgbClr val="191919"/>
                </a:solidFill>
                <a:latin typeface="Times New Roman"/>
                <a:ea typeface="Times New Roman"/>
                <a:cs typeface="Times New Roman"/>
                <a:sym typeface="Times New Roman"/>
              </a:rPr>
              <a:t>if appropriate, suggest that the business</a:t>
            </a:r>
            <a:endParaRPr>
              <a:latin typeface="Times New Roman"/>
              <a:ea typeface="Times New Roman"/>
              <a:cs typeface="Times New Roman"/>
              <a:sym typeface="Times New Roman"/>
            </a:endParaRPr>
          </a:p>
          <a:p>
            <a:pPr indent="0" lvl="0" marL="0" marR="0" rtl="0" algn="l">
              <a:lnSpc>
                <a:spcPct val="129993"/>
              </a:lnSpc>
              <a:spcBef>
                <a:spcPts val="0"/>
              </a:spcBef>
              <a:spcAft>
                <a:spcPts val="0"/>
              </a:spcAft>
              <a:buNone/>
            </a:pPr>
            <a:r>
              <a:rPr i="0" lang="en-US" sz="2884" u="none" cap="none" strike="noStrike">
                <a:solidFill>
                  <a:srgbClr val="191919"/>
                </a:solidFill>
                <a:latin typeface="Times New Roman"/>
                <a:ea typeface="Times New Roman"/>
                <a:cs typeface="Times New Roman"/>
                <a:sym typeface="Times New Roman"/>
              </a:rPr>
              <a:t>relationship will continue if the problem is solved satisfactorily. Be prepared to back up</a:t>
            </a:r>
            <a:endParaRPr>
              <a:latin typeface="Times New Roman"/>
              <a:ea typeface="Times New Roman"/>
              <a:cs typeface="Times New Roman"/>
              <a:sym typeface="Times New Roman"/>
            </a:endParaRPr>
          </a:p>
          <a:p>
            <a:pPr indent="0" lvl="0" marL="0" marR="0" rtl="0" algn="l">
              <a:lnSpc>
                <a:spcPct val="129993"/>
              </a:lnSpc>
              <a:spcBef>
                <a:spcPts val="0"/>
              </a:spcBef>
              <a:spcAft>
                <a:spcPts val="0"/>
              </a:spcAft>
              <a:buNone/>
            </a:pPr>
            <a:r>
              <a:rPr i="0" lang="en-US" sz="2884" u="none" cap="none" strike="noStrike">
                <a:solidFill>
                  <a:srgbClr val="191919"/>
                </a:solidFill>
                <a:latin typeface="Times New Roman"/>
                <a:ea typeface="Times New Roman"/>
                <a:cs typeface="Times New Roman"/>
                <a:sym typeface="Times New Roman"/>
              </a:rPr>
              <a:t>your claim with invoices, sales receipts, canceled checks, dated correspondence, and any</a:t>
            </a:r>
            <a:endParaRPr>
              <a:latin typeface="Times New Roman"/>
              <a:ea typeface="Times New Roman"/>
              <a:cs typeface="Times New Roman"/>
              <a:sym typeface="Times New Roman"/>
            </a:endParaRPr>
          </a:p>
          <a:p>
            <a:pPr indent="0" lvl="0" marL="0" marR="0" rtl="0" algn="l">
              <a:lnSpc>
                <a:spcPct val="129993"/>
              </a:lnSpc>
              <a:spcBef>
                <a:spcPts val="0"/>
              </a:spcBef>
              <a:spcAft>
                <a:spcPts val="0"/>
              </a:spcAft>
              <a:buNone/>
            </a:pPr>
            <a:r>
              <a:rPr i="0" lang="en-US" sz="2884" u="none" cap="none" strike="noStrike">
                <a:solidFill>
                  <a:srgbClr val="191919"/>
                </a:solidFill>
                <a:latin typeface="Times New Roman"/>
                <a:ea typeface="Times New Roman"/>
                <a:cs typeface="Times New Roman"/>
                <a:sym typeface="Times New Roman"/>
              </a:rPr>
              <a:t>other relevant documents. Send copies and keep the originals for your files.</a:t>
            </a:r>
            <a:endParaRPr>
              <a:latin typeface="Times New Roman"/>
              <a:ea typeface="Times New Roman"/>
              <a:cs typeface="Times New Roman"/>
              <a:sym typeface="Times New Roman"/>
            </a:endParaRPr>
          </a:p>
        </p:txBody>
      </p:sp>
      <p:sp>
        <p:nvSpPr>
          <p:cNvPr id="567" name="Google Shape;567;p20"/>
          <p:cNvSpPr txBox="1"/>
          <p:nvPr/>
        </p:nvSpPr>
        <p:spPr>
          <a:xfrm>
            <a:off x="6050389" y="1075310"/>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2.3</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571" name="Shape 571"/>
        <p:cNvGrpSpPr/>
        <p:nvPr/>
      </p:nvGrpSpPr>
      <p:grpSpPr>
        <a:xfrm>
          <a:off x="0" y="0"/>
          <a:ext cx="0" cy="0"/>
          <a:chOff x="0" y="0"/>
          <a:chExt cx="0" cy="0"/>
        </a:xfrm>
      </p:grpSpPr>
      <p:pic>
        <p:nvPicPr>
          <p:cNvPr id="572" name="Google Shape;572;p21"/>
          <p:cNvPicPr preferRelativeResize="0"/>
          <p:nvPr/>
        </p:nvPicPr>
        <p:blipFill rotWithShape="1">
          <a:blip r:embed="rId3">
            <a:alphaModFix/>
          </a:blip>
          <a:srcRect b="0" l="4266" r="1905" t="0"/>
          <a:stretch/>
        </p:blipFill>
        <p:spPr>
          <a:xfrm>
            <a:off x="824041" y="2249281"/>
            <a:ext cx="17069543" cy="438022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FAB0"/>
        </a:solidFill>
      </p:bgPr>
    </p:bg>
    <p:spTree>
      <p:nvGrpSpPr>
        <p:cNvPr id="576" name="Shape 576"/>
        <p:cNvGrpSpPr/>
        <p:nvPr/>
      </p:nvGrpSpPr>
      <p:grpSpPr>
        <a:xfrm>
          <a:off x="0" y="0"/>
          <a:ext cx="0" cy="0"/>
          <a:chOff x="0" y="0"/>
          <a:chExt cx="0" cy="0"/>
        </a:xfrm>
      </p:grpSpPr>
      <p:pic>
        <p:nvPicPr>
          <p:cNvPr id="577" name="Google Shape;577;p22"/>
          <p:cNvPicPr preferRelativeResize="0"/>
          <p:nvPr/>
        </p:nvPicPr>
        <p:blipFill rotWithShape="1">
          <a:blip r:embed="rId3">
            <a:alphaModFix/>
          </a:blip>
          <a:srcRect b="0" l="0" r="0" t="0"/>
          <a:stretch/>
        </p:blipFill>
        <p:spPr>
          <a:xfrm>
            <a:off x="8322570" y="7880721"/>
            <a:ext cx="5260980" cy="4371396"/>
          </a:xfrm>
          <a:prstGeom prst="rect">
            <a:avLst/>
          </a:prstGeom>
          <a:noFill/>
          <a:ln>
            <a:noFill/>
          </a:ln>
        </p:spPr>
      </p:pic>
      <p:pic>
        <p:nvPicPr>
          <p:cNvPr id="578" name="Google Shape;578;p22"/>
          <p:cNvPicPr preferRelativeResize="0"/>
          <p:nvPr/>
        </p:nvPicPr>
        <p:blipFill rotWithShape="1">
          <a:blip r:embed="rId4">
            <a:alphaModFix/>
          </a:blip>
          <a:srcRect b="0" l="0" r="0" t="0"/>
          <a:stretch/>
        </p:blipFill>
        <p:spPr>
          <a:xfrm>
            <a:off x="-2794838" y="-3723349"/>
            <a:ext cx="5589677" cy="5589677"/>
          </a:xfrm>
          <a:prstGeom prst="rect">
            <a:avLst/>
          </a:prstGeom>
          <a:noFill/>
          <a:ln>
            <a:noFill/>
          </a:ln>
        </p:spPr>
      </p:pic>
      <p:pic>
        <p:nvPicPr>
          <p:cNvPr id="579" name="Google Shape;579;p22"/>
          <p:cNvPicPr preferRelativeResize="0"/>
          <p:nvPr/>
        </p:nvPicPr>
        <p:blipFill rotWithShape="1">
          <a:blip r:embed="rId5">
            <a:alphaModFix/>
          </a:blip>
          <a:srcRect b="0" l="0" r="0" t="0"/>
          <a:stretch/>
        </p:blipFill>
        <p:spPr>
          <a:xfrm rot="-5400000">
            <a:off x="14474609" y="-2302729"/>
            <a:ext cx="3965922" cy="4660806"/>
          </a:xfrm>
          <a:prstGeom prst="rect">
            <a:avLst/>
          </a:prstGeom>
          <a:noFill/>
          <a:ln>
            <a:noFill/>
          </a:ln>
        </p:spPr>
      </p:pic>
      <p:grpSp>
        <p:nvGrpSpPr>
          <p:cNvPr id="580" name="Google Shape;580;p22"/>
          <p:cNvGrpSpPr/>
          <p:nvPr/>
        </p:nvGrpSpPr>
        <p:grpSpPr>
          <a:xfrm>
            <a:off x="1498106" y="2793954"/>
            <a:ext cx="9483527" cy="5875488"/>
            <a:chOff x="0" y="0"/>
            <a:chExt cx="14250970" cy="8829140"/>
          </a:xfrm>
        </p:grpSpPr>
        <p:sp>
          <p:nvSpPr>
            <p:cNvPr id="581" name="Google Shape;581;p22"/>
            <p:cNvSpPr/>
            <p:nvPr/>
          </p:nvSpPr>
          <p:spPr>
            <a:xfrm>
              <a:off x="31750" y="31750"/>
              <a:ext cx="14187470" cy="8765640"/>
            </a:xfrm>
            <a:custGeom>
              <a:rect b="b" l="l" r="r" t="t"/>
              <a:pathLst>
                <a:path extrusionOk="0" h="8765640" w="14187470">
                  <a:moveTo>
                    <a:pt x="14094761" y="8765640"/>
                  </a:moveTo>
                  <a:lnTo>
                    <a:pt x="92710" y="8765640"/>
                  </a:lnTo>
                  <a:cubicBezTo>
                    <a:pt x="41910" y="8765640"/>
                    <a:pt x="0" y="8723730"/>
                    <a:pt x="0" y="8672930"/>
                  </a:cubicBezTo>
                  <a:lnTo>
                    <a:pt x="0" y="92710"/>
                  </a:lnTo>
                  <a:cubicBezTo>
                    <a:pt x="0" y="41910"/>
                    <a:pt x="41910" y="0"/>
                    <a:pt x="92710" y="0"/>
                  </a:cubicBezTo>
                  <a:lnTo>
                    <a:pt x="14093492" y="0"/>
                  </a:lnTo>
                  <a:cubicBezTo>
                    <a:pt x="14144292" y="0"/>
                    <a:pt x="14186201" y="41910"/>
                    <a:pt x="14186201" y="92710"/>
                  </a:cubicBezTo>
                  <a:lnTo>
                    <a:pt x="14186201" y="8671661"/>
                  </a:lnTo>
                  <a:cubicBezTo>
                    <a:pt x="14187470" y="8723730"/>
                    <a:pt x="14145561" y="8765640"/>
                    <a:pt x="14094761" y="876564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2"/>
            <p:cNvSpPr/>
            <p:nvPr/>
          </p:nvSpPr>
          <p:spPr>
            <a:xfrm>
              <a:off x="0" y="0"/>
              <a:ext cx="14250970" cy="8829140"/>
            </a:xfrm>
            <a:custGeom>
              <a:rect b="b" l="l" r="r" t="t"/>
              <a:pathLst>
                <a:path extrusionOk="0" h="8829140" w="14250970">
                  <a:moveTo>
                    <a:pt x="14126511" y="59690"/>
                  </a:moveTo>
                  <a:cubicBezTo>
                    <a:pt x="14162070" y="59690"/>
                    <a:pt x="14191281" y="88900"/>
                    <a:pt x="14191281" y="124460"/>
                  </a:cubicBezTo>
                  <a:lnTo>
                    <a:pt x="14191281" y="8704680"/>
                  </a:lnTo>
                  <a:cubicBezTo>
                    <a:pt x="14191281" y="8740240"/>
                    <a:pt x="14162070" y="8769451"/>
                    <a:pt x="14126511" y="8769451"/>
                  </a:cubicBezTo>
                  <a:lnTo>
                    <a:pt x="124460" y="8769451"/>
                  </a:lnTo>
                  <a:cubicBezTo>
                    <a:pt x="88900" y="8769451"/>
                    <a:pt x="59690" y="8740240"/>
                    <a:pt x="59690" y="8704680"/>
                  </a:cubicBezTo>
                  <a:lnTo>
                    <a:pt x="59690" y="124460"/>
                  </a:lnTo>
                  <a:cubicBezTo>
                    <a:pt x="59690" y="88900"/>
                    <a:pt x="88900" y="59690"/>
                    <a:pt x="124460" y="59690"/>
                  </a:cubicBezTo>
                  <a:lnTo>
                    <a:pt x="14126511" y="59690"/>
                  </a:lnTo>
                  <a:moveTo>
                    <a:pt x="14126511" y="0"/>
                  </a:moveTo>
                  <a:lnTo>
                    <a:pt x="124460" y="0"/>
                  </a:lnTo>
                  <a:cubicBezTo>
                    <a:pt x="55880" y="0"/>
                    <a:pt x="0" y="55880"/>
                    <a:pt x="0" y="124460"/>
                  </a:cubicBezTo>
                  <a:lnTo>
                    <a:pt x="0" y="8704680"/>
                  </a:lnTo>
                  <a:cubicBezTo>
                    <a:pt x="0" y="8773261"/>
                    <a:pt x="55880" y="8829140"/>
                    <a:pt x="124460" y="8829140"/>
                  </a:cubicBezTo>
                  <a:lnTo>
                    <a:pt x="14126511" y="8829140"/>
                  </a:lnTo>
                  <a:cubicBezTo>
                    <a:pt x="14195092" y="8829140"/>
                    <a:pt x="14250970" y="8773261"/>
                    <a:pt x="14250970" y="8704680"/>
                  </a:cubicBezTo>
                  <a:lnTo>
                    <a:pt x="14250970" y="124460"/>
                  </a:lnTo>
                  <a:cubicBezTo>
                    <a:pt x="14250970" y="55880"/>
                    <a:pt x="14195092" y="0"/>
                    <a:pt x="14126511"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3" name="Google Shape;583;p22"/>
          <p:cNvGrpSpPr/>
          <p:nvPr/>
        </p:nvGrpSpPr>
        <p:grpSpPr>
          <a:xfrm>
            <a:off x="1498106" y="2010635"/>
            <a:ext cx="9483527" cy="1041805"/>
            <a:chOff x="0" y="0"/>
            <a:chExt cx="14250970" cy="1565529"/>
          </a:xfrm>
        </p:grpSpPr>
        <p:sp>
          <p:nvSpPr>
            <p:cNvPr id="584" name="Google Shape;584;p22"/>
            <p:cNvSpPr/>
            <p:nvPr/>
          </p:nvSpPr>
          <p:spPr>
            <a:xfrm>
              <a:off x="31750" y="31750"/>
              <a:ext cx="14187470" cy="1502029"/>
            </a:xfrm>
            <a:custGeom>
              <a:rect b="b" l="l" r="r" t="t"/>
              <a:pathLst>
                <a:path extrusionOk="0" h="1502029" w="14187470">
                  <a:moveTo>
                    <a:pt x="14094761" y="1502029"/>
                  </a:moveTo>
                  <a:lnTo>
                    <a:pt x="92710" y="1502029"/>
                  </a:lnTo>
                  <a:cubicBezTo>
                    <a:pt x="41910" y="1502029"/>
                    <a:pt x="0" y="1460119"/>
                    <a:pt x="0" y="1409319"/>
                  </a:cubicBezTo>
                  <a:lnTo>
                    <a:pt x="0" y="92710"/>
                  </a:lnTo>
                  <a:cubicBezTo>
                    <a:pt x="0" y="41910"/>
                    <a:pt x="41910" y="0"/>
                    <a:pt x="92710" y="0"/>
                  </a:cubicBezTo>
                  <a:lnTo>
                    <a:pt x="14093492" y="0"/>
                  </a:lnTo>
                  <a:cubicBezTo>
                    <a:pt x="14144292" y="0"/>
                    <a:pt x="14186201" y="41910"/>
                    <a:pt x="14186201" y="92710"/>
                  </a:cubicBezTo>
                  <a:lnTo>
                    <a:pt x="14186201" y="1408049"/>
                  </a:lnTo>
                  <a:cubicBezTo>
                    <a:pt x="14187470" y="1460119"/>
                    <a:pt x="14145561" y="1502029"/>
                    <a:pt x="14094761" y="1502029"/>
                  </a:cubicBezTo>
                  <a:close/>
                </a:path>
              </a:pathLst>
            </a:custGeom>
            <a:solidFill>
              <a:srgbClr val="FFF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2"/>
            <p:cNvSpPr/>
            <p:nvPr/>
          </p:nvSpPr>
          <p:spPr>
            <a:xfrm>
              <a:off x="0" y="0"/>
              <a:ext cx="14250970" cy="1565529"/>
            </a:xfrm>
            <a:custGeom>
              <a:rect b="b" l="l" r="r" t="t"/>
              <a:pathLst>
                <a:path extrusionOk="0" h="1565529" w="14250970">
                  <a:moveTo>
                    <a:pt x="14126511" y="59690"/>
                  </a:moveTo>
                  <a:cubicBezTo>
                    <a:pt x="14162070" y="59690"/>
                    <a:pt x="14191281" y="88900"/>
                    <a:pt x="14191281" y="124460"/>
                  </a:cubicBezTo>
                  <a:lnTo>
                    <a:pt x="14191281" y="1441069"/>
                  </a:lnTo>
                  <a:cubicBezTo>
                    <a:pt x="14191281" y="1476629"/>
                    <a:pt x="14162070" y="1505839"/>
                    <a:pt x="14126511" y="1505839"/>
                  </a:cubicBezTo>
                  <a:lnTo>
                    <a:pt x="124460" y="1505839"/>
                  </a:lnTo>
                  <a:cubicBezTo>
                    <a:pt x="88900" y="1505839"/>
                    <a:pt x="59690" y="1476629"/>
                    <a:pt x="59690" y="1441069"/>
                  </a:cubicBezTo>
                  <a:lnTo>
                    <a:pt x="59690" y="124460"/>
                  </a:lnTo>
                  <a:cubicBezTo>
                    <a:pt x="59690" y="88900"/>
                    <a:pt x="88900" y="59690"/>
                    <a:pt x="124460" y="59690"/>
                  </a:cubicBezTo>
                  <a:lnTo>
                    <a:pt x="14126511" y="59690"/>
                  </a:lnTo>
                  <a:moveTo>
                    <a:pt x="14126511" y="0"/>
                  </a:moveTo>
                  <a:lnTo>
                    <a:pt x="124460" y="0"/>
                  </a:lnTo>
                  <a:cubicBezTo>
                    <a:pt x="55880" y="0"/>
                    <a:pt x="0" y="55880"/>
                    <a:pt x="0" y="124460"/>
                  </a:cubicBezTo>
                  <a:lnTo>
                    <a:pt x="0" y="1441069"/>
                  </a:lnTo>
                  <a:cubicBezTo>
                    <a:pt x="0" y="1509649"/>
                    <a:pt x="55880" y="1565529"/>
                    <a:pt x="124460" y="1565529"/>
                  </a:cubicBezTo>
                  <a:lnTo>
                    <a:pt x="14126511" y="1565529"/>
                  </a:lnTo>
                  <a:cubicBezTo>
                    <a:pt x="14195092" y="1565529"/>
                    <a:pt x="14250970" y="1509649"/>
                    <a:pt x="14250970" y="1441069"/>
                  </a:cubicBezTo>
                  <a:lnTo>
                    <a:pt x="14250970" y="124460"/>
                  </a:lnTo>
                  <a:cubicBezTo>
                    <a:pt x="14250970" y="55880"/>
                    <a:pt x="14195092" y="0"/>
                    <a:pt x="14126511"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86" name="Google Shape;586;p22"/>
          <p:cNvPicPr preferRelativeResize="0"/>
          <p:nvPr/>
        </p:nvPicPr>
        <p:blipFill rotWithShape="1">
          <a:blip r:embed="rId6">
            <a:alphaModFix/>
          </a:blip>
          <a:srcRect b="0" l="0" r="0" t="0"/>
          <a:stretch/>
        </p:blipFill>
        <p:spPr>
          <a:xfrm>
            <a:off x="1957151" y="2331834"/>
            <a:ext cx="405873" cy="405873"/>
          </a:xfrm>
          <a:prstGeom prst="rect">
            <a:avLst/>
          </a:prstGeom>
          <a:noFill/>
          <a:ln>
            <a:noFill/>
          </a:ln>
        </p:spPr>
      </p:pic>
      <p:pic>
        <p:nvPicPr>
          <p:cNvPr id="587" name="Google Shape;587;p22"/>
          <p:cNvPicPr preferRelativeResize="0"/>
          <p:nvPr/>
        </p:nvPicPr>
        <p:blipFill rotWithShape="1">
          <a:blip r:embed="rId7">
            <a:alphaModFix/>
          </a:blip>
          <a:srcRect b="0" l="0" r="0" t="0"/>
          <a:stretch/>
        </p:blipFill>
        <p:spPr>
          <a:xfrm>
            <a:off x="2629802" y="2331834"/>
            <a:ext cx="405873" cy="405873"/>
          </a:xfrm>
          <a:prstGeom prst="rect">
            <a:avLst/>
          </a:prstGeom>
          <a:noFill/>
          <a:ln>
            <a:noFill/>
          </a:ln>
        </p:spPr>
      </p:pic>
      <p:pic>
        <p:nvPicPr>
          <p:cNvPr id="588" name="Google Shape;588;p22"/>
          <p:cNvPicPr preferRelativeResize="0"/>
          <p:nvPr/>
        </p:nvPicPr>
        <p:blipFill rotWithShape="1">
          <a:blip r:embed="rId8">
            <a:alphaModFix/>
          </a:blip>
          <a:srcRect b="0" l="0" r="0" t="0"/>
          <a:stretch/>
        </p:blipFill>
        <p:spPr>
          <a:xfrm>
            <a:off x="3302453" y="2331834"/>
            <a:ext cx="405873" cy="405873"/>
          </a:xfrm>
          <a:prstGeom prst="rect">
            <a:avLst/>
          </a:prstGeom>
          <a:noFill/>
          <a:ln>
            <a:noFill/>
          </a:ln>
        </p:spPr>
      </p:pic>
      <p:sp>
        <p:nvSpPr>
          <p:cNvPr id="589" name="Google Shape;589;p22"/>
          <p:cNvSpPr txBox="1"/>
          <p:nvPr/>
        </p:nvSpPr>
        <p:spPr>
          <a:xfrm>
            <a:off x="1876984" y="3780967"/>
            <a:ext cx="8725800" cy="4150500"/>
          </a:xfrm>
          <a:prstGeom prst="rect">
            <a:avLst/>
          </a:prstGeom>
          <a:noFill/>
          <a:ln>
            <a:noFill/>
          </a:ln>
        </p:spPr>
        <p:txBody>
          <a:bodyPr anchorCtr="0" anchor="t" bIns="0" lIns="0" spcFirstLastPara="1" rIns="0" wrap="square" tIns="0">
            <a:spAutoFit/>
          </a:bodyPr>
          <a:lstStyle/>
          <a:p>
            <a:pPr indent="-424797" lvl="1" marL="874995" marR="0" rtl="0" algn="l">
              <a:lnSpc>
                <a:spcPct val="100000"/>
              </a:lnSpc>
              <a:spcBef>
                <a:spcPts val="0"/>
              </a:spcBef>
              <a:spcAft>
                <a:spcPts val="0"/>
              </a:spcAft>
              <a:buClr>
                <a:srgbClr val="191919"/>
              </a:buClr>
              <a:buSzPts val="3852"/>
              <a:buFont typeface="Times New Roman"/>
              <a:buChar char="•"/>
            </a:pPr>
            <a:r>
              <a:rPr i="0" lang="en-US" sz="3852" u="none" cap="none" strike="noStrike">
                <a:solidFill>
                  <a:srgbClr val="191919"/>
                </a:solidFill>
                <a:latin typeface="Times New Roman"/>
                <a:ea typeface="Times New Roman"/>
                <a:cs typeface="Times New Roman"/>
                <a:sym typeface="Times New Roman"/>
              </a:rPr>
              <a:t>STARTING WITH THE MAIN IDEA</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3852" u="none" cap="none" strike="noStrike">
              <a:solidFill>
                <a:srgbClr val="191919"/>
              </a:solidFill>
              <a:latin typeface="Times New Roman"/>
              <a:ea typeface="Times New Roman"/>
              <a:cs typeface="Times New Roman"/>
              <a:sym typeface="Times New Roman"/>
            </a:endParaRPr>
          </a:p>
          <a:p>
            <a:pPr indent="-424797" lvl="1" marL="874995" marR="0" rtl="0" algn="l">
              <a:lnSpc>
                <a:spcPct val="100000"/>
              </a:lnSpc>
              <a:spcBef>
                <a:spcPts val="0"/>
              </a:spcBef>
              <a:spcAft>
                <a:spcPts val="0"/>
              </a:spcAft>
              <a:buClr>
                <a:srgbClr val="191919"/>
              </a:buClr>
              <a:buSzPts val="3852"/>
              <a:buFont typeface="Times New Roman"/>
              <a:buChar char="•"/>
            </a:pPr>
            <a:r>
              <a:rPr i="0" lang="en-US" sz="3852" u="none" cap="none" strike="noStrike">
                <a:solidFill>
                  <a:srgbClr val="191919"/>
                </a:solidFill>
                <a:latin typeface="Times New Roman"/>
                <a:ea typeface="Times New Roman"/>
                <a:cs typeface="Times New Roman"/>
                <a:sym typeface="Times New Roman"/>
              </a:rPr>
              <a:t>PROVIDING NECESSARY DETAILS AND EXPLANATION</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3852" u="none" cap="none" strike="noStrike">
              <a:solidFill>
                <a:srgbClr val="191919"/>
              </a:solidFill>
              <a:latin typeface="Times New Roman"/>
              <a:ea typeface="Times New Roman"/>
              <a:cs typeface="Times New Roman"/>
              <a:sym typeface="Times New Roman"/>
            </a:endParaRPr>
          </a:p>
          <a:p>
            <a:pPr indent="-424797" lvl="1" marL="874995" marR="0" rtl="0" algn="l">
              <a:lnSpc>
                <a:spcPct val="100000"/>
              </a:lnSpc>
              <a:spcBef>
                <a:spcPts val="0"/>
              </a:spcBef>
              <a:spcAft>
                <a:spcPts val="0"/>
              </a:spcAft>
              <a:buClr>
                <a:srgbClr val="191919"/>
              </a:buClr>
              <a:buSzPts val="3852"/>
              <a:buFont typeface="Times New Roman"/>
              <a:buChar char="•"/>
            </a:pPr>
            <a:r>
              <a:rPr i="0" lang="en-US" sz="3852" u="none" cap="none" strike="noStrike">
                <a:solidFill>
                  <a:srgbClr val="191919"/>
                </a:solidFill>
                <a:latin typeface="Times New Roman"/>
                <a:ea typeface="Times New Roman"/>
                <a:cs typeface="Times New Roman"/>
                <a:sym typeface="Times New Roman"/>
              </a:rPr>
              <a:t>ENDING WITH A COURTEOUS CLOSE</a:t>
            </a:r>
            <a:endParaRPr sz="1200">
              <a:latin typeface="Times New Roman"/>
              <a:ea typeface="Times New Roman"/>
              <a:cs typeface="Times New Roman"/>
              <a:sym typeface="Times New Roman"/>
            </a:endParaRPr>
          </a:p>
        </p:txBody>
      </p:sp>
      <p:sp>
        <p:nvSpPr>
          <p:cNvPr id="590" name="Google Shape;590;p22"/>
          <p:cNvSpPr txBox="1"/>
          <p:nvPr/>
        </p:nvSpPr>
        <p:spPr>
          <a:xfrm>
            <a:off x="5520697" y="2385546"/>
            <a:ext cx="4984687" cy="450848"/>
          </a:xfrm>
          <a:prstGeom prst="rect">
            <a:avLst/>
          </a:prstGeom>
          <a:noFill/>
          <a:ln>
            <a:noFill/>
          </a:ln>
        </p:spPr>
        <p:txBody>
          <a:bodyPr anchorCtr="0" anchor="t" bIns="0" lIns="0" spcFirstLastPara="1" rIns="0" wrap="square" tIns="0">
            <a:spAutoFit/>
          </a:bodyPr>
          <a:lstStyle/>
          <a:p>
            <a:pPr indent="0" lvl="0" marL="0" marR="0" rtl="0" algn="r">
              <a:lnSpc>
                <a:spcPct val="79995"/>
              </a:lnSpc>
              <a:spcBef>
                <a:spcPts val="0"/>
              </a:spcBef>
              <a:spcAft>
                <a:spcPts val="0"/>
              </a:spcAft>
              <a:buNone/>
            </a:pPr>
            <a:r>
              <a:rPr b="0" i="0" lang="en-US" sz="3999" u="none" cap="none" strike="noStrike">
                <a:solidFill>
                  <a:srgbClr val="191919"/>
                </a:solidFill>
                <a:latin typeface="Arial"/>
                <a:ea typeface="Arial"/>
                <a:cs typeface="Arial"/>
                <a:sym typeface="Arial"/>
              </a:rPr>
              <a:t>3</a:t>
            </a:r>
            <a:endParaRPr/>
          </a:p>
        </p:txBody>
      </p:sp>
      <p:pic>
        <p:nvPicPr>
          <p:cNvPr id="591" name="Google Shape;591;p22"/>
          <p:cNvPicPr preferRelativeResize="0"/>
          <p:nvPr/>
        </p:nvPicPr>
        <p:blipFill rotWithShape="1">
          <a:blip r:embed="rId9">
            <a:alphaModFix/>
          </a:blip>
          <a:srcRect b="0" l="0" r="0" t="0"/>
          <a:stretch/>
        </p:blipFill>
        <p:spPr>
          <a:xfrm>
            <a:off x="12198429" y="3871811"/>
            <a:ext cx="7913189" cy="3392780"/>
          </a:xfrm>
          <a:prstGeom prst="rect">
            <a:avLst/>
          </a:prstGeom>
          <a:noFill/>
          <a:ln>
            <a:noFill/>
          </a:ln>
        </p:spPr>
      </p:pic>
      <p:sp>
        <p:nvSpPr>
          <p:cNvPr id="592" name="Google Shape;592;p22"/>
          <p:cNvSpPr txBox="1"/>
          <p:nvPr/>
        </p:nvSpPr>
        <p:spPr>
          <a:xfrm>
            <a:off x="12838274" y="4489325"/>
            <a:ext cx="5213400" cy="981600"/>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b="1" lang="en-US" sz="2699">
                <a:solidFill>
                  <a:srgbClr val="191919"/>
                </a:solidFill>
                <a:latin typeface="Times New Roman"/>
                <a:ea typeface="Times New Roman"/>
                <a:cs typeface="Times New Roman"/>
                <a:sym typeface="Times New Roman"/>
              </a:rPr>
              <a:t>E</a:t>
            </a:r>
            <a:r>
              <a:rPr b="1" i="0" lang="en-US" sz="2599" u="none" cap="none" strike="noStrike">
                <a:solidFill>
                  <a:srgbClr val="191919"/>
                </a:solidFill>
                <a:latin typeface="Times New Roman"/>
                <a:ea typeface="Times New Roman"/>
                <a:cs typeface="Times New Roman"/>
                <a:sym typeface="Times New Roman"/>
              </a:rPr>
              <a:t>ffective strategy for writing routine replies and positive messages.</a:t>
            </a:r>
            <a:endParaRPr b="1">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596" name="Shape 596"/>
        <p:cNvGrpSpPr/>
        <p:nvPr/>
      </p:nvGrpSpPr>
      <p:grpSpPr>
        <a:xfrm>
          <a:off x="0" y="0"/>
          <a:ext cx="0" cy="0"/>
          <a:chOff x="0" y="0"/>
          <a:chExt cx="0" cy="0"/>
        </a:xfrm>
      </p:grpSpPr>
      <p:pic>
        <p:nvPicPr>
          <p:cNvPr id="597" name="Google Shape;597;p23"/>
          <p:cNvPicPr preferRelativeResize="0"/>
          <p:nvPr/>
        </p:nvPicPr>
        <p:blipFill rotWithShape="1">
          <a:blip r:embed="rId3">
            <a:alphaModFix/>
          </a:blip>
          <a:srcRect b="0" l="0" r="0" t="0"/>
          <a:stretch/>
        </p:blipFill>
        <p:spPr>
          <a:xfrm rot="3323013">
            <a:off x="13103259" y="-1578177"/>
            <a:ext cx="6797678" cy="5648252"/>
          </a:xfrm>
          <a:prstGeom prst="rect">
            <a:avLst/>
          </a:prstGeom>
          <a:noFill/>
          <a:ln>
            <a:noFill/>
          </a:ln>
        </p:spPr>
      </p:pic>
      <p:pic>
        <p:nvPicPr>
          <p:cNvPr id="598" name="Google Shape;598;p23"/>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599" name="Google Shape;599;p23"/>
          <p:cNvGrpSpPr/>
          <p:nvPr/>
        </p:nvGrpSpPr>
        <p:grpSpPr>
          <a:xfrm>
            <a:off x="1655034" y="1708069"/>
            <a:ext cx="8004959" cy="8068787"/>
            <a:chOff x="0" y="0"/>
            <a:chExt cx="12029114" cy="12125027"/>
          </a:xfrm>
        </p:grpSpPr>
        <p:sp>
          <p:nvSpPr>
            <p:cNvPr id="600" name="Google Shape;600;p23"/>
            <p:cNvSpPr/>
            <p:nvPr/>
          </p:nvSpPr>
          <p:spPr>
            <a:xfrm>
              <a:off x="31750" y="31750"/>
              <a:ext cx="11965614" cy="12061527"/>
            </a:xfrm>
            <a:custGeom>
              <a:rect b="b" l="l" r="r" t="t"/>
              <a:pathLst>
                <a:path extrusionOk="0" h="12061527" w="11965614">
                  <a:moveTo>
                    <a:pt x="11872904" y="12061527"/>
                  </a:moveTo>
                  <a:lnTo>
                    <a:pt x="92710" y="12061527"/>
                  </a:lnTo>
                  <a:cubicBezTo>
                    <a:pt x="41910" y="12061527"/>
                    <a:pt x="0" y="12019617"/>
                    <a:pt x="0" y="11968817"/>
                  </a:cubicBezTo>
                  <a:lnTo>
                    <a:pt x="0" y="92710"/>
                  </a:lnTo>
                  <a:cubicBezTo>
                    <a:pt x="0" y="41910"/>
                    <a:pt x="41910" y="0"/>
                    <a:pt x="92710" y="0"/>
                  </a:cubicBezTo>
                  <a:lnTo>
                    <a:pt x="11871634" y="0"/>
                  </a:lnTo>
                  <a:cubicBezTo>
                    <a:pt x="11922434" y="0"/>
                    <a:pt x="11964344" y="41910"/>
                    <a:pt x="11964344" y="92710"/>
                  </a:cubicBezTo>
                  <a:lnTo>
                    <a:pt x="11964344" y="11967546"/>
                  </a:lnTo>
                  <a:cubicBezTo>
                    <a:pt x="11965614" y="12019617"/>
                    <a:pt x="11923704" y="12061527"/>
                    <a:pt x="11872904" y="1206152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3"/>
            <p:cNvSpPr/>
            <p:nvPr/>
          </p:nvSpPr>
          <p:spPr>
            <a:xfrm>
              <a:off x="0" y="0"/>
              <a:ext cx="12029114" cy="12125027"/>
            </a:xfrm>
            <a:custGeom>
              <a:rect b="b" l="l" r="r" t="t"/>
              <a:pathLst>
                <a:path extrusionOk="0" h="12125027" w="12029114">
                  <a:moveTo>
                    <a:pt x="11904654" y="59690"/>
                  </a:moveTo>
                  <a:cubicBezTo>
                    <a:pt x="11940214" y="59690"/>
                    <a:pt x="11969424" y="88900"/>
                    <a:pt x="11969424" y="124460"/>
                  </a:cubicBezTo>
                  <a:lnTo>
                    <a:pt x="11969424" y="12000567"/>
                  </a:lnTo>
                  <a:cubicBezTo>
                    <a:pt x="11969424" y="12036127"/>
                    <a:pt x="11940214" y="12065336"/>
                    <a:pt x="11904654" y="12065336"/>
                  </a:cubicBezTo>
                  <a:lnTo>
                    <a:pt x="124460" y="12065336"/>
                  </a:lnTo>
                  <a:cubicBezTo>
                    <a:pt x="88900" y="12065336"/>
                    <a:pt x="59690" y="12036127"/>
                    <a:pt x="59690" y="12000567"/>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2000567"/>
                  </a:lnTo>
                  <a:cubicBezTo>
                    <a:pt x="0" y="12069146"/>
                    <a:pt x="55880" y="12125027"/>
                    <a:pt x="124460" y="12125027"/>
                  </a:cubicBezTo>
                  <a:lnTo>
                    <a:pt x="11904654" y="12125027"/>
                  </a:lnTo>
                  <a:cubicBezTo>
                    <a:pt x="11973234" y="12125027"/>
                    <a:pt x="12029114" y="12069146"/>
                    <a:pt x="12029114" y="12000567"/>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2" name="Google Shape;602;p23"/>
          <p:cNvGrpSpPr/>
          <p:nvPr/>
        </p:nvGrpSpPr>
        <p:grpSpPr>
          <a:xfrm>
            <a:off x="1655034" y="924750"/>
            <a:ext cx="8004959" cy="1041805"/>
            <a:chOff x="0" y="0"/>
            <a:chExt cx="12029114" cy="1565529"/>
          </a:xfrm>
        </p:grpSpPr>
        <p:sp>
          <p:nvSpPr>
            <p:cNvPr id="603" name="Google Shape;603;p23"/>
            <p:cNvSpPr/>
            <p:nvPr/>
          </p:nvSpPr>
          <p:spPr>
            <a:xfrm>
              <a:off x="31750" y="31750"/>
              <a:ext cx="11965614" cy="1502029"/>
            </a:xfrm>
            <a:custGeom>
              <a:rect b="b" l="l" r="r" t="t"/>
              <a:pathLst>
                <a:path extrusionOk="0" h="1502029" w="11965614">
                  <a:moveTo>
                    <a:pt x="11872904" y="1502029"/>
                  </a:moveTo>
                  <a:lnTo>
                    <a:pt x="92710" y="1502029"/>
                  </a:lnTo>
                  <a:cubicBezTo>
                    <a:pt x="41910" y="1502029"/>
                    <a:pt x="0" y="1460119"/>
                    <a:pt x="0" y="1409319"/>
                  </a:cubicBezTo>
                  <a:lnTo>
                    <a:pt x="0" y="92710"/>
                  </a:lnTo>
                  <a:cubicBezTo>
                    <a:pt x="0" y="41910"/>
                    <a:pt x="41910" y="0"/>
                    <a:pt x="92710" y="0"/>
                  </a:cubicBezTo>
                  <a:lnTo>
                    <a:pt x="11871634" y="0"/>
                  </a:lnTo>
                  <a:cubicBezTo>
                    <a:pt x="11922434" y="0"/>
                    <a:pt x="11964344" y="41910"/>
                    <a:pt x="11964344" y="92710"/>
                  </a:cubicBezTo>
                  <a:lnTo>
                    <a:pt x="11964344" y="1408049"/>
                  </a:lnTo>
                  <a:cubicBezTo>
                    <a:pt x="11965614" y="1460119"/>
                    <a:pt x="11923704" y="1502029"/>
                    <a:pt x="11872904"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3"/>
            <p:cNvSpPr/>
            <p:nvPr/>
          </p:nvSpPr>
          <p:spPr>
            <a:xfrm>
              <a:off x="0" y="0"/>
              <a:ext cx="12029114" cy="1565529"/>
            </a:xfrm>
            <a:custGeom>
              <a:rect b="b" l="l" r="r" t="t"/>
              <a:pathLst>
                <a:path extrusionOk="0" h="1565529" w="12029114">
                  <a:moveTo>
                    <a:pt x="11904654" y="59690"/>
                  </a:moveTo>
                  <a:cubicBezTo>
                    <a:pt x="11940214" y="59690"/>
                    <a:pt x="11969424" y="88900"/>
                    <a:pt x="11969424" y="124460"/>
                  </a:cubicBezTo>
                  <a:lnTo>
                    <a:pt x="11969424" y="1441069"/>
                  </a:lnTo>
                  <a:cubicBezTo>
                    <a:pt x="11969424" y="1476629"/>
                    <a:pt x="11940214" y="1505839"/>
                    <a:pt x="11904654" y="1505839"/>
                  </a:cubicBezTo>
                  <a:lnTo>
                    <a:pt x="124460" y="1505839"/>
                  </a:lnTo>
                  <a:cubicBezTo>
                    <a:pt x="88900" y="1505839"/>
                    <a:pt x="59690" y="1476629"/>
                    <a:pt x="59690" y="1441069"/>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441069"/>
                  </a:lnTo>
                  <a:cubicBezTo>
                    <a:pt x="0" y="1509649"/>
                    <a:pt x="55880" y="1565529"/>
                    <a:pt x="124460" y="1565529"/>
                  </a:cubicBezTo>
                  <a:lnTo>
                    <a:pt x="11904654" y="1565529"/>
                  </a:lnTo>
                  <a:cubicBezTo>
                    <a:pt x="11973234" y="1565529"/>
                    <a:pt x="12029114" y="1509649"/>
                    <a:pt x="12029114" y="1441069"/>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05" name="Google Shape;605;p23"/>
          <p:cNvPicPr preferRelativeResize="0"/>
          <p:nvPr/>
        </p:nvPicPr>
        <p:blipFill rotWithShape="1">
          <a:blip r:embed="rId5">
            <a:alphaModFix/>
          </a:blip>
          <a:srcRect b="0" l="0" r="0" t="0"/>
          <a:stretch/>
        </p:blipFill>
        <p:spPr>
          <a:xfrm>
            <a:off x="2088317" y="1245949"/>
            <a:ext cx="405873" cy="405873"/>
          </a:xfrm>
          <a:prstGeom prst="rect">
            <a:avLst/>
          </a:prstGeom>
          <a:noFill/>
          <a:ln>
            <a:noFill/>
          </a:ln>
        </p:spPr>
      </p:pic>
      <p:pic>
        <p:nvPicPr>
          <p:cNvPr id="606" name="Google Shape;606;p23"/>
          <p:cNvPicPr preferRelativeResize="0"/>
          <p:nvPr/>
        </p:nvPicPr>
        <p:blipFill rotWithShape="1">
          <a:blip r:embed="rId6">
            <a:alphaModFix/>
          </a:blip>
          <a:srcRect b="0" l="0" r="0" t="0"/>
          <a:stretch/>
        </p:blipFill>
        <p:spPr>
          <a:xfrm>
            <a:off x="2760968" y="1245949"/>
            <a:ext cx="405873" cy="405873"/>
          </a:xfrm>
          <a:prstGeom prst="rect">
            <a:avLst/>
          </a:prstGeom>
          <a:noFill/>
          <a:ln>
            <a:noFill/>
          </a:ln>
        </p:spPr>
      </p:pic>
      <p:pic>
        <p:nvPicPr>
          <p:cNvPr id="607" name="Google Shape;607;p23"/>
          <p:cNvPicPr preferRelativeResize="0"/>
          <p:nvPr/>
        </p:nvPicPr>
        <p:blipFill rotWithShape="1">
          <a:blip r:embed="rId7">
            <a:alphaModFix/>
          </a:blip>
          <a:srcRect b="0" l="0" r="0" t="0"/>
          <a:stretch/>
        </p:blipFill>
        <p:spPr>
          <a:xfrm>
            <a:off x="3433618" y="1245949"/>
            <a:ext cx="405873" cy="405873"/>
          </a:xfrm>
          <a:prstGeom prst="rect">
            <a:avLst/>
          </a:prstGeom>
          <a:noFill/>
          <a:ln>
            <a:noFill/>
          </a:ln>
        </p:spPr>
      </p:pic>
      <p:grpSp>
        <p:nvGrpSpPr>
          <p:cNvPr id="608" name="Google Shape;608;p23"/>
          <p:cNvGrpSpPr/>
          <p:nvPr/>
        </p:nvGrpSpPr>
        <p:grpSpPr>
          <a:xfrm>
            <a:off x="11637341" y="2501848"/>
            <a:ext cx="5090875" cy="720606"/>
            <a:chOff x="0" y="0"/>
            <a:chExt cx="7650097" cy="1082860"/>
          </a:xfrm>
        </p:grpSpPr>
        <p:sp>
          <p:nvSpPr>
            <p:cNvPr id="609" name="Google Shape;609;p23"/>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3"/>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1" name="Google Shape;611;p23"/>
          <p:cNvGrpSpPr/>
          <p:nvPr/>
        </p:nvGrpSpPr>
        <p:grpSpPr>
          <a:xfrm>
            <a:off x="11637341" y="3158150"/>
            <a:ext cx="5090875" cy="6100150"/>
            <a:chOff x="0" y="0"/>
            <a:chExt cx="3632200" cy="4352290"/>
          </a:xfrm>
        </p:grpSpPr>
        <p:sp>
          <p:nvSpPr>
            <p:cNvPr id="612" name="Google Shape;612;p23"/>
            <p:cNvSpPr/>
            <p:nvPr/>
          </p:nvSpPr>
          <p:spPr>
            <a:xfrm>
              <a:off x="15240" y="15240"/>
              <a:ext cx="3600450" cy="4320540"/>
            </a:xfrm>
            <a:custGeom>
              <a:rect b="b" l="l" r="r" t="t"/>
              <a:pathLst>
                <a:path extrusionOk="0" h="4320540" w="3600450">
                  <a:moveTo>
                    <a:pt x="0" y="0"/>
                  </a:moveTo>
                  <a:lnTo>
                    <a:pt x="3600450" y="0"/>
                  </a:lnTo>
                  <a:lnTo>
                    <a:pt x="3600450" y="4320540"/>
                  </a:lnTo>
                  <a:lnTo>
                    <a:pt x="0" y="4320540"/>
                  </a:lnTo>
                  <a:close/>
                </a:path>
              </a:pathLst>
            </a:custGeom>
            <a:blipFill rotWithShape="1">
              <a:blip r:embed="rId8">
                <a:alphaModFix/>
              </a:blip>
              <a:stretch>
                <a:fillRect b="0" l="-45728" r="-78828" t="-24909"/>
              </a:stretch>
            </a:blipFill>
            <a:ln>
              <a:noFill/>
            </a:ln>
          </p:spPr>
        </p:sp>
        <p:sp>
          <p:nvSpPr>
            <p:cNvPr id="613" name="Google Shape;613;p23"/>
            <p:cNvSpPr/>
            <p:nvPr/>
          </p:nvSpPr>
          <p:spPr>
            <a:xfrm>
              <a:off x="0" y="0"/>
              <a:ext cx="3632200" cy="4352290"/>
            </a:xfrm>
            <a:custGeom>
              <a:rect b="b" l="l" r="r" t="t"/>
              <a:pathLst>
                <a:path extrusionOk="0" h="4352290" w="3632200">
                  <a:moveTo>
                    <a:pt x="3632200" y="4352290"/>
                  </a:moveTo>
                  <a:lnTo>
                    <a:pt x="0" y="4352290"/>
                  </a:lnTo>
                  <a:lnTo>
                    <a:pt x="0" y="0"/>
                  </a:lnTo>
                  <a:lnTo>
                    <a:pt x="3632200" y="0"/>
                  </a:lnTo>
                  <a:lnTo>
                    <a:pt x="3632200" y="4352290"/>
                  </a:lnTo>
                  <a:close/>
                  <a:moveTo>
                    <a:pt x="31750" y="4320540"/>
                  </a:moveTo>
                  <a:lnTo>
                    <a:pt x="3600450" y="4320540"/>
                  </a:lnTo>
                  <a:lnTo>
                    <a:pt x="3600450" y="31750"/>
                  </a:lnTo>
                  <a:lnTo>
                    <a:pt x="31750" y="31750"/>
                  </a:lnTo>
                  <a:lnTo>
                    <a:pt x="31750" y="4320540"/>
                  </a:lnTo>
                  <a:close/>
                </a:path>
              </a:pathLst>
            </a:custGeom>
            <a:solidFill>
              <a:srgbClr val="191919"/>
            </a:solidFill>
            <a:ln>
              <a:noFill/>
            </a:ln>
          </p:spPr>
        </p:sp>
      </p:grpSp>
      <p:pic>
        <p:nvPicPr>
          <p:cNvPr id="614" name="Google Shape;614;p23"/>
          <p:cNvPicPr preferRelativeResize="0"/>
          <p:nvPr/>
        </p:nvPicPr>
        <p:blipFill rotWithShape="1">
          <a:blip r:embed="rId5">
            <a:alphaModFix/>
          </a:blip>
          <a:srcRect b="0" l="0" r="0" t="0"/>
          <a:stretch/>
        </p:blipFill>
        <p:spPr>
          <a:xfrm>
            <a:off x="11943116" y="2700632"/>
            <a:ext cx="303989" cy="303989"/>
          </a:xfrm>
          <a:prstGeom prst="rect">
            <a:avLst/>
          </a:prstGeom>
          <a:noFill/>
          <a:ln>
            <a:noFill/>
          </a:ln>
        </p:spPr>
      </p:pic>
      <p:pic>
        <p:nvPicPr>
          <p:cNvPr id="615" name="Google Shape;615;p23"/>
          <p:cNvPicPr preferRelativeResize="0"/>
          <p:nvPr/>
        </p:nvPicPr>
        <p:blipFill rotWithShape="1">
          <a:blip r:embed="rId6">
            <a:alphaModFix/>
          </a:blip>
          <a:srcRect b="0" l="0" r="0" t="0"/>
          <a:stretch/>
        </p:blipFill>
        <p:spPr>
          <a:xfrm>
            <a:off x="12446915" y="2700632"/>
            <a:ext cx="303989" cy="303989"/>
          </a:xfrm>
          <a:prstGeom prst="rect">
            <a:avLst/>
          </a:prstGeom>
          <a:noFill/>
          <a:ln>
            <a:noFill/>
          </a:ln>
        </p:spPr>
      </p:pic>
      <p:pic>
        <p:nvPicPr>
          <p:cNvPr id="616" name="Google Shape;616;p23"/>
          <p:cNvPicPr preferRelativeResize="0"/>
          <p:nvPr/>
        </p:nvPicPr>
        <p:blipFill rotWithShape="1">
          <a:blip r:embed="rId7">
            <a:alphaModFix/>
          </a:blip>
          <a:srcRect b="0" l="0" r="0" t="0"/>
          <a:stretch/>
        </p:blipFill>
        <p:spPr>
          <a:xfrm>
            <a:off x="12950715" y="2700632"/>
            <a:ext cx="303989" cy="303989"/>
          </a:xfrm>
          <a:prstGeom prst="rect">
            <a:avLst/>
          </a:prstGeom>
          <a:noFill/>
          <a:ln>
            <a:noFill/>
          </a:ln>
        </p:spPr>
      </p:pic>
      <p:pic>
        <p:nvPicPr>
          <p:cNvPr id="617" name="Google Shape;617;p23"/>
          <p:cNvPicPr preferRelativeResize="0"/>
          <p:nvPr/>
        </p:nvPicPr>
        <p:blipFill rotWithShape="1">
          <a:blip r:embed="rId9">
            <a:alphaModFix/>
          </a:blip>
          <a:srcRect b="0" l="33729" r="0" t="0"/>
          <a:stretch/>
        </p:blipFill>
        <p:spPr>
          <a:xfrm>
            <a:off x="9059321" y="3487193"/>
            <a:ext cx="3035790" cy="704312"/>
          </a:xfrm>
          <a:prstGeom prst="rect">
            <a:avLst/>
          </a:prstGeom>
          <a:noFill/>
          <a:ln>
            <a:noFill/>
          </a:ln>
        </p:spPr>
      </p:pic>
      <p:pic>
        <p:nvPicPr>
          <p:cNvPr id="618" name="Google Shape;618;p23"/>
          <p:cNvPicPr preferRelativeResize="0"/>
          <p:nvPr/>
        </p:nvPicPr>
        <p:blipFill rotWithShape="1">
          <a:blip r:embed="rId10">
            <a:alphaModFix/>
          </a:blip>
          <a:srcRect b="0" l="0" r="0" t="0"/>
          <a:stretch/>
        </p:blipFill>
        <p:spPr>
          <a:xfrm>
            <a:off x="10519294" y="7620199"/>
            <a:ext cx="2236095" cy="1825467"/>
          </a:xfrm>
          <a:prstGeom prst="rect">
            <a:avLst/>
          </a:prstGeom>
          <a:noFill/>
          <a:ln>
            <a:noFill/>
          </a:ln>
        </p:spPr>
      </p:pic>
      <p:sp>
        <p:nvSpPr>
          <p:cNvPr id="619" name="Google Shape;619;p23"/>
          <p:cNvSpPr txBox="1"/>
          <p:nvPr/>
        </p:nvSpPr>
        <p:spPr>
          <a:xfrm>
            <a:off x="2088317" y="2411300"/>
            <a:ext cx="7055700" cy="12069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4900" u="none" cap="none" strike="noStrike">
                <a:solidFill>
                  <a:srgbClr val="191919"/>
                </a:solidFill>
                <a:latin typeface="Times New Roman"/>
                <a:ea typeface="Times New Roman"/>
                <a:cs typeface="Times New Roman"/>
                <a:sym typeface="Times New Roman"/>
              </a:rPr>
              <a:t>STARTING WITH THE MAIN IDEA</a:t>
            </a:r>
            <a:endParaRPr b="1" sz="1300">
              <a:latin typeface="Times New Roman"/>
              <a:ea typeface="Times New Roman"/>
              <a:cs typeface="Times New Roman"/>
              <a:sym typeface="Times New Roman"/>
            </a:endParaRPr>
          </a:p>
        </p:txBody>
      </p:sp>
      <p:sp>
        <p:nvSpPr>
          <p:cNvPr id="620" name="Google Shape;620;p23"/>
          <p:cNvSpPr txBox="1"/>
          <p:nvPr/>
        </p:nvSpPr>
        <p:spPr>
          <a:xfrm>
            <a:off x="1940409" y="4413281"/>
            <a:ext cx="7434300" cy="3769800"/>
          </a:xfrm>
          <a:prstGeom prst="rect">
            <a:avLst/>
          </a:prstGeom>
          <a:noFill/>
          <a:ln>
            <a:noFill/>
          </a:ln>
        </p:spPr>
        <p:txBody>
          <a:bodyPr anchorCtr="0" anchor="t" bIns="0" lIns="0" spcFirstLastPara="1" rIns="0" wrap="square" tIns="0">
            <a:spAutoFit/>
          </a:bodyPr>
          <a:lstStyle/>
          <a:p>
            <a:pPr indent="-352580" lvl="1" marL="705159" marR="0" rtl="0" algn="l">
              <a:lnSpc>
                <a:spcPct val="129975"/>
              </a:lnSpc>
              <a:spcBef>
                <a:spcPts val="0"/>
              </a:spcBef>
              <a:spcAft>
                <a:spcPts val="0"/>
              </a:spcAft>
              <a:buClr>
                <a:srgbClr val="191919"/>
              </a:buClr>
              <a:buSzPts val="3266"/>
              <a:buFont typeface="Times New Roman"/>
              <a:buChar char="•"/>
            </a:pPr>
            <a:r>
              <a:rPr i="0" lang="en-US" sz="3266" u="none" cap="none" strike="noStrike">
                <a:solidFill>
                  <a:srgbClr val="191919"/>
                </a:solidFill>
                <a:latin typeface="Times New Roman"/>
                <a:ea typeface="Times New Roman"/>
                <a:cs typeface="Times New Roman"/>
                <a:sym typeface="Times New Roman"/>
              </a:rPr>
              <a:t>Begin with a positive note or a good news, that prepares audience for the next details. </a:t>
            </a:r>
            <a:endParaRPr>
              <a:latin typeface="Times New Roman"/>
              <a:ea typeface="Times New Roman"/>
              <a:cs typeface="Times New Roman"/>
              <a:sym typeface="Times New Roman"/>
            </a:endParaRPr>
          </a:p>
          <a:p>
            <a:pPr indent="-352580" lvl="1" marL="705159" marR="0" rtl="0" algn="l">
              <a:lnSpc>
                <a:spcPct val="129975"/>
              </a:lnSpc>
              <a:spcBef>
                <a:spcPts val="0"/>
              </a:spcBef>
              <a:spcAft>
                <a:spcPts val="0"/>
              </a:spcAft>
              <a:buClr>
                <a:srgbClr val="191919"/>
              </a:buClr>
              <a:buSzPts val="3266"/>
              <a:buFont typeface="Times New Roman"/>
              <a:buChar char="•"/>
            </a:pPr>
            <a:r>
              <a:rPr i="0" lang="en-US" sz="3266" u="none" cap="none" strike="noStrike">
                <a:solidFill>
                  <a:srgbClr val="191919"/>
                </a:solidFill>
                <a:latin typeface="Times New Roman"/>
                <a:ea typeface="Times New Roman"/>
                <a:cs typeface="Times New Roman"/>
                <a:sym typeface="Times New Roman"/>
              </a:rPr>
              <a:t>Make your opening clear and concise.</a:t>
            </a:r>
            <a:endParaRPr>
              <a:latin typeface="Times New Roman"/>
              <a:ea typeface="Times New Roman"/>
              <a:cs typeface="Times New Roman"/>
              <a:sym typeface="Times New Roman"/>
            </a:endParaRPr>
          </a:p>
          <a:p>
            <a:pPr indent="-352580" lvl="1" marL="705159" marR="0" rtl="0" algn="l">
              <a:lnSpc>
                <a:spcPct val="129975"/>
              </a:lnSpc>
              <a:spcBef>
                <a:spcPts val="0"/>
              </a:spcBef>
              <a:spcAft>
                <a:spcPts val="0"/>
              </a:spcAft>
              <a:buClr>
                <a:srgbClr val="191919"/>
              </a:buClr>
              <a:buSzPts val="3266"/>
              <a:buFont typeface="Times New Roman"/>
              <a:buChar char="•"/>
            </a:pPr>
            <a:r>
              <a:rPr i="0" lang="en-US" sz="3266" u="none" cap="none" strike="noStrike">
                <a:solidFill>
                  <a:srgbClr val="191919"/>
                </a:solidFill>
                <a:latin typeface="Times New Roman"/>
                <a:ea typeface="Times New Roman"/>
                <a:cs typeface="Times New Roman"/>
                <a:sym typeface="Times New Roman"/>
              </a:rPr>
              <a:t>State the single most important idea that you have for the audience.</a:t>
            </a:r>
            <a:endParaRPr>
              <a:latin typeface="Times New Roman"/>
              <a:ea typeface="Times New Roman"/>
              <a:cs typeface="Times New Roman"/>
              <a:sym typeface="Times New Roman"/>
            </a:endParaRPr>
          </a:p>
        </p:txBody>
      </p:sp>
      <p:sp>
        <p:nvSpPr>
          <p:cNvPr id="621" name="Google Shape;621;p23"/>
          <p:cNvSpPr txBox="1"/>
          <p:nvPr/>
        </p:nvSpPr>
        <p:spPr>
          <a:xfrm>
            <a:off x="6050389" y="1075310"/>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3.1</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625" name="Shape 625"/>
        <p:cNvGrpSpPr/>
        <p:nvPr/>
      </p:nvGrpSpPr>
      <p:grpSpPr>
        <a:xfrm>
          <a:off x="0" y="0"/>
          <a:ext cx="0" cy="0"/>
          <a:chOff x="0" y="0"/>
          <a:chExt cx="0" cy="0"/>
        </a:xfrm>
      </p:grpSpPr>
      <p:pic>
        <p:nvPicPr>
          <p:cNvPr id="626" name="Google Shape;626;p24"/>
          <p:cNvPicPr preferRelativeResize="0"/>
          <p:nvPr/>
        </p:nvPicPr>
        <p:blipFill rotWithShape="1">
          <a:blip r:embed="rId3">
            <a:alphaModFix/>
          </a:blip>
          <a:srcRect b="2125" l="0" r="0" t="6214"/>
          <a:stretch/>
        </p:blipFill>
        <p:spPr>
          <a:xfrm>
            <a:off x="1028700" y="3670285"/>
            <a:ext cx="16230600" cy="27077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630" name="Shape 630"/>
        <p:cNvGrpSpPr/>
        <p:nvPr/>
      </p:nvGrpSpPr>
      <p:grpSpPr>
        <a:xfrm>
          <a:off x="0" y="0"/>
          <a:ext cx="0" cy="0"/>
          <a:chOff x="0" y="0"/>
          <a:chExt cx="0" cy="0"/>
        </a:xfrm>
      </p:grpSpPr>
      <p:pic>
        <p:nvPicPr>
          <p:cNvPr id="631" name="Google Shape;631;p25"/>
          <p:cNvPicPr preferRelativeResize="0"/>
          <p:nvPr/>
        </p:nvPicPr>
        <p:blipFill rotWithShape="1">
          <a:blip r:embed="rId3">
            <a:alphaModFix/>
          </a:blip>
          <a:srcRect b="0" l="0" r="0" t="0"/>
          <a:stretch/>
        </p:blipFill>
        <p:spPr>
          <a:xfrm rot="3323013">
            <a:off x="12799270" y="-1644041"/>
            <a:ext cx="6797678" cy="5648252"/>
          </a:xfrm>
          <a:prstGeom prst="rect">
            <a:avLst/>
          </a:prstGeom>
          <a:noFill/>
          <a:ln>
            <a:noFill/>
          </a:ln>
        </p:spPr>
      </p:pic>
      <p:pic>
        <p:nvPicPr>
          <p:cNvPr id="632" name="Google Shape;632;p25"/>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633" name="Google Shape;633;p25"/>
          <p:cNvGrpSpPr/>
          <p:nvPr/>
        </p:nvGrpSpPr>
        <p:grpSpPr>
          <a:xfrm>
            <a:off x="1655034" y="1651822"/>
            <a:ext cx="8004959" cy="8068787"/>
            <a:chOff x="0" y="0"/>
            <a:chExt cx="12029114" cy="12125027"/>
          </a:xfrm>
        </p:grpSpPr>
        <p:sp>
          <p:nvSpPr>
            <p:cNvPr id="634" name="Google Shape;634;p25"/>
            <p:cNvSpPr/>
            <p:nvPr/>
          </p:nvSpPr>
          <p:spPr>
            <a:xfrm>
              <a:off x="31750" y="31750"/>
              <a:ext cx="11965614" cy="12061527"/>
            </a:xfrm>
            <a:custGeom>
              <a:rect b="b" l="l" r="r" t="t"/>
              <a:pathLst>
                <a:path extrusionOk="0" h="12061527" w="11965614">
                  <a:moveTo>
                    <a:pt x="11872904" y="12061527"/>
                  </a:moveTo>
                  <a:lnTo>
                    <a:pt x="92710" y="12061527"/>
                  </a:lnTo>
                  <a:cubicBezTo>
                    <a:pt x="41910" y="12061527"/>
                    <a:pt x="0" y="12019617"/>
                    <a:pt x="0" y="11968817"/>
                  </a:cubicBezTo>
                  <a:lnTo>
                    <a:pt x="0" y="92710"/>
                  </a:lnTo>
                  <a:cubicBezTo>
                    <a:pt x="0" y="41910"/>
                    <a:pt x="41910" y="0"/>
                    <a:pt x="92710" y="0"/>
                  </a:cubicBezTo>
                  <a:lnTo>
                    <a:pt x="11871634" y="0"/>
                  </a:lnTo>
                  <a:cubicBezTo>
                    <a:pt x="11922434" y="0"/>
                    <a:pt x="11964344" y="41910"/>
                    <a:pt x="11964344" y="92710"/>
                  </a:cubicBezTo>
                  <a:lnTo>
                    <a:pt x="11964344" y="11967546"/>
                  </a:lnTo>
                  <a:cubicBezTo>
                    <a:pt x="11965614" y="12019617"/>
                    <a:pt x="11923704" y="12061527"/>
                    <a:pt x="11872904" y="1206152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5"/>
            <p:cNvSpPr/>
            <p:nvPr/>
          </p:nvSpPr>
          <p:spPr>
            <a:xfrm>
              <a:off x="0" y="0"/>
              <a:ext cx="12029114" cy="12125027"/>
            </a:xfrm>
            <a:custGeom>
              <a:rect b="b" l="l" r="r" t="t"/>
              <a:pathLst>
                <a:path extrusionOk="0" h="12125027" w="12029114">
                  <a:moveTo>
                    <a:pt x="11904654" y="59690"/>
                  </a:moveTo>
                  <a:cubicBezTo>
                    <a:pt x="11940214" y="59690"/>
                    <a:pt x="11969424" y="88900"/>
                    <a:pt x="11969424" y="124460"/>
                  </a:cubicBezTo>
                  <a:lnTo>
                    <a:pt x="11969424" y="12000567"/>
                  </a:lnTo>
                  <a:cubicBezTo>
                    <a:pt x="11969424" y="12036127"/>
                    <a:pt x="11940214" y="12065336"/>
                    <a:pt x="11904654" y="12065336"/>
                  </a:cubicBezTo>
                  <a:lnTo>
                    <a:pt x="124460" y="12065336"/>
                  </a:lnTo>
                  <a:cubicBezTo>
                    <a:pt x="88900" y="12065336"/>
                    <a:pt x="59690" y="12036127"/>
                    <a:pt x="59690" y="12000567"/>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2000567"/>
                  </a:lnTo>
                  <a:cubicBezTo>
                    <a:pt x="0" y="12069146"/>
                    <a:pt x="55880" y="12125027"/>
                    <a:pt x="124460" y="12125027"/>
                  </a:cubicBezTo>
                  <a:lnTo>
                    <a:pt x="11904654" y="12125027"/>
                  </a:lnTo>
                  <a:cubicBezTo>
                    <a:pt x="11973234" y="12125027"/>
                    <a:pt x="12029114" y="12069146"/>
                    <a:pt x="12029114" y="12000567"/>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6" name="Google Shape;636;p25"/>
          <p:cNvGrpSpPr/>
          <p:nvPr/>
        </p:nvGrpSpPr>
        <p:grpSpPr>
          <a:xfrm>
            <a:off x="1655034" y="924750"/>
            <a:ext cx="8004959" cy="1041805"/>
            <a:chOff x="0" y="0"/>
            <a:chExt cx="12029114" cy="1565529"/>
          </a:xfrm>
        </p:grpSpPr>
        <p:sp>
          <p:nvSpPr>
            <p:cNvPr id="637" name="Google Shape;637;p25"/>
            <p:cNvSpPr/>
            <p:nvPr/>
          </p:nvSpPr>
          <p:spPr>
            <a:xfrm>
              <a:off x="31750" y="31750"/>
              <a:ext cx="11965614" cy="1502029"/>
            </a:xfrm>
            <a:custGeom>
              <a:rect b="b" l="l" r="r" t="t"/>
              <a:pathLst>
                <a:path extrusionOk="0" h="1502029" w="11965614">
                  <a:moveTo>
                    <a:pt x="11872904" y="1502029"/>
                  </a:moveTo>
                  <a:lnTo>
                    <a:pt x="92710" y="1502029"/>
                  </a:lnTo>
                  <a:cubicBezTo>
                    <a:pt x="41910" y="1502029"/>
                    <a:pt x="0" y="1460119"/>
                    <a:pt x="0" y="1409319"/>
                  </a:cubicBezTo>
                  <a:lnTo>
                    <a:pt x="0" y="92710"/>
                  </a:lnTo>
                  <a:cubicBezTo>
                    <a:pt x="0" y="41910"/>
                    <a:pt x="41910" y="0"/>
                    <a:pt x="92710" y="0"/>
                  </a:cubicBezTo>
                  <a:lnTo>
                    <a:pt x="11871634" y="0"/>
                  </a:lnTo>
                  <a:cubicBezTo>
                    <a:pt x="11922434" y="0"/>
                    <a:pt x="11964344" y="41910"/>
                    <a:pt x="11964344" y="92710"/>
                  </a:cubicBezTo>
                  <a:lnTo>
                    <a:pt x="11964344" y="1408049"/>
                  </a:lnTo>
                  <a:cubicBezTo>
                    <a:pt x="11965614" y="1460119"/>
                    <a:pt x="11923704" y="1502029"/>
                    <a:pt x="11872904"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5"/>
            <p:cNvSpPr/>
            <p:nvPr/>
          </p:nvSpPr>
          <p:spPr>
            <a:xfrm>
              <a:off x="0" y="0"/>
              <a:ext cx="12029114" cy="1565529"/>
            </a:xfrm>
            <a:custGeom>
              <a:rect b="b" l="l" r="r" t="t"/>
              <a:pathLst>
                <a:path extrusionOk="0" h="1565529" w="12029114">
                  <a:moveTo>
                    <a:pt x="11904654" y="59690"/>
                  </a:moveTo>
                  <a:cubicBezTo>
                    <a:pt x="11940214" y="59690"/>
                    <a:pt x="11969424" y="88900"/>
                    <a:pt x="11969424" y="124460"/>
                  </a:cubicBezTo>
                  <a:lnTo>
                    <a:pt x="11969424" y="1441069"/>
                  </a:lnTo>
                  <a:cubicBezTo>
                    <a:pt x="11969424" y="1476629"/>
                    <a:pt x="11940214" y="1505839"/>
                    <a:pt x="11904654" y="1505839"/>
                  </a:cubicBezTo>
                  <a:lnTo>
                    <a:pt x="124460" y="1505839"/>
                  </a:lnTo>
                  <a:cubicBezTo>
                    <a:pt x="88900" y="1505839"/>
                    <a:pt x="59690" y="1476629"/>
                    <a:pt x="59690" y="1441069"/>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441069"/>
                  </a:lnTo>
                  <a:cubicBezTo>
                    <a:pt x="0" y="1509649"/>
                    <a:pt x="55880" y="1565529"/>
                    <a:pt x="124460" y="1565529"/>
                  </a:cubicBezTo>
                  <a:lnTo>
                    <a:pt x="11904654" y="1565529"/>
                  </a:lnTo>
                  <a:cubicBezTo>
                    <a:pt x="11973234" y="1565529"/>
                    <a:pt x="12029114" y="1509649"/>
                    <a:pt x="12029114" y="1441069"/>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39" name="Google Shape;639;p25"/>
          <p:cNvPicPr preferRelativeResize="0"/>
          <p:nvPr/>
        </p:nvPicPr>
        <p:blipFill rotWithShape="1">
          <a:blip r:embed="rId5">
            <a:alphaModFix/>
          </a:blip>
          <a:srcRect b="0" l="0" r="0" t="0"/>
          <a:stretch/>
        </p:blipFill>
        <p:spPr>
          <a:xfrm>
            <a:off x="2088317" y="1245949"/>
            <a:ext cx="405873" cy="405873"/>
          </a:xfrm>
          <a:prstGeom prst="rect">
            <a:avLst/>
          </a:prstGeom>
          <a:noFill/>
          <a:ln>
            <a:noFill/>
          </a:ln>
        </p:spPr>
      </p:pic>
      <p:pic>
        <p:nvPicPr>
          <p:cNvPr id="640" name="Google Shape;640;p25"/>
          <p:cNvPicPr preferRelativeResize="0"/>
          <p:nvPr/>
        </p:nvPicPr>
        <p:blipFill rotWithShape="1">
          <a:blip r:embed="rId6">
            <a:alphaModFix/>
          </a:blip>
          <a:srcRect b="0" l="0" r="0" t="0"/>
          <a:stretch/>
        </p:blipFill>
        <p:spPr>
          <a:xfrm>
            <a:off x="2760968" y="1245949"/>
            <a:ext cx="405873" cy="405873"/>
          </a:xfrm>
          <a:prstGeom prst="rect">
            <a:avLst/>
          </a:prstGeom>
          <a:noFill/>
          <a:ln>
            <a:noFill/>
          </a:ln>
        </p:spPr>
      </p:pic>
      <p:pic>
        <p:nvPicPr>
          <p:cNvPr id="641" name="Google Shape;641;p25"/>
          <p:cNvPicPr preferRelativeResize="0"/>
          <p:nvPr/>
        </p:nvPicPr>
        <p:blipFill rotWithShape="1">
          <a:blip r:embed="rId7">
            <a:alphaModFix/>
          </a:blip>
          <a:srcRect b="0" l="0" r="0" t="0"/>
          <a:stretch/>
        </p:blipFill>
        <p:spPr>
          <a:xfrm>
            <a:off x="3433618" y="1245949"/>
            <a:ext cx="405873" cy="405873"/>
          </a:xfrm>
          <a:prstGeom prst="rect">
            <a:avLst/>
          </a:prstGeom>
          <a:noFill/>
          <a:ln>
            <a:noFill/>
          </a:ln>
        </p:spPr>
      </p:pic>
      <p:grpSp>
        <p:nvGrpSpPr>
          <p:cNvPr id="642" name="Google Shape;642;p25"/>
          <p:cNvGrpSpPr/>
          <p:nvPr/>
        </p:nvGrpSpPr>
        <p:grpSpPr>
          <a:xfrm>
            <a:off x="11411223" y="6504390"/>
            <a:ext cx="5090875" cy="720606"/>
            <a:chOff x="0" y="0"/>
            <a:chExt cx="7650097" cy="1082860"/>
          </a:xfrm>
        </p:grpSpPr>
        <p:sp>
          <p:nvSpPr>
            <p:cNvPr id="643" name="Google Shape;643;p25"/>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5"/>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45" name="Google Shape;645;p25"/>
          <p:cNvPicPr preferRelativeResize="0"/>
          <p:nvPr/>
        </p:nvPicPr>
        <p:blipFill rotWithShape="1">
          <a:blip r:embed="rId5">
            <a:alphaModFix/>
          </a:blip>
          <a:srcRect b="0" l="0" r="0" t="0"/>
          <a:stretch/>
        </p:blipFill>
        <p:spPr>
          <a:xfrm>
            <a:off x="12451399" y="6753054"/>
            <a:ext cx="303989" cy="303989"/>
          </a:xfrm>
          <a:prstGeom prst="rect">
            <a:avLst/>
          </a:prstGeom>
          <a:noFill/>
          <a:ln>
            <a:noFill/>
          </a:ln>
        </p:spPr>
      </p:pic>
      <p:pic>
        <p:nvPicPr>
          <p:cNvPr id="646" name="Google Shape;646;p25"/>
          <p:cNvPicPr preferRelativeResize="0"/>
          <p:nvPr/>
        </p:nvPicPr>
        <p:blipFill rotWithShape="1">
          <a:blip r:embed="rId6">
            <a:alphaModFix/>
          </a:blip>
          <a:srcRect b="0" l="0" r="0" t="0"/>
          <a:stretch/>
        </p:blipFill>
        <p:spPr>
          <a:xfrm>
            <a:off x="12972013" y="6753054"/>
            <a:ext cx="303989" cy="303989"/>
          </a:xfrm>
          <a:prstGeom prst="rect">
            <a:avLst/>
          </a:prstGeom>
          <a:noFill/>
          <a:ln>
            <a:noFill/>
          </a:ln>
        </p:spPr>
      </p:pic>
      <p:pic>
        <p:nvPicPr>
          <p:cNvPr id="647" name="Google Shape;647;p25"/>
          <p:cNvPicPr preferRelativeResize="0"/>
          <p:nvPr/>
        </p:nvPicPr>
        <p:blipFill rotWithShape="1">
          <a:blip r:embed="rId7">
            <a:alphaModFix/>
          </a:blip>
          <a:srcRect b="0" l="0" r="0" t="0"/>
          <a:stretch/>
        </p:blipFill>
        <p:spPr>
          <a:xfrm>
            <a:off x="13451944" y="6753054"/>
            <a:ext cx="303989" cy="303989"/>
          </a:xfrm>
          <a:prstGeom prst="rect">
            <a:avLst/>
          </a:prstGeom>
          <a:noFill/>
          <a:ln>
            <a:noFill/>
          </a:ln>
        </p:spPr>
      </p:pic>
      <p:pic>
        <p:nvPicPr>
          <p:cNvPr id="648" name="Google Shape;648;p25"/>
          <p:cNvPicPr preferRelativeResize="0"/>
          <p:nvPr/>
        </p:nvPicPr>
        <p:blipFill rotWithShape="1">
          <a:blip r:embed="rId8">
            <a:alphaModFix/>
          </a:blip>
          <a:srcRect b="0" l="33729" r="0" t="0"/>
          <a:stretch/>
        </p:blipFill>
        <p:spPr>
          <a:xfrm>
            <a:off x="9415609" y="5607863"/>
            <a:ext cx="3035790" cy="704312"/>
          </a:xfrm>
          <a:prstGeom prst="rect">
            <a:avLst/>
          </a:prstGeom>
          <a:noFill/>
          <a:ln>
            <a:noFill/>
          </a:ln>
        </p:spPr>
      </p:pic>
      <p:pic>
        <p:nvPicPr>
          <p:cNvPr id="649" name="Google Shape;649;p25"/>
          <p:cNvPicPr preferRelativeResize="0"/>
          <p:nvPr/>
        </p:nvPicPr>
        <p:blipFill rotWithShape="1">
          <a:blip r:embed="rId9">
            <a:alphaModFix/>
          </a:blip>
          <a:srcRect b="0" l="0" r="0" t="0"/>
          <a:stretch/>
        </p:blipFill>
        <p:spPr>
          <a:xfrm>
            <a:off x="10519294" y="7620199"/>
            <a:ext cx="2236095" cy="1825467"/>
          </a:xfrm>
          <a:prstGeom prst="rect">
            <a:avLst/>
          </a:prstGeom>
          <a:noFill/>
          <a:ln>
            <a:noFill/>
          </a:ln>
        </p:spPr>
      </p:pic>
      <p:pic>
        <p:nvPicPr>
          <p:cNvPr id="650" name="Google Shape;650;p25"/>
          <p:cNvPicPr preferRelativeResize="0"/>
          <p:nvPr/>
        </p:nvPicPr>
        <p:blipFill rotWithShape="1">
          <a:blip r:embed="rId10">
            <a:alphaModFix/>
          </a:blip>
          <a:srcRect b="0" l="0" r="0" t="0"/>
          <a:stretch/>
        </p:blipFill>
        <p:spPr>
          <a:xfrm>
            <a:off x="6532339" y="7224996"/>
            <a:ext cx="11173280" cy="2719811"/>
          </a:xfrm>
          <a:prstGeom prst="rect">
            <a:avLst/>
          </a:prstGeom>
          <a:noFill/>
          <a:ln>
            <a:noFill/>
          </a:ln>
        </p:spPr>
      </p:pic>
      <p:sp>
        <p:nvSpPr>
          <p:cNvPr id="651" name="Google Shape;651;p25"/>
          <p:cNvSpPr txBox="1"/>
          <p:nvPr/>
        </p:nvSpPr>
        <p:spPr>
          <a:xfrm>
            <a:off x="1940409" y="2503375"/>
            <a:ext cx="7434300" cy="9360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3800" u="none" cap="none" strike="noStrike">
                <a:solidFill>
                  <a:srgbClr val="191919"/>
                </a:solidFill>
                <a:latin typeface="Times New Roman"/>
                <a:ea typeface="Times New Roman"/>
                <a:cs typeface="Times New Roman"/>
                <a:sym typeface="Times New Roman"/>
              </a:rPr>
              <a:t>PROVIDING NECESSARY DETAILS AND EXPLANATION</a:t>
            </a:r>
            <a:endParaRPr b="1" sz="1200">
              <a:latin typeface="Times New Roman"/>
              <a:ea typeface="Times New Roman"/>
              <a:cs typeface="Times New Roman"/>
              <a:sym typeface="Times New Roman"/>
            </a:endParaRPr>
          </a:p>
        </p:txBody>
      </p:sp>
      <p:sp>
        <p:nvSpPr>
          <p:cNvPr id="652" name="Google Shape;652;p25"/>
          <p:cNvSpPr txBox="1"/>
          <p:nvPr/>
        </p:nvSpPr>
        <p:spPr>
          <a:xfrm>
            <a:off x="1762326" y="3801955"/>
            <a:ext cx="7434300" cy="3769800"/>
          </a:xfrm>
          <a:prstGeom prst="rect">
            <a:avLst/>
          </a:prstGeom>
          <a:noFill/>
          <a:ln>
            <a:noFill/>
          </a:ln>
        </p:spPr>
        <p:txBody>
          <a:bodyPr anchorCtr="0" anchor="t" bIns="0" lIns="0" spcFirstLastPara="1" rIns="0" wrap="square" tIns="0">
            <a:spAutoFit/>
          </a:bodyPr>
          <a:lstStyle/>
          <a:p>
            <a:pPr indent="-352580" lvl="1" marL="705159" marR="0" rtl="0" algn="l">
              <a:lnSpc>
                <a:spcPct val="129975"/>
              </a:lnSpc>
              <a:spcBef>
                <a:spcPts val="0"/>
              </a:spcBef>
              <a:spcAft>
                <a:spcPts val="0"/>
              </a:spcAft>
              <a:buClr>
                <a:srgbClr val="191919"/>
              </a:buClr>
              <a:buSzPts val="3266"/>
              <a:buFont typeface="Times New Roman"/>
              <a:buChar char="•"/>
            </a:pPr>
            <a:r>
              <a:rPr i="0" lang="en-US" sz="3266" u="none" cap="none" strike="noStrike">
                <a:solidFill>
                  <a:srgbClr val="191919"/>
                </a:solidFill>
                <a:latin typeface="Times New Roman"/>
                <a:ea typeface="Times New Roman"/>
                <a:cs typeface="Times New Roman"/>
                <a:sym typeface="Times New Roman"/>
              </a:rPr>
              <a:t>Maintain the positive tone that you begin with. </a:t>
            </a:r>
            <a:endParaRPr>
              <a:latin typeface="Times New Roman"/>
              <a:ea typeface="Times New Roman"/>
              <a:cs typeface="Times New Roman"/>
              <a:sym typeface="Times New Roman"/>
            </a:endParaRPr>
          </a:p>
          <a:p>
            <a:pPr indent="0" lvl="0" marL="0" marR="0" rtl="0" algn="l">
              <a:lnSpc>
                <a:spcPct val="129975"/>
              </a:lnSpc>
              <a:spcBef>
                <a:spcPts val="0"/>
              </a:spcBef>
              <a:spcAft>
                <a:spcPts val="0"/>
              </a:spcAft>
              <a:buNone/>
            </a:pPr>
            <a:r>
              <a:t/>
            </a:r>
            <a:endParaRPr i="0" sz="3266" u="none" cap="none" strike="noStrike">
              <a:solidFill>
                <a:srgbClr val="191919"/>
              </a:solidFill>
              <a:latin typeface="Times New Roman"/>
              <a:ea typeface="Times New Roman"/>
              <a:cs typeface="Times New Roman"/>
              <a:sym typeface="Times New Roman"/>
            </a:endParaRPr>
          </a:p>
          <a:p>
            <a:pPr indent="-352580" lvl="1" marL="705159" marR="0" rtl="0" algn="l">
              <a:lnSpc>
                <a:spcPct val="129975"/>
              </a:lnSpc>
              <a:spcBef>
                <a:spcPts val="0"/>
              </a:spcBef>
              <a:spcAft>
                <a:spcPts val="0"/>
              </a:spcAft>
              <a:buClr>
                <a:srgbClr val="191919"/>
              </a:buClr>
              <a:buSzPts val="3266"/>
              <a:buFont typeface="Times New Roman"/>
              <a:buChar char="•"/>
            </a:pPr>
            <a:r>
              <a:rPr i="0" lang="en-US" sz="3266" u="none" cap="none" strike="noStrike">
                <a:solidFill>
                  <a:srgbClr val="191919"/>
                </a:solidFill>
                <a:latin typeface="Times New Roman"/>
                <a:ea typeface="Times New Roman"/>
                <a:cs typeface="Times New Roman"/>
                <a:sym typeface="Times New Roman"/>
              </a:rPr>
              <a:t>The tone is easy to maintain when the message is entirely positive.</a:t>
            </a:r>
            <a:endParaRPr>
              <a:latin typeface="Times New Roman"/>
              <a:ea typeface="Times New Roman"/>
              <a:cs typeface="Times New Roman"/>
              <a:sym typeface="Times New Roman"/>
            </a:endParaRPr>
          </a:p>
          <a:p>
            <a:pPr indent="0" lvl="0" marL="0" marR="0" rtl="0" algn="l">
              <a:lnSpc>
                <a:spcPct val="129975"/>
              </a:lnSpc>
              <a:spcBef>
                <a:spcPts val="0"/>
              </a:spcBef>
              <a:spcAft>
                <a:spcPts val="0"/>
              </a:spcAft>
              <a:buNone/>
            </a:pPr>
            <a:r>
              <a:t/>
            </a:r>
            <a:endParaRPr b="0" i="0" sz="3266" u="none" cap="none" strike="noStrike">
              <a:solidFill>
                <a:srgbClr val="191919"/>
              </a:solidFill>
              <a:latin typeface="Oi"/>
              <a:ea typeface="Oi"/>
              <a:cs typeface="Oi"/>
              <a:sym typeface="Oi"/>
            </a:endParaRPr>
          </a:p>
        </p:txBody>
      </p:sp>
      <p:sp>
        <p:nvSpPr>
          <p:cNvPr id="653" name="Google Shape;653;p25"/>
          <p:cNvSpPr txBox="1"/>
          <p:nvPr/>
        </p:nvSpPr>
        <p:spPr>
          <a:xfrm>
            <a:off x="6050389" y="1075310"/>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3.2</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661" name="Shape 661"/>
        <p:cNvGrpSpPr/>
        <p:nvPr/>
      </p:nvGrpSpPr>
      <p:grpSpPr>
        <a:xfrm>
          <a:off x="0" y="0"/>
          <a:ext cx="0" cy="0"/>
          <a:chOff x="0" y="0"/>
          <a:chExt cx="0" cy="0"/>
        </a:xfrm>
      </p:grpSpPr>
      <p:pic>
        <p:nvPicPr>
          <p:cNvPr id="662" name="Google Shape;662;p26"/>
          <p:cNvPicPr preferRelativeResize="0"/>
          <p:nvPr/>
        </p:nvPicPr>
        <p:blipFill rotWithShape="1">
          <a:blip r:embed="rId3">
            <a:alphaModFix/>
          </a:blip>
          <a:srcRect b="0" l="0" r="0" t="0"/>
          <a:stretch/>
        </p:blipFill>
        <p:spPr>
          <a:xfrm rot="3323013">
            <a:off x="12799270" y="-1644041"/>
            <a:ext cx="6797678" cy="5648252"/>
          </a:xfrm>
          <a:prstGeom prst="rect">
            <a:avLst/>
          </a:prstGeom>
          <a:noFill/>
          <a:ln>
            <a:noFill/>
          </a:ln>
        </p:spPr>
      </p:pic>
      <p:pic>
        <p:nvPicPr>
          <p:cNvPr id="663" name="Google Shape;663;p26"/>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664" name="Google Shape;664;p26"/>
          <p:cNvGrpSpPr/>
          <p:nvPr/>
        </p:nvGrpSpPr>
        <p:grpSpPr>
          <a:xfrm>
            <a:off x="1655034" y="1651822"/>
            <a:ext cx="8004959" cy="8068787"/>
            <a:chOff x="0" y="0"/>
            <a:chExt cx="12029114" cy="12125027"/>
          </a:xfrm>
        </p:grpSpPr>
        <p:sp>
          <p:nvSpPr>
            <p:cNvPr id="665" name="Google Shape;665;p26"/>
            <p:cNvSpPr/>
            <p:nvPr/>
          </p:nvSpPr>
          <p:spPr>
            <a:xfrm>
              <a:off x="31750" y="31750"/>
              <a:ext cx="11965614" cy="12061527"/>
            </a:xfrm>
            <a:custGeom>
              <a:rect b="b" l="l" r="r" t="t"/>
              <a:pathLst>
                <a:path extrusionOk="0" h="12061527" w="11965614">
                  <a:moveTo>
                    <a:pt x="11872904" y="12061527"/>
                  </a:moveTo>
                  <a:lnTo>
                    <a:pt x="92710" y="12061527"/>
                  </a:lnTo>
                  <a:cubicBezTo>
                    <a:pt x="41910" y="12061527"/>
                    <a:pt x="0" y="12019617"/>
                    <a:pt x="0" y="11968817"/>
                  </a:cubicBezTo>
                  <a:lnTo>
                    <a:pt x="0" y="92710"/>
                  </a:lnTo>
                  <a:cubicBezTo>
                    <a:pt x="0" y="41910"/>
                    <a:pt x="41910" y="0"/>
                    <a:pt x="92710" y="0"/>
                  </a:cubicBezTo>
                  <a:lnTo>
                    <a:pt x="11871634" y="0"/>
                  </a:lnTo>
                  <a:cubicBezTo>
                    <a:pt x="11922434" y="0"/>
                    <a:pt x="11964344" y="41910"/>
                    <a:pt x="11964344" y="92710"/>
                  </a:cubicBezTo>
                  <a:lnTo>
                    <a:pt x="11964344" y="11967546"/>
                  </a:lnTo>
                  <a:cubicBezTo>
                    <a:pt x="11965614" y="12019617"/>
                    <a:pt x="11923704" y="12061527"/>
                    <a:pt x="11872904" y="1206152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6"/>
            <p:cNvSpPr/>
            <p:nvPr/>
          </p:nvSpPr>
          <p:spPr>
            <a:xfrm>
              <a:off x="0" y="0"/>
              <a:ext cx="12029114" cy="12125027"/>
            </a:xfrm>
            <a:custGeom>
              <a:rect b="b" l="l" r="r" t="t"/>
              <a:pathLst>
                <a:path extrusionOk="0" h="12125027" w="12029114">
                  <a:moveTo>
                    <a:pt x="11904654" y="59690"/>
                  </a:moveTo>
                  <a:cubicBezTo>
                    <a:pt x="11940214" y="59690"/>
                    <a:pt x="11969424" y="88900"/>
                    <a:pt x="11969424" y="124460"/>
                  </a:cubicBezTo>
                  <a:lnTo>
                    <a:pt x="11969424" y="12000567"/>
                  </a:lnTo>
                  <a:cubicBezTo>
                    <a:pt x="11969424" y="12036127"/>
                    <a:pt x="11940214" y="12065336"/>
                    <a:pt x="11904654" y="12065336"/>
                  </a:cubicBezTo>
                  <a:lnTo>
                    <a:pt x="124460" y="12065336"/>
                  </a:lnTo>
                  <a:cubicBezTo>
                    <a:pt x="88900" y="12065336"/>
                    <a:pt x="59690" y="12036127"/>
                    <a:pt x="59690" y="12000567"/>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2000567"/>
                  </a:lnTo>
                  <a:cubicBezTo>
                    <a:pt x="0" y="12069146"/>
                    <a:pt x="55880" y="12125027"/>
                    <a:pt x="124460" y="12125027"/>
                  </a:cubicBezTo>
                  <a:lnTo>
                    <a:pt x="11904654" y="12125027"/>
                  </a:lnTo>
                  <a:cubicBezTo>
                    <a:pt x="11973234" y="12125027"/>
                    <a:pt x="12029114" y="12069146"/>
                    <a:pt x="12029114" y="12000567"/>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 name="Google Shape;667;p26"/>
          <p:cNvGrpSpPr/>
          <p:nvPr/>
        </p:nvGrpSpPr>
        <p:grpSpPr>
          <a:xfrm>
            <a:off x="1655034" y="924750"/>
            <a:ext cx="8004959" cy="1041805"/>
            <a:chOff x="0" y="0"/>
            <a:chExt cx="12029114" cy="1565529"/>
          </a:xfrm>
        </p:grpSpPr>
        <p:sp>
          <p:nvSpPr>
            <p:cNvPr id="668" name="Google Shape;668;p26"/>
            <p:cNvSpPr/>
            <p:nvPr/>
          </p:nvSpPr>
          <p:spPr>
            <a:xfrm>
              <a:off x="31750" y="31750"/>
              <a:ext cx="11965614" cy="1502029"/>
            </a:xfrm>
            <a:custGeom>
              <a:rect b="b" l="l" r="r" t="t"/>
              <a:pathLst>
                <a:path extrusionOk="0" h="1502029" w="11965614">
                  <a:moveTo>
                    <a:pt x="11872904" y="1502029"/>
                  </a:moveTo>
                  <a:lnTo>
                    <a:pt x="92710" y="1502029"/>
                  </a:lnTo>
                  <a:cubicBezTo>
                    <a:pt x="41910" y="1502029"/>
                    <a:pt x="0" y="1460119"/>
                    <a:pt x="0" y="1409319"/>
                  </a:cubicBezTo>
                  <a:lnTo>
                    <a:pt x="0" y="92710"/>
                  </a:lnTo>
                  <a:cubicBezTo>
                    <a:pt x="0" y="41910"/>
                    <a:pt x="41910" y="0"/>
                    <a:pt x="92710" y="0"/>
                  </a:cubicBezTo>
                  <a:lnTo>
                    <a:pt x="11871634" y="0"/>
                  </a:lnTo>
                  <a:cubicBezTo>
                    <a:pt x="11922434" y="0"/>
                    <a:pt x="11964344" y="41910"/>
                    <a:pt x="11964344" y="92710"/>
                  </a:cubicBezTo>
                  <a:lnTo>
                    <a:pt x="11964344" y="1408049"/>
                  </a:lnTo>
                  <a:cubicBezTo>
                    <a:pt x="11965614" y="1460119"/>
                    <a:pt x="11923704" y="1502029"/>
                    <a:pt x="11872904"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6"/>
            <p:cNvSpPr/>
            <p:nvPr/>
          </p:nvSpPr>
          <p:spPr>
            <a:xfrm>
              <a:off x="0" y="0"/>
              <a:ext cx="12029114" cy="1565529"/>
            </a:xfrm>
            <a:custGeom>
              <a:rect b="b" l="l" r="r" t="t"/>
              <a:pathLst>
                <a:path extrusionOk="0" h="1565529" w="12029114">
                  <a:moveTo>
                    <a:pt x="11904654" y="59690"/>
                  </a:moveTo>
                  <a:cubicBezTo>
                    <a:pt x="11940214" y="59690"/>
                    <a:pt x="11969424" y="88900"/>
                    <a:pt x="11969424" y="124460"/>
                  </a:cubicBezTo>
                  <a:lnTo>
                    <a:pt x="11969424" y="1441069"/>
                  </a:lnTo>
                  <a:cubicBezTo>
                    <a:pt x="11969424" y="1476629"/>
                    <a:pt x="11940214" y="1505839"/>
                    <a:pt x="11904654" y="1505839"/>
                  </a:cubicBezTo>
                  <a:lnTo>
                    <a:pt x="124460" y="1505839"/>
                  </a:lnTo>
                  <a:cubicBezTo>
                    <a:pt x="88900" y="1505839"/>
                    <a:pt x="59690" y="1476629"/>
                    <a:pt x="59690" y="1441069"/>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441069"/>
                  </a:lnTo>
                  <a:cubicBezTo>
                    <a:pt x="0" y="1509649"/>
                    <a:pt x="55880" y="1565529"/>
                    <a:pt x="124460" y="1565529"/>
                  </a:cubicBezTo>
                  <a:lnTo>
                    <a:pt x="11904654" y="1565529"/>
                  </a:lnTo>
                  <a:cubicBezTo>
                    <a:pt x="11973234" y="1565529"/>
                    <a:pt x="12029114" y="1509649"/>
                    <a:pt x="12029114" y="1441069"/>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70" name="Google Shape;670;p26"/>
          <p:cNvPicPr preferRelativeResize="0"/>
          <p:nvPr/>
        </p:nvPicPr>
        <p:blipFill rotWithShape="1">
          <a:blip r:embed="rId5">
            <a:alphaModFix/>
          </a:blip>
          <a:srcRect b="0" l="0" r="0" t="0"/>
          <a:stretch/>
        </p:blipFill>
        <p:spPr>
          <a:xfrm>
            <a:off x="2088317" y="1245949"/>
            <a:ext cx="405873" cy="405873"/>
          </a:xfrm>
          <a:prstGeom prst="rect">
            <a:avLst/>
          </a:prstGeom>
          <a:noFill/>
          <a:ln>
            <a:noFill/>
          </a:ln>
        </p:spPr>
      </p:pic>
      <p:pic>
        <p:nvPicPr>
          <p:cNvPr id="671" name="Google Shape;671;p26"/>
          <p:cNvPicPr preferRelativeResize="0"/>
          <p:nvPr/>
        </p:nvPicPr>
        <p:blipFill rotWithShape="1">
          <a:blip r:embed="rId6">
            <a:alphaModFix/>
          </a:blip>
          <a:srcRect b="0" l="0" r="0" t="0"/>
          <a:stretch/>
        </p:blipFill>
        <p:spPr>
          <a:xfrm>
            <a:off x="2760968" y="1245949"/>
            <a:ext cx="405873" cy="405873"/>
          </a:xfrm>
          <a:prstGeom prst="rect">
            <a:avLst/>
          </a:prstGeom>
          <a:noFill/>
          <a:ln>
            <a:noFill/>
          </a:ln>
        </p:spPr>
      </p:pic>
      <p:pic>
        <p:nvPicPr>
          <p:cNvPr id="672" name="Google Shape;672;p26"/>
          <p:cNvPicPr preferRelativeResize="0"/>
          <p:nvPr/>
        </p:nvPicPr>
        <p:blipFill rotWithShape="1">
          <a:blip r:embed="rId7">
            <a:alphaModFix/>
          </a:blip>
          <a:srcRect b="0" l="0" r="0" t="0"/>
          <a:stretch/>
        </p:blipFill>
        <p:spPr>
          <a:xfrm>
            <a:off x="3433618" y="1245949"/>
            <a:ext cx="405873" cy="405873"/>
          </a:xfrm>
          <a:prstGeom prst="rect">
            <a:avLst/>
          </a:prstGeom>
          <a:noFill/>
          <a:ln>
            <a:noFill/>
          </a:ln>
        </p:spPr>
      </p:pic>
      <p:grpSp>
        <p:nvGrpSpPr>
          <p:cNvPr id="673" name="Google Shape;673;p26"/>
          <p:cNvGrpSpPr/>
          <p:nvPr/>
        </p:nvGrpSpPr>
        <p:grpSpPr>
          <a:xfrm>
            <a:off x="11411223" y="6504390"/>
            <a:ext cx="5090875" cy="720606"/>
            <a:chOff x="0" y="0"/>
            <a:chExt cx="7650097" cy="1082860"/>
          </a:xfrm>
        </p:grpSpPr>
        <p:sp>
          <p:nvSpPr>
            <p:cNvPr id="674" name="Google Shape;674;p26"/>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6"/>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76" name="Google Shape;676;p26"/>
          <p:cNvPicPr preferRelativeResize="0"/>
          <p:nvPr/>
        </p:nvPicPr>
        <p:blipFill rotWithShape="1">
          <a:blip r:embed="rId5">
            <a:alphaModFix/>
          </a:blip>
          <a:srcRect b="0" l="0" r="0" t="0"/>
          <a:stretch/>
        </p:blipFill>
        <p:spPr>
          <a:xfrm>
            <a:off x="12451399" y="6753054"/>
            <a:ext cx="303989" cy="303989"/>
          </a:xfrm>
          <a:prstGeom prst="rect">
            <a:avLst/>
          </a:prstGeom>
          <a:noFill/>
          <a:ln>
            <a:noFill/>
          </a:ln>
        </p:spPr>
      </p:pic>
      <p:pic>
        <p:nvPicPr>
          <p:cNvPr id="677" name="Google Shape;677;p26"/>
          <p:cNvPicPr preferRelativeResize="0"/>
          <p:nvPr/>
        </p:nvPicPr>
        <p:blipFill rotWithShape="1">
          <a:blip r:embed="rId6">
            <a:alphaModFix/>
          </a:blip>
          <a:srcRect b="0" l="0" r="0" t="0"/>
          <a:stretch/>
        </p:blipFill>
        <p:spPr>
          <a:xfrm>
            <a:off x="12972013" y="6753054"/>
            <a:ext cx="303989" cy="303989"/>
          </a:xfrm>
          <a:prstGeom prst="rect">
            <a:avLst/>
          </a:prstGeom>
          <a:noFill/>
          <a:ln>
            <a:noFill/>
          </a:ln>
        </p:spPr>
      </p:pic>
      <p:pic>
        <p:nvPicPr>
          <p:cNvPr id="678" name="Google Shape;678;p26"/>
          <p:cNvPicPr preferRelativeResize="0"/>
          <p:nvPr/>
        </p:nvPicPr>
        <p:blipFill rotWithShape="1">
          <a:blip r:embed="rId7">
            <a:alphaModFix/>
          </a:blip>
          <a:srcRect b="0" l="0" r="0" t="0"/>
          <a:stretch/>
        </p:blipFill>
        <p:spPr>
          <a:xfrm>
            <a:off x="13451944" y="6753054"/>
            <a:ext cx="303989" cy="303989"/>
          </a:xfrm>
          <a:prstGeom prst="rect">
            <a:avLst/>
          </a:prstGeom>
          <a:noFill/>
          <a:ln>
            <a:noFill/>
          </a:ln>
        </p:spPr>
      </p:pic>
      <p:pic>
        <p:nvPicPr>
          <p:cNvPr id="679" name="Google Shape;679;p26"/>
          <p:cNvPicPr preferRelativeResize="0"/>
          <p:nvPr/>
        </p:nvPicPr>
        <p:blipFill rotWithShape="1">
          <a:blip r:embed="rId8">
            <a:alphaModFix/>
          </a:blip>
          <a:srcRect b="0" l="33729" r="0" t="0"/>
          <a:stretch/>
        </p:blipFill>
        <p:spPr>
          <a:xfrm>
            <a:off x="9415609" y="5607863"/>
            <a:ext cx="3035790" cy="704312"/>
          </a:xfrm>
          <a:prstGeom prst="rect">
            <a:avLst/>
          </a:prstGeom>
          <a:noFill/>
          <a:ln>
            <a:noFill/>
          </a:ln>
        </p:spPr>
      </p:pic>
      <p:pic>
        <p:nvPicPr>
          <p:cNvPr id="680" name="Google Shape;680;p26"/>
          <p:cNvPicPr preferRelativeResize="0"/>
          <p:nvPr/>
        </p:nvPicPr>
        <p:blipFill rotWithShape="1">
          <a:blip r:embed="rId9">
            <a:alphaModFix/>
          </a:blip>
          <a:srcRect b="0" l="0" r="0" t="0"/>
          <a:stretch/>
        </p:blipFill>
        <p:spPr>
          <a:xfrm>
            <a:off x="10519294" y="7620199"/>
            <a:ext cx="2236095" cy="1825467"/>
          </a:xfrm>
          <a:prstGeom prst="rect">
            <a:avLst/>
          </a:prstGeom>
          <a:noFill/>
          <a:ln>
            <a:noFill/>
          </a:ln>
        </p:spPr>
      </p:pic>
      <p:pic>
        <p:nvPicPr>
          <p:cNvPr id="681" name="Google Shape;681;p26"/>
          <p:cNvPicPr preferRelativeResize="0"/>
          <p:nvPr/>
        </p:nvPicPr>
        <p:blipFill rotWithShape="1">
          <a:blip r:embed="rId10">
            <a:alphaModFix/>
          </a:blip>
          <a:srcRect b="0" l="0" r="0" t="0"/>
          <a:stretch/>
        </p:blipFill>
        <p:spPr>
          <a:xfrm>
            <a:off x="6821020" y="7224996"/>
            <a:ext cx="11564748" cy="2372925"/>
          </a:xfrm>
          <a:prstGeom prst="rect">
            <a:avLst/>
          </a:prstGeom>
          <a:noFill/>
          <a:ln>
            <a:noFill/>
          </a:ln>
        </p:spPr>
      </p:pic>
      <p:sp>
        <p:nvSpPr>
          <p:cNvPr id="682" name="Google Shape;682;p26"/>
          <p:cNvSpPr txBox="1"/>
          <p:nvPr/>
        </p:nvSpPr>
        <p:spPr>
          <a:xfrm>
            <a:off x="1940409" y="2503375"/>
            <a:ext cx="7434300" cy="9111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3700" u="none" cap="none" strike="noStrike">
                <a:solidFill>
                  <a:srgbClr val="191919"/>
                </a:solidFill>
                <a:latin typeface="Times New Roman"/>
                <a:ea typeface="Times New Roman"/>
                <a:cs typeface="Times New Roman"/>
                <a:sym typeface="Times New Roman"/>
              </a:rPr>
              <a:t>PROVIDING NECESSARY DETAILS AND EXPLANATION</a:t>
            </a:r>
            <a:endParaRPr b="1" sz="1100">
              <a:latin typeface="Times New Roman"/>
              <a:ea typeface="Times New Roman"/>
              <a:cs typeface="Times New Roman"/>
              <a:sym typeface="Times New Roman"/>
            </a:endParaRPr>
          </a:p>
        </p:txBody>
      </p:sp>
      <p:sp>
        <p:nvSpPr>
          <p:cNvPr id="683" name="Google Shape;683;p26"/>
          <p:cNvSpPr txBox="1"/>
          <p:nvPr/>
        </p:nvSpPr>
        <p:spPr>
          <a:xfrm>
            <a:off x="1762326" y="3801955"/>
            <a:ext cx="7434300" cy="3654300"/>
          </a:xfrm>
          <a:prstGeom prst="rect">
            <a:avLst/>
          </a:prstGeom>
          <a:noFill/>
          <a:ln>
            <a:noFill/>
          </a:ln>
        </p:spPr>
        <p:txBody>
          <a:bodyPr anchorCtr="0" anchor="t" bIns="0" lIns="0" spcFirstLastPara="1" rIns="0" wrap="square" tIns="0">
            <a:spAutoFit/>
          </a:bodyPr>
          <a:lstStyle/>
          <a:p>
            <a:pPr indent="-346230" lvl="1" marL="705159" marR="0" rtl="0" algn="l">
              <a:lnSpc>
                <a:spcPct val="129975"/>
              </a:lnSpc>
              <a:spcBef>
                <a:spcPts val="0"/>
              </a:spcBef>
              <a:spcAft>
                <a:spcPts val="0"/>
              </a:spcAft>
              <a:buClr>
                <a:srgbClr val="191919"/>
              </a:buClr>
              <a:buSzPts val="3166"/>
              <a:buFont typeface="Times New Roman"/>
              <a:buChar char="•"/>
            </a:pPr>
            <a:r>
              <a:rPr i="0" lang="en-US" sz="3166" u="none" cap="none" strike="noStrike">
                <a:solidFill>
                  <a:srgbClr val="191919"/>
                </a:solidFill>
                <a:latin typeface="Times New Roman"/>
                <a:ea typeface="Times New Roman"/>
                <a:cs typeface="Times New Roman"/>
                <a:sym typeface="Times New Roman"/>
              </a:rPr>
              <a:t>if your routine message is mixed and must convey mildly disappointing information,</a:t>
            </a:r>
            <a:endParaRPr sz="1300">
              <a:latin typeface="Times New Roman"/>
              <a:ea typeface="Times New Roman"/>
              <a:cs typeface="Times New Roman"/>
              <a:sym typeface="Times New Roman"/>
            </a:endParaRPr>
          </a:p>
          <a:p>
            <a:pPr indent="0" lvl="0" marL="0" marR="0" rtl="0" algn="l">
              <a:lnSpc>
                <a:spcPct val="129975"/>
              </a:lnSpc>
              <a:spcBef>
                <a:spcPts val="0"/>
              </a:spcBef>
              <a:spcAft>
                <a:spcPts val="0"/>
              </a:spcAft>
              <a:buNone/>
            </a:pPr>
            <a:r>
              <a:t/>
            </a:r>
            <a:endParaRPr i="0" sz="3166" u="none" cap="none" strike="noStrike">
              <a:solidFill>
                <a:srgbClr val="191919"/>
              </a:solidFill>
              <a:latin typeface="Times New Roman"/>
              <a:ea typeface="Times New Roman"/>
              <a:cs typeface="Times New Roman"/>
              <a:sym typeface="Times New Roman"/>
            </a:endParaRPr>
          </a:p>
          <a:p>
            <a:pPr indent="-346230" lvl="1" marL="705159" marR="0" rtl="0" algn="l">
              <a:lnSpc>
                <a:spcPct val="129975"/>
              </a:lnSpc>
              <a:spcBef>
                <a:spcPts val="0"/>
              </a:spcBef>
              <a:spcAft>
                <a:spcPts val="0"/>
              </a:spcAft>
              <a:buClr>
                <a:srgbClr val="191919"/>
              </a:buClr>
              <a:buSzPts val="3166"/>
              <a:buFont typeface="Times New Roman"/>
              <a:buChar char="•"/>
            </a:pPr>
            <a:r>
              <a:rPr i="0" lang="en-US" sz="3166" u="none" cap="none" strike="noStrike">
                <a:solidFill>
                  <a:srgbClr val="191919"/>
                </a:solidFill>
                <a:latin typeface="Times New Roman"/>
                <a:ea typeface="Times New Roman"/>
                <a:cs typeface="Times New Roman"/>
                <a:sym typeface="Times New Roman"/>
              </a:rPr>
              <a:t>put the negative portion of your message into as favorable a context as possible</a:t>
            </a:r>
            <a:endParaRPr sz="1300">
              <a:latin typeface="Times New Roman"/>
              <a:ea typeface="Times New Roman"/>
              <a:cs typeface="Times New Roman"/>
              <a:sym typeface="Times New Roman"/>
            </a:endParaRPr>
          </a:p>
        </p:txBody>
      </p:sp>
      <p:sp>
        <p:nvSpPr>
          <p:cNvPr id="684" name="Google Shape;684;p26"/>
          <p:cNvSpPr txBox="1"/>
          <p:nvPr/>
        </p:nvSpPr>
        <p:spPr>
          <a:xfrm>
            <a:off x="6050389" y="1075310"/>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3.2</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688" name="Shape 688"/>
        <p:cNvGrpSpPr/>
        <p:nvPr/>
      </p:nvGrpSpPr>
      <p:grpSpPr>
        <a:xfrm>
          <a:off x="0" y="0"/>
          <a:ext cx="0" cy="0"/>
          <a:chOff x="0" y="0"/>
          <a:chExt cx="0" cy="0"/>
        </a:xfrm>
      </p:grpSpPr>
      <p:pic>
        <p:nvPicPr>
          <p:cNvPr id="689" name="Google Shape;689;p27"/>
          <p:cNvPicPr preferRelativeResize="0"/>
          <p:nvPr/>
        </p:nvPicPr>
        <p:blipFill rotWithShape="1">
          <a:blip r:embed="rId3">
            <a:alphaModFix/>
          </a:blip>
          <a:srcRect b="0" l="0" r="0" t="0"/>
          <a:stretch/>
        </p:blipFill>
        <p:spPr>
          <a:xfrm rot="3323013">
            <a:off x="13103259" y="-1578177"/>
            <a:ext cx="6797678" cy="5648252"/>
          </a:xfrm>
          <a:prstGeom prst="rect">
            <a:avLst/>
          </a:prstGeom>
          <a:noFill/>
          <a:ln>
            <a:noFill/>
          </a:ln>
        </p:spPr>
      </p:pic>
      <p:pic>
        <p:nvPicPr>
          <p:cNvPr id="690" name="Google Shape;690;p27"/>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691" name="Google Shape;691;p27"/>
          <p:cNvGrpSpPr/>
          <p:nvPr/>
        </p:nvGrpSpPr>
        <p:grpSpPr>
          <a:xfrm>
            <a:off x="1655034" y="1708069"/>
            <a:ext cx="8004959" cy="8068787"/>
            <a:chOff x="0" y="0"/>
            <a:chExt cx="12029114" cy="12125027"/>
          </a:xfrm>
        </p:grpSpPr>
        <p:sp>
          <p:nvSpPr>
            <p:cNvPr id="692" name="Google Shape;692;p27"/>
            <p:cNvSpPr/>
            <p:nvPr/>
          </p:nvSpPr>
          <p:spPr>
            <a:xfrm>
              <a:off x="31750" y="31750"/>
              <a:ext cx="11965614" cy="12061527"/>
            </a:xfrm>
            <a:custGeom>
              <a:rect b="b" l="l" r="r" t="t"/>
              <a:pathLst>
                <a:path extrusionOk="0" h="12061527" w="11965614">
                  <a:moveTo>
                    <a:pt x="11872904" y="12061527"/>
                  </a:moveTo>
                  <a:lnTo>
                    <a:pt x="92710" y="12061527"/>
                  </a:lnTo>
                  <a:cubicBezTo>
                    <a:pt x="41910" y="12061527"/>
                    <a:pt x="0" y="12019617"/>
                    <a:pt x="0" y="11968817"/>
                  </a:cubicBezTo>
                  <a:lnTo>
                    <a:pt x="0" y="92710"/>
                  </a:lnTo>
                  <a:cubicBezTo>
                    <a:pt x="0" y="41910"/>
                    <a:pt x="41910" y="0"/>
                    <a:pt x="92710" y="0"/>
                  </a:cubicBezTo>
                  <a:lnTo>
                    <a:pt x="11871634" y="0"/>
                  </a:lnTo>
                  <a:cubicBezTo>
                    <a:pt x="11922434" y="0"/>
                    <a:pt x="11964344" y="41910"/>
                    <a:pt x="11964344" y="92710"/>
                  </a:cubicBezTo>
                  <a:lnTo>
                    <a:pt x="11964344" y="11967546"/>
                  </a:lnTo>
                  <a:cubicBezTo>
                    <a:pt x="11965614" y="12019617"/>
                    <a:pt x="11923704" y="12061527"/>
                    <a:pt x="11872904" y="1206152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7"/>
            <p:cNvSpPr/>
            <p:nvPr/>
          </p:nvSpPr>
          <p:spPr>
            <a:xfrm>
              <a:off x="0" y="0"/>
              <a:ext cx="12029114" cy="12125027"/>
            </a:xfrm>
            <a:custGeom>
              <a:rect b="b" l="l" r="r" t="t"/>
              <a:pathLst>
                <a:path extrusionOk="0" h="12125027" w="12029114">
                  <a:moveTo>
                    <a:pt x="11904654" y="59690"/>
                  </a:moveTo>
                  <a:cubicBezTo>
                    <a:pt x="11940214" y="59690"/>
                    <a:pt x="11969424" y="88900"/>
                    <a:pt x="11969424" y="124460"/>
                  </a:cubicBezTo>
                  <a:lnTo>
                    <a:pt x="11969424" y="12000567"/>
                  </a:lnTo>
                  <a:cubicBezTo>
                    <a:pt x="11969424" y="12036127"/>
                    <a:pt x="11940214" y="12065336"/>
                    <a:pt x="11904654" y="12065336"/>
                  </a:cubicBezTo>
                  <a:lnTo>
                    <a:pt x="124460" y="12065336"/>
                  </a:lnTo>
                  <a:cubicBezTo>
                    <a:pt x="88900" y="12065336"/>
                    <a:pt x="59690" y="12036127"/>
                    <a:pt x="59690" y="12000567"/>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2000567"/>
                  </a:lnTo>
                  <a:cubicBezTo>
                    <a:pt x="0" y="12069146"/>
                    <a:pt x="55880" y="12125027"/>
                    <a:pt x="124460" y="12125027"/>
                  </a:cubicBezTo>
                  <a:lnTo>
                    <a:pt x="11904654" y="12125027"/>
                  </a:lnTo>
                  <a:cubicBezTo>
                    <a:pt x="11973234" y="12125027"/>
                    <a:pt x="12029114" y="12069146"/>
                    <a:pt x="12029114" y="12000567"/>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4" name="Google Shape;694;p27"/>
          <p:cNvGrpSpPr/>
          <p:nvPr/>
        </p:nvGrpSpPr>
        <p:grpSpPr>
          <a:xfrm>
            <a:off x="1655034" y="924750"/>
            <a:ext cx="8004959" cy="1041805"/>
            <a:chOff x="0" y="0"/>
            <a:chExt cx="12029114" cy="1565529"/>
          </a:xfrm>
        </p:grpSpPr>
        <p:sp>
          <p:nvSpPr>
            <p:cNvPr id="695" name="Google Shape;695;p27"/>
            <p:cNvSpPr/>
            <p:nvPr/>
          </p:nvSpPr>
          <p:spPr>
            <a:xfrm>
              <a:off x="31750" y="31750"/>
              <a:ext cx="11965614" cy="1502029"/>
            </a:xfrm>
            <a:custGeom>
              <a:rect b="b" l="l" r="r" t="t"/>
              <a:pathLst>
                <a:path extrusionOk="0" h="1502029" w="11965614">
                  <a:moveTo>
                    <a:pt x="11872904" y="1502029"/>
                  </a:moveTo>
                  <a:lnTo>
                    <a:pt x="92710" y="1502029"/>
                  </a:lnTo>
                  <a:cubicBezTo>
                    <a:pt x="41910" y="1502029"/>
                    <a:pt x="0" y="1460119"/>
                    <a:pt x="0" y="1409319"/>
                  </a:cubicBezTo>
                  <a:lnTo>
                    <a:pt x="0" y="92710"/>
                  </a:lnTo>
                  <a:cubicBezTo>
                    <a:pt x="0" y="41910"/>
                    <a:pt x="41910" y="0"/>
                    <a:pt x="92710" y="0"/>
                  </a:cubicBezTo>
                  <a:lnTo>
                    <a:pt x="11871634" y="0"/>
                  </a:lnTo>
                  <a:cubicBezTo>
                    <a:pt x="11922434" y="0"/>
                    <a:pt x="11964344" y="41910"/>
                    <a:pt x="11964344" y="92710"/>
                  </a:cubicBezTo>
                  <a:lnTo>
                    <a:pt x="11964344" y="1408049"/>
                  </a:lnTo>
                  <a:cubicBezTo>
                    <a:pt x="11965614" y="1460119"/>
                    <a:pt x="11923704" y="1502029"/>
                    <a:pt x="11872904"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7"/>
            <p:cNvSpPr/>
            <p:nvPr/>
          </p:nvSpPr>
          <p:spPr>
            <a:xfrm>
              <a:off x="0" y="0"/>
              <a:ext cx="12029114" cy="1565529"/>
            </a:xfrm>
            <a:custGeom>
              <a:rect b="b" l="l" r="r" t="t"/>
              <a:pathLst>
                <a:path extrusionOk="0" h="1565529" w="12029114">
                  <a:moveTo>
                    <a:pt x="11904654" y="59690"/>
                  </a:moveTo>
                  <a:cubicBezTo>
                    <a:pt x="11940214" y="59690"/>
                    <a:pt x="11969424" y="88900"/>
                    <a:pt x="11969424" y="124460"/>
                  </a:cubicBezTo>
                  <a:lnTo>
                    <a:pt x="11969424" y="1441069"/>
                  </a:lnTo>
                  <a:cubicBezTo>
                    <a:pt x="11969424" y="1476629"/>
                    <a:pt x="11940214" y="1505839"/>
                    <a:pt x="11904654" y="1505839"/>
                  </a:cubicBezTo>
                  <a:lnTo>
                    <a:pt x="124460" y="1505839"/>
                  </a:lnTo>
                  <a:cubicBezTo>
                    <a:pt x="88900" y="1505839"/>
                    <a:pt x="59690" y="1476629"/>
                    <a:pt x="59690" y="1441069"/>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441069"/>
                  </a:lnTo>
                  <a:cubicBezTo>
                    <a:pt x="0" y="1509649"/>
                    <a:pt x="55880" y="1565529"/>
                    <a:pt x="124460" y="1565529"/>
                  </a:cubicBezTo>
                  <a:lnTo>
                    <a:pt x="11904654" y="1565529"/>
                  </a:lnTo>
                  <a:cubicBezTo>
                    <a:pt x="11973234" y="1565529"/>
                    <a:pt x="12029114" y="1509649"/>
                    <a:pt x="12029114" y="1441069"/>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97" name="Google Shape;697;p27"/>
          <p:cNvPicPr preferRelativeResize="0"/>
          <p:nvPr/>
        </p:nvPicPr>
        <p:blipFill rotWithShape="1">
          <a:blip r:embed="rId5">
            <a:alphaModFix/>
          </a:blip>
          <a:srcRect b="0" l="0" r="0" t="0"/>
          <a:stretch/>
        </p:blipFill>
        <p:spPr>
          <a:xfrm>
            <a:off x="2088317" y="1245949"/>
            <a:ext cx="405873" cy="405873"/>
          </a:xfrm>
          <a:prstGeom prst="rect">
            <a:avLst/>
          </a:prstGeom>
          <a:noFill/>
          <a:ln>
            <a:noFill/>
          </a:ln>
        </p:spPr>
      </p:pic>
      <p:pic>
        <p:nvPicPr>
          <p:cNvPr id="698" name="Google Shape;698;p27"/>
          <p:cNvPicPr preferRelativeResize="0"/>
          <p:nvPr/>
        </p:nvPicPr>
        <p:blipFill rotWithShape="1">
          <a:blip r:embed="rId6">
            <a:alphaModFix/>
          </a:blip>
          <a:srcRect b="0" l="0" r="0" t="0"/>
          <a:stretch/>
        </p:blipFill>
        <p:spPr>
          <a:xfrm>
            <a:off x="2760968" y="1245949"/>
            <a:ext cx="405873" cy="405873"/>
          </a:xfrm>
          <a:prstGeom prst="rect">
            <a:avLst/>
          </a:prstGeom>
          <a:noFill/>
          <a:ln>
            <a:noFill/>
          </a:ln>
        </p:spPr>
      </p:pic>
      <p:pic>
        <p:nvPicPr>
          <p:cNvPr id="699" name="Google Shape;699;p27"/>
          <p:cNvPicPr preferRelativeResize="0"/>
          <p:nvPr/>
        </p:nvPicPr>
        <p:blipFill rotWithShape="1">
          <a:blip r:embed="rId7">
            <a:alphaModFix/>
          </a:blip>
          <a:srcRect b="0" l="0" r="0" t="0"/>
          <a:stretch/>
        </p:blipFill>
        <p:spPr>
          <a:xfrm>
            <a:off x="3433618" y="1245949"/>
            <a:ext cx="405873" cy="405873"/>
          </a:xfrm>
          <a:prstGeom prst="rect">
            <a:avLst/>
          </a:prstGeom>
          <a:noFill/>
          <a:ln>
            <a:noFill/>
          </a:ln>
        </p:spPr>
      </p:pic>
      <p:grpSp>
        <p:nvGrpSpPr>
          <p:cNvPr id="700" name="Google Shape;700;p27"/>
          <p:cNvGrpSpPr/>
          <p:nvPr/>
        </p:nvGrpSpPr>
        <p:grpSpPr>
          <a:xfrm>
            <a:off x="11637341" y="2501848"/>
            <a:ext cx="5090875" cy="720606"/>
            <a:chOff x="0" y="0"/>
            <a:chExt cx="7650097" cy="1082860"/>
          </a:xfrm>
        </p:grpSpPr>
        <p:sp>
          <p:nvSpPr>
            <p:cNvPr id="701" name="Google Shape;701;p27"/>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7"/>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3" name="Google Shape;703;p27"/>
          <p:cNvGrpSpPr/>
          <p:nvPr/>
        </p:nvGrpSpPr>
        <p:grpSpPr>
          <a:xfrm>
            <a:off x="11637341" y="3158150"/>
            <a:ext cx="5090875" cy="6100150"/>
            <a:chOff x="0" y="0"/>
            <a:chExt cx="3632200" cy="4352290"/>
          </a:xfrm>
        </p:grpSpPr>
        <p:sp>
          <p:nvSpPr>
            <p:cNvPr id="704" name="Google Shape;704;p27"/>
            <p:cNvSpPr/>
            <p:nvPr/>
          </p:nvSpPr>
          <p:spPr>
            <a:xfrm>
              <a:off x="15240" y="15240"/>
              <a:ext cx="3600450" cy="4320540"/>
            </a:xfrm>
            <a:custGeom>
              <a:rect b="b" l="l" r="r" t="t"/>
              <a:pathLst>
                <a:path extrusionOk="0" h="4320540" w="3600450">
                  <a:moveTo>
                    <a:pt x="0" y="0"/>
                  </a:moveTo>
                  <a:lnTo>
                    <a:pt x="3600450" y="0"/>
                  </a:lnTo>
                  <a:lnTo>
                    <a:pt x="3600450" y="4320540"/>
                  </a:lnTo>
                  <a:lnTo>
                    <a:pt x="0" y="4320540"/>
                  </a:lnTo>
                  <a:close/>
                </a:path>
              </a:pathLst>
            </a:custGeom>
            <a:blipFill rotWithShape="1">
              <a:blip r:embed="rId8">
                <a:alphaModFix/>
              </a:blip>
              <a:stretch>
                <a:fillRect b="0" l="-45728" r="-78828" t="-24909"/>
              </a:stretch>
            </a:blipFill>
            <a:ln>
              <a:noFill/>
            </a:ln>
          </p:spPr>
        </p:sp>
        <p:sp>
          <p:nvSpPr>
            <p:cNvPr id="705" name="Google Shape;705;p27"/>
            <p:cNvSpPr/>
            <p:nvPr/>
          </p:nvSpPr>
          <p:spPr>
            <a:xfrm>
              <a:off x="0" y="0"/>
              <a:ext cx="3632200" cy="4352290"/>
            </a:xfrm>
            <a:custGeom>
              <a:rect b="b" l="l" r="r" t="t"/>
              <a:pathLst>
                <a:path extrusionOk="0" h="4352290" w="3632200">
                  <a:moveTo>
                    <a:pt x="3632200" y="4352290"/>
                  </a:moveTo>
                  <a:lnTo>
                    <a:pt x="0" y="4352290"/>
                  </a:lnTo>
                  <a:lnTo>
                    <a:pt x="0" y="0"/>
                  </a:lnTo>
                  <a:lnTo>
                    <a:pt x="3632200" y="0"/>
                  </a:lnTo>
                  <a:lnTo>
                    <a:pt x="3632200" y="4352290"/>
                  </a:lnTo>
                  <a:close/>
                  <a:moveTo>
                    <a:pt x="31750" y="4320540"/>
                  </a:moveTo>
                  <a:lnTo>
                    <a:pt x="3600450" y="4320540"/>
                  </a:lnTo>
                  <a:lnTo>
                    <a:pt x="3600450" y="31750"/>
                  </a:lnTo>
                  <a:lnTo>
                    <a:pt x="31750" y="31750"/>
                  </a:lnTo>
                  <a:lnTo>
                    <a:pt x="31750" y="4320540"/>
                  </a:lnTo>
                  <a:close/>
                </a:path>
              </a:pathLst>
            </a:custGeom>
            <a:solidFill>
              <a:srgbClr val="191919"/>
            </a:solidFill>
            <a:ln>
              <a:noFill/>
            </a:ln>
          </p:spPr>
        </p:sp>
      </p:grpSp>
      <p:pic>
        <p:nvPicPr>
          <p:cNvPr id="706" name="Google Shape;706;p27"/>
          <p:cNvPicPr preferRelativeResize="0"/>
          <p:nvPr/>
        </p:nvPicPr>
        <p:blipFill rotWithShape="1">
          <a:blip r:embed="rId5">
            <a:alphaModFix/>
          </a:blip>
          <a:srcRect b="0" l="0" r="0" t="0"/>
          <a:stretch/>
        </p:blipFill>
        <p:spPr>
          <a:xfrm>
            <a:off x="11943116" y="2700632"/>
            <a:ext cx="303989" cy="303989"/>
          </a:xfrm>
          <a:prstGeom prst="rect">
            <a:avLst/>
          </a:prstGeom>
          <a:noFill/>
          <a:ln>
            <a:noFill/>
          </a:ln>
        </p:spPr>
      </p:pic>
      <p:pic>
        <p:nvPicPr>
          <p:cNvPr id="707" name="Google Shape;707;p27"/>
          <p:cNvPicPr preferRelativeResize="0"/>
          <p:nvPr/>
        </p:nvPicPr>
        <p:blipFill rotWithShape="1">
          <a:blip r:embed="rId6">
            <a:alphaModFix/>
          </a:blip>
          <a:srcRect b="0" l="0" r="0" t="0"/>
          <a:stretch/>
        </p:blipFill>
        <p:spPr>
          <a:xfrm>
            <a:off x="12446915" y="2700632"/>
            <a:ext cx="303989" cy="303989"/>
          </a:xfrm>
          <a:prstGeom prst="rect">
            <a:avLst/>
          </a:prstGeom>
          <a:noFill/>
          <a:ln>
            <a:noFill/>
          </a:ln>
        </p:spPr>
      </p:pic>
      <p:pic>
        <p:nvPicPr>
          <p:cNvPr id="708" name="Google Shape;708;p27"/>
          <p:cNvPicPr preferRelativeResize="0"/>
          <p:nvPr/>
        </p:nvPicPr>
        <p:blipFill rotWithShape="1">
          <a:blip r:embed="rId7">
            <a:alphaModFix/>
          </a:blip>
          <a:srcRect b="0" l="0" r="0" t="0"/>
          <a:stretch/>
        </p:blipFill>
        <p:spPr>
          <a:xfrm>
            <a:off x="12950715" y="2700632"/>
            <a:ext cx="303989" cy="303989"/>
          </a:xfrm>
          <a:prstGeom prst="rect">
            <a:avLst/>
          </a:prstGeom>
          <a:noFill/>
          <a:ln>
            <a:noFill/>
          </a:ln>
        </p:spPr>
      </p:pic>
      <p:pic>
        <p:nvPicPr>
          <p:cNvPr id="709" name="Google Shape;709;p27"/>
          <p:cNvPicPr preferRelativeResize="0"/>
          <p:nvPr/>
        </p:nvPicPr>
        <p:blipFill rotWithShape="1">
          <a:blip r:embed="rId9">
            <a:alphaModFix/>
          </a:blip>
          <a:srcRect b="0" l="33729" r="0" t="0"/>
          <a:stretch/>
        </p:blipFill>
        <p:spPr>
          <a:xfrm>
            <a:off x="9059321" y="3487193"/>
            <a:ext cx="3035790" cy="704312"/>
          </a:xfrm>
          <a:prstGeom prst="rect">
            <a:avLst/>
          </a:prstGeom>
          <a:noFill/>
          <a:ln>
            <a:noFill/>
          </a:ln>
        </p:spPr>
      </p:pic>
      <p:pic>
        <p:nvPicPr>
          <p:cNvPr id="710" name="Google Shape;710;p27"/>
          <p:cNvPicPr preferRelativeResize="0"/>
          <p:nvPr/>
        </p:nvPicPr>
        <p:blipFill rotWithShape="1">
          <a:blip r:embed="rId10">
            <a:alphaModFix/>
          </a:blip>
          <a:srcRect b="0" l="0" r="0" t="0"/>
          <a:stretch/>
        </p:blipFill>
        <p:spPr>
          <a:xfrm>
            <a:off x="10519294" y="7620199"/>
            <a:ext cx="2236095" cy="1825467"/>
          </a:xfrm>
          <a:prstGeom prst="rect">
            <a:avLst/>
          </a:prstGeom>
          <a:noFill/>
          <a:ln>
            <a:noFill/>
          </a:ln>
        </p:spPr>
      </p:pic>
      <p:sp>
        <p:nvSpPr>
          <p:cNvPr id="711" name="Google Shape;711;p27"/>
          <p:cNvSpPr txBox="1"/>
          <p:nvPr/>
        </p:nvSpPr>
        <p:spPr>
          <a:xfrm>
            <a:off x="2088317" y="2437970"/>
            <a:ext cx="7286400" cy="11082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4500" u="none" cap="none" strike="noStrike">
                <a:solidFill>
                  <a:srgbClr val="191919"/>
                </a:solidFill>
                <a:latin typeface="Times New Roman"/>
                <a:ea typeface="Times New Roman"/>
                <a:cs typeface="Times New Roman"/>
                <a:sym typeface="Times New Roman"/>
              </a:rPr>
              <a:t>SENDING WITH A COURTEOUS CLOSE</a:t>
            </a:r>
            <a:endParaRPr b="1" sz="1200">
              <a:latin typeface="Times New Roman"/>
              <a:ea typeface="Times New Roman"/>
              <a:cs typeface="Times New Roman"/>
              <a:sym typeface="Times New Roman"/>
            </a:endParaRPr>
          </a:p>
        </p:txBody>
      </p:sp>
      <p:sp>
        <p:nvSpPr>
          <p:cNvPr id="712" name="Google Shape;712;p27"/>
          <p:cNvSpPr txBox="1"/>
          <p:nvPr/>
        </p:nvSpPr>
        <p:spPr>
          <a:xfrm>
            <a:off x="1709791" y="4448680"/>
            <a:ext cx="7434300" cy="3307200"/>
          </a:xfrm>
          <a:prstGeom prst="rect">
            <a:avLst/>
          </a:prstGeom>
          <a:noFill/>
          <a:ln>
            <a:noFill/>
          </a:ln>
        </p:spPr>
        <p:txBody>
          <a:bodyPr anchorCtr="0" anchor="t" bIns="0" lIns="0" spcFirstLastPara="1" rIns="0" wrap="square" tIns="0">
            <a:spAutoFit/>
          </a:bodyPr>
          <a:lstStyle/>
          <a:p>
            <a:pPr indent="-374169" lvl="1" marL="748338" marR="0" rtl="0" algn="l">
              <a:lnSpc>
                <a:spcPct val="129976"/>
              </a:lnSpc>
              <a:spcBef>
                <a:spcPts val="0"/>
              </a:spcBef>
              <a:spcAft>
                <a:spcPts val="0"/>
              </a:spcAft>
              <a:buClr>
                <a:srgbClr val="191919"/>
              </a:buClr>
              <a:buSzPts val="3466"/>
              <a:buFont typeface="Times New Roman"/>
              <a:buChar char="•"/>
            </a:pPr>
            <a:r>
              <a:rPr i="0" lang="en-US" sz="3466" u="none" cap="none" strike="noStrike">
                <a:solidFill>
                  <a:srgbClr val="191919"/>
                </a:solidFill>
                <a:latin typeface="Times New Roman"/>
                <a:ea typeface="Times New Roman"/>
                <a:cs typeface="Times New Roman"/>
                <a:sym typeface="Times New Roman"/>
              </a:rPr>
              <a:t>Make sure audience members understand what to do next </a:t>
            </a:r>
            <a:endParaRPr>
              <a:latin typeface="Times New Roman"/>
              <a:ea typeface="Times New Roman"/>
              <a:cs typeface="Times New Roman"/>
              <a:sym typeface="Times New Roman"/>
            </a:endParaRPr>
          </a:p>
          <a:p>
            <a:pPr indent="0" lvl="0" marL="0" marR="0" rtl="0" algn="l">
              <a:lnSpc>
                <a:spcPct val="129976"/>
              </a:lnSpc>
              <a:spcBef>
                <a:spcPts val="0"/>
              </a:spcBef>
              <a:spcAft>
                <a:spcPts val="0"/>
              </a:spcAft>
              <a:buNone/>
            </a:pPr>
            <a:r>
              <a:t/>
            </a:r>
            <a:endParaRPr i="0" sz="3466" u="none" cap="none" strike="noStrike">
              <a:solidFill>
                <a:srgbClr val="191919"/>
              </a:solidFill>
              <a:latin typeface="Times New Roman"/>
              <a:ea typeface="Times New Roman"/>
              <a:cs typeface="Times New Roman"/>
              <a:sym typeface="Times New Roman"/>
            </a:endParaRPr>
          </a:p>
          <a:p>
            <a:pPr indent="-374169" lvl="1" marL="748338" marR="0" rtl="0" algn="l">
              <a:lnSpc>
                <a:spcPct val="129976"/>
              </a:lnSpc>
              <a:spcBef>
                <a:spcPts val="0"/>
              </a:spcBef>
              <a:spcAft>
                <a:spcPts val="0"/>
              </a:spcAft>
              <a:buClr>
                <a:srgbClr val="191919"/>
              </a:buClr>
              <a:buSzPts val="3466"/>
              <a:buFont typeface="Times New Roman"/>
              <a:buChar char="•"/>
            </a:pPr>
            <a:r>
              <a:rPr i="0" lang="en-US" sz="3466" u="none" cap="none" strike="noStrike">
                <a:solidFill>
                  <a:srgbClr val="191919"/>
                </a:solidFill>
                <a:latin typeface="Times New Roman"/>
                <a:ea typeface="Times New Roman"/>
                <a:cs typeface="Times New Roman"/>
                <a:sym typeface="Times New Roman"/>
              </a:rPr>
              <a:t>How that action will benefit them (if applicable).</a:t>
            </a:r>
            <a:endParaRPr>
              <a:latin typeface="Times New Roman"/>
              <a:ea typeface="Times New Roman"/>
              <a:cs typeface="Times New Roman"/>
              <a:sym typeface="Times New Roman"/>
            </a:endParaRPr>
          </a:p>
        </p:txBody>
      </p:sp>
      <p:sp>
        <p:nvSpPr>
          <p:cNvPr id="713" name="Google Shape;713;p27"/>
          <p:cNvSpPr txBox="1"/>
          <p:nvPr/>
        </p:nvSpPr>
        <p:spPr>
          <a:xfrm>
            <a:off x="6050389" y="1075310"/>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3.3</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717" name="Shape 717"/>
        <p:cNvGrpSpPr/>
        <p:nvPr/>
      </p:nvGrpSpPr>
      <p:grpSpPr>
        <a:xfrm>
          <a:off x="0" y="0"/>
          <a:ext cx="0" cy="0"/>
          <a:chOff x="0" y="0"/>
          <a:chExt cx="0" cy="0"/>
        </a:xfrm>
      </p:grpSpPr>
      <p:pic>
        <p:nvPicPr>
          <p:cNvPr id="718" name="Google Shape;718;p28"/>
          <p:cNvPicPr preferRelativeResize="0"/>
          <p:nvPr/>
        </p:nvPicPr>
        <p:blipFill rotWithShape="1">
          <a:blip r:embed="rId3">
            <a:alphaModFix/>
          </a:blip>
          <a:srcRect b="0" l="3028" r="1934" t="0"/>
          <a:stretch/>
        </p:blipFill>
        <p:spPr>
          <a:xfrm>
            <a:off x="787432" y="1786496"/>
            <a:ext cx="16904080" cy="528192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FAB0"/>
        </a:solidFill>
      </p:bgPr>
    </p:bg>
    <p:spTree>
      <p:nvGrpSpPr>
        <p:cNvPr id="722" name="Shape 722"/>
        <p:cNvGrpSpPr/>
        <p:nvPr/>
      </p:nvGrpSpPr>
      <p:grpSpPr>
        <a:xfrm>
          <a:off x="0" y="0"/>
          <a:ext cx="0" cy="0"/>
          <a:chOff x="0" y="0"/>
          <a:chExt cx="0" cy="0"/>
        </a:xfrm>
      </p:grpSpPr>
      <p:pic>
        <p:nvPicPr>
          <p:cNvPr id="723" name="Google Shape;723;p29"/>
          <p:cNvPicPr preferRelativeResize="0"/>
          <p:nvPr/>
        </p:nvPicPr>
        <p:blipFill rotWithShape="1">
          <a:blip r:embed="rId3">
            <a:alphaModFix/>
          </a:blip>
          <a:srcRect b="0" l="0" r="0" t="0"/>
          <a:stretch/>
        </p:blipFill>
        <p:spPr>
          <a:xfrm>
            <a:off x="8322570" y="7880721"/>
            <a:ext cx="5260980" cy="4371396"/>
          </a:xfrm>
          <a:prstGeom prst="rect">
            <a:avLst/>
          </a:prstGeom>
          <a:noFill/>
          <a:ln>
            <a:noFill/>
          </a:ln>
        </p:spPr>
      </p:pic>
      <p:pic>
        <p:nvPicPr>
          <p:cNvPr id="724" name="Google Shape;724;p29"/>
          <p:cNvPicPr preferRelativeResize="0"/>
          <p:nvPr/>
        </p:nvPicPr>
        <p:blipFill rotWithShape="1">
          <a:blip r:embed="rId4">
            <a:alphaModFix/>
          </a:blip>
          <a:srcRect b="0" l="0" r="0" t="0"/>
          <a:stretch/>
        </p:blipFill>
        <p:spPr>
          <a:xfrm>
            <a:off x="-1296732" y="-1766138"/>
            <a:ext cx="5589677" cy="5589677"/>
          </a:xfrm>
          <a:prstGeom prst="rect">
            <a:avLst/>
          </a:prstGeom>
          <a:noFill/>
          <a:ln>
            <a:noFill/>
          </a:ln>
        </p:spPr>
      </p:pic>
      <p:pic>
        <p:nvPicPr>
          <p:cNvPr id="725" name="Google Shape;725;p29"/>
          <p:cNvPicPr preferRelativeResize="0"/>
          <p:nvPr/>
        </p:nvPicPr>
        <p:blipFill rotWithShape="1">
          <a:blip r:embed="rId5">
            <a:alphaModFix/>
          </a:blip>
          <a:srcRect b="0" l="0" r="0" t="0"/>
          <a:stretch/>
        </p:blipFill>
        <p:spPr>
          <a:xfrm rot="-5400000">
            <a:off x="14474609" y="-2302729"/>
            <a:ext cx="3965922" cy="4660806"/>
          </a:xfrm>
          <a:prstGeom prst="rect">
            <a:avLst/>
          </a:prstGeom>
          <a:noFill/>
          <a:ln>
            <a:noFill/>
          </a:ln>
        </p:spPr>
      </p:pic>
      <p:grpSp>
        <p:nvGrpSpPr>
          <p:cNvPr id="726" name="Google Shape;726;p29"/>
          <p:cNvGrpSpPr/>
          <p:nvPr/>
        </p:nvGrpSpPr>
        <p:grpSpPr>
          <a:xfrm>
            <a:off x="1498106" y="2793954"/>
            <a:ext cx="9483527" cy="7272466"/>
            <a:chOff x="0" y="0"/>
            <a:chExt cx="14250970" cy="10928390"/>
          </a:xfrm>
        </p:grpSpPr>
        <p:sp>
          <p:nvSpPr>
            <p:cNvPr id="727" name="Google Shape;727;p29"/>
            <p:cNvSpPr/>
            <p:nvPr/>
          </p:nvSpPr>
          <p:spPr>
            <a:xfrm>
              <a:off x="31750" y="31750"/>
              <a:ext cx="14187470" cy="10864890"/>
            </a:xfrm>
            <a:custGeom>
              <a:rect b="b" l="l" r="r" t="t"/>
              <a:pathLst>
                <a:path extrusionOk="0" h="10864890" w="14187470">
                  <a:moveTo>
                    <a:pt x="14094761" y="10864890"/>
                  </a:moveTo>
                  <a:lnTo>
                    <a:pt x="92710" y="10864890"/>
                  </a:lnTo>
                  <a:cubicBezTo>
                    <a:pt x="41910" y="10864890"/>
                    <a:pt x="0" y="10822980"/>
                    <a:pt x="0" y="10772180"/>
                  </a:cubicBezTo>
                  <a:lnTo>
                    <a:pt x="0" y="92710"/>
                  </a:lnTo>
                  <a:cubicBezTo>
                    <a:pt x="0" y="41910"/>
                    <a:pt x="41910" y="0"/>
                    <a:pt x="92710" y="0"/>
                  </a:cubicBezTo>
                  <a:lnTo>
                    <a:pt x="14093492" y="0"/>
                  </a:lnTo>
                  <a:cubicBezTo>
                    <a:pt x="14144292" y="0"/>
                    <a:pt x="14186201" y="41910"/>
                    <a:pt x="14186201" y="92710"/>
                  </a:cubicBezTo>
                  <a:lnTo>
                    <a:pt x="14186201" y="10770909"/>
                  </a:lnTo>
                  <a:cubicBezTo>
                    <a:pt x="14187470" y="10822980"/>
                    <a:pt x="14145561" y="10864890"/>
                    <a:pt x="14094761" y="1086489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9"/>
            <p:cNvSpPr/>
            <p:nvPr/>
          </p:nvSpPr>
          <p:spPr>
            <a:xfrm>
              <a:off x="0" y="0"/>
              <a:ext cx="14250970" cy="10928390"/>
            </a:xfrm>
            <a:custGeom>
              <a:rect b="b" l="l" r="r" t="t"/>
              <a:pathLst>
                <a:path extrusionOk="0" h="10928390" w="14250970">
                  <a:moveTo>
                    <a:pt x="14126511" y="59690"/>
                  </a:moveTo>
                  <a:cubicBezTo>
                    <a:pt x="14162070" y="59690"/>
                    <a:pt x="14191281" y="88900"/>
                    <a:pt x="14191281" y="124460"/>
                  </a:cubicBezTo>
                  <a:lnTo>
                    <a:pt x="14191281" y="10803930"/>
                  </a:lnTo>
                  <a:cubicBezTo>
                    <a:pt x="14191281" y="10839490"/>
                    <a:pt x="14162070" y="10868699"/>
                    <a:pt x="14126511" y="10868699"/>
                  </a:cubicBezTo>
                  <a:lnTo>
                    <a:pt x="124460" y="10868699"/>
                  </a:lnTo>
                  <a:cubicBezTo>
                    <a:pt x="88900" y="10868699"/>
                    <a:pt x="59690" y="10839490"/>
                    <a:pt x="59690" y="10803930"/>
                  </a:cubicBezTo>
                  <a:lnTo>
                    <a:pt x="59690" y="124460"/>
                  </a:lnTo>
                  <a:cubicBezTo>
                    <a:pt x="59690" y="88900"/>
                    <a:pt x="88900" y="59690"/>
                    <a:pt x="124460" y="59690"/>
                  </a:cubicBezTo>
                  <a:lnTo>
                    <a:pt x="14126511" y="59690"/>
                  </a:lnTo>
                  <a:moveTo>
                    <a:pt x="14126511" y="0"/>
                  </a:moveTo>
                  <a:lnTo>
                    <a:pt x="124460" y="0"/>
                  </a:lnTo>
                  <a:cubicBezTo>
                    <a:pt x="55880" y="0"/>
                    <a:pt x="0" y="55880"/>
                    <a:pt x="0" y="124460"/>
                  </a:cubicBezTo>
                  <a:lnTo>
                    <a:pt x="0" y="10803930"/>
                  </a:lnTo>
                  <a:cubicBezTo>
                    <a:pt x="0" y="10872509"/>
                    <a:pt x="55880" y="10928390"/>
                    <a:pt x="124460" y="10928390"/>
                  </a:cubicBezTo>
                  <a:lnTo>
                    <a:pt x="14126511" y="10928390"/>
                  </a:lnTo>
                  <a:cubicBezTo>
                    <a:pt x="14195092" y="10928390"/>
                    <a:pt x="14250970" y="10872509"/>
                    <a:pt x="14250970" y="10803930"/>
                  </a:cubicBezTo>
                  <a:lnTo>
                    <a:pt x="14250970" y="124460"/>
                  </a:lnTo>
                  <a:cubicBezTo>
                    <a:pt x="14250970" y="55880"/>
                    <a:pt x="14195092" y="0"/>
                    <a:pt x="14126511"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9" name="Google Shape;729;p29"/>
          <p:cNvGrpSpPr/>
          <p:nvPr/>
        </p:nvGrpSpPr>
        <p:grpSpPr>
          <a:xfrm>
            <a:off x="1498106" y="2010635"/>
            <a:ext cx="9483527" cy="1041805"/>
            <a:chOff x="0" y="0"/>
            <a:chExt cx="14250970" cy="1565529"/>
          </a:xfrm>
        </p:grpSpPr>
        <p:sp>
          <p:nvSpPr>
            <p:cNvPr id="730" name="Google Shape;730;p29"/>
            <p:cNvSpPr/>
            <p:nvPr/>
          </p:nvSpPr>
          <p:spPr>
            <a:xfrm>
              <a:off x="31750" y="31750"/>
              <a:ext cx="14187470" cy="1502029"/>
            </a:xfrm>
            <a:custGeom>
              <a:rect b="b" l="l" r="r" t="t"/>
              <a:pathLst>
                <a:path extrusionOk="0" h="1502029" w="14187470">
                  <a:moveTo>
                    <a:pt x="14094761" y="1502029"/>
                  </a:moveTo>
                  <a:lnTo>
                    <a:pt x="92710" y="1502029"/>
                  </a:lnTo>
                  <a:cubicBezTo>
                    <a:pt x="41910" y="1502029"/>
                    <a:pt x="0" y="1460119"/>
                    <a:pt x="0" y="1409319"/>
                  </a:cubicBezTo>
                  <a:lnTo>
                    <a:pt x="0" y="92710"/>
                  </a:lnTo>
                  <a:cubicBezTo>
                    <a:pt x="0" y="41910"/>
                    <a:pt x="41910" y="0"/>
                    <a:pt x="92710" y="0"/>
                  </a:cubicBezTo>
                  <a:lnTo>
                    <a:pt x="14093492" y="0"/>
                  </a:lnTo>
                  <a:cubicBezTo>
                    <a:pt x="14144292" y="0"/>
                    <a:pt x="14186201" y="41910"/>
                    <a:pt x="14186201" y="92710"/>
                  </a:cubicBezTo>
                  <a:lnTo>
                    <a:pt x="14186201" y="1408049"/>
                  </a:lnTo>
                  <a:cubicBezTo>
                    <a:pt x="14187470" y="1460119"/>
                    <a:pt x="14145561" y="1502029"/>
                    <a:pt x="14094761" y="1502029"/>
                  </a:cubicBezTo>
                  <a:close/>
                </a:path>
              </a:pathLst>
            </a:custGeom>
            <a:solidFill>
              <a:srgbClr val="FFF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9"/>
            <p:cNvSpPr/>
            <p:nvPr/>
          </p:nvSpPr>
          <p:spPr>
            <a:xfrm>
              <a:off x="0" y="0"/>
              <a:ext cx="14250970" cy="1565529"/>
            </a:xfrm>
            <a:custGeom>
              <a:rect b="b" l="l" r="r" t="t"/>
              <a:pathLst>
                <a:path extrusionOk="0" h="1565529" w="14250970">
                  <a:moveTo>
                    <a:pt x="14126511" y="59690"/>
                  </a:moveTo>
                  <a:cubicBezTo>
                    <a:pt x="14162070" y="59690"/>
                    <a:pt x="14191281" y="88900"/>
                    <a:pt x="14191281" y="124460"/>
                  </a:cubicBezTo>
                  <a:lnTo>
                    <a:pt x="14191281" y="1441069"/>
                  </a:lnTo>
                  <a:cubicBezTo>
                    <a:pt x="14191281" y="1476629"/>
                    <a:pt x="14162070" y="1505839"/>
                    <a:pt x="14126511" y="1505839"/>
                  </a:cubicBezTo>
                  <a:lnTo>
                    <a:pt x="124460" y="1505839"/>
                  </a:lnTo>
                  <a:cubicBezTo>
                    <a:pt x="88900" y="1505839"/>
                    <a:pt x="59690" y="1476629"/>
                    <a:pt x="59690" y="1441069"/>
                  </a:cubicBezTo>
                  <a:lnTo>
                    <a:pt x="59690" y="124460"/>
                  </a:lnTo>
                  <a:cubicBezTo>
                    <a:pt x="59690" y="88900"/>
                    <a:pt x="88900" y="59690"/>
                    <a:pt x="124460" y="59690"/>
                  </a:cubicBezTo>
                  <a:lnTo>
                    <a:pt x="14126511" y="59690"/>
                  </a:lnTo>
                  <a:moveTo>
                    <a:pt x="14126511" y="0"/>
                  </a:moveTo>
                  <a:lnTo>
                    <a:pt x="124460" y="0"/>
                  </a:lnTo>
                  <a:cubicBezTo>
                    <a:pt x="55880" y="0"/>
                    <a:pt x="0" y="55880"/>
                    <a:pt x="0" y="124460"/>
                  </a:cubicBezTo>
                  <a:lnTo>
                    <a:pt x="0" y="1441069"/>
                  </a:lnTo>
                  <a:cubicBezTo>
                    <a:pt x="0" y="1509649"/>
                    <a:pt x="55880" y="1565529"/>
                    <a:pt x="124460" y="1565529"/>
                  </a:cubicBezTo>
                  <a:lnTo>
                    <a:pt x="14126511" y="1565529"/>
                  </a:lnTo>
                  <a:cubicBezTo>
                    <a:pt x="14195092" y="1565529"/>
                    <a:pt x="14250970" y="1509649"/>
                    <a:pt x="14250970" y="1441069"/>
                  </a:cubicBezTo>
                  <a:lnTo>
                    <a:pt x="14250970" y="124460"/>
                  </a:lnTo>
                  <a:cubicBezTo>
                    <a:pt x="14250970" y="55880"/>
                    <a:pt x="14195092" y="0"/>
                    <a:pt x="14126511"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32" name="Google Shape;732;p29"/>
          <p:cNvPicPr preferRelativeResize="0"/>
          <p:nvPr/>
        </p:nvPicPr>
        <p:blipFill rotWithShape="1">
          <a:blip r:embed="rId6">
            <a:alphaModFix/>
          </a:blip>
          <a:srcRect b="0" l="0" r="0" t="0"/>
          <a:stretch/>
        </p:blipFill>
        <p:spPr>
          <a:xfrm>
            <a:off x="1957151" y="2331834"/>
            <a:ext cx="405873" cy="405873"/>
          </a:xfrm>
          <a:prstGeom prst="rect">
            <a:avLst/>
          </a:prstGeom>
          <a:noFill/>
          <a:ln>
            <a:noFill/>
          </a:ln>
        </p:spPr>
      </p:pic>
      <p:pic>
        <p:nvPicPr>
          <p:cNvPr id="733" name="Google Shape;733;p29"/>
          <p:cNvPicPr preferRelativeResize="0"/>
          <p:nvPr/>
        </p:nvPicPr>
        <p:blipFill rotWithShape="1">
          <a:blip r:embed="rId7">
            <a:alphaModFix/>
          </a:blip>
          <a:srcRect b="0" l="0" r="0" t="0"/>
          <a:stretch/>
        </p:blipFill>
        <p:spPr>
          <a:xfrm>
            <a:off x="2629802" y="2331834"/>
            <a:ext cx="405873" cy="405873"/>
          </a:xfrm>
          <a:prstGeom prst="rect">
            <a:avLst/>
          </a:prstGeom>
          <a:noFill/>
          <a:ln>
            <a:noFill/>
          </a:ln>
        </p:spPr>
      </p:pic>
      <p:pic>
        <p:nvPicPr>
          <p:cNvPr id="734" name="Google Shape;734;p29"/>
          <p:cNvPicPr preferRelativeResize="0"/>
          <p:nvPr/>
        </p:nvPicPr>
        <p:blipFill rotWithShape="1">
          <a:blip r:embed="rId8">
            <a:alphaModFix/>
          </a:blip>
          <a:srcRect b="0" l="0" r="0" t="0"/>
          <a:stretch/>
        </p:blipFill>
        <p:spPr>
          <a:xfrm>
            <a:off x="3302453" y="2331834"/>
            <a:ext cx="405873" cy="405873"/>
          </a:xfrm>
          <a:prstGeom prst="rect">
            <a:avLst/>
          </a:prstGeom>
          <a:noFill/>
          <a:ln>
            <a:noFill/>
          </a:ln>
        </p:spPr>
      </p:pic>
      <p:sp>
        <p:nvSpPr>
          <p:cNvPr id="735" name="Google Shape;735;p29"/>
          <p:cNvSpPr txBox="1"/>
          <p:nvPr/>
        </p:nvSpPr>
        <p:spPr>
          <a:xfrm>
            <a:off x="1779611" y="3385961"/>
            <a:ext cx="8725800" cy="6361500"/>
          </a:xfrm>
          <a:prstGeom prst="rect">
            <a:avLst/>
          </a:prstGeom>
          <a:noFill/>
          <a:ln>
            <a:noFill/>
          </a:ln>
        </p:spPr>
        <p:txBody>
          <a:bodyPr anchorCtr="0" anchor="t" bIns="0" lIns="0" spcFirstLastPara="1" rIns="0" wrap="square" tIns="0">
            <a:spAutoFit/>
          </a:bodyPr>
          <a:lstStyle/>
          <a:p>
            <a:pPr indent="-340979" lvl="1" marL="745457" marR="0" rtl="0" algn="l">
              <a:lnSpc>
                <a:spcPct val="100000"/>
              </a:lnSpc>
              <a:spcBef>
                <a:spcPts val="0"/>
              </a:spcBef>
              <a:spcAft>
                <a:spcPts val="0"/>
              </a:spcAft>
              <a:buClr>
                <a:srgbClr val="191919"/>
              </a:buClr>
              <a:buSzPts val="2952"/>
              <a:buFont typeface="Times New Roman"/>
              <a:buChar char="•"/>
            </a:pPr>
            <a:r>
              <a:rPr i="0" lang="en-US" sz="2952" u="none" cap="none" strike="noStrike">
                <a:solidFill>
                  <a:srgbClr val="191919"/>
                </a:solidFill>
                <a:latin typeface="Times New Roman"/>
                <a:ea typeface="Times New Roman"/>
                <a:cs typeface="Times New Roman"/>
                <a:sym typeface="Times New Roman"/>
              </a:rPr>
              <a:t>ANSWERING REQUESTS FOR INFORMATION AND ACTION</a:t>
            </a:r>
            <a:endParaRPr sz="9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2952" u="none" cap="none" strike="noStrike">
              <a:solidFill>
                <a:srgbClr val="191919"/>
              </a:solidFill>
              <a:latin typeface="Times New Roman"/>
              <a:ea typeface="Times New Roman"/>
              <a:cs typeface="Times New Roman"/>
              <a:sym typeface="Times New Roman"/>
            </a:endParaRPr>
          </a:p>
          <a:p>
            <a:pPr indent="-340979" lvl="1" marL="745457" marR="0" rtl="0" algn="l">
              <a:lnSpc>
                <a:spcPct val="100000"/>
              </a:lnSpc>
              <a:spcBef>
                <a:spcPts val="0"/>
              </a:spcBef>
              <a:spcAft>
                <a:spcPts val="0"/>
              </a:spcAft>
              <a:buClr>
                <a:srgbClr val="191919"/>
              </a:buClr>
              <a:buSzPts val="2952"/>
              <a:buFont typeface="Times New Roman"/>
              <a:buChar char="•"/>
            </a:pPr>
            <a:r>
              <a:rPr i="0" lang="en-US" sz="2952" u="none" cap="none" strike="noStrike">
                <a:solidFill>
                  <a:srgbClr val="191919"/>
                </a:solidFill>
                <a:latin typeface="Times New Roman"/>
                <a:ea typeface="Times New Roman"/>
                <a:cs typeface="Times New Roman"/>
                <a:sym typeface="Times New Roman"/>
              </a:rPr>
              <a:t>GRANTING CLAIMS AND REQUESTS FOR ADJUSTMENT</a:t>
            </a:r>
            <a:endParaRPr sz="9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2952" u="none" cap="none" strike="noStrike">
              <a:solidFill>
                <a:srgbClr val="191919"/>
              </a:solidFill>
              <a:latin typeface="Times New Roman"/>
              <a:ea typeface="Times New Roman"/>
              <a:cs typeface="Times New Roman"/>
              <a:sym typeface="Times New Roman"/>
            </a:endParaRPr>
          </a:p>
          <a:p>
            <a:pPr indent="-340979" lvl="1" marL="745457" marR="0" rtl="0" algn="l">
              <a:lnSpc>
                <a:spcPct val="100000"/>
              </a:lnSpc>
              <a:spcBef>
                <a:spcPts val="0"/>
              </a:spcBef>
              <a:spcAft>
                <a:spcPts val="0"/>
              </a:spcAft>
              <a:buClr>
                <a:srgbClr val="191919"/>
              </a:buClr>
              <a:buSzPts val="2952"/>
              <a:buFont typeface="Times New Roman"/>
              <a:buChar char="•"/>
            </a:pPr>
            <a:r>
              <a:rPr i="0" lang="en-US" sz="2952" u="none" cap="none" strike="noStrike">
                <a:solidFill>
                  <a:srgbClr val="191919"/>
                </a:solidFill>
                <a:latin typeface="Times New Roman"/>
                <a:ea typeface="Times New Roman"/>
                <a:cs typeface="Times New Roman"/>
                <a:sym typeface="Times New Roman"/>
              </a:rPr>
              <a:t>PROVIDING RECOMMENDATIONS AND REFERENCES</a:t>
            </a:r>
            <a:endParaRPr sz="9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2952" u="none" cap="none" strike="noStrike">
              <a:solidFill>
                <a:srgbClr val="191919"/>
              </a:solidFill>
              <a:latin typeface="Times New Roman"/>
              <a:ea typeface="Times New Roman"/>
              <a:cs typeface="Times New Roman"/>
              <a:sym typeface="Times New Roman"/>
            </a:endParaRPr>
          </a:p>
          <a:p>
            <a:pPr indent="-340979" lvl="1" marL="745457" marR="0" rtl="0" algn="l">
              <a:lnSpc>
                <a:spcPct val="100000"/>
              </a:lnSpc>
              <a:spcBef>
                <a:spcPts val="0"/>
              </a:spcBef>
              <a:spcAft>
                <a:spcPts val="0"/>
              </a:spcAft>
              <a:buClr>
                <a:srgbClr val="191919"/>
              </a:buClr>
              <a:buSzPts val="2952"/>
              <a:buFont typeface="Times New Roman"/>
              <a:buChar char="•"/>
            </a:pPr>
            <a:r>
              <a:rPr i="0" lang="en-US" sz="2952" u="none" cap="none" strike="noStrike">
                <a:solidFill>
                  <a:srgbClr val="191919"/>
                </a:solidFill>
                <a:latin typeface="Times New Roman"/>
                <a:ea typeface="Times New Roman"/>
                <a:cs typeface="Times New Roman"/>
                <a:sym typeface="Times New Roman"/>
              </a:rPr>
              <a:t>SHARING ROUTINE INFORMATION</a:t>
            </a:r>
            <a:endParaRPr sz="9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2952" u="none" cap="none" strike="noStrike">
              <a:solidFill>
                <a:srgbClr val="191919"/>
              </a:solidFill>
              <a:latin typeface="Times New Roman"/>
              <a:ea typeface="Times New Roman"/>
              <a:cs typeface="Times New Roman"/>
              <a:sym typeface="Times New Roman"/>
            </a:endParaRPr>
          </a:p>
          <a:p>
            <a:pPr indent="-340979" lvl="1" marL="745457" marR="0" rtl="0" algn="l">
              <a:lnSpc>
                <a:spcPct val="100000"/>
              </a:lnSpc>
              <a:spcBef>
                <a:spcPts val="0"/>
              </a:spcBef>
              <a:spcAft>
                <a:spcPts val="0"/>
              </a:spcAft>
              <a:buClr>
                <a:srgbClr val="191919"/>
              </a:buClr>
              <a:buSzPts val="2952"/>
              <a:buFont typeface="Times New Roman"/>
              <a:buChar char="•"/>
            </a:pPr>
            <a:r>
              <a:rPr i="0" lang="en-US" sz="2952" u="none" cap="none" strike="noStrike">
                <a:solidFill>
                  <a:srgbClr val="191919"/>
                </a:solidFill>
                <a:latin typeface="Times New Roman"/>
                <a:ea typeface="Times New Roman"/>
                <a:cs typeface="Times New Roman"/>
                <a:sym typeface="Times New Roman"/>
              </a:rPr>
              <a:t>ANNOUNCING GOOD NEWS</a:t>
            </a:r>
            <a:endParaRPr sz="9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2952" u="none" cap="none" strike="noStrike">
              <a:solidFill>
                <a:srgbClr val="191919"/>
              </a:solidFill>
              <a:latin typeface="Times New Roman"/>
              <a:ea typeface="Times New Roman"/>
              <a:cs typeface="Times New Roman"/>
              <a:sym typeface="Times New Roman"/>
            </a:endParaRPr>
          </a:p>
          <a:p>
            <a:pPr indent="-340979" lvl="1" marL="745457" marR="0" rtl="0" algn="l">
              <a:lnSpc>
                <a:spcPct val="100000"/>
              </a:lnSpc>
              <a:spcBef>
                <a:spcPts val="0"/>
              </a:spcBef>
              <a:spcAft>
                <a:spcPts val="0"/>
              </a:spcAft>
              <a:buClr>
                <a:srgbClr val="191919"/>
              </a:buClr>
              <a:buSzPts val="2952"/>
              <a:buFont typeface="Times New Roman"/>
              <a:buChar char="•"/>
            </a:pPr>
            <a:r>
              <a:rPr i="0" lang="en-US" sz="2952" u="none" cap="none" strike="noStrike">
                <a:solidFill>
                  <a:srgbClr val="191919"/>
                </a:solidFill>
                <a:latin typeface="Times New Roman"/>
                <a:ea typeface="Times New Roman"/>
                <a:cs typeface="Times New Roman"/>
                <a:sym typeface="Times New Roman"/>
              </a:rPr>
              <a:t>FOSTERING GOODWILL</a:t>
            </a:r>
            <a:endParaRPr sz="900">
              <a:latin typeface="Times New Roman"/>
              <a:ea typeface="Times New Roman"/>
              <a:cs typeface="Times New Roman"/>
              <a:sym typeface="Times New Roman"/>
            </a:endParaRPr>
          </a:p>
        </p:txBody>
      </p:sp>
      <p:sp>
        <p:nvSpPr>
          <p:cNvPr id="736" name="Google Shape;736;p29"/>
          <p:cNvSpPr txBox="1"/>
          <p:nvPr/>
        </p:nvSpPr>
        <p:spPr>
          <a:xfrm>
            <a:off x="5520697" y="2385546"/>
            <a:ext cx="4984687" cy="450848"/>
          </a:xfrm>
          <a:prstGeom prst="rect">
            <a:avLst/>
          </a:prstGeom>
          <a:noFill/>
          <a:ln>
            <a:noFill/>
          </a:ln>
        </p:spPr>
        <p:txBody>
          <a:bodyPr anchorCtr="0" anchor="t" bIns="0" lIns="0" spcFirstLastPara="1" rIns="0" wrap="square" tIns="0">
            <a:spAutoFit/>
          </a:bodyPr>
          <a:lstStyle/>
          <a:p>
            <a:pPr indent="0" lvl="0" marL="0" marR="0" rtl="0" algn="r">
              <a:lnSpc>
                <a:spcPct val="79995"/>
              </a:lnSpc>
              <a:spcBef>
                <a:spcPts val="0"/>
              </a:spcBef>
              <a:spcAft>
                <a:spcPts val="0"/>
              </a:spcAft>
              <a:buNone/>
            </a:pPr>
            <a:r>
              <a:rPr b="0" i="0" lang="en-US" sz="3999" u="none" cap="none" strike="noStrike">
                <a:solidFill>
                  <a:srgbClr val="191919"/>
                </a:solidFill>
                <a:latin typeface="Arial"/>
                <a:ea typeface="Arial"/>
                <a:cs typeface="Arial"/>
                <a:sym typeface="Arial"/>
              </a:rPr>
              <a:t>4</a:t>
            </a:r>
            <a:endParaRPr/>
          </a:p>
        </p:txBody>
      </p:sp>
      <p:pic>
        <p:nvPicPr>
          <p:cNvPr id="737" name="Google Shape;737;p29"/>
          <p:cNvPicPr preferRelativeResize="0"/>
          <p:nvPr/>
        </p:nvPicPr>
        <p:blipFill rotWithShape="1">
          <a:blip r:embed="rId9">
            <a:alphaModFix/>
          </a:blip>
          <a:srcRect b="0" l="0" r="0" t="0"/>
          <a:stretch/>
        </p:blipFill>
        <p:spPr>
          <a:xfrm>
            <a:off x="12198429" y="3871811"/>
            <a:ext cx="7913189" cy="3392780"/>
          </a:xfrm>
          <a:prstGeom prst="rect">
            <a:avLst/>
          </a:prstGeom>
          <a:noFill/>
          <a:ln>
            <a:noFill/>
          </a:ln>
        </p:spPr>
      </p:pic>
      <p:sp>
        <p:nvSpPr>
          <p:cNvPr id="738" name="Google Shape;738;p29"/>
          <p:cNvSpPr txBox="1"/>
          <p:nvPr/>
        </p:nvSpPr>
        <p:spPr>
          <a:xfrm>
            <a:off x="12838274" y="4489325"/>
            <a:ext cx="5213400" cy="1461900"/>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b="1" i="0" lang="en-US" sz="2499" u="none" cap="none" strike="noStrike">
                <a:solidFill>
                  <a:srgbClr val="191919"/>
                </a:solidFill>
                <a:latin typeface="Times New Roman"/>
                <a:ea typeface="Times New Roman"/>
                <a:cs typeface="Times New Roman"/>
                <a:sym typeface="Times New Roman"/>
              </a:rPr>
              <a:t>Six common types</a:t>
            </a:r>
            <a:endParaRPr b="1" sz="1300">
              <a:latin typeface="Times New Roman"/>
              <a:ea typeface="Times New Roman"/>
              <a:cs typeface="Times New Roman"/>
              <a:sym typeface="Times New Roman"/>
            </a:endParaRPr>
          </a:p>
          <a:p>
            <a:pPr indent="0" lvl="0" marL="0" marR="0" rtl="0" algn="l">
              <a:lnSpc>
                <a:spcPct val="140015"/>
              </a:lnSpc>
              <a:spcBef>
                <a:spcPts val="0"/>
              </a:spcBef>
              <a:spcAft>
                <a:spcPts val="0"/>
              </a:spcAft>
              <a:buNone/>
            </a:pPr>
            <a:r>
              <a:rPr b="1" i="0" lang="en-US" sz="2499" u="none" cap="none" strike="noStrike">
                <a:solidFill>
                  <a:srgbClr val="191919"/>
                </a:solidFill>
                <a:latin typeface="Times New Roman"/>
                <a:ea typeface="Times New Roman"/>
                <a:cs typeface="Times New Roman"/>
                <a:sym typeface="Times New Roman"/>
              </a:rPr>
              <a:t>of routine replies and positive</a:t>
            </a:r>
            <a:endParaRPr b="1" sz="1300">
              <a:latin typeface="Times New Roman"/>
              <a:ea typeface="Times New Roman"/>
              <a:cs typeface="Times New Roman"/>
              <a:sym typeface="Times New Roman"/>
            </a:endParaRPr>
          </a:p>
          <a:p>
            <a:pPr indent="0" lvl="0" marL="0" marR="0" rtl="0" algn="l">
              <a:lnSpc>
                <a:spcPct val="140015"/>
              </a:lnSpc>
              <a:spcBef>
                <a:spcPts val="0"/>
              </a:spcBef>
              <a:spcAft>
                <a:spcPts val="0"/>
              </a:spcAft>
              <a:buNone/>
            </a:pPr>
            <a:r>
              <a:rPr b="1" i="0" lang="en-US" sz="2499" u="none" cap="none" strike="noStrike">
                <a:solidFill>
                  <a:srgbClr val="191919"/>
                </a:solidFill>
                <a:latin typeface="Times New Roman"/>
                <a:ea typeface="Times New Roman"/>
                <a:cs typeface="Times New Roman"/>
                <a:sym typeface="Times New Roman"/>
              </a:rPr>
              <a:t>messages.</a:t>
            </a:r>
            <a:endParaRPr b="1" sz="1300">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742" name="Shape 742"/>
        <p:cNvGrpSpPr/>
        <p:nvPr/>
      </p:nvGrpSpPr>
      <p:grpSpPr>
        <a:xfrm>
          <a:off x="0" y="0"/>
          <a:ext cx="0" cy="0"/>
          <a:chOff x="0" y="0"/>
          <a:chExt cx="0" cy="0"/>
        </a:xfrm>
      </p:grpSpPr>
      <p:pic>
        <p:nvPicPr>
          <p:cNvPr id="743" name="Google Shape;743;p30"/>
          <p:cNvPicPr preferRelativeResize="0"/>
          <p:nvPr/>
        </p:nvPicPr>
        <p:blipFill rotWithShape="1">
          <a:blip r:embed="rId3">
            <a:alphaModFix/>
          </a:blip>
          <a:srcRect b="0" l="0" r="0" t="0"/>
          <a:stretch/>
        </p:blipFill>
        <p:spPr>
          <a:xfrm rot="3323013">
            <a:off x="13103259" y="-1578177"/>
            <a:ext cx="6797678" cy="5648252"/>
          </a:xfrm>
          <a:prstGeom prst="rect">
            <a:avLst/>
          </a:prstGeom>
          <a:noFill/>
          <a:ln>
            <a:noFill/>
          </a:ln>
        </p:spPr>
      </p:pic>
      <p:pic>
        <p:nvPicPr>
          <p:cNvPr id="744" name="Google Shape;744;p30"/>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745" name="Google Shape;745;p30"/>
          <p:cNvGrpSpPr/>
          <p:nvPr/>
        </p:nvGrpSpPr>
        <p:grpSpPr>
          <a:xfrm>
            <a:off x="1655034" y="1708069"/>
            <a:ext cx="8004959" cy="8068787"/>
            <a:chOff x="0" y="0"/>
            <a:chExt cx="12029114" cy="12125027"/>
          </a:xfrm>
        </p:grpSpPr>
        <p:sp>
          <p:nvSpPr>
            <p:cNvPr id="746" name="Google Shape;746;p30"/>
            <p:cNvSpPr/>
            <p:nvPr/>
          </p:nvSpPr>
          <p:spPr>
            <a:xfrm>
              <a:off x="31750" y="31750"/>
              <a:ext cx="11965614" cy="12061527"/>
            </a:xfrm>
            <a:custGeom>
              <a:rect b="b" l="l" r="r" t="t"/>
              <a:pathLst>
                <a:path extrusionOk="0" h="12061527" w="11965614">
                  <a:moveTo>
                    <a:pt x="11872904" y="12061527"/>
                  </a:moveTo>
                  <a:lnTo>
                    <a:pt x="92710" y="12061527"/>
                  </a:lnTo>
                  <a:cubicBezTo>
                    <a:pt x="41910" y="12061527"/>
                    <a:pt x="0" y="12019617"/>
                    <a:pt x="0" y="11968817"/>
                  </a:cubicBezTo>
                  <a:lnTo>
                    <a:pt x="0" y="92710"/>
                  </a:lnTo>
                  <a:cubicBezTo>
                    <a:pt x="0" y="41910"/>
                    <a:pt x="41910" y="0"/>
                    <a:pt x="92710" y="0"/>
                  </a:cubicBezTo>
                  <a:lnTo>
                    <a:pt x="11871634" y="0"/>
                  </a:lnTo>
                  <a:cubicBezTo>
                    <a:pt x="11922434" y="0"/>
                    <a:pt x="11964344" y="41910"/>
                    <a:pt x="11964344" y="92710"/>
                  </a:cubicBezTo>
                  <a:lnTo>
                    <a:pt x="11964344" y="11967546"/>
                  </a:lnTo>
                  <a:cubicBezTo>
                    <a:pt x="11965614" y="12019617"/>
                    <a:pt x="11923704" y="12061527"/>
                    <a:pt x="11872904" y="1206152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0"/>
            <p:cNvSpPr/>
            <p:nvPr/>
          </p:nvSpPr>
          <p:spPr>
            <a:xfrm>
              <a:off x="0" y="0"/>
              <a:ext cx="12029114" cy="12125027"/>
            </a:xfrm>
            <a:custGeom>
              <a:rect b="b" l="l" r="r" t="t"/>
              <a:pathLst>
                <a:path extrusionOk="0" h="12125027" w="12029114">
                  <a:moveTo>
                    <a:pt x="11904654" y="59690"/>
                  </a:moveTo>
                  <a:cubicBezTo>
                    <a:pt x="11940214" y="59690"/>
                    <a:pt x="11969424" y="88900"/>
                    <a:pt x="11969424" y="124460"/>
                  </a:cubicBezTo>
                  <a:lnTo>
                    <a:pt x="11969424" y="12000567"/>
                  </a:lnTo>
                  <a:cubicBezTo>
                    <a:pt x="11969424" y="12036127"/>
                    <a:pt x="11940214" y="12065336"/>
                    <a:pt x="11904654" y="12065336"/>
                  </a:cubicBezTo>
                  <a:lnTo>
                    <a:pt x="124460" y="12065336"/>
                  </a:lnTo>
                  <a:cubicBezTo>
                    <a:pt x="88900" y="12065336"/>
                    <a:pt x="59690" y="12036127"/>
                    <a:pt x="59690" y="12000567"/>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2000567"/>
                  </a:lnTo>
                  <a:cubicBezTo>
                    <a:pt x="0" y="12069146"/>
                    <a:pt x="55880" y="12125027"/>
                    <a:pt x="124460" y="12125027"/>
                  </a:cubicBezTo>
                  <a:lnTo>
                    <a:pt x="11904654" y="12125027"/>
                  </a:lnTo>
                  <a:cubicBezTo>
                    <a:pt x="11973234" y="12125027"/>
                    <a:pt x="12029114" y="12069146"/>
                    <a:pt x="12029114" y="12000567"/>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8" name="Google Shape;748;p30"/>
          <p:cNvGrpSpPr/>
          <p:nvPr/>
        </p:nvGrpSpPr>
        <p:grpSpPr>
          <a:xfrm>
            <a:off x="1655034" y="924750"/>
            <a:ext cx="8004959" cy="1041805"/>
            <a:chOff x="0" y="0"/>
            <a:chExt cx="12029114" cy="1565529"/>
          </a:xfrm>
        </p:grpSpPr>
        <p:sp>
          <p:nvSpPr>
            <p:cNvPr id="749" name="Google Shape;749;p30"/>
            <p:cNvSpPr/>
            <p:nvPr/>
          </p:nvSpPr>
          <p:spPr>
            <a:xfrm>
              <a:off x="31750" y="31750"/>
              <a:ext cx="11965614" cy="1502029"/>
            </a:xfrm>
            <a:custGeom>
              <a:rect b="b" l="l" r="r" t="t"/>
              <a:pathLst>
                <a:path extrusionOk="0" h="1502029" w="11965614">
                  <a:moveTo>
                    <a:pt x="11872904" y="1502029"/>
                  </a:moveTo>
                  <a:lnTo>
                    <a:pt x="92710" y="1502029"/>
                  </a:lnTo>
                  <a:cubicBezTo>
                    <a:pt x="41910" y="1502029"/>
                    <a:pt x="0" y="1460119"/>
                    <a:pt x="0" y="1409319"/>
                  </a:cubicBezTo>
                  <a:lnTo>
                    <a:pt x="0" y="92710"/>
                  </a:lnTo>
                  <a:cubicBezTo>
                    <a:pt x="0" y="41910"/>
                    <a:pt x="41910" y="0"/>
                    <a:pt x="92710" y="0"/>
                  </a:cubicBezTo>
                  <a:lnTo>
                    <a:pt x="11871634" y="0"/>
                  </a:lnTo>
                  <a:cubicBezTo>
                    <a:pt x="11922434" y="0"/>
                    <a:pt x="11964344" y="41910"/>
                    <a:pt x="11964344" y="92710"/>
                  </a:cubicBezTo>
                  <a:lnTo>
                    <a:pt x="11964344" y="1408049"/>
                  </a:lnTo>
                  <a:cubicBezTo>
                    <a:pt x="11965614" y="1460119"/>
                    <a:pt x="11923704" y="1502029"/>
                    <a:pt x="11872904"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0"/>
            <p:cNvSpPr/>
            <p:nvPr/>
          </p:nvSpPr>
          <p:spPr>
            <a:xfrm>
              <a:off x="0" y="0"/>
              <a:ext cx="12029114" cy="1565529"/>
            </a:xfrm>
            <a:custGeom>
              <a:rect b="b" l="l" r="r" t="t"/>
              <a:pathLst>
                <a:path extrusionOk="0" h="1565529" w="12029114">
                  <a:moveTo>
                    <a:pt x="11904654" y="59690"/>
                  </a:moveTo>
                  <a:cubicBezTo>
                    <a:pt x="11940214" y="59690"/>
                    <a:pt x="11969424" y="88900"/>
                    <a:pt x="11969424" y="124460"/>
                  </a:cubicBezTo>
                  <a:lnTo>
                    <a:pt x="11969424" y="1441069"/>
                  </a:lnTo>
                  <a:cubicBezTo>
                    <a:pt x="11969424" y="1476629"/>
                    <a:pt x="11940214" y="1505839"/>
                    <a:pt x="11904654" y="1505839"/>
                  </a:cubicBezTo>
                  <a:lnTo>
                    <a:pt x="124460" y="1505839"/>
                  </a:lnTo>
                  <a:cubicBezTo>
                    <a:pt x="88900" y="1505839"/>
                    <a:pt x="59690" y="1476629"/>
                    <a:pt x="59690" y="1441069"/>
                  </a:cubicBezTo>
                  <a:lnTo>
                    <a:pt x="59690" y="124460"/>
                  </a:lnTo>
                  <a:cubicBezTo>
                    <a:pt x="59690" y="88900"/>
                    <a:pt x="88900" y="59690"/>
                    <a:pt x="124460" y="59690"/>
                  </a:cubicBezTo>
                  <a:lnTo>
                    <a:pt x="11904654" y="59690"/>
                  </a:lnTo>
                  <a:moveTo>
                    <a:pt x="11904654" y="0"/>
                  </a:moveTo>
                  <a:lnTo>
                    <a:pt x="124460" y="0"/>
                  </a:lnTo>
                  <a:cubicBezTo>
                    <a:pt x="55880" y="0"/>
                    <a:pt x="0" y="55880"/>
                    <a:pt x="0" y="124460"/>
                  </a:cubicBezTo>
                  <a:lnTo>
                    <a:pt x="0" y="1441069"/>
                  </a:lnTo>
                  <a:cubicBezTo>
                    <a:pt x="0" y="1509649"/>
                    <a:pt x="55880" y="1565529"/>
                    <a:pt x="124460" y="1565529"/>
                  </a:cubicBezTo>
                  <a:lnTo>
                    <a:pt x="11904654" y="1565529"/>
                  </a:lnTo>
                  <a:cubicBezTo>
                    <a:pt x="11973234" y="1565529"/>
                    <a:pt x="12029114" y="1509649"/>
                    <a:pt x="12029114" y="1441069"/>
                  </a:cubicBezTo>
                  <a:lnTo>
                    <a:pt x="12029114" y="124460"/>
                  </a:lnTo>
                  <a:cubicBezTo>
                    <a:pt x="12029114" y="55880"/>
                    <a:pt x="11973234" y="0"/>
                    <a:pt x="11904654"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51" name="Google Shape;751;p30"/>
          <p:cNvPicPr preferRelativeResize="0"/>
          <p:nvPr/>
        </p:nvPicPr>
        <p:blipFill rotWithShape="1">
          <a:blip r:embed="rId5">
            <a:alphaModFix/>
          </a:blip>
          <a:srcRect b="0" l="0" r="0" t="0"/>
          <a:stretch/>
        </p:blipFill>
        <p:spPr>
          <a:xfrm>
            <a:off x="2088317" y="1245949"/>
            <a:ext cx="405873" cy="405873"/>
          </a:xfrm>
          <a:prstGeom prst="rect">
            <a:avLst/>
          </a:prstGeom>
          <a:noFill/>
          <a:ln>
            <a:noFill/>
          </a:ln>
        </p:spPr>
      </p:pic>
      <p:pic>
        <p:nvPicPr>
          <p:cNvPr id="752" name="Google Shape;752;p30"/>
          <p:cNvPicPr preferRelativeResize="0"/>
          <p:nvPr/>
        </p:nvPicPr>
        <p:blipFill rotWithShape="1">
          <a:blip r:embed="rId6">
            <a:alphaModFix/>
          </a:blip>
          <a:srcRect b="0" l="0" r="0" t="0"/>
          <a:stretch/>
        </p:blipFill>
        <p:spPr>
          <a:xfrm>
            <a:off x="2760968" y="1245949"/>
            <a:ext cx="405873" cy="405873"/>
          </a:xfrm>
          <a:prstGeom prst="rect">
            <a:avLst/>
          </a:prstGeom>
          <a:noFill/>
          <a:ln>
            <a:noFill/>
          </a:ln>
        </p:spPr>
      </p:pic>
      <p:pic>
        <p:nvPicPr>
          <p:cNvPr id="753" name="Google Shape;753;p30"/>
          <p:cNvPicPr preferRelativeResize="0"/>
          <p:nvPr/>
        </p:nvPicPr>
        <p:blipFill rotWithShape="1">
          <a:blip r:embed="rId7">
            <a:alphaModFix/>
          </a:blip>
          <a:srcRect b="0" l="0" r="0" t="0"/>
          <a:stretch/>
        </p:blipFill>
        <p:spPr>
          <a:xfrm>
            <a:off x="3433618" y="1245949"/>
            <a:ext cx="405873" cy="405873"/>
          </a:xfrm>
          <a:prstGeom prst="rect">
            <a:avLst/>
          </a:prstGeom>
          <a:noFill/>
          <a:ln>
            <a:noFill/>
          </a:ln>
        </p:spPr>
      </p:pic>
      <p:grpSp>
        <p:nvGrpSpPr>
          <p:cNvPr id="754" name="Google Shape;754;p30"/>
          <p:cNvGrpSpPr/>
          <p:nvPr/>
        </p:nvGrpSpPr>
        <p:grpSpPr>
          <a:xfrm>
            <a:off x="11637341" y="2501848"/>
            <a:ext cx="5090875" cy="720606"/>
            <a:chOff x="0" y="0"/>
            <a:chExt cx="7650097" cy="1082860"/>
          </a:xfrm>
        </p:grpSpPr>
        <p:sp>
          <p:nvSpPr>
            <p:cNvPr id="755" name="Google Shape;755;p30"/>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0"/>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 name="Google Shape;757;p30"/>
          <p:cNvGrpSpPr/>
          <p:nvPr/>
        </p:nvGrpSpPr>
        <p:grpSpPr>
          <a:xfrm>
            <a:off x="11637341" y="3158150"/>
            <a:ext cx="5090875" cy="6100150"/>
            <a:chOff x="0" y="0"/>
            <a:chExt cx="3632200" cy="4352290"/>
          </a:xfrm>
        </p:grpSpPr>
        <p:sp>
          <p:nvSpPr>
            <p:cNvPr id="758" name="Google Shape;758;p30"/>
            <p:cNvSpPr/>
            <p:nvPr/>
          </p:nvSpPr>
          <p:spPr>
            <a:xfrm>
              <a:off x="15240" y="15240"/>
              <a:ext cx="3600450" cy="4320540"/>
            </a:xfrm>
            <a:custGeom>
              <a:rect b="b" l="l" r="r" t="t"/>
              <a:pathLst>
                <a:path extrusionOk="0" h="4320540" w="3600450">
                  <a:moveTo>
                    <a:pt x="0" y="0"/>
                  </a:moveTo>
                  <a:lnTo>
                    <a:pt x="3600450" y="0"/>
                  </a:lnTo>
                  <a:lnTo>
                    <a:pt x="3600450" y="4320540"/>
                  </a:lnTo>
                  <a:lnTo>
                    <a:pt x="0" y="4320540"/>
                  </a:lnTo>
                  <a:close/>
                </a:path>
              </a:pathLst>
            </a:custGeom>
            <a:blipFill rotWithShape="1">
              <a:blip r:embed="rId8">
                <a:alphaModFix/>
              </a:blip>
              <a:stretch>
                <a:fillRect b="0" l="-45728" r="-78828" t="-24909"/>
              </a:stretch>
            </a:blipFill>
            <a:ln>
              <a:noFill/>
            </a:ln>
          </p:spPr>
        </p:sp>
        <p:sp>
          <p:nvSpPr>
            <p:cNvPr id="759" name="Google Shape;759;p30"/>
            <p:cNvSpPr/>
            <p:nvPr/>
          </p:nvSpPr>
          <p:spPr>
            <a:xfrm>
              <a:off x="0" y="0"/>
              <a:ext cx="3632200" cy="4352290"/>
            </a:xfrm>
            <a:custGeom>
              <a:rect b="b" l="l" r="r" t="t"/>
              <a:pathLst>
                <a:path extrusionOk="0" h="4352290" w="3632200">
                  <a:moveTo>
                    <a:pt x="3632200" y="4352290"/>
                  </a:moveTo>
                  <a:lnTo>
                    <a:pt x="0" y="4352290"/>
                  </a:lnTo>
                  <a:lnTo>
                    <a:pt x="0" y="0"/>
                  </a:lnTo>
                  <a:lnTo>
                    <a:pt x="3632200" y="0"/>
                  </a:lnTo>
                  <a:lnTo>
                    <a:pt x="3632200" y="4352290"/>
                  </a:lnTo>
                  <a:close/>
                  <a:moveTo>
                    <a:pt x="31750" y="4320540"/>
                  </a:moveTo>
                  <a:lnTo>
                    <a:pt x="3600450" y="4320540"/>
                  </a:lnTo>
                  <a:lnTo>
                    <a:pt x="3600450" y="31750"/>
                  </a:lnTo>
                  <a:lnTo>
                    <a:pt x="31750" y="31750"/>
                  </a:lnTo>
                  <a:lnTo>
                    <a:pt x="31750" y="4320540"/>
                  </a:lnTo>
                  <a:close/>
                </a:path>
              </a:pathLst>
            </a:custGeom>
            <a:solidFill>
              <a:srgbClr val="191919"/>
            </a:solidFill>
            <a:ln>
              <a:noFill/>
            </a:ln>
          </p:spPr>
        </p:sp>
      </p:grpSp>
      <p:pic>
        <p:nvPicPr>
          <p:cNvPr id="760" name="Google Shape;760;p30"/>
          <p:cNvPicPr preferRelativeResize="0"/>
          <p:nvPr/>
        </p:nvPicPr>
        <p:blipFill rotWithShape="1">
          <a:blip r:embed="rId5">
            <a:alphaModFix/>
          </a:blip>
          <a:srcRect b="0" l="0" r="0" t="0"/>
          <a:stretch/>
        </p:blipFill>
        <p:spPr>
          <a:xfrm>
            <a:off x="11943116" y="2700632"/>
            <a:ext cx="303989" cy="303989"/>
          </a:xfrm>
          <a:prstGeom prst="rect">
            <a:avLst/>
          </a:prstGeom>
          <a:noFill/>
          <a:ln>
            <a:noFill/>
          </a:ln>
        </p:spPr>
      </p:pic>
      <p:pic>
        <p:nvPicPr>
          <p:cNvPr id="761" name="Google Shape;761;p30"/>
          <p:cNvPicPr preferRelativeResize="0"/>
          <p:nvPr/>
        </p:nvPicPr>
        <p:blipFill rotWithShape="1">
          <a:blip r:embed="rId6">
            <a:alphaModFix/>
          </a:blip>
          <a:srcRect b="0" l="0" r="0" t="0"/>
          <a:stretch/>
        </p:blipFill>
        <p:spPr>
          <a:xfrm>
            <a:off x="12446915" y="2700632"/>
            <a:ext cx="303989" cy="303989"/>
          </a:xfrm>
          <a:prstGeom prst="rect">
            <a:avLst/>
          </a:prstGeom>
          <a:noFill/>
          <a:ln>
            <a:noFill/>
          </a:ln>
        </p:spPr>
      </p:pic>
      <p:pic>
        <p:nvPicPr>
          <p:cNvPr id="762" name="Google Shape;762;p30"/>
          <p:cNvPicPr preferRelativeResize="0"/>
          <p:nvPr/>
        </p:nvPicPr>
        <p:blipFill rotWithShape="1">
          <a:blip r:embed="rId7">
            <a:alphaModFix/>
          </a:blip>
          <a:srcRect b="0" l="0" r="0" t="0"/>
          <a:stretch/>
        </p:blipFill>
        <p:spPr>
          <a:xfrm>
            <a:off x="12950715" y="2700632"/>
            <a:ext cx="303989" cy="303989"/>
          </a:xfrm>
          <a:prstGeom prst="rect">
            <a:avLst/>
          </a:prstGeom>
          <a:noFill/>
          <a:ln>
            <a:noFill/>
          </a:ln>
        </p:spPr>
      </p:pic>
      <p:pic>
        <p:nvPicPr>
          <p:cNvPr id="763" name="Google Shape;763;p30"/>
          <p:cNvPicPr preferRelativeResize="0"/>
          <p:nvPr/>
        </p:nvPicPr>
        <p:blipFill rotWithShape="1">
          <a:blip r:embed="rId9">
            <a:alphaModFix/>
          </a:blip>
          <a:srcRect b="0" l="33729" r="0" t="0"/>
          <a:stretch/>
        </p:blipFill>
        <p:spPr>
          <a:xfrm>
            <a:off x="9059321" y="3487193"/>
            <a:ext cx="3035790" cy="704312"/>
          </a:xfrm>
          <a:prstGeom prst="rect">
            <a:avLst/>
          </a:prstGeom>
          <a:noFill/>
          <a:ln>
            <a:noFill/>
          </a:ln>
        </p:spPr>
      </p:pic>
      <p:pic>
        <p:nvPicPr>
          <p:cNvPr id="764" name="Google Shape;764;p30"/>
          <p:cNvPicPr preferRelativeResize="0"/>
          <p:nvPr/>
        </p:nvPicPr>
        <p:blipFill rotWithShape="1">
          <a:blip r:embed="rId10">
            <a:alphaModFix/>
          </a:blip>
          <a:srcRect b="0" l="0" r="0" t="0"/>
          <a:stretch/>
        </p:blipFill>
        <p:spPr>
          <a:xfrm>
            <a:off x="10519294" y="7620199"/>
            <a:ext cx="2236095" cy="1825467"/>
          </a:xfrm>
          <a:prstGeom prst="rect">
            <a:avLst/>
          </a:prstGeom>
          <a:noFill/>
          <a:ln>
            <a:noFill/>
          </a:ln>
        </p:spPr>
      </p:pic>
      <p:sp>
        <p:nvSpPr>
          <p:cNvPr id="765" name="Google Shape;765;p30"/>
          <p:cNvSpPr txBox="1"/>
          <p:nvPr/>
        </p:nvSpPr>
        <p:spPr>
          <a:xfrm>
            <a:off x="1940409" y="2245565"/>
            <a:ext cx="7434300" cy="1551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4200" u="none" cap="none" strike="noStrike">
                <a:solidFill>
                  <a:srgbClr val="191919"/>
                </a:solidFill>
                <a:latin typeface="Times New Roman"/>
                <a:ea typeface="Times New Roman"/>
                <a:cs typeface="Times New Roman"/>
                <a:sym typeface="Times New Roman"/>
              </a:rPr>
              <a:t>ANSWERING REQUESTS FOR INFORMATION AND ACTION</a:t>
            </a:r>
            <a:endParaRPr b="1" sz="1200">
              <a:latin typeface="Times New Roman"/>
              <a:ea typeface="Times New Roman"/>
              <a:cs typeface="Times New Roman"/>
              <a:sym typeface="Times New Roman"/>
            </a:endParaRPr>
          </a:p>
        </p:txBody>
      </p:sp>
      <p:sp>
        <p:nvSpPr>
          <p:cNvPr id="766" name="Google Shape;766;p30"/>
          <p:cNvSpPr txBox="1"/>
          <p:nvPr/>
        </p:nvSpPr>
        <p:spPr>
          <a:xfrm>
            <a:off x="1940409" y="4076160"/>
            <a:ext cx="7434300" cy="5387400"/>
          </a:xfrm>
          <a:prstGeom prst="rect">
            <a:avLst/>
          </a:prstGeom>
          <a:noFill/>
          <a:ln>
            <a:noFill/>
          </a:ln>
        </p:spPr>
        <p:txBody>
          <a:bodyPr anchorCtr="0" anchor="t" bIns="0" lIns="0" spcFirstLastPara="1" rIns="0" wrap="square" tIns="0">
            <a:spAutoFit/>
          </a:bodyPr>
          <a:lstStyle/>
          <a:p>
            <a:pPr indent="0" lvl="0" marL="0" marR="0" rtl="0" algn="l">
              <a:lnSpc>
                <a:spcPct val="129976"/>
              </a:lnSpc>
              <a:spcBef>
                <a:spcPts val="0"/>
              </a:spcBef>
              <a:spcAft>
                <a:spcPts val="0"/>
              </a:spcAft>
              <a:buNone/>
            </a:pPr>
            <a:r>
              <a:rPr i="0" lang="en-US" sz="3466" u="none" cap="none" strike="noStrike">
                <a:solidFill>
                  <a:srgbClr val="191919"/>
                </a:solidFill>
                <a:latin typeface="Times New Roman"/>
                <a:ea typeface="Times New Roman"/>
                <a:cs typeface="Times New Roman"/>
                <a:sym typeface="Times New Roman"/>
              </a:rPr>
              <a:t>When you’re answering requests and a potential sale is involved, you have three main goals:</a:t>
            </a:r>
            <a:endParaRPr>
              <a:latin typeface="Times New Roman"/>
              <a:ea typeface="Times New Roman"/>
              <a:cs typeface="Times New Roman"/>
              <a:sym typeface="Times New Roman"/>
            </a:endParaRPr>
          </a:p>
          <a:p>
            <a:pPr indent="0" lvl="0" marL="0" marR="0" rtl="0" algn="l">
              <a:lnSpc>
                <a:spcPct val="129976"/>
              </a:lnSpc>
              <a:spcBef>
                <a:spcPts val="0"/>
              </a:spcBef>
              <a:spcAft>
                <a:spcPts val="0"/>
              </a:spcAft>
              <a:buNone/>
            </a:pPr>
            <a:r>
              <a:rPr i="0" lang="en-US" sz="3466" u="none" cap="none" strike="noStrike">
                <a:solidFill>
                  <a:srgbClr val="191919"/>
                </a:solidFill>
                <a:latin typeface="Times New Roman"/>
                <a:ea typeface="Times New Roman"/>
                <a:cs typeface="Times New Roman"/>
                <a:sym typeface="Times New Roman"/>
              </a:rPr>
              <a:t> (1) to respond to the inquiry and answer all questions, </a:t>
            </a:r>
            <a:endParaRPr>
              <a:latin typeface="Times New Roman"/>
              <a:ea typeface="Times New Roman"/>
              <a:cs typeface="Times New Roman"/>
              <a:sym typeface="Times New Roman"/>
            </a:endParaRPr>
          </a:p>
          <a:p>
            <a:pPr indent="0" lvl="0" marL="0" marR="0" rtl="0" algn="l">
              <a:lnSpc>
                <a:spcPct val="129976"/>
              </a:lnSpc>
              <a:spcBef>
                <a:spcPts val="0"/>
              </a:spcBef>
              <a:spcAft>
                <a:spcPts val="0"/>
              </a:spcAft>
              <a:buNone/>
            </a:pPr>
            <a:r>
              <a:rPr i="0" lang="en-US" sz="3466" u="none" cap="none" strike="noStrike">
                <a:solidFill>
                  <a:srgbClr val="191919"/>
                </a:solidFill>
                <a:latin typeface="Times New Roman"/>
                <a:ea typeface="Times New Roman"/>
                <a:cs typeface="Times New Roman"/>
                <a:sym typeface="Times New Roman"/>
              </a:rPr>
              <a:t>(2) to leave your reader with a good impression of you and your firm, and (3) to encourage the future sale.</a:t>
            </a:r>
            <a:endParaRPr>
              <a:latin typeface="Times New Roman"/>
              <a:ea typeface="Times New Roman"/>
              <a:cs typeface="Times New Roman"/>
              <a:sym typeface="Times New Roman"/>
            </a:endParaRPr>
          </a:p>
        </p:txBody>
      </p:sp>
      <p:sp>
        <p:nvSpPr>
          <p:cNvPr id="767" name="Google Shape;767;p30"/>
          <p:cNvSpPr txBox="1"/>
          <p:nvPr/>
        </p:nvSpPr>
        <p:spPr>
          <a:xfrm>
            <a:off x="6050389" y="1075310"/>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4.1</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771" name="Shape 771"/>
        <p:cNvGrpSpPr/>
        <p:nvPr/>
      </p:nvGrpSpPr>
      <p:grpSpPr>
        <a:xfrm>
          <a:off x="0" y="0"/>
          <a:ext cx="0" cy="0"/>
          <a:chOff x="0" y="0"/>
          <a:chExt cx="0" cy="0"/>
        </a:xfrm>
      </p:grpSpPr>
      <p:pic>
        <p:nvPicPr>
          <p:cNvPr id="772" name="Google Shape;772;p31"/>
          <p:cNvPicPr preferRelativeResize="0"/>
          <p:nvPr/>
        </p:nvPicPr>
        <p:blipFill rotWithShape="1">
          <a:blip r:embed="rId3">
            <a:alphaModFix/>
          </a:blip>
          <a:srcRect b="0" l="0" r="0" t="0"/>
          <a:stretch/>
        </p:blipFill>
        <p:spPr>
          <a:xfrm rot="3323013">
            <a:off x="13103259" y="-1578177"/>
            <a:ext cx="6797678" cy="5648252"/>
          </a:xfrm>
          <a:prstGeom prst="rect">
            <a:avLst/>
          </a:prstGeom>
          <a:noFill/>
          <a:ln>
            <a:noFill/>
          </a:ln>
        </p:spPr>
      </p:pic>
      <p:pic>
        <p:nvPicPr>
          <p:cNvPr id="773" name="Google Shape;773;p31"/>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774" name="Google Shape;774;p31"/>
          <p:cNvGrpSpPr/>
          <p:nvPr/>
        </p:nvGrpSpPr>
        <p:grpSpPr>
          <a:xfrm>
            <a:off x="700312" y="1708069"/>
            <a:ext cx="8959682" cy="8068787"/>
            <a:chOff x="0" y="0"/>
            <a:chExt cx="13463783" cy="12125027"/>
          </a:xfrm>
        </p:grpSpPr>
        <p:sp>
          <p:nvSpPr>
            <p:cNvPr id="775" name="Google Shape;775;p31"/>
            <p:cNvSpPr/>
            <p:nvPr/>
          </p:nvSpPr>
          <p:spPr>
            <a:xfrm>
              <a:off x="31750" y="31750"/>
              <a:ext cx="13400283" cy="12061527"/>
            </a:xfrm>
            <a:custGeom>
              <a:rect b="b" l="l" r="r" t="t"/>
              <a:pathLst>
                <a:path extrusionOk="0" h="12061527" w="13400283">
                  <a:moveTo>
                    <a:pt x="13307572" y="12061527"/>
                  </a:moveTo>
                  <a:lnTo>
                    <a:pt x="92710" y="12061527"/>
                  </a:lnTo>
                  <a:cubicBezTo>
                    <a:pt x="41910" y="12061527"/>
                    <a:pt x="0" y="12019617"/>
                    <a:pt x="0" y="11968817"/>
                  </a:cubicBezTo>
                  <a:lnTo>
                    <a:pt x="0" y="92710"/>
                  </a:lnTo>
                  <a:cubicBezTo>
                    <a:pt x="0" y="41910"/>
                    <a:pt x="41910" y="0"/>
                    <a:pt x="92710" y="0"/>
                  </a:cubicBezTo>
                  <a:lnTo>
                    <a:pt x="13306303" y="0"/>
                  </a:lnTo>
                  <a:cubicBezTo>
                    <a:pt x="13357103" y="0"/>
                    <a:pt x="13399012" y="41910"/>
                    <a:pt x="13399012" y="92710"/>
                  </a:cubicBezTo>
                  <a:lnTo>
                    <a:pt x="13399012" y="11967546"/>
                  </a:lnTo>
                  <a:cubicBezTo>
                    <a:pt x="13400283" y="12019617"/>
                    <a:pt x="13358372" y="12061527"/>
                    <a:pt x="13307572" y="1206152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1"/>
            <p:cNvSpPr/>
            <p:nvPr/>
          </p:nvSpPr>
          <p:spPr>
            <a:xfrm>
              <a:off x="0" y="0"/>
              <a:ext cx="13463783" cy="12125027"/>
            </a:xfrm>
            <a:custGeom>
              <a:rect b="b" l="l" r="r" t="t"/>
              <a:pathLst>
                <a:path extrusionOk="0" h="12125027" w="13463783">
                  <a:moveTo>
                    <a:pt x="13339322" y="59690"/>
                  </a:moveTo>
                  <a:cubicBezTo>
                    <a:pt x="13374883" y="59690"/>
                    <a:pt x="13404092" y="88900"/>
                    <a:pt x="13404092" y="124460"/>
                  </a:cubicBezTo>
                  <a:lnTo>
                    <a:pt x="13404092" y="12000567"/>
                  </a:lnTo>
                  <a:cubicBezTo>
                    <a:pt x="13404092" y="12036127"/>
                    <a:pt x="13374883" y="12065336"/>
                    <a:pt x="13339322" y="12065336"/>
                  </a:cubicBezTo>
                  <a:lnTo>
                    <a:pt x="124460" y="12065336"/>
                  </a:lnTo>
                  <a:cubicBezTo>
                    <a:pt x="88900" y="12065336"/>
                    <a:pt x="59690" y="12036127"/>
                    <a:pt x="59690" y="12000567"/>
                  </a:cubicBezTo>
                  <a:lnTo>
                    <a:pt x="59690" y="124460"/>
                  </a:lnTo>
                  <a:cubicBezTo>
                    <a:pt x="59690" y="88900"/>
                    <a:pt x="88900" y="59690"/>
                    <a:pt x="124460" y="59690"/>
                  </a:cubicBezTo>
                  <a:lnTo>
                    <a:pt x="13339322" y="59690"/>
                  </a:lnTo>
                  <a:moveTo>
                    <a:pt x="13339322" y="0"/>
                  </a:moveTo>
                  <a:lnTo>
                    <a:pt x="124460" y="0"/>
                  </a:lnTo>
                  <a:cubicBezTo>
                    <a:pt x="55880" y="0"/>
                    <a:pt x="0" y="55880"/>
                    <a:pt x="0" y="124460"/>
                  </a:cubicBezTo>
                  <a:lnTo>
                    <a:pt x="0" y="12000567"/>
                  </a:lnTo>
                  <a:cubicBezTo>
                    <a:pt x="0" y="12069146"/>
                    <a:pt x="55880" y="12125027"/>
                    <a:pt x="124460" y="12125027"/>
                  </a:cubicBezTo>
                  <a:lnTo>
                    <a:pt x="13339322" y="12125027"/>
                  </a:lnTo>
                  <a:cubicBezTo>
                    <a:pt x="13407903" y="12125027"/>
                    <a:pt x="13463783" y="12069146"/>
                    <a:pt x="13463783" y="12000567"/>
                  </a:cubicBezTo>
                  <a:lnTo>
                    <a:pt x="13463783" y="124460"/>
                  </a:lnTo>
                  <a:cubicBezTo>
                    <a:pt x="13463783" y="55880"/>
                    <a:pt x="13407903" y="0"/>
                    <a:pt x="13339322"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7" name="Google Shape;777;p31"/>
          <p:cNvGrpSpPr/>
          <p:nvPr/>
        </p:nvGrpSpPr>
        <p:grpSpPr>
          <a:xfrm>
            <a:off x="700312" y="924750"/>
            <a:ext cx="8959682" cy="1041805"/>
            <a:chOff x="0" y="0"/>
            <a:chExt cx="13463783" cy="1565529"/>
          </a:xfrm>
        </p:grpSpPr>
        <p:sp>
          <p:nvSpPr>
            <p:cNvPr id="778" name="Google Shape;778;p31"/>
            <p:cNvSpPr/>
            <p:nvPr/>
          </p:nvSpPr>
          <p:spPr>
            <a:xfrm>
              <a:off x="31750" y="31750"/>
              <a:ext cx="13400283" cy="1502029"/>
            </a:xfrm>
            <a:custGeom>
              <a:rect b="b" l="l" r="r" t="t"/>
              <a:pathLst>
                <a:path extrusionOk="0" h="1502029" w="13400283">
                  <a:moveTo>
                    <a:pt x="13307572" y="1502029"/>
                  </a:moveTo>
                  <a:lnTo>
                    <a:pt x="92710" y="1502029"/>
                  </a:lnTo>
                  <a:cubicBezTo>
                    <a:pt x="41910" y="1502029"/>
                    <a:pt x="0" y="1460119"/>
                    <a:pt x="0" y="1409319"/>
                  </a:cubicBezTo>
                  <a:lnTo>
                    <a:pt x="0" y="92710"/>
                  </a:lnTo>
                  <a:cubicBezTo>
                    <a:pt x="0" y="41910"/>
                    <a:pt x="41910" y="0"/>
                    <a:pt x="92710" y="0"/>
                  </a:cubicBezTo>
                  <a:lnTo>
                    <a:pt x="13306303" y="0"/>
                  </a:lnTo>
                  <a:cubicBezTo>
                    <a:pt x="13357103" y="0"/>
                    <a:pt x="13399012" y="41910"/>
                    <a:pt x="13399012" y="92710"/>
                  </a:cubicBezTo>
                  <a:lnTo>
                    <a:pt x="13399012" y="1408049"/>
                  </a:lnTo>
                  <a:cubicBezTo>
                    <a:pt x="13400283" y="1460119"/>
                    <a:pt x="13358372" y="1502029"/>
                    <a:pt x="13307572"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1"/>
            <p:cNvSpPr/>
            <p:nvPr/>
          </p:nvSpPr>
          <p:spPr>
            <a:xfrm>
              <a:off x="0" y="0"/>
              <a:ext cx="13463783" cy="1565529"/>
            </a:xfrm>
            <a:custGeom>
              <a:rect b="b" l="l" r="r" t="t"/>
              <a:pathLst>
                <a:path extrusionOk="0" h="1565529" w="13463783">
                  <a:moveTo>
                    <a:pt x="13339322" y="59690"/>
                  </a:moveTo>
                  <a:cubicBezTo>
                    <a:pt x="13374883" y="59690"/>
                    <a:pt x="13404092" y="88900"/>
                    <a:pt x="13404092" y="124460"/>
                  </a:cubicBezTo>
                  <a:lnTo>
                    <a:pt x="13404092" y="1441069"/>
                  </a:lnTo>
                  <a:cubicBezTo>
                    <a:pt x="13404092" y="1476629"/>
                    <a:pt x="13374883" y="1505839"/>
                    <a:pt x="13339322" y="1505839"/>
                  </a:cubicBezTo>
                  <a:lnTo>
                    <a:pt x="124460" y="1505839"/>
                  </a:lnTo>
                  <a:cubicBezTo>
                    <a:pt x="88900" y="1505839"/>
                    <a:pt x="59690" y="1476629"/>
                    <a:pt x="59690" y="1441069"/>
                  </a:cubicBezTo>
                  <a:lnTo>
                    <a:pt x="59690" y="124460"/>
                  </a:lnTo>
                  <a:cubicBezTo>
                    <a:pt x="59690" y="88900"/>
                    <a:pt x="88900" y="59690"/>
                    <a:pt x="124460" y="59690"/>
                  </a:cubicBezTo>
                  <a:lnTo>
                    <a:pt x="13339322" y="59690"/>
                  </a:lnTo>
                  <a:moveTo>
                    <a:pt x="13339322" y="0"/>
                  </a:moveTo>
                  <a:lnTo>
                    <a:pt x="124460" y="0"/>
                  </a:lnTo>
                  <a:cubicBezTo>
                    <a:pt x="55880" y="0"/>
                    <a:pt x="0" y="55880"/>
                    <a:pt x="0" y="124460"/>
                  </a:cubicBezTo>
                  <a:lnTo>
                    <a:pt x="0" y="1441069"/>
                  </a:lnTo>
                  <a:cubicBezTo>
                    <a:pt x="0" y="1509649"/>
                    <a:pt x="55880" y="1565529"/>
                    <a:pt x="124460" y="1565529"/>
                  </a:cubicBezTo>
                  <a:lnTo>
                    <a:pt x="13339322" y="1565529"/>
                  </a:lnTo>
                  <a:cubicBezTo>
                    <a:pt x="13407903" y="1565529"/>
                    <a:pt x="13463783" y="1509649"/>
                    <a:pt x="13463783" y="1441069"/>
                  </a:cubicBezTo>
                  <a:lnTo>
                    <a:pt x="13463783" y="124460"/>
                  </a:lnTo>
                  <a:cubicBezTo>
                    <a:pt x="13463783" y="55880"/>
                    <a:pt x="13407903" y="0"/>
                    <a:pt x="13339322"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80" name="Google Shape;780;p31"/>
          <p:cNvPicPr preferRelativeResize="0"/>
          <p:nvPr/>
        </p:nvPicPr>
        <p:blipFill rotWithShape="1">
          <a:blip r:embed="rId5">
            <a:alphaModFix/>
          </a:blip>
          <a:srcRect b="0" l="0" r="0" t="0"/>
          <a:stretch/>
        </p:blipFill>
        <p:spPr>
          <a:xfrm>
            <a:off x="2088317" y="1245949"/>
            <a:ext cx="405873" cy="405873"/>
          </a:xfrm>
          <a:prstGeom prst="rect">
            <a:avLst/>
          </a:prstGeom>
          <a:noFill/>
          <a:ln>
            <a:noFill/>
          </a:ln>
        </p:spPr>
      </p:pic>
      <p:pic>
        <p:nvPicPr>
          <p:cNvPr id="781" name="Google Shape;781;p31"/>
          <p:cNvPicPr preferRelativeResize="0"/>
          <p:nvPr/>
        </p:nvPicPr>
        <p:blipFill rotWithShape="1">
          <a:blip r:embed="rId6">
            <a:alphaModFix/>
          </a:blip>
          <a:srcRect b="0" l="0" r="0" t="0"/>
          <a:stretch/>
        </p:blipFill>
        <p:spPr>
          <a:xfrm>
            <a:off x="2760968" y="1245949"/>
            <a:ext cx="405873" cy="405873"/>
          </a:xfrm>
          <a:prstGeom prst="rect">
            <a:avLst/>
          </a:prstGeom>
          <a:noFill/>
          <a:ln>
            <a:noFill/>
          </a:ln>
        </p:spPr>
      </p:pic>
      <p:pic>
        <p:nvPicPr>
          <p:cNvPr id="782" name="Google Shape;782;p31"/>
          <p:cNvPicPr preferRelativeResize="0"/>
          <p:nvPr/>
        </p:nvPicPr>
        <p:blipFill rotWithShape="1">
          <a:blip r:embed="rId7">
            <a:alphaModFix/>
          </a:blip>
          <a:srcRect b="0" l="0" r="0" t="0"/>
          <a:stretch/>
        </p:blipFill>
        <p:spPr>
          <a:xfrm>
            <a:off x="3433618" y="1245949"/>
            <a:ext cx="405873" cy="405873"/>
          </a:xfrm>
          <a:prstGeom prst="rect">
            <a:avLst/>
          </a:prstGeom>
          <a:noFill/>
          <a:ln>
            <a:noFill/>
          </a:ln>
        </p:spPr>
      </p:pic>
      <p:grpSp>
        <p:nvGrpSpPr>
          <p:cNvPr id="783" name="Google Shape;783;p31"/>
          <p:cNvGrpSpPr/>
          <p:nvPr/>
        </p:nvGrpSpPr>
        <p:grpSpPr>
          <a:xfrm>
            <a:off x="11637341" y="2501848"/>
            <a:ext cx="5090875" cy="720606"/>
            <a:chOff x="0" y="0"/>
            <a:chExt cx="7650097" cy="1082860"/>
          </a:xfrm>
        </p:grpSpPr>
        <p:sp>
          <p:nvSpPr>
            <p:cNvPr id="784" name="Google Shape;784;p31"/>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1"/>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6" name="Google Shape;786;p31"/>
          <p:cNvGrpSpPr/>
          <p:nvPr/>
        </p:nvGrpSpPr>
        <p:grpSpPr>
          <a:xfrm>
            <a:off x="11637341" y="3158150"/>
            <a:ext cx="5090875" cy="6100150"/>
            <a:chOff x="0" y="0"/>
            <a:chExt cx="3632200" cy="4352290"/>
          </a:xfrm>
        </p:grpSpPr>
        <p:sp>
          <p:nvSpPr>
            <p:cNvPr id="787" name="Google Shape;787;p31"/>
            <p:cNvSpPr/>
            <p:nvPr/>
          </p:nvSpPr>
          <p:spPr>
            <a:xfrm>
              <a:off x="15240" y="15240"/>
              <a:ext cx="3600450" cy="4320540"/>
            </a:xfrm>
            <a:custGeom>
              <a:rect b="b" l="l" r="r" t="t"/>
              <a:pathLst>
                <a:path extrusionOk="0" h="4320540" w="3600450">
                  <a:moveTo>
                    <a:pt x="0" y="0"/>
                  </a:moveTo>
                  <a:lnTo>
                    <a:pt x="3600450" y="0"/>
                  </a:lnTo>
                  <a:lnTo>
                    <a:pt x="3600450" y="4320540"/>
                  </a:lnTo>
                  <a:lnTo>
                    <a:pt x="0" y="4320540"/>
                  </a:lnTo>
                  <a:close/>
                </a:path>
              </a:pathLst>
            </a:custGeom>
            <a:blipFill rotWithShape="1">
              <a:blip r:embed="rId8">
                <a:alphaModFix/>
              </a:blip>
              <a:stretch>
                <a:fillRect b="0" l="-45728" r="-78828" t="-24909"/>
              </a:stretch>
            </a:blipFill>
            <a:ln>
              <a:noFill/>
            </a:ln>
          </p:spPr>
        </p:sp>
        <p:sp>
          <p:nvSpPr>
            <p:cNvPr id="788" name="Google Shape;788;p31"/>
            <p:cNvSpPr/>
            <p:nvPr/>
          </p:nvSpPr>
          <p:spPr>
            <a:xfrm>
              <a:off x="0" y="0"/>
              <a:ext cx="3632200" cy="4352290"/>
            </a:xfrm>
            <a:custGeom>
              <a:rect b="b" l="l" r="r" t="t"/>
              <a:pathLst>
                <a:path extrusionOk="0" h="4352290" w="3632200">
                  <a:moveTo>
                    <a:pt x="3632200" y="4352290"/>
                  </a:moveTo>
                  <a:lnTo>
                    <a:pt x="0" y="4352290"/>
                  </a:lnTo>
                  <a:lnTo>
                    <a:pt x="0" y="0"/>
                  </a:lnTo>
                  <a:lnTo>
                    <a:pt x="3632200" y="0"/>
                  </a:lnTo>
                  <a:lnTo>
                    <a:pt x="3632200" y="4352290"/>
                  </a:lnTo>
                  <a:close/>
                  <a:moveTo>
                    <a:pt x="31750" y="4320540"/>
                  </a:moveTo>
                  <a:lnTo>
                    <a:pt x="3600450" y="4320540"/>
                  </a:lnTo>
                  <a:lnTo>
                    <a:pt x="3600450" y="31750"/>
                  </a:lnTo>
                  <a:lnTo>
                    <a:pt x="31750" y="31750"/>
                  </a:lnTo>
                  <a:lnTo>
                    <a:pt x="31750" y="4320540"/>
                  </a:lnTo>
                  <a:close/>
                </a:path>
              </a:pathLst>
            </a:custGeom>
            <a:solidFill>
              <a:srgbClr val="191919"/>
            </a:solidFill>
            <a:ln>
              <a:noFill/>
            </a:ln>
          </p:spPr>
        </p:sp>
      </p:grpSp>
      <p:pic>
        <p:nvPicPr>
          <p:cNvPr id="789" name="Google Shape;789;p31"/>
          <p:cNvPicPr preferRelativeResize="0"/>
          <p:nvPr/>
        </p:nvPicPr>
        <p:blipFill rotWithShape="1">
          <a:blip r:embed="rId5">
            <a:alphaModFix/>
          </a:blip>
          <a:srcRect b="0" l="0" r="0" t="0"/>
          <a:stretch/>
        </p:blipFill>
        <p:spPr>
          <a:xfrm>
            <a:off x="11943116" y="2700632"/>
            <a:ext cx="303989" cy="303989"/>
          </a:xfrm>
          <a:prstGeom prst="rect">
            <a:avLst/>
          </a:prstGeom>
          <a:noFill/>
          <a:ln>
            <a:noFill/>
          </a:ln>
        </p:spPr>
      </p:pic>
      <p:pic>
        <p:nvPicPr>
          <p:cNvPr id="790" name="Google Shape;790;p31"/>
          <p:cNvPicPr preferRelativeResize="0"/>
          <p:nvPr/>
        </p:nvPicPr>
        <p:blipFill rotWithShape="1">
          <a:blip r:embed="rId6">
            <a:alphaModFix/>
          </a:blip>
          <a:srcRect b="0" l="0" r="0" t="0"/>
          <a:stretch/>
        </p:blipFill>
        <p:spPr>
          <a:xfrm>
            <a:off x="12446915" y="2700632"/>
            <a:ext cx="303989" cy="303989"/>
          </a:xfrm>
          <a:prstGeom prst="rect">
            <a:avLst/>
          </a:prstGeom>
          <a:noFill/>
          <a:ln>
            <a:noFill/>
          </a:ln>
        </p:spPr>
      </p:pic>
      <p:pic>
        <p:nvPicPr>
          <p:cNvPr id="791" name="Google Shape;791;p31"/>
          <p:cNvPicPr preferRelativeResize="0"/>
          <p:nvPr/>
        </p:nvPicPr>
        <p:blipFill rotWithShape="1">
          <a:blip r:embed="rId7">
            <a:alphaModFix/>
          </a:blip>
          <a:srcRect b="0" l="0" r="0" t="0"/>
          <a:stretch/>
        </p:blipFill>
        <p:spPr>
          <a:xfrm>
            <a:off x="12950715" y="2700632"/>
            <a:ext cx="303989" cy="303989"/>
          </a:xfrm>
          <a:prstGeom prst="rect">
            <a:avLst/>
          </a:prstGeom>
          <a:noFill/>
          <a:ln>
            <a:noFill/>
          </a:ln>
        </p:spPr>
      </p:pic>
      <p:pic>
        <p:nvPicPr>
          <p:cNvPr id="792" name="Google Shape;792;p31"/>
          <p:cNvPicPr preferRelativeResize="0"/>
          <p:nvPr/>
        </p:nvPicPr>
        <p:blipFill rotWithShape="1">
          <a:blip r:embed="rId9">
            <a:alphaModFix/>
          </a:blip>
          <a:srcRect b="0" l="33729" r="0" t="0"/>
          <a:stretch/>
        </p:blipFill>
        <p:spPr>
          <a:xfrm>
            <a:off x="9059321" y="3487193"/>
            <a:ext cx="3035790" cy="704312"/>
          </a:xfrm>
          <a:prstGeom prst="rect">
            <a:avLst/>
          </a:prstGeom>
          <a:noFill/>
          <a:ln>
            <a:noFill/>
          </a:ln>
        </p:spPr>
      </p:pic>
      <p:pic>
        <p:nvPicPr>
          <p:cNvPr id="793" name="Google Shape;793;p31"/>
          <p:cNvPicPr preferRelativeResize="0"/>
          <p:nvPr/>
        </p:nvPicPr>
        <p:blipFill rotWithShape="1">
          <a:blip r:embed="rId10">
            <a:alphaModFix/>
          </a:blip>
          <a:srcRect b="0" l="0" r="0" t="0"/>
          <a:stretch/>
        </p:blipFill>
        <p:spPr>
          <a:xfrm>
            <a:off x="10519294" y="7620199"/>
            <a:ext cx="2236095" cy="1825467"/>
          </a:xfrm>
          <a:prstGeom prst="rect">
            <a:avLst/>
          </a:prstGeom>
          <a:noFill/>
          <a:ln>
            <a:noFill/>
          </a:ln>
        </p:spPr>
      </p:pic>
      <p:sp>
        <p:nvSpPr>
          <p:cNvPr id="794" name="Google Shape;794;p31"/>
          <p:cNvSpPr txBox="1"/>
          <p:nvPr/>
        </p:nvSpPr>
        <p:spPr>
          <a:xfrm>
            <a:off x="1028700" y="2336456"/>
            <a:ext cx="8115300" cy="9360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3800" u="none" cap="none" strike="noStrike">
                <a:solidFill>
                  <a:srgbClr val="191919"/>
                </a:solidFill>
                <a:latin typeface="Times New Roman"/>
                <a:ea typeface="Times New Roman"/>
                <a:cs typeface="Times New Roman"/>
                <a:sym typeface="Times New Roman"/>
              </a:rPr>
              <a:t>GRANTING CLAIMS AND REQUESTS FOR ADJUSTMENT</a:t>
            </a:r>
            <a:endParaRPr b="1">
              <a:latin typeface="Times New Roman"/>
              <a:ea typeface="Times New Roman"/>
              <a:cs typeface="Times New Roman"/>
              <a:sym typeface="Times New Roman"/>
            </a:endParaRPr>
          </a:p>
        </p:txBody>
      </p:sp>
      <p:sp>
        <p:nvSpPr>
          <p:cNvPr id="795" name="Google Shape;795;p31"/>
          <p:cNvSpPr txBox="1"/>
          <p:nvPr/>
        </p:nvSpPr>
        <p:spPr>
          <a:xfrm>
            <a:off x="1028700" y="3583274"/>
            <a:ext cx="8346000" cy="6045900"/>
          </a:xfrm>
          <a:prstGeom prst="rect">
            <a:avLst/>
          </a:prstGeom>
          <a:noFill/>
          <a:ln>
            <a:noFill/>
          </a:ln>
        </p:spPr>
        <p:txBody>
          <a:bodyPr anchorCtr="0" anchor="t" bIns="0" lIns="0" spcFirstLastPara="1" rIns="0" wrap="square" tIns="0">
            <a:spAutoFit/>
          </a:bodyPr>
          <a:lstStyle/>
          <a:p>
            <a:pPr indent="0" lvl="0" marL="0" marR="0" rtl="0" algn="l">
              <a:lnSpc>
                <a:spcPct val="130008"/>
              </a:lnSpc>
              <a:spcBef>
                <a:spcPts val="0"/>
              </a:spcBef>
              <a:spcAft>
                <a:spcPts val="0"/>
              </a:spcAft>
              <a:buNone/>
            </a:pPr>
            <a:r>
              <a:rPr i="0" lang="en-US" sz="2366" u="none" cap="none" strike="noStrike">
                <a:solidFill>
                  <a:srgbClr val="191919"/>
                </a:solidFill>
                <a:latin typeface="Times New Roman"/>
                <a:ea typeface="Times New Roman"/>
                <a:cs typeface="Times New Roman"/>
                <a:sym typeface="Times New Roman"/>
              </a:rPr>
              <a:t>Responding to mistakes in a courteous, reader-focused way</a:t>
            </a:r>
            <a:endParaRPr sz="1500">
              <a:latin typeface="Times New Roman"/>
              <a:ea typeface="Times New Roman"/>
              <a:cs typeface="Times New Roman"/>
              <a:sym typeface="Times New Roman"/>
            </a:endParaRPr>
          </a:p>
          <a:p>
            <a:pPr indent="0" lvl="0" marL="0" marR="0" rtl="0" algn="l">
              <a:lnSpc>
                <a:spcPct val="130008"/>
              </a:lnSpc>
              <a:spcBef>
                <a:spcPts val="0"/>
              </a:spcBef>
              <a:spcAft>
                <a:spcPts val="0"/>
              </a:spcAft>
              <a:buNone/>
            </a:pPr>
            <a:r>
              <a:rPr i="0" lang="en-US" sz="2366" u="none" cap="none" strike="noStrike">
                <a:solidFill>
                  <a:srgbClr val="191919"/>
                </a:solidFill>
                <a:latin typeface="Times New Roman"/>
                <a:ea typeface="Times New Roman"/>
                <a:cs typeface="Times New Roman"/>
                <a:sym typeface="Times New Roman"/>
              </a:rPr>
              <a:t>helps repair important business relationships.</a:t>
            </a:r>
            <a:endParaRPr sz="1500">
              <a:latin typeface="Times New Roman"/>
              <a:ea typeface="Times New Roman"/>
              <a:cs typeface="Times New Roman"/>
              <a:sym typeface="Times New Roman"/>
            </a:endParaRPr>
          </a:p>
          <a:p>
            <a:pPr indent="0" lvl="0" marL="0" marR="0" rtl="0" algn="l">
              <a:lnSpc>
                <a:spcPct val="130008"/>
              </a:lnSpc>
              <a:spcBef>
                <a:spcPts val="0"/>
              </a:spcBef>
              <a:spcAft>
                <a:spcPts val="0"/>
              </a:spcAft>
              <a:buNone/>
            </a:pPr>
            <a:r>
              <a:rPr i="0" lang="en-US" sz="2366" u="none" cap="none" strike="noStrike">
                <a:solidFill>
                  <a:srgbClr val="191919"/>
                </a:solidFill>
                <a:latin typeface="Times New Roman"/>
                <a:ea typeface="Times New Roman"/>
                <a:cs typeface="Times New Roman"/>
                <a:sym typeface="Times New Roman"/>
              </a:rPr>
              <a:t>Decide according to your company’s policies for resolving such issues.</a:t>
            </a:r>
            <a:endParaRPr sz="1500">
              <a:latin typeface="Times New Roman"/>
              <a:ea typeface="Times New Roman"/>
              <a:cs typeface="Times New Roman"/>
              <a:sym typeface="Times New Roman"/>
            </a:endParaRPr>
          </a:p>
          <a:p>
            <a:pPr indent="0" lvl="0" marL="0" marR="0" rtl="0" algn="l">
              <a:lnSpc>
                <a:spcPct val="130008"/>
              </a:lnSpc>
              <a:spcBef>
                <a:spcPts val="0"/>
              </a:spcBef>
              <a:spcAft>
                <a:spcPts val="0"/>
              </a:spcAft>
              <a:buNone/>
            </a:pPr>
            <a:r>
              <a:rPr i="0" lang="en-US" sz="2366" u="none" cap="none" strike="noStrike">
                <a:solidFill>
                  <a:srgbClr val="191919"/>
                </a:solidFill>
                <a:latin typeface="Times New Roman"/>
                <a:ea typeface="Times New Roman"/>
                <a:cs typeface="Times New Roman"/>
                <a:sym typeface="Times New Roman"/>
              </a:rPr>
              <a:t>In general, take the following steps:</a:t>
            </a:r>
            <a:endParaRPr sz="1500">
              <a:latin typeface="Times New Roman"/>
              <a:ea typeface="Times New Roman"/>
              <a:cs typeface="Times New Roman"/>
              <a:sym typeface="Times New Roman"/>
            </a:endParaRPr>
          </a:p>
          <a:p>
            <a:pPr indent="-250981" lvl="1" marL="489263" marR="0" rtl="0" algn="l">
              <a:lnSpc>
                <a:spcPct val="130008"/>
              </a:lnSpc>
              <a:spcBef>
                <a:spcPts val="0"/>
              </a:spcBef>
              <a:spcAft>
                <a:spcPts val="0"/>
              </a:spcAft>
              <a:buClr>
                <a:srgbClr val="191919"/>
              </a:buClr>
              <a:buSzPts val="2366"/>
              <a:buFont typeface="Times New Roman"/>
              <a:buChar char="•"/>
            </a:pPr>
            <a:r>
              <a:rPr i="0" lang="en-US" sz="2366" u="none" cap="none" strike="noStrike">
                <a:solidFill>
                  <a:srgbClr val="191919"/>
                </a:solidFill>
                <a:latin typeface="Times New Roman"/>
                <a:ea typeface="Times New Roman"/>
                <a:cs typeface="Times New Roman"/>
                <a:sym typeface="Times New Roman"/>
              </a:rPr>
              <a:t> Acknowledge receipt of the customer’s claim or complaint.</a:t>
            </a:r>
            <a:endParaRPr sz="1500">
              <a:latin typeface="Times New Roman"/>
              <a:ea typeface="Times New Roman"/>
              <a:cs typeface="Times New Roman"/>
              <a:sym typeface="Times New Roman"/>
            </a:endParaRPr>
          </a:p>
          <a:p>
            <a:pPr indent="-250981" lvl="1" marL="489263" marR="0" rtl="0" algn="l">
              <a:lnSpc>
                <a:spcPct val="130008"/>
              </a:lnSpc>
              <a:spcBef>
                <a:spcPts val="0"/>
              </a:spcBef>
              <a:spcAft>
                <a:spcPts val="0"/>
              </a:spcAft>
              <a:buClr>
                <a:srgbClr val="191919"/>
              </a:buClr>
              <a:buSzPts val="2366"/>
              <a:buFont typeface="Times New Roman"/>
              <a:buChar char="•"/>
            </a:pPr>
            <a:r>
              <a:rPr i="0" lang="en-US" sz="2366" u="none" cap="none" strike="noStrike">
                <a:solidFill>
                  <a:srgbClr val="191919"/>
                </a:solidFill>
                <a:latin typeface="Times New Roman"/>
                <a:ea typeface="Times New Roman"/>
                <a:cs typeface="Times New Roman"/>
                <a:sym typeface="Times New Roman"/>
              </a:rPr>
              <a:t>Sympathize with the customer’s inconvenience or frustration.</a:t>
            </a:r>
            <a:endParaRPr sz="1500">
              <a:latin typeface="Times New Roman"/>
              <a:ea typeface="Times New Roman"/>
              <a:cs typeface="Times New Roman"/>
              <a:sym typeface="Times New Roman"/>
            </a:endParaRPr>
          </a:p>
          <a:p>
            <a:pPr indent="-250981" lvl="1" marL="489263" marR="0" rtl="0" algn="l">
              <a:lnSpc>
                <a:spcPct val="130008"/>
              </a:lnSpc>
              <a:spcBef>
                <a:spcPts val="0"/>
              </a:spcBef>
              <a:spcAft>
                <a:spcPts val="0"/>
              </a:spcAft>
              <a:buClr>
                <a:srgbClr val="191919"/>
              </a:buClr>
              <a:buSzPts val="2366"/>
              <a:buFont typeface="Times New Roman"/>
              <a:buChar char="•"/>
            </a:pPr>
            <a:r>
              <a:rPr i="0" lang="en-US" sz="2366" u="none" cap="none" strike="noStrike">
                <a:solidFill>
                  <a:srgbClr val="191919"/>
                </a:solidFill>
                <a:latin typeface="Times New Roman"/>
                <a:ea typeface="Times New Roman"/>
                <a:cs typeface="Times New Roman"/>
                <a:sym typeface="Times New Roman"/>
              </a:rPr>
              <a:t>Take (or assign) personal responsibility for setting matters straight.</a:t>
            </a:r>
            <a:endParaRPr sz="1500">
              <a:latin typeface="Times New Roman"/>
              <a:ea typeface="Times New Roman"/>
              <a:cs typeface="Times New Roman"/>
              <a:sym typeface="Times New Roman"/>
            </a:endParaRPr>
          </a:p>
          <a:p>
            <a:pPr indent="-250981" lvl="1" marL="489263" marR="0" rtl="0" algn="l">
              <a:lnSpc>
                <a:spcPct val="130008"/>
              </a:lnSpc>
              <a:spcBef>
                <a:spcPts val="0"/>
              </a:spcBef>
              <a:spcAft>
                <a:spcPts val="0"/>
              </a:spcAft>
              <a:buClr>
                <a:srgbClr val="191919"/>
              </a:buClr>
              <a:buSzPts val="2366"/>
              <a:buFont typeface="Times New Roman"/>
              <a:buChar char="•"/>
            </a:pPr>
            <a:r>
              <a:rPr i="0" lang="en-US" sz="2366" u="none" cap="none" strike="noStrike">
                <a:solidFill>
                  <a:srgbClr val="191919"/>
                </a:solidFill>
                <a:latin typeface="Times New Roman"/>
                <a:ea typeface="Times New Roman"/>
                <a:cs typeface="Times New Roman"/>
                <a:sym typeface="Times New Roman"/>
              </a:rPr>
              <a:t> Explain precisely how you have resolved, or plan to resolve, the situation.</a:t>
            </a:r>
            <a:endParaRPr sz="1500">
              <a:latin typeface="Times New Roman"/>
              <a:ea typeface="Times New Roman"/>
              <a:cs typeface="Times New Roman"/>
              <a:sym typeface="Times New Roman"/>
            </a:endParaRPr>
          </a:p>
          <a:p>
            <a:pPr indent="-250981" lvl="1" marL="489263" marR="0" rtl="0" algn="l">
              <a:lnSpc>
                <a:spcPct val="130008"/>
              </a:lnSpc>
              <a:spcBef>
                <a:spcPts val="0"/>
              </a:spcBef>
              <a:spcAft>
                <a:spcPts val="0"/>
              </a:spcAft>
              <a:buClr>
                <a:srgbClr val="191919"/>
              </a:buClr>
              <a:buSzPts val="2366"/>
              <a:buFont typeface="Times New Roman"/>
              <a:buChar char="•"/>
            </a:pPr>
            <a:r>
              <a:rPr i="0" lang="en-US" sz="2366" u="none" cap="none" strike="noStrike">
                <a:solidFill>
                  <a:srgbClr val="191919"/>
                </a:solidFill>
                <a:latin typeface="Times New Roman"/>
                <a:ea typeface="Times New Roman"/>
                <a:cs typeface="Times New Roman"/>
                <a:sym typeface="Times New Roman"/>
              </a:rPr>
              <a:t>Take steps to repair the relationship.</a:t>
            </a:r>
            <a:endParaRPr sz="1500">
              <a:latin typeface="Times New Roman"/>
              <a:ea typeface="Times New Roman"/>
              <a:cs typeface="Times New Roman"/>
              <a:sym typeface="Times New Roman"/>
            </a:endParaRPr>
          </a:p>
          <a:p>
            <a:pPr indent="-250981" lvl="1" marL="489263" marR="0" rtl="0" algn="l">
              <a:lnSpc>
                <a:spcPct val="130008"/>
              </a:lnSpc>
              <a:spcBef>
                <a:spcPts val="0"/>
              </a:spcBef>
              <a:spcAft>
                <a:spcPts val="0"/>
              </a:spcAft>
              <a:buClr>
                <a:srgbClr val="191919"/>
              </a:buClr>
              <a:buSzPts val="2366"/>
              <a:buFont typeface="Times New Roman"/>
              <a:buChar char="•"/>
            </a:pPr>
            <a:r>
              <a:rPr i="0" lang="en-US" sz="2366" u="none" cap="none" strike="noStrike">
                <a:solidFill>
                  <a:srgbClr val="191919"/>
                </a:solidFill>
                <a:latin typeface="Times New Roman"/>
                <a:ea typeface="Times New Roman"/>
                <a:cs typeface="Times New Roman"/>
                <a:sym typeface="Times New Roman"/>
              </a:rPr>
              <a:t>Follow up to verify that your response was correct.</a:t>
            </a:r>
            <a:endParaRPr sz="1500">
              <a:latin typeface="Times New Roman"/>
              <a:ea typeface="Times New Roman"/>
              <a:cs typeface="Times New Roman"/>
              <a:sym typeface="Times New Roman"/>
            </a:endParaRPr>
          </a:p>
        </p:txBody>
      </p:sp>
      <p:sp>
        <p:nvSpPr>
          <p:cNvPr id="796" name="Google Shape;796;p31"/>
          <p:cNvSpPr txBox="1"/>
          <p:nvPr/>
        </p:nvSpPr>
        <p:spPr>
          <a:xfrm>
            <a:off x="6050389" y="1075310"/>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4.2</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800" name="Shape 800"/>
        <p:cNvGrpSpPr/>
        <p:nvPr/>
      </p:nvGrpSpPr>
      <p:grpSpPr>
        <a:xfrm>
          <a:off x="0" y="0"/>
          <a:ext cx="0" cy="0"/>
          <a:chOff x="0" y="0"/>
          <a:chExt cx="0" cy="0"/>
        </a:xfrm>
      </p:grpSpPr>
      <p:pic>
        <p:nvPicPr>
          <p:cNvPr id="801" name="Google Shape;801;p32"/>
          <p:cNvPicPr preferRelativeResize="0"/>
          <p:nvPr/>
        </p:nvPicPr>
        <p:blipFill rotWithShape="1">
          <a:blip r:embed="rId3">
            <a:alphaModFix/>
          </a:blip>
          <a:srcRect b="0" l="0" r="0" t="0"/>
          <a:stretch/>
        </p:blipFill>
        <p:spPr>
          <a:xfrm rot="3323013">
            <a:off x="13103259" y="-1578177"/>
            <a:ext cx="6797678" cy="5648252"/>
          </a:xfrm>
          <a:prstGeom prst="rect">
            <a:avLst/>
          </a:prstGeom>
          <a:noFill/>
          <a:ln>
            <a:noFill/>
          </a:ln>
        </p:spPr>
      </p:pic>
      <p:pic>
        <p:nvPicPr>
          <p:cNvPr id="802" name="Google Shape;802;p32"/>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803" name="Google Shape;803;p32"/>
          <p:cNvGrpSpPr/>
          <p:nvPr/>
        </p:nvGrpSpPr>
        <p:grpSpPr>
          <a:xfrm>
            <a:off x="700312" y="1708069"/>
            <a:ext cx="8959682" cy="8068787"/>
            <a:chOff x="0" y="0"/>
            <a:chExt cx="13463783" cy="12125027"/>
          </a:xfrm>
        </p:grpSpPr>
        <p:sp>
          <p:nvSpPr>
            <p:cNvPr id="804" name="Google Shape;804;p32"/>
            <p:cNvSpPr/>
            <p:nvPr/>
          </p:nvSpPr>
          <p:spPr>
            <a:xfrm>
              <a:off x="31750" y="31750"/>
              <a:ext cx="13400283" cy="12061527"/>
            </a:xfrm>
            <a:custGeom>
              <a:rect b="b" l="l" r="r" t="t"/>
              <a:pathLst>
                <a:path extrusionOk="0" h="12061527" w="13400283">
                  <a:moveTo>
                    <a:pt x="13307572" y="12061527"/>
                  </a:moveTo>
                  <a:lnTo>
                    <a:pt x="92710" y="12061527"/>
                  </a:lnTo>
                  <a:cubicBezTo>
                    <a:pt x="41910" y="12061527"/>
                    <a:pt x="0" y="12019617"/>
                    <a:pt x="0" y="11968817"/>
                  </a:cubicBezTo>
                  <a:lnTo>
                    <a:pt x="0" y="92710"/>
                  </a:lnTo>
                  <a:cubicBezTo>
                    <a:pt x="0" y="41910"/>
                    <a:pt x="41910" y="0"/>
                    <a:pt x="92710" y="0"/>
                  </a:cubicBezTo>
                  <a:lnTo>
                    <a:pt x="13306303" y="0"/>
                  </a:lnTo>
                  <a:cubicBezTo>
                    <a:pt x="13357103" y="0"/>
                    <a:pt x="13399012" y="41910"/>
                    <a:pt x="13399012" y="92710"/>
                  </a:cubicBezTo>
                  <a:lnTo>
                    <a:pt x="13399012" y="11967546"/>
                  </a:lnTo>
                  <a:cubicBezTo>
                    <a:pt x="13400283" y="12019617"/>
                    <a:pt x="13358372" y="12061527"/>
                    <a:pt x="13307572" y="1206152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2"/>
            <p:cNvSpPr/>
            <p:nvPr/>
          </p:nvSpPr>
          <p:spPr>
            <a:xfrm>
              <a:off x="0" y="0"/>
              <a:ext cx="13463783" cy="12125027"/>
            </a:xfrm>
            <a:custGeom>
              <a:rect b="b" l="l" r="r" t="t"/>
              <a:pathLst>
                <a:path extrusionOk="0" h="12125027" w="13463783">
                  <a:moveTo>
                    <a:pt x="13339322" y="59690"/>
                  </a:moveTo>
                  <a:cubicBezTo>
                    <a:pt x="13374883" y="59690"/>
                    <a:pt x="13404092" y="88900"/>
                    <a:pt x="13404092" y="124460"/>
                  </a:cubicBezTo>
                  <a:lnTo>
                    <a:pt x="13404092" y="12000567"/>
                  </a:lnTo>
                  <a:cubicBezTo>
                    <a:pt x="13404092" y="12036127"/>
                    <a:pt x="13374883" y="12065336"/>
                    <a:pt x="13339322" y="12065336"/>
                  </a:cubicBezTo>
                  <a:lnTo>
                    <a:pt x="124460" y="12065336"/>
                  </a:lnTo>
                  <a:cubicBezTo>
                    <a:pt x="88900" y="12065336"/>
                    <a:pt x="59690" y="12036127"/>
                    <a:pt x="59690" y="12000567"/>
                  </a:cubicBezTo>
                  <a:lnTo>
                    <a:pt x="59690" y="124460"/>
                  </a:lnTo>
                  <a:cubicBezTo>
                    <a:pt x="59690" y="88900"/>
                    <a:pt x="88900" y="59690"/>
                    <a:pt x="124460" y="59690"/>
                  </a:cubicBezTo>
                  <a:lnTo>
                    <a:pt x="13339322" y="59690"/>
                  </a:lnTo>
                  <a:moveTo>
                    <a:pt x="13339322" y="0"/>
                  </a:moveTo>
                  <a:lnTo>
                    <a:pt x="124460" y="0"/>
                  </a:lnTo>
                  <a:cubicBezTo>
                    <a:pt x="55880" y="0"/>
                    <a:pt x="0" y="55880"/>
                    <a:pt x="0" y="124460"/>
                  </a:cubicBezTo>
                  <a:lnTo>
                    <a:pt x="0" y="12000567"/>
                  </a:lnTo>
                  <a:cubicBezTo>
                    <a:pt x="0" y="12069146"/>
                    <a:pt x="55880" y="12125027"/>
                    <a:pt x="124460" y="12125027"/>
                  </a:cubicBezTo>
                  <a:lnTo>
                    <a:pt x="13339322" y="12125027"/>
                  </a:lnTo>
                  <a:cubicBezTo>
                    <a:pt x="13407903" y="12125027"/>
                    <a:pt x="13463783" y="12069146"/>
                    <a:pt x="13463783" y="12000567"/>
                  </a:cubicBezTo>
                  <a:lnTo>
                    <a:pt x="13463783" y="124460"/>
                  </a:lnTo>
                  <a:cubicBezTo>
                    <a:pt x="13463783" y="55880"/>
                    <a:pt x="13407903" y="0"/>
                    <a:pt x="13339322"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6" name="Google Shape;806;p32"/>
          <p:cNvGrpSpPr/>
          <p:nvPr/>
        </p:nvGrpSpPr>
        <p:grpSpPr>
          <a:xfrm>
            <a:off x="700312" y="924750"/>
            <a:ext cx="8959682" cy="1041805"/>
            <a:chOff x="0" y="0"/>
            <a:chExt cx="13463783" cy="1565529"/>
          </a:xfrm>
        </p:grpSpPr>
        <p:sp>
          <p:nvSpPr>
            <p:cNvPr id="807" name="Google Shape;807;p32"/>
            <p:cNvSpPr/>
            <p:nvPr/>
          </p:nvSpPr>
          <p:spPr>
            <a:xfrm>
              <a:off x="31750" y="31750"/>
              <a:ext cx="13400283" cy="1502029"/>
            </a:xfrm>
            <a:custGeom>
              <a:rect b="b" l="l" r="r" t="t"/>
              <a:pathLst>
                <a:path extrusionOk="0" h="1502029" w="13400283">
                  <a:moveTo>
                    <a:pt x="13307572" y="1502029"/>
                  </a:moveTo>
                  <a:lnTo>
                    <a:pt x="92710" y="1502029"/>
                  </a:lnTo>
                  <a:cubicBezTo>
                    <a:pt x="41910" y="1502029"/>
                    <a:pt x="0" y="1460119"/>
                    <a:pt x="0" y="1409319"/>
                  </a:cubicBezTo>
                  <a:lnTo>
                    <a:pt x="0" y="92710"/>
                  </a:lnTo>
                  <a:cubicBezTo>
                    <a:pt x="0" y="41910"/>
                    <a:pt x="41910" y="0"/>
                    <a:pt x="92710" y="0"/>
                  </a:cubicBezTo>
                  <a:lnTo>
                    <a:pt x="13306303" y="0"/>
                  </a:lnTo>
                  <a:cubicBezTo>
                    <a:pt x="13357103" y="0"/>
                    <a:pt x="13399012" y="41910"/>
                    <a:pt x="13399012" y="92710"/>
                  </a:cubicBezTo>
                  <a:lnTo>
                    <a:pt x="13399012" y="1408049"/>
                  </a:lnTo>
                  <a:cubicBezTo>
                    <a:pt x="13400283" y="1460119"/>
                    <a:pt x="13358372" y="1502029"/>
                    <a:pt x="13307572"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2"/>
            <p:cNvSpPr/>
            <p:nvPr/>
          </p:nvSpPr>
          <p:spPr>
            <a:xfrm>
              <a:off x="0" y="0"/>
              <a:ext cx="13463783" cy="1565529"/>
            </a:xfrm>
            <a:custGeom>
              <a:rect b="b" l="l" r="r" t="t"/>
              <a:pathLst>
                <a:path extrusionOk="0" h="1565529" w="13463783">
                  <a:moveTo>
                    <a:pt x="13339322" y="59690"/>
                  </a:moveTo>
                  <a:cubicBezTo>
                    <a:pt x="13374883" y="59690"/>
                    <a:pt x="13404092" y="88900"/>
                    <a:pt x="13404092" y="124460"/>
                  </a:cubicBezTo>
                  <a:lnTo>
                    <a:pt x="13404092" y="1441069"/>
                  </a:lnTo>
                  <a:cubicBezTo>
                    <a:pt x="13404092" y="1476629"/>
                    <a:pt x="13374883" y="1505839"/>
                    <a:pt x="13339322" y="1505839"/>
                  </a:cubicBezTo>
                  <a:lnTo>
                    <a:pt x="124460" y="1505839"/>
                  </a:lnTo>
                  <a:cubicBezTo>
                    <a:pt x="88900" y="1505839"/>
                    <a:pt x="59690" y="1476629"/>
                    <a:pt x="59690" y="1441069"/>
                  </a:cubicBezTo>
                  <a:lnTo>
                    <a:pt x="59690" y="124460"/>
                  </a:lnTo>
                  <a:cubicBezTo>
                    <a:pt x="59690" y="88900"/>
                    <a:pt x="88900" y="59690"/>
                    <a:pt x="124460" y="59690"/>
                  </a:cubicBezTo>
                  <a:lnTo>
                    <a:pt x="13339322" y="59690"/>
                  </a:lnTo>
                  <a:moveTo>
                    <a:pt x="13339322" y="0"/>
                  </a:moveTo>
                  <a:lnTo>
                    <a:pt x="124460" y="0"/>
                  </a:lnTo>
                  <a:cubicBezTo>
                    <a:pt x="55880" y="0"/>
                    <a:pt x="0" y="55880"/>
                    <a:pt x="0" y="124460"/>
                  </a:cubicBezTo>
                  <a:lnTo>
                    <a:pt x="0" y="1441069"/>
                  </a:lnTo>
                  <a:cubicBezTo>
                    <a:pt x="0" y="1509649"/>
                    <a:pt x="55880" y="1565529"/>
                    <a:pt x="124460" y="1565529"/>
                  </a:cubicBezTo>
                  <a:lnTo>
                    <a:pt x="13339322" y="1565529"/>
                  </a:lnTo>
                  <a:cubicBezTo>
                    <a:pt x="13407903" y="1565529"/>
                    <a:pt x="13463783" y="1509649"/>
                    <a:pt x="13463783" y="1441069"/>
                  </a:cubicBezTo>
                  <a:lnTo>
                    <a:pt x="13463783" y="124460"/>
                  </a:lnTo>
                  <a:cubicBezTo>
                    <a:pt x="13463783" y="55880"/>
                    <a:pt x="13407903" y="0"/>
                    <a:pt x="13339322"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09" name="Google Shape;809;p32"/>
          <p:cNvPicPr preferRelativeResize="0"/>
          <p:nvPr/>
        </p:nvPicPr>
        <p:blipFill rotWithShape="1">
          <a:blip r:embed="rId5">
            <a:alphaModFix/>
          </a:blip>
          <a:srcRect b="0" l="0" r="0" t="0"/>
          <a:stretch/>
        </p:blipFill>
        <p:spPr>
          <a:xfrm>
            <a:off x="2088317" y="1245949"/>
            <a:ext cx="405873" cy="405873"/>
          </a:xfrm>
          <a:prstGeom prst="rect">
            <a:avLst/>
          </a:prstGeom>
          <a:noFill/>
          <a:ln>
            <a:noFill/>
          </a:ln>
        </p:spPr>
      </p:pic>
      <p:pic>
        <p:nvPicPr>
          <p:cNvPr id="810" name="Google Shape;810;p32"/>
          <p:cNvPicPr preferRelativeResize="0"/>
          <p:nvPr/>
        </p:nvPicPr>
        <p:blipFill rotWithShape="1">
          <a:blip r:embed="rId6">
            <a:alphaModFix/>
          </a:blip>
          <a:srcRect b="0" l="0" r="0" t="0"/>
          <a:stretch/>
        </p:blipFill>
        <p:spPr>
          <a:xfrm>
            <a:off x="2760968" y="1245949"/>
            <a:ext cx="405873" cy="405873"/>
          </a:xfrm>
          <a:prstGeom prst="rect">
            <a:avLst/>
          </a:prstGeom>
          <a:noFill/>
          <a:ln>
            <a:noFill/>
          </a:ln>
        </p:spPr>
      </p:pic>
      <p:pic>
        <p:nvPicPr>
          <p:cNvPr id="811" name="Google Shape;811;p32"/>
          <p:cNvPicPr preferRelativeResize="0"/>
          <p:nvPr/>
        </p:nvPicPr>
        <p:blipFill rotWithShape="1">
          <a:blip r:embed="rId7">
            <a:alphaModFix/>
          </a:blip>
          <a:srcRect b="0" l="0" r="0" t="0"/>
          <a:stretch/>
        </p:blipFill>
        <p:spPr>
          <a:xfrm>
            <a:off x="3433618" y="1245949"/>
            <a:ext cx="405873" cy="405873"/>
          </a:xfrm>
          <a:prstGeom prst="rect">
            <a:avLst/>
          </a:prstGeom>
          <a:noFill/>
          <a:ln>
            <a:noFill/>
          </a:ln>
        </p:spPr>
      </p:pic>
      <p:grpSp>
        <p:nvGrpSpPr>
          <p:cNvPr id="812" name="Google Shape;812;p32"/>
          <p:cNvGrpSpPr/>
          <p:nvPr/>
        </p:nvGrpSpPr>
        <p:grpSpPr>
          <a:xfrm>
            <a:off x="11637341" y="2501848"/>
            <a:ext cx="5090875" cy="720606"/>
            <a:chOff x="0" y="0"/>
            <a:chExt cx="7650097" cy="1082860"/>
          </a:xfrm>
        </p:grpSpPr>
        <p:sp>
          <p:nvSpPr>
            <p:cNvPr id="813" name="Google Shape;813;p32"/>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2"/>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5" name="Google Shape;815;p32"/>
          <p:cNvGrpSpPr/>
          <p:nvPr/>
        </p:nvGrpSpPr>
        <p:grpSpPr>
          <a:xfrm>
            <a:off x="11637341" y="3158150"/>
            <a:ext cx="5090875" cy="6100150"/>
            <a:chOff x="0" y="0"/>
            <a:chExt cx="3632200" cy="4352290"/>
          </a:xfrm>
        </p:grpSpPr>
        <p:sp>
          <p:nvSpPr>
            <p:cNvPr id="816" name="Google Shape;816;p32"/>
            <p:cNvSpPr/>
            <p:nvPr/>
          </p:nvSpPr>
          <p:spPr>
            <a:xfrm>
              <a:off x="15240" y="15240"/>
              <a:ext cx="3600450" cy="4320540"/>
            </a:xfrm>
            <a:custGeom>
              <a:rect b="b" l="l" r="r" t="t"/>
              <a:pathLst>
                <a:path extrusionOk="0" h="4320540" w="3600450">
                  <a:moveTo>
                    <a:pt x="0" y="0"/>
                  </a:moveTo>
                  <a:lnTo>
                    <a:pt x="3600450" y="0"/>
                  </a:lnTo>
                  <a:lnTo>
                    <a:pt x="3600450" y="4320540"/>
                  </a:lnTo>
                  <a:lnTo>
                    <a:pt x="0" y="4320540"/>
                  </a:lnTo>
                  <a:close/>
                </a:path>
              </a:pathLst>
            </a:custGeom>
            <a:blipFill rotWithShape="1">
              <a:blip r:embed="rId8">
                <a:alphaModFix/>
              </a:blip>
              <a:stretch>
                <a:fillRect b="0" l="-45728" r="-78828" t="-24909"/>
              </a:stretch>
            </a:blipFill>
            <a:ln>
              <a:noFill/>
            </a:ln>
          </p:spPr>
        </p:sp>
        <p:sp>
          <p:nvSpPr>
            <p:cNvPr id="817" name="Google Shape;817;p32"/>
            <p:cNvSpPr/>
            <p:nvPr/>
          </p:nvSpPr>
          <p:spPr>
            <a:xfrm>
              <a:off x="0" y="0"/>
              <a:ext cx="3632200" cy="4352290"/>
            </a:xfrm>
            <a:custGeom>
              <a:rect b="b" l="l" r="r" t="t"/>
              <a:pathLst>
                <a:path extrusionOk="0" h="4352290" w="3632200">
                  <a:moveTo>
                    <a:pt x="3632200" y="4352290"/>
                  </a:moveTo>
                  <a:lnTo>
                    <a:pt x="0" y="4352290"/>
                  </a:lnTo>
                  <a:lnTo>
                    <a:pt x="0" y="0"/>
                  </a:lnTo>
                  <a:lnTo>
                    <a:pt x="3632200" y="0"/>
                  </a:lnTo>
                  <a:lnTo>
                    <a:pt x="3632200" y="4352290"/>
                  </a:lnTo>
                  <a:close/>
                  <a:moveTo>
                    <a:pt x="31750" y="4320540"/>
                  </a:moveTo>
                  <a:lnTo>
                    <a:pt x="3600450" y="4320540"/>
                  </a:lnTo>
                  <a:lnTo>
                    <a:pt x="3600450" y="31750"/>
                  </a:lnTo>
                  <a:lnTo>
                    <a:pt x="31750" y="31750"/>
                  </a:lnTo>
                  <a:lnTo>
                    <a:pt x="31750" y="4320540"/>
                  </a:lnTo>
                  <a:close/>
                </a:path>
              </a:pathLst>
            </a:custGeom>
            <a:solidFill>
              <a:srgbClr val="191919"/>
            </a:solidFill>
            <a:ln>
              <a:noFill/>
            </a:ln>
          </p:spPr>
        </p:sp>
      </p:grpSp>
      <p:pic>
        <p:nvPicPr>
          <p:cNvPr id="818" name="Google Shape;818;p32"/>
          <p:cNvPicPr preferRelativeResize="0"/>
          <p:nvPr/>
        </p:nvPicPr>
        <p:blipFill rotWithShape="1">
          <a:blip r:embed="rId5">
            <a:alphaModFix/>
          </a:blip>
          <a:srcRect b="0" l="0" r="0" t="0"/>
          <a:stretch/>
        </p:blipFill>
        <p:spPr>
          <a:xfrm>
            <a:off x="11943116" y="2700632"/>
            <a:ext cx="303989" cy="303989"/>
          </a:xfrm>
          <a:prstGeom prst="rect">
            <a:avLst/>
          </a:prstGeom>
          <a:noFill/>
          <a:ln>
            <a:noFill/>
          </a:ln>
        </p:spPr>
      </p:pic>
      <p:pic>
        <p:nvPicPr>
          <p:cNvPr id="819" name="Google Shape;819;p32"/>
          <p:cNvPicPr preferRelativeResize="0"/>
          <p:nvPr/>
        </p:nvPicPr>
        <p:blipFill rotWithShape="1">
          <a:blip r:embed="rId6">
            <a:alphaModFix/>
          </a:blip>
          <a:srcRect b="0" l="0" r="0" t="0"/>
          <a:stretch/>
        </p:blipFill>
        <p:spPr>
          <a:xfrm>
            <a:off x="12446915" y="2700632"/>
            <a:ext cx="303989" cy="303989"/>
          </a:xfrm>
          <a:prstGeom prst="rect">
            <a:avLst/>
          </a:prstGeom>
          <a:noFill/>
          <a:ln>
            <a:noFill/>
          </a:ln>
        </p:spPr>
      </p:pic>
      <p:pic>
        <p:nvPicPr>
          <p:cNvPr id="820" name="Google Shape;820;p32"/>
          <p:cNvPicPr preferRelativeResize="0"/>
          <p:nvPr/>
        </p:nvPicPr>
        <p:blipFill rotWithShape="1">
          <a:blip r:embed="rId7">
            <a:alphaModFix/>
          </a:blip>
          <a:srcRect b="0" l="0" r="0" t="0"/>
          <a:stretch/>
        </p:blipFill>
        <p:spPr>
          <a:xfrm>
            <a:off x="12950715" y="2700632"/>
            <a:ext cx="303989" cy="303989"/>
          </a:xfrm>
          <a:prstGeom prst="rect">
            <a:avLst/>
          </a:prstGeom>
          <a:noFill/>
          <a:ln>
            <a:noFill/>
          </a:ln>
        </p:spPr>
      </p:pic>
      <p:pic>
        <p:nvPicPr>
          <p:cNvPr id="821" name="Google Shape;821;p32"/>
          <p:cNvPicPr preferRelativeResize="0"/>
          <p:nvPr/>
        </p:nvPicPr>
        <p:blipFill rotWithShape="1">
          <a:blip r:embed="rId9">
            <a:alphaModFix/>
          </a:blip>
          <a:srcRect b="0" l="33729" r="0" t="0"/>
          <a:stretch/>
        </p:blipFill>
        <p:spPr>
          <a:xfrm>
            <a:off x="9059321" y="3487193"/>
            <a:ext cx="3035790" cy="704312"/>
          </a:xfrm>
          <a:prstGeom prst="rect">
            <a:avLst/>
          </a:prstGeom>
          <a:noFill/>
          <a:ln>
            <a:noFill/>
          </a:ln>
        </p:spPr>
      </p:pic>
      <p:pic>
        <p:nvPicPr>
          <p:cNvPr id="822" name="Google Shape;822;p32"/>
          <p:cNvPicPr preferRelativeResize="0"/>
          <p:nvPr/>
        </p:nvPicPr>
        <p:blipFill rotWithShape="1">
          <a:blip r:embed="rId10">
            <a:alphaModFix/>
          </a:blip>
          <a:srcRect b="0" l="0" r="0" t="0"/>
          <a:stretch/>
        </p:blipFill>
        <p:spPr>
          <a:xfrm>
            <a:off x="10519294" y="7620199"/>
            <a:ext cx="2236095" cy="1825467"/>
          </a:xfrm>
          <a:prstGeom prst="rect">
            <a:avLst/>
          </a:prstGeom>
          <a:noFill/>
          <a:ln>
            <a:noFill/>
          </a:ln>
        </p:spPr>
      </p:pic>
      <p:sp>
        <p:nvSpPr>
          <p:cNvPr id="823" name="Google Shape;823;p32"/>
          <p:cNvSpPr txBox="1"/>
          <p:nvPr/>
        </p:nvSpPr>
        <p:spPr>
          <a:xfrm>
            <a:off x="1028700" y="2336456"/>
            <a:ext cx="8115300" cy="9360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3800" u="none" cap="none" strike="noStrike">
                <a:solidFill>
                  <a:srgbClr val="191919"/>
                </a:solidFill>
                <a:latin typeface="Times New Roman"/>
                <a:ea typeface="Times New Roman"/>
                <a:cs typeface="Times New Roman"/>
                <a:sym typeface="Times New Roman"/>
              </a:rPr>
              <a:t>PROVIDING RECOMMENDATIONS AND REFERENCES</a:t>
            </a:r>
            <a:endParaRPr b="1">
              <a:latin typeface="Times New Roman"/>
              <a:ea typeface="Times New Roman"/>
              <a:cs typeface="Times New Roman"/>
              <a:sym typeface="Times New Roman"/>
            </a:endParaRPr>
          </a:p>
        </p:txBody>
      </p:sp>
      <p:sp>
        <p:nvSpPr>
          <p:cNvPr id="824" name="Google Shape;824;p32"/>
          <p:cNvSpPr txBox="1"/>
          <p:nvPr/>
        </p:nvSpPr>
        <p:spPr>
          <a:xfrm>
            <a:off x="1215131" y="3358175"/>
            <a:ext cx="8159400" cy="5907300"/>
          </a:xfrm>
          <a:prstGeom prst="rect">
            <a:avLst/>
          </a:prstGeom>
          <a:noFill/>
          <a:ln>
            <a:noFill/>
          </a:ln>
        </p:spPr>
        <p:txBody>
          <a:bodyPr anchorCtr="0" anchor="t" bIns="0" lIns="0" spcFirstLastPara="1" rIns="0" wrap="square" tIns="0">
            <a:spAutoFit/>
          </a:bodyPr>
          <a:lstStyle/>
          <a:p>
            <a:pPr indent="0" lvl="0" marL="0" marR="0" rtl="0" algn="l">
              <a:lnSpc>
                <a:spcPct val="130023"/>
              </a:lnSpc>
              <a:spcBef>
                <a:spcPts val="0"/>
              </a:spcBef>
              <a:spcAft>
                <a:spcPts val="0"/>
              </a:spcAft>
              <a:buNone/>
            </a:pPr>
            <a:r>
              <a:rPr i="0" lang="en-US" sz="2508" u="none" cap="none" strike="noStrike">
                <a:solidFill>
                  <a:srgbClr val="191919"/>
                </a:solidFill>
                <a:latin typeface="Times New Roman"/>
                <a:ea typeface="Times New Roman"/>
                <a:cs typeface="Times New Roman"/>
                <a:sym typeface="Times New Roman"/>
              </a:rPr>
              <a:t>A successful recommendation letter contains a number of relevant details;</a:t>
            </a:r>
            <a:endParaRPr>
              <a:latin typeface="Times New Roman"/>
              <a:ea typeface="Times New Roman"/>
              <a:cs typeface="Times New Roman"/>
              <a:sym typeface="Times New Roman"/>
            </a:endParaRPr>
          </a:p>
          <a:p>
            <a:pPr indent="-270828" lvl="1" marL="541657" marR="0" rtl="0" algn="l">
              <a:lnSpc>
                <a:spcPct val="130023"/>
              </a:lnSpc>
              <a:spcBef>
                <a:spcPts val="0"/>
              </a:spcBef>
              <a:spcAft>
                <a:spcPts val="0"/>
              </a:spcAft>
              <a:buClr>
                <a:srgbClr val="191919"/>
              </a:buClr>
              <a:buSzPts val="2508"/>
              <a:buFont typeface="Times New Roman"/>
              <a:buChar char="•"/>
            </a:pPr>
            <a:r>
              <a:rPr i="0" lang="en-US" sz="2508" u="none" cap="none" strike="noStrike">
                <a:solidFill>
                  <a:srgbClr val="191919"/>
                </a:solidFill>
                <a:latin typeface="Times New Roman"/>
                <a:ea typeface="Times New Roman"/>
                <a:cs typeface="Times New Roman"/>
                <a:sym typeface="Times New Roman"/>
              </a:rPr>
              <a:t> The candidate’s full name</a:t>
            </a:r>
            <a:endParaRPr>
              <a:latin typeface="Times New Roman"/>
              <a:ea typeface="Times New Roman"/>
              <a:cs typeface="Times New Roman"/>
              <a:sym typeface="Times New Roman"/>
            </a:endParaRPr>
          </a:p>
          <a:p>
            <a:pPr indent="-270828" lvl="1" marL="541657" marR="0" rtl="0" algn="l">
              <a:lnSpc>
                <a:spcPct val="130023"/>
              </a:lnSpc>
              <a:spcBef>
                <a:spcPts val="0"/>
              </a:spcBef>
              <a:spcAft>
                <a:spcPts val="0"/>
              </a:spcAft>
              <a:buClr>
                <a:srgbClr val="191919"/>
              </a:buClr>
              <a:buSzPts val="2508"/>
              <a:buFont typeface="Times New Roman"/>
              <a:buChar char="•"/>
            </a:pPr>
            <a:r>
              <a:rPr i="0" lang="en-US" sz="2508" u="none" cap="none" strike="noStrike">
                <a:solidFill>
                  <a:srgbClr val="191919"/>
                </a:solidFill>
                <a:latin typeface="Times New Roman"/>
                <a:ea typeface="Times New Roman"/>
                <a:cs typeface="Times New Roman"/>
                <a:sym typeface="Times New Roman"/>
              </a:rPr>
              <a:t> The position or other objective the candidate is seeking</a:t>
            </a:r>
            <a:endParaRPr>
              <a:latin typeface="Times New Roman"/>
              <a:ea typeface="Times New Roman"/>
              <a:cs typeface="Times New Roman"/>
              <a:sym typeface="Times New Roman"/>
            </a:endParaRPr>
          </a:p>
          <a:p>
            <a:pPr indent="-270828" lvl="1" marL="541657" marR="0" rtl="0" algn="l">
              <a:lnSpc>
                <a:spcPct val="130023"/>
              </a:lnSpc>
              <a:spcBef>
                <a:spcPts val="0"/>
              </a:spcBef>
              <a:spcAft>
                <a:spcPts val="0"/>
              </a:spcAft>
              <a:buClr>
                <a:srgbClr val="191919"/>
              </a:buClr>
              <a:buSzPts val="2508"/>
              <a:buFont typeface="Times New Roman"/>
              <a:buChar char="•"/>
            </a:pPr>
            <a:r>
              <a:rPr i="0" lang="en-US" sz="2508" u="none" cap="none" strike="noStrike">
                <a:solidFill>
                  <a:srgbClr val="191919"/>
                </a:solidFill>
                <a:latin typeface="Times New Roman"/>
                <a:ea typeface="Times New Roman"/>
                <a:cs typeface="Times New Roman"/>
                <a:sym typeface="Times New Roman"/>
              </a:rPr>
              <a:t> The nature of your relationship with the candidate</a:t>
            </a:r>
            <a:endParaRPr>
              <a:latin typeface="Times New Roman"/>
              <a:ea typeface="Times New Roman"/>
              <a:cs typeface="Times New Roman"/>
              <a:sym typeface="Times New Roman"/>
            </a:endParaRPr>
          </a:p>
          <a:p>
            <a:pPr indent="-270828" lvl="1" marL="541657" marR="0" rtl="0" algn="l">
              <a:lnSpc>
                <a:spcPct val="130023"/>
              </a:lnSpc>
              <a:spcBef>
                <a:spcPts val="0"/>
              </a:spcBef>
              <a:spcAft>
                <a:spcPts val="0"/>
              </a:spcAft>
              <a:buClr>
                <a:srgbClr val="191919"/>
              </a:buClr>
              <a:buSzPts val="2508"/>
              <a:buFont typeface="Times New Roman"/>
              <a:buChar char="•"/>
            </a:pPr>
            <a:r>
              <a:rPr i="0" lang="en-US" sz="2508" u="none" cap="none" strike="noStrike">
                <a:solidFill>
                  <a:srgbClr val="191919"/>
                </a:solidFill>
                <a:latin typeface="Times New Roman"/>
                <a:ea typeface="Times New Roman"/>
                <a:cs typeface="Times New Roman"/>
                <a:sym typeface="Times New Roman"/>
              </a:rPr>
              <a:t> Facts and evidence relevant to the candidate and the opportunity</a:t>
            </a:r>
            <a:endParaRPr>
              <a:latin typeface="Times New Roman"/>
              <a:ea typeface="Times New Roman"/>
              <a:cs typeface="Times New Roman"/>
              <a:sym typeface="Times New Roman"/>
            </a:endParaRPr>
          </a:p>
          <a:p>
            <a:pPr indent="-270828" lvl="1" marL="541657" marR="0" rtl="0" algn="l">
              <a:lnSpc>
                <a:spcPct val="130023"/>
              </a:lnSpc>
              <a:spcBef>
                <a:spcPts val="0"/>
              </a:spcBef>
              <a:spcAft>
                <a:spcPts val="0"/>
              </a:spcAft>
              <a:buClr>
                <a:srgbClr val="191919"/>
              </a:buClr>
              <a:buSzPts val="2508"/>
              <a:buFont typeface="Times New Roman"/>
              <a:buChar char="•"/>
            </a:pPr>
            <a:r>
              <a:rPr i="0" lang="en-US" sz="2508" u="none" cap="none" strike="noStrike">
                <a:solidFill>
                  <a:srgbClr val="191919"/>
                </a:solidFill>
                <a:latin typeface="Times New Roman"/>
                <a:ea typeface="Times New Roman"/>
                <a:cs typeface="Times New Roman"/>
                <a:sym typeface="Times New Roman"/>
              </a:rPr>
              <a:t> A comparison of this candidate’s potential with that of peers, if available (for example, “Ms. Jonasson consistently ranked in the top 10 percent of our national sales force.”)</a:t>
            </a:r>
            <a:endParaRPr>
              <a:latin typeface="Times New Roman"/>
              <a:ea typeface="Times New Roman"/>
              <a:cs typeface="Times New Roman"/>
              <a:sym typeface="Times New Roman"/>
            </a:endParaRPr>
          </a:p>
          <a:p>
            <a:pPr indent="-270828" lvl="1" marL="541657" marR="0" rtl="0" algn="l">
              <a:lnSpc>
                <a:spcPct val="130023"/>
              </a:lnSpc>
              <a:spcBef>
                <a:spcPts val="0"/>
              </a:spcBef>
              <a:spcAft>
                <a:spcPts val="0"/>
              </a:spcAft>
              <a:buClr>
                <a:srgbClr val="191919"/>
              </a:buClr>
              <a:buSzPts val="2508"/>
              <a:buFont typeface="Times New Roman"/>
              <a:buChar char="•"/>
            </a:pPr>
            <a:r>
              <a:rPr i="0" lang="en-US" sz="2508" u="none" cap="none" strike="noStrike">
                <a:solidFill>
                  <a:srgbClr val="191919"/>
                </a:solidFill>
                <a:latin typeface="Times New Roman"/>
                <a:ea typeface="Times New Roman"/>
                <a:cs typeface="Times New Roman"/>
                <a:sym typeface="Times New Roman"/>
              </a:rPr>
              <a:t> Your overall evaluation of the candidate’s suitability for the opportunity</a:t>
            </a:r>
            <a:endParaRPr>
              <a:latin typeface="Times New Roman"/>
              <a:ea typeface="Times New Roman"/>
              <a:cs typeface="Times New Roman"/>
              <a:sym typeface="Times New Roman"/>
            </a:endParaRPr>
          </a:p>
        </p:txBody>
      </p:sp>
      <p:sp>
        <p:nvSpPr>
          <p:cNvPr id="825" name="Google Shape;825;p32"/>
          <p:cNvSpPr txBox="1"/>
          <p:nvPr/>
        </p:nvSpPr>
        <p:spPr>
          <a:xfrm>
            <a:off x="6050389" y="1075310"/>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4.3</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829" name="Shape 829"/>
        <p:cNvGrpSpPr/>
        <p:nvPr/>
      </p:nvGrpSpPr>
      <p:grpSpPr>
        <a:xfrm>
          <a:off x="0" y="0"/>
          <a:ext cx="0" cy="0"/>
          <a:chOff x="0" y="0"/>
          <a:chExt cx="0" cy="0"/>
        </a:xfrm>
      </p:grpSpPr>
      <p:pic>
        <p:nvPicPr>
          <p:cNvPr id="830" name="Google Shape;830;p33"/>
          <p:cNvPicPr preferRelativeResize="0"/>
          <p:nvPr/>
        </p:nvPicPr>
        <p:blipFill rotWithShape="1">
          <a:blip r:embed="rId3">
            <a:alphaModFix/>
          </a:blip>
          <a:srcRect b="1841" l="0" r="0" t="1841"/>
          <a:stretch/>
        </p:blipFill>
        <p:spPr>
          <a:xfrm>
            <a:off x="1507289" y="169625"/>
            <a:ext cx="15058609" cy="992388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834" name="Shape 834"/>
        <p:cNvGrpSpPr/>
        <p:nvPr/>
      </p:nvGrpSpPr>
      <p:grpSpPr>
        <a:xfrm>
          <a:off x="0" y="0"/>
          <a:ext cx="0" cy="0"/>
          <a:chOff x="0" y="0"/>
          <a:chExt cx="0" cy="0"/>
        </a:xfrm>
      </p:grpSpPr>
      <p:pic>
        <p:nvPicPr>
          <p:cNvPr id="835" name="Google Shape;835;p34"/>
          <p:cNvPicPr preferRelativeResize="0"/>
          <p:nvPr/>
        </p:nvPicPr>
        <p:blipFill rotWithShape="1">
          <a:blip r:embed="rId3">
            <a:alphaModFix/>
          </a:blip>
          <a:srcRect b="0" l="0" r="0" t="0"/>
          <a:stretch/>
        </p:blipFill>
        <p:spPr>
          <a:xfrm rot="3323013">
            <a:off x="13103259" y="-1578177"/>
            <a:ext cx="6797678" cy="5648252"/>
          </a:xfrm>
          <a:prstGeom prst="rect">
            <a:avLst/>
          </a:prstGeom>
          <a:noFill/>
          <a:ln>
            <a:noFill/>
          </a:ln>
        </p:spPr>
      </p:pic>
      <p:pic>
        <p:nvPicPr>
          <p:cNvPr id="836" name="Google Shape;836;p34"/>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837" name="Google Shape;837;p34"/>
          <p:cNvGrpSpPr/>
          <p:nvPr/>
        </p:nvGrpSpPr>
        <p:grpSpPr>
          <a:xfrm>
            <a:off x="700312" y="1708069"/>
            <a:ext cx="8959682" cy="8068787"/>
            <a:chOff x="0" y="0"/>
            <a:chExt cx="13463783" cy="12125027"/>
          </a:xfrm>
        </p:grpSpPr>
        <p:sp>
          <p:nvSpPr>
            <p:cNvPr id="838" name="Google Shape;838;p34"/>
            <p:cNvSpPr/>
            <p:nvPr/>
          </p:nvSpPr>
          <p:spPr>
            <a:xfrm>
              <a:off x="31750" y="31750"/>
              <a:ext cx="13400283" cy="12061527"/>
            </a:xfrm>
            <a:custGeom>
              <a:rect b="b" l="l" r="r" t="t"/>
              <a:pathLst>
                <a:path extrusionOk="0" h="12061527" w="13400283">
                  <a:moveTo>
                    <a:pt x="13307572" y="12061527"/>
                  </a:moveTo>
                  <a:lnTo>
                    <a:pt x="92710" y="12061527"/>
                  </a:lnTo>
                  <a:cubicBezTo>
                    <a:pt x="41910" y="12061527"/>
                    <a:pt x="0" y="12019617"/>
                    <a:pt x="0" y="11968817"/>
                  </a:cubicBezTo>
                  <a:lnTo>
                    <a:pt x="0" y="92710"/>
                  </a:lnTo>
                  <a:cubicBezTo>
                    <a:pt x="0" y="41910"/>
                    <a:pt x="41910" y="0"/>
                    <a:pt x="92710" y="0"/>
                  </a:cubicBezTo>
                  <a:lnTo>
                    <a:pt x="13306303" y="0"/>
                  </a:lnTo>
                  <a:cubicBezTo>
                    <a:pt x="13357103" y="0"/>
                    <a:pt x="13399012" y="41910"/>
                    <a:pt x="13399012" y="92710"/>
                  </a:cubicBezTo>
                  <a:lnTo>
                    <a:pt x="13399012" y="11967546"/>
                  </a:lnTo>
                  <a:cubicBezTo>
                    <a:pt x="13400283" y="12019617"/>
                    <a:pt x="13358372" y="12061527"/>
                    <a:pt x="13307572" y="1206152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4"/>
            <p:cNvSpPr/>
            <p:nvPr/>
          </p:nvSpPr>
          <p:spPr>
            <a:xfrm>
              <a:off x="0" y="0"/>
              <a:ext cx="13463783" cy="12125027"/>
            </a:xfrm>
            <a:custGeom>
              <a:rect b="b" l="l" r="r" t="t"/>
              <a:pathLst>
                <a:path extrusionOk="0" h="12125027" w="13463783">
                  <a:moveTo>
                    <a:pt x="13339322" y="59690"/>
                  </a:moveTo>
                  <a:cubicBezTo>
                    <a:pt x="13374883" y="59690"/>
                    <a:pt x="13404092" y="88900"/>
                    <a:pt x="13404092" y="124460"/>
                  </a:cubicBezTo>
                  <a:lnTo>
                    <a:pt x="13404092" y="12000567"/>
                  </a:lnTo>
                  <a:cubicBezTo>
                    <a:pt x="13404092" y="12036127"/>
                    <a:pt x="13374883" y="12065336"/>
                    <a:pt x="13339322" y="12065336"/>
                  </a:cubicBezTo>
                  <a:lnTo>
                    <a:pt x="124460" y="12065336"/>
                  </a:lnTo>
                  <a:cubicBezTo>
                    <a:pt x="88900" y="12065336"/>
                    <a:pt x="59690" y="12036127"/>
                    <a:pt x="59690" y="12000567"/>
                  </a:cubicBezTo>
                  <a:lnTo>
                    <a:pt x="59690" y="124460"/>
                  </a:lnTo>
                  <a:cubicBezTo>
                    <a:pt x="59690" y="88900"/>
                    <a:pt x="88900" y="59690"/>
                    <a:pt x="124460" y="59690"/>
                  </a:cubicBezTo>
                  <a:lnTo>
                    <a:pt x="13339322" y="59690"/>
                  </a:lnTo>
                  <a:moveTo>
                    <a:pt x="13339322" y="0"/>
                  </a:moveTo>
                  <a:lnTo>
                    <a:pt x="124460" y="0"/>
                  </a:lnTo>
                  <a:cubicBezTo>
                    <a:pt x="55880" y="0"/>
                    <a:pt x="0" y="55880"/>
                    <a:pt x="0" y="124460"/>
                  </a:cubicBezTo>
                  <a:lnTo>
                    <a:pt x="0" y="12000567"/>
                  </a:lnTo>
                  <a:cubicBezTo>
                    <a:pt x="0" y="12069146"/>
                    <a:pt x="55880" y="12125027"/>
                    <a:pt x="124460" y="12125027"/>
                  </a:cubicBezTo>
                  <a:lnTo>
                    <a:pt x="13339322" y="12125027"/>
                  </a:lnTo>
                  <a:cubicBezTo>
                    <a:pt x="13407903" y="12125027"/>
                    <a:pt x="13463783" y="12069146"/>
                    <a:pt x="13463783" y="12000567"/>
                  </a:cubicBezTo>
                  <a:lnTo>
                    <a:pt x="13463783" y="124460"/>
                  </a:lnTo>
                  <a:cubicBezTo>
                    <a:pt x="13463783" y="55880"/>
                    <a:pt x="13407903" y="0"/>
                    <a:pt x="13339322"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0" name="Google Shape;840;p34"/>
          <p:cNvGrpSpPr/>
          <p:nvPr/>
        </p:nvGrpSpPr>
        <p:grpSpPr>
          <a:xfrm>
            <a:off x="700312" y="924750"/>
            <a:ext cx="8959682" cy="1041805"/>
            <a:chOff x="0" y="0"/>
            <a:chExt cx="13463783" cy="1565529"/>
          </a:xfrm>
        </p:grpSpPr>
        <p:sp>
          <p:nvSpPr>
            <p:cNvPr id="841" name="Google Shape;841;p34"/>
            <p:cNvSpPr/>
            <p:nvPr/>
          </p:nvSpPr>
          <p:spPr>
            <a:xfrm>
              <a:off x="31750" y="31750"/>
              <a:ext cx="13400283" cy="1502029"/>
            </a:xfrm>
            <a:custGeom>
              <a:rect b="b" l="l" r="r" t="t"/>
              <a:pathLst>
                <a:path extrusionOk="0" h="1502029" w="13400283">
                  <a:moveTo>
                    <a:pt x="13307572" y="1502029"/>
                  </a:moveTo>
                  <a:lnTo>
                    <a:pt x="92710" y="1502029"/>
                  </a:lnTo>
                  <a:cubicBezTo>
                    <a:pt x="41910" y="1502029"/>
                    <a:pt x="0" y="1460119"/>
                    <a:pt x="0" y="1409319"/>
                  </a:cubicBezTo>
                  <a:lnTo>
                    <a:pt x="0" y="92710"/>
                  </a:lnTo>
                  <a:cubicBezTo>
                    <a:pt x="0" y="41910"/>
                    <a:pt x="41910" y="0"/>
                    <a:pt x="92710" y="0"/>
                  </a:cubicBezTo>
                  <a:lnTo>
                    <a:pt x="13306303" y="0"/>
                  </a:lnTo>
                  <a:cubicBezTo>
                    <a:pt x="13357103" y="0"/>
                    <a:pt x="13399012" y="41910"/>
                    <a:pt x="13399012" y="92710"/>
                  </a:cubicBezTo>
                  <a:lnTo>
                    <a:pt x="13399012" y="1408049"/>
                  </a:lnTo>
                  <a:cubicBezTo>
                    <a:pt x="13400283" y="1460119"/>
                    <a:pt x="13358372" y="1502029"/>
                    <a:pt x="13307572"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4"/>
            <p:cNvSpPr/>
            <p:nvPr/>
          </p:nvSpPr>
          <p:spPr>
            <a:xfrm>
              <a:off x="0" y="0"/>
              <a:ext cx="13463783" cy="1565529"/>
            </a:xfrm>
            <a:custGeom>
              <a:rect b="b" l="l" r="r" t="t"/>
              <a:pathLst>
                <a:path extrusionOk="0" h="1565529" w="13463783">
                  <a:moveTo>
                    <a:pt x="13339322" y="59690"/>
                  </a:moveTo>
                  <a:cubicBezTo>
                    <a:pt x="13374883" y="59690"/>
                    <a:pt x="13404092" y="88900"/>
                    <a:pt x="13404092" y="124460"/>
                  </a:cubicBezTo>
                  <a:lnTo>
                    <a:pt x="13404092" y="1441069"/>
                  </a:lnTo>
                  <a:cubicBezTo>
                    <a:pt x="13404092" y="1476629"/>
                    <a:pt x="13374883" y="1505839"/>
                    <a:pt x="13339322" y="1505839"/>
                  </a:cubicBezTo>
                  <a:lnTo>
                    <a:pt x="124460" y="1505839"/>
                  </a:lnTo>
                  <a:cubicBezTo>
                    <a:pt x="88900" y="1505839"/>
                    <a:pt x="59690" y="1476629"/>
                    <a:pt x="59690" y="1441069"/>
                  </a:cubicBezTo>
                  <a:lnTo>
                    <a:pt x="59690" y="124460"/>
                  </a:lnTo>
                  <a:cubicBezTo>
                    <a:pt x="59690" y="88900"/>
                    <a:pt x="88900" y="59690"/>
                    <a:pt x="124460" y="59690"/>
                  </a:cubicBezTo>
                  <a:lnTo>
                    <a:pt x="13339322" y="59690"/>
                  </a:lnTo>
                  <a:moveTo>
                    <a:pt x="13339322" y="0"/>
                  </a:moveTo>
                  <a:lnTo>
                    <a:pt x="124460" y="0"/>
                  </a:lnTo>
                  <a:cubicBezTo>
                    <a:pt x="55880" y="0"/>
                    <a:pt x="0" y="55880"/>
                    <a:pt x="0" y="124460"/>
                  </a:cubicBezTo>
                  <a:lnTo>
                    <a:pt x="0" y="1441069"/>
                  </a:lnTo>
                  <a:cubicBezTo>
                    <a:pt x="0" y="1509649"/>
                    <a:pt x="55880" y="1565529"/>
                    <a:pt x="124460" y="1565529"/>
                  </a:cubicBezTo>
                  <a:lnTo>
                    <a:pt x="13339322" y="1565529"/>
                  </a:lnTo>
                  <a:cubicBezTo>
                    <a:pt x="13407903" y="1565529"/>
                    <a:pt x="13463783" y="1509649"/>
                    <a:pt x="13463783" y="1441069"/>
                  </a:cubicBezTo>
                  <a:lnTo>
                    <a:pt x="13463783" y="124460"/>
                  </a:lnTo>
                  <a:cubicBezTo>
                    <a:pt x="13463783" y="55880"/>
                    <a:pt x="13407903" y="0"/>
                    <a:pt x="13339322"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43" name="Google Shape;843;p34"/>
          <p:cNvPicPr preferRelativeResize="0"/>
          <p:nvPr/>
        </p:nvPicPr>
        <p:blipFill rotWithShape="1">
          <a:blip r:embed="rId5">
            <a:alphaModFix/>
          </a:blip>
          <a:srcRect b="0" l="0" r="0" t="0"/>
          <a:stretch/>
        </p:blipFill>
        <p:spPr>
          <a:xfrm>
            <a:off x="2088317" y="1245949"/>
            <a:ext cx="405873" cy="405873"/>
          </a:xfrm>
          <a:prstGeom prst="rect">
            <a:avLst/>
          </a:prstGeom>
          <a:noFill/>
          <a:ln>
            <a:noFill/>
          </a:ln>
        </p:spPr>
      </p:pic>
      <p:pic>
        <p:nvPicPr>
          <p:cNvPr id="844" name="Google Shape;844;p34"/>
          <p:cNvPicPr preferRelativeResize="0"/>
          <p:nvPr/>
        </p:nvPicPr>
        <p:blipFill rotWithShape="1">
          <a:blip r:embed="rId6">
            <a:alphaModFix/>
          </a:blip>
          <a:srcRect b="0" l="0" r="0" t="0"/>
          <a:stretch/>
        </p:blipFill>
        <p:spPr>
          <a:xfrm>
            <a:off x="2760968" y="1245949"/>
            <a:ext cx="405873" cy="405873"/>
          </a:xfrm>
          <a:prstGeom prst="rect">
            <a:avLst/>
          </a:prstGeom>
          <a:noFill/>
          <a:ln>
            <a:noFill/>
          </a:ln>
        </p:spPr>
      </p:pic>
      <p:pic>
        <p:nvPicPr>
          <p:cNvPr id="845" name="Google Shape;845;p34"/>
          <p:cNvPicPr preferRelativeResize="0"/>
          <p:nvPr/>
        </p:nvPicPr>
        <p:blipFill rotWithShape="1">
          <a:blip r:embed="rId7">
            <a:alphaModFix/>
          </a:blip>
          <a:srcRect b="0" l="0" r="0" t="0"/>
          <a:stretch/>
        </p:blipFill>
        <p:spPr>
          <a:xfrm>
            <a:off x="3433618" y="1245949"/>
            <a:ext cx="405873" cy="405873"/>
          </a:xfrm>
          <a:prstGeom prst="rect">
            <a:avLst/>
          </a:prstGeom>
          <a:noFill/>
          <a:ln>
            <a:noFill/>
          </a:ln>
        </p:spPr>
      </p:pic>
      <p:grpSp>
        <p:nvGrpSpPr>
          <p:cNvPr id="846" name="Google Shape;846;p34"/>
          <p:cNvGrpSpPr/>
          <p:nvPr/>
        </p:nvGrpSpPr>
        <p:grpSpPr>
          <a:xfrm>
            <a:off x="11637341" y="2501848"/>
            <a:ext cx="5090875" cy="720606"/>
            <a:chOff x="0" y="0"/>
            <a:chExt cx="7650097" cy="1082860"/>
          </a:xfrm>
        </p:grpSpPr>
        <p:sp>
          <p:nvSpPr>
            <p:cNvPr id="847" name="Google Shape;847;p34"/>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4"/>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9" name="Google Shape;849;p34"/>
          <p:cNvGrpSpPr/>
          <p:nvPr/>
        </p:nvGrpSpPr>
        <p:grpSpPr>
          <a:xfrm>
            <a:off x="11637341" y="3158150"/>
            <a:ext cx="5090875" cy="6100150"/>
            <a:chOff x="0" y="0"/>
            <a:chExt cx="3632200" cy="4352290"/>
          </a:xfrm>
        </p:grpSpPr>
        <p:sp>
          <p:nvSpPr>
            <p:cNvPr id="850" name="Google Shape;850;p34"/>
            <p:cNvSpPr/>
            <p:nvPr/>
          </p:nvSpPr>
          <p:spPr>
            <a:xfrm>
              <a:off x="15240" y="15240"/>
              <a:ext cx="3600450" cy="4320540"/>
            </a:xfrm>
            <a:custGeom>
              <a:rect b="b" l="l" r="r" t="t"/>
              <a:pathLst>
                <a:path extrusionOk="0" h="4320540" w="3600450">
                  <a:moveTo>
                    <a:pt x="0" y="0"/>
                  </a:moveTo>
                  <a:lnTo>
                    <a:pt x="3600450" y="0"/>
                  </a:lnTo>
                  <a:lnTo>
                    <a:pt x="3600450" y="4320540"/>
                  </a:lnTo>
                  <a:lnTo>
                    <a:pt x="0" y="4320540"/>
                  </a:lnTo>
                  <a:close/>
                </a:path>
              </a:pathLst>
            </a:custGeom>
            <a:blipFill rotWithShape="1">
              <a:blip r:embed="rId8">
                <a:alphaModFix/>
              </a:blip>
              <a:stretch>
                <a:fillRect b="0" l="-45728" r="-78828" t="-24909"/>
              </a:stretch>
            </a:blipFill>
            <a:ln>
              <a:noFill/>
            </a:ln>
          </p:spPr>
        </p:sp>
        <p:sp>
          <p:nvSpPr>
            <p:cNvPr id="851" name="Google Shape;851;p34"/>
            <p:cNvSpPr/>
            <p:nvPr/>
          </p:nvSpPr>
          <p:spPr>
            <a:xfrm>
              <a:off x="0" y="0"/>
              <a:ext cx="3632200" cy="4352290"/>
            </a:xfrm>
            <a:custGeom>
              <a:rect b="b" l="l" r="r" t="t"/>
              <a:pathLst>
                <a:path extrusionOk="0" h="4352290" w="3632200">
                  <a:moveTo>
                    <a:pt x="3632200" y="4352290"/>
                  </a:moveTo>
                  <a:lnTo>
                    <a:pt x="0" y="4352290"/>
                  </a:lnTo>
                  <a:lnTo>
                    <a:pt x="0" y="0"/>
                  </a:lnTo>
                  <a:lnTo>
                    <a:pt x="3632200" y="0"/>
                  </a:lnTo>
                  <a:lnTo>
                    <a:pt x="3632200" y="4352290"/>
                  </a:lnTo>
                  <a:close/>
                  <a:moveTo>
                    <a:pt x="31750" y="4320540"/>
                  </a:moveTo>
                  <a:lnTo>
                    <a:pt x="3600450" y="4320540"/>
                  </a:lnTo>
                  <a:lnTo>
                    <a:pt x="3600450" y="31750"/>
                  </a:lnTo>
                  <a:lnTo>
                    <a:pt x="31750" y="31750"/>
                  </a:lnTo>
                  <a:lnTo>
                    <a:pt x="31750" y="4320540"/>
                  </a:lnTo>
                  <a:close/>
                </a:path>
              </a:pathLst>
            </a:custGeom>
            <a:solidFill>
              <a:srgbClr val="191919"/>
            </a:solidFill>
            <a:ln>
              <a:noFill/>
            </a:ln>
          </p:spPr>
        </p:sp>
      </p:grpSp>
      <p:pic>
        <p:nvPicPr>
          <p:cNvPr id="852" name="Google Shape;852;p34"/>
          <p:cNvPicPr preferRelativeResize="0"/>
          <p:nvPr/>
        </p:nvPicPr>
        <p:blipFill rotWithShape="1">
          <a:blip r:embed="rId5">
            <a:alphaModFix/>
          </a:blip>
          <a:srcRect b="0" l="0" r="0" t="0"/>
          <a:stretch/>
        </p:blipFill>
        <p:spPr>
          <a:xfrm>
            <a:off x="11943116" y="2700632"/>
            <a:ext cx="303989" cy="303989"/>
          </a:xfrm>
          <a:prstGeom prst="rect">
            <a:avLst/>
          </a:prstGeom>
          <a:noFill/>
          <a:ln>
            <a:noFill/>
          </a:ln>
        </p:spPr>
      </p:pic>
      <p:pic>
        <p:nvPicPr>
          <p:cNvPr id="853" name="Google Shape;853;p34"/>
          <p:cNvPicPr preferRelativeResize="0"/>
          <p:nvPr/>
        </p:nvPicPr>
        <p:blipFill rotWithShape="1">
          <a:blip r:embed="rId6">
            <a:alphaModFix/>
          </a:blip>
          <a:srcRect b="0" l="0" r="0" t="0"/>
          <a:stretch/>
        </p:blipFill>
        <p:spPr>
          <a:xfrm>
            <a:off x="12446915" y="2700632"/>
            <a:ext cx="303989" cy="303989"/>
          </a:xfrm>
          <a:prstGeom prst="rect">
            <a:avLst/>
          </a:prstGeom>
          <a:noFill/>
          <a:ln>
            <a:noFill/>
          </a:ln>
        </p:spPr>
      </p:pic>
      <p:pic>
        <p:nvPicPr>
          <p:cNvPr id="854" name="Google Shape;854;p34"/>
          <p:cNvPicPr preferRelativeResize="0"/>
          <p:nvPr/>
        </p:nvPicPr>
        <p:blipFill rotWithShape="1">
          <a:blip r:embed="rId7">
            <a:alphaModFix/>
          </a:blip>
          <a:srcRect b="0" l="0" r="0" t="0"/>
          <a:stretch/>
        </p:blipFill>
        <p:spPr>
          <a:xfrm>
            <a:off x="12950715" y="2700632"/>
            <a:ext cx="303989" cy="303989"/>
          </a:xfrm>
          <a:prstGeom prst="rect">
            <a:avLst/>
          </a:prstGeom>
          <a:noFill/>
          <a:ln>
            <a:noFill/>
          </a:ln>
        </p:spPr>
      </p:pic>
      <p:pic>
        <p:nvPicPr>
          <p:cNvPr id="855" name="Google Shape;855;p34"/>
          <p:cNvPicPr preferRelativeResize="0"/>
          <p:nvPr/>
        </p:nvPicPr>
        <p:blipFill rotWithShape="1">
          <a:blip r:embed="rId9">
            <a:alphaModFix/>
          </a:blip>
          <a:srcRect b="0" l="33729" r="0" t="0"/>
          <a:stretch/>
        </p:blipFill>
        <p:spPr>
          <a:xfrm>
            <a:off x="9059321" y="3487193"/>
            <a:ext cx="3035790" cy="704312"/>
          </a:xfrm>
          <a:prstGeom prst="rect">
            <a:avLst/>
          </a:prstGeom>
          <a:noFill/>
          <a:ln>
            <a:noFill/>
          </a:ln>
        </p:spPr>
      </p:pic>
      <p:pic>
        <p:nvPicPr>
          <p:cNvPr id="856" name="Google Shape;856;p34"/>
          <p:cNvPicPr preferRelativeResize="0"/>
          <p:nvPr/>
        </p:nvPicPr>
        <p:blipFill rotWithShape="1">
          <a:blip r:embed="rId10">
            <a:alphaModFix/>
          </a:blip>
          <a:srcRect b="0" l="0" r="0" t="0"/>
          <a:stretch/>
        </p:blipFill>
        <p:spPr>
          <a:xfrm>
            <a:off x="10519294" y="7620199"/>
            <a:ext cx="2236095" cy="1825467"/>
          </a:xfrm>
          <a:prstGeom prst="rect">
            <a:avLst/>
          </a:prstGeom>
          <a:noFill/>
          <a:ln>
            <a:noFill/>
          </a:ln>
        </p:spPr>
      </p:pic>
      <p:sp>
        <p:nvSpPr>
          <p:cNvPr id="857" name="Google Shape;857;p34"/>
          <p:cNvSpPr txBox="1"/>
          <p:nvPr/>
        </p:nvSpPr>
        <p:spPr>
          <a:xfrm>
            <a:off x="1028700" y="2336456"/>
            <a:ext cx="8115300" cy="9360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3800" u="none" cap="none" strike="noStrike">
                <a:solidFill>
                  <a:srgbClr val="191919"/>
                </a:solidFill>
                <a:latin typeface="Times New Roman"/>
                <a:ea typeface="Times New Roman"/>
                <a:cs typeface="Times New Roman"/>
                <a:sym typeface="Times New Roman"/>
              </a:rPr>
              <a:t>SHARING ROUTINE INFORMATION</a:t>
            </a:r>
            <a:endParaRPr b="1">
              <a:latin typeface="Times New Roman"/>
              <a:ea typeface="Times New Roman"/>
              <a:cs typeface="Times New Roman"/>
              <a:sym typeface="Times New Roman"/>
            </a:endParaRPr>
          </a:p>
        </p:txBody>
      </p:sp>
      <p:sp>
        <p:nvSpPr>
          <p:cNvPr id="858" name="Google Shape;858;p34"/>
          <p:cNvSpPr txBox="1"/>
          <p:nvPr/>
        </p:nvSpPr>
        <p:spPr>
          <a:xfrm>
            <a:off x="1006607" y="3682025"/>
            <a:ext cx="8159400" cy="4084200"/>
          </a:xfrm>
          <a:prstGeom prst="rect">
            <a:avLst/>
          </a:prstGeom>
          <a:noFill/>
          <a:ln>
            <a:noFill/>
          </a:ln>
        </p:spPr>
        <p:txBody>
          <a:bodyPr anchorCtr="0" anchor="t" bIns="0" lIns="0" spcFirstLastPara="1" rIns="0" wrap="square" tIns="0">
            <a:spAutoFit/>
          </a:bodyPr>
          <a:lstStyle/>
          <a:p>
            <a:pPr indent="0" lvl="0" marL="0" marR="0" rtl="0" algn="l">
              <a:lnSpc>
                <a:spcPct val="130021"/>
              </a:lnSpc>
              <a:spcBef>
                <a:spcPts val="0"/>
              </a:spcBef>
              <a:spcAft>
                <a:spcPts val="0"/>
              </a:spcAft>
              <a:buNone/>
            </a:pPr>
            <a:r>
              <a:rPr i="0" lang="en-US" sz="2808" u="none" cap="none" strike="noStrike">
                <a:solidFill>
                  <a:srgbClr val="191919"/>
                </a:solidFill>
                <a:latin typeface="Times New Roman"/>
                <a:ea typeface="Times New Roman"/>
                <a:cs typeface="Times New Roman"/>
                <a:sym typeface="Times New Roman"/>
              </a:rPr>
              <a:t>When sharing routine</a:t>
            </a:r>
            <a:endParaRPr>
              <a:latin typeface="Times New Roman"/>
              <a:ea typeface="Times New Roman"/>
              <a:cs typeface="Times New Roman"/>
              <a:sym typeface="Times New Roman"/>
            </a:endParaRPr>
          </a:p>
          <a:p>
            <a:pPr indent="0" lvl="0" marL="0" marR="0" rtl="0" algn="l">
              <a:lnSpc>
                <a:spcPct val="130021"/>
              </a:lnSpc>
              <a:spcBef>
                <a:spcPts val="0"/>
              </a:spcBef>
              <a:spcAft>
                <a:spcPts val="0"/>
              </a:spcAft>
              <a:buNone/>
            </a:pPr>
            <a:r>
              <a:rPr i="0" lang="en-US" sz="2808" u="none" cap="none" strike="noStrike">
                <a:solidFill>
                  <a:srgbClr val="191919"/>
                </a:solidFill>
                <a:latin typeface="Times New Roman"/>
                <a:ea typeface="Times New Roman"/>
                <a:cs typeface="Times New Roman"/>
                <a:sym typeface="Times New Roman"/>
              </a:rPr>
              <a:t>information</a:t>
            </a:r>
            <a:endParaRPr i="0" sz="2808" u="none" cap="none" strike="noStrike">
              <a:solidFill>
                <a:srgbClr val="191919"/>
              </a:solidFill>
              <a:latin typeface="Times New Roman"/>
              <a:ea typeface="Times New Roman"/>
              <a:cs typeface="Times New Roman"/>
              <a:sym typeface="Times New Roman"/>
            </a:endParaRPr>
          </a:p>
          <a:p>
            <a:pPr indent="0" lvl="0" marL="0" marR="0" rtl="0" algn="l">
              <a:lnSpc>
                <a:spcPct val="130021"/>
              </a:lnSpc>
              <a:spcBef>
                <a:spcPts val="0"/>
              </a:spcBef>
              <a:spcAft>
                <a:spcPts val="0"/>
              </a:spcAft>
              <a:buNone/>
            </a:pPr>
            <a:r>
              <a:rPr i="0" lang="en-US" sz="2808" u="none" cap="none" strike="noStrike">
                <a:solidFill>
                  <a:srgbClr val="191919"/>
                </a:solidFill>
                <a:latin typeface="Times New Roman"/>
                <a:ea typeface="Times New Roman"/>
                <a:cs typeface="Times New Roman"/>
                <a:sym typeface="Times New Roman"/>
              </a:rPr>
              <a:t>• State the purpose at the beginning and briefly mention the nature of the information you</a:t>
            </a:r>
            <a:r>
              <a:rPr lang="en-US">
                <a:latin typeface="Times New Roman"/>
                <a:ea typeface="Times New Roman"/>
                <a:cs typeface="Times New Roman"/>
                <a:sym typeface="Times New Roman"/>
              </a:rPr>
              <a:t> </a:t>
            </a:r>
            <a:r>
              <a:rPr i="0" lang="en-US" sz="2808" u="none" cap="none" strike="noStrike">
                <a:solidFill>
                  <a:srgbClr val="191919"/>
                </a:solidFill>
                <a:latin typeface="Times New Roman"/>
                <a:ea typeface="Times New Roman"/>
                <a:cs typeface="Times New Roman"/>
                <a:sym typeface="Times New Roman"/>
              </a:rPr>
              <a:t>are providing</a:t>
            </a:r>
            <a:endParaRPr>
              <a:latin typeface="Times New Roman"/>
              <a:ea typeface="Times New Roman"/>
              <a:cs typeface="Times New Roman"/>
              <a:sym typeface="Times New Roman"/>
            </a:endParaRPr>
          </a:p>
          <a:p>
            <a:pPr indent="0" lvl="0" marL="0" marR="0" rtl="0" algn="l">
              <a:lnSpc>
                <a:spcPct val="130021"/>
              </a:lnSpc>
              <a:spcBef>
                <a:spcPts val="0"/>
              </a:spcBef>
              <a:spcAft>
                <a:spcPts val="0"/>
              </a:spcAft>
              <a:buNone/>
            </a:pPr>
            <a:r>
              <a:t/>
            </a:r>
            <a:endParaRPr>
              <a:latin typeface="Times New Roman"/>
              <a:ea typeface="Times New Roman"/>
              <a:cs typeface="Times New Roman"/>
              <a:sym typeface="Times New Roman"/>
            </a:endParaRPr>
          </a:p>
          <a:p>
            <a:pPr indent="0" lvl="0" marL="0" marR="0" rtl="0" algn="l">
              <a:lnSpc>
                <a:spcPct val="130021"/>
              </a:lnSpc>
              <a:spcBef>
                <a:spcPts val="0"/>
              </a:spcBef>
              <a:spcAft>
                <a:spcPts val="0"/>
              </a:spcAft>
              <a:buNone/>
            </a:pPr>
            <a:r>
              <a:rPr i="0" lang="en-US" sz="2808" u="none" cap="none" strike="noStrike">
                <a:solidFill>
                  <a:srgbClr val="191919"/>
                </a:solidFill>
                <a:latin typeface="Times New Roman"/>
                <a:ea typeface="Times New Roman"/>
                <a:cs typeface="Times New Roman"/>
                <a:sym typeface="Times New Roman"/>
              </a:rPr>
              <a:t>• Provide the necessary details</a:t>
            </a:r>
            <a:endParaRPr>
              <a:latin typeface="Times New Roman"/>
              <a:ea typeface="Times New Roman"/>
              <a:cs typeface="Times New Roman"/>
              <a:sym typeface="Times New Roman"/>
            </a:endParaRPr>
          </a:p>
          <a:p>
            <a:pPr indent="0" lvl="0" marL="0" marR="0" rtl="0" algn="l">
              <a:lnSpc>
                <a:spcPct val="130021"/>
              </a:lnSpc>
              <a:spcBef>
                <a:spcPts val="0"/>
              </a:spcBef>
              <a:spcAft>
                <a:spcPts val="0"/>
              </a:spcAft>
              <a:buNone/>
            </a:pPr>
            <a:r>
              <a:t/>
            </a:r>
            <a:endParaRPr i="0" sz="2808" u="none" cap="none" strike="noStrike">
              <a:solidFill>
                <a:srgbClr val="191919"/>
              </a:solidFill>
              <a:latin typeface="Times New Roman"/>
              <a:ea typeface="Times New Roman"/>
              <a:cs typeface="Times New Roman"/>
              <a:sym typeface="Times New Roman"/>
            </a:endParaRPr>
          </a:p>
          <a:p>
            <a:pPr indent="0" lvl="0" marL="0" marR="0" rtl="0" algn="l">
              <a:lnSpc>
                <a:spcPct val="130021"/>
              </a:lnSpc>
              <a:spcBef>
                <a:spcPts val="0"/>
              </a:spcBef>
              <a:spcAft>
                <a:spcPts val="0"/>
              </a:spcAft>
              <a:buNone/>
            </a:pPr>
            <a:r>
              <a:rPr i="0" lang="en-US" sz="2808" u="none" cap="none" strike="noStrike">
                <a:solidFill>
                  <a:srgbClr val="191919"/>
                </a:solidFill>
                <a:latin typeface="Times New Roman"/>
                <a:ea typeface="Times New Roman"/>
                <a:cs typeface="Times New Roman"/>
                <a:sym typeface="Times New Roman"/>
              </a:rPr>
              <a:t>• End with a courteous close</a:t>
            </a:r>
            <a:endParaRPr>
              <a:latin typeface="Times New Roman"/>
              <a:ea typeface="Times New Roman"/>
              <a:cs typeface="Times New Roman"/>
              <a:sym typeface="Times New Roman"/>
            </a:endParaRPr>
          </a:p>
        </p:txBody>
      </p:sp>
      <p:sp>
        <p:nvSpPr>
          <p:cNvPr id="859" name="Google Shape;859;p34"/>
          <p:cNvSpPr txBox="1"/>
          <p:nvPr/>
        </p:nvSpPr>
        <p:spPr>
          <a:xfrm>
            <a:off x="6050389" y="1075310"/>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4.4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863" name="Shape 863"/>
        <p:cNvGrpSpPr/>
        <p:nvPr/>
      </p:nvGrpSpPr>
      <p:grpSpPr>
        <a:xfrm>
          <a:off x="0" y="0"/>
          <a:ext cx="0" cy="0"/>
          <a:chOff x="0" y="0"/>
          <a:chExt cx="0" cy="0"/>
        </a:xfrm>
      </p:grpSpPr>
      <p:pic>
        <p:nvPicPr>
          <p:cNvPr id="864" name="Google Shape;864;p35"/>
          <p:cNvPicPr preferRelativeResize="0"/>
          <p:nvPr/>
        </p:nvPicPr>
        <p:blipFill rotWithShape="1">
          <a:blip r:embed="rId3">
            <a:alphaModFix/>
          </a:blip>
          <a:srcRect b="0" l="0" r="0" t="0"/>
          <a:stretch/>
        </p:blipFill>
        <p:spPr>
          <a:xfrm rot="3323013">
            <a:off x="13103259" y="-1578177"/>
            <a:ext cx="6797678" cy="5648252"/>
          </a:xfrm>
          <a:prstGeom prst="rect">
            <a:avLst/>
          </a:prstGeom>
          <a:noFill/>
          <a:ln>
            <a:noFill/>
          </a:ln>
        </p:spPr>
      </p:pic>
      <p:pic>
        <p:nvPicPr>
          <p:cNvPr id="865" name="Google Shape;865;p35"/>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866" name="Google Shape;866;p35"/>
          <p:cNvGrpSpPr/>
          <p:nvPr/>
        </p:nvGrpSpPr>
        <p:grpSpPr>
          <a:xfrm>
            <a:off x="700312" y="1708069"/>
            <a:ext cx="8959682" cy="8068787"/>
            <a:chOff x="0" y="0"/>
            <a:chExt cx="13463783" cy="12125027"/>
          </a:xfrm>
        </p:grpSpPr>
        <p:sp>
          <p:nvSpPr>
            <p:cNvPr id="867" name="Google Shape;867;p35"/>
            <p:cNvSpPr/>
            <p:nvPr/>
          </p:nvSpPr>
          <p:spPr>
            <a:xfrm>
              <a:off x="31750" y="31750"/>
              <a:ext cx="13400283" cy="12061527"/>
            </a:xfrm>
            <a:custGeom>
              <a:rect b="b" l="l" r="r" t="t"/>
              <a:pathLst>
                <a:path extrusionOk="0" h="12061527" w="13400283">
                  <a:moveTo>
                    <a:pt x="13307572" y="12061527"/>
                  </a:moveTo>
                  <a:lnTo>
                    <a:pt x="92710" y="12061527"/>
                  </a:lnTo>
                  <a:cubicBezTo>
                    <a:pt x="41910" y="12061527"/>
                    <a:pt x="0" y="12019617"/>
                    <a:pt x="0" y="11968817"/>
                  </a:cubicBezTo>
                  <a:lnTo>
                    <a:pt x="0" y="92710"/>
                  </a:lnTo>
                  <a:cubicBezTo>
                    <a:pt x="0" y="41910"/>
                    <a:pt x="41910" y="0"/>
                    <a:pt x="92710" y="0"/>
                  </a:cubicBezTo>
                  <a:lnTo>
                    <a:pt x="13306303" y="0"/>
                  </a:lnTo>
                  <a:cubicBezTo>
                    <a:pt x="13357103" y="0"/>
                    <a:pt x="13399012" y="41910"/>
                    <a:pt x="13399012" y="92710"/>
                  </a:cubicBezTo>
                  <a:lnTo>
                    <a:pt x="13399012" y="11967546"/>
                  </a:lnTo>
                  <a:cubicBezTo>
                    <a:pt x="13400283" y="12019617"/>
                    <a:pt x="13358372" y="12061527"/>
                    <a:pt x="13307572" y="1206152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5"/>
            <p:cNvSpPr/>
            <p:nvPr/>
          </p:nvSpPr>
          <p:spPr>
            <a:xfrm>
              <a:off x="0" y="0"/>
              <a:ext cx="13463783" cy="12125027"/>
            </a:xfrm>
            <a:custGeom>
              <a:rect b="b" l="l" r="r" t="t"/>
              <a:pathLst>
                <a:path extrusionOk="0" h="12125027" w="13463783">
                  <a:moveTo>
                    <a:pt x="13339322" y="59690"/>
                  </a:moveTo>
                  <a:cubicBezTo>
                    <a:pt x="13374883" y="59690"/>
                    <a:pt x="13404092" y="88900"/>
                    <a:pt x="13404092" y="124460"/>
                  </a:cubicBezTo>
                  <a:lnTo>
                    <a:pt x="13404092" y="12000567"/>
                  </a:lnTo>
                  <a:cubicBezTo>
                    <a:pt x="13404092" y="12036127"/>
                    <a:pt x="13374883" y="12065336"/>
                    <a:pt x="13339322" y="12065336"/>
                  </a:cubicBezTo>
                  <a:lnTo>
                    <a:pt x="124460" y="12065336"/>
                  </a:lnTo>
                  <a:cubicBezTo>
                    <a:pt x="88900" y="12065336"/>
                    <a:pt x="59690" y="12036127"/>
                    <a:pt x="59690" y="12000567"/>
                  </a:cubicBezTo>
                  <a:lnTo>
                    <a:pt x="59690" y="124460"/>
                  </a:lnTo>
                  <a:cubicBezTo>
                    <a:pt x="59690" y="88900"/>
                    <a:pt x="88900" y="59690"/>
                    <a:pt x="124460" y="59690"/>
                  </a:cubicBezTo>
                  <a:lnTo>
                    <a:pt x="13339322" y="59690"/>
                  </a:lnTo>
                  <a:moveTo>
                    <a:pt x="13339322" y="0"/>
                  </a:moveTo>
                  <a:lnTo>
                    <a:pt x="124460" y="0"/>
                  </a:lnTo>
                  <a:cubicBezTo>
                    <a:pt x="55880" y="0"/>
                    <a:pt x="0" y="55880"/>
                    <a:pt x="0" y="124460"/>
                  </a:cubicBezTo>
                  <a:lnTo>
                    <a:pt x="0" y="12000567"/>
                  </a:lnTo>
                  <a:cubicBezTo>
                    <a:pt x="0" y="12069146"/>
                    <a:pt x="55880" y="12125027"/>
                    <a:pt x="124460" y="12125027"/>
                  </a:cubicBezTo>
                  <a:lnTo>
                    <a:pt x="13339322" y="12125027"/>
                  </a:lnTo>
                  <a:cubicBezTo>
                    <a:pt x="13407903" y="12125027"/>
                    <a:pt x="13463783" y="12069146"/>
                    <a:pt x="13463783" y="12000567"/>
                  </a:cubicBezTo>
                  <a:lnTo>
                    <a:pt x="13463783" y="124460"/>
                  </a:lnTo>
                  <a:cubicBezTo>
                    <a:pt x="13463783" y="55880"/>
                    <a:pt x="13407903" y="0"/>
                    <a:pt x="13339322"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9" name="Google Shape;869;p35"/>
          <p:cNvGrpSpPr/>
          <p:nvPr/>
        </p:nvGrpSpPr>
        <p:grpSpPr>
          <a:xfrm>
            <a:off x="700312" y="924750"/>
            <a:ext cx="8959682" cy="1041805"/>
            <a:chOff x="0" y="0"/>
            <a:chExt cx="13463783" cy="1565529"/>
          </a:xfrm>
        </p:grpSpPr>
        <p:sp>
          <p:nvSpPr>
            <p:cNvPr id="870" name="Google Shape;870;p35"/>
            <p:cNvSpPr/>
            <p:nvPr/>
          </p:nvSpPr>
          <p:spPr>
            <a:xfrm>
              <a:off x="31750" y="31750"/>
              <a:ext cx="13400283" cy="1502029"/>
            </a:xfrm>
            <a:custGeom>
              <a:rect b="b" l="l" r="r" t="t"/>
              <a:pathLst>
                <a:path extrusionOk="0" h="1502029" w="13400283">
                  <a:moveTo>
                    <a:pt x="13307572" y="1502029"/>
                  </a:moveTo>
                  <a:lnTo>
                    <a:pt x="92710" y="1502029"/>
                  </a:lnTo>
                  <a:cubicBezTo>
                    <a:pt x="41910" y="1502029"/>
                    <a:pt x="0" y="1460119"/>
                    <a:pt x="0" y="1409319"/>
                  </a:cubicBezTo>
                  <a:lnTo>
                    <a:pt x="0" y="92710"/>
                  </a:lnTo>
                  <a:cubicBezTo>
                    <a:pt x="0" y="41910"/>
                    <a:pt x="41910" y="0"/>
                    <a:pt x="92710" y="0"/>
                  </a:cubicBezTo>
                  <a:lnTo>
                    <a:pt x="13306303" y="0"/>
                  </a:lnTo>
                  <a:cubicBezTo>
                    <a:pt x="13357103" y="0"/>
                    <a:pt x="13399012" y="41910"/>
                    <a:pt x="13399012" y="92710"/>
                  </a:cubicBezTo>
                  <a:lnTo>
                    <a:pt x="13399012" y="1408049"/>
                  </a:lnTo>
                  <a:cubicBezTo>
                    <a:pt x="13400283" y="1460119"/>
                    <a:pt x="13358372" y="1502029"/>
                    <a:pt x="13307572"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5"/>
            <p:cNvSpPr/>
            <p:nvPr/>
          </p:nvSpPr>
          <p:spPr>
            <a:xfrm>
              <a:off x="0" y="0"/>
              <a:ext cx="13463783" cy="1565529"/>
            </a:xfrm>
            <a:custGeom>
              <a:rect b="b" l="l" r="r" t="t"/>
              <a:pathLst>
                <a:path extrusionOk="0" h="1565529" w="13463783">
                  <a:moveTo>
                    <a:pt x="13339322" y="59690"/>
                  </a:moveTo>
                  <a:cubicBezTo>
                    <a:pt x="13374883" y="59690"/>
                    <a:pt x="13404092" y="88900"/>
                    <a:pt x="13404092" y="124460"/>
                  </a:cubicBezTo>
                  <a:lnTo>
                    <a:pt x="13404092" y="1441069"/>
                  </a:lnTo>
                  <a:cubicBezTo>
                    <a:pt x="13404092" y="1476629"/>
                    <a:pt x="13374883" y="1505839"/>
                    <a:pt x="13339322" y="1505839"/>
                  </a:cubicBezTo>
                  <a:lnTo>
                    <a:pt x="124460" y="1505839"/>
                  </a:lnTo>
                  <a:cubicBezTo>
                    <a:pt x="88900" y="1505839"/>
                    <a:pt x="59690" y="1476629"/>
                    <a:pt x="59690" y="1441069"/>
                  </a:cubicBezTo>
                  <a:lnTo>
                    <a:pt x="59690" y="124460"/>
                  </a:lnTo>
                  <a:cubicBezTo>
                    <a:pt x="59690" y="88900"/>
                    <a:pt x="88900" y="59690"/>
                    <a:pt x="124460" y="59690"/>
                  </a:cubicBezTo>
                  <a:lnTo>
                    <a:pt x="13339322" y="59690"/>
                  </a:lnTo>
                  <a:moveTo>
                    <a:pt x="13339322" y="0"/>
                  </a:moveTo>
                  <a:lnTo>
                    <a:pt x="124460" y="0"/>
                  </a:lnTo>
                  <a:cubicBezTo>
                    <a:pt x="55880" y="0"/>
                    <a:pt x="0" y="55880"/>
                    <a:pt x="0" y="124460"/>
                  </a:cubicBezTo>
                  <a:lnTo>
                    <a:pt x="0" y="1441069"/>
                  </a:lnTo>
                  <a:cubicBezTo>
                    <a:pt x="0" y="1509649"/>
                    <a:pt x="55880" y="1565529"/>
                    <a:pt x="124460" y="1565529"/>
                  </a:cubicBezTo>
                  <a:lnTo>
                    <a:pt x="13339322" y="1565529"/>
                  </a:lnTo>
                  <a:cubicBezTo>
                    <a:pt x="13407903" y="1565529"/>
                    <a:pt x="13463783" y="1509649"/>
                    <a:pt x="13463783" y="1441069"/>
                  </a:cubicBezTo>
                  <a:lnTo>
                    <a:pt x="13463783" y="124460"/>
                  </a:lnTo>
                  <a:cubicBezTo>
                    <a:pt x="13463783" y="55880"/>
                    <a:pt x="13407903" y="0"/>
                    <a:pt x="13339322"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72" name="Google Shape;872;p35"/>
          <p:cNvPicPr preferRelativeResize="0"/>
          <p:nvPr/>
        </p:nvPicPr>
        <p:blipFill rotWithShape="1">
          <a:blip r:embed="rId5">
            <a:alphaModFix/>
          </a:blip>
          <a:srcRect b="0" l="0" r="0" t="0"/>
          <a:stretch/>
        </p:blipFill>
        <p:spPr>
          <a:xfrm>
            <a:off x="2088317" y="1245949"/>
            <a:ext cx="405873" cy="405873"/>
          </a:xfrm>
          <a:prstGeom prst="rect">
            <a:avLst/>
          </a:prstGeom>
          <a:noFill/>
          <a:ln>
            <a:noFill/>
          </a:ln>
        </p:spPr>
      </p:pic>
      <p:pic>
        <p:nvPicPr>
          <p:cNvPr id="873" name="Google Shape;873;p35"/>
          <p:cNvPicPr preferRelativeResize="0"/>
          <p:nvPr/>
        </p:nvPicPr>
        <p:blipFill rotWithShape="1">
          <a:blip r:embed="rId6">
            <a:alphaModFix/>
          </a:blip>
          <a:srcRect b="0" l="0" r="0" t="0"/>
          <a:stretch/>
        </p:blipFill>
        <p:spPr>
          <a:xfrm>
            <a:off x="2760968" y="1245949"/>
            <a:ext cx="405873" cy="405873"/>
          </a:xfrm>
          <a:prstGeom prst="rect">
            <a:avLst/>
          </a:prstGeom>
          <a:noFill/>
          <a:ln>
            <a:noFill/>
          </a:ln>
        </p:spPr>
      </p:pic>
      <p:pic>
        <p:nvPicPr>
          <p:cNvPr id="874" name="Google Shape;874;p35"/>
          <p:cNvPicPr preferRelativeResize="0"/>
          <p:nvPr/>
        </p:nvPicPr>
        <p:blipFill rotWithShape="1">
          <a:blip r:embed="rId7">
            <a:alphaModFix/>
          </a:blip>
          <a:srcRect b="0" l="0" r="0" t="0"/>
          <a:stretch/>
        </p:blipFill>
        <p:spPr>
          <a:xfrm>
            <a:off x="3433618" y="1245949"/>
            <a:ext cx="405873" cy="405873"/>
          </a:xfrm>
          <a:prstGeom prst="rect">
            <a:avLst/>
          </a:prstGeom>
          <a:noFill/>
          <a:ln>
            <a:noFill/>
          </a:ln>
        </p:spPr>
      </p:pic>
      <p:grpSp>
        <p:nvGrpSpPr>
          <p:cNvPr id="875" name="Google Shape;875;p35"/>
          <p:cNvGrpSpPr/>
          <p:nvPr/>
        </p:nvGrpSpPr>
        <p:grpSpPr>
          <a:xfrm>
            <a:off x="11637341" y="2501848"/>
            <a:ext cx="5090875" cy="720606"/>
            <a:chOff x="0" y="0"/>
            <a:chExt cx="7650097" cy="1082860"/>
          </a:xfrm>
        </p:grpSpPr>
        <p:sp>
          <p:nvSpPr>
            <p:cNvPr id="876" name="Google Shape;876;p35"/>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5"/>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8" name="Google Shape;878;p35"/>
          <p:cNvGrpSpPr/>
          <p:nvPr/>
        </p:nvGrpSpPr>
        <p:grpSpPr>
          <a:xfrm>
            <a:off x="11637341" y="3158150"/>
            <a:ext cx="5090875" cy="6100150"/>
            <a:chOff x="0" y="0"/>
            <a:chExt cx="3632200" cy="4352290"/>
          </a:xfrm>
        </p:grpSpPr>
        <p:sp>
          <p:nvSpPr>
            <p:cNvPr id="879" name="Google Shape;879;p35"/>
            <p:cNvSpPr/>
            <p:nvPr/>
          </p:nvSpPr>
          <p:spPr>
            <a:xfrm>
              <a:off x="15240" y="15240"/>
              <a:ext cx="3600450" cy="4320540"/>
            </a:xfrm>
            <a:custGeom>
              <a:rect b="b" l="l" r="r" t="t"/>
              <a:pathLst>
                <a:path extrusionOk="0" h="4320540" w="3600450">
                  <a:moveTo>
                    <a:pt x="0" y="0"/>
                  </a:moveTo>
                  <a:lnTo>
                    <a:pt x="3600450" y="0"/>
                  </a:lnTo>
                  <a:lnTo>
                    <a:pt x="3600450" y="4320540"/>
                  </a:lnTo>
                  <a:lnTo>
                    <a:pt x="0" y="4320540"/>
                  </a:lnTo>
                  <a:close/>
                </a:path>
              </a:pathLst>
            </a:custGeom>
            <a:blipFill rotWithShape="1">
              <a:blip r:embed="rId8">
                <a:alphaModFix/>
              </a:blip>
              <a:stretch>
                <a:fillRect b="0" l="-45728" r="-78828" t="-24909"/>
              </a:stretch>
            </a:blipFill>
            <a:ln>
              <a:noFill/>
            </a:ln>
          </p:spPr>
        </p:sp>
        <p:sp>
          <p:nvSpPr>
            <p:cNvPr id="880" name="Google Shape;880;p35"/>
            <p:cNvSpPr/>
            <p:nvPr/>
          </p:nvSpPr>
          <p:spPr>
            <a:xfrm>
              <a:off x="0" y="0"/>
              <a:ext cx="3632200" cy="4352290"/>
            </a:xfrm>
            <a:custGeom>
              <a:rect b="b" l="l" r="r" t="t"/>
              <a:pathLst>
                <a:path extrusionOk="0" h="4352290" w="3632200">
                  <a:moveTo>
                    <a:pt x="3632200" y="4352290"/>
                  </a:moveTo>
                  <a:lnTo>
                    <a:pt x="0" y="4352290"/>
                  </a:lnTo>
                  <a:lnTo>
                    <a:pt x="0" y="0"/>
                  </a:lnTo>
                  <a:lnTo>
                    <a:pt x="3632200" y="0"/>
                  </a:lnTo>
                  <a:lnTo>
                    <a:pt x="3632200" y="4352290"/>
                  </a:lnTo>
                  <a:close/>
                  <a:moveTo>
                    <a:pt x="31750" y="4320540"/>
                  </a:moveTo>
                  <a:lnTo>
                    <a:pt x="3600450" y="4320540"/>
                  </a:lnTo>
                  <a:lnTo>
                    <a:pt x="3600450" y="31750"/>
                  </a:lnTo>
                  <a:lnTo>
                    <a:pt x="31750" y="31750"/>
                  </a:lnTo>
                  <a:lnTo>
                    <a:pt x="31750" y="4320540"/>
                  </a:lnTo>
                  <a:close/>
                </a:path>
              </a:pathLst>
            </a:custGeom>
            <a:solidFill>
              <a:srgbClr val="191919"/>
            </a:solidFill>
            <a:ln>
              <a:noFill/>
            </a:ln>
          </p:spPr>
        </p:sp>
      </p:grpSp>
      <p:pic>
        <p:nvPicPr>
          <p:cNvPr id="881" name="Google Shape;881;p35"/>
          <p:cNvPicPr preferRelativeResize="0"/>
          <p:nvPr/>
        </p:nvPicPr>
        <p:blipFill rotWithShape="1">
          <a:blip r:embed="rId5">
            <a:alphaModFix/>
          </a:blip>
          <a:srcRect b="0" l="0" r="0" t="0"/>
          <a:stretch/>
        </p:blipFill>
        <p:spPr>
          <a:xfrm>
            <a:off x="11943116" y="2700632"/>
            <a:ext cx="303989" cy="303989"/>
          </a:xfrm>
          <a:prstGeom prst="rect">
            <a:avLst/>
          </a:prstGeom>
          <a:noFill/>
          <a:ln>
            <a:noFill/>
          </a:ln>
        </p:spPr>
      </p:pic>
      <p:pic>
        <p:nvPicPr>
          <p:cNvPr id="882" name="Google Shape;882;p35"/>
          <p:cNvPicPr preferRelativeResize="0"/>
          <p:nvPr/>
        </p:nvPicPr>
        <p:blipFill rotWithShape="1">
          <a:blip r:embed="rId6">
            <a:alphaModFix/>
          </a:blip>
          <a:srcRect b="0" l="0" r="0" t="0"/>
          <a:stretch/>
        </p:blipFill>
        <p:spPr>
          <a:xfrm>
            <a:off x="12446915" y="2700632"/>
            <a:ext cx="303989" cy="303989"/>
          </a:xfrm>
          <a:prstGeom prst="rect">
            <a:avLst/>
          </a:prstGeom>
          <a:noFill/>
          <a:ln>
            <a:noFill/>
          </a:ln>
        </p:spPr>
      </p:pic>
      <p:pic>
        <p:nvPicPr>
          <p:cNvPr id="883" name="Google Shape;883;p35"/>
          <p:cNvPicPr preferRelativeResize="0"/>
          <p:nvPr/>
        </p:nvPicPr>
        <p:blipFill rotWithShape="1">
          <a:blip r:embed="rId7">
            <a:alphaModFix/>
          </a:blip>
          <a:srcRect b="0" l="0" r="0" t="0"/>
          <a:stretch/>
        </p:blipFill>
        <p:spPr>
          <a:xfrm>
            <a:off x="12950715" y="2700632"/>
            <a:ext cx="303989" cy="303989"/>
          </a:xfrm>
          <a:prstGeom prst="rect">
            <a:avLst/>
          </a:prstGeom>
          <a:noFill/>
          <a:ln>
            <a:noFill/>
          </a:ln>
        </p:spPr>
      </p:pic>
      <p:pic>
        <p:nvPicPr>
          <p:cNvPr id="884" name="Google Shape;884;p35"/>
          <p:cNvPicPr preferRelativeResize="0"/>
          <p:nvPr/>
        </p:nvPicPr>
        <p:blipFill rotWithShape="1">
          <a:blip r:embed="rId9">
            <a:alphaModFix/>
          </a:blip>
          <a:srcRect b="0" l="33729" r="0" t="0"/>
          <a:stretch/>
        </p:blipFill>
        <p:spPr>
          <a:xfrm>
            <a:off x="9059321" y="3487193"/>
            <a:ext cx="3035790" cy="704312"/>
          </a:xfrm>
          <a:prstGeom prst="rect">
            <a:avLst/>
          </a:prstGeom>
          <a:noFill/>
          <a:ln>
            <a:noFill/>
          </a:ln>
        </p:spPr>
      </p:pic>
      <p:pic>
        <p:nvPicPr>
          <p:cNvPr id="885" name="Google Shape;885;p35"/>
          <p:cNvPicPr preferRelativeResize="0"/>
          <p:nvPr/>
        </p:nvPicPr>
        <p:blipFill rotWithShape="1">
          <a:blip r:embed="rId10">
            <a:alphaModFix/>
          </a:blip>
          <a:srcRect b="0" l="0" r="0" t="0"/>
          <a:stretch/>
        </p:blipFill>
        <p:spPr>
          <a:xfrm>
            <a:off x="10519294" y="7620199"/>
            <a:ext cx="2236095" cy="1825467"/>
          </a:xfrm>
          <a:prstGeom prst="rect">
            <a:avLst/>
          </a:prstGeom>
          <a:noFill/>
          <a:ln>
            <a:noFill/>
          </a:ln>
        </p:spPr>
      </p:pic>
      <p:sp>
        <p:nvSpPr>
          <p:cNvPr id="886" name="Google Shape;886;p35"/>
          <p:cNvSpPr txBox="1"/>
          <p:nvPr/>
        </p:nvSpPr>
        <p:spPr>
          <a:xfrm>
            <a:off x="1028700" y="2526956"/>
            <a:ext cx="8115300" cy="4680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3800" u="none" cap="none" strike="noStrike">
                <a:solidFill>
                  <a:srgbClr val="191919"/>
                </a:solidFill>
                <a:latin typeface="Times New Roman"/>
                <a:ea typeface="Times New Roman"/>
                <a:cs typeface="Times New Roman"/>
                <a:sym typeface="Times New Roman"/>
              </a:rPr>
              <a:t>ANNOUNCING GOOD NEWS</a:t>
            </a:r>
            <a:endParaRPr b="1">
              <a:latin typeface="Times New Roman"/>
              <a:ea typeface="Times New Roman"/>
              <a:cs typeface="Times New Roman"/>
              <a:sym typeface="Times New Roman"/>
            </a:endParaRPr>
          </a:p>
        </p:txBody>
      </p:sp>
      <p:sp>
        <p:nvSpPr>
          <p:cNvPr id="887" name="Google Shape;887;p35"/>
          <p:cNvSpPr txBox="1"/>
          <p:nvPr/>
        </p:nvSpPr>
        <p:spPr>
          <a:xfrm>
            <a:off x="1028700" y="3413139"/>
            <a:ext cx="8159400" cy="5490000"/>
          </a:xfrm>
          <a:prstGeom prst="rect">
            <a:avLst/>
          </a:prstGeom>
          <a:noFill/>
          <a:ln>
            <a:noFill/>
          </a:ln>
        </p:spPr>
        <p:txBody>
          <a:bodyPr anchorCtr="0" anchor="t" bIns="0" lIns="0" spcFirstLastPara="1" rIns="0" wrap="square" tIns="0">
            <a:spAutoFit/>
          </a:bodyPr>
          <a:lstStyle/>
          <a:p>
            <a:pPr indent="0" lvl="0" marL="0" marR="0" rtl="0" algn="l">
              <a:lnSpc>
                <a:spcPct val="130018"/>
              </a:lnSpc>
              <a:spcBef>
                <a:spcPts val="0"/>
              </a:spcBef>
              <a:spcAft>
                <a:spcPts val="0"/>
              </a:spcAft>
              <a:buNone/>
            </a:pPr>
            <a:r>
              <a:rPr i="0" lang="en-US" sz="2808" u="none" cap="none" strike="noStrike">
                <a:solidFill>
                  <a:srgbClr val="191919"/>
                </a:solidFill>
                <a:latin typeface="Times New Roman"/>
                <a:ea typeface="Times New Roman"/>
                <a:cs typeface="Times New Roman"/>
                <a:sym typeface="Times New Roman"/>
              </a:rPr>
              <a:t>External good-news announcements are often communicated in a news release</a:t>
            </a:r>
            <a:endParaRPr sz="1000">
              <a:latin typeface="Times New Roman"/>
              <a:ea typeface="Times New Roman"/>
              <a:cs typeface="Times New Roman"/>
              <a:sym typeface="Times New Roman"/>
            </a:endParaRPr>
          </a:p>
          <a:p>
            <a:pPr indent="0" lvl="0" marL="0" marR="0" rtl="0" algn="l">
              <a:lnSpc>
                <a:spcPct val="130018"/>
              </a:lnSpc>
              <a:spcBef>
                <a:spcPts val="0"/>
              </a:spcBef>
              <a:spcAft>
                <a:spcPts val="0"/>
              </a:spcAft>
              <a:buNone/>
            </a:pPr>
            <a:r>
              <a:t/>
            </a:r>
            <a:endParaRPr i="0" sz="2808" u="none" cap="none" strike="noStrike">
              <a:solidFill>
                <a:srgbClr val="191919"/>
              </a:solidFill>
              <a:latin typeface="Times New Roman"/>
              <a:ea typeface="Times New Roman"/>
              <a:cs typeface="Times New Roman"/>
              <a:sym typeface="Times New Roman"/>
            </a:endParaRPr>
          </a:p>
          <a:p>
            <a:pPr indent="0" lvl="0" marL="0" marR="0" rtl="0" algn="l">
              <a:lnSpc>
                <a:spcPct val="130018"/>
              </a:lnSpc>
              <a:spcBef>
                <a:spcPts val="0"/>
              </a:spcBef>
              <a:spcAft>
                <a:spcPts val="0"/>
              </a:spcAft>
              <a:buNone/>
            </a:pPr>
            <a:r>
              <a:rPr i="0" lang="en-US" sz="2808" u="none" cap="none" strike="noStrike">
                <a:solidFill>
                  <a:srgbClr val="191919"/>
                </a:solidFill>
                <a:latin typeface="Times New Roman"/>
                <a:ea typeface="Times New Roman"/>
                <a:cs typeface="Times New Roman"/>
                <a:sym typeface="Times New Roman"/>
              </a:rPr>
              <a:t>The content follows the customary pattern for a positive message: good news followed by details and a positive close.</a:t>
            </a:r>
            <a:endParaRPr sz="1000">
              <a:latin typeface="Times New Roman"/>
              <a:ea typeface="Times New Roman"/>
              <a:cs typeface="Times New Roman"/>
              <a:sym typeface="Times New Roman"/>
            </a:endParaRPr>
          </a:p>
          <a:p>
            <a:pPr indent="0" lvl="0" marL="0" marR="0" rtl="0" algn="l">
              <a:lnSpc>
                <a:spcPct val="130018"/>
              </a:lnSpc>
              <a:spcBef>
                <a:spcPts val="0"/>
              </a:spcBef>
              <a:spcAft>
                <a:spcPts val="0"/>
              </a:spcAft>
              <a:buNone/>
            </a:pPr>
            <a:r>
              <a:t/>
            </a:r>
            <a:endParaRPr i="0" sz="2808" u="none" cap="none" strike="noStrike">
              <a:solidFill>
                <a:srgbClr val="191919"/>
              </a:solidFill>
              <a:latin typeface="Times New Roman"/>
              <a:ea typeface="Times New Roman"/>
              <a:cs typeface="Times New Roman"/>
              <a:sym typeface="Times New Roman"/>
            </a:endParaRPr>
          </a:p>
          <a:p>
            <a:pPr indent="0" lvl="0" marL="0" marR="0" rtl="0" algn="l">
              <a:lnSpc>
                <a:spcPct val="130018"/>
              </a:lnSpc>
              <a:spcBef>
                <a:spcPts val="0"/>
              </a:spcBef>
              <a:spcAft>
                <a:spcPts val="0"/>
              </a:spcAft>
              <a:buNone/>
            </a:pPr>
            <a:r>
              <a:rPr i="0" lang="en-US" sz="2808" u="none" cap="none" strike="noStrike">
                <a:solidFill>
                  <a:srgbClr val="191919"/>
                </a:solidFill>
                <a:latin typeface="Times New Roman"/>
                <a:ea typeface="Times New Roman"/>
                <a:cs typeface="Times New Roman"/>
                <a:sym typeface="Times New Roman"/>
              </a:rPr>
              <a:t>direct-to-consumer news releases/ social media releases includes ready-to-share content that is easy to reuse in blog posts, tweets and other social media formats.</a:t>
            </a:r>
            <a:endParaRPr sz="1000">
              <a:latin typeface="Times New Roman"/>
              <a:ea typeface="Times New Roman"/>
              <a:cs typeface="Times New Roman"/>
              <a:sym typeface="Times New Roman"/>
            </a:endParaRPr>
          </a:p>
        </p:txBody>
      </p:sp>
      <p:sp>
        <p:nvSpPr>
          <p:cNvPr id="888" name="Google Shape;888;p35"/>
          <p:cNvSpPr txBox="1"/>
          <p:nvPr/>
        </p:nvSpPr>
        <p:spPr>
          <a:xfrm>
            <a:off x="6050389" y="1075310"/>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4.5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892" name="Shape 892"/>
        <p:cNvGrpSpPr/>
        <p:nvPr/>
      </p:nvGrpSpPr>
      <p:grpSpPr>
        <a:xfrm>
          <a:off x="0" y="0"/>
          <a:ext cx="0" cy="0"/>
          <a:chOff x="0" y="0"/>
          <a:chExt cx="0" cy="0"/>
        </a:xfrm>
      </p:grpSpPr>
      <p:pic>
        <p:nvPicPr>
          <p:cNvPr id="893" name="Google Shape;893;p36"/>
          <p:cNvPicPr preferRelativeResize="0"/>
          <p:nvPr/>
        </p:nvPicPr>
        <p:blipFill rotWithShape="1">
          <a:blip r:embed="rId3">
            <a:alphaModFix/>
          </a:blip>
          <a:srcRect b="0" l="6216" r="8931" t="0"/>
          <a:stretch/>
        </p:blipFill>
        <p:spPr>
          <a:xfrm>
            <a:off x="590943" y="1923482"/>
            <a:ext cx="17106114" cy="644003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897" name="Shape 897"/>
        <p:cNvGrpSpPr/>
        <p:nvPr/>
      </p:nvGrpSpPr>
      <p:grpSpPr>
        <a:xfrm>
          <a:off x="0" y="0"/>
          <a:ext cx="0" cy="0"/>
          <a:chOff x="0" y="0"/>
          <a:chExt cx="0" cy="0"/>
        </a:xfrm>
      </p:grpSpPr>
      <p:pic>
        <p:nvPicPr>
          <p:cNvPr id="898" name="Google Shape;898;p37"/>
          <p:cNvPicPr preferRelativeResize="0"/>
          <p:nvPr/>
        </p:nvPicPr>
        <p:blipFill rotWithShape="1">
          <a:blip r:embed="rId3">
            <a:alphaModFix/>
          </a:blip>
          <a:srcRect b="0" l="0" r="0" t="0"/>
          <a:stretch/>
        </p:blipFill>
        <p:spPr>
          <a:xfrm rot="3323013">
            <a:off x="13103259" y="-1578177"/>
            <a:ext cx="6797678" cy="5648252"/>
          </a:xfrm>
          <a:prstGeom prst="rect">
            <a:avLst/>
          </a:prstGeom>
          <a:noFill/>
          <a:ln>
            <a:noFill/>
          </a:ln>
        </p:spPr>
      </p:pic>
      <p:pic>
        <p:nvPicPr>
          <p:cNvPr id="899" name="Google Shape;899;p37"/>
          <p:cNvPicPr preferRelativeResize="0"/>
          <p:nvPr/>
        </p:nvPicPr>
        <p:blipFill rotWithShape="1">
          <a:blip r:embed="rId4">
            <a:alphaModFix/>
          </a:blip>
          <a:srcRect b="0" l="0" r="0" t="0"/>
          <a:stretch/>
        </p:blipFill>
        <p:spPr>
          <a:xfrm flipH="1" rot="10800000">
            <a:off x="-2509380" y="6312175"/>
            <a:ext cx="6745050" cy="4991337"/>
          </a:xfrm>
          <a:prstGeom prst="rect">
            <a:avLst/>
          </a:prstGeom>
          <a:noFill/>
          <a:ln>
            <a:noFill/>
          </a:ln>
        </p:spPr>
      </p:pic>
      <p:grpSp>
        <p:nvGrpSpPr>
          <p:cNvPr id="900" name="Google Shape;900;p37"/>
          <p:cNvGrpSpPr/>
          <p:nvPr/>
        </p:nvGrpSpPr>
        <p:grpSpPr>
          <a:xfrm>
            <a:off x="700312" y="1708069"/>
            <a:ext cx="8959682" cy="8068787"/>
            <a:chOff x="0" y="0"/>
            <a:chExt cx="13463783" cy="12125027"/>
          </a:xfrm>
        </p:grpSpPr>
        <p:sp>
          <p:nvSpPr>
            <p:cNvPr id="901" name="Google Shape;901;p37"/>
            <p:cNvSpPr/>
            <p:nvPr/>
          </p:nvSpPr>
          <p:spPr>
            <a:xfrm>
              <a:off x="31750" y="31750"/>
              <a:ext cx="13400283" cy="12061527"/>
            </a:xfrm>
            <a:custGeom>
              <a:rect b="b" l="l" r="r" t="t"/>
              <a:pathLst>
                <a:path extrusionOk="0" h="12061527" w="13400283">
                  <a:moveTo>
                    <a:pt x="13307572" y="12061527"/>
                  </a:moveTo>
                  <a:lnTo>
                    <a:pt x="92710" y="12061527"/>
                  </a:lnTo>
                  <a:cubicBezTo>
                    <a:pt x="41910" y="12061527"/>
                    <a:pt x="0" y="12019617"/>
                    <a:pt x="0" y="11968817"/>
                  </a:cubicBezTo>
                  <a:lnTo>
                    <a:pt x="0" y="92710"/>
                  </a:lnTo>
                  <a:cubicBezTo>
                    <a:pt x="0" y="41910"/>
                    <a:pt x="41910" y="0"/>
                    <a:pt x="92710" y="0"/>
                  </a:cubicBezTo>
                  <a:lnTo>
                    <a:pt x="13306303" y="0"/>
                  </a:lnTo>
                  <a:cubicBezTo>
                    <a:pt x="13357103" y="0"/>
                    <a:pt x="13399012" y="41910"/>
                    <a:pt x="13399012" y="92710"/>
                  </a:cubicBezTo>
                  <a:lnTo>
                    <a:pt x="13399012" y="11967546"/>
                  </a:lnTo>
                  <a:cubicBezTo>
                    <a:pt x="13400283" y="12019617"/>
                    <a:pt x="13358372" y="12061527"/>
                    <a:pt x="13307572" y="1206152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7"/>
            <p:cNvSpPr/>
            <p:nvPr/>
          </p:nvSpPr>
          <p:spPr>
            <a:xfrm>
              <a:off x="0" y="0"/>
              <a:ext cx="13463783" cy="12125027"/>
            </a:xfrm>
            <a:custGeom>
              <a:rect b="b" l="l" r="r" t="t"/>
              <a:pathLst>
                <a:path extrusionOk="0" h="12125027" w="13463783">
                  <a:moveTo>
                    <a:pt x="13339322" y="59690"/>
                  </a:moveTo>
                  <a:cubicBezTo>
                    <a:pt x="13374883" y="59690"/>
                    <a:pt x="13404092" y="88900"/>
                    <a:pt x="13404092" y="124460"/>
                  </a:cubicBezTo>
                  <a:lnTo>
                    <a:pt x="13404092" y="12000567"/>
                  </a:lnTo>
                  <a:cubicBezTo>
                    <a:pt x="13404092" y="12036127"/>
                    <a:pt x="13374883" y="12065336"/>
                    <a:pt x="13339322" y="12065336"/>
                  </a:cubicBezTo>
                  <a:lnTo>
                    <a:pt x="124460" y="12065336"/>
                  </a:lnTo>
                  <a:cubicBezTo>
                    <a:pt x="88900" y="12065336"/>
                    <a:pt x="59690" y="12036127"/>
                    <a:pt x="59690" y="12000567"/>
                  </a:cubicBezTo>
                  <a:lnTo>
                    <a:pt x="59690" y="124460"/>
                  </a:lnTo>
                  <a:cubicBezTo>
                    <a:pt x="59690" y="88900"/>
                    <a:pt x="88900" y="59690"/>
                    <a:pt x="124460" y="59690"/>
                  </a:cubicBezTo>
                  <a:lnTo>
                    <a:pt x="13339322" y="59690"/>
                  </a:lnTo>
                  <a:moveTo>
                    <a:pt x="13339322" y="0"/>
                  </a:moveTo>
                  <a:lnTo>
                    <a:pt x="124460" y="0"/>
                  </a:lnTo>
                  <a:cubicBezTo>
                    <a:pt x="55880" y="0"/>
                    <a:pt x="0" y="55880"/>
                    <a:pt x="0" y="124460"/>
                  </a:cubicBezTo>
                  <a:lnTo>
                    <a:pt x="0" y="12000567"/>
                  </a:lnTo>
                  <a:cubicBezTo>
                    <a:pt x="0" y="12069146"/>
                    <a:pt x="55880" y="12125027"/>
                    <a:pt x="124460" y="12125027"/>
                  </a:cubicBezTo>
                  <a:lnTo>
                    <a:pt x="13339322" y="12125027"/>
                  </a:lnTo>
                  <a:cubicBezTo>
                    <a:pt x="13407903" y="12125027"/>
                    <a:pt x="13463783" y="12069146"/>
                    <a:pt x="13463783" y="12000567"/>
                  </a:cubicBezTo>
                  <a:lnTo>
                    <a:pt x="13463783" y="124460"/>
                  </a:lnTo>
                  <a:cubicBezTo>
                    <a:pt x="13463783" y="55880"/>
                    <a:pt x="13407903" y="0"/>
                    <a:pt x="13339322"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3" name="Google Shape;903;p37"/>
          <p:cNvGrpSpPr/>
          <p:nvPr/>
        </p:nvGrpSpPr>
        <p:grpSpPr>
          <a:xfrm>
            <a:off x="700312" y="924750"/>
            <a:ext cx="8959682" cy="1041805"/>
            <a:chOff x="0" y="0"/>
            <a:chExt cx="13463783" cy="1565529"/>
          </a:xfrm>
        </p:grpSpPr>
        <p:sp>
          <p:nvSpPr>
            <p:cNvPr id="904" name="Google Shape;904;p37"/>
            <p:cNvSpPr/>
            <p:nvPr/>
          </p:nvSpPr>
          <p:spPr>
            <a:xfrm>
              <a:off x="31750" y="31750"/>
              <a:ext cx="13400283" cy="1502029"/>
            </a:xfrm>
            <a:custGeom>
              <a:rect b="b" l="l" r="r" t="t"/>
              <a:pathLst>
                <a:path extrusionOk="0" h="1502029" w="13400283">
                  <a:moveTo>
                    <a:pt x="13307572" y="1502029"/>
                  </a:moveTo>
                  <a:lnTo>
                    <a:pt x="92710" y="1502029"/>
                  </a:lnTo>
                  <a:cubicBezTo>
                    <a:pt x="41910" y="1502029"/>
                    <a:pt x="0" y="1460119"/>
                    <a:pt x="0" y="1409319"/>
                  </a:cubicBezTo>
                  <a:lnTo>
                    <a:pt x="0" y="92710"/>
                  </a:lnTo>
                  <a:cubicBezTo>
                    <a:pt x="0" y="41910"/>
                    <a:pt x="41910" y="0"/>
                    <a:pt x="92710" y="0"/>
                  </a:cubicBezTo>
                  <a:lnTo>
                    <a:pt x="13306303" y="0"/>
                  </a:lnTo>
                  <a:cubicBezTo>
                    <a:pt x="13357103" y="0"/>
                    <a:pt x="13399012" y="41910"/>
                    <a:pt x="13399012" y="92710"/>
                  </a:cubicBezTo>
                  <a:lnTo>
                    <a:pt x="13399012" y="1408049"/>
                  </a:lnTo>
                  <a:cubicBezTo>
                    <a:pt x="13400283" y="1460119"/>
                    <a:pt x="13358372" y="1502029"/>
                    <a:pt x="13307572" y="1502029"/>
                  </a:cubicBezTo>
                  <a:close/>
                </a:path>
              </a:pathLst>
            </a:custGeom>
            <a:solidFill>
              <a:srgbClr val="DAFA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7"/>
            <p:cNvSpPr/>
            <p:nvPr/>
          </p:nvSpPr>
          <p:spPr>
            <a:xfrm>
              <a:off x="0" y="0"/>
              <a:ext cx="13463783" cy="1565529"/>
            </a:xfrm>
            <a:custGeom>
              <a:rect b="b" l="l" r="r" t="t"/>
              <a:pathLst>
                <a:path extrusionOk="0" h="1565529" w="13463783">
                  <a:moveTo>
                    <a:pt x="13339322" y="59690"/>
                  </a:moveTo>
                  <a:cubicBezTo>
                    <a:pt x="13374883" y="59690"/>
                    <a:pt x="13404092" y="88900"/>
                    <a:pt x="13404092" y="124460"/>
                  </a:cubicBezTo>
                  <a:lnTo>
                    <a:pt x="13404092" y="1441069"/>
                  </a:lnTo>
                  <a:cubicBezTo>
                    <a:pt x="13404092" y="1476629"/>
                    <a:pt x="13374883" y="1505839"/>
                    <a:pt x="13339322" y="1505839"/>
                  </a:cubicBezTo>
                  <a:lnTo>
                    <a:pt x="124460" y="1505839"/>
                  </a:lnTo>
                  <a:cubicBezTo>
                    <a:pt x="88900" y="1505839"/>
                    <a:pt x="59690" y="1476629"/>
                    <a:pt x="59690" y="1441069"/>
                  </a:cubicBezTo>
                  <a:lnTo>
                    <a:pt x="59690" y="124460"/>
                  </a:lnTo>
                  <a:cubicBezTo>
                    <a:pt x="59690" y="88900"/>
                    <a:pt x="88900" y="59690"/>
                    <a:pt x="124460" y="59690"/>
                  </a:cubicBezTo>
                  <a:lnTo>
                    <a:pt x="13339322" y="59690"/>
                  </a:lnTo>
                  <a:moveTo>
                    <a:pt x="13339322" y="0"/>
                  </a:moveTo>
                  <a:lnTo>
                    <a:pt x="124460" y="0"/>
                  </a:lnTo>
                  <a:cubicBezTo>
                    <a:pt x="55880" y="0"/>
                    <a:pt x="0" y="55880"/>
                    <a:pt x="0" y="124460"/>
                  </a:cubicBezTo>
                  <a:lnTo>
                    <a:pt x="0" y="1441069"/>
                  </a:lnTo>
                  <a:cubicBezTo>
                    <a:pt x="0" y="1509649"/>
                    <a:pt x="55880" y="1565529"/>
                    <a:pt x="124460" y="1565529"/>
                  </a:cubicBezTo>
                  <a:lnTo>
                    <a:pt x="13339322" y="1565529"/>
                  </a:lnTo>
                  <a:cubicBezTo>
                    <a:pt x="13407903" y="1565529"/>
                    <a:pt x="13463783" y="1509649"/>
                    <a:pt x="13463783" y="1441069"/>
                  </a:cubicBezTo>
                  <a:lnTo>
                    <a:pt x="13463783" y="124460"/>
                  </a:lnTo>
                  <a:cubicBezTo>
                    <a:pt x="13463783" y="55880"/>
                    <a:pt x="13407903" y="0"/>
                    <a:pt x="13339322"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06" name="Google Shape;906;p37"/>
          <p:cNvPicPr preferRelativeResize="0"/>
          <p:nvPr/>
        </p:nvPicPr>
        <p:blipFill rotWithShape="1">
          <a:blip r:embed="rId5">
            <a:alphaModFix/>
          </a:blip>
          <a:srcRect b="0" l="0" r="0" t="0"/>
          <a:stretch/>
        </p:blipFill>
        <p:spPr>
          <a:xfrm>
            <a:off x="2088317" y="1245949"/>
            <a:ext cx="405873" cy="405873"/>
          </a:xfrm>
          <a:prstGeom prst="rect">
            <a:avLst/>
          </a:prstGeom>
          <a:noFill/>
          <a:ln>
            <a:noFill/>
          </a:ln>
        </p:spPr>
      </p:pic>
      <p:pic>
        <p:nvPicPr>
          <p:cNvPr id="907" name="Google Shape;907;p37"/>
          <p:cNvPicPr preferRelativeResize="0"/>
          <p:nvPr/>
        </p:nvPicPr>
        <p:blipFill rotWithShape="1">
          <a:blip r:embed="rId6">
            <a:alphaModFix/>
          </a:blip>
          <a:srcRect b="0" l="0" r="0" t="0"/>
          <a:stretch/>
        </p:blipFill>
        <p:spPr>
          <a:xfrm>
            <a:off x="2760968" y="1245949"/>
            <a:ext cx="405873" cy="405873"/>
          </a:xfrm>
          <a:prstGeom prst="rect">
            <a:avLst/>
          </a:prstGeom>
          <a:noFill/>
          <a:ln>
            <a:noFill/>
          </a:ln>
        </p:spPr>
      </p:pic>
      <p:pic>
        <p:nvPicPr>
          <p:cNvPr id="908" name="Google Shape;908;p37"/>
          <p:cNvPicPr preferRelativeResize="0"/>
          <p:nvPr/>
        </p:nvPicPr>
        <p:blipFill rotWithShape="1">
          <a:blip r:embed="rId7">
            <a:alphaModFix/>
          </a:blip>
          <a:srcRect b="0" l="0" r="0" t="0"/>
          <a:stretch/>
        </p:blipFill>
        <p:spPr>
          <a:xfrm>
            <a:off x="3433618" y="1245949"/>
            <a:ext cx="405873" cy="405873"/>
          </a:xfrm>
          <a:prstGeom prst="rect">
            <a:avLst/>
          </a:prstGeom>
          <a:noFill/>
          <a:ln>
            <a:noFill/>
          </a:ln>
        </p:spPr>
      </p:pic>
      <p:grpSp>
        <p:nvGrpSpPr>
          <p:cNvPr id="909" name="Google Shape;909;p37"/>
          <p:cNvGrpSpPr/>
          <p:nvPr/>
        </p:nvGrpSpPr>
        <p:grpSpPr>
          <a:xfrm>
            <a:off x="11637341" y="2501848"/>
            <a:ext cx="5090875" cy="720606"/>
            <a:chOff x="0" y="0"/>
            <a:chExt cx="7650097" cy="1082860"/>
          </a:xfrm>
        </p:grpSpPr>
        <p:sp>
          <p:nvSpPr>
            <p:cNvPr id="910" name="Google Shape;910;p37"/>
            <p:cNvSpPr/>
            <p:nvPr/>
          </p:nvSpPr>
          <p:spPr>
            <a:xfrm>
              <a:off x="31750" y="31750"/>
              <a:ext cx="7586597" cy="1019360"/>
            </a:xfrm>
            <a:custGeom>
              <a:rect b="b" l="l" r="r" t="t"/>
              <a:pathLst>
                <a:path extrusionOk="0" h="1019360" w="7586597">
                  <a:moveTo>
                    <a:pt x="7493888" y="1019360"/>
                  </a:moveTo>
                  <a:lnTo>
                    <a:pt x="92710" y="1019360"/>
                  </a:lnTo>
                  <a:cubicBezTo>
                    <a:pt x="41910" y="1019360"/>
                    <a:pt x="0" y="977450"/>
                    <a:pt x="0" y="926650"/>
                  </a:cubicBezTo>
                  <a:lnTo>
                    <a:pt x="0" y="92710"/>
                  </a:lnTo>
                  <a:cubicBezTo>
                    <a:pt x="0" y="41910"/>
                    <a:pt x="41910" y="0"/>
                    <a:pt x="92710" y="0"/>
                  </a:cubicBezTo>
                  <a:lnTo>
                    <a:pt x="7492617" y="0"/>
                  </a:lnTo>
                  <a:cubicBezTo>
                    <a:pt x="7543417" y="0"/>
                    <a:pt x="7585328" y="41910"/>
                    <a:pt x="7585328" y="92710"/>
                  </a:cubicBezTo>
                  <a:lnTo>
                    <a:pt x="7585328" y="925380"/>
                  </a:lnTo>
                  <a:cubicBezTo>
                    <a:pt x="7586597" y="977450"/>
                    <a:pt x="7544688" y="1019360"/>
                    <a:pt x="7493888" y="101936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37"/>
            <p:cNvSpPr/>
            <p:nvPr/>
          </p:nvSpPr>
          <p:spPr>
            <a:xfrm>
              <a:off x="0" y="0"/>
              <a:ext cx="7650097" cy="1082860"/>
            </a:xfrm>
            <a:custGeom>
              <a:rect b="b" l="l" r="r" t="t"/>
              <a:pathLst>
                <a:path extrusionOk="0" h="1082860" w="7650097">
                  <a:moveTo>
                    <a:pt x="7525638" y="59690"/>
                  </a:moveTo>
                  <a:cubicBezTo>
                    <a:pt x="7561197" y="59690"/>
                    <a:pt x="7590407" y="88900"/>
                    <a:pt x="7590407" y="124460"/>
                  </a:cubicBezTo>
                  <a:lnTo>
                    <a:pt x="7590407" y="958400"/>
                  </a:lnTo>
                  <a:cubicBezTo>
                    <a:pt x="7590407" y="993960"/>
                    <a:pt x="7561197" y="1023170"/>
                    <a:pt x="7525638" y="1023170"/>
                  </a:cubicBezTo>
                  <a:lnTo>
                    <a:pt x="124460" y="1023170"/>
                  </a:lnTo>
                  <a:cubicBezTo>
                    <a:pt x="88900" y="1023170"/>
                    <a:pt x="59690" y="993960"/>
                    <a:pt x="59690" y="958400"/>
                  </a:cubicBezTo>
                  <a:lnTo>
                    <a:pt x="59690" y="124460"/>
                  </a:lnTo>
                  <a:cubicBezTo>
                    <a:pt x="59690" y="88900"/>
                    <a:pt x="88900" y="59690"/>
                    <a:pt x="124460" y="59690"/>
                  </a:cubicBezTo>
                  <a:lnTo>
                    <a:pt x="7525638" y="59690"/>
                  </a:lnTo>
                  <a:moveTo>
                    <a:pt x="7525638" y="0"/>
                  </a:moveTo>
                  <a:lnTo>
                    <a:pt x="124460" y="0"/>
                  </a:lnTo>
                  <a:cubicBezTo>
                    <a:pt x="55880" y="0"/>
                    <a:pt x="0" y="55880"/>
                    <a:pt x="0" y="124460"/>
                  </a:cubicBezTo>
                  <a:lnTo>
                    <a:pt x="0" y="958400"/>
                  </a:lnTo>
                  <a:cubicBezTo>
                    <a:pt x="0" y="1026980"/>
                    <a:pt x="55880" y="1082860"/>
                    <a:pt x="124460" y="1082860"/>
                  </a:cubicBezTo>
                  <a:lnTo>
                    <a:pt x="7525638" y="1082860"/>
                  </a:lnTo>
                  <a:cubicBezTo>
                    <a:pt x="7594217" y="1082860"/>
                    <a:pt x="7650097" y="1026980"/>
                    <a:pt x="7650097" y="958400"/>
                  </a:cubicBezTo>
                  <a:lnTo>
                    <a:pt x="7650097" y="124460"/>
                  </a:lnTo>
                  <a:cubicBezTo>
                    <a:pt x="7650097" y="55880"/>
                    <a:pt x="7594217" y="0"/>
                    <a:pt x="752563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2" name="Google Shape;912;p37"/>
          <p:cNvGrpSpPr/>
          <p:nvPr/>
        </p:nvGrpSpPr>
        <p:grpSpPr>
          <a:xfrm>
            <a:off x="11637341" y="3158150"/>
            <a:ext cx="5090875" cy="6100150"/>
            <a:chOff x="0" y="0"/>
            <a:chExt cx="3632200" cy="4352290"/>
          </a:xfrm>
        </p:grpSpPr>
        <p:sp>
          <p:nvSpPr>
            <p:cNvPr id="913" name="Google Shape;913;p37"/>
            <p:cNvSpPr/>
            <p:nvPr/>
          </p:nvSpPr>
          <p:spPr>
            <a:xfrm>
              <a:off x="15240" y="15240"/>
              <a:ext cx="3600450" cy="4320540"/>
            </a:xfrm>
            <a:custGeom>
              <a:rect b="b" l="l" r="r" t="t"/>
              <a:pathLst>
                <a:path extrusionOk="0" h="4320540" w="3600450">
                  <a:moveTo>
                    <a:pt x="0" y="0"/>
                  </a:moveTo>
                  <a:lnTo>
                    <a:pt x="3600450" y="0"/>
                  </a:lnTo>
                  <a:lnTo>
                    <a:pt x="3600450" y="4320540"/>
                  </a:lnTo>
                  <a:lnTo>
                    <a:pt x="0" y="4320540"/>
                  </a:lnTo>
                  <a:close/>
                </a:path>
              </a:pathLst>
            </a:custGeom>
            <a:blipFill rotWithShape="1">
              <a:blip r:embed="rId8">
                <a:alphaModFix/>
              </a:blip>
              <a:stretch>
                <a:fillRect b="0" l="-45728" r="-78828" t="-24909"/>
              </a:stretch>
            </a:blipFill>
            <a:ln>
              <a:noFill/>
            </a:ln>
          </p:spPr>
        </p:sp>
        <p:sp>
          <p:nvSpPr>
            <p:cNvPr id="914" name="Google Shape;914;p37"/>
            <p:cNvSpPr/>
            <p:nvPr/>
          </p:nvSpPr>
          <p:spPr>
            <a:xfrm>
              <a:off x="0" y="0"/>
              <a:ext cx="3632200" cy="4352290"/>
            </a:xfrm>
            <a:custGeom>
              <a:rect b="b" l="l" r="r" t="t"/>
              <a:pathLst>
                <a:path extrusionOk="0" h="4352290" w="3632200">
                  <a:moveTo>
                    <a:pt x="3632200" y="4352290"/>
                  </a:moveTo>
                  <a:lnTo>
                    <a:pt x="0" y="4352290"/>
                  </a:lnTo>
                  <a:lnTo>
                    <a:pt x="0" y="0"/>
                  </a:lnTo>
                  <a:lnTo>
                    <a:pt x="3632200" y="0"/>
                  </a:lnTo>
                  <a:lnTo>
                    <a:pt x="3632200" y="4352290"/>
                  </a:lnTo>
                  <a:close/>
                  <a:moveTo>
                    <a:pt x="31750" y="4320540"/>
                  </a:moveTo>
                  <a:lnTo>
                    <a:pt x="3600450" y="4320540"/>
                  </a:lnTo>
                  <a:lnTo>
                    <a:pt x="3600450" y="31750"/>
                  </a:lnTo>
                  <a:lnTo>
                    <a:pt x="31750" y="31750"/>
                  </a:lnTo>
                  <a:lnTo>
                    <a:pt x="31750" y="4320540"/>
                  </a:lnTo>
                  <a:close/>
                </a:path>
              </a:pathLst>
            </a:custGeom>
            <a:solidFill>
              <a:srgbClr val="191919"/>
            </a:solidFill>
            <a:ln>
              <a:noFill/>
            </a:ln>
          </p:spPr>
        </p:sp>
      </p:grpSp>
      <p:pic>
        <p:nvPicPr>
          <p:cNvPr id="915" name="Google Shape;915;p37"/>
          <p:cNvPicPr preferRelativeResize="0"/>
          <p:nvPr/>
        </p:nvPicPr>
        <p:blipFill rotWithShape="1">
          <a:blip r:embed="rId5">
            <a:alphaModFix/>
          </a:blip>
          <a:srcRect b="0" l="0" r="0" t="0"/>
          <a:stretch/>
        </p:blipFill>
        <p:spPr>
          <a:xfrm>
            <a:off x="11943116" y="2700632"/>
            <a:ext cx="303989" cy="303989"/>
          </a:xfrm>
          <a:prstGeom prst="rect">
            <a:avLst/>
          </a:prstGeom>
          <a:noFill/>
          <a:ln>
            <a:noFill/>
          </a:ln>
        </p:spPr>
      </p:pic>
      <p:pic>
        <p:nvPicPr>
          <p:cNvPr id="916" name="Google Shape;916;p37"/>
          <p:cNvPicPr preferRelativeResize="0"/>
          <p:nvPr/>
        </p:nvPicPr>
        <p:blipFill rotWithShape="1">
          <a:blip r:embed="rId6">
            <a:alphaModFix/>
          </a:blip>
          <a:srcRect b="0" l="0" r="0" t="0"/>
          <a:stretch/>
        </p:blipFill>
        <p:spPr>
          <a:xfrm>
            <a:off x="12446915" y="2700632"/>
            <a:ext cx="303989" cy="303989"/>
          </a:xfrm>
          <a:prstGeom prst="rect">
            <a:avLst/>
          </a:prstGeom>
          <a:noFill/>
          <a:ln>
            <a:noFill/>
          </a:ln>
        </p:spPr>
      </p:pic>
      <p:pic>
        <p:nvPicPr>
          <p:cNvPr id="917" name="Google Shape;917;p37"/>
          <p:cNvPicPr preferRelativeResize="0"/>
          <p:nvPr/>
        </p:nvPicPr>
        <p:blipFill rotWithShape="1">
          <a:blip r:embed="rId7">
            <a:alphaModFix/>
          </a:blip>
          <a:srcRect b="0" l="0" r="0" t="0"/>
          <a:stretch/>
        </p:blipFill>
        <p:spPr>
          <a:xfrm>
            <a:off x="12950715" y="2700632"/>
            <a:ext cx="303989" cy="303989"/>
          </a:xfrm>
          <a:prstGeom prst="rect">
            <a:avLst/>
          </a:prstGeom>
          <a:noFill/>
          <a:ln>
            <a:noFill/>
          </a:ln>
        </p:spPr>
      </p:pic>
      <p:pic>
        <p:nvPicPr>
          <p:cNvPr id="918" name="Google Shape;918;p37"/>
          <p:cNvPicPr preferRelativeResize="0"/>
          <p:nvPr/>
        </p:nvPicPr>
        <p:blipFill rotWithShape="1">
          <a:blip r:embed="rId9">
            <a:alphaModFix/>
          </a:blip>
          <a:srcRect b="0" l="33729" r="0" t="0"/>
          <a:stretch/>
        </p:blipFill>
        <p:spPr>
          <a:xfrm>
            <a:off x="9059321" y="3487193"/>
            <a:ext cx="3035790" cy="704312"/>
          </a:xfrm>
          <a:prstGeom prst="rect">
            <a:avLst/>
          </a:prstGeom>
          <a:noFill/>
          <a:ln>
            <a:noFill/>
          </a:ln>
        </p:spPr>
      </p:pic>
      <p:pic>
        <p:nvPicPr>
          <p:cNvPr id="919" name="Google Shape;919;p37"/>
          <p:cNvPicPr preferRelativeResize="0"/>
          <p:nvPr/>
        </p:nvPicPr>
        <p:blipFill rotWithShape="1">
          <a:blip r:embed="rId10">
            <a:alphaModFix/>
          </a:blip>
          <a:srcRect b="0" l="0" r="0" t="0"/>
          <a:stretch/>
        </p:blipFill>
        <p:spPr>
          <a:xfrm>
            <a:off x="10519294" y="7620199"/>
            <a:ext cx="2236095" cy="1825467"/>
          </a:xfrm>
          <a:prstGeom prst="rect">
            <a:avLst/>
          </a:prstGeom>
          <a:noFill/>
          <a:ln>
            <a:noFill/>
          </a:ln>
        </p:spPr>
      </p:pic>
      <p:sp>
        <p:nvSpPr>
          <p:cNvPr id="920" name="Google Shape;920;p37"/>
          <p:cNvSpPr txBox="1"/>
          <p:nvPr/>
        </p:nvSpPr>
        <p:spPr>
          <a:xfrm>
            <a:off x="944025" y="2501856"/>
            <a:ext cx="8115300" cy="4680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3800" u="none" cap="none" strike="noStrike">
                <a:solidFill>
                  <a:srgbClr val="191919"/>
                </a:solidFill>
                <a:latin typeface="Times New Roman"/>
                <a:ea typeface="Times New Roman"/>
                <a:cs typeface="Times New Roman"/>
                <a:sym typeface="Times New Roman"/>
              </a:rPr>
              <a:t>FOSTERING GOODWILL</a:t>
            </a:r>
            <a:endParaRPr b="1">
              <a:latin typeface="Times New Roman"/>
              <a:ea typeface="Times New Roman"/>
              <a:cs typeface="Times New Roman"/>
              <a:sym typeface="Times New Roman"/>
            </a:endParaRPr>
          </a:p>
        </p:txBody>
      </p:sp>
      <p:sp>
        <p:nvSpPr>
          <p:cNvPr id="921" name="Google Shape;921;p37"/>
          <p:cNvSpPr txBox="1"/>
          <p:nvPr/>
        </p:nvSpPr>
        <p:spPr>
          <a:xfrm>
            <a:off x="1006607" y="4367825"/>
            <a:ext cx="8159400" cy="3904200"/>
          </a:xfrm>
          <a:prstGeom prst="rect">
            <a:avLst/>
          </a:prstGeom>
          <a:noFill/>
          <a:ln>
            <a:noFill/>
          </a:ln>
        </p:spPr>
        <p:txBody>
          <a:bodyPr anchorCtr="0" anchor="t" bIns="0" lIns="0" spcFirstLastPara="1" rIns="0" wrap="square" tIns="0">
            <a:spAutoFit/>
          </a:bodyPr>
          <a:lstStyle/>
          <a:p>
            <a:pPr indent="0" lvl="0" marL="0" marR="0" rtl="0" algn="l">
              <a:lnSpc>
                <a:spcPct val="130021"/>
              </a:lnSpc>
              <a:spcBef>
                <a:spcPts val="0"/>
              </a:spcBef>
              <a:spcAft>
                <a:spcPts val="0"/>
              </a:spcAft>
              <a:buNone/>
            </a:pPr>
            <a:r>
              <a:rPr i="0" lang="en-US" sz="2908" u="none" cap="none" strike="noStrike">
                <a:solidFill>
                  <a:srgbClr val="191919"/>
                </a:solidFill>
                <a:latin typeface="Times New Roman"/>
                <a:ea typeface="Times New Roman"/>
                <a:cs typeface="Times New Roman"/>
                <a:sym typeface="Times New Roman"/>
              </a:rPr>
              <a:t>Goodwill is the positive feeling that encourages people to maintain a business relationship.</a:t>
            </a:r>
            <a:endParaRPr sz="1500">
              <a:latin typeface="Times New Roman"/>
              <a:ea typeface="Times New Roman"/>
              <a:cs typeface="Times New Roman"/>
              <a:sym typeface="Times New Roman"/>
            </a:endParaRPr>
          </a:p>
          <a:p>
            <a:pPr indent="0" lvl="0" marL="0" marR="0" rtl="0" algn="l">
              <a:lnSpc>
                <a:spcPct val="130021"/>
              </a:lnSpc>
              <a:spcBef>
                <a:spcPts val="0"/>
              </a:spcBef>
              <a:spcAft>
                <a:spcPts val="0"/>
              </a:spcAft>
              <a:buNone/>
            </a:pPr>
            <a:r>
              <a:rPr i="0" lang="en-US" sz="2908" u="none" cap="none" strike="noStrike">
                <a:solidFill>
                  <a:srgbClr val="191919"/>
                </a:solidFill>
                <a:latin typeface="Times New Roman"/>
                <a:ea typeface="Times New Roman"/>
                <a:cs typeface="Times New Roman"/>
                <a:sym typeface="Times New Roman"/>
              </a:rPr>
              <a:t>Sending congratulations</a:t>
            </a:r>
            <a:endParaRPr sz="1500">
              <a:latin typeface="Times New Roman"/>
              <a:ea typeface="Times New Roman"/>
              <a:cs typeface="Times New Roman"/>
              <a:sym typeface="Times New Roman"/>
            </a:endParaRPr>
          </a:p>
          <a:p>
            <a:pPr indent="0" lvl="0" marL="0" marR="0" rtl="0" algn="l">
              <a:lnSpc>
                <a:spcPct val="130021"/>
              </a:lnSpc>
              <a:spcBef>
                <a:spcPts val="0"/>
              </a:spcBef>
              <a:spcAft>
                <a:spcPts val="0"/>
              </a:spcAft>
              <a:buNone/>
            </a:pPr>
            <a:r>
              <a:rPr i="0" lang="en-US" sz="2908" u="none" cap="none" strike="noStrike">
                <a:solidFill>
                  <a:srgbClr val="191919"/>
                </a:solidFill>
                <a:latin typeface="Times New Roman"/>
                <a:ea typeface="Times New Roman"/>
                <a:cs typeface="Times New Roman"/>
                <a:sym typeface="Times New Roman"/>
              </a:rPr>
              <a:t>Sending message for appreciation</a:t>
            </a:r>
            <a:endParaRPr sz="1500">
              <a:latin typeface="Times New Roman"/>
              <a:ea typeface="Times New Roman"/>
              <a:cs typeface="Times New Roman"/>
              <a:sym typeface="Times New Roman"/>
            </a:endParaRPr>
          </a:p>
          <a:p>
            <a:pPr indent="0" lvl="0" marL="0" marR="0" rtl="0" algn="l">
              <a:lnSpc>
                <a:spcPct val="130021"/>
              </a:lnSpc>
              <a:spcBef>
                <a:spcPts val="0"/>
              </a:spcBef>
              <a:spcAft>
                <a:spcPts val="0"/>
              </a:spcAft>
              <a:buNone/>
            </a:pPr>
            <a:r>
              <a:rPr i="0" lang="en-US" sz="2908" u="none" cap="none" strike="noStrike">
                <a:solidFill>
                  <a:srgbClr val="191919"/>
                </a:solidFill>
                <a:latin typeface="Times New Roman"/>
                <a:ea typeface="Times New Roman"/>
                <a:cs typeface="Times New Roman"/>
                <a:sym typeface="Times New Roman"/>
              </a:rPr>
              <a:t>Offering condolence</a:t>
            </a:r>
            <a:endParaRPr sz="1500">
              <a:latin typeface="Times New Roman"/>
              <a:ea typeface="Times New Roman"/>
              <a:cs typeface="Times New Roman"/>
              <a:sym typeface="Times New Roman"/>
            </a:endParaRPr>
          </a:p>
          <a:p>
            <a:pPr indent="0" lvl="0" marL="0" marR="0" rtl="0" algn="l">
              <a:lnSpc>
                <a:spcPct val="130021"/>
              </a:lnSpc>
              <a:spcBef>
                <a:spcPts val="0"/>
              </a:spcBef>
              <a:spcAft>
                <a:spcPts val="0"/>
              </a:spcAft>
              <a:buNone/>
            </a:pPr>
            <a:r>
              <a:t/>
            </a:r>
            <a:endParaRPr i="0" sz="2808" u="none" cap="none" strike="noStrike">
              <a:solidFill>
                <a:srgbClr val="191919"/>
              </a:solidFill>
              <a:latin typeface="Times New Roman"/>
              <a:ea typeface="Times New Roman"/>
              <a:cs typeface="Times New Roman"/>
              <a:sym typeface="Times New Roman"/>
            </a:endParaRPr>
          </a:p>
          <a:p>
            <a:pPr indent="0" lvl="0" marL="0" marR="0" rtl="0" algn="l">
              <a:lnSpc>
                <a:spcPct val="130021"/>
              </a:lnSpc>
              <a:spcBef>
                <a:spcPts val="0"/>
              </a:spcBef>
              <a:spcAft>
                <a:spcPts val="0"/>
              </a:spcAft>
              <a:buNone/>
            </a:pPr>
            <a:r>
              <a:t/>
            </a:r>
            <a:endParaRPr b="0" i="0" sz="2808" u="none" cap="none" strike="noStrike">
              <a:solidFill>
                <a:srgbClr val="191919"/>
              </a:solidFill>
              <a:latin typeface="Oi"/>
              <a:ea typeface="Oi"/>
              <a:cs typeface="Oi"/>
              <a:sym typeface="Oi"/>
            </a:endParaRPr>
          </a:p>
        </p:txBody>
      </p:sp>
      <p:sp>
        <p:nvSpPr>
          <p:cNvPr id="922" name="Google Shape;922;p37"/>
          <p:cNvSpPr txBox="1"/>
          <p:nvPr/>
        </p:nvSpPr>
        <p:spPr>
          <a:xfrm>
            <a:off x="6050389" y="1075310"/>
            <a:ext cx="4672561" cy="642377"/>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84" u="none" cap="none" strike="noStrike">
                <a:solidFill>
                  <a:srgbClr val="191919"/>
                </a:solidFill>
                <a:latin typeface="Arial"/>
                <a:ea typeface="Arial"/>
                <a:cs typeface="Arial"/>
                <a:sym typeface="Arial"/>
              </a:rPr>
              <a:t>4.6</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AED"/>
        </a:solidFill>
      </p:bgPr>
    </p:bg>
    <p:spTree>
      <p:nvGrpSpPr>
        <p:cNvPr id="926" name="Shape 926"/>
        <p:cNvGrpSpPr/>
        <p:nvPr/>
      </p:nvGrpSpPr>
      <p:grpSpPr>
        <a:xfrm>
          <a:off x="0" y="0"/>
          <a:ext cx="0" cy="0"/>
          <a:chOff x="0" y="0"/>
          <a:chExt cx="0" cy="0"/>
        </a:xfrm>
      </p:grpSpPr>
      <p:pic>
        <p:nvPicPr>
          <p:cNvPr id="927" name="Google Shape;927;g155d0608aee_0_4"/>
          <p:cNvPicPr preferRelativeResize="0"/>
          <p:nvPr/>
        </p:nvPicPr>
        <p:blipFill rotWithShape="1">
          <a:blip r:embed="rId3">
            <a:alphaModFix/>
          </a:blip>
          <a:srcRect b="0" l="0" r="0" t="0"/>
          <a:stretch/>
        </p:blipFill>
        <p:spPr>
          <a:xfrm rot="3323013">
            <a:off x="10791034" y="710448"/>
            <a:ext cx="6797678" cy="5648252"/>
          </a:xfrm>
          <a:prstGeom prst="rect">
            <a:avLst/>
          </a:prstGeom>
          <a:noFill/>
          <a:ln>
            <a:noFill/>
          </a:ln>
        </p:spPr>
      </p:pic>
      <p:pic>
        <p:nvPicPr>
          <p:cNvPr id="928" name="Google Shape;928;g155d0608aee_0_4"/>
          <p:cNvPicPr preferRelativeResize="0"/>
          <p:nvPr/>
        </p:nvPicPr>
        <p:blipFill rotWithShape="1">
          <a:blip r:embed="rId4">
            <a:alphaModFix/>
          </a:blip>
          <a:srcRect b="0" l="0" r="0" t="0"/>
          <a:stretch/>
        </p:blipFill>
        <p:spPr>
          <a:xfrm flipH="1" rot="10800000">
            <a:off x="-5" y="4754950"/>
            <a:ext cx="6745050" cy="4991337"/>
          </a:xfrm>
          <a:prstGeom prst="rect">
            <a:avLst/>
          </a:prstGeom>
          <a:noFill/>
          <a:ln>
            <a:noFill/>
          </a:ln>
        </p:spPr>
      </p:pic>
      <p:sp>
        <p:nvSpPr>
          <p:cNvPr id="929" name="Google Shape;929;g155d0608aee_0_4"/>
          <p:cNvSpPr txBox="1"/>
          <p:nvPr/>
        </p:nvSpPr>
        <p:spPr>
          <a:xfrm>
            <a:off x="5064307" y="4023775"/>
            <a:ext cx="8159400" cy="1474500"/>
          </a:xfrm>
          <a:prstGeom prst="rect">
            <a:avLst/>
          </a:prstGeom>
          <a:noFill/>
          <a:ln>
            <a:noFill/>
          </a:ln>
        </p:spPr>
        <p:txBody>
          <a:bodyPr anchorCtr="0" anchor="t" bIns="0" lIns="0" spcFirstLastPara="1" rIns="0" wrap="square" tIns="0">
            <a:spAutoFit/>
          </a:bodyPr>
          <a:lstStyle/>
          <a:p>
            <a:pPr indent="0" lvl="0" marL="0" marR="0" rtl="0" algn="ctr">
              <a:lnSpc>
                <a:spcPct val="130021"/>
              </a:lnSpc>
              <a:spcBef>
                <a:spcPts val="0"/>
              </a:spcBef>
              <a:spcAft>
                <a:spcPts val="0"/>
              </a:spcAft>
              <a:buNone/>
            </a:pPr>
            <a:r>
              <a:rPr b="1" lang="en-US" sz="4208">
                <a:solidFill>
                  <a:srgbClr val="191919"/>
                </a:solidFill>
                <a:latin typeface="Times New Roman"/>
                <a:ea typeface="Times New Roman"/>
                <a:cs typeface="Times New Roman"/>
                <a:sym typeface="Times New Roman"/>
              </a:rPr>
              <a:t>Thank you!</a:t>
            </a:r>
            <a:endParaRPr b="1" i="0" sz="4108" u="none" cap="none" strike="noStrike">
              <a:solidFill>
                <a:srgbClr val="191919"/>
              </a:solidFill>
              <a:latin typeface="Times New Roman"/>
              <a:ea typeface="Times New Roman"/>
              <a:cs typeface="Times New Roman"/>
              <a:sym typeface="Times New Roman"/>
            </a:endParaRPr>
          </a:p>
          <a:p>
            <a:pPr indent="0" lvl="0" marL="0" marR="0" rtl="0" algn="ctr">
              <a:lnSpc>
                <a:spcPct val="130021"/>
              </a:lnSpc>
              <a:spcBef>
                <a:spcPts val="0"/>
              </a:spcBef>
              <a:spcAft>
                <a:spcPts val="0"/>
              </a:spcAft>
              <a:buNone/>
            </a:pPr>
            <a:r>
              <a:t/>
            </a:r>
            <a:endParaRPr b="1" i="0" sz="4108" u="none" cap="none" strike="noStrike">
              <a:solidFill>
                <a:srgbClr val="191919"/>
              </a:solidFill>
              <a:latin typeface="Oi"/>
              <a:ea typeface="Oi"/>
              <a:cs typeface="Oi"/>
              <a:sym typeface="Oi"/>
            </a:endParaRPr>
          </a:p>
        </p:txBody>
      </p:sp>
      <p:sp>
        <p:nvSpPr>
          <p:cNvPr id="930" name="Google Shape;930;g155d0608aee_0_4"/>
          <p:cNvSpPr txBox="1"/>
          <p:nvPr/>
        </p:nvSpPr>
        <p:spPr>
          <a:xfrm>
            <a:off x="4367297" y="8894975"/>
            <a:ext cx="12148500" cy="1171200"/>
          </a:xfrm>
          <a:prstGeom prst="rect">
            <a:avLst/>
          </a:prstGeom>
          <a:noFill/>
          <a:ln>
            <a:noFill/>
          </a:ln>
        </p:spPr>
        <p:txBody>
          <a:bodyPr anchorCtr="0" anchor="t" bIns="0" lIns="0" spcFirstLastPara="1" rIns="0" wrap="square" tIns="0">
            <a:spAutoFit/>
          </a:bodyPr>
          <a:lstStyle/>
          <a:p>
            <a:pPr indent="0" lvl="0" marL="457200" rtl="0" algn="l">
              <a:lnSpc>
                <a:spcPct val="100000"/>
              </a:lnSpc>
              <a:spcBef>
                <a:spcPts val="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Bovee, C., &amp; Thill, J. (2017, January 4). </a:t>
            </a:r>
            <a:r>
              <a:rPr i="1" lang="en-US" sz="2300">
                <a:solidFill>
                  <a:schemeClr val="dk1"/>
                </a:solidFill>
                <a:latin typeface="Times New Roman"/>
                <a:ea typeface="Times New Roman"/>
                <a:cs typeface="Times New Roman"/>
                <a:sym typeface="Times New Roman"/>
              </a:rPr>
              <a:t>Business Communication Today</a:t>
            </a:r>
            <a:r>
              <a:rPr lang="en-US" sz="2300">
                <a:solidFill>
                  <a:schemeClr val="dk1"/>
                </a:solidFill>
                <a:latin typeface="Times New Roman"/>
                <a:ea typeface="Times New Roman"/>
                <a:cs typeface="Times New Roman"/>
                <a:sym typeface="Times New Roman"/>
              </a:rPr>
              <a:t> (14th ed.). Pearson.</a:t>
            </a:r>
            <a:endParaRPr sz="2300">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t/>
            </a:r>
            <a:endParaRPr b="1" sz="5308">
              <a:solidFill>
                <a:srgbClr val="191919"/>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