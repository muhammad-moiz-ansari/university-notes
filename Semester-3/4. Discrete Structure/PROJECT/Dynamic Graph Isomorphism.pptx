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441" autoAdjust="0"/>
  </p:normalViewPr>
  <p:slideViewPr>
    <p:cSldViewPr snapToGrid="0">
      <p:cViewPr varScale="1">
        <p:scale>
          <a:sx n="54" d="100"/>
          <a:sy n="54" d="100"/>
        </p:scale>
        <p:origin x="11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BB674-4B1C-4DC5-AA97-97419EFE51E8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4D490-04BE-4EC6-B5C0-AD1910284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4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Static graph could only compare on a specific instances.</a:t>
            </a:r>
          </a:p>
          <a:p>
            <a:r>
              <a:rPr lang="en-US" sz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Introduced dynamic graph isomorphism .</a:t>
            </a:r>
          </a:p>
          <a:p>
            <a:r>
              <a:rPr lang="en-US" sz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It make comparisons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 previous sol we used timestamp whenever a pass is happened in a edge.</a:t>
            </a:r>
          </a:p>
          <a:p>
            <a:r>
              <a:rPr lang="en-US" sz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 Oberoi sol snapshots are taken and the graph is evolved over time.</a:t>
            </a:r>
          </a:p>
          <a:p>
            <a:r>
              <a:rPr lang="en-US" sz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This is a chronological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72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Comparison with Mackey and </a:t>
            </a:r>
            <a:r>
              <a:rPr lang="en-US" dirty="0" err="1"/>
              <a:t>TemporalRl</a:t>
            </a:r>
            <a:r>
              <a:rPr lang="en-US" dirty="0"/>
              <a:t> algorithms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Better runtime and success rate for subgraph  isomorphism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Runs better at large data 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44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Sunday, June 21,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511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9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42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7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72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772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6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17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6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1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Sunday, June 21,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8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Sunday, June 21,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844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AC4970-CA98-455F-46FF-CE6A6732E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471" y="1051551"/>
            <a:ext cx="3995805" cy="2384898"/>
          </a:xfrm>
        </p:spPr>
        <p:txBody>
          <a:bodyPr anchor="b">
            <a:normAutofit/>
          </a:bodyPr>
          <a:lstStyle/>
          <a:p>
            <a:r>
              <a:rPr lang="en-US" sz="4800" dirty="0"/>
              <a:t>Dynamic Graph Isomorphism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C88EF-75A4-ED18-AFC1-B82E4DA6D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610" y="3881567"/>
            <a:ext cx="3565525" cy="173165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M. Abdullah Siddiqui -  23I-0617</a:t>
            </a:r>
          </a:p>
          <a:p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M. Daniyal -  23I-0579</a:t>
            </a:r>
          </a:p>
          <a:p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Moiz Ansari -  23I-0523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E13D76F1-3B97-D542-611D-6F6D32C97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86" r="9957"/>
          <a:stretch/>
        </p:blipFill>
        <p:spPr>
          <a:xfrm>
            <a:off x="4743450" y="10"/>
            <a:ext cx="7448551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0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7664"/>
    </mc:Choice>
    <mc:Fallback xmlns="">
      <p:transition advTm="766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44D90-B335-8E78-D44A-E6D3DD287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SOLVED BY OBEROI &amp;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DE85-FB68-08BC-7627-957386614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Static graph could only compare on a specific instances.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Introduced dynamic graph isomorphism .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It make comparisons over time.</a:t>
            </a:r>
          </a:p>
        </p:txBody>
      </p:sp>
    </p:spTree>
    <p:extLst>
      <p:ext uri="{BB962C8B-B14F-4D97-AF65-F5344CB8AC3E}">
        <p14:creationId xmlns:p14="http://schemas.microsoft.com/office/powerpoint/2010/main" val="217714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941"/>
    </mc:Choice>
    <mc:Fallback xmlns="">
      <p:transition spd="slow" advTm="2294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4681-47AF-0A66-D218-46660EAF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IN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1E38E-D419-1039-4787-ADBCBFF50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 previous solutions we used timestamp whenever a pass is happened in a edge.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Each edge is identified on the basis of passes at each time.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However, In Oberoi solution, snapshots are taken as the graph is evolved over time.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This is then compared in a chronological order.</a:t>
            </a:r>
          </a:p>
        </p:txBody>
      </p:sp>
    </p:spTree>
    <p:extLst>
      <p:ext uri="{BB962C8B-B14F-4D97-AF65-F5344CB8AC3E}">
        <p14:creationId xmlns:p14="http://schemas.microsoft.com/office/powerpoint/2010/main" val="1819498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416"/>
    </mc:Choice>
    <mc:Fallback xmlns="">
      <p:transition spd="slow" advTm="4041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4CC3E-B217-AD98-596A-5D134A69B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549275"/>
            <a:ext cx="11091600" cy="1332000"/>
          </a:xfrm>
        </p:spPr>
        <p:txBody>
          <a:bodyPr/>
          <a:lstStyle/>
          <a:p>
            <a:r>
              <a:rPr lang="en-US" dirty="0"/>
              <a:t>BETTER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FD2DE-21A8-838A-C99A-26150A9F8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 with Mackey and Temporal RI algorithm.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It has a better run time and success rate for the subgraph isomorphism.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Runs better at large data sets.</a:t>
            </a:r>
          </a:p>
        </p:txBody>
      </p:sp>
    </p:spTree>
    <p:extLst>
      <p:ext uri="{BB962C8B-B14F-4D97-AF65-F5344CB8AC3E}">
        <p14:creationId xmlns:p14="http://schemas.microsoft.com/office/powerpoint/2010/main" val="72117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24"/>
    </mc:Choice>
    <mc:Fallback xmlns="">
      <p:transition spd="slow" advTm="2042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53CC-9902-DC16-7BC0-81C26BF7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9D2BBD-1E9F-A413-9AD4-93ABE9FBC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838" y="1881275"/>
            <a:ext cx="4465335" cy="3412375"/>
          </a:xfrm>
        </p:spPr>
      </p:pic>
    </p:spTree>
    <p:extLst>
      <p:ext uri="{BB962C8B-B14F-4D97-AF65-F5344CB8AC3E}">
        <p14:creationId xmlns:p14="http://schemas.microsoft.com/office/powerpoint/2010/main" val="186068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423"/>
    </mc:Choice>
    <mc:Fallback xmlns="">
      <p:transition spd="slow" advTm="40423"/>
    </mc:Fallback>
  </mc:AlternateContent>
  <p:extLst>
    <p:ext uri="{3A86A75C-4F4B-4683-9AE1-C65F6400EC91}">
      <p14:laserTraceLst xmlns:p14="http://schemas.microsoft.com/office/powerpoint/2010/main">
        <p14:tracePtLst>
          <p14:tracePt t="14148" x="2927350" y="6127750"/>
          <p14:tracePt t="14337" x="2960688" y="6526213"/>
          <p14:tracePt t="14343" x="2913063" y="6461125"/>
          <p14:tracePt t="14353" x="2752725" y="6167438"/>
          <p14:tracePt t="14355" x="2638425" y="5988050"/>
          <p14:tracePt t="14370" x="2459038" y="5675313"/>
          <p14:tracePt t="14386" x="2193925" y="5307013"/>
          <p14:tracePt t="14388" x="2174875" y="5240338"/>
          <p14:tracePt t="14403" x="1976438" y="5003800"/>
          <p14:tracePt t="14405" x="1947863" y="4975225"/>
          <p14:tracePt t="14419" x="1863725" y="4843463"/>
          <p14:tracePt t="14421" x="1768475" y="4757738"/>
          <p14:tracePt t="14438" x="1655763" y="4587875"/>
          <p14:tracePt t="14454" x="1560513" y="4464050"/>
          <p14:tracePt t="14470" x="1447800" y="4313238"/>
          <p14:tracePt t="14486" x="1333500" y="4152900"/>
          <p14:tracePt t="14504" x="1247775" y="3954463"/>
          <p14:tracePt t="14522" x="1125538" y="3717925"/>
          <p14:tracePt t="14536" x="1068388" y="3594100"/>
          <p14:tracePt t="14537" x="1030288" y="3529013"/>
          <p14:tracePt t="14553" x="974725" y="3452813"/>
          <p14:tracePt t="14555" x="955675" y="3424238"/>
          <p14:tracePt t="14559" x="917575" y="3338513"/>
          <p14:tracePt t="14569" x="860425" y="3254375"/>
          <p14:tracePt t="14587" x="803275" y="3140075"/>
          <p14:tracePt t="14603" x="785813" y="3092450"/>
          <p14:tracePt t="14605" x="747713" y="3074988"/>
          <p14:tracePt t="14622" x="719138" y="3036888"/>
          <p14:tracePt t="14637" x="709613" y="2998788"/>
          <p14:tracePt t="14638" x="709613" y="2989263"/>
          <p14:tracePt t="14653" x="700088" y="2979738"/>
          <p14:tracePt t="14669" x="700088" y="2970213"/>
          <p14:tracePt t="14686" x="690563" y="2970213"/>
          <p14:tracePt t="14703" x="671513" y="2960688"/>
          <p14:tracePt t="14720" x="661988" y="2960688"/>
          <p14:tracePt t="14737" x="661988" y="2932113"/>
          <p14:tracePt t="14753" x="661988" y="2903538"/>
          <p14:tracePt t="14769" x="661988" y="2894013"/>
          <p14:tracePt t="14804" x="681038" y="2894013"/>
          <p14:tracePt t="14819" x="681038" y="2903538"/>
          <p14:tracePt t="14836" x="681038" y="2922588"/>
          <p14:tracePt t="14852" x="690563" y="2951163"/>
          <p14:tracePt t="14871" x="709613" y="2970213"/>
          <p14:tracePt t="14889" x="709613" y="2979738"/>
          <p14:tracePt t="14891" x="709613" y="2989263"/>
          <p14:tracePt t="14903" x="719138" y="2989263"/>
          <p14:tracePt t="14920" x="728663" y="2998788"/>
          <p14:tracePt t="14936" x="728663" y="3017838"/>
          <p14:tracePt t="14953" x="728663" y="3027363"/>
          <p14:tracePt t="14970" x="738188" y="3036888"/>
          <p14:tracePt t="15064" x="738188" y="3046413"/>
          <p14:tracePt t="15146" x="738188" y="3055938"/>
          <p14:tracePt t="15247" x="728663" y="3055938"/>
          <p14:tracePt t="15287" x="728663" y="3046413"/>
          <p14:tracePt t="15304" x="728663" y="3036888"/>
          <p14:tracePt t="15306" x="738188" y="3027363"/>
          <p14:tracePt t="15321" x="747713" y="2989263"/>
          <p14:tracePt t="15336" x="776288" y="2960688"/>
          <p14:tracePt t="15353" x="785813" y="2903538"/>
          <p14:tracePt t="15371" x="812800" y="2894013"/>
          <p14:tracePt t="15386" x="831850" y="2865438"/>
          <p14:tracePt t="15420" x="889000" y="2857500"/>
          <p14:tracePt t="15437" x="898525" y="2857500"/>
          <p14:tracePt t="15453" x="946150" y="2857500"/>
          <p14:tracePt t="15470" x="974725" y="2865438"/>
          <p14:tracePt t="15473" x="984250" y="2874963"/>
          <p14:tracePt t="15488" x="1068388" y="2913063"/>
          <p14:tracePt t="15504" x="1125538" y="2951163"/>
          <p14:tracePt t="15519" x="1154113" y="2970213"/>
          <p14:tracePt t="15536" x="1182688" y="2989263"/>
          <p14:tracePt t="15552" x="1201738" y="3008313"/>
          <p14:tracePt t="15569" x="1201738" y="3027363"/>
          <p14:tracePt t="15587" x="1201738" y="3046413"/>
          <p14:tracePt t="15603" x="1201738" y="3055938"/>
          <p14:tracePt t="15619" x="1192213" y="3065463"/>
          <p14:tracePt t="15636" x="1163638" y="3092450"/>
          <p14:tracePt t="15653" x="1144588" y="3121025"/>
          <p14:tracePt t="15671" x="1096963" y="3140075"/>
          <p14:tracePt t="15686" x="1068388" y="3149600"/>
          <p14:tracePt t="15690" x="1058863" y="3159125"/>
          <p14:tracePt t="15703" x="1030288" y="3168650"/>
          <p14:tracePt t="15720" x="993775" y="3168650"/>
          <p14:tracePt t="15736" x="974725" y="3168650"/>
          <p14:tracePt t="15739" x="965200" y="3168650"/>
          <p14:tracePt t="15754" x="946150" y="3168650"/>
          <p14:tracePt t="15786" x="927100" y="3159125"/>
          <p14:tracePt t="15809" x="927100" y="3149600"/>
          <p14:tracePt t="15836" x="927100" y="3140075"/>
          <p14:tracePt t="15853" x="927100" y="3130550"/>
          <p14:tracePt t="15870" x="936625" y="3121025"/>
          <p14:tracePt t="15871" x="946150" y="3101975"/>
          <p14:tracePt t="15885" x="955675" y="3092450"/>
          <p14:tracePt t="15903" x="984250" y="3074988"/>
          <p14:tracePt t="15920" x="993775" y="3074988"/>
          <p14:tracePt t="15953" x="1020763" y="3055938"/>
          <p14:tracePt t="15970" x="1039813" y="3055938"/>
          <p14:tracePt t="15986" x="1049338" y="3046413"/>
          <p14:tracePt t="16003" x="1058863" y="3036888"/>
          <p14:tracePt t="16020" x="1068388" y="3017838"/>
          <p14:tracePt t="16038" x="1077913" y="3017838"/>
          <p14:tracePt t="16070" x="1106488" y="3017838"/>
          <p14:tracePt t="16086" x="1116013" y="3017838"/>
          <p14:tracePt t="16121" x="1125538" y="3017838"/>
          <p14:tracePt t="16140" x="1135063" y="3017838"/>
          <p14:tracePt t="16170" x="1144588" y="3017838"/>
          <p14:tracePt t="16186" x="1154113" y="3017838"/>
          <p14:tracePt t="16220" x="1163638" y="3017838"/>
          <p14:tracePt t="16237" x="1173163" y="3017838"/>
          <p14:tracePt t="16305" x="1182688" y="3017838"/>
          <p14:tracePt t="16332" x="1201738" y="3027363"/>
          <p14:tracePt t="16360" x="1201738" y="3036888"/>
          <p14:tracePt t="16370" x="1211263" y="3036888"/>
          <p14:tracePt t="16377" x="1211263" y="3046413"/>
          <p14:tracePt t="16386" x="1220788" y="3046413"/>
          <p14:tracePt t="16420" x="1230313" y="3046413"/>
          <p14:tracePt t="16436" x="1239838" y="3055938"/>
          <p14:tracePt t="16453" x="1247775" y="3065463"/>
          <p14:tracePt t="16486" x="1247775" y="3074988"/>
          <p14:tracePt t="16516" x="1247775" y="3084513"/>
          <p14:tracePt t="16554" x="1266825" y="3092450"/>
          <p14:tracePt t="16570" x="1266825" y="3111500"/>
          <p14:tracePt t="16590" x="1266825" y="3121025"/>
          <p14:tracePt t="16608" x="1266825" y="3130550"/>
          <p14:tracePt t="16636" x="1266825" y="3140075"/>
          <p14:tracePt t="16655" x="1266825" y="3149600"/>
          <p14:tracePt t="16686" x="1257300" y="3159125"/>
          <p14:tracePt t="16709" x="1257300" y="3168650"/>
          <p14:tracePt t="16737" x="1247775" y="3197225"/>
          <p14:tracePt t="16753" x="1230313" y="3197225"/>
          <p14:tracePt t="16757" x="1230313" y="3206750"/>
          <p14:tracePt t="16769" x="1220788" y="3216275"/>
          <p14:tracePt t="16786" x="1211263" y="3216275"/>
          <p14:tracePt t="16803" x="1201738" y="3216275"/>
          <p14:tracePt t="16821" x="1163638" y="3235325"/>
          <p14:tracePt t="16836" x="1154113" y="3235325"/>
          <p14:tracePt t="16839" x="1154113" y="3244850"/>
          <p14:tracePt t="16841" x="1144588" y="3244850"/>
          <p14:tracePt t="16870" x="1125538" y="3254375"/>
          <p14:tracePt t="16886" x="1096963" y="3254375"/>
          <p14:tracePt t="16903" x="1087438" y="3254375"/>
          <p14:tracePt t="16904" x="1077913" y="3254375"/>
          <p14:tracePt t="16921" x="1068388" y="3263900"/>
          <p14:tracePt t="16936" x="1049338" y="3263900"/>
          <p14:tracePt t="16953" x="1030288" y="3282950"/>
          <p14:tracePt t="16969" x="1012825" y="3292475"/>
          <p14:tracePt t="16987" x="984250" y="3292475"/>
          <p14:tracePt t="17004" x="965200" y="3292475"/>
          <p14:tracePt t="17020" x="955675" y="3302000"/>
          <p14:tracePt t="17036" x="927100" y="3302000"/>
          <p14:tracePt t="17053" x="917575" y="3302000"/>
          <p14:tracePt t="17054" x="908050" y="3302000"/>
          <p14:tracePt t="17069" x="898525" y="3311525"/>
          <p14:tracePt t="17103" x="879475" y="3319463"/>
          <p14:tracePt t="17119" x="869950" y="3319463"/>
          <p14:tracePt t="17136" x="841375" y="3328988"/>
          <p14:tracePt t="17154" x="831850" y="3338513"/>
          <p14:tracePt t="17170" x="822325" y="3348038"/>
          <p14:tracePt t="17186" x="812800" y="3357563"/>
          <p14:tracePt t="17188" x="803275" y="3357563"/>
          <p14:tracePt t="17203" x="803275" y="3367088"/>
          <p14:tracePt t="17219" x="785813" y="3395663"/>
          <p14:tracePt t="17255" x="766763" y="3452813"/>
          <p14:tracePt t="17269" x="766763" y="3462338"/>
          <p14:tracePt t="17272" x="766763" y="3481388"/>
          <p14:tracePt t="17303" x="757238" y="3556000"/>
          <p14:tracePt t="17320" x="757238" y="3594100"/>
          <p14:tracePt t="17321" x="757238" y="3632200"/>
          <p14:tracePt t="17336" x="757238" y="3670300"/>
          <p14:tracePt t="17352" x="757238" y="3717925"/>
          <p14:tracePt t="17355" x="757238" y="3727450"/>
          <p14:tracePt t="17369" x="757238" y="3756025"/>
          <p14:tracePt t="17386" x="757238" y="3802063"/>
          <p14:tracePt t="17402" x="776288" y="3830638"/>
          <p14:tracePt t="17419" x="785813" y="3849688"/>
          <p14:tracePt t="17421" x="793750" y="3859213"/>
          <p14:tracePt t="17436" x="812800" y="3887788"/>
          <p14:tracePt t="17453" x="822325" y="3906838"/>
          <p14:tracePt t="17456" x="841375" y="3916363"/>
          <p14:tracePt t="17474" x="898525" y="3925888"/>
          <p14:tracePt t="17478" x="908050" y="3935413"/>
          <p14:tracePt t="17487" x="927100" y="3944938"/>
          <p14:tracePt t="17503" x="993775" y="3954463"/>
          <p14:tracePt t="17520" x="1039813" y="3954463"/>
          <p14:tracePt t="17521" x="1049338" y="3954463"/>
          <p14:tracePt t="17538" x="1135063" y="3954463"/>
          <p14:tracePt t="17553" x="1173163" y="3954463"/>
          <p14:tracePt t="17555" x="1192213" y="3954463"/>
          <p14:tracePt t="17559" x="1230313" y="3954463"/>
          <p14:tracePt t="17569" x="1276350" y="3954463"/>
          <p14:tracePt t="17586" x="1362075" y="3935413"/>
          <p14:tracePt t="17602" x="1438275" y="3925888"/>
          <p14:tracePt t="17604" x="1447800" y="3916363"/>
          <p14:tracePt t="17619" x="1493838" y="3906838"/>
          <p14:tracePt t="17623" x="1503363" y="3906838"/>
          <p14:tracePt t="17639" x="1541463" y="3887788"/>
          <p14:tracePt t="17654" x="1560513" y="3868738"/>
          <p14:tracePt t="17669" x="1579563" y="3859213"/>
          <p14:tracePt t="17686" x="1617663" y="3830638"/>
          <p14:tracePt t="17703" x="1636713" y="3783013"/>
          <p14:tracePt t="17719" x="1655763" y="3736975"/>
          <p14:tracePt t="17737" x="1655763" y="3670300"/>
          <p14:tracePt t="17753" x="1655763" y="3641725"/>
          <p14:tracePt t="17755" x="1655763" y="3613150"/>
          <p14:tracePt t="17759" x="1655763" y="3603625"/>
          <p14:tracePt t="17769" x="1655763" y="3584575"/>
          <p14:tracePt t="17771" x="1655763" y="3575050"/>
          <p14:tracePt t="17786" x="1646238" y="3556000"/>
          <p14:tracePt t="17803" x="1627188" y="3509963"/>
          <p14:tracePt t="17820" x="1608138" y="3490913"/>
          <p14:tracePt t="17837" x="1570038" y="3471863"/>
          <p14:tracePt t="17853" x="1550988" y="3443288"/>
          <p14:tracePt t="17854" x="1541463" y="3443288"/>
          <p14:tracePt t="17869" x="1531938" y="3433763"/>
          <p14:tracePt t="17886" x="1493838" y="3424238"/>
          <p14:tracePt t="17902" x="1457325" y="3405188"/>
          <p14:tracePt t="17919" x="1428750" y="3405188"/>
          <p14:tracePt t="17921" x="1400175" y="3405188"/>
          <p14:tracePt t="17953" x="1333500" y="3405188"/>
          <p14:tracePt t="17969" x="1295400" y="3405188"/>
          <p14:tracePt t="17986" x="1266825" y="3405188"/>
          <p14:tracePt t="17988" x="1257300" y="3405188"/>
          <p14:tracePt t="18002" x="1220788" y="3405188"/>
          <p14:tracePt t="18003" x="1201738" y="3405188"/>
          <p14:tracePt t="18022" x="1125538" y="3424238"/>
          <p14:tracePt t="18052" x="1030288" y="3462338"/>
          <p14:tracePt t="18069" x="984250" y="3481388"/>
          <p14:tracePt t="18087" x="946150" y="3490913"/>
          <p14:tracePt t="18089" x="936625" y="3490913"/>
          <p14:tracePt t="18104" x="917575" y="3500438"/>
          <p14:tracePt t="18119" x="908050" y="3509963"/>
          <p14:tracePt t="18123" x="879475" y="3509963"/>
          <p14:tracePt t="18139" x="869950" y="3519488"/>
          <p14:tracePt t="18162" x="860425" y="3519488"/>
          <p14:tracePt t="18169" x="850900" y="3519488"/>
          <p14:tracePt t="18187" x="841375" y="3519488"/>
          <p14:tracePt t="18202" x="831850" y="3538538"/>
          <p14:tracePt t="18278" x="841375" y="3538538"/>
          <p14:tracePt t="18305" x="850900" y="3538538"/>
          <p14:tracePt t="18323" x="860425" y="3529013"/>
          <p14:tracePt t="18335" x="869950" y="3529013"/>
          <p14:tracePt t="18352" x="898525" y="3529013"/>
          <p14:tracePt t="18356" x="908050" y="3519488"/>
          <p14:tracePt t="18369" x="917575" y="3509963"/>
          <p14:tracePt t="18386" x="927100" y="3509963"/>
          <p14:tracePt t="18389" x="936625" y="3500438"/>
          <p14:tracePt t="18403" x="946150" y="3500438"/>
          <p14:tracePt t="18420" x="984250" y="3481388"/>
          <p14:tracePt t="18435" x="993775" y="3471863"/>
          <p14:tracePt t="18436" x="993775" y="3452813"/>
          <p14:tracePt t="18453" x="1012825" y="3443288"/>
          <p14:tracePt t="18457" x="1020763" y="3443288"/>
          <p14:tracePt t="18469" x="1030288" y="3433763"/>
          <p14:tracePt t="18472" x="1058863" y="3433763"/>
          <p14:tracePt t="18485" x="1058863" y="3414713"/>
          <p14:tracePt t="18502" x="1087438" y="3405188"/>
          <p14:tracePt t="18520" x="1096963" y="3405188"/>
          <p14:tracePt t="18536" x="1116013" y="3405188"/>
          <p14:tracePt t="18553" x="1116013" y="3395663"/>
          <p14:tracePt t="18569" x="1135063" y="3395663"/>
          <p14:tracePt t="18586" x="1154113" y="3386138"/>
          <p14:tracePt t="18603" x="1163638" y="3367088"/>
          <p14:tracePt t="18637" x="1182688" y="3367088"/>
          <p14:tracePt t="18653" x="1192213" y="3367088"/>
          <p14:tracePt t="18655" x="1201738" y="3367088"/>
          <p14:tracePt t="18669" x="1220788" y="3367088"/>
          <p14:tracePt t="18704" x="1230313" y="3367088"/>
          <p14:tracePt t="18720" x="1239838" y="3367088"/>
          <p14:tracePt t="18769" x="1247775" y="3367088"/>
          <p14:tracePt t="18804" x="1257300" y="3367088"/>
          <p14:tracePt t="18820" x="1266825" y="3367088"/>
          <p14:tracePt t="18852" x="1276350" y="3367088"/>
          <p14:tracePt t="18869" x="1304925" y="3376613"/>
          <p14:tracePt t="18903" x="1333500" y="3386138"/>
          <p14:tracePt t="18906" x="1343025" y="3386138"/>
          <p14:tracePt t="18919" x="1352550" y="3395663"/>
          <p14:tracePt t="18922" x="1362075" y="3395663"/>
          <p14:tracePt t="18940" x="1381125" y="3405188"/>
          <p14:tracePt t="18953" x="1400175" y="3405188"/>
          <p14:tracePt t="18970" x="1419225" y="3405188"/>
          <p14:tracePt t="18986" x="1428750" y="3405188"/>
          <p14:tracePt t="19003" x="1447800" y="3405188"/>
          <p14:tracePt t="19019" x="1474788" y="3414713"/>
          <p14:tracePt t="19022" x="1484313" y="3414713"/>
          <p14:tracePt t="19036" x="1493838" y="3414713"/>
          <p14:tracePt t="19052" x="1503363" y="3414713"/>
          <p14:tracePt t="19070" x="1522413" y="3414713"/>
          <p14:tracePt t="19086" x="1531938" y="3414713"/>
          <p14:tracePt t="19102" x="1550988" y="3414713"/>
          <p14:tracePt t="19230" x="1541463" y="3414713"/>
          <p14:tracePt t="19233" x="1531938" y="3414713"/>
          <p14:tracePt t="19243" x="1522413" y="3414713"/>
          <p14:tracePt t="19269" x="1503363" y="3414713"/>
          <p14:tracePt t="19286" x="1484313" y="3414713"/>
          <p14:tracePt t="19303" x="1457325" y="3414713"/>
          <p14:tracePt t="19304" x="1447800" y="3414713"/>
          <p14:tracePt t="19319" x="1438275" y="3414713"/>
          <p14:tracePt t="19336" x="1419225" y="3424238"/>
          <p14:tracePt t="19353" x="1390650" y="3424238"/>
          <p14:tracePt t="19371" x="1371600" y="3424238"/>
          <p14:tracePt t="19386" x="1352550" y="3424238"/>
          <p14:tracePt t="19403" x="1333500" y="3424238"/>
          <p14:tracePt t="19420" x="1314450" y="3433763"/>
          <p14:tracePt t="19435" x="1276350" y="3443288"/>
          <p14:tracePt t="19453" x="1257300" y="3443288"/>
          <p14:tracePt t="19456" x="1239838" y="3443288"/>
          <p14:tracePt t="19469" x="1230313" y="3443288"/>
          <p14:tracePt t="19472" x="1211263" y="3443288"/>
          <p14:tracePt t="19486" x="1192213" y="3443288"/>
          <p14:tracePt t="19502" x="1173163" y="3443288"/>
          <p14:tracePt t="19518" x="1154113" y="3462338"/>
          <p14:tracePt t="19536" x="1125538" y="3462338"/>
          <p14:tracePt t="19538" x="1116013" y="3462338"/>
          <p14:tracePt t="19553" x="1106488" y="3462338"/>
          <p14:tracePt t="19569" x="1096963" y="3462338"/>
          <p14:tracePt t="19572" x="1087438" y="3462338"/>
          <p14:tracePt t="19586" x="1068388" y="3462338"/>
          <p14:tracePt t="19602" x="1039813" y="3452813"/>
          <p14:tracePt t="19619" x="1030288" y="3452813"/>
          <p14:tracePt t="19636" x="1020763" y="3443288"/>
          <p14:tracePt t="19653" x="1012825" y="3443288"/>
          <p14:tracePt t="19669" x="1003300" y="3443288"/>
          <p14:tracePt t="19732" x="1003300" y="3462338"/>
          <p14:tracePt t="19748" x="1012825" y="3471863"/>
          <p14:tracePt t="19765" x="1020763" y="3471863"/>
          <p14:tracePt t="19769" x="1030288" y="3471863"/>
          <p14:tracePt t="19786" x="1049338" y="3481388"/>
          <p14:tracePt t="19804" x="1087438" y="3481388"/>
          <p14:tracePt t="19819" x="1096963" y="3481388"/>
          <p14:tracePt t="19836" x="1135063" y="3481388"/>
          <p14:tracePt t="19852" x="1173163" y="3481388"/>
          <p14:tracePt t="19869" x="1220788" y="3481388"/>
          <p14:tracePt t="19871" x="1230313" y="3481388"/>
          <p14:tracePt t="19886" x="1257300" y="3481388"/>
          <p14:tracePt t="19911" x="1276350" y="3481388"/>
          <p14:tracePt t="19916" x="1285875" y="3481388"/>
          <p14:tracePt t="19925" x="1304925" y="3481388"/>
          <p14:tracePt t="19936" x="1314450" y="3481388"/>
          <p14:tracePt t="19952" x="1323975" y="3481388"/>
          <p14:tracePt t="19969" x="1333500" y="3481388"/>
          <p14:tracePt t="19997" x="1343025" y="3481388"/>
          <p14:tracePt t="20025" x="1352550" y="3481388"/>
          <p14:tracePt t="20042" x="1362075" y="3481388"/>
          <p14:tracePt t="20226" x="1362075" y="3471863"/>
          <p14:tracePt t="20235" x="1371600" y="3471863"/>
          <p14:tracePt t="20252" x="1371600" y="3452813"/>
          <p14:tracePt t="20255" x="1390650" y="3452813"/>
          <p14:tracePt t="20283" x="1400175" y="3452813"/>
          <p14:tracePt t="20304" x="1409700" y="3443288"/>
          <p14:tracePt t="20320" x="1419225" y="3433763"/>
          <p14:tracePt t="20336" x="1438275" y="3433763"/>
          <p14:tracePt t="20339" x="1447800" y="3433763"/>
          <p14:tracePt t="20352" x="1457325" y="3433763"/>
          <p14:tracePt t="20369" x="1474788" y="3424238"/>
          <p14:tracePt t="20386" x="1484313" y="3424238"/>
          <p14:tracePt t="20403" x="1493838" y="3414713"/>
          <p14:tracePt t="20419" x="1512888" y="3414713"/>
          <p14:tracePt t="20436" x="1522413" y="3405188"/>
          <p14:tracePt t="20452" x="1550988" y="3405188"/>
          <p14:tracePt t="20456" x="1560513" y="3405188"/>
          <p14:tracePt t="20469" x="1570038" y="3405188"/>
          <p14:tracePt t="20486" x="1579563" y="3395663"/>
          <p14:tracePt t="20503" x="1589088" y="3395663"/>
          <p14:tracePt t="20538" x="1598613" y="3395663"/>
          <p14:tracePt t="20566" x="1608138" y="3395663"/>
          <p14:tracePt t="20586" x="1617663" y="3395663"/>
          <p14:tracePt t="20611" x="1636713" y="3395663"/>
          <p14:tracePt t="20636" x="1646238" y="3395663"/>
          <p14:tracePt t="20656" x="1655763" y="3395663"/>
          <p14:tracePt t="20703" x="1665288" y="3395663"/>
          <p14:tracePt t="20723" x="1674813" y="3395663"/>
          <p14:tracePt t="20735" x="1684338" y="3395663"/>
          <p14:tracePt t="20752" x="1693863" y="3395663"/>
          <p14:tracePt t="20786" x="1701800" y="3395663"/>
          <p14:tracePt t="20789" x="1711325" y="3395663"/>
          <p14:tracePt t="20805" x="1720850" y="3395663"/>
          <p14:tracePt t="20836" x="1730375" y="3395663"/>
          <p14:tracePt t="20852" x="1739900" y="3395663"/>
          <p14:tracePt t="20886" x="1749425" y="3395663"/>
          <p14:tracePt t="20888" x="1758950" y="3395663"/>
          <p14:tracePt t="20903" x="1768475" y="3395663"/>
          <p14:tracePt t="20942" x="1778000" y="3395663"/>
          <p14:tracePt t="20971" x="1806575" y="3395663"/>
          <p14:tracePt t="20999" x="1816100" y="3395663"/>
          <p14:tracePt t="21016" x="1825625" y="3395663"/>
          <p14:tracePt t="21061" x="1835150" y="3395663"/>
          <p14:tracePt t="21080" x="1844675" y="3395663"/>
          <p14:tracePt t="21107" x="1854200" y="3395663"/>
          <p14:tracePt t="21124" x="1863725" y="3395663"/>
          <p14:tracePt t="21154" x="1882775" y="3395663"/>
          <p14:tracePt t="21171" x="1892300" y="3395663"/>
          <p14:tracePt t="21557" x="1882775" y="3395663"/>
          <p14:tracePt t="21568" x="1863725" y="3395663"/>
          <p14:tracePt t="21588" x="1844675" y="3405188"/>
          <p14:tracePt t="21602" x="1835150" y="3414713"/>
          <p14:tracePt t="21619" x="1825625" y="3414713"/>
          <p14:tracePt t="21636" x="1816100" y="3414713"/>
          <p14:tracePt t="21652" x="1797050" y="3414713"/>
          <p14:tracePt t="21669" x="1778000" y="3414713"/>
          <p14:tracePt t="21672" x="1768475" y="3414713"/>
          <p14:tracePt t="21696" x="1758950" y="3414713"/>
          <p14:tracePt t="21706" x="1749425" y="3414713"/>
          <p14:tracePt t="21719" x="1749425" y="3424238"/>
          <p14:tracePt t="21735" x="1739900" y="3433763"/>
          <p14:tracePt t="21753" x="1730375" y="3433763"/>
          <p14:tracePt t="21769" x="1720850" y="3443288"/>
          <p14:tracePt t="21786" x="1711325" y="3443288"/>
          <p14:tracePt t="21802" x="1701800" y="3443288"/>
          <p14:tracePt t="21819" x="1693863" y="3443288"/>
          <p14:tracePt t="21835" x="1684338" y="3452813"/>
          <p14:tracePt t="21871" x="1665288" y="3452813"/>
          <p14:tracePt t="21889" x="1655763" y="3452813"/>
          <p14:tracePt t="21953" x="1665288" y="3452813"/>
          <p14:tracePt t="21969" x="1684338" y="3443288"/>
          <p14:tracePt t="21972" x="1711325" y="3433763"/>
          <p14:tracePt t="21974" x="1720850" y="3424238"/>
          <p14:tracePt t="21986" x="1730375" y="3424238"/>
          <p14:tracePt t="21988" x="1739900" y="3424238"/>
          <p14:tracePt t="22002" x="1768475" y="3414713"/>
          <p14:tracePt t="22019" x="1806575" y="3395663"/>
          <p14:tracePt t="22036" x="1825625" y="3386138"/>
          <p14:tracePt t="22052" x="1835150" y="3376613"/>
          <p14:tracePt t="22068" x="1854200" y="3376613"/>
          <p14:tracePt t="22086" x="1863725" y="3376613"/>
          <p14:tracePt t="22102" x="1882775" y="3376613"/>
          <p14:tracePt t="22119" x="1892300" y="3376613"/>
          <p14:tracePt t="22155" x="1892300" y="3367088"/>
          <p14:tracePt t="22568" x="1882775" y="3395663"/>
          <p14:tracePt t="22572" x="1873250" y="3405188"/>
          <p14:tracePt t="22587" x="1797050" y="3481388"/>
          <p14:tracePt t="22602" x="1730375" y="3556000"/>
          <p14:tracePt t="22606" x="1674813" y="3613150"/>
          <p14:tracePt t="22619" x="1627188" y="3679825"/>
          <p14:tracePt t="22636" x="1503363" y="3792538"/>
          <p14:tracePt t="22652" x="1419225" y="3859213"/>
          <p14:tracePt t="22654" x="1409700" y="3859213"/>
          <p14:tracePt t="22669" x="1352550" y="3906838"/>
          <p14:tracePt t="22672" x="1333500" y="3906838"/>
          <p14:tracePt t="22686" x="1257300" y="3954463"/>
          <p14:tracePt t="22702" x="1211263" y="3963988"/>
          <p14:tracePt t="22719" x="1144588" y="3992563"/>
          <p14:tracePt t="22736" x="1087438" y="4000500"/>
          <p14:tracePt t="22739" x="1077913" y="4000500"/>
          <p14:tracePt t="22752" x="1039813" y="4010025"/>
          <p14:tracePt t="22754" x="1012825" y="4010025"/>
          <p14:tracePt t="22770" x="974725" y="4010025"/>
          <p14:tracePt t="22773" x="965200" y="4010025"/>
          <p14:tracePt t="22785" x="946150" y="4010025"/>
          <p14:tracePt t="22803" x="898525" y="4010025"/>
          <p14:tracePt t="22819" x="869950" y="4010025"/>
          <p14:tracePt t="22836" x="841375" y="4010025"/>
          <p14:tracePt t="22852" x="831850" y="4010025"/>
          <p14:tracePt t="22853" x="822325" y="4010025"/>
          <p14:tracePt t="22870" x="803275" y="4010025"/>
          <p14:tracePt t="22886" x="785813" y="4010025"/>
          <p14:tracePt t="22902" x="757238" y="4010025"/>
          <p14:tracePt t="22919" x="728663" y="4010025"/>
          <p14:tracePt t="22935" x="700088" y="4010025"/>
          <p14:tracePt t="22969" x="661988" y="4010025"/>
          <p14:tracePt t="22986" x="652463" y="4010025"/>
          <p14:tracePt t="23002" x="633413" y="4010025"/>
          <p14:tracePt t="23107" x="633413" y="4019550"/>
          <p14:tracePt t="23118" x="642938" y="4019550"/>
          <p14:tracePt t="23145" x="652463" y="4019550"/>
          <p14:tracePt t="23155" x="661988" y="4019550"/>
          <p14:tracePt t="23169" x="671513" y="4019550"/>
          <p14:tracePt t="23186" x="690563" y="4019550"/>
          <p14:tracePt t="23202" x="700088" y="4019550"/>
          <p14:tracePt t="23219" x="709613" y="4019550"/>
          <p14:tracePt t="23236" x="728663" y="4019550"/>
          <p14:tracePt t="23252" x="738188" y="4019550"/>
          <p14:tracePt t="23269" x="747713" y="4019550"/>
          <p14:tracePt t="23285" x="766763" y="4019550"/>
          <p14:tracePt t="23303" x="785813" y="4019550"/>
          <p14:tracePt t="23338" x="803275" y="4019550"/>
          <p14:tracePt t="23369" x="812800" y="4019550"/>
          <p14:tracePt t="23385" x="831850" y="4019550"/>
          <p14:tracePt t="23402" x="850900" y="4019550"/>
          <p14:tracePt t="23419" x="869950" y="4019550"/>
          <p14:tracePt t="23444" x="879475" y="4019550"/>
          <p14:tracePt t="23469" x="889000" y="4019550"/>
          <p14:tracePt t="23485" x="908050" y="4019550"/>
          <p14:tracePt t="23502" x="927100" y="4019550"/>
          <p14:tracePt t="23519" x="946150" y="4019550"/>
          <p14:tracePt t="23536" x="965200" y="4019550"/>
          <p14:tracePt t="23552" x="984250" y="4019550"/>
          <p14:tracePt t="23569" x="993775" y="4019550"/>
          <p14:tracePt t="23585" x="1020763" y="4019550"/>
          <p14:tracePt t="23602" x="1039813" y="4019550"/>
          <p14:tracePt t="23619" x="1049338" y="4019550"/>
          <p14:tracePt t="23636" x="1068388" y="4019550"/>
          <p14:tracePt t="23637" x="1096963" y="4019550"/>
          <p14:tracePt t="23653" x="1116013" y="4019550"/>
          <p14:tracePt t="23657" x="1125538" y="4019550"/>
          <p14:tracePt t="23669" x="1135063" y="4019550"/>
          <p14:tracePt t="23686" x="1154113" y="4019550"/>
          <p14:tracePt t="23709" x="1163638" y="4019550"/>
          <p14:tracePt t="23722" x="1182688" y="4019550"/>
          <p14:tracePt t="23736" x="1192213" y="4019550"/>
          <p14:tracePt t="23752" x="1211263" y="4019550"/>
          <p14:tracePt t="23768" x="1211263" y="4010025"/>
          <p14:tracePt t="23785" x="1230313" y="4010025"/>
          <p14:tracePt t="23802" x="1239838" y="4010025"/>
          <p14:tracePt t="23819" x="1247775" y="4010025"/>
          <p14:tracePt t="23836" x="1266825" y="4010025"/>
          <p14:tracePt t="23854" x="1276350" y="4010025"/>
          <p14:tracePt t="23946" x="1257300" y="4010025"/>
          <p14:tracePt t="23958" x="1247775" y="4010025"/>
          <p14:tracePt t="23975" x="1239838" y="4010025"/>
          <p14:tracePt t="23985" x="1230313" y="4010025"/>
          <p14:tracePt t="24002" x="1211263" y="4010025"/>
          <p14:tracePt t="24005" x="1201738" y="4010025"/>
          <p14:tracePt t="24019" x="1173163" y="4010025"/>
          <p14:tracePt t="24035" x="1163638" y="4019550"/>
          <p14:tracePt t="24039" x="1154113" y="4019550"/>
          <p14:tracePt t="24052" x="1144588" y="4029075"/>
          <p14:tracePt t="24069" x="1116013" y="4029075"/>
          <p14:tracePt t="24086" x="1077913" y="4038600"/>
          <p14:tracePt t="24102" x="1068388" y="4048125"/>
          <p14:tracePt t="24119" x="1039813" y="4048125"/>
          <p14:tracePt t="24121" x="1030288" y="4067175"/>
          <p14:tracePt t="24135" x="1003300" y="4067175"/>
          <p14:tracePt t="24152" x="984250" y="4067175"/>
          <p14:tracePt t="24168" x="965200" y="4067175"/>
          <p14:tracePt t="24186" x="955675" y="4067175"/>
          <p14:tracePt t="24203" x="936625" y="4076700"/>
          <p14:tracePt t="24236" x="917575" y="4076700"/>
          <p14:tracePt t="24252" x="908050" y="4076700"/>
          <p14:tracePt t="24277" x="898525" y="4076700"/>
          <p14:tracePt t="24331" x="889000" y="4076700"/>
          <p14:tracePt t="24352" x="879475" y="4076700"/>
          <p14:tracePt t="24376" x="869950" y="4076700"/>
          <p14:tracePt t="24467" x="860425" y="4076700"/>
          <p14:tracePt t="24476" x="860425" y="4086225"/>
          <p14:tracePt t="24568" x="869950" y="4086225"/>
          <p14:tracePt t="24596" x="879475" y="4086225"/>
          <p14:tracePt t="24614" x="889000" y="4095750"/>
          <p14:tracePt t="24655" x="898525" y="4095750"/>
          <p14:tracePt t="24669" x="908050" y="4095750"/>
          <p14:tracePt t="24672" x="927100" y="4095750"/>
          <p14:tracePt t="24685" x="936625" y="4095750"/>
          <p14:tracePt t="24687" x="946150" y="4095750"/>
          <p14:tracePt t="24702" x="955675" y="4095750"/>
          <p14:tracePt t="24724" x="965200" y="4095750"/>
          <p14:tracePt t="24752" x="1012825" y="4095750"/>
          <p14:tracePt t="24769" x="1020763" y="4095750"/>
          <p14:tracePt t="24773" x="1039813" y="4095750"/>
          <p14:tracePt t="24785" x="1068388" y="4095750"/>
          <p14:tracePt t="24803" x="1116013" y="4095750"/>
          <p14:tracePt t="24819" x="1154113" y="4095750"/>
          <p14:tracePt t="24835" x="1182688" y="4095750"/>
          <p14:tracePt t="24854" x="1230313" y="4095750"/>
          <p14:tracePt t="24870" x="1257300" y="4095750"/>
          <p14:tracePt t="24885" x="1295400" y="4105275"/>
          <p14:tracePt t="24902" x="1362075" y="4105275"/>
          <p14:tracePt t="24918" x="1390650" y="4105275"/>
          <p14:tracePt t="24935" x="1438275" y="4105275"/>
          <p14:tracePt t="24954" x="1466850" y="4105275"/>
          <p14:tracePt t="24969" x="1474788" y="4105275"/>
          <p14:tracePt t="24975" x="1484313" y="4105275"/>
          <p14:tracePt t="24985" x="1503363" y="4105275"/>
          <p14:tracePt t="25002" x="1522413" y="4105275"/>
          <p14:tracePt t="25019" x="1531938" y="4105275"/>
          <p14:tracePt t="25394" x="1522413" y="4095750"/>
          <p14:tracePt t="25398" x="1512888" y="4067175"/>
          <p14:tracePt t="25407" x="1503363" y="4038600"/>
          <p14:tracePt t="25409" x="1493838" y="4019550"/>
          <p14:tracePt t="25419" x="1474788" y="3992563"/>
          <p14:tracePt t="25436" x="1447800" y="3954463"/>
          <p14:tracePt t="25437" x="1428750" y="3916363"/>
          <p14:tracePt t="25440" x="1419225" y="3906838"/>
          <p14:tracePt t="25452" x="1409700" y="3878263"/>
          <p14:tracePt t="25455" x="1390650" y="3849688"/>
          <p14:tracePt t="25468" x="1381125" y="3821113"/>
          <p14:tracePt t="25486" x="1352550" y="3792538"/>
          <p14:tracePt t="25487" x="1343025" y="3792538"/>
          <p14:tracePt t="25502" x="1333500" y="3765550"/>
          <p14:tracePt t="25518" x="1314450" y="3746500"/>
          <p14:tracePt t="25521" x="1304925" y="3746500"/>
          <p14:tracePt t="25536" x="1295400" y="3746500"/>
          <p14:tracePt t="25537" x="1285875" y="3746500"/>
          <p14:tracePt t="25551" x="1276350" y="3746500"/>
          <p14:tracePt t="25568" x="1266825" y="3756025"/>
          <p14:tracePt t="25586" x="1257300" y="3765550"/>
          <p14:tracePt t="25602" x="1247775" y="3773488"/>
          <p14:tracePt t="25619" x="1239838" y="3773488"/>
          <p14:tracePt t="25622" x="1230313" y="3783013"/>
          <p14:tracePt t="25652" x="1220788" y="3783013"/>
          <p14:tracePt t="25669" x="1220788" y="3802063"/>
          <p14:tracePt t="25686" x="1192213" y="3821113"/>
          <p14:tracePt t="25703" x="1173163" y="3849688"/>
          <p14:tracePt t="25735" x="1154113" y="3868738"/>
          <p14:tracePt t="25752" x="1144588" y="3887788"/>
          <p14:tracePt t="25769" x="1125538" y="3916363"/>
          <p14:tracePt t="25785" x="1096963" y="3935413"/>
          <p14:tracePt t="25802" x="1077913" y="3963988"/>
          <p14:tracePt t="25805" x="1077913" y="3973513"/>
          <p14:tracePt t="25818" x="1068388" y="3983038"/>
          <p14:tracePt t="25821" x="1058863" y="3983038"/>
          <p14:tracePt t="25824" x="1049338" y="4000500"/>
          <p14:tracePt t="25835" x="1039813" y="4010025"/>
          <p14:tracePt t="25852" x="1012825" y="4029075"/>
          <p14:tracePt t="25868" x="1003300" y="4038600"/>
          <p14:tracePt t="25870" x="1003300" y="4048125"/>
          <p14:tracePt t="25885" x="993775" y="4048125"/>
          <p14:tracePt t="25903" x="984250" y="4057650"/>
          <p14:tracePt t="25905" x="974725" y="4057650"/>
          <p14:tracePt t="25918" x="965200" y="4067175"/>
          <p14:tracePt t="25921" x="955675" y="4067175"/>
          <p14:tracePt t="25923" x="955675" y="4076700"/>
          <p14:tracePt t="25935" x="946150" y="4086225"/>
          <p14:tracePt t="25952" x="927100" y="4095750"/>
          <p14:tracePt t="25969" x="917575" y="4105275"/>
          <p14:tracePt t="25971" x="908050" y="4105275"/>
          <p14:tracePt t="25985" x="898525" y="4105275"/>
          <p14:tracePt t="26018" x="889000" y="4105275"/>
          <p14:tracePt t="26070" x="879475" y="4105275"/>
          <p14:tracePt t="26263" x="879475" y="4114800"/>
          <p14:tracePt t="26282" x="889000" y="4114800"/>
          <p14:tracePt t="26308" x="898525" y="4114800"/>
          <p14:tracePt t="26336" x="908050" y="4114800"/>
          <p14:tracePt t="26354" x="917575" y="4114800"/>
          <p14:tracePt t="26374" x="927100" y="4114800"/>
          <p14:tracePt t="26390" x="936625" y="4114800"/>
          <p14:tracePt t="26408" x="946150" y="4114800"/>
          <p14:tracePt t="26452" x="965200" y="4114800"/>
          <p14:tracePt t="26485" x="984250" y="4114800"/>
          <p14:tracePt t="26510" x="993775" y="4114800"/>
          <p14:tracePt t="26552" x="1003300" y="4114800"/>
          <p14:tracePt t="26569" x="1012825" y="4114800"/>
          <p14:tracePt t="26585" x="1030288" y="4114800"/>
          <p14:tracePt t="26602" x="1039813" y="4114800"/>
          <p14:tracePt t="26636" x="1049338" y="4114800"/>
          <p14:tracePt t="26651" x="1058863" y="4114800"/>
          <p14:tracePt t="26668" x="1068388" y="4114800"/>
          <p14:tracePt t="26693" x="1077913" y="4114800"/>
          <p14:tracePt t="26718" x="1087438" y="4114800"/>
          <p14:tracePt t="26739" x="1096963" y="4114800"/>
          <p14:tracePt t="26769" x="1116013" y="4114800"/>
          <p14:tracePt t="26804" x="1125538" y="4114800"/>
          <p14:tracePt t="26822" x="1125538" y="4105275"/>
          <p14:tracePt t="26835" x="1135063" y="4105275"/>
          <p14:tracePt t="26852" x="1154113" y="4105275"/>
          <p14:tracePt t="26869" x="1163638" y="4105275"/>
          <p14:tracePt t="26919" x="1173163" y="4105275"/>
          <p14:tracePt t="26952" x="1192213" y="4095750"/>
          <p14:tracePt t="26969" x="1201738" y="4095750"/>
          <p14:tracePt t="26987" x="1211263" y="4095750"/>
          <p14:tracePt t="27007" x="1220788" y="4095750"/>
          <p14:tracePt t="27777" x="1211263" y="4095750"/>
          <p14:tracePt t="27791" x="1201738" y="4095750"/>
          <p14:tracePt t="27802" x="1182688" y="4095750"/>
          <p14:tracePt t="27823" x="1173163" y="4095750"/>
          <p14:tracePt t="27835" x="1163638" y="4095750"/>
          <p14:tracePt t="27852" x="1154113" y="4095750"/>
          <p14:tracePt t="27854" x="1144588" y="4095750"/>
          <p14:tracePt t="27869" x="1135063" y="4095750"/>
          <p14:tracePt t="27902" x="1106488" y="4095750"/>
          <p14:tracePt t="27918" x="1096963" y="4095750"/>
          <p14:tracePt t="27952" x="1087438" y="4095750"/>
          <p14:tracePt t="28062" x="1096963" y="4095750"/>
          <p14:tracePt t="28071" x="1116013" y="4095750"/>
          <p14:tracePt t="28102" x="1125538" y="4095750"/>
          <p14:tracePt t="28138" x="1144588" y="4095750"/>
          <p14:tracePt t="28168" x="1154113" y="4095750"/>
          <p14:tracePt t="28185" x="1163638" y="4095750"/>
          <p14:tracePt t="28202" x="1173163" y="4095750"/>
          <p14:tracePt t="28251" x="1192213" y="4095750"/>
          <p14:tracePt t="28268" x="1201738" y="4095750"/>
          <p14:tracePt t="28285" x="1220788" y="4095750"/>
          <p14:tracePt t="28304" x="1230313" y="4095750"/>
          <p14:tracePt t="28335" x="1239838" y="4095750"/>
          <p14:tracePt t="28352" x="1247775" y="4095750"/>
          <p14:tracePt t="28368" x="1257300" y="4095750"/>
          <p14:tracePt t="28394" x="1276350" y="4095750"/>
          <p14:tracePt t="28418" x="1285875" y="4095750"/>
          <p14:tracePt t="28439" x="1295400" y="4095750"/>
          <p14:tracePt t="28697" x="1285875" y="4095750"/>
          <p14:tracePt t="28715" x="1266825" y="4095750"/>
          <p14:tracePt t="28742" x="1257300" y="4095750"/>
          <p14:tracePt t="28760" x="1247775" y="4095750"/>
          <p14:tracePt t="28802" x="1239838" y="4095750"/>
          <p14:tracePt t="28818" x="1230313" y="4095750"/>
          <p14:tracePt t="28853" x="1220788" y="4095750"/>
          <p14:tracePt t="28869" x="1211263" y="4095750"/>
          <p14:tracePt t="29037" x="1220788" y="4095750"/>
          <p14:tracePt t="29075" x="1230313" y="4095750"/>
          <p14:tracePt t="29093" x="1239838" y="4095750"/>
          <p14:tracePt t="29516" x="1247775" y="4095750"/>
          <p14:tracePt t="29524" x="1257300" y="4095750"/>
          <p14:tracePt t="29535" x="1266825" y="4095750"/>
          <p14:tracePt t="29537" x="1276350" y="4095750"/>
          <p14:tracePt t="29553" x="1295400" y="4095750"/>
          <p14:tracePt t="29567" x="1323975" y="4095750"/>
          <p14:tracePt t="29585" x="1343025" y="4095750"/>
          <p14:tracePt t="29601" x="1371600" y="4095750"/>
          <p14:tracePt t="29618" x="1400175" y="4095750"/>
          <p14:tracePt t="29635" x="1419225" y="4105275"/>
          <p14:tracePt t="29637" x="1438275" y="4105275"/>
          <p14:tracePt t="29651" x="1447800" y="4105275"/>
          <p14:tracePt t="29654" x="1457325" y="4105275"/>
          <p14:tracePt t="29668" x="1466850" y="4105275"/>
          <p14:tracePt t="29685" x="1493838" y="4114800"/>
          <p14:tracePt t="29703" x="1512888" y="4114800"/>
          <p14:tracePt t="29718" x="1522413" y="4124325"/>
          <p14:tracePt t="29735" x="1541463" y="4124325"/>
          <p14:tracePt t="29752" x="1550988" y="4124325"/>
          <p14:tracePt t="29755" x="1570038" y="4124325"/>
          <p14:tracePt t="29768" x="1579563" y="4124325"/>
          <p14:tracePt t="29785" x="1589088" y="4124325"/>
          <p14:tracePt t="29801" x="1598613" y="4124325"/>
          <p14:tracePt t="29837" x="1617663" y="4124325"/>
          <p14:tracePt t="29851" x="1627188" y="4124325"/>
          <p14:tracePt t="29868" x="1636713" y="4124325"/>
          <p14:tracePt t="29885" x="1646238" y="4124325"/>
          <p14:tracePt t="29920" x="1655763" y="4124325"/>
          <p14:tracePt t="29935" x="1665288" y="4124325"/>
          <p14:tracePt t="29951" x="1674813" y="4124325"/>
          <p14:tracePt t="29968" x="1684338" y="4124325"/>
          <p14:tracePt t="29985" x="1701800" y="4124325"/>
          <p14:tracePt t="30018" x="1711325" y="4124325"/>
          <p14:tracePt t="30022" x="1730375" y="4124325"/>
          <p14:tracePt t="30035" x="1739900" y="4124325"/>
          <p14:tracePt t="30052" x="1749425" y="4124325"/>
          <p14:tracePt t="30054" x="1758950" y="4124325"/>
          <p14:tracePt t="30068" x="1768475" y="4124325"/>
          <p14:tracePt t="30087" x="1778000" y="4124325"/>
          <p14:tracePt t="30118" x="1787525" y="4124325"/>
          <p14:tracePt t="30135" x="1797050" y="4124325"/>
          <p14:tracePt t="30152" x="1816100" y="4124325"/>
          <p14:tracePt t="30176" x="1825625" y="4124325"/>
          <p14:tracePt t="30433" x="1835150" y="4124325"/>
          <p14:tracePt t="30562" x="1844675" y="4124325"/>
          <p14:tracePt t="30603" x="1854200" y="4124325"/>
          <p14:tracePt t="30636" x="1863725" y="4124325"/>
          <p14:tracePt t="30651" x="1863725" y="4114800"/>
          <p14:tracePt t="31141" x="1882775" y="4105275"/>
          <p14:tracePt t="31151" x="1901825" y="4105275"/>
          <p14:tracePt t="31155" x="1911350" y="4105275"/>
          <p14:tracePt t="31168" x="1928813" y="4095750"/>
          <p14:tracePt t="31185" x="1985963" y="4076700"/>
          <p14:tracePt t="31201" x="2014538" y="4067175"/>
          <p14:tracePt t="31219" x="2043113" y="4067175"/>
          <p14:tracePt t="31235" x="2052638" y="4057650"/>
          <p14:tracePt t="31255" x="2062163" y="4057650"/>
          <p14:tracePt t="31842" x="2052638" y="4057650"/>
          <p14:tracePt t="31860" x="2043113" y="4057650"/>
          <p14:tracePt t="31880" x="2033588" y="4057650"/>
          <p14:tracePt t="31902" x="2024063" y="4057650"/>
          <p14:tracePt t="31918" x="2005013" y="4067175"/>
          <p14:tracePt t="31936" x="1995488" y="4067175"/>
          <p14:tracePt t="31938" x="1985963" y="4067175"/>
          <p14:tracePt t="31952" x="1985963" y="4076700"/>
          <p14:tracePt t="31968" x="1966913" y="4076700"/>
          <p14:tracePt t="31971" x="1947863" y="4076700"/>
          <p14:tracePt t="31985" x="1938338" y="4076700"/>
          <p14:tracePt t="32002" x="1919288" y="4076700"/>
          <p14:tracePt t="32017" x="1911350" y="4086225"/>
          <p14:tracePt t="32020" x="1901825" y="4086225"/>
          <p14:tracePt t="32035" x="1863725" y="4086225"/>
          <p14:tracePt t="32051" x="1854200" y="4086225"/>
          <p14:tracePt t="32054" x="1844675" y="4086225"/>
          <p14:tracePt t="32068" x="1835150" y="4086225"/>
          <p14:tracePt t="32085" x="1797050" y="4086225"/>
          <p14:tracePt t="32101" x="1778000" y="4086225"/>
          <p14:tracePt t="32119" x="1758950" y="4086225"/>
          <p14:tracePt t="32135" x="1739900" y="4086225"/>
          <p14:tracePt t="32151" x="1730375" y="4086225"/>
          <p14:tracePt t="32154" x="1711325" y="4086225"/>
          <p14:tracePt t="32184" x="1693863" y="4086225"/>
          <p14:tracePt t="32201" x="1684338" y="4086225"/>
          <p14:tracePt t="32218" x="1674813" y="4086225"/>
          <p14:tracePt t="32220" x="1665288" y="4086225"/>
          <p14:tracePt t="32238" x="1655763" y="4086225"/>
          <p14:tracePt t="32267" x="1636713" y="4086225"/>
          <p14:tracePt t="32284" x="1627188" y="4086225"/>
          <p14:tracePt t="32310" x="1617663" y="4086225"/>
          <p14:tracePt t="32328" x="1608138" y="4086225"/>
          <p14:tracePt t="32596" x="1608138" y="4095750"/>
          <p14:tracePt t="32697" x="1608138" y="4105275"/>
          <p14:tracePt t="32929" x="1617663" y="4105275"/>
          <p14:tracePt t="32957" x="1627188" y="4105275"/>
          <p14:tracePt t="32974" x="1646238" y="4105275"/>
          <p14:tracePt t="33000" x="1655763" y="4105275"/>
          <p14:tracePt t="33046" x="1665288" y="4105275"/>
          <p14:tracePt t="33064" x="1674813" y="4105275"/>
          <p14:tracePt t="33091" x="1684338" y="4105275"/>
          <p14:tracePt t="33110" x="1693863" y="4105275"/>
          <p14:tracePt t="33138" x="1701800" y="4105275"/>
          <p14:tracePt t="33459" x="1693863" y="4105275"/>
          <p14:tracePt t="33478" x="1684338" y="4105275"/>
          <p14:tracePt t="33496" x="1674813" y="4105275"/>
          <p14:tracePt t="33506" x="1665288" y="4105275"/>
          <p14:tracePt t="33527" x="1655763" y="4105275"/>
          <p14:tracePt t="33553" x="1627188" y="4105275"/>
          <p14:tracePt t="33568" x="1617663" y="4105275"/>
          <p14:tracePt t="33571" x="1608138" y="4105275"/>
          <p14:tracePt t="33584" x="1598613" y="4105275"/>
          <p14:tracePt t="33601" x="1579563" y="4105275"/>
          <p14:tracePt t="33618" x="1550988" y="4105275"/>
          <p14:tracePt t="33635" x="1522413" y="4105275"/>
          <p14:tracePt t="33651" x="1512888" y="4105275"/>
          <p14:tracePt t="33655" x="1493838" y="4105275"/>
          <p14:tracePt t="33667" x="1466850" y="4105275"/>
          <p14:tracePt t="33684" x="1447800" y="4105275"/>
          <p14:tracePt t="33701" x="1419225" y="4105275"/>
          <p14:tracePt t="33718" x="1381125" y="4105275"/>
          <p14:tracePt t="33751" x="1352550" y="4105275"/>
          <p14:tracePt t="33768" x="1333500" y="4105275"/>
          <p14:tracePt t="33801" x="1323975" y="4105275"/>
          <p14:tracePt t="33938" x="1333500" y="4105275"/>
          <p14:tracePt t="33957" x="1343025" y="4105275"/>
          <p14:tracePt t="33967" x="1352550" y="4105275"/>
          <p14:tracePt t="33984" x="1362075" y="4105275"/>
          <p14:tracePt t="33988" x="1371600" y="4105275"/>
          <p14:tracePt t="34035" x="1400175" y="4105275"/>
          <p14:tracePt t="34052" x="1409700" y="4105275"/>
          <p14:tracePt t="34076" x="1419225" y="4105275"/>
          <p14:tracePt t="34094" x="1428750" y="4105275"/>
          <p14:tracePt t="34134" x="1438275" y="4105275"/>
          <p14:tracePt t="34508" x="1428750" y="4105275"/>
          <p14:tracePt t="34526" x="1419225" y="4105275"/>
          <p14:tracePt t="34554" x="1409700" y="4105275"/>
          <p14:tracePt t="34573" x="1400175" y="4105275"/>
          <p14:tracePt t="34602" x="1381125" y="4105275"/>
          <p14:tracePt t="34647" x="1371600" y="4105275"/>
          <p14:tracePt t="34665" x="1362075" y="4105275"/>
          <p14:tracePt t="34693" x="1352550" y="4105275"/>
          <p14:tracePt t="34712" x="1343025" y="4105275"/>
          <p14:tracePt t="34740" x="1333500" y="4105275"/>
          <p14:tracePt t="34786" x="1323975" y="4105275"/>
          <p14:tracePt t="34806" x="1304925" y="4105275"/>
          <p14:tracePt t="34825" x="1295400" y="4105275"/>
          <p14:tracePt t="34836" x="1285875" y="4105275"/>
          <p14:tracePt t="34852" x="1276350" y="4105275"/>
          <p14:tracePt t="34868" x="1266825" y="4105275"/>
          <p14:tracePt t="34891" x="1257300" y="4105275"/>
          <p14:tracePt t="34918" x="1247775" y="4105275"/>
          <p14:tracePt t="34934" x="1239838" y="4105275"/>
          <p14:tracePt t="34967" x="1211263" y="4105275"/>
          <p14:tracePt t="34988" x="1201738" y="4105275"/>
          <p14:tracePt t="35001" x="1192213" y="4105275"/>
          <p14:tracePt t="35018" x="1182688" y="4105275"/>
          <p14:tracePt t="35034" x="1163638" y="4105275"/>
          <p14:tracePt t="35052" x="1154113" y="4105275"/>
          <p14:tracePt t="35067" x="1144588" y="4105275"/>
          <p14:tracePt t="35084" x="1135063" y="4105275"/>
          <p14:tracePt t="35101" x="1125538" y="4105275"/>
          <p14:tracePt t="35118" x="1116013" y="4105275"/>
          <p14:tracePt t="35135" x="1106488" y="4105275"/>
          <p14:tracePt t="35154" x="1096963" y="4105275"/>
          <p14:tracePt t="35171" x="1087438" y="4114800"/>
          <p14:tracePt t="35217" x="1077913" y="4114800"/>
          <p14:tracePt t="35273" x="1077913" y="4124325"/>
          <p14:tracePt t="35301" x="1077913" y="4133850"/>
          <p14:tracePt t="35321" x="1077913" y="4143375"/>
          <p14:tracePt t="35351" x="1077913" y="4152900"/>
          <p14:tracePt t="35367" x="1077913" y="4162425"/>
          <p14:tracePt t="35403" x="1077913" y="4181475"/>
          <p14:tracePt t="35435" x="1077913" y="4191000"/>
          <p14:tracePt t="35451" x="1077913" y="4200525"/>
          <p14:tracePt t="35468" x="1077913" y="4210050"/>
          <p14:tracePt t="35485" x="1058863" y="4219575"/>
          <p14:tracePt t="35501" x="1049338" y="4229100"/>
          <p14:tracePt t="35534" x="1039813" y="4246563"/>
          <p14:tracePt t="35551" x="1030288" y="4265613"/>
          <p14:tracePt t="35568" x="1020763" y="4284663"/>
          <p14:tracePt t="35584" x="1020763" y="4294188"/>
          <p14:tracePt t="35605" x="1020763" y="4303713"/>
          <p14:tracePt t="35618" x="1012825" y="4303713"/>
          <p14:tracePt t="35634" x="1003300" y="4313238"/>
          <p14:tracePt t="35651" x="1003300" y="4322763"/>
          <p14:tracePt t="35668" x="993775" y="4322763"/>
          <p14:tracePt t="35684" x="974725" y="4322763"/>
          <p14:tracePt t="35805" x="965200" y="4322763"/>
          <p14:tracePt t="35818" x="955675" y="4322763"/>
          <p14:tracePt t="35908" x="946150" y="4322763"/>
          <p14:tracePt t="35963" x="946150" y="4332288"/>
          <p14:tracePt t="36027" x="946150" y="4351338"/>
          <p14:tracePt t="36045" x="955675" y="4351338"/>
          <p14:tracePt t="36083" x="965200" y="4351338"/>
          <p14:tracePt t="36093" x="993775" y="4351338"/>
          <p14:tracePt t="36102" x="993775" y="4341813"/>
          <p14:tracePt t="36104" x="1003300" y="4341813"/>
          <p14:tracePt t="36117" x="1012825" y="4341813"/>
          <p14:tracePt t="36120" x="1012825" y="4332288"/>
          <p14:tracePt t="36134" x="1039813" y="4332288"/>
          <p14:tracePt t="36151" x="1068388" y="4332288"/>
          <p14:tracePt t="36167" x="1077913" y="4332288"/>
          <p14:tracePt t="36170" x="1087438" y="4332288"/>
          <p14:tracePt t="36185" x="1096963" y="4332288"/>
          <p14:tracePt t="36186" x="1106488" y="4332288"/>
          <p14:tracePt t="36201" x="1116013" y="4332288"/>
          <p14:tracePt t="36218" x="1125538" y="4332288"/>
          <p14:tracePt t="36219" x="1135063" y="4332288"/>
          <p14:tracePt t="36234" x="1144588" y="4332288"/>
          <p14:tracePt t="36251" x="1154113" y="4332288"/>
          <p14:tracePt t="36268" x="1173163" y="4332288"/>
          <p14:tracePt t="36285" x="1182688" y="4332288"/>
          <p14:tracePt t="36287" x="1192213" y="4332288"/>
          <p14:tracePt t="36321" x="1201738" y="4332288"/>
          <p14:tracePt t="36348" x="1211263" y="4332288"/>
          <p14:tracePt t="36385" x="1230313" y="4332288"/>
          <p14:tracePt t="36644" x="1220788" y="4332288"/>
          <p14:tracePt t="36661" x="1211263" y="4332288"/>
          <p14:tracePt t="36680" x="1201738" y="4332288"/>
          <p14:tracePt t="36689" x="1192213" y="4332288"/>
          <p14:tracePt t="36718" x="1182688" y="4332288"/>
          <p14:tracePt t="36736" x="1163638" y="4332288"/>
          <p14:tracePt t="36751" x="1135063" y="4332288"/>
          <p14:tracePt t="36767" x="1125538" y="4332288"/>
          <p14:tracePt t="36785" x="1106488" y="4332288"/>
          <p14:tracePt t="36801" x="1096963" y="4332288"/>
          <p14:tracePt t="36819" x="1087438" y="4351338"/>
          <p14:tracePt t="36822" x="1077913" y="4351338"/>
          <p14:tracePt t="36851" x="1077913" y="4360863"/>
          <p14:tracePt t="36867" x="1058863" y="4360863"/>
          <p14:tracePt t="36884" x="1058863" y="4370388"/>
          <p14:tracePt t="36901" x="1049338" y="4370388"/>
          <p14:tracePt t="36917" x="1049338" y="4379913"/>
          <p14:tracePt t="36920" x="1049338" y="4389438"/>
          <p14:tracePt t="36951" x="1049338" y="4408488"/>
          <p14:tracePt t="36973" x="1049338" y="4418013"/>
          <p14:tracePt t="36993" x="1049338" y="4427538"/>
          <p14:tracePt t="37011" x="1049338" y="4437063"/>
          <p14:tracePt t="37051" x="1068388" y="4446588"/>
          <p14:tracePt t="37068" x="1077913" y="4446588"/>
          <p14:tracePt t="37084" x="1087438" y="4456113"/>
          <p14:tracePt t="37101" x="1096963" y="4456113"/>
          <p14:tracePt t="37104" x="1106488" y="4464050"/>
          <p14:tracePt t="37118" x="1116013" y="4464050"/>
          <p14:tracePt t="37134" x="1125538" y="4473575"/>
          <p14:tracePt t="37152" x="1154113" y="4483100"/>
          <p14:tracePt t="37186" x="1173163" y="4483100"/>
          <p14:tracePt t="37201" x="1182688" y="4483100"/>
          <p14:tracePt t="37234" x="1192213" y="4483100"/>
          <p14:tracePt t="37252" x="1201738" y="4483100"/>
          <p14:tracePt t="37284" x="1211263" y="4473575"/>
          <p14:tracePt t="37301" x="1211263" y="4464050"/>
          <p14:tracePt t="37335" x="1211263" y="4456113"/>
          <p14:tracePt t="37351" x="1211263" y="4446588"/>
          <p14:tracePt t="37384" x="1211263" y="4437063"/>
          <p14:tracePt t="37401" x="1211263" y="4427538"/>
          <p14:tracePt t="37417" x="1211263" y="4418013"/>
          <p14:tracePt t="37812" x="1192213" y="4418013"/>
          <p14:tracePt t="37816" x="1182688" y="4418013"/>
          <p14:tracePt t="37835" x="1144588" y="4418013"/>
          <p14:tracePt t="37852" x="1096963" y="4418013"/>
          <p14:tracePt t="37868" x="1077913" y="4418013"/>
          <p14:tracePt t="37885" x="1030288" y="4418013"/>
          <p14:tracePt t="37901" x="1020763" y="4418013"/>
          <p14:tracePt t="37904" x="1012825" y="4418013"/>
          <p14:tracePt t="37918" x="1003300" y="4418013"/>
          <p14:tracePt t="37919" x="993775" y="4418013"/>
          <p14:tracePt t="37934" x="965200" y="4418013"/>
          <p14:tracePt t="37950" x="955675" y="4418013"/>
          <p14:tracePt t="37984" x="927100" y="4427538"/>
          <p14:tracePt t="38000" x="917575" y="4427538"/>
          <p14:tracePt t="38018" x="908050" y="4427538"/>
          <p14:tracePt t="38034" x="898525" y="4427538"/>
          <p14:tracePt t="38051" x="889000" y="4427538"/>
          <p14:tracePt t="38084" x="879475" y="4427538"/>
          <p14:tracePt t="38100" x="869950" y="4437063"/>
          <p14:tracePt t="38180" x="869950" y="4446588"/>
          <p14:tracePt t="38225" x="869950" y="4456113"/>
          <p14:tracePt t="38354" x="879475" y="4456113"/>
          <p14:tracePt t="38382" x="889000" y="4456113"/>
          <p14:tracePt t="38401" x="898525" y="4456113"/>
          <p14:tracePt t="38426" x="908050" y="4456113"/>
          <p14:tracePt t="38450" x="917575" y="4456113"/>
          <p14:tracePt t="38473" x="927100" y="4456113"/>
          <p14:tracePt t="38484" x="936625" y="4456113"/>
          <p14:tracePt t="38501" x="946150" y="4456113"/>
          <p14:tracePt t="38504" x="955675" y="4456113"/>
          <p14:tracePt t="38523" x="965200" y="4456113"/>
          <p14:tracePt t="38550" x="1003300" y="4446588"/>
          <p14:tracePt t="38568" x="1012825" y="4446588"/>
          <p14:tracePt t="38584" x="1030288" y="4446588"/>
          <p14:tracePt t="38586" x="1039813" y="4437063"/>
          <p14:tracePt t="38601" x="1077913" y="4418013"/>
          <p14:tracePt t="38603" x="1096963" y="4418013"/>
          <p14:tracePt t="38604" x="1106488" y="4408488"/>
          <p14:tracePt t="38617" x="1125538" y="4408488"/>
          <p14:tracePt t="38634" x="1201738" y="4398963"/>
          <p14:tracePt t="38651" x="1285875" y="4398963"/>
          <p14:tracePt t="38667" x="1333500" y="4398963"/>
          <p14:tracePt t="38671" x="1343025" y="4398963"/>
          <p14:tracePt t="38685" x="1400175" y="4398963"/>
          <p14:tracePt t="38700" x="1457325" y="4408488"/>
          <p14:tracePt t="38703" x="1474788" y="4427538"/>
          <p14:tracePt t="38706" x="1484313" y="4437063"/>
          <p14:tracePt t="38718" x="1531938" y="4437063"/>
          <p14:tracePt t="38735" x="1608138" y="4456113"/>
          <p14:tracePt t="38750" x="1655763" y="4464050"/>
          <p14:tracePt t="38768" x="1665288" y="4473575"/>
          <p14:tracePt t="38769" x="1674813" y="4473575"/>
          <p14:tracePt t="38784" x="1693863" y="4473575"/>
          <p14:tracePt t="38787" x="1701800" y="4473575"/>
          <p14:tracePt t="38870" x="1684338" y="4473575"/>
          <p14:tracePt t="38891" x="1674813" y="4473575"/>
          <p14:tracePt t="38900" x="1665288" y="4473575"/>
          <p14:tracePt t="38918" x="1655763" y="4473575"/>
          <p14:tracePt t="38934" x="1646238" y="4473575"/>
          <p14:tracePt t="38951" x="1636713" y="4473575"/>
          <p14:tracePt t="38967" x="1627188" y="4473575"/>
          <p14:tracePt t="38971" x="1617663" y="4473575"/>
          <p14:tracePt t="38997" x="1598613" y="4473575"/>
          <p14:tracePt t="39061" x="1598613" y="4483100"/>
          <p14:tracePt t="39067" x="1608138" y="4483100"/>
          <p14:tracePt t="39084" x="1608138" y="4492625"/>
          <p14:tracePt t="39101" x="1617663" y="4492625"/>
          <p14:tracePt t="39118" x="1636713" y="4530725"/>
          <p14:tracePt t="39120" x="1636713" y="4540250"/>
          <p14:tracePt t="39135" x="1693863" y="4587875"/>
          <p14:tracePt t="39150" x="1749425" y="4645025"/>
          <p14:tracePt t="39154" x="1778000" y="4700588"/>
          <p14:tracePt t="39167" x="1835150" y="4767263"/>
          <p14:tracePt t="39185" x="1966913" y="4975225"/>
          <p14:tracePt t="39201" x="2090738" y="5192713"/>
          <p14:tracePt t="39202" x="2109788" y="5221288"/>
          <p14:tracePt t="39217" x="2260600" y="5419725"/>
          <p14:tracePt t="39220" x="2279650" y="5467350"/>
          <p14:tracePt t="39235" x="2365375" y="5637213"/>
          <p14:tracePt t="39478" x="2365375" y="5665788"/>
          <p14:tracePt t="39503" x="2401888" y="5997575"/>
          <p14:tracePt t="39504" x="2401888" y="6026150"/>
          <p14:tracePt t="39517" x="2401888" y="6119813"/>
          <p14:tracePt t="39522" x="2411413" y="6186488"/>
          <p14:tracePt t="39524" x="2411413" y="6224588"/>
          <p14:tracePt t="39534" x="2411413" y="6299200"/>
          <p14:tracePt t="39550" x="2411413" y="6470650"/>
          <p14:tracePt t="39553" x="2411413" y="6489700"/>
          <p14:tracePt t="39567" x="2411413" y="6583363"/>
          <p14:tracePt t="39570" x="2411413" y="6659563"/>
          <p14:tracePt t="39585" x="2411413" y="6753225"/>
          <p14:tracePt t="39600" x="2401888" y="6800850"/>
          <p14:tracePt t="39604" x="2392363" y="681990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8502-8133-6E05-C93B-410FF902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RUNNING (Output)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5FE412-00CD-687C-61D1-E22D4A26E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06" y="2902803"/>
            <a:ext cx="10274017" cy="2701358"/>
          </a:xfrm>
        </p:spPr>
      </p:pic>
    </p:spTree>
    <p:extLst>
      <p:ext uri="{BB962C8B-B14F-4D97-AF65-F5344CB8AC3E}">
        <p14:creationId xmlns:p14="http://schemas.microsoft.com/office/powerpoint/2010/main" val="116314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165"/>
    </mc:Choice>
    <mc:Fallback xmlns="">
      <p:transition spd="slow" advTm="49165"/>
    </mc:Fallback>
  </mc:AlternateContent>
  <p:extLst>
    <p:ext uri="{3A86A75C-4F4B-4683-9AE1-C65F6400EC91}">
      <p14:laserTraceLst xmlns:p14="http://schemas.microsoft.com/office/powerpoint/2010/main">
        <p14:tracePtLst>
          <p14:tracePt t="620" x="2128838" y="6735763"/>
          <p14:tracePt t="624" x="2128838" y="6716713"/>
          <p14:tracePt t="646" x="2165350" y="6602413"/>
          <p14:tracePt t="662" x="2203450" y="6508750"/>
          <p14:tracePt t="680" x="2270125" y="6413500"/>
          <p14:tracePt t="696" x="2346325" y="6318250"/>
          <p14:tracePt t="712" x="2439988" y="6186488"/>
          <p14:tracePt t="714" x="2459038" y="6157913"/>
          <p14:tracePt t="730" x="2544763" y="6026150"/>
          <p14:tracePt t="746" x="2582863" y="5930900"/>
          <p14:tracePt t="750" x="2619375" y="5873750"/>
          <p14:tracePt t="762" x="2657475" y="5818188"/>
          <p14:tracePt t="780" x="2724150" y="5703888"/>
          <p14:tracePt t="796" x="2809875" y="5572125"/>
          <p14:tracePt t="813" x="2884488" y="5457825"/>
          <p14:tracePt t="815" x="2894013" y="5438775"/>
          <p14:tracePt t="830" x="2960688" y="5345113"/>
          <p14:tracePt t="846" x="2989263" y="5259388"/>
          <p14:tracePt t="850" x="3017838" y="5192713"/>
          <p14:tracePt t="863" x="3036888" y="5154613"/>
          <p14:tracePt t="881" x="3082925" y="5070475"/>
          <p14:tracePt t="896" x="3121025" y="4984750"/>
          <p14:tracePt t="913" x="3168650" y="4910138"/>
          <p14:tracePt t="917" x="3178175" y="4891088"/>
          <p14:tracePt t="930" x="3225800" y="4814888"/>
          <p14:tracePt t="933" x="3235325" y="4795838"/>
          <p14:tracePt t="946" x="3263900" y="4767263"/>
          <p14:tracePt t="949" x="3273425" y="4719638"/>
          <p14:tracePt t="963" x="3281363" y="4691063"/>
          <p14:tracePt t="979" x="3300413" y="4625975"/>
          <p14:tracePt t="997" x="3338513" y="4568825"/>
          <p14:tracePt t="1013" x="3357563" y="4521200"/>
          <p14:tracePt t="1015" x="3376613" y="4511675"/>
          <p14:tracePt t="1018" x="3386138" y="4492625"/>
          <p14:tracePt t="1031" x="3462338" y="4389438"/>
          <p14:tracePt t="1034" x="3471863" y="4379913"/>
          <p14:tracePt t="1046" x="3498850" y="4332288"/>
          <p14:tracePt t="1050" x="3517900" y="4303713"/>
          <p14:tracePt t="1052" x="3517900" y="4284663"/>
          <p14:tracePt t="1063" x="3565525" y="4237038"/>
          <p14:tracePt t="1079" x="3594100" y="4152900"/>
          <p14:tracePt t="1097" x="3603625" y="4086225"/>
          <p14:tracePt t="1113" x="3603625" y="4057650"/>
          <p14:tracePt t="1114" x="3603625" y="4038600"/>
          <p14:tracePt t="1130" x="3603625" y="4010025"/>
          <p14:tracePt t="1132" x="3622675" y="3992563"/>
          <p14:tracePt t="1133" x="3622675" y="3973513"/>
          <p14:tracePt t="1147" x="3641725" y="3954463"/>
          <p14:tracePt t="1149" x="3641725" y="3935413"/>
          <p14:tracePt t="1163" x="3641725" y="3916363"/>
          <p14:tracePt t="1179" x="3641725" y="3887788"/>
          <p14:tracePt t="1196" x="3622675" y="3868738"/>
          <p14:tracePt t="1198" x="3622675" y="3859213"/>
          <p14:tracePt t="1215" x="3603625" y="3840163"/>
          <p14:tracePt t="1230" x="3584575" y="3821113"/>
          <p14:tracePt t="1246" x="3575050" y="3802063"/>
          <p14:tracePt t="1263" x="3546475" y="3783013"/>
          <p14:tracePt t="1279" x="3527425" y="3756025"/>
          <p14:tracePt t="1296" x="3498850" y="3746500"/>
          <p14:tracePt t="1298" x="3490913" y="3746500"/>
          <p14:tracePt t="1300" x="3490913" y="3736975"/>
          <p14:tracePt t="1313" x="3443288" y="3698875"/>
          <p14:tracePt t="1317" x="3433763" y="3689350"/>
          <p14:tracePt t="1330" x="3405188" y="3679825"/>
          <p14:tracePt t="1333" x="3386138" y="3670300"/>
          <p14:tracePt t="1335" x="3386138" y="3660775"/>
          <p14:tracePt t="1346" x="3338513" y="3641725"/>
          <p14:tracePt t="1363" x="3300413" y="3613150"/>
          <p14:tracePt t="1380" x="3244850" y="3603625"/>
          <p14:tracePt t="1382" x="3244850" y="3594100"/>
          <p14:tracePt t="1396" x="3216275" y="3584575"/>
          <p14:tracePt t="1413" x="3178175" y="3584575"/>
          <p14:tracePt t="1416" x="3159125" y="3584575"/>
          <p14:tracePt t="1429" x="3149600" y="3584575"/>
          <p14:tracePt t="1446" x="3092450" y="3575050"/>
          <p14:tracePt t="1463" x="3054350" y="3575050"/>
          <p14:tracePt t="1479" x="2998788" y="3565525"/>
          <p14:tracePt t="1481" x="2989263" y="3565525"/>
          <p14:tracePt t="1498" x="2941638" y="3556000"/>
          <p14:tracePt t="1512" x="2922588" y="3556000"/>
          <p14:tracePt t="1515" x="2903538" y="3556000"/>
          <p14:tracePt t="1517" x="2894013" y="3556000"/>
          <p14:tracePt t="1529" x="2865438" y="3556000"/>
          <p14:tracePt t="1546" x="2827338" y="3556000"/>
          <p14:tracePt t="1563" x="2781300" y="3556000"/>
          <p14:tracePt t="1580" x="2752725" y="3556000"/>
          <p14:tracePt t="1582" x="2733675" y="3556000"/>
          <p14:tracePt t="1596" x="2705100" y="3556000"/>
          <p14:tracePt t="1599" x="2667000" y="3556000"/>
          <p14:tracePt t="1613" x="2628900" y="3556000"/>
          <p14:tracePt t="1617" x="2619375" y="3556000"/>
          <p14:tracePt t="1619" x="2582863" y="3556000"/>
          <p14:tracePt t="1629" x="2563813" y="3556000"/>
          <p14:tracePt t="1647" x="2478088" y="3556000"/>
          <p14:tracePt t="1663" x="2430463" y="3556000"/>
          <p14:tracePt t="1681" x="2355850" y="3556000"/>
          <p14:tracePt t="1696" x="2308225" y="3538538"/>
          <p14:tracePt t="1700" x="2279650" y="3538538"/>
          <p14:tracePt t="1713" x="2222500" y="3538538"/>
          <p14:tracePt t="1729" x="2155825" y="3529013"/>
          <p14:tracePt t="1730" x="2146300" y="3529013"/>
          <p14:tracePt t="1746" x="2081213" y="3519488"/>
          <p14:tracePt t="1763" x="2024063" y="3519488"/>
          <p14:tracePt t="1765" x="1995488" y="3519488"/>
          <p14:tracePt t="1779" x="1947863" y="3519488"/>
          <p14:tracePt t="1783" x="1928813" y="3519488"/>
          <p14:tracePt t="1784" x="1919288" y="3519488"/>
          <p14:tracePt t="1796" x="1873250" y="3519488"/>
          <p14:tracePt t="1813" x="1816100" y="3519488"/>
          <p14:tracePt t="1830" x="1739900" y="3519488"/>
          <p14:tracePt t="1846" x="1665288" y="3519488"/>
          <p14:tracePt t="1864" x="1608138" y="3519488"/>
          <p14:tracePt t="1865" x="1589088" y="3519488"/>
          <p14:tracePt t="1879" x="1560513" y="3519488"/>
          <p14:tracePt t="1896" x="1503363" y="3519488"/>
          <p14:tracePt t="1913" x="1438275" y="3519488"/>
          <p14:tracePt t="1929" x="1381125" y="3519488"/>
          <p14:tracePt t="1947" x="1333500" y="3529013"/>
          <p14:tracePt t="1949" x="1314450" y="3529013"/>
          <p14:tracePt t="1963" x="1285875" y="3529013"/>
          <p14:tracePt t="1966" x="1257300" y="3529013"/>
          <p14:tracePt t="1979" x="1230313" y="3529013"/>
          <p14:tracePt t="1997" x="1182688" y="3546475"/>
          <p14:tracePt t="2013" x="1154113" y="3556000"/>
          <p14:tracePt t="2014" x="1144588" y="3556000"/>
          <p14:tracePt t="2032" x="1125538" y="3565525"/>
          <p14:tracePt t="2034" x="1116013" y="3565525"/>
          <p14:tracePt t="2056" x="1058863" y="3575050"/>
          <p14:tracePt t="2063" x="1030288" y="3584575"/>
          <p14:tracePt t="2070" x="993775" y="3594100"/>
          <p14:tracePt t="2076" x="974725" y="3594100"/>
          <p14:tracePt t="2084" x="955675" y="3603625"/>
          <p14:tracePt t="2097" x="908050" y="3613150"/>
          <p14:tracePt t="2114" x="889000" y="3613150"/>
          <p14:tracePt t="2130" x="879475" y="3622675"/>
          <p14:tracePt t="2146" x="860425" y="3622675"/>
          <p14:tracePt t="2149" x="860425" y="3632200"/>
          <p14:tracePt t="2163" x="841375" y="3632200"/>
          <p14:tracePt t="2180" x="822325" y="3641725"/>
          <p14:tracePt t="2196" x="822325" y="3651250"/>
          <p14:tracePt t="2199" x="812800" y="3651250"/>
          <p14:tracePt t="2214" x="803275" y="3660775"/>
          <p14:tracePt t="2230" x="785813" y="3660775"/>
          <p14:tracePt t="2246" x="776288" y="3670300"/>
          <p14:tracePt t="2263" x="776288" y="3679825"/>
          <p14:tracePt t="2280" x="766763" y="3679825"/>
          <p14:tracePt t="2296" x="766763" y="3698875"/>
          <p14:tracePt t="2313" x="747713" y="3717925"/>
          <p14:tracePt t="2316" x="747713" y="3727450"/>
          <p14:tracePt t="2346" x="747713" y="3746500"/>
          <p14:tracePt t="2368" x="747713" y="3756025"/>
          <p14:tracePt t="2397" x="738188" y="3765550"/>
          <p14:tracePt t="2416" x="738188" y="3773488"/>
          <p14:tracePt t="2446" x="738188" y="3783013"/>
          <p14:tracePt t="2463" x="728663" y="3811588"/>
          <p14:tracePt t="2496" x="728663" y="3840163"/>
          <p14:tracePt t="2513" x="728663" y="3878263"/>
          <p14:tracePt t="2529" x="719138" y="3916363"/>
          <p14:tracePt t="2547" x="719138" y="3963988"/>
          <p14:tracePt t="2563" x="709613" y="3983038"/>
          <p14:tracePt t="2565" x="700088" y="4000500"/>
          <p14:tracePt t="2579" x="690563" y="4038600"/>
          <p14:tracePt t="2581" x="681038" y="4067175"/>
          <p14:tracePt t="2596" x="652463" y="4105275"/>
          <p14:tracePt t="2613" x="633413" y="4162425"/>
          <p14:tracePt t="2614" x="633413" y="4171950"/>
          <p14:tracePt t="2619" x="623888" y="4210050"/>
          <p14:tracePt t="2628" x="614363" y="4237038"/>
          <p14:tracePt t="2630" x="604838" y="4246563"/>
          <p14:tracePt t="2646" x="585788" y="4313238"/>
          <p14:tracePt t="2649" x="585788" y="4332288"/>
          <p14:tracePt t="2663" x="539750" y="4398963"/>
          <p14:tracePt t="2679" x="511175" y="4464050"/>
          <p14:tracePt t="2696" x="482600" y="4540250"/>
          <p14:tracePt t="2713" x="444500" y="4616450"/>
          <p14:tracePt t="2730" x="434975" y="4664075"/>
          <p14:tracePt t="2747" x="434975" y="4700588"/>
          <p14:tracePt t="2749" x="425450" y="4719638"/>
          <p14:tracePt t="2763" x="406400" y="4748213"/>
          <p14:tracePt t="2766" x="396875" y="4767263"/>
          <p14:tracePt t="2779" x="387350" y="4824413"/>
          <p14:tracePt t="2796" x="368300" y="4891088"/>
          <p14:tracePt t="2812" x="349250" y="4918075"/>
          <p14:tracePt t="2815" x="349250" y="4927600"/>
          <p14:tracePt t="2831" x="331788" y="4984750"/>
          <p14:tracePt t="2846" x="322263" y="4984750"/>
          <p14:tracePt t="2849" x="322263" y="4994275"/>
          <p14:tracePt t="2852" x="312738" y="5003800"/>
          <p14:tracePt t="2863" x="312738" y="5013325"/>
          <p14:tracePt t="2879" x="303213" y="5041900"/>
          <p14:tracePt t="2896" x="284163" y="5051425"/>
          <p14:tracePt t="2898" x="284163" y="5060950"/>
          <p14:tracePt t="2913" x="284163" y="5070475"/>
          <p14:tracePt t="2929" x="284163" y="5080000"/>
          <p14:tracePt t="2946" x="284163" y="5099050"/>
          <p14:tracePt t="2962" x="284163" y="5108575"/>
          <p14:tracePt t="2983" x="284163" y="5118100"/>
          <p14:tracePt t="2996" x="284163" y="5137150"/>
          <p14:tracePt t="3014" x="284163" y="5145088"/>
          <p14:tracePt t="3046" x="284163" y="5154613"/>
          <p14:tracePt t="3063" x="284163" y="5164138"/>
          <p14:tracePt t="3098" x="293688" y="5164138"/>
          <p14:tracePt t="3113" x="303213" y="5173663"/>
          <p14:tracePt t="3129" x="312738" y="5183188"/>
          <p14:tracePt t="3146" x="331788" y="5192713"/>
          <p14:tracePt t="3162" x="349250" y="5221288"/>
          <p14:tracePt t="3165" x="358775" y="5221288"/>
          <p14:tracePt t="3180" x="406400" y="5240338"/>
          <p14:tracePt t="3196" x="454025" y="5259388"/>
          <p14:tracePt t="3199" x="501650" y="5278438"/>
          <p14:tracePt t="3212" x="576263" y="5297488"/>
          <p14:tracePt t="3247" x="1039813" y="5467350"/>
          <p14:tracePt t="3263" x="1220788" y="5524500"/>
          <p14:tracePt t="3266" x="1400175" y="5543550"/>
          <p14:tracePt t="3280" x="1711325" y="5618163"/>
          <p14:tracePt t="3296" x="1947863" y="5618163"/>
          <p14:tracePt t="3300" x="2119313" y="5618163"/>
          <p14:tracePt t="3313" x="2298700" y="5600700"/>
          <p14:tracePt t="3330" x="2638425" y="5553075"/>
          <p14:tracePt t="3346" x="3046413" y="5505450"/>
          <p14:tracePt t="3363" x="3235325" y="5476875"/>
          <p14:tracePt t="3365" x="3471863" y="5467350"/>
          <p14:tracePt t="3381" x="3821113" y="5400675"/>
          <p14:tracePt t="3383" x="3868738" y="5381625"/>
          <p14:tracePt t="3396" x="4057650" y="5364163"/>
          <p14:tracePt t="3413" x="4406900" y="5259388"/>
          <p14:tracePt t="3429" x="4625975" y="5211763"/>
          <p14:tracePt t="3432" x="4643438" y="5202238"/>
          <p14:tracePt t="3448" x="4860925" y="5137150"/>
          <p14:tracePt t="3463" x="4975225" y="5108575"/>
          <p14:tracePt t="3465" x="5070475" y="5108575"/>
          <p14:tracePt t="3479" x="5221288" y="5080000"/>
          <p14:tracePt t="3483" x="5324475" y="5060950"/>
          <p14:tracePt t="3496" x="5410200" y="5041900"/>
          <p14:tracePt t="3513" x="5580063" y="5022850"/>
          <p14:tracePt t="3515" x="5627688" y="5022850"/>
          <p14:tracePt t="3529" x="5816600" y="4994275"/>
          <p14:tracePt t="3547" x="5995988" y="4975225"/>
          <p14:tracePt t="3564" x="6100763" y="4965700"/>
          <p14:tracePt t="3580" x="6270625" y="4956175"/>
          <p14:tracePt t="3584" x="6318250" y="4927600"/>
          <p14:tracePt t="3596" x="6403975" y="4927600"/>
          <p14:tracePt t="3613" x="6535738" y="4918075"/>
          <p14:tracePt t="3615" x="6554788" y="4918075"/>
          <p14:tracePt t="3629" x="6677025" y="4918075"/>
          <p14:tracePt t="3646" x="6753225" y="4918075"/>
          <p14:tracePt t="3649" x="6762750" y="4918075"/>
          <p14:tracePt t="3663" x="6848475" y="4918075"/>
          <p14:tracePt t="3681" x="6932613" y="4918075"/>
          <p14:tracePt t="3684" x="6942138" y="4918075"/>
          <p14:tracePt t="3696" x="6999288" y="4918075"/>
          <p14:tracePt t="3713" x="7075488" y="4918075"/>
          <p14:tracePt t="3729" x="7131050" y="4937125"/>
          <p14:tracePt t="3731" x="7140575" y="4937125"/>
          <p14:tracePt t="3746" x="7197725" y="4946650"/>
          <p14:tracePt t="3747" x="7207250" y="4946650"/>
          <p14:tracePt t="3762" x="7216775" y="4946650"/>
          <p14:tracePt t="3765" x="7235825" y="4946650"/>
          <p14:tracePt t="3780" x="7254875" y="4946650"/>
          <p14:tracePt t="3782" x="7273925" y="4956175"/>
          <p14:tracePt t="3796" x="7302500" y="4956175"/>
          <p14:tracePt t="3799" x="7312025" y="4965700"/>
          <p14:tracePt t="3800" x="7321550" y="4965700"/>
          <p14:tracePt t="3813" x="7339013" y="4965700"/>
          <p14:tracePt t="3830" x="7367588" y="4975225"/>
          <p14:tracePt t="3831" x="7377113" y="4975225"/>
          <p14:tracePt t="3846" x="7405688" y="4984750"/>
          <p14:tracePt t="3864" x="7434263" y="4994275"/>
          <p14:tracePt t="3879" x="7453313" y="4994275"/>
          <p14:tracePt t="3881" x="7453313" y="5003800"/>
          <p14:tracePt t="3896" x="7472363" y="5003800"/>
          <p14:tracePt t="3912" x="7481888" y="5003800"/>
          <p14:tracePt t="3947" x="7519988" y="5022850"/>
          <p14:tracePt t="3964" x="7529513" y="5032375"/>
          <p14:tracePt t="3979" x="7539038" y="5032375"/>
          <p14:tracePt t="3996" x="7548563" y="5032375"/>
          <p14:tracePt t="4013" x="7575550" y="5041900"/>
          <p14:tracePt t="4047" x="7613650" y="5041900"/>
          <p14:tracePt t="4063" x="7623175" y="5041900"/>
          <p14:tracePt t="4065" x="7632700" y="5041900"/>
          <p14:tracePt t="4108" x="7632700" y="5051425"/>
          <p14:tracePt t="4447" x="7661275" y="5051425"/>
          <p14:tracePt t="4450" x="7775575" y="5051425"/>
          <p14:tracePt t="4462" x="7964488" y="5022850"/>
          <p14:tracePt t="4479" x="8220075" y="5022850"/>
          <p14:tracePt t="4483" x="8275638" y="5022850"/>
          <p14:tracePt t="4497" x="8521700" y="5022850"/>
          <p14:tracePt t="4499" x="8559800" y="5022850"/>
          <p14:tracePt t="4513" x="8693150" y="5022850"/>
          <p14:tracePt t="4529" x="9061450" y="5022850"/>
          <p14:tracePt t="4546" x="9448800" y="5003800"/>
          <p14:tracePt t="4563" x="9845675" y="4975225"/>
          <p14:tracePt t="4579" x="10139363" y="4965700"/>
          <p14:tracePt t="4597" x="10423525" y="4927600"/>
          <p14:tracePt t="4598" x="10452100" y="4927600"/>
          <p14:tracePt t="4612" x="10564813" y="4900613"/>
          <p14:tracePt t="4614" x="10660063" y="4900613"/>
          <p14:tracePt t="4631" x="10791825" y="4881563"/>
          <p14:tracePt t="4646" x="10944225" y="4843463"/>
          <p14:tracePt t="4662" x="11047413" y="4824413"/>
          <p14:tracePt t="4679" x="11085513" y="4824413"/>
          <p14:tracePt t="4680" x="11123613" y="4824413"/>
          <p14:tracePt t="4696" x="11179175" y="4824413"/>
          <p14:tracePt t="4712" x="11217275" y="4824413"/>
          <p14:tracePt t="4732" x="11226800" y="4824413"/>
          <p14:tracePt t="4778" x="11236325" y="4824413"/>
          <p14:tracePt t="4815" x="11236325" y="4814888"/>
          <p14:tracePt t="4846" x="11236325" y="4805363"/>
          <p14:tracePt t="4863" x="11236325" y="4786313"/>
          <p14:tracePt t="4881" x="11226800" y="4748213"/>
          <p14:tracePt t="4896" x="11226800" y="4729163"/>
          <p14:tracePt t="4899" x="11226800" y="4710113"/>
          <p14:tracePt t="4913" x="11198225" y="4683125"/>
          <p14:tracePt t="4930" x="11188700" y="4625975"/>
          <p14:tracePt t="4946" x="11188700" y="4559300"/>
          <p14:tracePt t="4962" x="11171238" y="4492625"/>
          <p14:tracePt t="4980" x="11152188" y="4408488"/>
          <p14:tracePt t="4982" x="11152188" y="4379913"/>
          <p14:tracePt t="4996" x="11123613" y="4341813"/>
          <p14:tracePt t="4999" x="11104563" y="4313238"/>
          <p14:tracePt t="5001" x="11104563" y="4303713"/>
          <p14:tracePt t="5013" x="11095038" y="4256088"/>
          <p14:tracePt t="5029" x="11056938" y="4171950"/>
          <p14:tracePt t="5047" x="11018838" y="4095750"/>
          <p14:tracePt t="5062" x="10999788" y="4067175"/>
          <p14:tracePt t="5064" x="10999788" y="4048125"/>
          <p14:tracePt t="5078" x="10980738" y="4019550"/>
          <p14:tracePt t="5082" x="10961688" y="3992563"/>
          <p14:tracePt t="5084" x="10961688" y="3983038"/>
          <p14:tracePt t="5095" x="10944225" y="3963988"/>
          <p14:tracePt t="5113" x="10906125" y="3916363"/>
          <p14:tracePt t="5114" x="10896600" y="3916363"/>
          <p14:tracePt t="5129" x="10858500" y="3878263"/>
          <p14:tracePt t="5146" x="10820400" y="3849688"/>
          <p14:tracePt t="5163" x="10801350" y="3821113"/>
          <p14:tracePt t="5165" x="10782300" y="3821113"/>
          <p14:tracePt t="5179" x="10753725" y="3811588"/>
          <p14:tracePt t="5182" x="10744200" y="3802063"/>
          <p14:tracePt t="5196" x="10717213" y="3783013"/>
          <p14:tracePt t="5212" x="10660063" y="3765550"/>
          <p14:tracePt t="5229" x="10602913" y="3736975"/>
          <p14:tracePt t="5246" x="10536238" y="3727450"/>
          <p14:tracePt t="5265" x="10461625" y="3708400"/>
          <p14:tracePt t="5279" x="10423525" y="3698875"/>
          <p14:tracePt t="5282" x="10385425" y="3698875"/>
          <p14:tracePt t="5284" x="10366375" y="3698875"/>
          <p14:tracePt t="5300" x="10337800" y="3689350"/>
          <p14:tracePt t="5306" x="10225088" y="3689350"/>
          <p14:tracePt t="5319" x="10063163" y="3679825"/>
          <p14:tracePt t="5322" x="10036175" y="3679825"/>
          <p14:tracePt t="5331" x="9931400" y="3679825"/>
          <p14:tracePt t="5346" x="9761538" y="3679825"/>
          <p14:tracePt t="5348" x="9713913" y="3679825"/>
          <p14:tracePt t="5363" x="9467850" y="3679825"/>
          <p14:tracePt t="5366" x="9429750" y="3679825"/>
          <p14:tracePt t="5380" x="9278938" y="3670300"/>
          <p14:tracePt t="5382" x="9174163" y="3670300"/>
          <p14:tracePt t="5386" x="9118600" y="3670300"/>
          <p14:tracePt t="5396" x="9004300" y="3670300"/>
          <p14:tracePt t="5398" x="8947150" y="3670300"/>
          <p14:tracePt t="5412" x="8578850" y="3651250"/>
          <p14:tracePt t="5429" x="8332788" y="3632200"/>
          <p14:tracePt t="5431" x="8304213" y="3632200"/>
          <p14:tracePt t="5447" x="8048625" y="3603625"/>
          <p14:tracePt t="5465" x="7850188" y="3594100"/>
          <p14:tracePt t="5467" x="7821613" y="3594100"/>
          <p14:tracePt t="5479" x="7737475" y="3594100"/>
          <p14:tracePt t="5497" x="7575550" y="3594100"/>
          <p14:tracePt t="5512" x="7405688" y="3584575"/>
          <p14:tracePt t="5529" x="7358063" y="3584575"/>
          <p14:tracePt t="5531" x="7302500" y="3584575"/>
          <p14:tracePt t="5548" x="7226300" y="3584575"/>
          <p14:tracePt t="5562" x="7188200" y="3584575"/>
          <p14:tracePt t="5565" x="7169150" y="3584575"/>
          <p14:tracePt t="5567" x="7150100" y="3584575"/>
          <p14:tracePt t="5579" x="7131050" y="3584575"/>
          <p14:tracePt t="5870" x="7121525" y="3584575"/>
          <p14:tracePt t="5881" x="7075488" y="3575050"/>
          <p14:tracePt t="5887" x="7027863" y="3575050"/>
          <p14:tracePt t="5893" x="6999288" y="3565525"/>
          <p14:tracePt t="5897" x="6980238" y="3565525"/>
          <p14:tracePt t="5912" x="6913563" y="3538538"/>
          <p14:tracePt t="5915" x="6904038" y="3538538"/>
          <p14:tracePt t="5929" x="6867525" y="3529013"/>
          <p14:tracePt t="5930" x="6819900" y="3529013"/>
          <p14:tracePt t="5946" x="6781800" y="3519488"/>
          <p14:tracePt t="5963" x="6743700" y="3519488"/>
          <p14:tracePt t="5966" x="6724650" y="3519488"/>
          <p14:tracePt t="5979" x="6705600" y="3519488"/>
          <p14:tracePt t="5996" x="6659563" y="3519488"/>
          <p14:tracePt t="6012" x="6650038" y="3519488"/>
          <p14:tracePt t="6013" x="6640513" y="3519488"/>
          <p14:tracePt t="6030" x="6592888" y="3519488"/>
          <p14:tracePt t="6046" x="6583363" y="3519488"/>
          <p14:tracePt t="6062" x="6564313" y="3519488"/>
          <p14:tracePt t="6079" x="6554788" y="3519488"/>
          <p14:tracePt t="6096" x="6545263" y="3519488"/>
          <p14:tracePt t="6113" x="6535738" y="3519488"/>
          <p14:tracePt t="6145" x="6507163" y="3519488"/>
          <p14:tracePt t="6162" x="6488113" y="3519488"/>
          <p14:tracePt t="6179" x="6459538" y="3519488"/>
          <p14:tracePt t="6195" x="6423025" y="3519488"/>
          <p14:tracePt t="6197" x="6384925" y="3519488"/>
          <p14:tracePt t="6212" x="6299200" y="3519488"/>
          <p14:tracePt t="6215" x="6280150" y="3519488"/>
          <p14:tracePt t="6229" x="6196013" y="3519488"/>
          <p14:tracePt t="6232" x="6100763" y="3519488"/>
          <p14:tracePt t="6236" x="6072188" y="3519488"/>
          <p14:tracePt t="6246" x="5940425" y="3519488"/>
          <p14:tracePt t="6263" x="5589588" y="3509963"/>
          <p14:tracePt t="6280" x="5192713" y="3481388"/>
          <p14:tracePt t="6281" x="5145088" y="3481388"/>
          <p14:tracePt t="6296" x="4776788" y="3471863"/>
          <p14:tracePt t="6314" x="4275138" y="3471863"/>
          <p14:tracePt t="6316" x="4198938" y="3471863"/>
          <p14:tracePt t="6329" x="3990975" y="3471863"/>
          <p14:tracePt t="6345" x="3556000" y="3471863"/>
          <p14:tracePt t="6362" x="3225800" y="3509963"/>
          <p14:tracePt t="6365" x="3178175" y="3509963"/>
          <p14:tracePt t="6379" x="2932113" y="3529013"/>
          <p14:tracePt t="6380" x="2874963" y="3538538"/>
          <p14:tracePt t="6396" x="2676525" y="3538538"/>
          <p14:tracePt t="6412" x="2535238" y="3538538"/>
          <p14:tracePt t="6415" x="2478088" y="3538538"/>
          <p14:tracePt t="6416" x="2459038" y="3538538"/>
          <p14:tracePt t="6429" x="2373313" y="3538538"/>
          <p14:tracePt t="6445" x="2232025" y="3519488"/>
          <p14:tracePt t="6462" x="2081213" y="3519488"/>
          <p14:tracePt t="6498" x="1882775" y="3519488"/>
          <p14:tracePt t="6513" x="1844675" y="3519488"/>
          <p14:tracePt t="6529" x="1778000" y="3500438"/>
          <p14:tracePt t="6546" x="1720850" y="3500438"/>
          <p14:tracePt t="6562" x="1684338" y="3490913"/>
          <p14:tracePt t="6563" x="1674813" y="3490913"/>
          <p14:tracePt t="6580" x="1627188" y="3490913"/>
          <p14:tracePt t="6583" x="1617663" y="3490913"/>
          <p14:tracePt t="6596" x="1608138" y="3490913"/>
          <p14:tracePt t="6599" x="1598613" y="3481388"/>
          <p14:tracePt t="6613" x="1579563" y="3471863"/>
          <p14:tracePt t="6614" x="1570038" y="3471863"/>
          <p14:tracePt t="6618" x="1541463" y="3471863"/>
          <p14:tracePt t="6629" x="1531938" y="3462338"/>
          <p14:tracePt t="6645" x="1493838" y="3452813"/>
          <p14:tracePt t="6662" x="1466850" y="3452813"/>
          <p14:tracePt t="6664" x="1457325" y="3443288"/>
          <p14:tracePt t="6679" x="1447800" y="3443288"/>
          <p14:tracePt t="6681" x="1438275" y="3443288"/>
          <p14:tracePt t="6696" x="1419225" y="3443288"/>
          <p14:tracePt t="6713" x="1390650" y="3443288"/>
          <p14:tracePt t="6746" x="1362075" y="3443288"/>
          <p14:tracePt t="6763" x="1343025" y="3443288"/>
          <p14:tracePt t="6783" x="1333500" y="3443288"/>
          <p14:tracePt t="6865" x="1343025" y="3443288"/>
          <p14:tracePt t="6873" x="1352550" y="3443288"/>
          <p14:tracePt t="6884" x="1362075" y="3443288"/>
          <p14:tracePt t="7274" x="1362075" y="3452813"/>
          <p14:tracePt t="7279" x="1362075" y="3462338"/>
          <p14:tracePt t="7284" x="1352550" y="3462338"/>
          <p14:tracePt t="7312" x="1333500" y="3490913"/>
          <p14:tracePt t="7329" x="1314450" y="3509963"/>
          <p14:tracePt t="7345" x="1285875" y="3538538"/>
          <p14:tracePt t="7363" x="1276350" y="3556000"/>
          <p14:tracePt t="7366" x="1266825" y="3556000"/>
          <p14:tracePt t="7381" x="1239838" y="3575050"/>
          <p14:tracePt t="7395" x="1230313" y="3584575"/>
          <p14:tracePt t="7413" x="1201738" y="3622675"/>
          <p14:tracePt t="7429" x="1182688" y="3641725"/>
          <p14:tracePt t="7445" x="1163638" y="3660775"/>
          <p14:tracePt t="7447" x="1154113" y="3660775"/>
          <p14:tracePt t="7463" x="1154113" y="3670300"/>
          <p14:tracePt t="7466" x="1154113" y="3679825"/>
          <p14:tracePt t="7479" x="1154113" y="3698875"/>
          <p14:tracePt t="7496" x="1135063" y="3698875"/>
          <p14:tracePt t="7513" x="1116013" y="3717925"/>
          <p14:tracePt t="7529" x="1106488" y="3727450"/>
          <p14:tracePt t="7532" x="1096963" y="3727450"/>
          <p14:tracePt t="7545" x="1096963" y="3736975"/>
          <p14:tracePt t="7562" x="1096963" y="3746500"/>
          <p14:tracePt t="7579" x="1087438" y="3746500"/>
          <p14:tracePt t="7596" x="1077913" y="3756025"/>
          <p14:tracePt t="7629" x="1068388" y="3756025"/>
          <p14:tracePt t="7646" x="1058863" y="3773488"/>
          <p14:tracePt t="7662" x="1058863" y="3783013"/>
          <p14:tracePt t="7679" x="1049338" y="3792538"/>
          <p14:tracePt t="7696" x="1030288" y="3802063"/>
          <p14:tracePt t="7729" x="1030288" y="3811588"/>
          <p14:tracePt t="7745" x="1020763" y="3811588"/>
          <p14:tracePt t="7779" x="1020763" y="3821113"/>
          <p14:tracePt t="7796" x="1012825" y="3821113"/>
          <p14:tracePt t="7954" x="1003300" y="3821113"/>
          <p14:tracePt t="7964" x="1003300" y="3811588"/>
          <p14:tracePt t="7967" x="1003300" y="3802063"/>
          <p14:tracePt t="7972" x="1003300" y="3792538"/>
          <p14:tracePt t="7995" x="984250" y="3765550"/>
          <p14:tracePt t="8012" x="974725" y="3746500"/>
          <p14:tracePt t="8029" x="974725" y="3727450"/>
          <p14:tracePt t="8031" x="955675" y="3727450"/>
          <p14:tracePt t="8046" x="946150" y="3708400"/>
          <p14:tracePt t="8048" x="946150" y="3698875"/>
          <p14:tracePt t="8062" x="936625" y="3689350"/>
          <p14:tracePt t="8065" x="927100" y="3679825"/>
          <p14:tracePt t="8079" x="917575" y="3660775"/>
          <p14:tracePt t="8097" x="908050" y="3632200"/>
          <p14:tracePt t="8112" x="898525" y="3622675"/>
          <p14:tracePt t="8130" x="889000" y="3594100"/>
          <p14:tracePt t="8145" x="889000" y="3575050"/>
          <p14:tracePt t="8148" x="869950" y="3575050"/>
          <p14:tracePt t="8179" x="869950" y="3565525"/>
          <p14:tracePt t="8195" x="869950" y="3546475"/>
          <p14:tracePt t="8214" x="869950" y="3538538"/>
          <p14:tracePt t="8239" x="860425" y="3519488"/>
          <p14:tracePt t="8249" x="860425" y="3509963"/>
          <p14:tracePt t="8285" x="860425" y="3500438"/>
          <p14:tracePt t="8304" x="850900" y="3490913"/>
          <p14:tracePt t="8329" x="850900" y="3481388"/>
          <p14:tracePt t="8345" x="841375" y="3471863"/>
          <p14:tracePt t="8380" x="841375" y="3462338"/>
          <p14:tracePt t="8572" x="841375" y="3471863"/>
          <p14:tracePt t="8589" x="841375" y="3481388"/>
          <p14:tracePt t="8608" x="841375" y="3490913"/>
          <p14:tracePt t="8627" x="841375" y="3500438"/>
          <p14:tracePt t="8654" x="841375" y="3509963"/>
          <p14:tracePt t="8665" x="841375" y="3529013"/>
          <p14:tracePt t="8684" x="841375" y="3538538"/>
          <p14:tracePt t="8695" x="841375" y="3546475"/>
          <p14:tracePt t="8713" x="841375" y="3556000"/>
          <p14:tracePt t="8729" x="841375" y="3565525"/>
          <p14:tracePt t="8745" x="841375" y="3575050"/>
          <p14:tracePt t="8749" x="841375" y="3584575"/>
          <p14:tracePt t="8766" x="841375" y="3594100"/>
          <p14:tracePt t="8771" x="841375" y="3613150"/>
          <p14:tracePt t="8796" x="841375" y="3622675"/>
          <p14:tracePt t="8812" x="841375" y="3632200"/>
          <p14:tracePt t="8829" x="841375" y="3641725"/>
          <p14:tracePt t="8845" x="841375" y="3651250"/>
          <p14:tracePt t="8862" x="841375" y="3660775"/>
          <p14:tracePt t="8879" x="841375" y="3670300"/>
          <p14:tracePt t="8896" x="841375" y="3679825"/>
          <p14:tracePt t="8929" x="841375" y="3689350"/>
          <p14:tracePt t="9091" x="841375" y="3698875"/>
          <p14:tracePt t="9158" x="841375" y="3708400"/>
          <p14:tracePt t="9203" x="841375" y="3717925"/>
          <p14:tracePt t="9379" x="850900" y="3717925"/>
          <p14:tracePt t="9388" x="850900" y="3708400"/>
          <p14:tracePt t="9412" x="860425" y="3698875"/>
          <p14:tracePt t="9429" x="889000" y="3679825"/>
          <p14:tracePt t="9445" x="898525" y="3660775"/>
          <p14:tracePt t="9446" x="898525" y="3651250"/>
          <p14:tracePt t="9462" x="898525" y="3641725"/>
          <p14:tracePt t="9463" x="908050" y="3622675"/>
          <p14:tracePt t="9479" x="917575" y="3603625"/>
          <p14:tracePt t="9482" x="927100" y="3594100"/>
          <p14:tracePt t="9496" x="936625" y="3575050"/>
          <p14:tracePt t="9529" x="965200" y="3538538"/>
          <p14:tracePt t="9546" x="965200" y="3509963"/>
          <p14:tracePt t="9564" x="974725" y="3500438"/>
          <p14:tracePt t="9579" x="974725" y="3490913"/>
          <p14:tracePt t="9595" x="993775" y="3471863"/>
          <p14:tracePt t="9612" x="993775" y="3452813"/>
          <p14:tracePt t="9629" x="993775" y="3443288"/>
          <p14:tracePt t="9632" x="993775" y="3433763"/>
          <p14:tracePt t="9662" x="993775" y="3424238"/>
          <p14:tracePt t="9696" x="993775" y="3414713"/>
          <p14:tracePt t="9738" x="984250" y="3414713"/>
          <p14:tracePt t="9766" x="974725" y="3414713"/>
          <p14:tracePt t="9814" x="955675" y="3414713"/>
          <p14:tracePt t="9832" x="946150" y="3414713"/>
          <p14:tracePt t="9850" x="946150" y="3424238"/>
          <p14:tracePt t="9859" x="936625" y="3424238"/>
          <p14:tracePt t="9879" x="927100" y="3433763"/>
          <p14:tracePt t="9895" x="927100" y="3443288"/>
          <p14:tracePt t="9928" x="917575" y="3452813"/>
          <p14:tracePt t="9950" x="917575" y="3462338"/>
          <p14:tracePt t="9962" x="908050" y="3462338"/>
          <p14:tracePt t="9997" x="908050" y="3471863"/>
          <p14:tracePt t="10029" x="908050" y="3481388"/>
          <p14:tracePt t="10045" x="908050" y="3490913"/>
          <p14:tracePt t="10078" x="908050" y="3500438"/>
          <p14:tracePt t="10135" x="908050" y="3509963"/>
          <p14:tracePt t="10284" x="908050" y="3529013"/>
          <p14:tracePt t="10330" x="908050" y="3538538"/>
          <p14:tracePt t="10368" x="898525" y="3538538"/>
          <p14:tracePt t="10376" x="898525" y="3546475"/>
          <p14:tracePt t="10396" x="889000" y="3546475"/>
          <p14:tracePt t="10412" x="889000" y="3556000"/>
          <p14:tracePt t="10415" x="869950" y="3556000"/>
          <p14:tracePt t="10429" x="869950" y="3565525"/>
          <p14:tracePt t="10445" x="869950" y="3584575"/>
          <p14:tracePt t="10462" x="860425" y="3603625"/>
          <p14:tracePt t="10479" x="850900" y="3613150"/>
          <p14:tracePt t="10480" x="850900" y="3622675"/>
          <p14:tracePt t="10495" x="850900" y="3632200"/>
          <p14:tracePt t="10511" x="850900" y="3641725"/>
          <p14:tracePt t="10529" x="841375" y="3651250"/>
          <p14:tracePt t="10545" x="831850" y="3670300"/>
          <p14:tracePt t="10563" x="822325" y="3689350"/>
          <p14:tracePt t="10579" x="822325" y="3698875"/>
          <p14:tracePt t="10595" x="822325" y="3708400"/>
          <p14:tracePt t="10612" x="822325" y="3717925"/>
          <p14:tracePt t="10647" x="831850" y="3717925"/>
          <p14:tracePt t="10657" x="831850" y="3708400"/>
          <p14:tracePt t="10679" x="889000" y="3670300"/>
          <p14:tracePt t="10695" x="927100" y="3632200"/>
          <p14:tracePt t="10698" x="946150" y="3622675"/>
          <p14:tracePt t="10712" x="984250" y="3575050"/>
          <p14:tracePt t="10713" x="1020763" y="3546475"/>
          <p14:tracePt t="10730" x="1096963" y="3481388"/>
          <p14:tracePt t="10733" x="1116013" y="3471863"/>
          <p14:tracePt t="10745" x="1173163" y="3443288"/>
          <p14:tracePt t="10762" x="1314450" y="3386138"/>
          <p14:tracePt t="10778" x="1457325" y="3348038"/>
          <p14:tracePt t="10795" x="1522413" y="3328988"/>
          <p14:tracePt t="10799" x="1541463" y="3319463"/>
          <p14:tracePt t="10813" x="1617663" y="3292475"/>
          <p14:tracePt t="10815" x="1627188" y="3292475"/>
          <p14:tracePt t="10828" x="1674813" y="3282950"/>
          <p14:tracePt t="10832" x="1693863" y="3282950"/>
          <p14:tracePt t="10833" x="1701800" y="3282950"/>
          <p14:tracePt t="10852" x="1768475" y="3273425"/>
          <p14:tracePt t="10857" x="1778000" y="3273425"/>
          <p14:tracePt t="10861" x="1797050" y="3263900"/>
          <p14:tracePt t="10869" x="1816100" y="3263900"/>
          <p14:tracePt t="10871" x="1825625" y="3263900"/>
          <p14:tracePt t="10880" x="1854200" y="3263900"/>
          <p14:tracePt t="10895" x="1873250" y="3263900"/>
          <p14:tracePt t="10897" x="1892300" y="3263900"/>
          <p14:tracePt t="10900" x="1901825" y="3263900"/>
          <p14:tracePt t="10912" x="1938338" y="3263900"/>
          <p14:tracePt t="10916" x="1957388" y="3263900"/>
          <p14:tracePt t="10929" x="1976438" y="3263900"/>
          <p14:tracePt t="10945" x="2024063" y="3263900"/>
          <p14:tracePt t="10946" x="2033588" y="3263900"/>
          <p14:tracePt t="10962" x="2052638" y="3273425"/>
          <p14:tracePt t="10978" x="2071688" y="3282950"/>
          <p14:tracePt t="10980" x="2100263" y="3292475"/>
          <p14:tracePt t="10996" x="2128838" y="3311525"/>
          <p14:tracePt t="11012" x="2146300" y="3319463"/>
          <p14:tracePt t="11028" x="2184400" y="3338513"/>
          <p14:tracePt t="11046" x="2203450" y="3357563"/>
          <p14:tracePt t="11047" x="2203450" y="3367088"/>
          <p14:tracePt t="11061" x="2232025" y="3376613"/>
          <p14:tracePt t="11080" x="2251075" y="3395663"/>
          <p14:tracePt t="11082" x="2270125" y="3405188"/>
          <p14:tracePt t="11096" x="2270125" y="3414713"/>
          <p14:tracePt t="11097" x="2279650" y="3414713"/>
          <p14:tracePt t="11111" x="2289175" y="3424238"/>
          <p14:tracePt t="11128" x="2308225" y="3452813"/>
          <p14:tracePt t="11146" x="2327275" y="3471863"/>
          <p14:tracePt t="11162" x="2346325" y="3490913"/>
          <p14:tracePt t="11179" x="2365375" y="3500438"/>
          <p14:tracePt t="11183" x="2373313" y="3509963"/>
          <p14:tracePt t="11195" x="2382838" y="3519488"/>
          <p14:tracePt t="11212" x="2392363" y="3538538"/>
          <p14:tracePt t="11229" x="2401888" y="3546475"/>
          <p14:tracePt t="11245" x="2411413" y="3565525"/>
          <p14:tracePt t="11262" x="2439988" y="3565525"/>
          <p14:tracePt t="11295" x="2449513" y="3575050"/>
          <p14:tracePt t="11312" x="2459038" y="3575050"/>
          <p14:tracePt t="11346" x="2468563" y="3575050"/>
          <p14:tracePt t="11425" x="2478088" y="3575050"/>
          <p14:tracePt t="11444" x="2487613" y="3575050"/>
          <p14:tracePt t="11482" x="2497138" y="3575050"/>
          <p14:tracePt t="11499" x="2516188" y="3575050"/>
          <p14:tracePt t="11518" x="2516188" y="3565525"/>
          <p14:tracePt t="11546" x="2525713" y="3565525"/>
          <p14:tracePt t="11578" x="2535238" y="3556000"/>
          <p14:tracePt t="11595" x="2544763" y="3556000"/>
          <p14:tracePt t="11661" x="2544763" y="3546475"/>
          <p14:tracePt t="11678" x="2535238" y="3529013"/>
          <p14:tracePt t="11695" x="2478088" y="3519488"/>
          <p14:tracePt t="11712" x="2439988" y="3500438"/>
          <p14:tracePt t="11714" x="2382838" y="3500438"/>
          <p14:tracePt t="11730" x="2251075" y="3462338"/>
          <p14:tracePt t="11732" x="2232025" y="3462338"/>
          <p14:tracePt t="11745" x="2138363" y="3433763"/>
          <p14:tracePt t="11748" x="2081213" y="3405188"/>
          <p14:tracePt t="11762" x="1995488" y="3386138"/>
          <p14:tracePt t="11778" x="1863725" y="3367088"/>
          <p14:tracePt t="11780" x="1835150" y="3357563"/>
          <p14:tracePt t="11795" x="1730375" y="3338513"/>
          <p14:tracePt t="11798" x="1711325" y="3328988"/>
          <p14:tracePt t="11813" x="1598613" y="3328988"/>
          <p14:tracePt t="11828" x="1531938" y="3328988"/>
          <p14:tracePt t="11831" x="1503363" y="3328988"/>
          <p14:tracePt t="11833" x="1484313" y="3328988"/>
          <p14:tracePt t="11845" x="1428750" y="3328988"/>
          <p14:tracePt t="11862" x="1314450" y="3328988"/>
          <p14:tracePt t="11879" x="1230313" y="3328988"/>
          <p14:tracePt t="11896" x="1144588" y="3338513"/>
          <p14:tracePt t="11913" x="1030288" y="3367088"/>
          <p14:tracePt t="11915" x="1012825" y="3367088"/>
          <p14:tracePt t="11928" x="965200" y="3376613"/>
          <p14:tracePt t="11945" x="889000" y="3395663"/>
          <p14:tracePt t="11947" x="889000" y="3405188"/>
          <p14:tracePt t="11979" x="793750" y="3414713"/>
          <p14:tracePt t="11981" x="785813" y="3414713"/>
          <p14:tracePt t="11996" x="757238" y="3433763"/>
          <p14:tracePt t="12012" x="747713" y="3433763"/>
          <p14:tracePt t="12015" x="719138" y="3433763"/>
          <p14:tracePt t="12029" x="719138" y="3443288"/>
          <p14:tracePt t="12046" x="709613" y="3462338"/>
          <p14:tracePt t="12061" x="700088" y="3471863"/>
          <p14:tracePt t="12079" x="690563" y="3490913"/>
          <p14:tracePt t="12112" x="681038" y="3509963"/>
          <p14:tracePt t="12129" x="681038" y="3519488"/>
          <p14:tracePt t="12147" x="681038" y="3538538"/>
          <p14:tracePt t="12166" x="681038" y="3546475"/>
          <p14:tracePt t="12179" x="681038" y="3556000"/>
          <p14:tracePt t="12200" x="681038" y="3565525"/>
          <p14:tracePt t="12201" x="690563" y="3565525"/>
          <p14:tracePt t="12212" x="700088" y="3575050"/>
          <p14:tracePt t="12229" x="709613" y="3594100"/>
          <p14:tracePt t="12245" x="709613" y="3603625"/>
          <p14:tracePt t="12262" x="709613" y="3613150"/>
          <p14:tracePt t="12266" x="728663" y="3613150"/>
          <p14:tracePt t="12278" x="728663" y="3622675"/>
          <p14:tracePt t="12295" x="738188" y="3622675"/>
          <p14:tracePt t="12312" x="747713" y="3622675"/>
          <p14:tracePt t="12328" x="757238" y="3622675"/>
          <p14:tracePt t="12357" x="766763" y="3622675"/>
          <p14:tracePt t="12375" x="776288" y="3622675"/>
          <p14:tracePt t="12960" x="785813" y="3622675"/>
          <p14:tracePt t="12964" x="793750" y="3622675"/>
          <p14:tracePt t="12979" x="822325" y="3594100"/>
          <p14:tracePt t="12981" x="879475" y="3556000"/>
          <p14:tracePt t="12997" x="927100" y="3538538"/>
          <p14:tracePt t="13000" x="965200" y="3519488"/>
          <p14:tracePt t="13012" x="1012825" y="3490913"/>
          <p14:tracePt t="13028" x="1135063" y="3462338"/>
          <p14:tracePt t="13045" x="1276350" y="3443288"/>
          <p14:tracePt t="13062" x="1390650" y="3414713"/>
          <p14:tracePt t="13095" x="1570038" y="3395663"/>
          <p14:tracePt t="13112" x="1665288" y="3386138"/>
          <p14:tracePt t="13128" x="1739900" y="3376613"/>
          <p14:tracePt t="13145" x="1835150" y="3376613"/>
          <p14:tracePt t="13162" x="1901825" y="3367088"/>
          <p14:tracePt t="13178" x="1957388" y="3367088"/>
          <p14:tracePt t="13182" x="1985963" y="3367088"/>
          <p14:tracePt t="13195" x="2014538" y="3367088"/>
          <p14:tracePt t="13212" x="2052638" y="3367088"/>
          <p14:tracePt t="13214" x="2062163" y="3367088"/>
          <p14:tracePt t="13228" x="2119313" y="3367088"/>
          <p14:tracePt t="13245" x="2146300" y="3367088"/>
          <p14:tracePt t="13248" x="2155825" y="3367088"/>
          <p14:tracePt t="13262" x="2203450" y="3367088"/>
          <p14:tracePt t="13278" x="2222500" y="3367088"/>
          <p14:tracePt t="13295" x="2251075" y="3367088"/>
          <p14:tracePt t="13312" x="2289175" y="3367088"/>
          <p14:tracePt t="13313" x="2298700" y="3367088"/>
          <p14:tracePt t="13329" x="2327275" y="3376613"/>
          <p14:tracePt t="13346" x="2373313" y="3386138"/>
          <p14:tracePt t="13362" x="2401888" y="3395663"/>
          <p14:tracePt t="13378" x="2449513" y="3414713"/>
          <p14:tracePt t="13395" x="2497138" y="3433763"/>
          <p14:tracePt t="13411" x="2516188" y="3443288"/>
          <p14:tracePt t="13414" x="2535238" y="3452813"/>
          <p14:tracePt t="13430" x="2563813" y="3452813"/>
          <p14:tracePt t="13446" x="2573338" y="3462338"/>
          <p14:tracePt t="13447" x="2582863" y="3481388"/>
          <p14:tracePt t="13462" x="2592388" y="3481388"/>
          <p14:tracePt t="13465" x="2592388" y="3490913"/>
          <p14:tracePt t="13478" x="2592388" y="3500438"/>
          <p14:tracePt t="13495" x="2600325" y="3509963"/>
          <p14:tracePt t="13511" x="2600325" y="3519488"/>
          <p14:tracePt t="13530" x="2600325" y="3529013"/>
          <p14:tracePt t="13562" x="2600325" y="3538538"/>
          <p14:tracePt t="13578" x="2600325" y="3546475"/>
          <p14:tracePt t="13595" x="2592388" y="3565525"/>
          <p14:tracePt t="13613" x="2592388" y="3575050"/>
          <p14:tracePt t="13629" x="2582863" y="3584575"/>
          <p14:tracePt t="13645" x="2573338" y="3584575"/>
          <p14:tracePt t="13662" x="2573338" y="3594100"/>
          <p14:tracePt t="13664" x="2563813" y="3594100"/>
          <p14:tracePt t="13678" x="2563813" y="3603625"/>
          <p14:tracePt t="13695" x="2554288" y="3603625"/>
          <p14:tracePt t="13712" x="2544763" y="3613150"/>
          <p14:tracePt t="13729" x="2544763" y="3622675"/>
          <p14:tracePt t="13762" x="2535238" y="3622675"/>
          <p14:tracePt t="13958" x="2544763" y="3622675"/>
          <p14:tracePt t="13984" x="2544763" y="3613150"/>
          <p14:tracePt t="14028" x="2554288" y="3603625"/>
          <p14:tracePt t="14062" x="2563813" y="3603625"/>
          <p14:tracePt t="14079" x="2563813" y="3594100"/>
          <p14:tracePt t="14095" x="2573338" y="3594100"/>
          <p14:tracePt t="14112" x="2582863" y="3594100"/>
          <p14:tracePt t="14214" x="2582863" y="3584575"/>
          <p14:tracePt t="14415" x="2573338" y="3584575"/>
          <p14:tracePt t="14445" x="2563813" y="3584575"/>
          <p14:tracePt t="14483" x="2554288" y="3584575"/>
          <p14:tracePt t="14582" x="2535238" y="3584575"/>
          <p14:tracePt t="14664" x="2525713" y="3584575"/>
          <p14:tracePt t="14696" x="2516188" y="3575050"/>
          <p14:tracePt t="14713" x="2516188" y="3556000"/>
          <p14:tracePt t="14729" x="2506663" y="3556000"/>
          <p14:tracePt t="14745" x="2497138" y="3556000"/>
          <p14:tracePt t="14761" x="2497138" y="3546475"/>
          <p14:tracePt t="14778" x="2487613" y="3538538"/>
          <p14:tracePt t="14812" x="2478088" y="3538538"/>
          <p14:tracePt t="14831" x="2468563" y="3529013"/>
          <p14:tracePt t="14861" x="2449513" y="3529013"/>
          <p14:tracePt t="14878" x="2439988" y="3529013"/>
          <p14:tracePt t="14897" x="2430463" y="3519488"/>
          <p14:tracePt t="14912" x="2420938" y="3519488"/>
          <p14:tracePt t="14914" x="2411413" y="3519488"/>
          <p14:tracePt t="14928" x="2401888" y="3509963"/>
          <p14:tracePt t="14944" x="2365375" y="3500438"/>
          <p14:tracePt t="14962" x="2365375" y="3490913"/>
          <p14:tracePt t="14963" x="2355850" y="3490913"/>
          <p14:tracePt t="14978" x="2346325" y="3490913"/>
          <p14:tracePt t="14979" x="2336800" y="3490913"/>
          <p14:tracePt t="14996" x="2317750" y="3471863"/>
          <p14:tracePt t="15000" x="2308225" y="3471863"/>
          <p14:tracePt t="15011" x="2308225" y="3462338"/>
          <p14:tracePt t="15029" x="2251075" y="3462338"/>
          <p14:tracePt t="15045" x="2222500" y="3452813"/>
          <p14:tracePt t="15061" x="2184400" y="3452813"/>
          <p14:tracePt t="15064" x="2174875" y="3452813"/>
          <p14:tracePt t="15080" x="2146300" y="3452813"/>
          <p14:tracePt t="15095" x="2100263" y="3452813"/>
          <p14:tracePt t="15097" x="2090738" y="3452813"/>
          <p14:tracePt t="15101" x="2081213" y="3452813"/>
          <p14:tracePt t="15112" x="2071688" y="3443288"/>
          <p14:tracePt t="15129" x="2014538" y="3443288"/>
          <p14:tracePt t="15145" x="1966913" y="3443288"/>
          <p14:tracePt t="15162" x="1938338" y="3443288"/>
          <p14:tracePt t="15165" x="1928813" y="3443288"/>
          <p14:tracePt t="15178" x="1919288" y="3443288"/>
          <p14:tracePt t="15181" x="1911350" y="3443288"/>
          <p14:tracePt t="15195" x="1892300" y="3443288"/>
          <p14:tracePt t="15211" x="1873250" y="3433763"/>
          <p14:tracePt t="15228" x="1844675" y="3433763"/>
          <p14:tracePt t="15245" x="1816100" y="3433763"/>
          <p14:tracePt t="15263" x="1806575" y="3433763"/>
          <p14:tracePt t="15278" x="1797050" y="3433763"/>
          <p14:tracePt t="15295" x="1768475" y="3433763"/>
          <p14:tracePt t="15311" x="1749425" y="3433763"/>
          <p14:tracePt t="15361" x="1739900" y="3433763"/>
          <p14:tracePt t="15395" x="1730375" y="3433763"/>
          <p14:tracePt t="15437" x="1720850" y="3433763"/>
          <p14:tracePt t="15503" x="1711325" y="3443288"/>
          <p14:tracePt t="15520" x="1711325" y="3452813"/>
          <p14:tracePt t="15548" x="1711325" y="3462338"/>
          <p14:tracePt t="15579" x="1711325" y="3481388"/>
          <p14:tracePt t="15595" x="1711325" y="3490913"/>
          <p14:tracePt t="15628" x="1720850" y="3490913"/>
          <p14:tracePt t="15645" x="1720850" y="3500438"/>
          <p14:tracePt t="15662" x="1730375" y="3509963"/>
          <p14:tracePt t="15679" x="1739900" y="3519488"/>
          <p14:tracePt t="15711" x="1739900" y="3529013"/>
          <p14:tracePt t="15728" x="1739900" y="3538538"/>
          <p14:tracePt t="15752" x="1739900" y="3546475"/>
          <p14:tracePt t="15778" x="1749425" y="3556000"/>
          <p14:tracePt t="15794" x="1758950" y="3556000"/>
          <p14:tracePt t="15811" x="1758950" y="3565525"/>
          <p14:tracePt t="15828" x="1758950" y="3575050"/>
          <p14:tracePt t="15864" x="1758950" y="3584575"/>
          <p14:tracePt t="15882" x="1778000" y="3584575"/>
          <p14:tracePt t="15895" x="1778000" y="3594100"/>
          <p14:tracePt t="15912" x="1787525" y="3603625"/>
          <p14:tracePt t="15938" x="1787525" y="3613150"/>
          <p14:tracePt t="15961" x="1787525" y="3622675"/>
          <p14:tracePt t="15978" x="1787525" y="3641725"/>
          <p14:tracePt t="15995" x="1787525" y="3651250"/>
          <p14:tracePt t="15996" x="1787525" y="3660775"/>
          <p14:tracePt t="16011" x="1787525" y="3679825"/>
          <p14:tracePt t="16029" x="1787525" y="3698875"/>
          <p14:tracePt t="16045" x="1787525" y="3708400"/>
          <p14:tracePt t="16061" x="1787525" y="3736975"/>
          <p14:tracePt t="16078" x="1787525" y="3756025"/>
          <p14:tracePt t="16095" x="1787525" y="3773488"/>
          <p14:tracePt t="16096" x="1787525" y="3783013"/>
          <p14:tracePt t="16099" x="1787525" y="3792538"/>
          <p14:tracePt t="16112" x="1787525" y="3821113"/>
          <p14:tracePt t="16128" x="1787525" y="3830638"/>
          <p14:tracePt t="16132" x="1787525" y="3840163"/>
          <p14:tracePt t="16144" x="1787525" y="3868738"/>
          <p14:tracePt t="16161" x="1787525" y="3906838"/>
          <p14:tracePt t="16178" x="1787525" y="3935413"/>
          <p14:tracePt t="16196" x="1787525" y="3973513"/>
          <p14:tracePt t="16211" x="1787525" y="4000500"/>
          <p14:tracePt t="16214" x="1787525" y="4019550"/>
          <p14:tracePt t="16228" x="1787525" y="4029075"/>
          <p14:tracePt t="16246" x="1768475" y="4086225"/>
          <p14:tracePt t="16261" x="1768475" y="4114800"/>
          <p14:tracePt t="16279" x="1758950" y="4133850"/>
          <p14:tracePt t="16281" x="1758950" y="4143375"/>
          <p14:tracePt t="16295" x="1749425" y="4152900"/>
          <p14:tracePt t="16297" x="1749425" y="4171950"/>
          <p14:tracePt t="16311" x="1749425" y="4181475"/>
          <p14:tracePt t="16328" x="1739900" y="4200525"/>
          <p14:tracePt t="16363" x="1730375" y="4237038"/>
          <p14:tracePt t="16379" x="1720850" y="4246563"/>
          <p14:tracePt t="16395" x="1720850" y="4256088"/>
          <p14:tracePt t="16398" x="1711325" y="4265613"/>
          <p14:tracePt t="16428" x="1701800" y="4284663"/>
          <p14:tracePt t="16444" x="1684338" y="4294188"/>
          <p14:tracePt t="16462" x="1684338" y="4313238"/>
          <p14:tracePt t="16478" x="1684338" y="4322763"/>
          <p14:tracePt t="16499" x="1684338" y="4332288"/>
          <p14:tracePt t="16512" x="1674813" y="4332288"/>
          <p14:tracePt t="16554" x="1665288" y="4332288"/>
          <p14:tracePt t="16797" x="1674813" y="4322763"/>
          <p14:tracePt t="16813" x="1674813" y="4303713"/>
          <p14:tracePt t="16828" x="1674813" y="4294188"/>
          <p14:tracePt t="16831" x="1674813" y="4284663"/>
          <p14:tracePt t="16845" x="1693863" y="4275138"/>
          <p14:tracePt t="16862" x="1693863" y="4246563"/>
          <p14:tracePt t="16878" x="1701800" y="4200525"/>
          <p14:tracePt t="16882" x="1711325" y="4200525"/>
          <p14:tracePt t="16896" x="1711325" y="4171950"/>
          <p14:tracePt t="16897" x="1711325" y="4133850"/>
          <p14:tracePt t="16911" x="1711325" y="4105275"/>
          <p14:tracePt t="16915" x="1711325" y="4086225"/>
          <p14:tracePt t="16917" x="1711325" y="4076700"/>
          <p14:tracePt t="16928" x="1711325" y="4038600"/>
          <p14:tracePt t="16945" x="1711325" y="3944938"/>
          <p14:tracePt t="16963" x="1720850" y="3878263"/>
          <p14:tracePt t="16979" x="1720850" y="3840163"/>
          <p14:tracePt t="16981" x="1730375" y="3821113"/>
          <p14:tracePt t="16996" x="1730375" y="3765550"/>
          <p14:tracePt t="16998" x="1730375" y="3756025"/>
          <p14:tracePt t="17011" x="1739900" y="3736975"/>
          <p14:tracePt t="17028" x="1749425" y="3708400"/>
          <p14:tracePt t="17031" x="1749425" y="3698875"/>
          <p14:tracePt t="17044" x="1749425" y="3679825"/>
          <p14:tracePt t="17061" x="1749425" y="3660775"/>
          <p14:tracePt t="17079" x="1749425" y="3641725"/>
          <p14:tracePt t="17095" x="1758950" y="3632200"/>
          <p14:tracePt t="17133" x="1778000" y="3632200"/>
          <p14:tracePt t="17144" x="1778000" y="3622675"/>
          <p14:tracePt t="17161" x="1787525" y="3622675"/>
          <p14:tracePt t="17260" x="1797050" y="3622675"/>
          <p14:tracePt t="17281" x="1797050" y="3632200"/>
          <p14:tracePt t="17307" x="1797050" y="3641725"/>
          <p14:tracePt t="17328" x="1797050" y="3651250"/>
          <p14:tracePt t="17345" x="1806575" y="3651250"/>
          <p14:tracePt t="17378" x="1806575" y="3660775"/>
          <p14:tracePt t="18699" x="1797050" y="3660775"/>
          <p14:tracePt t="18709" x="1778000" y="3660775"/>
          <p14:tracePt t="18725" x="1768475" y="3660775"/>
          <p14:tracePt t="18745" x="1758950" y="3660775"/>
          <p14:tracePt t="18755" x="1749425" y="3660775"/>
          <p14:tracePt t="18770" x="1739900" y="3660775"/>
          <p14:tracePt t="18795" x="1720850" y="3660775"/>
          <p14:tracePt t="18816" x="1701800" y="3660775"/>
          <p14:tracePt t="18828" x="1693863" y="3660775"/>
          <p14:tracePt t="18845" x="1674813" y="3660775"/>
          <p14:tracePt t="18862" x="1665288" y="3660775"/>
          <p14:tracePt t="18895" x="1655763" y="3660775"/>
          <p14:tracePt t="18928" x="1636713" y="3660775"/>
          <p14:tracePt t="18944" x="1617663" y="3660775"/>
          <p14:tracePt t="18961" x="1608138" y="3660775"/>
          <p14:tracePt t="18977" x="1598613" y="3660775"/>
          <p14:tracePt t="19011" x="1589088" y="3660775"/>
          <p14:tracePt t="19047" x="1579563" y="3660775"/>
          <p14:tracePt t="19185" x="1589088" y="3660775"/>
          <p14:tracePt t="19214" x="1598613" y="3660775"/>
          <p14:tracePt t="19227" x="1608138" y="3660775"/>
          <p14:tracePt t="19244" x="1636713" y="3660775"/>
          <p14:tracePt t="19261" x="1646238" y="3660775"/>
          <p14:tracePt t="19279" x="1665288" y="3660775"/>
          <p14:tracePt t="19294" x="1674813" y="3660775"/>
          <p14:tracePt t="19297" x="1684338" y="3651250"/>
          <p14:tracePt t="19300" x="1693863" y="3651250"/>
          <p14:tracePt t="19311" x="1711325" y="3641725"/>
          <p14:tracePt t="19328" x="1739900" y="3622675"/>
          <p14:tracePt t="19345" x="1778000" y="3603625"/>
          <p14:tracePt t="19362" x="1806575" y="3594100"/>
          <p14:tracePt t="19379" x="1835150" y="3575050"/>
          <p14:tracePt t="19394" x="1863725" y="3565525"/>
          <p14:tracePt t="19411" x="1892300" y="3556000"/>
          <p14:tracePt t="19413" x="1901825" y="3546475"/>
          <p14:tracePt t="19427" x="1947863" y="3538538"/>
          <p14:tracePt t="19446" x="2014538" y="3519488"/>
          <p14:tracePt t="19461" x="2081213" y="3509963"/>
          <p14:tracePt t="19478" x="2128838" y="3500438"/>
          <p14:tracePt t="19481" x="2184400" y="3490913"/>
          <p14:tracePt t="19494" x="2241550" y="3490913"/>
          <p14:tracePt t="19512" x="2317750" y="3471863"/>
          <p14:tracePt t="19528" x="2382838" y="3471863"/>
          <p14:tracePt t="19529" x="2392363" y="3471863"/>
          <p14:tracePt t="19544" x="2439988" y="3462338"/>
          <p14:tracePt t="19547" x="2449513" y="3462338"/>
          <p14:tracePt t="19561" x="2468563" y="3462338"/>
          <p14:tracePt t="19564" x="2487613" y="3462338"/>
          <p14:tracePt t="19578" x="2516188" y="3462338"/>
          <p14:tracePt t="19594" x="2563813" y="3462338"/>
          <p14:tracePt t="19612" x="2609850" y="3462338"/>
          <p14:tracePt t="19628" x="2638425" y="3462338"/>
          <p14:tracePt t="19630" x="2647950" y="3462338"/>
          <p14:tracePt t="19644" x="2676525" y="3471863"/>
          <p14:tracePt t="19661" x="2695575" y="3471863"/>
          <p14:tracePt t="19665" x="2705100" y="3471863"/>
          <p14:tracePt t="19695" x="2714625" y="3471863"/>
          <p14:tracePt t="19711" x="2724150" y="3471863"/>
          <p14:tracePt t="19714" x="2733675" y="3471863"/>
          <p14:tracePt t="19728" x="2743200" y="3481388"/>
          <p14:tracePt t="19744" x="2762250" y="3490913"/>
          <p14:tracePt t="19761" x="2771775" y="3490913"/>
          <p14:tracePt t="19763" x="2781300" y="3490913"/>
          <p14:tracePt t="19795" x="2800350" y="3490913"/>
          <p14:tracePt t="19811" x="2809875" y="3500438"/>
          <p14:tracePt t="19812" x="2819400" y="3500438"/>
          <p14:tracePt t="19830" x="2836863" y="3500438"/>
          <p14:tracePt t="19844" x="2846388" y="3500438"/>
          <p14:tracePt t="19847" x="2855913" y="3500438"/>
          <p14:tracePt t="19861" x="2874963" y="3500438"/>
          <p14:tracePt t="19878" x="2894013" y="3500438"/>
          <p14:tracePt t="19894" x="2903538" y="3500438"/>
          <p14:tracePt t="19911" x="2932113" y="3500438"/>
          <p14:tracePt t="19929" x="2960688" y="3500438"/>
          <p14:tracePt t="19949" x="2979738" y="3500438"/>
          <p14:tracePt t="19978" x="3036888" y="3500438"/>
          <p14:tracePt t="19995" x="3046413" y="3500438"/>
          <p14:tracePt t="19996" x="3054350" y="3500438"/>
          <p14:tracePt t="20012" x="3073400" y="3500438"/>
          <p14:tracePt t="20027" x="3092450" y="3500438"/>
          <p14:tracePt t="20030" x="3101975" y="3500438"/>
          <p14:tracePt t="20044" x="3121025" y="3500438"/>
          <p14:tracePt t="20061" x="3140075" y="3500438"/>
          <p14:tracePt t="20077" x="3149600" y="3500438"/>
          <p14:tracePt t="20094" x="3168650" y="3500438"/>
          <p14:tracePt t="20095" x="3178175" y="3500438"/>
          <p14:tracePt t="20111" x="3187700" y="3500438"/>
          <p14:tracePt t="20114" x="3197225" y="3500438"/>
          <p14:tracePt t="20131" x="3206750" y="3500438"/>
          <p14:tracePt t="20161" x="3225800" y="3500438"/>
          <p14:tracePt t="20178" x="3235325" y="3500438"/>
          <p14:tracePt t="20194" x="3254375" y="3500438"/>
          <p14:tracePt t="20211" x="3263900" y="3519488"/>
          <p14:tracePt t="20230" x="3273425" y="3519488"/>
          <p14:tracePt t="20261" x="3281363" y="3519488"/>
          <p14:tracePt t="20294" x="3281363" y="3529013"/>
          <p14:tracePt t="20311" x="3290888" y="3529013"/>
          <p14:tracePt t="20360" x="3300413" y="3529013"/>
          <p14:tracePt t="20378" x="3300413" y="3538538"/>
          <p14:tracePt t="20446" x="3300413" y="3546475"/>
          <p14:tracePt t="20509" x="3300413" y="3556000"/>
          <p14:tracePt t="20535" x="3290888" y="3556000"/>
          <p14:tracePt t="20539" x="3290888" y="3565525"/>
          <p14:tracePt t="20556" x="3281363" y="3575050"/>
          <p14:tracePt t="20578" x="3263900" y="3575050"/>
          <p14:tracePt t="20594" x="3235325" y="3584575"/>
          <p14:tracePt t="20611" x="3225800" y="3584575"/>
          <p14:tracePt t="20613" x="3216275" y="3603625"/>
          <p14:tracePt t="20630" x="3206750" y="3603625"/>
          <p14:tracePt t="20644" x="3197225" y="3613150"/>
          <p14:tracePt t="20661" x="3187700" y="3613150"/>
          <p14:tracePt t="20678" x="3159125" y="3613150"/>
          <p14:tracePt t="20721" x="3149600" y="3613150"/>
          <p14:tracePt t="20822" x="3168650" y="3613150"/>
          <p14:tracePt t="20831" x="3178175" y="3613150"/>
          <p14:tracePt t="20846" x="3187700" y="3613150"/>
          <p14:tracePt t="20861" x="3197225" y="3594100"/>
          <p14:tracePt t="20878" x="3206750" y="3584575"/>
          <p14:tracePt t="20914" x="3225800" y="3584575"/>
          <p14:tracePt t="20944" x="3235325" y="3584575"/>
          <p14:tracePt t="20961" x="3254375" y="3575050"/>
          <p14:tracePt t="21031" x="3263900" y="3575050"/>
          <p14:tracePt t="21085" x="3273425" y="3575050"/>
          <p14:tracePt t="21183" x="3281363" y="3575050"/>
          <p14:tracePt t="22170" x="3273425" y="3584575"/>
          <p14:tracePt t="22180" x="3263900" y="3584575"/>
          <p14:tracePt t="22189" x="3254375" y="3584575"/>
          <p14:tracePt t="22199" x="3235325" y="3603625"/>
          <p14:tracePt t="22211" x="3216275" y="3603625"/>
          <p14:tracePt t="22228" x="3206750" y="3613150"/>
          <p14:tracePt t="22245" x="3197225" y="3622675"/>
          <p14:tracePt t="22261" x="3187700" y="3622675"/>
          <p14:tracePt t="22264" x="3178175" y="3622675"/>
          <p14:tracePt t="22277" x="3168650" y="3622675"/>
          <p14:tracePt t="22294" x="3159125" y="3632200"/>
          <p14:tracePt t="22311" x="3159125" y="3641725"/>
          <p14:tracePt t="22419" x="3168650" y="3641725"/>
          <p14:tracePt t="22429" x="3178175" y="3641725"/>
          <p14:tracePt t="22449" x="3187700" y="3641725"/>
          <p14:tracePt t="22461" x="3197225" y="3641725"/>
          <p14:tracePt t="22483" x="3206750" y="3641725"/>
          <p14:tracePt t="22513" x="3206750" y="3632200"/>
          <p14:tracePt t="22566" x="3225800" y="3632200"/>
          <p14:tracePt t="22621" x="3235325" y="3632200"/>
          <p14:tracePt t="22650" x="3244850" y="3632200"/>
          <p14:tracePt t="22677" x="3244850" y="3622675"/>
          <p14:tracePt t="22733" x="3254375" y="3622675"/>
          <p14:tracePt t="22750" x="3263900" y="3622675"/>
          <p14:tracePt t="22777" x="3263900" y="3613150"/>
          <p14:tracePt t="22796" x="3273425" y="3613150"/>
          <p14:tracePt t="22845" x="3281363" y="3594100"/>
          <p14:tracePt t="22877" x="3290888" y="3594100"/>
          <p14:tracePt t="22897" x="3309938" y="3594100"/>
          <p14:tracePt t="22944" x="3319463" y="3584575"/>
          <p14:tracePt t="22978" x="3328988" y="3584575"/>
          <p14:tracePt t="23027" x="3338513" y="3584575"/>
          <p14:tracePt t="23072" x="3348038" y="3584575"/>
          <p14:tracePt t="23118" x="3348038" y="3575050"/>
          <p14:tracePt t="23320" x="3338513" y="3565525"/>
          <p14:tracePt t="23356" x="3328988" y="3556000"/>
          <p14:tracePt t="23370" x="3319463" y="3556000"/>
          <p14:tracePt t="23376" x="3300413" y="3556000"/>
          <p14:tracePt t="23383" x="3300413" y="3546475"/>
          <p14:tracePt t="23385" x="3290888" y="3546475"/>
          <p14:tracePt t="23412" x="3263900" y="3538538"/>
          <p14:tracePt t="23427" x="3244850" y="3538538"/>
          <p14:tracePt t="23444" x="3206750" y="3529013"/>
          <p14:tracePt t="23477" x="3111500" y="3490913"/>
          <p14:tracePt t="23494" x="3082925" y="3481388"/>
          <p14:tracePt t="23498" x="3073400" y="3481388"/>
          <p14:tracePt t="23511" x="3046413" y="3481388"/>
          <p14:tracePt t="23513" x="3036888" y="3481388"/>
          <p14:tracePt t="23527" x="3027363" y="3471863"/>
          <p14:tracePt t="23544" x="2998788" y="3471863"/>
          <p14:tracePt t="23560" x="2979738" y="3471863"/>
          <p14:tracePt t="23578" x="2960688" y="3471863"/>
          <p14:tracePt t="23595" x="2941638" y="3471863"/>
          <p14:tracePt t="23610" x="2922588" y="3471863"/>
          <p14:tracePt t="23628" x="2913063" y="3471863"/>
          <p14:tracePt t="23644" x="2903538" y="3471863"/>
          <p14:tracePt t="23661" x="2903538" y="3481388"/>
          <p14:tracePt t="23693" x="2903538" y="3490913"/>
          <p14:tracePt t="23710" x="2903538" y="3500438"/>
          <p14:tracePt t="23745" x="2913063" y="3519488"/>
          <p14:tracePt t="23777" x="2922588" y="3519488"/>
          <p14:tracePt t="23794" x="2932113" y="3519488"/>
          <p14:tracePt t="23811" x="2932113" y="3529013"/>
          <p14:tracePt t="23827" x="2941638" y="3529013"/>
          <p14:tracePt t="23898" x="2941638" y="3538538"/>
          <p14:tracePt t="23927" x="2922588" y="3538538"/>
          <p14:tracePt t="23944" x="2903538" y="3546475"/>
          <p14:tracePt t="23961" x="2874963" y="3556000"/>
          <p14:tracePt t="23963" x="2865438" y="3565525"/>
          <p14:tracePt t="23977" x="2836863" y="3575050"/>
          <p14:tracePt t="23994" x="2790825" y="3584575"/>
          <p14:tracePt t="24011" x="2752725" y="3613150"/>
          <p14:tracePt t="24027" x="2714625" y="3613150"/>
          <p14:tracePt t="24044" x="2676525" y="3632200"/>
          <p14:tracePt t="24048" x="2638425" y="3641725"/>
          <p14:tracePt t="24060" x="2609850" y="3651250"/>
          <p14:tracePt t="24078" x="2554288" y="3689350"/>
          <p14:tracePt t="24094" x="2497138" y="3727450"/>
          <p14:tracePt t="24110" x="2468563" y="3756025"/>
          <p14:tracePt t="24115" x="2459038" y="3756025"/>
          <p14:tracePt t="24128" x="2401888" y="3802063"/>
          <p14:tracePt t="24144" x="2373313" y="3830638"/>
          <p14:tracePt t="24160" x="2298700" y="3887788"/>
          <p14:tracePt t="24178" x="2222500" y="3963988"/>
          <p14:tracePt t="24194" x="2174875" y="4010025"/>
          <p14:tracePt t="24195" x="2146300" y="4010025"/>
          <p14:tracePt t="24211" x="2109788" y="4067175"/>
          <p14:tracePt t="24214" x="2100263" y="4076700"/>
          <p14:tracePt t="24227" x="2062163" y="4105275"/>
          <p14:tracePt t="24230" x="2043113" y="4124325"/>
          <p14:tracePt t="24244" x="2014538" y="4171950"/>
          <p14:tracePt t="24260" x="1995488" y="4200525"/>
          <p14:tracePt t="24277" x="1947863" y="4246563"/>
          <p14:tracePt t="24280" x="1938338" y="4256088"/>
          <p14:tracePt t="24294" x="1928813" y="4275138"/>
          <p14:tracePt t="24297" x="1919288" y="4294188"/>
          <p14:tracePt t="24310" x="1911350" y="4303713"/>
          <p14:tracePt t="24313" x="1901825" y="4313238"/>
          <p14:tracePt t="24315" x="1882775" y="4313238"/>
          <p14:tracePt t="24327" x="1873250" y="4341813"/>
          <p14:tracePt t="24344" x="1863725" y="4370388"/>
          <p14:tracePt t="24360" x="1844675" y="4389438"/>
          <p14:tracePt t="24378" x="1835150" y="4389438"/>
          <p14:tracePt t="24379" x="1825625" y="4398963"/>
          <p14:tracePt t="24383" x="1825625" y="4418013"/>
          <p14:tracePt t="24395" x="1816100" y="4437063"/>
          <p14:tracePt t="24397" x="1806575" y="4446588"/>
          <p14:tracePt t="24411" x="1797050" y="4446588"/>
          <p14:tracePt t="24414" x="1797050" y="4456113"/>
          <p14:tracePt t="24416" x="1797050" y="4464050"/>
          <p14:tracePt t="24427" x="1787525" y="4473575"/>
          <p14:tracePt t="24444" x="1778000" y="4483100"/>
          <p14:tracePt t="24446" x="1768475" y="4502150"/>
          <p14:tracePt t="24462" x="1758950" y="4511675"/>
          <p14:tracePt t="24478" x="1749425" y="4521200"/>
          <p14:tracePt t="24479" x="1749425" y="4530725"/>
          <p14:tracePt t="24494" x="1749425" y="4540250"/>
          <p14:tracePt t="24510" x="1720850" y="4568825"/>
          <p14:tracePt t="24527" x="1711325" y="4597400"/>
          <p14:tracePt t="24543" x="1701800" y="4625975"/>
          <p14:tracePt t="24561" x="1684338" y="4645025"/>
          <p14:tracePt t="24564" x="1684338" y="4654550"/>
          <p14:tracePt t="24577" x="1674813" y="4664075"/>
          <p14:tracePt t="24579" x="1674813" y="4673600"/>
          <p14:tracePt t="24593" x="1674813" y="4691063"/>
          <p14:tracePt t="24611" x="1665288" y="4710113"/>
          <p14:tracePt t="24645" x="1636713" y="4757738"/>
          <p14:tracePt t="24660" x="1636713" y="4767263"/>
          <p14:tracePt t="24677" x="1627188" y="4786313"/>
          <p14:tracePt t="24694" x="1627188" y="4795838"/>
          <p14:tracePt t="24711" x="1627188" y="4805363"/>
          <p14:tracePt t="24727" x="1627188" y="4833938"/>
          <p14:tracePt t="24730" x="1627188" y="4843463"/>
          <p14:tracePt t="24744" x="1617663" y="4852988"/>
          <p14:tracePt t="24760" x="1608138" y="4881563"/>
          <p14:tracePt t="24777" x="1608138" y="4918075"/>
          <p14:tracePt t="24796" x="1608138" y="4937125"/>
          <p14:tracePt t="24811" x="1598613" y="4946650"/>
          <p14:tracePt t="24812" x="1598613" y="4956175"/>
          <p14:tracePt t="24827" x="1598613" y="4965700"/>
          <p14:tracePt t="24843" x="1598613" y="4975225"/>
          <p14:tracePt t="24877" x="1598613" y="5013325"/>
          <p14:tracePt t="24894" x="1598613" y="5022850"/>
          <p14:tracePt t="24911" x="1598613" y="5032375"/>
          <p14:tracePt t="24948" x="1598613" y="5041900"/>
          <p14:tracePt t="24976" x="1589088" y="5041900"/>
          <p14:tracePt t="25032" x="1579563" y="5041900"/>
          <p14:tracePt t="25068" x="1570038" y="5041900"/>
          <p14:tracePt t="25114" x="1560513" y="5041900"/>
          <p14:tracePt t="25151" x="1550988" y="5041900"/>
          <p14:tracePt t="25170" x="1541463" y="5032375"/>
          <p14:tracePt t="25207" x="1541463" y="5022850"/>
          <p14:tracePt t="25234" x="1541463" y="5013325"/>
          <p14:tracePt t="25261" x="1531938" y="5003800"/>
          <p14:tracePt t="25278" x="1522413" y="4984750"/>
          <p14:tracePt t="25293" x="1503363" y="4984750"/>
          <p14:tracePt t="25310" x="1474788" y="4975225"/>
          <p14:tracePt t="25327" x="1466850" y="4975225"/>
          <p14:tracePt t="25344" x="1447800" y="4975225"/>
          <p14:tracePt t="25346" x="1438275" y="4965700"/>
          <p14:tracePt t="25360" x="1428750" y="4965700"/>
          <p14:tracePt t="25377" x="1400175" y="4956175"/>
          <p14:tracePt t="25393" x="1371600" y="4946650"/>
          <p14:tracePt t="25411" x="1333500" y="4927600"/>
          <p14:tracePt t="25427" x="1304925" y="4927600"/>
          <p14:tracePt t="25443" x="1276350" y="4900613"/>
          <p14:tracePt t="25460" x="1247775" y="4891088"/>
          <p14:tracePt t="25477" x="1220788" y="4881563"/>
          <p14:tracePt t="25479" x="1220788" y="4872038"/>
          <p14:tracePt t="25494" x="1201738" y="4872038"/>
          <p14:tracePt t="25512" x="1182688" y="4852988"/>
          <p14:tracePt t="25527" x="1173163" y="4843463"/>
          <p14:tracePt t="25530" x="1173163" y="4833938"/>
          <p14:tracePt t="25532" x="1163638" y="4814888"/>
          <p14:tracePt t="25544" x="1163638" y="4805363"/>
          <p14:tracePt t="25560" x="1144588" y="4767263"/>
          <p14:tracePt t="25576" x="1144588" y="4729163"/>
          <p14:tracePt t="25579" x="1163638" y="4700588"/>
          <p14:tracePt t="25595" x="1182688" y="4616450"/>
          <p14:tracePt t="25610" x="1220788" y="4521200"/>
          <p14:tracePt t="25612" x="1230313" y="4483100"/>
          <p14:tracePt t="25616" x="1239838" y="4464050"/>
          <p14:tracePt t="25627" x="1276350" y="4418013"/>
          <p14:tracePt t="25645" x="1333500" y="4351338"/>
          <p14:tracePt t="25661" x="1400175" y="4284663"/>
          <p14:tracePt t="25679" x="1474788" y="4219575"/>
          <p14:tracePt t="25693" x="1512888" y="4200525"/>
          <p14:tracePt t="25697" x="1550988" y="4181475"/>
          <p14:tracePt t="25699" x="1570038" y="4171950"/>
          <p14:tracePt t="25710" x="1617663" y="4133850"/>
          <p14:tracePt t="25715" x="1646238" y="4105275"/>
          <p14:tracePt t="25717" x="1665288" y="4105275"/>
          <p14:tracePt t="25726" x="1711325" y="4076700"/>
          <p14:tracePt t="25744" x="1816100" y="3992563"/>
          <p14:tracePt t="25761" x="1957388" y="3916363"/>
          <p14:tracePt t="25779" x="2052638" y="3859213"/>
          <p14:tracePt t="25793" x="2100263" y="3821113"/>
          <p14:tracePt t="25810" x="2165350" y="3773488"/>
          <p14:tracePt t="25827" x="2203450" y="3736975"/>
          <p14:tracePt t="25844" x="2222500" y="3717925"/>
          <p14:tracePt t="25847" x="2222500" y="3708400"/>
          <p14:tracePt t="25860" x="2222500" y="3698875"/>
          <p14:tracePt t="25862" x="2222500" y="3689350"/>
          <p14:tracePt t="25881" x="2222500" y="3679825"/>
          <p14:tracePt t="25894" x="2212975" y="3670300"/>
          <p14:tracePt t="25910" x="2193925" y="3641725"/>
          <p14:tracePt t="25927" x="2155825" y="3632200"/>
          <p14:tracePt t="25944" x="2100263" y="3613150"/>
          <p14:tracePt t="25960" x="2071688" y="3603625"/>
          <p14:tracePt t="25963" x="2033588" y="3594100"/>
          <p14:tracePt t="25985" x="1985963" y="3584575"/>
          <p14:tracePt t="25991" x="1957388" y="3584575"/>
          <p14:tracePt t="25993" x="1947863" y="3584575"/>
          <p14:tracePt t="26000" x="1919288" y="3584575"/>
          <p14:tracePt t="26002" x="1911350" y="3584575"/>
          <p14:tracePt t="26010" x="1892300" y="3584575"/>
          <p14:tracePt t="26014" x="1873250" y="3584575"/>
          <p14:tracePt t="26016" x="1844675" y="3584575"/>
          <p14:tracePt t="26017" x="1835150" y="3584575"/>
          <p14:tracePt t="26027" x="1797050" y="3594100"/>
          <p14:tracePt t="26044" x="1730375" y="3622675"/>
          <p14:tracePt t="26060" x="1701800" y="3641725"/>
          <p14:tracePt t="26064" x="1665288" y="3670300"/>
          <p14:tracePt t="26078" x="1617663" y="3689350"/>
          <p14:tracePt t="26094" x="1550988" y="3727450"/>
          <p14:tracePt t="26110" x="1503363" y="3765550"/>
          <p14:tracePt t="26127" x="1466850" y="3783013"/>
          <p14:tracePt t="26130" x="1466850" y="3792538"/>
          <p14:tracePt t="26144" x="1438275" y="3811588"/>
          <p14:tracePt t="26146" x="1428750" y="3821113"/>
          <p14:tracePt t="26149" x="1419225" y="3840163"/>
          <p14:tracePt t="26160" x="1400175" y="3859213"/>
          <p14:tracePt t="26177" x="1343025" y="3916363"/>
          <p14:tracePt t="26194" x="1314450" y="3963988"/>
          <p14:tracePt t="26212" x="1295400" y="4000500"/>
          <p14:tracePt t="26228" x="1257300" y="4057650"/>
          <p14:tracePt t="26243" x="1247775" y="4076700"/>
          <p14:tracePt t="26260" x="1247775" y="4114800"/>
          <p14:tracePt t="26277" x="1247775" y="4152900"/>
          <p14:tracePt t="26294" x="1247775" y="4171950"/>
          <p14:tracePt t="26297" x="1247775" y="4210050"/>
          <p14:tracePt t="26311" x="1247775" y="4237038"/>
          <p14:tracePt t="26313" x="1247775" y="4256088"/>
          <p14:tracePt t="26327" x="1266825" y="4303713"/>
          <p14:tracePt t="26344" x="1295400" y="4379913"/>
          <p14:tracePt t="26361" x="1343025" y="4427538"/>
          <p14:tracePt t="26377" x="1419225" y="4473575"/>
          <p14:tracePt t="26394" x="1598613" y="4549775"/>
          <p14:tracePt t="26397" x="1627188" y="4578350"/>
          <p14:tracePt t="26410" x="1739900" y="4625975"/>
          <p14:tracePt t="26413" x="1825625" y="4664075"/>
          <p14:tracePt t="26427" x="2024063" y="4748213"/>
          <p14:tracePt t="26443" x="2336800" y="4862513"/>
          <p14:tracePt t="26461" x="2667000" y="4918075"/>
          <p14:tracePt t="26477" x="2913063" y="4927600"/>
          <p14:tracePt t="26494" x="3054350" y="4927600"/>
          <p14:tracePt t="26496" x="3140075" y="4927600"/>
          <p14:tracePt t="26497" x="3159125" y="4927600"/>
          <p14:tracePt t="26510" x="3263900" y="4927600"/>
          <p14:tracePt t="26528" x="3386138" y="4900613"/>
          <p14:tracePt t="26543" x="3490913" y="4843463"/>
          <p14:tracePt t="26561" x="3546475" y="4824413"/>
          <p14:tracePt t="26564" x="3575050" y="4795838"/>
          <p14:tracePt t="26579" x="3651250" y="4748213"/>
          <p14:tracePt t="26594" x="3689350" y="4719638"/>
          <p14:tracePt t="26596" x="3717925" y="4700588"/>
          <p14:tracePt t="26600" x="3725863" y="4700588"/>
          <p14:tracePt t="26611" x="3763963" y="4673600"/>
          <p14:tracePt t="26627" x="3821113" y="4616450"/>
          <p14:tracePt t="26644" x="3859213" y="4578350"/>
          <p14:tracePt t="26646" x="3868738" y="4578350"/>
          <p14:tracePt t="26660" x="3897313" y="4530725"/>
          <p14:tracePt t="26676" x="3916363" y="4511675"/>
          <p14:tracePt t="26680" x="3916363" y="4502150"/>
          <p14:tracePt t="26694" x="3925888" y="4492625"/>
          <p14:tracePt t="26710" x="3925888" y="4446588"/>
          <p14:tracePt t="26727" x="3925888" y="4427538"/>
          <p14:tracePt t="26730" x="3925888" y="4418013"/>
          <p14:tracePt t="26744" x="3906838" y="4370388"/>
          <p14:tracePt t="26745" x="3906838" y="4360863"/>
          <p14:tracePt t="26768" x="3859213" y="4332288"/>
          <p14:tracePt t="26774" x="3840163" y="4294188"/>
          <p14:tracePt t="26777" x="3821113" y="4275138"/>
          <p14:tracePt t="26782" x="3773488" y="4246563"/>
          <p14:tracePt t="26790" x="3744913" y="4219575"/>
          <p14:tracePt t="26799" x="3679825" y="4181475"/>
          <p14:tracePt t="26810" x="3632200" y="4162425"/>
          <p14:tracePt t="26812" x="3613150" y="4152900"/>
          <p14:tracePt t="26827" x="3517900" y="4095750"/>
          <p14:tracePt t="26844" x="3424238" y="4067175"/>
          <p14:tracePt t="26846" x="3357563" y="4057650"/>
          <p14:tracePt t="26863" x="3263900" y="4019550"/>
          <p14:tracePt t="26865" x="3254375" y="4019550"/>
          <p14:tracePt t="26877" x="3206750" y="4019550"/>
          <p14:tracePt t="26894" x="3130550" y="4019550"/>
          <p14:tracePt t="26911" x="3054350" y="4019550"/>
          <p14:tracePt t="26927" x="3017838" y="4029075"/>
          <p14:tracePt t="26944" x="2960688" y="4048125"/>
          <p14:tracePt t="26947" x="2941638" y="4048125"/>
          <p14:tracePt t="26961" x="2903538" y="4057650"/>
          <p14:tracePt t="26964" x="2884488" y="4067175"/>
          <p14:tracePt t="26966" x="2874963" y="4067175"/>
          <p14:tracePt t="26977" x="2855913" y="4076700"/>
          <p14:tracePt t="26980" x="2846388" y="4095750"/>
          <p14:tracePt t="26993" x="2762250" y="4114800"/>
          <p14:tracePt t="27010" x="2714625" y="4133850"/>
          <p14:tracePt t="27012" x="2695575" y="4143375"/>
          <p14:tracePt t="27027" x="2676525" y="4152900"/>
          <p14:tracePt t="27046" x="2609850" y="4200525"/>
          <p14:tracePt t="27060" x="2600325" y="4200525"/>
          <p14:tracePt t="27077" x="2573338" y="4219575"/>
          <p14:tracePt t="27093" x="2573338" y="4237038"/>
          <p14:tracePt t="27110" x="2573338" y="4256088"/>
          <p14:tracePt t="27144" x="2582863" y="4256088"/>
          <p14:tracePt t="27160" x="2600325" y="4275138"/>
          <p14:tracePt t="27193" x="2600325" y="4284663"/>
          <p14:tracePt t="27211" x="2619375" y="4294188"/>
          <p14:tracePt t="27229" x="2628900" y="4303713"/>
          <p14:tracePt t="27247" x="2638425" y="4313238"/>
          <p14:tracePt t="27295" x="2638425" y="4332288"/>
          <p14:tracePt t="27311" x="2638425" y="4341813"/>
          <p14:tracePt t="27327" x="2638425" y="4370388"/>
          <p14:tracePt t="27330" x="2628900" y="4379913"/>
          <p14:tracePt t="27343" x="2609850" y="4379913"/>
          <p14:tracePt t="27360" x="2573338" y="4408488"/>
          <p14:tracePt t="27377" x="2525713" y="4418013"/>
          <p14:tracePt t="27395" x="2468563" y="4446588"/>
          <p14:tracePt t="27397" x="2449513" y="4446588"/>
          <p14:tracePt t="27410" x="2411413" y="4446588"/>
          <p14:tracePt t="27413" x="2382838" y="4456113"/>
          <p14:tracePt t="27415" x="2373313" y="4456113"/>
          <p14:tracePt t="27427" x="2336800" y="4456113"/>
          <p14:tracePt t="27444" x="2298700" y="4464050"/>
          <p14:tracePt t="27461" x="2241550" y="4464050"/>
          <p14:tracePt t="27478" x="2222500" y="4464050"/>
          <p14:tracePt t="27481" x="2212975" y="4464050"/>
          <p14:tracePt t="27494" x="2203450" y="4464050"/>
          <p14:tracePt t="27496" x="2193925" y="4464050"/>
          <p14:tracePt t="27510" x="2174875" y="4464050"/>
          <p14:tracePt t="27533" x="2165350" y="4464050"/>
          <p14:tracePt t="27561" x="2155825" y="4446588"/>
          <p14:tracePt t="27610" x="2155825" y="4437063"/>
          <p14:tracePt t="27627" x="2165350" y="4427538"/>
          <p14:tracePt t="27660" x="2184400" y="4418013"/>
          <p14:tracePt t="27677" x="2212975" y="4408488"/>
          <p14:tracePt t="27694" x="2241550" y="4408488"/>
          <p14:tracePt t="27696" x="2260600" y="4398963"/>
          <p14:tracePt t="27710" x="2336800" y="4389438"/>
          <p14:tracePt t="27727" x="2401888" y="4351338"/>
          <p14:tracePt t="27729" x="2487613" y="4341813"/>
          <p14:tracePt t="27744" x="2619375" y="4332288"/>
          <p14:tracePt t="27760" x="2733675" y="4322763"/>
          <p14:tracePt t="27764" x="2800350" y="4322763"/>
          <p14:tracePt t="27777" x="2846388" y="4322763"/>
          <p14:tracePt t="27795" x="2941638" y="4322763"/>
          <p14:tracePt t="27810" x="2960688" y="4322763"/>
          <p14:tracePt t="27827" x="3008313" y="4322763"/>
          <p14:tracePt t="27843" x="3017838" y="4332288"/>
          <p14:tracePt t="27860" x="3027363" y="4341813"/>
          <p14:tracePt t="27893" x="3027363" y="4351338"/>
          <p14:tracePt t="27911" x="3027363" y="4360863"/>
          <p14:tracePt t="27927" x="3017838" y="4370388"/>
          <p14:tracePt t="27943" x="3008313" y="4389438"/>
          <p14:tracePt t="27961" x="2960688" y="4408488"/>
          <p14:tracePt t="27976" x="2903538" y="4437063"/>
          <p14:tracePt t="27993" x="2846388" y="4464050"/>
          <p14:tracePt t="27996" x="2809875" y="4464050"/>
          <p14:tracePt t="28010" x="2752725" y="4473575"/>
          <p14:tracePt t="28012" x="2724150" y="4473575"/>
          <p14:tracePt t="28027" x="2628900" y="4473575"/>
          <p14:tracePt t="28043" x="2506663" y="4483100"/>
          <p14:tracePt t="28060" x="2411413" y="4502150"/>
          <p14:tracePt t="28078" x="2317750" y="4521200"/>
          <p14:tracePt t="28095" x="2251075" y="4540250"/>
          <p14:tracePt t="28098" x="2241550" y="4540250"/>
          <p14:tracePt t="28110" x="2203450" y="4549775"/>
          <p14:tracePt t="28114" x="2184400" y="4559300"/>
          <p14:tracePt t="28127" x="2155825" y="4559300"/>
          <p14:tracePt t="28143" x="2128838" y="4568825"/>
          <p14:tracePt t="28146" x="2119313" y="4568825"/>
          <p14:tracePt t="28160" x="2100263" y="4568825"/>
          <p14:tracePt t="28516" x="2100263" y="4578350"/>
          <p14:tracePt t="28520" x="2090738" y="4587875"/>
          <p14:tracePt t="28522" x="2090738" y="4597400"/>
          <p14:tracePt t="28532" x="2081213" y="4616450"/>
          <p14:tracePt t="28534" x="2071688" y="4625975"/>
          <p14:tracePt t="28543" x="2071688" y="4664075"/>
          <p14:tracePt t="28562" x="2052638" y="4748213"/>
          <p14:tracePt t="28577" x="2033588" y="4786313"/>
          <p14:tracePt t="28578" x="2033588" y="4805363"/>
          <p14:tracePt t="28594" x="2005013" y="4852988"/>
          <p14:tracePt t="28611" x="1985963" y="4900613"/>
          <p14:tracePt t="28613" x="1985963" y="4910138"/>
          <p14:tracePt t="28627" x="1976438" y="4937125"/>
          <p14:tracePt t="28631" x="1976438" y="4946650"/>
          <p14:tracePt t="28633" x="1966913" y="4946650"/>
          <p14:tracePt t="28648" x="1957388" y="4946650"/>
          <p14:tracePt t="28666" x="1947863" y="4946650"/>
          <p14:tracePt t="28678" x="1938338" y="4946650"/>
          <p14:tracePt t="28711" x="1919288" y="4946650"/>
          <p14:tracePt t="28727" x="1901825" y="4946650"/>
          <p14:tracePt t="28744" x="1882775" y="4946650"/>
          <p14:tracePt t="28760" x="1863725" y="4946650"/>
          <p14:tracePt t="28795" x="1806575" y="4918075"/>
          <p14:tracePt t="28810" x="1787525" y="4918075"/>
          <p14:tracePt t="28813" x="1787525" y="4910138"/>
          <p14:tracePt t="28816" x="1778000" y="4910138"/>
          <p14:tracePt t="28831" x="1758950" y="4900613"/>
          <p14:tracePt t="28844" x="1749425" y="4900613"/>
          <p14:tracePt t="28861" x="1730375" y="4891088"/>
          <p14:tracePt t="28879" x="1711325" y="4881563"/>
          <p14:tracePt t="28880" x="1701800" y="4881563"/>
          <p14:tracePt t="28893" x="1674813" y="4872038"/>
          <p14:tracePt t="28896" x="1665288" y="4872038"/>
          <p14:tracePt t="28916" x="1646238" y="4862513"/>
          <p14:tracePt t="28927" x="1636713" y="4862513"/>
          <p14:tracePt t="28943" x="1617663" y="4852988"/>
          <p14:tracePt t="28946" x="1608138" y="4852988"/>
          <p14:tracePt t="28961" x="1589088" y="4852988"/>
          <p14:tracePt t="28977" x="1579563" y="4852988"/>
          <p14:tracePt t="28993" x="1560513" y="4852988"/>
          <p14:tracePt t="29010" x="1531938" y="4852988"/>
          <p14:tracePt t="29027" x="1503363" y="4852988"/>
          <p14:tracePt t="29043" x="1466850" y="4862513"/>
          <p14:tracePt t="29061" x="1419225" y="4862513"/>
          <p14:tracePt t="29077" x="1400175" y="4862513"/>
          <p14:tracePt t="29093" x="1390650" y="4862513"/>
          <p14:tracePt t="29110" x="1362075" y="4862513"/>
          <p14:tracePt t="29127" x="1323975" y="4872038"/>
          <p14:tracePt t="29143" x="1314450" y="4881563"/>
          <p14:tracePt t="29145" x="1304925" y="4881563"/>
          <p14:tracePt t="29162" x="1257300" y="4891088"/>
          <p14:tracePt t="29177" x="1230313" y="4900613"/>
          <p14:tracePt t="29194" x="1201738" y="4910138"/>
          <p14:tracePt t="29195" x="1192213" y="4910138"/>
          <p14:tracePt t="29210" x="1154113" y="4927600"/>
          <p14:tracePt t="29227" x="1116013" y="4937125"/>
          <p14:tracePt t="29229" x="1116013" y="4946650"/>
          <p14:tracePt t="29244" x="1068388" y="4946650"/>
          <p14:tracePt t="29260" x="1058863" y="4956175"/>
          <p14:tracePt t="29263" x="1039813" y="4965700"/>
          <p14:tracePt t="29276" x="1020763" y="4975225"/>
          <p14:tracePt t="29294" x="993775" y="4975225"/>
          <p14:tracePt t="29310" x="974725" y="4984750"/>
          <p14:tracePt t="29326" x="965200" y="4994275"/>
          <p14:tracePt t="29330" x="955675" y="5013325"/>
          <p14:tracePt t="29343" x="936625" y="5013325"/>
          <p14:tracePt t="29346" x="927100" y="5013325"/>
          <p14:tracePt t="29360" x="917575" y="5013325"/>
          <p14:tracePt t="29377" x="889000" y="5022850"/>
          <p14:tracePt t="29394" x="869950" y="5032375"/>
          <p14:tracePt t="29411" x="860425" y="5041900"/>
          <p14:tracePt t="29413" x="841375" y="5041900"/>
          <p14:tracePt t="29427" x="831850" y="5041900"/>
          <p14:tracePt t="29443" x="822325" y="5051425"/>
          <p14:tracePt t="29460" x="812800" y="5060950"/>
          <p14:tracePt t="29477" x="803275" y="5060950"/>
          <p14:tracePt t="29493" x="793750" y="5070475"/>
          <p14:tracePt t="29510" x="793750" y="5080000"/>
          <p14:tracePt t="29543" x="793750" y="5089525"/>
          <p14:tracePt t="29560" x="793750" y="5099050"/>
          <p14:tracePt t="29577" x="793750" y="5108575"/>
          <p14:tracePt t="29610" x="793750" y="5118100"/>
          <p14:tracePt t="29627" x="803275" y="5118100"/>
          <p14:tracePt t="29644" x="822325" y="5118100"/>
          <p14:tracePt t="29660" x="831850" y="5118100"/>
          <p14:tracePt t="29678" x="850900" y="5118100"/>
          <p14:tracePt t="29695" x="869950" y="5118100"/>
          <p14:tracePt t="29698" x="879475" y="5118100"/>
          <p14:tracePt t="29710" x="889000" y="5118100"/>
          <p14:tracePt t="29727" x="908050" y="5108575"/>
          <p14:tracePt t="29743" x="936625" y="5099050"/>
          <p14:tracePt t="29760" x="965200" y="5099050"/>
          <p14:tracePt t="29777" x="1012825" y="5099050"/>
          <p14:tracePt t="29780" x="1020763" y="5099050"/>
          <p14:tracePt t="29793" x="1049338" y="5099050"/>
          <p14:tracePt t="29796" x="1068388" y="5099050"/>
          <p14:tracePt t="29815" x="1116013" y="5108575"/>
          <p14:tracePt t="29819" x="1135063" y="5108575"/>
          <p14:tracePt t="29823" x="1154113" y="5108575"/>
          <p14:tracePt t="29827" x="1182688" y="5108575"/>
          <p14:tracePt t="29835" x="1239838" y="5118100"/>
          <p14:tracePt t="29845" x="1295400" y="5118100"/>
          <p14:tracePt t="29861" x="1409700" y="5118100"/>
          <p14:tracePt t="29876" x="1503363" y="5118100"/>
          <p14:tracePt t="29880" x="1560513" y="5118100"/>
          <p14:tracePt t="29894" x="1636713" y="5118100"/>
          <p14:tracePt t="29910" x="1768475" y="5118100"/>
          <p14:tracePt t="29927" x="1919288" y="5137150"/>
          <p14:tracePt t="29944" x="1985963" y="5137150"/>
          <p14:tracePt t="29968" x="2270125" y="5137150"/>
          <p14:tracePt t="29974" x="2373313" y="5137150"/>
          <p14:tracePt t="29982" x="2478088" y="5137150"/>
          <p14:tracePt t="29994" x="2609850" y="5137150"/>
          <p14:tracePt t="30011" x="2800350" y="5137150"/>
          <p14:tracePt t="30027" x="2960688" y="5137150"/>
          <p14:tracePt t="30044" x="3073400" y="5145088"/>
          <p14:tracePt t="30047" x="3092450" y="5145088"/>
          <p14:tracePt t="30060" x="3140075" y="5145088"/>
          <p14:tracePt t="30063" x="3168650" y="5145088"/>
          <p14:tracePt t="30077" x="3206750" y="5154613"/>
          <p14:tracePt t="30093" x="3254375" y="5154613"/>
          <p14:tracePt t="30110" x="3281363" y="5154613"/>
          <p14:tracePt t="30128" x="3309938" y="5154613"/>
          <p14:tracePt t="30144" x="3319463" y="5154613"/>
          <p14:tracePt t="30160" x="3338513" y="5154613"/>
          <p14:tracePt t="30182" x="3348038" y="5154613"/>
          <p14:tracePt t="30290" x="3338513" y="5154613"/>
          <p14:tracePt t="30300" x="3328988" y="5154613"/>
          <p14:tracePt t="30310" x="3319463" y="5154613"/>
          <p14:tracePt t="30328" x="3290888" y="5154613"/>
          <p14:tracePt t="30344" x="3263900" y="5154613"/>
          <p14:tracePt t="30347" x="3254375" y="5154613"/>
          <p14:tracePt t="30349" x="3244850" y="5154613"/>
          <p14:tracePt t="30359" x="3225800" y="5154613"/>
          <p14:tracePt t="30377" x="3168650" y="5154613"/>
          <p14:tracePt t="30413" x="3092450" y="5154613"/>
          <p14:tracePt t="30427" x="3073400" y="5164138"/>
          <p14:tracePt t="30443" x="3063875" y="5164138"/>
          <p14:tracePt t="30461" x="3027363" y="5164138"/>
          <p14:tracePt t="30477" x="3027363" y="5173663"/>
          <p14:tracePt t="30548" x="3046413" y="5173663"/>
          <p14:tracePt t="30559" x="3054350" y="5173663"/>
          <p14:tracePt t="30562" x="3063875" y="5173663"/>
          <p14:tracePt t="30577" x="3073400" y="5173663"/>
          <p14:tracePt t="30595" x="3092450" y="5173663"/>
          <p14:tracePt t="30610" x="3111500" y="5173663"/>
          <p14:tracePt t="30643" x="3149600" y="5173663"/>
          <p14:tracePt t="30660" x="3159125" y="5173663"/>
          <p14:tracePt t="30663" x="3168650" y="5173663"/>
          <p14:tracePt t="30677" x="3178175" y="5183188"/>
          <p14:tracePt t="30695" x="3187700" y="5183188"/>
          <p14:tracePt t="30709" x="3187700" y="5192713"/>
          <p14:tracePt t="30726" x="3187700" y="5202238"/>
          <p14:tracePt t="30744" x="3187700" y="5211763"/>
          <p14:tracePt t="30759" x="3187700" y="5221288"/>
          <p14:tracePt t="30777" x="3178175" y="5230813"/>
          <p14:tracePt t="30810" x="3159125" y="5240338"/>
          <p14:tracePt t="30826" x="3140075" y="5240338"/>
          <p14:tracePt t="30844" x="3121025" y="5268913"/>
          <p14:tracePt t="30860" x="3111500" y="5278438"/>
          <p14:tracePt t="30876" x="3101975" y="5287963"/>
          <p14:tracePt t="30880" x="3092450" y="5287963"/>
          <p14:tracePt t="30893" x="3082925" y="5297488"/>
          <p14:tracePt t="30910" x="3063875" y="5307013"/>
          <p14:tracePt t="30926" x="3063875" y="5316538"/>
          <p14:tracePt t="30945" x="3054350" y="5326063"/>
          <p14:tracePt t="30946" x="3036888" y="5335588"/>
          <p14:tracePt t="30960" x="3027363" y="5354638"/>
          <p14:tracePt t="30977" x="3017838" y="5354638"/>
          <p14:tracePt t="30982" x="3008313" y="5364163"/>
          <p14:tracePt t="30993" x="2998788" y="5372100"/>
          <p14:tracePt t="31016" x="2989263" y="5372100"/>
          <p14:tracePt t="31027" x="2979738" y="5372100"/>
          <p14:tracePt t="31043" x="2970213" y="5381625"/>
          <p14:tracePt t="31061" x="2941638" y="5391150"/>
          <p14:tracePt t="31093" x="2941638" y="5400675"/>
          <p14:tracePt t="31111" x="2932113" y="5400675"/>
          <p14:tracePt t="31126" x="2922588" y="5410200"/>
          <p14:tracePt t="31152" x="2913063" y="5410200"/>
          <p14:tracePt t="31163" x="2913063" y="5419725"/>
          <p14:tracePt t="31177" x="2903538" y="5419725"/>
          <p14:tracePt t="31211" x="2894013" y="5429250"/>
          <p14:tracePt t="31227" x="2884488" y="5429250"/>
          <p14:tracePt t="31243" x="2874963" y="5429250"/>
          <p14:tracePt t="31260" x="2865438" y="5429250"/>
          <p14:tracePt t="31276" x="2855913" y="5429250"/>
          <p14:tracePt t="31294" x="2836863" y="5429250"/>
          <p14:tracePt t="31310" x="2827338" y="5429250"/>
          <p14:tracePt t="31327" x="2819400" y="5429250"/>
          <p14:tracePt t="31343" x="2809875" y="5429250"/>
          <p14:tracePt t="31360" x="2790825" y="5429250"/>
          <p14:tracePt t="31365" x="2781300" y="5429250"/>
          <p14:tracePt t="31377" x="2771775" y="5419725"/>
          <p14:tracePt t="31395" x="2762250" y="5419725"/>
          <p14:tracePt t="31410" x="2752725" y="5400675"/>
          <p14:tracePt t="31427" x="2743200" y="5391150"/>
          <p14:tracePt t="31430" x="2733675" y="5381625"/>
          <p14:tracePt t="31443" x="2724150" y="5381625"/>
          <p14:tracePt t="31447" x="2724150" y="5372100"/>
          <p14:tracePt t="31460" x="2705100" y="5372100"/>
          <p14:tracePt t="31476" x="2695575" y="5345113"/>
          <p14:tracePt t="31493" x="2686050" y="5335588"/>
          <p14:tracePt t="31510" x="2676525" y="5316538"/>
          <p14:tracePt t="31526" x="2676525" y="5307013"/>
          <p14:tracePt t="31543" x="2667000" y="5297488"/>
          <p14:tracePt t="31560" x="2657475" y="5259388"/>
          <p14:tracePt t="31576" x="2657475" y="5240338"/>
          <p14:tracePt t="31593" x="2657475" y="5230813"/>
          <p14:tracePt t="31595" x="2657475" y="5221288"/>
          <p14:tracePt t="31597" x="2657475" y="5211763"/>
          <p14:tracePt t="31612" x="2657475" y="5192713"/>
          <p14:tracePt t="31626" x="2657475" y="5183188"/>
          <p14:tracePt t="31644" x="2657475" y="5154613"/>
          <p14:tracePt t="31660" x="2657475" y="5127625"/>
          <p14:tracePt t="31676" x="2667000" y="5099050"/>
          <p14:tracePt t="31694" x="2676525" y="5080000"/>
          <p14:tracePt t="31709" x="2676525" y="5070475"/>
          <p14:tracePt t="31714" x="2686050" y="5060950"/>
          <p14:tracePt t="31726" x="2686050" y="5051425"/>
          <p14:tracePt t="31744" x="2686050" y="5041900"/>
          <p14:tracePt t="31745" x="2695575" y="5032375"/>
          <p14:tracePt t="31759" x="2714625" y="5013325"/>
          <p14:tracePt t="31777" x="2743200" y="4994275"/>
          <p14:tracePt t="31793" x="2752725" y="4984750"/>
          <p14:tracePt t="31795" x="2752725" y="4975225"/>
          <p14:tracePt t="31809" x="2762250" y="4965700"/>
          <p14:tracePt t="31827" x="2781300" y="4956175"/>
          <p14:tracePt t="31843" x="2809875" y="4946650"/>
          <p14:tracePt t="31860" x="2827338" y="4927600"/>
          <p14:tracePt t="31877" x="2846388" y="4927600"/>
          <p14:tracePt t="31893" x="2884488" y="4927600"/>
          <p14:tracePt t="31895" x="2894013" y="4927600"/>
          <p14:tracePt t="31910" x="2913063" y="4927600"/>
          <p14:tracePt t="31927" x="2951163" y="4937125"/>
          <p14:tracePt t="31943" x="2998788" y="4946650"/>
          <p14:tracePt t="31961" x="3046413" y="4965700"/>
          <p14:tracePt t="31993" x="3092450" y="4994275"/>
          <p14:tracePt t="32011" x="3121025" y="5013325"/>
          <p14:tracePt t="32015" x="3130550" y="5013325"/>
          <p14:tracePt t="32026" x="3140075" y="5022850"/>
          <p14:tracePt t="32043" x="3159125" y="5041900"/>
          <p14:tracePt t="32045" x="3159125" y="5051425"/>
          <p14:tracePt t="32060" x="3168650" y="5070475"/>
          <p14:tracePt t="32076" x="3178175" y="5080000"/>
          <p14:tracePt t="32093" x="3187700" y="5118100"/>
          <p14:tracePt t="32110" x="3187700" y="5145088"/>
          <p14:tracePt t="32111" x="3187700" y="5154613"/>
          <p14:tracePt t="32126" x="3187700" y="5192713"/>
          <p14:tracePt t="32144" x="3187700" y="5211763"/>
          <p14:tracePt t="32160" x="3187700" y="5230813"/>
          <p14:tracePt t="32163" x="3187700" y="5240338"/>
          <p14:tracePt t="32194" x="3178175" y="5287963"/>
          <p14:tracePt t="32210" x="3178175" y="5326063"/>
          <p14:tracePt t="32226" x="3159125" y="5354638"/>
          <p14:tracePt t="32245" x="3149600" y="5372100"/>
          <p14:tracePt t="32248" x="3149600" y="5381625"/>
          <p14:tracePt t="32259" x="3140075" y="5391150"/>
          <p14:tracePt t="32263" x="3130550" y="5400675"/>
          <p14:tracePt t="32276" x="3121025" y="5410200"/>
          <p14:tracePt t="32293" x="3101975" y="5438775"/>
          <p14:tracePt t="32310" x="3082925" y="5457825"/>
          <p14:tracePt t="32326" x="3054350" y="5476875"/>
          <p14:tracePt t="32343" x="3036888" y="5476875"/>
          <p14:tracePt t="32346" x="3027363" y="5486400"/>
          <p14:tracePt t="32359" x="3017838" y="5495925"/>
          <p14:tracePt t="32376" x="2989263" y="5505450"/>
          <p14:tracePt t="32394" x="2951163" y="5505450"/>
          <p14:tracePt t="32410" x="2922588" y="5524500"/>
          <p14:tracePt t="32428" x="2884488" y="5524500"/>
          <p14:tracePt t="32430" x="2874963" y="5524500"/>
          <p14:tracePt t="32443" x="2855913" y="5524500"/>
          <p14:tracePt t="32446" x="2846388" y="5524500"/>
          <p14:tracePt t="32460" x="2819400" y="5524500"/>
          <p14:tracePt t="32476" x="2781300" y="5514975"/>
          <p14:tracePt t="32494" x="2752725" y="5505450"/>
          <p14:tracePt t="32511" x="2714625" y="5495925"/>
          <p14:tracePt t="32526" x="2705100" y="5495925"/>
          <p14:tracePt t="32530" x="2695575" y="5486400"/>
          <p14:tracePt t="32544" x="2686050" y="5486400"/>
          <p14:tracePt t="32546" x="2676525" y="5486400"/>
          <p14:tracePt t="32560" x="2667000" y="5476875"/>
          <p14:tracePt t="32577" x="2647950" y="5467350"/>
          <p14:tracePt t="32593" x="2628900" y="5457825"/>
          <p14:tracePt t="32612" x="2609850" y="5419725"/>
          <p14:tracePt t="32627" x="2609850" y="5410200"/>
          <p14:tracePt t="32629" x="2600325" y="5410200"/>
          <p14:tracePt t="32643" x="2592388" y="5400675"/>
          <p14:tracePt t="32659" x="2592388" y="5372100"/>
          <p14:tracePt t="32693" x="2582863" y="5335588"/>
          <p14:tracePt t="32710" x="2582863" y="5316538"/>
          <p14:tracePt t="32713" x="2582863" y="5307013"/>
          <p14:tracePt t="32727" x="2582863" y="5297488"/>
          <p14:tracePt t="32743" x="2582863" y="5268913"/>
          <p14:tracePt t="32760" x="2582863" y="5249863"/>
          <p14:tracePt t="32795" x="2600325" y="5211763"/>
          <p14:tracePt t="32810" x="2609850" y="5202238"/>
          <p14:tracePt t="32827" x="2609850" y="5173663"/>
          <p14:tracePt t="32843" x="2638425" y="5154613"/>
          <p14:tracePt t="32860" x="2647950" y="5145088"/>
          <p14:tracePt t="32879" x="2676525" y="5127625"/>
          <p14:tracePt t="32893" x="2676525" y="5118100"/>
          <p14:tracePt t="32896" x="2686050" y="5118100"/>
          <p14:tracePt t="32898" x="2686050" y="5108575"/>
          <p14:tracePt t="32910" x="2695575" y="5108575"/>
          <p14:tracePt t="32926" x="2733675" y="5089525"/>
          <p14:tracePt t="32943" x="2752725" y="5070475"/>
          <p14:tracePt t="32960" x="2781300" y="5060950"/>
          <p14:tracePt t="32977" x="2790825" y="5060950"/>
          <p14:tracePt t="32979" x="2809875" y="5060950"/>
          <p14:tracePt t="32993" x="2819400" y="5051425"/>
          <p14:tracePt t="32996" x="2827338" y="5051425"/>
          <p14:tracePt t="33014" x="2846388" y="5051425"/>
          <p14:tracePt t="33020" x="2855913" y="5051425"/>
          <p14:tracePt t="33028" x="2865438" y="5051425"/>
          <p14:tracePt t="33044" x="2884488" y="5051425"/>
          <p14:tracePt t="33046" x="2894013" y="5051425"/>
          <p14:tracePt t="33061" x="2913063" y="5051425"/>
          <p14:tracePt t="33076" x="2922588" y="5051425"/>
          <p14:tracePt t="33080" x="2932113" y="5051425"/>
          <p14:tracePt t="33093" x="2941638" y="5051425"/>
          <p14:tracePt t="33111" x="2970213" y="5051425"/>
          <p14:tracePt t="33127" x="2989263" y="5051425"/>
          <p14:tracePt t="33143" x="2998788" y="5051425"/>
          <p14:tracePt t="33160" x="3017838" y="5051425"/>
          <p14:tracePt t="33162" x="3027363" y="5051425"/>
          <p14:tracePt t="33176" x="3054350" y="5051425"/>
          <p14:tracePt t="33193" x="3073400" y="5060950"/>
          <p14:tracePt t="33210" x="3101975" y="5070475"/>
          <p14:tracePt t="33213" x="3111500" y="5070475"/>
          <p14:tracePt t="33227" x="3140075" y="5080000"/>
          <p14:tracePt t="33244" x="3159125" y="5089525"/>
          <p14:tracePt t="33260" x="3168650" y="5099050"/>
          <p14:tracePt t="33263" x="3178175" y="5099050"/>
          <p14:tracePt t="33276" x="3187700" y="5118100"/>
          <p14:tracePt t="33293" x="3216275" y="5127625"/>
          <p14:tracePt t="33309" x="3225800" y="5127625"/>
          <p14:tracePt t="33329" x="3254375" y="5127625"/>
          <p14:tracePt t="33343" x="3254375" y="5137150"/>
          <p14:tracePt t="33359" x="3273425" y="5145088"/>
          <p14:tracePt t="33376" x="3300413" y="5145088"/>
          <p14:tracePt t="33393" x="3319463" y="5154613"/>
          <p14:tracePt t="33410" x="3328988" y="5154613"/>
          <p14:tracePt t="33411" x="3338513" y="5154613"/>
          <p14:tracePt t="33414" x="3348038" y="5154613"/>
          <p14:tracePt t="33426" x="3357563" y="5154613"/>
          <p14:tracePt t="33428" x="3386138" y="5154613"/>
          <p14:tracePt t="33443" x="3395663" y="5154613"/>
          <p14:tracePt t="33459" x="3443288" y="5164138"/>
          <p14:tracePt t="33477" x="3498850" y="5164138"/>
          <p14:tracePt t="33493" x="3565525" y="5164138"/>
          <p14:tracePt t="33495" x="3584575" y="5164138"/>
          <p14:tracePt t="33510" x="3622675" y="5164138"/>
          <p14:tracePt t="33527" x="3651250" y="5164138"/>
          <p14:tracePt t="33529" x="3679825" y="5164138"/>
          <p14:tracePt t="33543" x="3708400" y="5154613"/>
          <p14:tracePt t="33561" x="3754438" y="5154613"/>
          <p14:tracePt t="33577" x="3783013" y="5145088"/>
          <p14:tracePt t="33593" x="3849688" y="5137150"/>
          <p14:tracePt t="33612" x="3906838" y="5127625"/>
          <p14:tracePt t="33643" x="3962400" y="5127625"/>
          <p14:tracePt t="33660" x="4000500" y="5127625"/>
          <p14:tracePt t="33662" x="4010025" y="5127625"/>
          <p14:tracePt t="33676" x="4029075" y="5127625"/>
          <p14:tracePt t="33694" x="4048125" y="5127625"/>
          <p14:tracePt t="33710" x="4057650" y="5127625"/>
          <p14:tracePt t="33713" x="4076700" y="5127625"/>
          <p14:tracePt t="33726" x="4095750" y="5127625"/>
          <p14:tracePt t="33743" x="4114800" y="5127625"/>
          <p14:tracePt t="33759" x="4143375" y="5127625"/>
          <p14:tracePt t="33778" x="4179888" y="5127625"/>
          <p14:tracePt t="33796" x="4189413" y="5127625"/>
          <p14:tracePt t="33809" x="4208463" y="5127625"/>
          <p14:tracePt t="33827" x="4217988" y="5127625"/>
          <p14:tracePt t="33843" x="4227513" y="5127625"/>
          <p14:tracePt t="34393" x="4246563" y="5127625"/>
          <p14:tracePt t="34403" x="4275138" y="5127625"/>
          <p14:tracePt t="34418" x="4341813" y="5127625"/>
          <p14:tracePt t="34425" x="4389438" y="5127625"/>
          <p14:tracePt t="34436" x="4435475" y="5137150"/>
          <p14:tracePt t="34443" x="4483100" y="5137150"/>
          <p14:tracePt t="34459" x="4597400" y="5164138"/>
          <p14:tracePt t="34476" x="4700588" y="5183188"/>
          <p14:tracePt t="34480" x="4729163" y="5183188"/>
          <p14:tracePt t="34493" x="4814888" y="5192713"/>
          <p14:tracePt t="34495" x="4833938" y="5192713"/>
          <p14:tracePt t="34510" x="4879975" y="5192713"/>
          <p14:tracePt t="34512" x="4908550" y="5192713"/>
          <p14:tracePt t="34515" x="4927600" y="5192713"/>
          <p14:tracePt t="34527" x="4956175" y="5192713"/>
          <p14:tracePt t="34543" x="5032375" y="5192713"/>
          <p14:tracePt t="34560" x="5106988" y="5192713"/>
          <p14:tracePt t="34576" x="5154613" y="5192713"/>
          <p14:tracePt t="34595" x="5211763" y="5202238"/>
          <p14:tracePt t="34610" x="5230813" y="5202238"/>
          <p14:tracePt t="34626" x="5287963" y="5221288"/>
          <p14:tracePt t="34643" x="5314950" y="5221288"/>
          <p14:tracePt t="34659" x="5324475" y="5221288"/>
          <p14:tracePt t="34662" x="5353050" y="5221288"/>
          <p14:tracePt t="34677" x="5362575" y="5221288"/>
          <p14:tracePt t="34693" x="5372100" y="5221288"/>
          <p14:tracePt t="34697" x="5381625" y="5221288"/>
          <p14:tracePt t="34709" x="5391150" y="5221288"/>
          <p14:tracePt t="34728" x="5410200" y="5221288"/>
          <p14:tracePt t="34761" x="5429250" y="5221288"/>
          <p14:tracePt t="34776" x="5438775" y="5211763"/>
          <p14:tracePt t="34779" x="5448300" y="5211763"/>
          <p14:tracePt t="34810" x="5457825" y="5211763"/>
          <p14:tracePt t="34826" x="5467350" y="5211763"/>
          <p14:tracePt t="34906" x="5467350" y="5202238"/>
          <p14:tracePt t="34960" x="5467350" y="5192713"/>
          <p14:tracePt t="35006" x="5467350" y="5183188"/>
          <p14:tracePt t="35082" x="5467350" y="5173663"/>
          <p14:tracePt t="35226" x="5476875" y="5173663"/>
          <p14:tracePt t="35520" x="5467350" y="5173663"/>
          <p14:tracePt t="35528" x="5457825" y="5173663"/>
          <p14:tracePt t="35539" x="5448300" y="5173663"/>
          <p14:tracePt t="35549" x="5438775" y="5173663"/>
          <p14:tracePt t="35564" x="5429250" y="5173663"/>
          <p14:tracePt t="35566" x="5419725" y="5173663"/>
          <p14:tracePt t="35576" x="5410200" y="5173663"/>
          <p14:tracePt t="35593" x="5400675" y="5173663"/>
          <p14:tracePt t="35595" x="5391150" y="5173663"/>
          <p14:tracePt t="35611" x="5372100" y="5173663"/>
          <p14:tracePt t="35626" x="5362575" y="5173663"/>
          <p14:tracePt t="35643" x="5334000" y="5173663"/>
          <p14:tracePt t="35659" x="5314950" y="5173663"/>
          <p14:tracePt t="35676" x="5297488" y="5173663"/>
          <p14:tracePt t="35693" x="5287963" y="5173663"/>
          <p14:tracePt t="35709" x="5278438" y="5173663"/>
          <p14:tracePt t="35727" x="5259388" y="5164138"/>
          <p14:tracePt t="35748" x="5249863" y="5154613"/>
          <p14:tracePt t="35777" x="5249863" y="5145088"/>
          <p14:tracePt t="35809" x="5249863" y="5137150"/>
          <p14:tracePt t="35832" x="5249863" y="5127625"/>
          <p14:tracePt t="35842" x="5268913" y="5127625"/>
          <p14:tracePt t="35859" x="5278438" y="5127625"/>
          <p14:tracePt t="35863" x="5287963" y="5127625"/>
          <p14:tracePt t="35876" x="5287963" y="5118100"/>
          <p14:tracePt t="35877" x="5297488" y="5118100"/>
          <p14:tracePt t="35909" x="5314950" y="5108575"/>
          <p14:tracePt t="35926" x="5324475" y="5108575"/>
          <p14:tracePt t="35942" x="5334000" y="5108575"/>
          <p14:tracePt t="35944" x="5353050" y="5108575"/>
          <p14:tracePt t="35961" x="5362575" y="5108575"/>
          <p14:tracePt t="35963" x="5372100" y="5108575"/>
          <p14:tracePt t="35976" x="5381625" y="5108575"/>
          <p14:tracePt t="35993" x="5391150" y="5099050"/>
          <p14:tracePt t="36009" x="5410200" y="5099050"/>
          <p14:tracePt t="36045" x="5438775" y="5099050"/>
          <p14:tracePt t="36059" x="5448300" y="5099050"/>
          <p14:tracePt t="36076" x="5457825" y="5099050"/>
          <p14:tracePt t="36093" x="5467350" y="5099050"/>
          <p14:tracePt t="36110" x="5476875" y="5099050"/>
          <p14:tracePt t="36153" x="5486400" y="5099050"/>
          <p14:tracePt t="36176" x="5495925" y="5099050"/>
          <p14:tracePt t="36200" x="5514975" y="5099050"/>
          <p14:tracePt t="36375" x="5524500" y="5099050"/>
          <p14:tracePt t="36439" x="5532438" y="5099050"/>
          <p14:tracePt t="36464" x="5541963" y="5099050"/>
          <p14:tracePt t="36479" x="5541963" y="5089525"/>
          <p14:tracePt t="36493" x="5551488" y="5089525"/>
          <p14:tracePt t="36495" x="5561013" y="5080000"/>
          <p14:tracePt t="36509" x="5580063" y="5080000"/>
          <p14:tracePt t="36527" x="5618163" y="5060950"/>
          <p14:tracePt t="36543" x="5646738" y="5060950"/>
          <p14:tracePt t="36546" x="5656263" y="5060950"/>
          <p14:tracePt t="36561" x="5703888" y="5051425"/>
          <p14:tracePt t="36576" x="5713413" y="5051425"/>
          <p14:tracePt t="36580" x="5722938" y="5051425"/>
          <p14:tracePt t="36593" x="5732463" y="5041900"/>
          <p14:tracePt t="36610" x="5768975" y="5041900"/>
          <p14:tracePt t="36625" x="5778500" y="5041900"/>
          <p14:tracePt t="36643" x="5797550" y="5041900"/>
          <p14:tracePt t="36644" x="5807075" y="5041900"/>
          <p14:tracePt t="36660" x="5826125" y="5041900"/>
          <p14:tracePt t="36680" x="5845175" y="5041900"/>
          <p14:tracePt t="36709" x="5864225" y="5041900"/>
          <p14:tracePt t="36726" x="5883275" y="5041900"/>
          <p14:tracePt t="36743" x="5892800" y="5041900"/>
          <p14:tracePt t="36792" x="5902325" y="5041900"/>
          <p14:tracePt t="36889" x="5902325" y="5051425"/>
          <p14:tracePt t="36918" x="5902325" y="5070475"/>
          <p14:tracePt t="36929" x="5892800" y="5070475"/>
          <p14:tracePt t="36943" x="5892800" y="5080000"/>
          <p14:tracePt t="36946" x="5883275" y="5080000"/>
          <p14:tracePt t="36959" x="5873750" y="5080000"/>
          <p14:tracePt t="36977" x="5854700" y="5089525"/>
          <p14:tracePt t="36993" x="5835650" y="5099050"/>
          <p14:tracePt t="37027" x="5816600" y="5099050"/>
          <p14:tracePt t="37138" x="5826125" y="5099050"/>
          <p14:tracePt t="37171" x="5845175" y="5099050"/>
          <p14:tracePt t="37185" x="5854700" y="5099050"/>
          <p14:tracePt t="37193" x="5864225" y="5099050"/>
          <p14:tracePt t="37210" x="5873750" y="5099050"/>
          <p14:tracePt t="37213" x="5883275" y="5099050"/>
          <p14:tracePt t="37226" x="5892800" y="5099050"/>
          <p14:tracePt t="37243" x="5911850" y="5099050"/>
          <p14:tracePt t="37259" x="5940425" y="5099050"/>
          <p14:tracePt t="37276" x="5949950" y="5099050"/>
          <p14:tracePt t="37278" x="5959475" y="5099050"/>
          <p14:tracePt t="37293" x="5978525" y="5099050"/>
          <p14:tracePt t="37309" x="5995988" y="5089525"/>
          <p14:tracePt t="37327" x="6024563" y="5080000"/>
          <p14:tracePt t="37342" x="6043613" y="5060950"/>
          <p14:tracePt t="37359" x="6053138" y="5060950"/>
          <p14:tracePt t="37363" x="6062663" y="5060950"/>
          <p14:tracePt t="37392" x="6072188" y="5060950"/>
          <p14:tracePt t="37473" x="6062663" y="5060950"/>
          <p14:tracePt t="37479" x="6053138" y="5060950"/>
          <p14:tracePt t="37492" x="6043613" y="5060950"/>
          <p14:tracePt t="37509" x="6024563" y="5070475"/>
          <p14:tracePt t="37526" x="6005513" y="5080000"/>
          <p14:tracePt t="37528" x="5995988" y="5080000"/>
          <p14:tracePt t="37545" x="5978525" y="5080000"/>
          <p14:tracePt t="37559" x="5969000" y="5080000"/>
          <p14:tracePt t="37563" x="5959475" y="5080000"/>
          <p14:tracePt t="37593" x="5949950" y="5080000"/>
          <p14:tracePt t="37675" x="5959475" y="5060950"/>
          <p14:tracePt t="37692" x="5969000" y="5060950"/>
          <p14:tracePt t="37711" x="5995988" y="5041900"/>
          <p14:tracePt t="37726" x="6043613" y="5041900"/>
          <p14:tracePt t="37742" x="6110288" y="5022850"/>
          <p14:tracePt t="37760" x="6242050" y="4965700"/>
          <p14:tracePt t="37777" x="6394450" y="4927600"/>
          <p14:tracePt t="37793" x="6545263" y="4881563"/>
          <p14:tracePt t="37809" x="6602413" y="4862513"/>
          <p14:tracePt t="37812" x="6677025" y="4843463"/>
          <p14:tracePt t="37827" x="6791325" y="4814888"/>
          <p14:tracePt t="37842" x="6886575" y="4795838"/>
          <p14:tracePt t="37859" x="6989763" y="4776788"/>
          <p14:tracePt t="37876" x="7085013" y="4748213"/>
          <p14:tracePt t="37892" x="7140575" y="4729163"/>
          <p14:tracePt t="37909" x="7169150" y="4719638"/>
          <p14:tracePt t="37912" x="7188200" y="4719638"/>
          <p14:tracePt t="37914" x="7197725" y="4719638"/>
          <p14:tracePt t="37926" x="7235825" y="4719638"/>
          <p14:tracePt t="37929" x="7254875" y="4719638"/>
          <p14:tracePt t="37942" x="7273925" y="4719638"/>
          <p14:tracePt t="37959" x="7321550" y="4719638"/>
          <p14:tracePt t="37976" x="7348538" y="4719638"/>
          <p14:tracePt t="37995" x="7367588" y="4719638"/>
          <p14:tracePt t="38027" x="7377113" y="4719638"/>
          <p14:tracePt t="38186" x="7367588" y="4719638"/>
          <p14:tracePt t="38196" x="7358063" y="4719638"/>
          <p14:tracePt t="38216" x="7348538" y="4719638"/>
          <p14:tracePt t="38226" x="7339013" y="4719638"/>
          <p14:tracePt t="38231" x="7331075" y="4719638"/>
          <p14:tracePt t="38243" x="7302500" y="4729163"/>
          <p14:tracePt t="38259" x="7283450" y="4738688"/>
          <p14:tracePt t="38262" x="7273925" y="4738688"/>
          <p14:tracePt t="38277" x="7245350" y="4738688"/>
          <p14:tracePt t="38292" x="7188200" y="4748213"/>
          <p14:tracePt t="38309" x="7056438" y="4767263"/>
          <p14:tracePt t="38327" x="6762750" y="4767263"/>
          <p14:tracePt t="38343" x="6384925" y="4786313"/>
          <p14:tracePt t="38344" x="6308725" y="4786313"/>
          <p14:tracePt t="38359" x="5741988" y="4833938"/>
          <p14:tracePt t="38363" x="5637213" y="4833938"/>
          <p14:tracePt t="38377" x="4870450" y="4900613"/>
          <p14:tracePt t="38392" x="4511675" y="4965700"/>
          <p14:tracePt t="38396" x="4275138" y="4984750"/>
          <p14:tracePt t="38397" x="4179888" y="4994275"/>
          <p14:tracePt t="38409" x="3887788" y="5041900"/>
          <p14:tracePt t="38426" x="3414713" y="5164138"/>
          <p14:tracePt t="38444" x="3111500" y="5240338"/>
          <p14:tracePt t="38459" x="2979738" y="5278438"/>
          <p14:tracePt t="38477" x="2913063" y="5307013"/>
          <p14:tracePt t="38492" x="2903538" y="5316538"/>
          <p14:tracePt t="38509" x="2903538" y="5326063"/>
          <p14:tracePt t="38526" x="2913063" y="5326063"/>
          <p14:tracePt t="38543" x="2932113" y="5326063"/>
          <p14:tracePt t="38579" x="2941638" y="5326063"/>
          <p14:tracePt t="38592" x="2960688" y="5326063"/>
          <p14:tracePt t="38610" x="2989263" y="5326063"/>
          <p14:tracePt t="38625" x="2998788" y="5326063"/>
          <p14:tracePt t="38643" x="3017838" y="5326063"/>
          <p14:tracePt t="38676" x="3027363" y="5326063"/>
          <p14:tracePt t="38692" x="3036888" y="5326063"/>
          <p14:tracePt t="38744" x="3046413" y="5326063"/>
          <p14:tracePt t="38759" x="3054350" y="5326063"/>
          <p14:tracePt t="38776" x="3063875" y="5326063"/>
          <p14:tracePt t="38792" x="3073400" y="5326063"/>
          <p14:tracePt t="38809" x="3073400" y="5316538"/>
          <p14:tracePt t="38964" x="3063875" y="5316538"/>
          <p14:tracePt t="38982" x="3054350" y="5326063"/>
          <p14:tracePt t="38994" x="3046413" y="5326063"/>
          <p14:tracePt t="39010" x="3027363" y="5335588"/>
          <p14:tracePt t="39026" x="3008313" y="5335588"/>
          <p14:tracePt t="39043" x="2960688" y="5354638"/>
          <p14:tracePt t="39059" x="2922588" y="5364163"/>
          <p14:tracePt t="39075" x="2865438" y="5372100"/>
          <p14:tracePt t="39093" x="2819400" y="5400675"/>
          <p14:tracePt t="39095" x="2809875" y="5410200"/>
          <p14:tracePt t="39109" x="2781300" y="5419725"/>
          <p14:tracePt t="39113" x="2762250" y="5419725"/>
          <p14:tracePt t="39115" x="2752725" y="5419725"/>
          <p14:tracePt t="39126" x="2724150" y="5429250"/>
          <p14:tracePt t="39143" x="2638425" y="5448300"/>
          <p14:tracePt t="39160" x="2563813" y="5467350"/>
          <p14:tracePt t="39176" x="2487613" y="5467350"/>
          <p14:tracePt t="39193" x="2439988" y="5476875"/>
          <p14:tracePt t="39196" x="2392363" y="5476875"/>
          <p14:tracePt t="39209" x="2336800" y="5495925"/>
          <p14:tracePt t="39226" x="2260600" y="5514975"/>
          <p14:tracePt t="39228" x="2241550" y="5514975"/>
          <p14:tracePt t="39242" x="2165350" y="5524500"/>
          <p14:tracePt t="39259" x="2100263" y="5534025"/>
          <p14:tracePt t="39262" x="2090738" y="5534025"/>
          <p14:tracePt t="39277" x="2033588" y="5543550"/>
          <p14:tracePt t="39292" x="1985963" y="5543550"/>
          <p14:tracePt t="39309" x="1919288" y="5553075"/>
          <p14:tracePt t="39326" x="1873250" y="5553075"/>
          <p14:tracePt t="39328" x="1863725" y="5553075"/>
          <p14:tracePt t="39342" x="1844675" y="5562600"/>
          <p14:tracePt t="39345" x="1825625" y="5562600"/>
          <p14:tracePt t="39359" x="1768475" y="5562600"/>
          <p14:tracePt t="39362" x="1749425" y="5562600"/>
          <p14:tracePt t="39364" x="1739900" y="5562600"/>
          <p14:tracePt t="39376" x="1720850" y="5562600"/>
          <p14:tracePt t="39393" x="1646238" y="5572125"/>
          <p14:tracePt t="39409" x="1598613" y="5572125"/>
          <p14:tracePt t="39412" x="1589088" y="5572125"/>
          <p14:tracePt t="39426" x="1560513" y="5572125"/>
          <p14:tracePt t="39428" x="1550988" y="5572125"/>
          <p14:tracePt t="39442" x="1522413" y="5572125"/>
          <p14:tracePt t="39444" x="1503363" y="5572125"/>
          <p14:tracePt t="39459" x="1474788" y="5572125"/>
          <p14:tracePt t="39476" x="1438275" y="5572125"/>
          <p14:tracePt t="39492" x="1409700" y="5572125"/>
          <p14:tracePt t="39509" x="1400175" y="5572125"/>
          <p14:tracePt t="39510" x="1390650" y="5572125"/>
          <p14:tracePt t="39526" x="1371600" y="5572125"/>
          <p14:tracePt t="39542" x="1343025" y="5572125"/>
          <p14:tracePt t="39559" x="1333500" y="5572125"/>
          <p14:tracePt t="39575" x="1314450" y="5572125"/>
          <p14:tracePt t="39593" x="1304925" y="5572125"/>
          <p14:tracePt t="39626" x="1295400" y="5572125"/>
          <p14:tracePt t="39643" x="1285875" y="5572125"/>
          <p14:tracePt t="39660" x="1276350" y="5572125"/>
          <p14:tracePt t="39676" x="1276350" y="5562600"/>
          <p14:tracePt t="40232" x="1285875" y="5562600"/>
          <p14:tracePt t="40250" x="1295400" y="5562600"/>
          <p14:tracePt t="40315" x="1304925" y="5562600"/>
          <p14:tracePt t="40334" x="1314450" y="5562600"/>
          <p14:tracePt t="40371" x="1323975" y="5562600"/>
          <p14:tracePt t="40435" x="1333500" y="5553075"/>
          <p14:tracePt t="40454" x="1343025" y="5553075"/>
          <p14:tracePt t="40491" x="1362075" y="5553075"/>
          <p14:tracePt t="40510" x="1371600" y="5553075"/>
          <p14:tracePt t="40538" x="1371600" y="5543550"/>
          <p14:tracePt t="40593" x="1371600" y="5534025"/>
          <p14:tracePt t="40612" x="1371600" y="5524500"/>
          <p14:tracePt t="40769" x="1352550" y="5524500"/>
          <p14:tracePt t="40809" x="1343025" y="5524500"/>
          <p14:tracePt t="40826" x="1333500" y="5524500"/>
          <p14:tracePt t="40862" x="1333500" y="5534025"/>
          <p14:tracePt t="40880" x="1333500" y="5543550"/>
          <p14:tracePt t="40892" x="1323975" y="5543550"/>
          <p14:tracePt t="40918" x="1314450" y="5543550"/>
          <p14:tracePt t="40928" x="1314450" y="5553075"/>
          <p14:tracePt t="40942" x="1304925" y="5553075"/>
          <p14:tracePt t="40959" x="1304925" y="5562600"/>
          <p14:tracePt t="40976" x="1295400" y="5572125"/>
          <p14:tracePt t="40993" x="1285875" y="5572125"/>
          <p14:tracePt t="41009" x="1285875" y="5581650"/>
          <p14:tracePt t="41025" x="1285875" y="5600700"/>
          <p14:tracePt t="41067" x="1285875" y="5608638"/>
          <p14:tracePt t="41095" x="1285875" y="5618163"/>
          <p14:tracePt t="41179" x="1285875" y="5627688"/>
          <p14:tracePt t="41188" x="1295400" y="5627688"/>
          <p14:tracePt t="41227" x="1314450" y="5627688"/>
          <p14:tracePt t="41258" x="1323975" y="5627688"/>
          <p14:tracePt t="41276" x="1333500" y="5627688"/>
          <p14:tracePt t="41292" x="1362075" y="5627688"/>
          <p14:tracePt t="41294" x="1371600" y="5627688"/>
          <p14:tracePt t="41310" x="1390650" y="5627688"/>
          <p14:tracePt t="41312" x="1400175" y="5627688"/>
          <p14:tracePt t="41326" x="1419225" y="5637213"/>
          <p14:tracePt t="41327" x="1447800" y="5637213"/>
          <p14:tracePt t="41342" x="1503363" y="5646738"/>
          <p14:tracePt t="41359" x="1617663" y="5665788"/>
          <p14:tracePt t="41375" x="1720850" y="5694363"/>
          <p14:tracePt t="41378" x="1749425" y="5694363"/>
          <p14:tracePt t="41392" x="1825625" y="5694363"/>
          <p14:tracePt t="41393" x="1938338" y="5694363"/>
          <p14:tracePt t="41410" x="2119313" y="5694363"/>
          <p14:tracePt t="41413" x="2138363" y="5694363"/>
          <p14:tracePt t="41425" x="2241550" y="5694363"/>
          <p14:tracePt t="41442" x="2392363" y="5675313"/>
          <p14:tracePt t="41459" x="2535238" y="5675313"/>
          <p14:tracePt t="41460" x="2554288" y="5675313"/>
          <p14:tracePt t="41475" x="2647950" y="5656263"/>
          <p14:tracePt t="41511" x="2800350" y="5627688"/>
          <p14:tracePt t="41525" x="2827338" y="5618163"/>
          <p14:tracePt t="41529" x="2855913" y="5608638"/>
          <p14:tracePt t="41542" x="2874963" y="5608638"/>
          <p14:tracePt t="41559" x="2903538" y="5600700"/>
          <p14:tracePt t="41576" x="2922588" y="5581650"/>
          <p14:tracePt t="41592" x="2932113" y="5581650"/>
          <p14:tracePt t="41594" x="2941638" y="5572125"/>
          <p14:tracePt t="41610" x="2951163" y="5572125"/>
          <p14:tracePt t="41642" x="2970213" y="5562600"/>
          <p14:tracePt t="41659" x="2970213" y="5553075"/>
          <p14:tracePt t="41675" x="2970213" y="5543550"/>
          <p14:tracePt t="41701" x="2970213" y="5534025"/>
          <p14:tracePt t="41711" x="2960688" y="5534025"/>
          <p14:tracePt t="41725" x="2960688" y="5524500"/>
          <p14:tracePt t="41742" x="2951163" y="5514975"/>
          <p14:tracePt t="41759" x="2951163" y="5505450"/>
          <p14:tracePt t="41776" x="2941638" y="5505450"/>
          <p14:tracePt t="41777" x="2932113" y="5495925"/>
          <p14:tracePt t="41794" x="2922588" y="5495925"/>
          <p14:tracePt t="41809" x="2913063" y="5495925"/>
          <p14:tracePt t="41825" x="2894013" y="5495925"/>
          <p14:tracePt t="41842" x="2884488" y="5495925"/>
          <p14:tracePt t="41859" x="2874963" y="5495925"/>
          <p14:tracePt t="41876" x="2855913" y="5495925"/>
          <p14:tracePt t="41892" x="2846388" y="5495925"/>
          <p14:tracePt t="41909" x="2827338" y="5495925"/>
          <p14:tracePt t="41943" x="2819400" y="5495925"/>
          <p14:tracePt t="41959" x="2800350" y="5495925"/>
          <p14:tracePt t="41978" x="2790825" y="5495925"/>
          <p14:tracePt t="41992" x="2790825" y="5505450"/>
          <p14:tracePt t="42045" x="2790825" y="5514975"/>
          <p14:tracePt t="42076" x="2790825" y="5524500"/>
          <p14:tracePt t="42092" x="2790825" y="5534025"/>
          <p14:tracePt t="42142" x="2790825" y="5543550"/>
          <p14:tracePt t="42218" x="2790825" y="5553075"/>
          <p14:tracePt t="42339" x="2809875" y="5553075"/>
          <p14:tracePt t="42395" x="2819400" y="5553075"/>
          <p14:tracePt t="42487" x="2827338" y="5553075"/>
          <p14:tracePt t="42515" x="2836863" y="5553075"/>
          <p14:tracePt t="42571" x="2846388" y="5553075"/>
          <p14:tracePt t="42698" x="2855913" y="5553075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2DF0E-FD00-ADBF-943E-EBA2976A5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BOURGEAS PAPER: FIG 3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2D4ED5-DC78-4C88-97AA-483206C53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70793" y="0"/>
            <a:ext cx="1468514" cy="1521012"/>
            <a:chOff x="5236793" y="2432482"/>
            <a:chExt cx="1468514" cy="1521012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0DE0B65A-4839-40B2-BA92-1464FEADB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463135" y="2432482"/>
              <a:ext cx="1242172" cy="729202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842A0A68-39DD-4DA7-BAD5-63B9C1398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36793" y="2566400"/>
              <a:ext cx="611884" cy="1076550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21A69E50-7E10-45C3-B4F2-19DBA7748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765469" y="2876944"/>
              <a:ext cx="630288" cy="1076550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40000"/>
                    <a:lumOff val="6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D166A8AB-8924-421C-BCED-B54DBC40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7897" y="5497189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493C36-1657-033B-E93B-B2BC8881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3220573"/>
            <a:ext cx="3565525" cy="2963983"/>
          </a:xfrm>
        </p:spPr>
        <p:txBody>
          <a:bodyPr anchor="t">
            <a:normAutofit/>
          </a:bodyPr>
          <a:lstStyle/>
          <a:p>
            <a:pPr marL="285750" indent="-285750"/>
            <a:r>
              <a:rPr lang="en-US" dirty="0">
                <a:solidFill>
                  <a:schemeClr val="tx1"/>
                </a:solidFill>
              </a:rPr>
              <a:t>State Entropy</a:t>
            </a: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Probability of state changing</a:t>
            </a: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Probability in percentage</a:t>
            </a: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Different passing techniques</a:t>
            </a:r>
          </a:p>
        </p:txBody>
      </p:sp>
      <p:pic>
        <p:nvPicPr>
          <p:cNvPr id="5" name="Content Placeholder 4" descr="A graph of a graph&#10;&#10;Description automatically generated">
            <a:extLst>
              <a:ext uri="{FF2B5EF4-FFF2-40B4-BE49-F238E27FC236}">
                <a16:creationId xmlns:a16="http://schemas.microsoft.com/office/drawing/2014/main" id="{B59BE38A-1AED-CDD4-9FAD-E2080F99C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088" y="2958499"/>
            <a:ext cx="7090237" cy="3226057"/>
          </a:xfrm>
          <a:custGeom>
            <a:avLst/>
            <a:gdLst/>
            <a:ahLst/>
            <a:cxnLst/>
            <a:rect l="l" t="t" r="r" b="b"/>
            <a:pathLst>
              <a:path w="7090237" h="5759451">
                <a:moveTo>
                  <a:pt x="0" y="0"/>
                </a:moveTo>
                <a:lnTo>
                  <a:pt x="7090237" y="0"/>
                </a:lnTo>
                <a:lnTo>
                  <a:pt x="7090237" y="5759451"/>
                </a:lnTo>
                <a:lnTo>
                  <a:pt x="0" y="57594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62538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484"/>
    </mc:Choice>
    <mc:Fallback xmlns="">
      <p:transition spd="slow" advTm="49484"/>
    </mc:Fallback>
  </mc:AlternateContent>
  <p:extLst>
    <p:ext uri="{3A86A75C-4F4B-4683-9AE1-C65F6400EC91}">
      <p14:laserTraceLst xmlns:p14="http://schemas.microsoft.com/office/powerpoint/2010/main">
        <p14:tracePtLst>
          <p14:tracePt t="4101" x="2865438" y="5543550"/>
          <p14:tracePt t="4107" x="2903538" y="5476875"/>
          <p14:tracePt t="4122" x="3008313" y="5335588"/>
          <p14:tracePt t="4139" x="3290888" y="5099050"/>
          <p14:tracePt t="4157" x="3546475" y="4843463"/>
          <p14:tracePt t="4172" x="3641725" y="4767263"/>
          <p14:tracePt t="4174" x="3708400" y="4738688"/>
          <p14:tracePt t="4190" x="3811588" y="4683125"/>
          <p14:tracePt t="4192" x="3830638" y="4673600"/>
          <p14:tracePt t="4206" x="3887788" y="4645025"/>
          <p14:tracePt t="4208" x="3935413" y="4606925"/>
          <p14:tracePt t="4222" x="4105275" y="4473575"/>
          <p14:tracePt t="4239" x="4492625" y="4152900"/>
          <p14:tracePt t="4255" x="4918075" y="3916363"/>
          <p14:tracePt t="4258" x="4965700" y="3878263"/>
          <p14:tracePt t="4272" x="5173663" y="3756025"/>
          <p14:tracePt t="4273" x="5334000" y="3670300"/>
          <p14:tracePt t="4290" x="5514975" y="3594100"/>
          <p14:tracePt t="4306" x="5608638" y="3546475"/>
          <p14:tracePt t="4322" x="5665788" y="3546475"/>
          <p14:tracePt t="4339" x="5703888" y="3546475"/>
          <p14:tracePt t="4355" x="5732463" y="3529013"/>
          <p14:tracePt t="4374" x="5768975" y="3519488"/>
          <p14:tracePt t="4390" x="5778500" y="3519488"/>
          <p14:tracePt t="4422" x="5797550" y="3519488"/>
          <p14:tracePt t="8468" x="5807075" y="3538538"/>
          <p14:tracePt t="8473" x="5873750" y="3660775"/>
          <p14:tracePt t="8498" x="5995988" y="3944938"/>
          <p14:tracePt t="8501" x="6072188" y="4048125"/>
          <p14:tracePt t="8505" x="6091238" y="4086225"/>
          <p14:tracePt t="8515" x="6148388" y="4191000"/>
          <p14:tracePt t="8522" x="6205538" y="4303713"/>
          <p14:tracePt t="8539" x="6280150" y="4483100"/>
          <p14:tracePt t="8541" x="6299200" y="4530725"/>
          <p14:tracePt t="8556" x="6365875" y="4700588"/>
          <p14:tracePt t="8573" x="6413500" y="4795838"/>
          <p14:tracePt t="8589" x="6450013" y="4872038"/>
          <p14:tracePt t="8591" x="6469063" y="4900613"/>
          <p14:tracePt t="8605" x="6516688" y="4956175"/>
          <p14:tracePt t="8622" x="6573838" y="5032375"/>
          <p14:tracePt t="8639" x="6621463" y="5080000"/>
          <p14:tracePt t="8655" x="6630988" y="5089525"/>
          <p14:tracePt t="11984" x="6564313" y="5089525"/>
          <p14:tracePt t="11994" x="6507163" y="5089525"/>
          <p14:tracePt t="12005" x="6478588" y="5089525"/>
          <p14:tracePt t="12023" x="6403975" y="5070475"/>
          <p14:tracePt t="12041" x="6337300" y="5060950"/>
          <p14:tracePt t="12055" x="6299200" y="5041900"/>
          <p14:tracePt t="12059" x="6261100" y="5041900"/>
          <p14:tracePt t="12072" x="6242050" y="5032375"/>
          <p14:tracePt t="12073" x="6223000" y="5003800"/>
          <p14:tracePt t="12088" x="6167438" y="4984750"/>
          <p14:tracePt t="12105" x="6100763" y="4965700"/>
          <p14:tracePt t="12121" x="6053138" y="4956175"/>
          <p14:tracePt t="12124" x="6043613" y="4956175"/>
          <p14:tracePt t="12140" x="5986463" y="4956175"/>
          <p14:tracePt t="12157" x="5949950" y="4956175"/>
          <p14:tracePt t="12159" x="5940425" y="4956175"/>
          <p14:tracePt t="12189" x="5854700" y="4956175"/>
          <p14:tracePt t="12204" x="5816600" y="4937125"/>
          <p14:tracePt t="12222" x="5797550" y="4910138"/>
          <p14:tracePt t="12224" x="5788025" y="4910138"/>
          <p14:tracePt t="12247" x="5788025" y="4900613"/>
          <p14:tracePt t="13401" x="5788025" y="4927600"/>
          <p14:tracePt t="13409" x="5778500" y="5032375"/>
          <p14:tracePt t="13423" x="5778500" y="5173663"/>
          <p14:tracePt t="13439" x="5788025" y="5381625"/>
          <p14:tracePt t="13455" x="5816600" y="5534025"/>
          <p14:tracePt t="13458" x="5826125" y="5581650"/>
          <p14:tracePt t="13472" x="5854700" y="5713413"/>
          <p14:tracePt t="13474" x="5864225" y="5732463"/>
          <p14:tracePt t="13489" x="5892800" y="5808663"/>
          <p14:tracePt t="13491" x="5902325" y="5845175"/>
          <p14:tracePt t="13494" x="5902325" y="5864225"/>
          <p14:tracePt t="13505" x="5911850" y="5902325"/>
          <p14:tracePt t="13521" x="5911850" y="5921375"/>
          <p14:tracePt t="13599" x="5911850" y="5930900"/>
          <p14:tracePt t="13799" x="5911850" y="5921375"/>
          <p14:tracePt t="13836" x="5902325" y="5921375"/>
          <p14:tracePt t="13853" x="5883275" y="5921375"/>
          <p14:tracePt t="13889" x="5873750" y="5921375"/>
          <p14:tracePt t="14091" x="5873750" y="5930900"/>
          <p14:tracePt t="14121" x="5892800" y="5930900"/>
          <p14:tracePt t="14138" x="5902325" y="5930900"/>
          <p14:tracePt t="14172" x="5921375" y="5930900"/>
          <p14:tracePt t="14188" x="5930900" y="5930900"/>
          <p14:tracePt t="14204" x="5949950" y="5930900"/>
          <p14:tracePt t="14221" x="5959475" y="5930900"/>
          <p14:tracePt t="14238" x="5978525" y="5930900"/>
          <p14:tracePt t="14256" x="5986463" y="5930900"/>
          <p14:tracePt t="14273" x="6024563" y="5940425"/>
          <p14:tracePt t="14275" x="6043613" y="5940425"/>
          <p14:tracePt t="14288" x="6081713" y="5949950"/>
          <p14:tracePt t="14290" x="6100763" y="5959475"/>
          <p14:tracePt t="14293" x="6110288" y="5959475"/>
          <p14:tracePt t="14305" x="6129338" y="5969000"/>
          <p14:tracePt t="14322" x="6148388" y="5997575"/>
          <p14:tracePt t="14725" x="6138863" y="5997575"/>
          <p14:tracePt t="14736" x="6129338" y="5997575"/>
          <p14:tracePt t="14741" x="6119813" y="5988050"/>
          <p14:tracePt t="14755" x="6110288" y="5969000"/>
          <p14:tracePt t="14771" x="6072188" y="5911850"/>
          <p14:tracePt t="14788" x="6053138" y="5892800"/>
          <p14:tracePt t="14806" x="6034088" y="5854700"/>
          <p14:tracePt t="14822" x="6024563" y="5845175"/>
          <p14:tracePt t="14838" x="6024563" y="5827713"/>
          <p14:tracePt t="14855" x="6015038" y="5827713"/>
          <p14:tracePt t="14872" x="6005513" y="5808663"/>
          <p14:tracePt t="14888" x="5995988" y="5799138"/>
          <p14:tracePt t="14905" x="5986463" y="5789613"/>
          <p14:tracePt t="14908" x="5978525" y="5780088"/>
          <p14:tracePt t="14921" x="5978525" y="5770563"/>
          <p14:tracePt t="14938" x="5969000" y="5770563"/>
          <p14:tracePt t="14971" x="5959475" y="5770563"/>
          <p14:tracePt t="14989" x="5949950" y="5770563"/>
          <p14:tracePt t="15007" x="5949950" y="5780088"/>
          <p14:tracePt t="15054" x="5949950" y="5789613"/>
          <p14:tracePt t="15071" x="5949950" y="5799138"/>
          <p14:tracePt t="15088" x="5949950" y="5808663"/>
          <p14:tracePt t="15105" x="5949950" y="5818188"/>
          <p14:tracePt t="15121" x="5949950" y="5835650"/>
          <p14:tracePt t="15138" x="5949950" y="5845175"/>
          <p14:tracePt t="15163" x="5949950" y="5854700"/>
          <p14:tracePt t="15187" x="5949950" y="5864225"/>
          <p14:tracePt t="15209" x="5949950" y="5873750"/>
          <p14:tracePt t="15300" x="5949950" y="5883275"/>
          <p14:tracePt t="15327" x="5959475" y="5883275"/>
          <p14:tracePt t="15357" x="5969000" y="5883275"/>
          <p14:tracePt t="15365" x="5978525" y="5883275"/>
          <p14:tracePt t="15388" x="6015038" y="5883275"/>
          <p14:tracePt t="15404" x="6100763" y="5883275"/>
          <p14:tracePt t="15422" x="6223000" y="5892800"/>
          <p14:tracePt t="15439" x="6327775" y="5902325"/>
          <p14:tracePt t="15454" x="6384925" y="5921375"/>
          <p14:tracePt t="15458" x="6432550" y="5921375"/>
          <p14:tracePt t="15490" x="6650038" y="5940425"/>
          <p14:tracePt t="15504" x="6942138" y="5940425"/>
          <p14:tracePt t="15522" x="7075488" y="5940425"/>
          <p14:tracePt t="15524" x="7226300" y="5940425"/>
          <p14:tracePt t="15538" x="7434263" y="5930900"/>
          <p14:tracePt t="15541" x="7462838" y="5930900"/>
          <p14:tracePt t="15555" x="7548563" y="5930900"/>
          <p14:tracePt t="15556" x="7575550" y="5930900"/>
          <p14:tracePt t="15560" x="7585075" y="5930900"/>
          <p14:tracePt t="15571" x="7642225" y="5930900"/>
          <p14:tracePt t="15588" x="7689850" y="5930900"/>
          <p14:tracePt t="15605" x="7727950" y="5930900"/>
          <p14:tracePt t="15983" x="7708900" y="5940425"/>
          <p14:tracePt t="15989" x="7575550" y="5959475"/>
          <p14:tracePt t="16004" x="7462838" y="5978525"/>
          <p14:tracePt t="16007" x="7405688" y="5978525"/>
          <p14:tracePt t="16009" x="7367588" y="5988050"/>
          <p14:tracePt t="16021" x="7302500" y="5988050"/>
          <p14:tracePt t="16038" x="7207250" y="5997575"/>
          <p14:tracePt t="16054" x="7150100" y="5997575"/>
          <p14:tracePt t="16071" x="7131050" y="5997575"/>
          <p14:tracePt t="16088" x="7131050" y="5988050"/>
          <p14:tracePt t="16105" x="7131050" y="5978525"/>
          <p14:tracePt t="16125" x="7131050" y="5969000"/>
          <p14:tracePt t="16241" x="7140575" y="5969000"/>
          <p14:tracePt t="21720" x="7121525" y="5969000"/>
          <p14:tracePt t="21728" x="7094538" y="5969000"/>
          <p14:tracePt t="21738" x="7046913" y="5959475"/>
          <p14:tracePt t="21741" x="7037388" y="5949950"/>
          <p14:tracePt t="21754" x="6999288" y="5930900"/>
          <p14:tracePt t="21757" x="6942138" y="5921375"/>
          <p14:tracePt t="21770" x="6894513" y="5902325"/>
          <p14:tracePt t="21787" x="6829425" y="5864225"/>
          <p14:tracePt t="21803" x="6800850" y="5864225"/>
          <p14:tracePt t="21822" x="6753225" y="5864225"/>
          <p14:tracePt t="21838" x="6715125" y="5864225"/>
          <p14:tracePt t="21842" x="6696075" y="5864225"/>
          <p14:tracePt t="21854" x="6650038" y="5883275"/>
          <p14:tracePt t="21870" x="6535738" y="5892800"/>
          <p14:tracePt t="21888" x="6413500" y="5892800"/>
          <p14:tracePt t="21904" x="6337300" y="5892800"/>
          <p14:tracePt t="21920" x="6299200" y="5873750"/>
          <p14:tracePt t="21986" x="6299200" y="5883275"/>
          <p14:tracePt t="22004" x="6299200" y="5892800"/>
          <p14:tracePt t="22041" x="6299200" y="5902325"/>
          <p14:tracePt t="22058" x="6289675" y="5911850"/>
          <p14:tracePt t="22070" x="6289675" y="5921375"/>
          <p14:tracePt t="22087" x="6251575" y="5940425"/>
          <p14:tracePt t="22091" x="6242050" y="5949950"/>
          <p14:tracePt t="22104" x="6186488" y="5949950"/>
          <p14:tracePt t="22121" x="6167438" y="5959475"/>
          <p14:tracePt t="22123" x="6157913" y="5969000"/>
          <p14:tracePt t="22126" x="6148388" y="5969000"/>
          <p14:tracePt t="22137" x="6129338" y="5969000"/>
          <p14:tracePt t="22337" x="6119813" y="5969000"/>
          <p14:tracePt t="22382" x="6110288" y="5969000"/>
          <p14:tracePt t="22409" x="6110288" y="5959475"/>
          <p14:tracePt t="22427" x="6100763" y="5959475"/>
          <p14:tracePt t="22457" x="6091238" y="5959475"/>
          <p14:tracePt t="22504" x="6081713" y="5959475"/>
          <p14:tracePt t="22529" x="6072188" y="5959475"/>
          <p14:tracePt t="22554" x="6062663" y="5959475"/>
          <p14:tracePt t="22861" x="6043613" y="5969000"/>
          <p14:tracePt t="22980" x="6034088" y="5969000"/>
          <p14:tracePt t="23175" x="6034088" y="5978525"/>
          <p14:tracePt t="23192" x="6034088" y="5988050"/>
          <p14:tracePt t="23222" x="6034088" y="5997575"/>
          <p14:tracePt t="23239" x="6034088" y="6007100"/>
          <p14:tracePt t="23271" x="6024563" y="6007100"/>
          <p14:tracePt t="23287" x="6015038" y="6007100"/>
          <p14:tracePt t="23304" x="6005513" y="6007100"/>
          <p14:tracePt t="23321" x="5995988" y="6007100"/>
          <p14:tracePt t="23956" x="6015038" y="6007100"/>
          <p14:tracePt t="23958" x="6015038" y="5997575"/>
          <p14:tracePt t="23965" x="6034088" y="5997575"/>
          <p14:tracePt t="23975" x="6043613" y="5988050"/>
          <p14:tracePt t="23987" x="6062663" y="5988050"/>
          <p14:tracePt t="24004" x="6081713" y="5988050"/>
          <p14:tracePt t="24020" x="6091238" y="5988050"/>
          <p14:tracePt t="24039" x="6100763" y="5988050"/>
          <p14:tracePt t="24074" x="6110288" y="5988050"/>
          <p14:tracePt t="24089" x="6110288" y="5978525"/>
          <p14:tracePt t="24122" x="6119813" y="5978525"/>
          <p14:tracePt t="24138" x="6138863" y="5978525"/>
          <p14:tracePt t="24154" x="6148388" y="5978525"/>
          <p14:tracePt t="24177" x="6157913" y="5978525"/>
          <p14:tracePt t="24205" x="6167438" y="5978525"/>
          <p14:tracePt t="24224" x="6176963" y="5978525"/>
          <p14:tracePt t="24278" x="6186488" y="5978525"/>
          <p14:tracePt t="24291" x="6196013" y="5978525"/>
          <p14:tracePt t="24304" x="6196013" y="5969000"/>
          <p14:tracePt t="24320" x="6232525" y="5969000"/>
          <p14:tracePt t="24337" x="6261100" y="5969000"/>
          <p14:tracePt t="24353" x="6289675" y="5969000"/>
          <p14:tracePt t="24372" x="6327775" y="5969000"/>
          <p14:tracePt t="24375" x="6337300" y="5969000"/>
          <p14:tracePt t="24386" x="6356350" y="5969000"/>
          <p14:tracePt t="24404" x="6384925" y="5969000"/>
          <p14:tracePt t="24420" x="6413500" y="5969000"/>
          <p14:tracePt t="24437" x="6432550" y="5969000"/>
          <p14:tracePt t="24453" x="6440488" y="5969000"/>
          <p14:tracePt t="24471" x="6450013" y="5969000"/>
          <p14:tracePt t="24740" x="6413500" y="5949950"/>
          <p14:tracePt t="24747" x="6251575" y="5873750"/>
          <p14:tracePt t="24754" x="6167438" y="5827713"/>
          <p14:tracePt t="24757" x="5959475" y="5732463"/>
          <p14:tracePt t="24770" x="5599113" y="5514975"/>
          <p14:tracePt t="24787" x="5192713" y="5297488"/>
          <p14:tracePt t="24804" x="4965700" y="5164138"/>
          <p14:tracePt t="24805" x="4927600" y="5145088"/>
          <p14:tracePt t="24822" x="4786313" y="5051425"/>
          <p14:tracePt t="24839" x="4681538" y="4937125"/>
          <p14:tracePt t="24842" x="4662488" y="4918075"/>
          <p14:tracePt t="24853" x="4587875" y="4814888"/>
          <p14:tracePt t="24870" x="4464050" y="4635500"/>
          <p14:tracePt t="24887" x="4332288" y="4521200"/>
          <p14:tracePt t="24904" x="4275138" y="4492625"/>
          <p14:tracePt t="24920" x="4256088" y="4502150"/>
          <p14:tracePt t="24923" x="4256088" y="4511675"/>
          <p14:tracePt t="24937" x="4265613" y="4540250"/>
          <p14:tracePt t="25263" x="4198938" y="4492625"/>
          <p14:tracePt t="25272" x="4048125" y="4360863"/>
          <p14:tracePt t="25277" x="4000500" y="4322763"/>
          <p14:tracePt t="25281" x="3849688" y="4229100"/>
          <p14:tracePt t="25290" x="3763963" y="4171950"/>
          <p14:tracePt t="25292" x="3717925" y="4133850"/>
          <p14:tracePt t="25303" x="3613150" y="4076700"/>
          <p14:tracePt t="25321" x="3471863" y="3963988"/>
          <p14:tracePt t="25337" x="3319463" y="3868738"/>
          <p14:tracePt t="25353" x="3121025" y="3783013"/>
          <p14:tracePt t="25356" x="3092450" y="3765550"/>
          <p14:tracePt t="25371" x="3017838" y="3736975"/>
          <p14:tracePt t="25373" x="2951163" y="3708400"/>
          <p14:tracePt t="25387" x="2894013" y="3660775"/>
          <p14:tracePt t="25391" x="2874963" y="3641725"/>
          <p14:tracePt t="25403" x="2865438" y="3622675"/>
          <p14:tracePt t="25420" x="2865438" y="3613150"/>
          <p14:tracePt t="25437" x="2884488" y="3622675"/>
          <p14:tracePt t="25453" x="2894013" y="3651250"/>
          <p14:tracePt t="25471" x="2903538" y="3689350"/>
          <p14:tracePt t="25473" x="2903538" y="3698875"/>
          <p14:tracePt t="25487" x="2903538" y="3708400"/>
          <p14:tracePt t="25538" x="2903538" y="3698875"/>
          <p14:tracePt t="25546" x="2913063" y="3679825"/>
          <p14:tracePt t="25570" x="2951163" y="3660775"/>
          <p14:tracePt t="25587" x="2989263" y="3660775"/>
          <p14:tracePt t="25604" x="3036888" y="3660775"/>
          <p14:tracePt t="25620" x="3082925" y="3698875"/>
          <p14:tracePt t="25639" x="3206750" y="3765550"/>
          <p14:tracePt t="25654" x="3273425" y="3811588"/>
          <p14:tracePt t="25657" x="3328988" y="3849688"/>
          <p14:tracePt t="25659" x="3348038" y="3859213"/>
          <p14:tracePt t="25670" x="3443288" y="3916363"/>
          <p14:tracePt t="25686" x="3651250" y="4048125"/>
          <p14:tracePt t="25704" x="3887788" y="4143375"/>
          <p14:tracePt t="25720" x="4057650" y="4229100"/>
          <p14:tracePt t="25738" x="4217988" y="4341813"/>
          <p14:tracePt t="25742" x="4256088" y="4379913"/>
          <p14:tracePt t="25754" x="4322763" y="4437063"/>
          <p14:tracePt t="25757" x="4379913" y="4483100"/>
          <p14:tracePt t="25770" x="4483100" y="4559300"/>
          <p14:tracePt t="25787" x="4643438" y="4710113"/>
          <p14:tracePt t="25803" x="4748213" y="4776788"/>
          <p14:tracePt t="25806" x="4757738" y="4805363"/>
          <p14:tracePt t="25820" x="4814888" y="4862513"/>
          <p14:tracePt t="25823" x="4824413" y="4862513"/>
          <p14:tracePt t="25838" x="4824413" y="4900613"/>
          <p14:tracePt t="26088" x="4870450" y="4937125"/>
          <p14:tracePt t="26094" x="4994275" y="5060950"/>
          <p14:tracePt t="26104" x="5211763" y="5249863"/>
          <p14:tracePt t="26120" x="5400675" y="5400675"/>
          <p14:tracePt t="26122" x="5505450" y="5505450"/>
          <p14:tracePt t="26137" x="5713413" y="5684838"/>
          <p14:tracePt t="26153" x="5959475" y="5940425"/>
          <p14:tracePt t="26170" x="6100763" y="6062663"/>
          <p14:tracePt t="26171" x="6119813" y="6081713"/>
          <p14:tracePt t="26186" x="6232525" y="6167438"/>
          <p14:tracePt t="26205" x="6318250" y="6262688"/>
          <p14:tracePt t="26220" x="6346825" y="6272213"/>
          <p14:tracePt t="26223" x="6346825" y="6281738"/>
          <p14:tracePt t="26226" x="6346825" y="6289675"/>
          <p14:tracePt t="26236" x="6346825" y="6299200"/>
          <p14:tracePt t="26583" x="6318250" y="6299200"/>
          <p14:tracePt t="26591" x="6299200" y="6281738"/>
          <p14:tracePt t="26606" x="6251575" y="6262688"/>
          <p14:tracePt t="26622" x="6138863" y="6176963"/>
          <p14:tracePt t="26638" x="6024563" y="6072188"/>
          <p14:tracePt t="26641" x="6005513" y="6062663"/>
          <p14:tracePt t="26653" x="5949950" y="5978525"/>
          <p14:tracePt t="26657" x="5902325" y="5930900"/>
          <p14:tracePt t="26659" x="5883275" y="5921375"/>
          <p14:tracePt t="26671" x="5835650" y="5854700"/>
          <p14:tracePt t="26687" x="5797550" y="5780088"/>
          <p14:tracePt t="26704" x="5797550" y="5761038"/>
          <p14:tracePt t="26720" x="5835650" y="5751513"/>
          <p14:tracePt t="26737" x="5845175" y="5751513"/>
          <p14:tracePt t="26740" x="5854700" y="5751513"/>
          <p14:tracePt t="26753" x="5864225" y="5751513"/>
          <p14:tracePt t="26770" x="5873750" y="5751513"/>
          <p14:tracePt t="26787" x="5883275" y="5751513"/>
          <p14:tracePt t="26803" x="5892800" y="5761038"/>
          <p14:tracePt t="26820" x="5911850" y="5770563"/>
          <p14:tracePt t="26854" x="5921375" y="5770563"/>
          <p14:tracePt t="26870" x="5930900" y="5770563"/>
          <p14:tracePt t="26887" x="5940425" y="5770563"/>
          <p14:tracePt t="26903" x="5949950" y="5789613"/>
          <p14:tracePt t="26920" x="5959475" y="5789613"/>
          <p14:tracePt t="26924" x="5959475" y="5799138"/>
          <p14:tracePt t="26936" x="5969000" y="5799138"/>
          <p14:tracePt t="26953" x="5986463" y="5808663"/>
          <p14:tracePt t="26970" x="6005513" y="5818188"/>
          <p14:tracePt t="26972" x="6015038" y="5818188"/>
          <p14:tracePt t="26988" x="6024563" y="5827713"/>
          <p14:tracePt t="27005" x="6034088" y="5835650"/>
          <p14:tracePt t="27037" x="6053138" y="5854700"/>
          <p14:tracePt t="27053" x="6091238" y="5883275"/>
          <p14:tracePt t="27070" x="6138863" y="5940425"/>
          <p14:tracePt t="27089" x="6213475" y="5997575"/>
          <p14:tracePt t="27105" x="6242050" y="6026150"/>
          <p14:tracePt t="27120" x="6280150" y="6054725"/>
          <p14:tracePt t="27123" x="6289675" y="6062663"/>
          <p14:tracePt t="27125" x="6289675" y="6072188"/>
          <p14:tracePt t="27141" x="6299200" y="6072188"/>
          <p14:tracePt t="27154" x="6327775" y="6091238"/>
          <p14:tracePt t="27170" x="6337300" y="6091238"/>
          <p14:tracePt t="27258" x="6337300" y="6100763"/>
          <p14:tracePt t="27295" x="6337300" y="6110288"/>
          <p14:tracePt t="27332" x="6346825" y="6110288"/>
          <p14:tracePt t="27340" x="6346825" y="6119813"/>
          <p14:tracePt t="27342" x="6356350" y="6119813"/>
          <p14:tracePt t="27353" x="6356350" y="6138863"/>
          <p14:tracePt t="27371" x="6375400" y="6148388"/>
          <p14:tracePt t="27387" x="6432550" y="6176963"/>
          <p14:tracePt t="27405" x="6459538" y="6196013"/>
          <p14:tracePt t="27407" x="6469063" y="6205538"/>
          <p14:tracePt t="27420" x="6497638" y="6205538"/>
          <p14:tracePt t="27437" x="6535738" y="6224588"/>
          <p14:tracePt t="27453" x="6583363" y="6234113"/>
          <p14:tracePt t="27470" x="6592888" y="6234113"/>
          <p14:tracePt t="27489" x="6621463" y="6234113"/>
          <p14:tracePt t="27503" x="6640513" y="6234113"/>
          <p14:tracePt t="27506" x="6659563" y="6234113"/>
          <p14:tracePt t="27520" x="6667500" y="6234113"/>
          <p14:tracePt t="27537" x="6677025" y="6224588"/>
          <p14:tracePt t="27634" x="6667500" y="6224588"/>
          <p14:tracePt t="27644" x="6650038" y="6215063"/>
          <p14:tracePt t="27660" x="6640513" y="6205538"/>
          <p14:tracePt t="27667" x="6621463" y="6205538"/>
          <p14:tracePt t="27677" x="6611938" y="6205538"/>
          <p14:tracePt t="27687" x="6592888" y="6196013"/>
          <p14:tracePt t="27690" x="6583363" y="6196013"/>
          <p14:tracePt t="27691" x="6564313" y="6196013"/>
          <p14:tracePt t="27703" x="6535738" y="6186488"/>
          <p14:tracePt t="27720" x="6516688" y="6186488"/>
          <p14:tracePt t="27736" x="6459538" y="6186488"/>
          <p14:tracePt t="27756" x="6365875" y="6148388"/>
          <p14:tracePt t="27770" x="6318250" y="6119813"/>
          <p14:tracePt t="27773" x="6270625" y="6100763"/>
          <p14:tracePt t="27776" x="6251575" y="6091238"/>
          <p14:tracePt t="27786" x="6213475" y="6072188"/>
          <p14:tracePt t="27803" x="6148388" y="6045200"/>
          <p14:tracePt t="27820" x="6091238" y="6016625"/>
          <p14:tracePt t="27822" x="6091238" y="6007100"/>
          <p14:tracePt t="27837" x="6072188" y="6007100"/>
          <p14:tracePt t="27854" x="6062663" y="6007100"/>
          <p14:tracePt t="27857" x="6053138" y="6007100"/>
          <p14:tracePt t="27870" x="6043613" y="6007100"/>
          <p14:tracePt t="27887" x="6005513" y="5997575"/>
          <p14:tracePt t="27903" x="5986463" y="5997575"/>
          <p14:tracePt t="27920" x="5969000" y="5997575"/>
          <p14:tracePt t="27921" x="5959475" y="5997575"/>
          <p14:tracePt t="27937" x="5959475" y="5988050"/>
          <p14:tracePt t="28348" x="5949950" y="5988050"/>
          <p14:tracePt t="28365" x="5940425" y="5988050"/>
          <p14:tracePt t="28386" x="5930900" y="5988050"/>
          <p14:tracePt t="28404" x="5911850" y="5988050"/>
          <p14:tracePt t="28420" x="5902325" y="5988050"/>
          <p14:tracePt t="28453" x="5902325" y="5978525"/>
          <p14:tracePt t="28504" x="5892800" y="5978525"/>
          <p14:tracePt t="28537" x="5883275" y="5978525"/>
          <p14:tracePt t="28553" x="5883275" y="5969000"/>
          <p14:tracePt t="28707" x="5892800" y="5969000"/>
          <p14:tracePt t="28752" x="5902325" y="5969000"/>
          <p14:tracePt t="28780" x="5911850" y="5969000"/>
          <p14:tracePt t="28809" x="5921375" y="5969000"/>
          <p14:tracePt t="28821" x="5930900" y="5969000"/>
          <p14:tracePt t="28844" x="5940425" y="5959475"/>
          <p14:tracePt t="28870" x="5959475" y="5959475"/>
          <p14:tracePt t="28886" x="5969000" y="5959475"/>
          <p14:tracePt t="28903" x="5969000" y="5949950"/>
          <p14:tracePt t="28920" x="5986463" y="5940425"/>
          <p14:tracePt t="28938" x="5995988" y="5940425"/>
          <p14:tracePt t="28970" x="6005513" y="5930900"/>
          <p14:tracePt t="28986" x="6015038" y="5930900"/>
          <p14:tracePt t="29036" x="6034088" y="5930900"/>
          <p14:tracePt t="29357" x="6034088" y="5921375"/>
          <p14:tracePt t="29364" x="6024563" y="5911850"/>
          <p14:tracePt t="29373" x="6024563" y="5892800"/>
          <p14:tracePt t="29387" x="6024563" y="5873750"/>
          <p14:tracePt t="29403" x="6053138" y="5835650"/>
          <p14:tracePt t="29420" x="6062663" y="5808663"/>
          <p14:tracePt t="29438" x="6081713" y="5789613"/>
          <p14:tracePt t="29453" x="6091238" y="5780088"/>
          <p14:tracePt t="29457" x="6100763" y="5780088"/>
          <p14:tracePt t="29488" x="6129338" y="5780088"/>
          <p14:tracePt t="29792" x="6091238" y="5732463"/>
          <p14:tracePt t="29803" x="5995988" y="5637213"/>
          <p14:tracePt t="29807" x="5978525" y="5618163"/>
          <p14:tracePt t="29810" x="5902325" y="5514975"/>
          <p14:tracePt t="29820" x="5864225" y="5429250"/>
          <p14:tracePt t="29838" x="5845175" y="5316538"/>
          <p14:tracePt t="29841" x="5845175" y="5307013"/>
          <p14:tracePt t="29854" x="5854700" y="5278438"/>
          <p14:tracePt t="29857" x="5873750" y="5259388"/>
          <p14:tracePt t="29871" x="5911850" y="5230813"/>
          <p14:tracePt t="29874" x="5921375" y="5211763"/>
          <p14:tracePt t="29875" x="5930900" y="5202238"/>
          <p14:tracePt t="29887" x="5930900" y="5183188"/>
          <p14:tracePt t="29890" x="5930900" y="5173663"/>
          <p14:tracePt t="29903" x="5969000" y="5080000"/>
          <p14:tracePt t="29920" x="5986463" y="4965700"/>
          <p14:tracePt t="29922" x="5986463" y="4937125"/>
          <p14:tracePt t="29937" x="6005513" y="4805363"/>
          <p14:tracePt t="29953" x="6005513" y="4757738"/>
          <p14:tracePt t="29970" x="5995988" y="4729163"/>
          <p14:tracePt t="29987" x="5986463" y="4776788"/>
          <p14:tracePt t="30003" x="5986463" y="4881563"/>
          <p14:tracePt t="30260" x="5978525" y="4862513"/>
          <p14:tracePt t="30287" x="5959475" y="4786313"/>
          <p14:tracePt t="30305" x="5959475" y="4700588"/>
          <p14:tracePt t="30320" x="5959475" y="4683125"/>
          <p14:tracePt t="30322" x="5959475" y="4664075"/>
          <p14:tracePt t="30326" x="5959475" y="4654550"/>
          <p14:tracePt t="30335" x="5959475" y="4616450"/>
          <p14:tracePt t="30353" x="5959475" y="4578350"/>
          <p14:tracePt t="30370" x="5959475" y="4568825"/>
          <p14:tracePt t="30371" x="5959475" y="4549775"/>
          <p14:tracePt t="30436" x="5959475" y="4559300"/>
          <p14:tracePt t="30442" x="5949950" y="4559300"/>
          <p14:tracePt t="30453" x="5949950" y="4568825"/>
          <p14:tracePt t="31818" x="5940425" y="4568825"/>
          <p14:tracePt t="31820" x="5930900" y="4568825"/>
          <p14:tracePt t="31828" x="5921375" y="4578350"/>
          <p14:tracePt t="31839" x="5902325" y="4578350"/>
          <p14:tracePt t="31853" x="5883275" y="4587875"/>
          <p14:tracePt t="31857" x="5854700" y="4587875"/>
          <p14:tracePt t="31870" x="5835650" y="4587875"/>
          <p14:tracePt t="31886" x="5778500" y="4587875"/>
          <p14:tracePt t="31903" x="5759450" y="4587875"/>
          <p14:tracePt t="31920" x="5751513" y="4578350"/>
          <p14:tracePt t="31921" x="5741988" y="4578350"/>
          <p14:tracePt t="31937" x="5741988" y="4559300"/>
          <p14:tracePt t="32002" x="5732463" y="455930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AE7DE-6E42-AD9C-0791-9EA170E8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EFF7BD-017C-850E-BBCA-54897B8A3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7469" y="-97185"/>
            <a:ext cx="3565524" cy="203890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/>
              <a:t>BOURGEAS PAPER: FIG 4</a:t>
            </a:r>
          </a:p>
        </p:txBody>
      </p:sp>
      <p:pic>
        <p:nvPicPr>
          <p:cNvPr id="5" name="Content Placeholder 4" descr="A group of graphs with different colored squares&#10;&#10;Description automatically generated">
            <a:extLst>
              <a:ext uri="{FF2B5EF4-FFF2-40B4-BE49-F238E27FC236}">
                <a16:creationId xmlns:a16="http://schemas.microsoft.com/office/drawing/2014/main" id="{FBFA7AD0-C5B2-997C-7EE9-03112E192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1" y="528152"/>
            <a:ext cx="6365787" cy="5761037"/>
          </a:xfrm>
          <a:custGeom>
            <a:avLst/>
            <a:gdLst/>
            <a:ahLst/>
            <a:cxnLst/>
            <a:rect l="l" t="t" r="r" b="b"/>
            <a:pathLst>
              <a:path w="6973888" h="5761037">
                <a:moveTo>
                  <a:pt x="0" y="0"/>
                </a:moveTo>
                <a:lnTo>
                  <a:pt x="6973888" y="0"/>
                </a:lnTo>
                <a:lnTo>
                  <a:pt x="6973888" y="5761037"/>
                </a:lnTo>
                <a:lnTo>
                  <a:pt x="0" y="5761037"/>
                </a:lnTo>
                <a:close/>
              </a:path>
            </a:pathLst>
          </a:cu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61B0F92C-925A-4D2E-839E-EB381378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5000" y="4960218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980E3-D54A-9BD2-81E7-B04F1ECF5EF7}"/>
              </a:ext>
            </a:extLst>
          </p:cNvPr>
          <p:cNvSpPr txBox="1"/>
          <p:nvPr/>
        </p:nvSpPr>
        <p:spPr>
          <a:xfrm>
            <a:off x="7320233" y="2194902"/>
            <a:ext cx="35655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Transition Entropy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Probability of state changing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Probability between 0-1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Reading graph by Row-Column</a:t>
            </a:r>
          </a:p>
        </p:txBody>
      </p:sp>
    </p:spTree>
    <p:extLst>
      <p:ext uri="{BB962C8B-B14F-4D97-AF65-F5344CB8AC3E}">
        <p14:creationId xmlns:p14="http://schemas.microsoft.com/office/powerpoint/2010/main" val="301675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438"/>
    </mc:Choice>
    <mc:Fallback xmlns="">
      <p:transition spd="slow" advTm="59438"/>
    </mc:Fallback>
  </mc:AlternateContent>
  <p:extLst>
    <p:ext uri="{3A86A75C-4F4B-4683-9AE1-C65F6400EC91}">
      <p14:laserTraceLst xmlns:p14="http://schemas.microsoft.com/office/powerpoint/2010/main">
        <p14:tracePtLst>
          <p14:tracePt t="1011" x="5646738" y="4492625"/>
          <p14:tracePt t="1022" x="5362575" y="4237038"/>
          <p14:tracePt t="1039" x="4956175" y="3906838"/>
          <p14:tracePt t="1041" x="4879975" y="3849688"/>
          <p14:tracePt t="1057" x="4606925" y="3603625"/>
          <p14:tracePt t="1072" x="4464050" y="3500438"/>
          <p14:tracePt t="1074" x="4416425" y="3462338"/>
          <p14:tracePt t="1077" x="4398963" y="3452813"/>
          <p14:tracePt t="1089" x="4379913" y="3405188"/>
          <p14:tracePt t="1107" x="4370388" y="3376613"/>
          <p14:tracePt t="1122" x="4406900" y="3328988"/>
          <p14:tracePt t="1139" x="4406900" y="3302000"/>
          <p14:tracePt t="1142" x="4406900" y="3292475"/>
          <p14:tracePt t="1157" x="4389438" y="3282950"/>
          <p14:tracePt t="1172" x="4370388" y="3282950"/>
          <p14:tracePt t="1174" x="4370388" y="3292475"/>
          <p14:tracePt t="1177" x="4370388" y="3302000"/>
          <p14:tracePt t="1188" x="4370388" y="3357563"/>
          <p14:tracePt t="1472" x="4275138" y="3273425"/>
          <p14:tracePt t="1475" x="4217988" y="3206750"/>
          <p14:tracePt t="1489" x="4076700" y="3065463"/>
          <p14:tracePt t="1492" x="4029075" y="2998788"/>
          <p14:tracePt t="1505" x="3897313" y="2874963"/>
          <p14:tracePt t="1522" x="3840163" y="2752725"/>
          <p14:tracePt t="1539" x="3840163" y="2714625"/>
          <p14:tracePt t="1574" x="3840163" y="2647950"/>
          <p14:tracePt t="1577" x="3840163" y="2638425"/>
          <p14:tracePt t="1589" x="3840163" y="2620963"/>
          <p14:tracePt t="1593" x="3840163" y="2601913"/>
          <p14:tracePt t="1605" x="3840163" y="2563813"/>
          <p14:tracePt t="1622" x="3868738" y="2544763"/>
          <p14:tracePt t="1658" x="3887788" y="2544763"/>
          <p14:tracePt t="1729" x="3878263" y="2535238"/>
          <p14:tracePt t="1742" x="3878263" y="2525713"/>
          <p14:tracePt t="1747" x="3868738" y="2525713"/>
          <p14:tracePt t="1755" x="3868738" y="2516188"/>
          <p14:tracePt t="1772" x="3849688" y="2516188"/>
          <p14:tracePt t="1789" x="3840163" y="2487613"/>
          <p14:tracePt t="1805" x="3840163" y="2439988"/>
          <p14:tracePt t="1822" x="3811588" y="2393950"/>
          <p14:tracePt t="1824" x="3811588" y="2384425"/>
          <p14:tracePt t="1841" x="3811588" y="2355850"/>
          <p14:tracePt t="1872" x="3821113" y="2355850"/>
          <p14:tracePt t="1890" x="3868738" y="2374900"/>
          <p14:tracePt t="1905" x="3887788" y="2411413"/>
          <p14:tracePt t="5081" x="3859213" y="2420938"/>
          <p14:tracePt t="5086" x="3725863" y="2449513"/>
          <p14:tracePt t="5091" x="3679825" y="2459038"/>
          <p14:tracePt t="5107" x="3414713" y="2497138"/>
          <p14:tracePt t="5122" x="3328988" y="2497138"/>
          <p14:tracePt t="5138" x="3206750" y="2497138"/>
          <p14:tracePt t="5142" x="3140075" y="2497138"/>
          <p14:tracePt t="5155" x="3063875" y="2487613"/>
          <p14:tracePt t="5172" x="2894013" y="2478088"/>
          <p14:tracePt t="5188" x="2705100" y="2459038"/>
          <p14:tracePt t="5208" x="2497138" y="2449513"/>
          <p14:tracePt t="5222" x="2430463" y="2449513"/>
          <p14:tracePt t="5224" x="2392363" y="2449513"/>
          <p14:tracePt t="5238" x="2327275" y="2449513"/>
          <p14:tracePt t="5240" x="2308225" y="2449513"/>
          <p14:tracePt t="5255" x="2184400" y="2449513"/>
          <p14:tracePt t="5271" x="2043113" y="2449513"/>
          <p14:tracePt t="5275" x="2014538" y="2449513"/>
          <p14:tracePt t="5289" x="1720850" y="2449513"/>
          <p14:tracePt t="5306" x="1531938" y="2430463"/>
          <p14:tracePt t="5309" x="1484313" y="2420938"/>
          <p14:tracePt t="5339" x="1323975" y="2374900"/>
          <p14:tracePt t="5355" x="1304925" y="2346325"/>
          <p14:tracePt t="5371" x="1323975" y="2327275"/>
          <p14:tracePt t="5374" x="1333500" y="2327275"/>
          <p14:tracePt t="5390" x="1343025" y="2317750"/>
          <p14:tracePt t="5405" x="1352550" y="2317750"/>
          <p14:tracePt t="5697" x="1343025" y="2327275"/>
          <p14:tracePt t="5705" x="1323975" y="2365375"/>
          <p14:tracePt t="5710" x="1314450" y="2374900"/>
          <p14:tracePt t="5717" x="1266825" y="2420938"/>
          <p14:tracePt t="5740" x="1220788" y="2478088"/>
          <p14:tracePt t="5755" x="1211263" y="2516188"/>
          <p14:tracePt t="5774" x="1182688" y="2544763"/>
          <p14:tracePt t="5778" x="1182688" y="2563813"/>
          <p14:tracePt t="5807" x="1144588" y="2714625"/>
          <p14:tracePt t="5809" x="1144588" y="2733675"/>
          <p14:tracePt t="5822" x="1116013" y="2781300"/>
          <p14:tracePt t="5823" x="1116013" y="2809875"/>
          <p14:tracePt t="5838" x="1106488" y="2847975"/>
          <p14:tracePt t="5855" x="1106488" y="2874963"/>
          <p14:tracePt t="5872" x="1106488" y="2884488"/>
          <p14:tracePt t="5890" x="1087438" y="2884488"/>
          <p14:tracePt t="5915" x="1077913" y="2894013"/>
          <p14:tracePt t="6072" x="1077913" y="2884488"/>
          <p14:tracePt t="6101" x="1096963" y="2857500"/>
          <p14:tracePt t="6109" x="1106488" y="2857500"/>
          <p14:tracePt t="6111" x="1106488" y="2847975"/>
          <p14:tracePt t="9709" x="1106488" y="2838450"/>
          <p14:tracePt t="9717" x="1106488" y="2809875"/>
          <p14:tracePt t="9718" x="1116013" y="2800350"/>
          <p14:tracePt t="9725" x="1116013" y="2781300"/>
          <p14:tracePt t="9738" x="1135063" y="2705100"/>
          <p14:tracePt t="9754" x="1173163" y="2601913"/>
          <p14:tracePt t="9771" x="1220788" y="2506663"/>
          <p14:tracePt t="9789" x="1239838" y="2487613"/>
          <p14:tracePt t="9790" x="1247775" y="2468563"/>
          <p14:tracePt t="9805" x="1257300" y="2459038"/>
          <p14:tracePt t="9808" x="1266825" y="2459038"/>
          <p14:tracePt t="9825" x="1285875" y="2459038"/>
          <p14:tracePt t="9861" x="1285875" y="2449513"/>
          <p14:tracePt t="9888" x="1285875" y="2439988"/>
          <p14:tracePt t="9904" x="1295400" y="2430463"/>
          <p14:tracePt t="9908" x="1304925" y="2420938"/>
          <p14:tracePt t="9921" x="1314450" y="2411413"/>
          <p14:tracePt t="9938" x="1352550" y="2355850"/>
          <p14:tracePt t="9955" x="1371600" y="2317750"/>
          <p14:tracePt t="9972" x="1371600" y="2298700"/>
          <p14:tracePt t="9991" x="1371600" y="2279650"/>
          <p14:tracePt t="10038" x="1362075" y="2279650"/>
          <p14:tracePt t="10054" x="1352550" y="2289175"/>
          <p14:tracePt t="10057" x="1343025" y="2289175"/>
          <p14:tracePt t="12241" x="1362075" y="2289175"/>
          <p14:tracePt t="12249" x="1381125" y="2289175"/>
          <p14:tracePt t="12255" x="1390650" y="2289175"/>
          <p14:tracePt t="12270" x="1466850" y="2270125"/>
          <p14:tracePt t="12287" x="1531938" y="2251075"/>
          <p14:tracePt t="12290" x="1541463" y="2251075"/>
          <p14:tracePt t="12306" x="1646238" y="2232025"/>
          <p14:tracePt t="12321" x="1720850" y="2222500"/>
          <p14:tracePt t="12324" x="1778000" y="2193925"/>
          <p14:tracePt t="12354" x="1947863" y="2174875"/>
          <p14:tracePt t="12371" x="2033588" y="2174875"/>
          <p14:tracePt t="12388" x="2071688" y="2174875"/>
          <p14:tracePt t="12390" x="2081213" y="2174875"/>
          <p14:tracePt t="12406" x="2138363" y="2174875"/>
          <p14:tracePt t="12422" x="2212975" y="2184400"/>
          <p14:tracePt t="12437" x="2289175" y="2212975"/>
          <p14:tracePt t="12454" x="2382838" y="2241550"/>
          <p14:tracePt t="12471" x="2449513" y="2279650"/>
          <p14:tracePt t="12487" x="2497138" y="2308225"/>
          <p14:tracePt t="12505" x="2516188" y="2327275"/>
          <p14:tracePt t="12508" x="2516188" y="2336800"/>
          <p14:tracePt t="12560" x="2516188" y="2346325"/>
          <p14:tracePt t="12570" x="2516188" y="2365375"/>
          <p14:tracePt t="12573" x="2516188" y="2374900"/>
          <p14:tracePt t="12588" x="2516188" y="2401888"/>
          <p14:tracePt t="12605" x="2516188" y="2420938"/>
          <p14:tracePt t="12621" x="2516188" y="2430463"/>
          <p14:tracePt t="12624" x="2516188" y="2449513"/>
          <p14:tracePt t="12637" x="2516188" y="2468563"/>
          <p14:tracePt t="12654" x="2516188" y="2478088"/>
          <p14:tracePt t="12671" x="2525713" y="2478088"/>
          <p14:tracePt t="12689" x="2525713" y="2497138"/>
          <p14:tracePt t="12706" x="2525713" y="2506663"/>
          <p14:tracePt t="12721" x="2535238" y="2516188"/>
          <p14:tracePt t="12724" x="2535238" y="2525713"/>
          <p14:tracePt t="12744" x="2544763" y="2535238"/>
          <p14:tracePt t="12771" x="2563813" y="2544763"/>
          <p14:tracePt t="12788" x="2563813" y="2554288"/>
          <p14:tracePt t="12805" x="2582863" y="2563813"/>
          <p14:tracePt t="12821" x="2592388" y="2573338"/>
          <p14:tracePt t="12824" x="2592388" y="2582863"/>
          <p14:tracePt t="12837" x="2600325" y="2582863"/>
          <p14:tracePt t="12855" x="2609850" y="2592388"/>
          <p14:tracePt t="12878" x="2609850" y="2611438"/>
          <p14:tracePt t="12921" x="2609850" y="2620963"/>
          <p14:tracePt t="18306" x="2573338" y="2620963"/>
          <p14:tracePt t="18311" x="2554288" y="2611438"/>
          <p14:tracePt t="18321" x="2478088" y="2601913"/>
          <p14:tracePt t="18338" x="2355850" y="2592388"/>
          <p14:tracePt t="18356" x="2298700" y="2582863"/>
          <p14:tracePt t="18371" x="2279650" y="2582863"/>
          <p14:tracePt t="18387" x="2270125" y="2582863"/>
          <p14:tracePt t="18406" x="2260600" y="2582863"/>
          <p14:tracePt t="18408" x="2251075" y="2573338"/>
          <p14:tracePt t="18420" x="2232025" y="2573338"/>
          <p14:tracePt t="18437" x="2193925" y="2563813"/>
          <p14:tracePt t="18453" x="2184400" y="2544763"/>
          <p14:tracePt t="18455" x="2174875" y="2544763"/>
          <p14:tracePt t="18471" x="2155825" y="2544763"/>
          <p14:tracePt t="18488" x="2155825" y="2535238"/>
          <p14:tracePt t="18520" x="2174875" y="2535238"/>
          <p14:tracePt t="18905" x="2165350" y="2535238"/>
          <p14:tracePt t="18909" x="2119313" y="2544763"/>
          <p14:tracePt t="18910" x="2100263" y="2544763"/>
          <p14:tracePt t="18922" x="2052638" y="2544763"/>
          <p14:tracePt t="18937" x="1985963" y="2554288"/>
          <p14:tracePt t="18954" x="1966913" y="2554288"/>
          <p14:tracePt t="18957" x="1957388" y="2563813"/>
          <p14:tracePt t="18971" x="1947863" y="2563813"/>
          <p14:tracePt t="18975" x="1947863" y="2573338"/>
          <p14:tracePt t="18989" x="1938338" y="2573338"/>
          <p14:tracePt t="19003" x="1919288" y="2582863"/>
          <p14:tracePt t="19005" x="1911350" y="2582863"/>
          <p14:tracePt t="19021" x="1892300" y="2582863"/>
          <p14:tracePt t="19023" x="1873250" y="2582863"/>
          <p14:tracePt t="19038" x="1863725" y="2582863"/>
          <p14:tracePt t="19053" x="1854200" y="2582863"/>
          <p14:tracePt t="19057" x="1844675" y="2582863"/>
          <p14:tracePt t="19070" x="1825625" y="2582863"/>
          <p14:tracePt t="19087" x="1816100" y="2582863"/>
          <p14:tracePt t="19103" x="1797050" y="2592388"/>
          <p14:tracePt t="19121" x="1758950" y="2601913"/>
          <p14:tracePt t="19137" x="1730375" y="2601913"/>
          <p14:tracePt t="19154" x="1711325" y="2601913"/>
          <p14:tracePt t="19170" x="1693863" y="2601913"/>
          <p14:tracePt t="19204" x="1684338" y="2601913"/>
          <p14:tracePt t="19221" x="1674813" y="2601913"/>
          <p14:tracePt t="19237" x="1674813" y="2620963"/>
          <p14:tracePt t="19253" x="1665288" y="2620963"/>
          <p14:tracePt t="19270" x="1655763" y="2620963"/>
          <p14:tracePt t="19304" x="1636713" y="2620963"/>
          <p14:tracePt t="19320" x="1617663" y="2620963"/>
          <p14:tracePt t="19337" x="1579563" y="2638425"/>
          <p14:tracePt t="19354" x="1541463" y="2647950"/>
          <p14:tracePt t="19370" x="1522413" y="2647950"/>
          <p14:tracePt t="19371" x="1503363" y="2647950"/>
          <p14:tracePt t="19387" x="1474788" y="2647950"/>
          <p14:tracePt t="19404" x="1466850" y="2647950"/>
          <p14:tracePt t="19425" x="1457325" y="2647950"/>
          <p14:tracePt t="19437" x="1447800" y="2647950"/>
          <p14:tracePt t="19453" x="1419225" y="2647950"/>
          <p14:tracePt t="19456" x="1400175" y="2647950"/>
          <p14:tracePt t="19471" x="1381125" y="2647950"/>
          <p14:tracePt t="19487" x="1371600" y="2647950"/>
          <p14:tracePt t="19503" x="1371600" y="2638425"/>
          <p14:tracePt t="19520" x="1371600" y="2628900"/>
          <p14:tracePt t="19801" x="1371600" y="2620963"/>
          <p14:tracePt t="19821" x="1362075" y="2620963"/>
          <p14:tracePt t="19838" x="1343025" y="2611438"/>
          <p14:tracePt t="19840" x="1333500" y="2611438"/>
          <p14:tracePt t="19853" x="1323975" y="2611438"/>
          <p14:tracePt t="19856" x="1314450" y="2611438"/>
          <p14:tracePt t="19871" x="1285875" y="2601913"/>
          <p14:tracePt t="19876" x="1266825" y="2592388"/>
          <p14:tracePt t="19887" x="1247775" y="2582863"/>
          <p14:tracePt t="19903" x="1230313" y="2582863"/>
          <p14:tracePt t="19905" x="1220788" y="2582863"/>
          <p14:tracePt t="19920" x="1211263" y="2582863"/>
          <p14:tracePt t="19938" x="1201738" y="2582863"/>
          <p14:tracePt t="19953" x="1192213" y="2582863"/>
          <p14:tracePt t="19956" x="1182688" y="2582863"/>
          <p14:tracePt t="19970" x="1173163" y="2582863"/>
          <p14:tracePt t="19987" x="1154113" y="2582863"/>
          <p14:tracePt t="20003" x="1125538" y="2582863"/>
          <p14:tracePt t="20020" x="1106488" y="2582863"/>
          <p14:tracePt t="20037" x="1096963" y="2582863"/>
          <p14:tracePt t="20131" x="1096963" y="2592388"/>
          <p14:tracePt t="20158" x="1096963" y="2601913"/>
          <p14:tracePt t="20314" x="1096963" y="2611438"/>
          <p14:tracePt t="21484" x="1106488" y="2611438"/>
          <p14:tracePt t="21539" x="1106488" y="2620963"/>
          <p14:tracePt t="21557" x="1116013" y="2620963"/>
          <p14:tracePt t="21576" x="1135063" y="2620963"/>
          <p14:tracePt t="21594" x="1144588" y="2620963"/>
          <p14:tracePt t="21636" x="1163638" y="2620963"/>
          <p14:tracePt t="21653" x="1182688" y="2620963"/>
          <p14:tracePt t="21689" x="1201738" y="2620963"/>
          <p14:tracePt t="21703" x="1220788" y="2620963"/>
          <p14:tracePt t="21708" x="1230313" y="2620963"/>
          <p14:tracePt t="21720" x="1247775" y="2611438"/>
          <p14:tracePt t="21737" x="1266825" y="2601913"/>
          <p14:tracePt t="21754" x="1295400" y="2592388"/>
          <p14:tracePt t="21756" x="1304925" y="2592388"/>
          <p14:tracePt t="21770" x="1314450" y="2592388"/>
          <p14:tracePt t="21787" x="1323975" y="2592388"/>
          <p14:tracePt t="21836" x="1333500" y="2592388"/>
          <p14:tracePt t="21854" x="1343025" y="2592388"/>
          <p14:tracePt t="22036" x="1343025" y="2582863"/>
          <p14:tracePt t="22071" x="1343025" y="2573338"/>
          <p14:tracePt t="22460" x="1343025" y="2582863"/>
          <p14:tracePt t="22488" x="1343025" y="2592388"/>
          <p14:tracePt t="22506" x="1343025" y="2601913"/>
          <p14:tracePt t="22536" x="1333500" y="2601913"/>
          <p14:tracePt t="22554" x="1333500" y="2611438"/>
          <p14:tracePt t="22571" x="1333500" y="2620963"/>
          <p14:tracePt t="22587" x="1323975" y="2628900"/>
          <p14:tracePt t="22590" x="1323975" y="2638425"/>
          <p14:tracePt t="22604" x="1323975" y="2647950"/>
          <p14:tracePt t="22620" x="1314450" y="2647950"/>
          <p14:tracePt t="22637" x="1304925" y="2657475"/>
          <p14:tracePt t="22670" x="1285875" y="2667000"/>
          <p14:tracePt t="22673" x="1276350" y="2676525"/>
          <p14:tracePt t="22687" x="1276350" y="2686050"/>
          <p14:tracePt t="22703" x="1257300" y="2724150"/>
          <p14:tracePt t="22719" x="1239838" y="2743200"/>
          <p14:tracePt t="22738" x="1211263" y="2762250"/>
          <p14:tracePt t="22755" x="1201738" y="2771775"/>
          <p14:tracePt t="22769" x="1201738" y="2781300"/>
          <p14:tracePt t="22787" x="1192213" y="2781300"/>
          <p14:tracePt t="22803" x="1182688" y="2781300"/>
          <p14:tracePt t="22820" x="1173163" y="2781300"/>
          <p14:tracePt t="22939" x="1173163" y="2771775"/>
          <p14:tracePt t="22953" x="1182688" y="2771775"/>
          <p14:tracePt t="22971" x="1192213" y="2762250"/>
          <p14:tracePt t="22986" x="1211263" y="2743200"/>
          <p14:tracePt t="23004" x="1220788" y="2733675"/>
          <p14:tracePt t="23020" x="1230313" y="2724150"/>
          <p14:tracePt t="23036" x="1239838" y="2724150"/>
          <p14:tracePt t="23054" x="1257300" y="2714625"/>
          <p14:tracePt t="23070" x="1266825" y="2695575"/>
          <p14:tracePt t="23086" x="1266825" y="2686050"/>
          <p14:tracePt t="23106" x="1295400" y="2667000"/>
          <p14:tracePt t="23120" x="1304925" y="2657475"/>
          <p14:tracePt t="23123" x="1314450" y="2657475"/>
          <p14:tracePt t="23137" x="1333500" y="2647950"/>
          <p14:tracePt t="23153" x="1371600" y="2628900"/>
          <p14:tracePt t="23170" x="1381125" y="2620963"/>
          <p14:tracePt t="23173" x="1390650" y="2620963"/>
          <p14:tracePt t="23187" x="1400175" y="2611438"/>
          <p14:tracePt t="23203" x="1409700" y="2611438"/>
          <p14:tracePt t="23220" x="1419225" y="2611438"/>
          <p14:tracePt t="23252" x="1428750" y="2611438"/>
          <p14:tracePt t="23270" x="1438275" y="2611438"/>
          <p14:tracePt t="23298" x="1447800" y="2611438"/>
          <p14:tracePt t="23308" x="1457325" y="2611438"/>
          <p14:tracePt t="23337" x="1466850" y="2611438"/>
          <p14:tracePt t="23353" x="1474788" y="2611438"/>
          <p14:tracePt t="23386" x="1493838" y="2611438"/>
          <p14:tracePt t="23420" x="1503363" y="2611438"/>
          <p14:tracePt t="23455" x="1512888" y="2611438"/>
          <p14:tracePt t="23473" x="1531938" y="2611438"/>
          <p14:tracePt t="23504" x="1541463" y="2611438"/>
          <p14:tracePt t="23622" x="1541463" y="2620963"/>
          <p14:tracePt t="23648" x="1541463" y="2628900"/>
          <p14:tracePt t="23658" x="1522413" y="2628900"/>
          <p14:tracePt t="23675" x="1512888" y="2628900"/>
          <p14:tracePt t="23705" x="1512888" y="2638425"/>
          <p14:tracePt t="23720" x="1512888" y="2647950"/>
          <p14:tracePt t="23723" x="1503363" y="2647950"/>
          <p14:tracePt t="23736" x="1503363" y="2657475"/>
          <p14:tracePt t="23753" x="1493838" y="2667000"/>
          <p14:tracePt t="23770" x="1484313" y="2676525"/>
          <p14:tracePt t="23804" x="1466850" y="2676525"/>
          <p14:tracePt t="23820" x="1457325" y="2695575"/>
          <p14:tracePt t="23836" x="1438275" y="2714625"/>
          <p14:tracePt t="23854" x="1419225" y="2733675"/>
          <p14:tracePt t="23870" x="1400175" y="2743200"/>
          <p14:tracePt t="23887" x="1390650" y="2743200"/>
          <p14:tracePt t="23906" x="1381125" y="2743200"/>
          <p14:tracePt t="23937" x="1371600" y="2743200"/>
          <p14:tracePt t="23954" x="1362075" y="2743200"/>
          <p14:tracePt t="23986" x="1352550" y="2743200"/>
          <p14:tracePt t="24003" x="1343025" y="2743200"/>
          <p14:tracePt t="24038" x="1333500" y="2743200"/>
          <p14:tracePt t="24809" x="1333500" y="2733675"/>
          <p14:tracePt t="24910" x="1333500" y="2724150"/>
          <p14:tracePt t="25131" x="1333500" y="2714625"/>
          <p14:tracePt t="25149" x="1343025" y="2705100"/>
          <p14:tracePt t="25170" x="1352550" y="2705100"/>
          <p14:tracePt t="25187" x="1352550" y="2695575"/>
          <p14:tracePt t="25203" x="1362075" y="2686050"/>
          <p14:tracePt t="25220" x="1371600" y="2686050"/>
          <p14:tracePt t="25237" x="1371600" y="2676525"/>
          <p14:tracePt t="25254" x="1381125" y="2676525"/>
          <p14:tracePt t="25270" x="1381125" y="2667000"/>
          <p14:tracePt t="25287" x="1381125" y="2657475"/>
          <p14:tracePt t="25319" x="1400175" y="2638425"/>
          <p14:tracePt t="25337" x="1419225" y="2628900"/>
          <p14:tracePt t="25353" x="1428750" y="2620963"/>
          <p14:tracePt t="25372" x="1438275" y="2611438"/>
          <p14:tracePt t="25556" x="1447800" y="2611438"/>
          <p14:tracePt t="25576" x="1457325" y="2611438"/>
          <p14:tracePt t="25676" x="1466850" y="2611438"/>
          <p14:tracePt t="25693" x="1474788" y="2611438"/>
          <p14:tracePt t="25707" x="1484313" y="2611438"/>
          <p14:tracePt t="25720" x="1493838" y="2611438"/>
          <p14:tracePt t="25741" x="1503363" y="2611438"/>
          <p14:tracePt t="25758" x="1503363" y="2601913"/>
          <p14:tracePt t="25786" x="1531938" y="2601913"/>
          <p14:tracePt t="25820" x="1541463" y="2601913"/>
          <p14:tracePt t="25836" x="1550988" y="2601913"/>
          <p14:tracePt t="25971" x="1541463" y="2601913"/>
          <p14:tracePt t="25998" x="1522413" y="2601913"/>
          <p14:tracePt t="26016" x="1512888" y="2601913"/>
          <p14:tracePt t="26044" x="1503363" y="2601913"/>
          <p14:tracePt t="26089" x="1493838" y="2601913"/>
          <p14:tracePt t="26154" x="1493838" y="2611438"/>
          <p14:tracePt t="26237" x="1503363" y="2611438"/>
          <p14:tracePt t="26246" x="1531938" y="2611438"/>
          <p14:tracePt t="26247" x="1541463" y="2611438"/>
          <p14:tracePt t="26256" x="1560513" y="2611438"/>
          <p14:tracePt t="26257" x="1570038" y="2611438"/>
          <p14:tracePt t="26269" x="1627188" y="2611438"/>
          <p14:tracePt t="26286" x="1720850" y="2611438"/>
          <p14:tracePt t="26303" x="1768475" y="2611438"/>
          <p14:tracePt t="26320" x="1787525" y="2611438"/>
          <p14:tracePt t="26323" x="1806575" y="2611438"/>
          <p14:tracePt t="26358" x="1816100" y="2611438"/>
          <p14:tracePt t="26361" x="1825625" y="2611438"/>
          <p14:tracePt t="26427" x="1825625" y="2620963"/>
          <p14:tracePt t="26502" x="1825625" y="2628900"/>
          <p14:tracePt t="26550" x="1825625" y="2638425"/>
          <p14:tracePt t="26570" x="1816100" y="2647950"/>
          <p14:tracePt t="26586" x="1797050" y="2647950"/>
          <p14:tracePt t="26602" x="1797050" y="2657475"/>
          <p14:tracePt t="26606" x="1797050" y="2667000"/>
          <p14:tracePt t="26619" x="1787525" y="2676525"/>
          <p14:tracePt t="26636" x="1778000" y="2695575"/>
          <p14:tracePt t="26653" x="1768475" y="2743200"/>
          <p14:tracePt t="26669" x="1749425" y="2809875"/>
          <p14:tracePt t="26671" x="1749425" y="2819400"/>
          <p14:tracePt t="26688" x="1739900" y="2865438"/>
          <p14:tracePt t="26703" x="1730375" y="2913063"/>
          <p14:tracePt t="26720" x="1730375" y="2922588"/>
          <p14:tracePt t="26737" x="1730375" y="2941638"/>
          <p14:tracePt t="26753" x="1730375" y="2951163"/>
          <p14:tracePt t="26771" x="1711325" y="2970213"/>
          <p14:tracePt t="26789" x="1711325" y="2979738"/>
          <p14:tracePt t="26802" x="1701800" y="2979738"/>
          <p14:tracePt t="26826" x="1693863" y="2979738"/>
          <p14:tracePt t="26838" x="1693863" y="2989263"/>
          <p14:tracePt t="26869" x="1684338" y="2998788"/>
          <p14:tracePt t="26886" x="1674813" y="3008313"/>
          <p14:tracePt t="26903" x="1674813" y="3017838"/>
          <p14:tracePt t="26921" x="1674813" y="3027363"/>
          <p14:tracePt t="26937" x="1674813" y="3036888"/>
          <p14:tracePt t="26969" x="1674813" y="3046413"/>
          <p14:tracePt t="26986" x="1665288" y="3055938"/>
          <p14:tracePt t="27020" x="1665288" y="3065463"/>
          <p14:tracePt t="27021" x="1665288" y="3074988"/>
          <p14:tracePt t="27131" x="1674813" y="3074988"/>
          <p14:tracePt t="27141" x="1684338" y="3074988"/>
          <p14:tracePt t="27152" x="1693863" y="3065463"/>
          <p14:tracePt t="27169" x="1711325" y="3065463"/>
          <p14:tracePt t="27172" x="1720850" y="3065463"/>
          <p14:tracePt t="27187" x="1768475" y="3065463"/>
          <p14:tracePt t="27203" x="1778000" y="3065463"/>
          <p14:tracePt t="27205" x="1797050" y="3065463"/>
          <p14:tracePt t="27207" x="1806575" y="3065463"/>
          <p14:tracePt t="27220" x="1816100" y="3065463"/>
          <p14:tracePt t="27236" x="1835150" y="3065463"/>
          <p14:tracePt t="27252" x="1844675" y="3065463"/>
          <p14:tracePt t="27270" x="1863725" y="3065463"/>
          <p14:tracePt t="27273" x="1892300" y="3074988"/>
          <p14:tracePt t="27288" x="1928813" y="3084513"/>
          <p14:tracePt t="27303" x="1928813" y="3092450"/>
          <p14:tracePt t="27319" x="1947863" y="3101975"/>
          <p14:tracePt t="27336" x="1966913" y="3101975"/>
          <p14:tracePt t="27353" x="1976438" y="3111500"/>
          <p14:tracePt t="29438" x="1947863" y="3111500"/>
          <p14:tracePt t="29439" x="1928813" y="3111500"/>
          <p14:tracePt t="29447" x="1892300" y="3121025"/>
          <p14:tracePt t="29452" x="1873250" y="3121025"/>
          <p14:tracePt t="29470" x="1797050" y="3140075"/>
          <p14:tracePt t="29486" x="1749425" y="3140075"/>
          <p14:tracePt t="29504" x="1739900" y="3149600"/>
          <p14:tracePt t="29553" x="1730375" y="3149600"/>
          <p14:tracePt t="29593" x="1711325" y="3149600"/>
          <p14:tracePt t="29603" x="1711325" y="3159125"/>
          <p14:tracePt t="29622" x="1701800" y="3159125"/>
          <p14:tracePt t="29714" x="1693863" y="3159125"/>
          <p14:tracePt t="29768" x="1684338" y="3159125"/>
          <p14:tracePt t="29785" x="1684338" y="3149600"/>
          <p14:tracePt t="29803" x="1674813" y="3149600"/>
          <p14:tracePt t="29819" x="1655763" y="3149600"/>
          <p14:tracePt t="29836" x="1627188" y="3140075"/>
          <p14:tracePt t="29853" x="1617663" y="3130550"/>
          <p14:tracePt t="29855" x="1608138" y="3130550"/>
          <p14:tracePt t="29870" x="1589088" y="3121025"/>
          <p14:tracePt t="29886" x="1579563" y="3121025"/>
          <p14:tracePt t="29889" x="1570038" y="3111500"/>
          <p14:tracePt t="29902" x="1560513" y="3111500"/>
          <p14:tracePt t="29919" x="1550988" y="3101975"/>
          <p14:tracePt t="29936" x="1541463" y="3092450"/>
          <p14:tracePt t="29952" x="1531938" y="3092450"/>
          <p14:tracePt t="29986" x="1522413" y="3092450"/>
          <p14:tracePt t="30118" x="1522413" y="3101975"/>
          <p14:tracePt t="30147" x="1522413" y="3111500"/>
          <p14:tracePt t="30164" x="1522413" y="3121025"/>
          <p14:tracePt t="30192" x="1522413" y="3130550"/>
          <p14:tracePt t="30210" x="1522413" y="3140075"/>
          <p14:tracePt t="30255" x="1531938" y="3149600"/>
          <p14:tracePt t="30274" x="1531938" y="3159125"/>
          <p14:tracePt t="30284" x="1541463" y="3159125"/>
          <p14:tracePt t="30304" x="1550988" y="3168650"/>
          <p14:tracePt t="30321" x="1550988" y="3178175"/>
          <p14:tracePt t="30336" x="1560513" y="3178175"/>
          <p14:tracePt t="30353" x="1570038" y="3178175"/>
          <p14:tracePt t="30369" x="1579563" y="3178175"/>
          <p14:tracePt t="30403" x="1589088" y="3178175"/>
          <p14:tracePt t="30419" x="1598613" y="3178175"/>
          <p14:tracePt t="30436" x="1608138" y="3178175"/>
          <p14:tracePt t="30588" x="1608138" y="3168650"/>
          <p14:tracePt t="30662" x="1608138" y="3159125"/>
          <p14:tracePt t="30679" x="1608138" y="3149600"/>
          <p14:tracePt t="30808" x="1608138" y="3140075"/>
          <p14:tracePt t="30827" x="1608138" y="3130550"/>
          <p14:tracePt t="30868" x="1617663" y="3130550"/>
          <p14:tracePt t="30920" x="1636713" y="3130550"/>
          <p14:tracePt t="30937" x="1646238" y="3130550"/>
          <p14:tracePt t="30965" x="1655763" y="3130550"/>
          <p14:tracePt t="30982" x="1665288" y="3130550"/>
          <p14:tracePt t="31075" x="1674813" y="3130550"/>
          <p14:tracePt t="31111" x="1684338" y="3130550"/>
          <p14:tracePt t="31130" x="1693863" y="3130550"/>
          <p14:tracePt t="31157" x="1701800" y="3130550"/>
          <p14:tracePt t="31176" x="1720850" y="3130550"/>
          <p14:tracePt t="31268" x="1730375" y="3130550"/>
          <p14:tracePt t="31389" x="1739900" y="3130550"/>
          <p14:tracePt t="31417" x="1749425" y="3130550"/>
          <p14:tracePt t="31454" x="1758950" y="3121025"/>
          <p14:tracePt t="31469" x="1768475" y="3121025"/>
          <p14:tracePt t="31490" x="1778000" y="3121025"/>
          <p14:tracePt t="31509" x="1787525" y="3121025"/>
          <p14:tracePt t="31536" x="1797050" y="3121025"/>
          <p14:tracePt t="31555" x="1806575" y="3121025"/>
          <p14:tracePt t="31587" x="1816100" y="3121025"/>
          <p14:tracePt t="31603" x="1825625" y="3121025"/>
          <p14:tracePt t="31652" x="1835150" y="3121025"/>
          <p14:tracePt t="31669" x="1844675" y="3111500"/>
          <p14:tracePt t="31702" x="1854200" y="3111500"/>
          <p14:tracePt t="31767" x="1863725" y="3111500"/>
          <p14:tracePt t="31777" x="1882775" y="3111500"/>
          <p14:tracePt t="31794" x="1892300" y="3121025"/>
          <p14:tracePt t="31819" x="1911350" y="3121025"/>
          <p14:tracePt t="31835" x="1911350" y="3130550"/>
          <p14:tracePt t="31869" x="1919288" y="3130550"/>
          <p14:tracePt t="31892" x="1928813" y="3130550"/>
          <p14:tracePt t="31919" x="1947863" y="3130550"/>
          <p14:tracePt t="31936" x="1957388" y="3130550"/>
          <p14:tracePt t="31952" x="1976438" y="3130550"/>
          <p14:tracePt t="31970" x="1995488" y="3130550"/>
          <p14:tracePt t="31987" x="2014538" y="3130550"/>
          <p14:tracePt t="32002" x="2024063" y="3130550"/>
          <p14:tracePt t="32019" x="2043113" y="3130550"/>
          <p14:tracePt t="32035" x="2052638" y="3130550"/>
          <p14:tracePt t="32052" x="2062163" y="3130550"/>
          <p14:tracePt t="32079" x="2071688" y="3130550"/>
          <p14:tracePt t="32102" x="2081213" y="3130550"/>
          <p14:tracePt t="32143" x="2090738" y="3140075"/>
          <p14:tracePt t="32156" x="2109788" y="3140075"/>
          <p14:tracePt t="32169" x="2119313" y="3140075"/>
          <p14:tracePt t="32203" x="2138363" y="3140075"/>
          <p14:tracePt t="32299" x="2146300" y="3140075"/>
          <p14:tracePt t="32337" x="2155825" y="3140075"/>
          <p14:tracePt t="32352" x="2165350" y="3140075"/>
          <p14:tracePt t="32369" x="2174875" y="3140075"/>
          <p14:tracePt t="32385" x="2203450" y="3140075"/>
          <p14:tracePt t="32409" x="2212975" y="3140075"/>
          <p14:tracePt t="32437" x="2222500" y="3140075"/>
          <p14:tracePt t="32452" x="2232025" y="3140075"/>
          <p14:tracePt t="32469" x="2241550" y="3149600"/>
          <p14:tracePt t="32509" x="2251075" y="3149600"/>
          <p14:tracePt t="32533" x="2260600" y="3149600"/>
          <p14:tracePt t="32548" x="2260600" y="3159125"/>
          <p14:tracePt t="32569" x="2270125" y="3159125"/>
          <p14:tracePt t="32586" x="2279650" y="3159125"/>
          <p14:tracePt t="32619" x="2289175" y="3159125"/>
          <p14:tracePt t="32636" x="2298700" y="3159125"/>
          <p14:tracePt t="32652" x="2308225" y="3159125"/>
          <p14:tracePt t="32685" x="2308225" y="3168650"/>
          <p14:tracePt t="32777" x="2317750" y="3168650"/>
          <p14:tracePt t="32805" x="2317750" y="3178175"/>
          <p14:tracePt t="32906" x="2327275" y="3197225"/>
          <p14:tracePt t="32914" x="2336800" y="3197225"/>
          <p14:tracePt t="32919" x="2355850" y="3206750"/>
          <p14:tracePt t="32935" x="2392363" y="3216275"/>
          <p14:tracePt t="32952" x="2401888" y="3216275"/>
          <p14:tracePt t="32956" x="2420938" y="3216275"/>
          <p14:tracePt t="32971" x="2449513" y="3216275"/>
          <p14:tracePt t="33002" x="2459038" y="3216275"/>
          <p14:tracePt t="33019" x="2468563" y="3216275"/>
          <p14:tracePt t="33036" x="2478088" y="3216275"/>
          <p14:tracePt t="33163" x="2478088" y="3225800"/>
          <p14:tracePt t="33182" x="2478088" y="3235325"/>
          <p14:tracePt t="33192" x="2468563" y="3244850"/>
          <p14:tracePt t="33202" x="2459038" y="3244850"/>
          <p14:tracePt t="33219" x="2459038" y="3254375"/>
          <p14:tracePt t="33238" x="2430463" y="3263900"/>
          <p14:tracePt t="33252" x="2420938" y="3263900"/>
          <p14:tracePt t="33269" x="2411413" y="3263900"/>
          <p14:tracePt t="33285" x="2401888" y="3263900"/>
          <p14:tracePt t="33335" x="2392363" y="3254375"/>
          <p14:tracePt t="33352" x="2382838" y="3254375"/>
          <p14:tracePt t="34762" x="2355850" y="3244850"/>
          <p14:tracePt t="34786" x="2062163" y="3197225"/>
          <p14:tracePt t="34802" x="1844675" y="3159125"/>
          <p14:tracePt t="34819" x="1636713" y="3092450"/>
          <p14:tracePt t="34835" x="1522413" y="3065463"/>
          <p14:tracePt t="34838" x="1512888" y="3065463"/>
          <p14:tracePt t="34855" x="1419225" y="3027363"/>
          <p14:tracePt t="34869" x="1390650" y="3008313"/>
          <p14:tracePt t="34871" x="1362075" y="2998788"/>
          <p14:tracePt t="34885" x="1333500" y="2970213"/>
          <p14:tracePt t="34902" x="1239838" y="2913063"/>
          <p14:tracePt t="34919" x="1125538" y="2865438"/>
          <p14:tracePt t="34935" x="1087438" y="2838450"/>
          <p14:tracePt t="34937" x="1058863" y="2819400"/>
          <p14:tracePt t="34953" x="1012825" y="2781300"/>
          <p14:tracePt t="34968" x="1003300" y="2771775"/>
          <p14:tracePt t="34985" x="1003300" y="2743200"/>
          <p14:tracePt t="35002" x="1003300" y="2724150"/>
          <p14:tracePt t="35072" x="1012825" y="2724150"/>
          <p14:tracePt t="35085" x="1020763" y="2714625"/>
          <p14:tracePt t="35102" x="1039813" y="2705100"/>
          <p14:tracePt t="35124" x="1049338" y="2695575"/>
          <p14:tracePt t="35137" x="1068388" y="2686050"/>
          <p14:tracePt t="35152" x="1077913" y="2686050"/>
          <p14:tracePt t="35154" x="1077913" y="2667000"/>
          <p14:tracePt t="35169" x="1087438" y="2667000"/>
          <p14:tracePt t="35185" x="1106488" y="2657475"/>
          <p14:tracePt t="35202" x="1116013" y="2657475"/>
          <p14:tracePt t="35219" x="1125538" y="2657475"/>
          <p14:tracePt t="35253" x="1135063" y="2657475"/>
          <p14:tracePt t="35281" x="1154113" y="2657475"/>
          <p14:tracePt t="35319" x="1163638" y="2657475"/>
          <p14:tracePt t="35447" x="1173163" y="2657475"/>
          <p14:tracePt t="35579" x="1182688" y="2657475"/>
          <p14:tracePt t="35606" x="1192213" y="2657475"/>
          <p14:tracePt t="35625" x="1201738" y="2657475"/>
          <p14:tracePt t="35678" x="1211263" y="2657475"/>
          <p14:tracePt t="35697" x="1220788" y="2657475"/>
          <p14:tracePt t="35723" x="1239838" y="2657475"/>
          <p14:tracePt t="35769" x="1247775" y="2657475"/>
          <p14:tracePt t="35787" x="1257300" y="2647950"/>
          <p14:tracePt t="35818" x="1266825" y="2647950"/>
          <p14:tracePt t="35835" x="1276350" y="2647950"/>
          <p14:tracePt t="35852" x="1285875" y="2647950"/>
          <p14:tracePt t="35868" x="1295400" y="2647950"/>
          <p14:tracePt t="35949" x="1314450" y="2647950"/>
          <p14:tracePt t="35978" x="1323975" y="2647950"/>
          <p14:tracePt t="35996" x="1333500" y="2647950"/>
          <p14:tracePt t="36087" x="1333500" y="2657475"/>
          <p14:tracePt t="36376" x="1343025" y="2657475"/>
          <p14:tracePt t="36383" x="1352550" y="2657475"/>
          <p14:tracePt t="36398" x="1362075" y="2657475"/>
          <p14:tracePt t="36407" x="1371600" y="2647950"/>
          <p14:tracePt t="36409" x="1381125" y="2647950"/>
          <p14:tracePt t="36419" x="1409700" y="2638425"/>
          <p14:tracePt t="36437" x="1447800" y="2638425"/>
          <p14:tracePt t="36452" x="1457325" y="2638425"/>
          <p14:tracePt t="36455" x="1466850" y="2638425"/>
          <p14:tracePt t="36555" x="1474788" y="2638425"/>
          <p14:tracePt t="36704" x="1474788" y="2628900"/>
          <p14:tracePt t="36849" x="1466850" y="2628900"/>
          <p14:tracePt t="36869" x="1457325" y="2628900"/>
          <p14:tracePt t="36895" x="1447800" y="2628900"/>
          <p14:tracePt t="36913" x="1438275" y="2628900"/>
          <p14:tracePt t="36941" x="1428750" y="2628900"/>
          <p14:tracePt t="36951" x="1419225" y="2628900"/>
          <p14:tracePt t="36970" x="1400175" y="2638425"/>
          <p14:tracePt t="36985" x="1381125" y="2647950"/>
          <p14:tracePt t="37003" x="1362075" y="2657475"/>
          <p14:tracePt t="37006" x="1352550" y="2667000"/>
          <p14:tracePt t="37025" x="1343025" y="2667000"/>
          <p14:tracePt t="37036" x="1333500" y="2667000"/>
          <p14:tracePt t="37052" x="1323975" y="2676525"/>
          <p14:tracePt t="37055" x="1314450" y="2676525"/>
          <p14:tracePt t="37071" x="1304925" y="2686050"/>
          <p14:tracePt t="37085" x="1295400" y="2686050"/>
          <p14:tracePt t="37118" x="1285875" y="2686050"/>
          <p14:tracePt t="37153" x="1276350" y="2686050"/>
          <p14:tracePt t="37173" x="1257300" y="2686050"/>
          <p14:tracePt t="37202" x="1247775" y="2695575"/>
          <p14:tracePt t="37400" x="1266825" y="2695575"/>
          <p14:tracePt t="37409" x="1276350" y="2695575"/>
          <p14:tracePt t="37438" x="1285875" y="2695575"/>
          <p14:tracePt t="37473" x="1295400" y="2695575"/>
          <p14:tracePt t="37485" x="1304925" y="2695575"/>
          <p14:tracePt t="37502" x="1314450" y="2695575"/>
          <p14:tracePt t="37505" x="1323975" y="2695575"/>
          <p14:tracePt t="37521" x="1333500" y="2695575"/>
          <p14:tracePt t="37535" x="1343025" y="2695575"/>
          <p14:tracePt t="37552" x="1352550" y="2695575"/>
          <p14:tracePt t="37574" x="1362075" y="2695575"/>
          <p14:tracePt t="37603" x="1371600" y="2695575"/>
          <p14:tracePt t="37630" x="1371600" y="2686050"/>
          <p14:tracePt t="37721" x="1381125" y="2676525"/>
          <p14:tracePt t="37740" x="1390650" y="2676525"/>
          <p14:tracePt t="37768" x="1400175" y="2676525"/>
          <p14:tracePt t="37789" x="1409700" y="2676525"/>
          <p14:tracePt t="37818" x="1419225" y="2676525"/>
          <p14:tracePt t="37835" x="1428750" y="2667000"/>
          <p14:tracePt t="37853" x="1438275" y="2667000"/>
          <p14:tracePt t="37870" x="1457325" y="2657475"/>
          <p14:tracePt t="37885" x="1466850" y="2657475"/>
          <p14:tracePt t="37902" x="1474788" y="2657475"/>
          <p14:tracePt t="37918" x="1493838" y="2657475"/>
          <p14:tracePt t="37935" x="1503363" y="2657475"/>
          <p14:tracePt t="37952" x="1512888" y="2657475"/>
          <p14:tracePt t="37972" x="1522413" y="2657475"/>
          <p14:tracePt t="38002" x="1531938" y="2657475"/>
          <p14:tracePt t="38019" x="1550988" y="2657475"/>
          <p14:tracePt t="38035" x="1579563" y="2657475"/>
          <p14:tracePt t="38054" x="1589088" y="2657475"/>
          <p14:tracePt t="38068" x="1598613" y="2657475"/>
          <p14:tracePt t="38085" x="1608138" y="2657475"/>
          <p14:tracePt t="38101" x="1617663" y="2657475"/>
          <p14:tracePt t="38118" x="1627188" y="2657475"/>
          <p14:tracePt t="38145" x="1636713" y="2657475"/>
          <p14:tracePt t="38266" x="1655763" y="2657475"/>
          <p14:tracePt t="38375" x="1646238" y="2657475"/>
          <p14:tracePt t="38384" x="1646238" y="2647950"/>
          <p14:tracePt t="38421" x="1636713" y="2647950"/>
          <p14:tracePt t="38435" x="1627188" y="2647950"/>
          <p14:tracePt t="38452" x="1617663" y="2647950"/>
          <p14:tracePt t="38469" x="1598613" y="2647950"/>
          <p14:tracePt t="38486" x="1589088" y="2647950"/>
          <p14:tracePt t="38518" x="1570038" y="2647950"/>
          <p14:tracePt t="38535" x="1560513" y="2647950"/>
          <p14:tracePt t="38552" x="1550988" y="2647950"/>
          <p14:tracePt t="38586" x="1541463" y="2647950"/>
          <p14:tracePt t="38602" x="1531938" y="2647950"/>
          <p14:tracePt t="38623" x="1522413" y="2647950"/>
          <p14:tracePt t="38635" x="1522413" y="2638425"/>
          <p14:tracePt t="38674" x="1522413" y="2628900"/>
          <p14:tracePt t="39255" x="1550988" y="2628900"/>
          <p14:tracePt t="39262" x="1665288" y="2647950"/>
          <p14:tracePt t="39285" x="1778000" y="2638425"/>
          <p14:tracePt t="39308" x="1797050" y="2611438"/>
          <p14:tracePt t="39314" x="1806575" y="2592388"/>
          <p14:tracePt t="39324" x="1806575" y="2582863"/>
          <p14:tracePt t="39326" x="1835150" y="2573338"/>
          <p14:tracePt t="39329" x="1835150" y="2554288"/>
          <p14:tracePt t="39336" x="1854200" y="2544763"/>
          <p14:tracePt t="39352" x="1995488" y="2506663"/>
          <p14:tracePt t="39354" x="2033588" y="2497138"/>
          <p14:tracePt t="39368" x="2193925" y="2487613"/>
          <p14:tracePt t="39372" x="2270125" y="2487613"/>
          <p14:tracePt t="39374" x="2327275" y="2487613"/>
          <p14:tracePt t="39385" x="2459038" y="2487613"/>
          <p14:tracePt t="39402" x="2544763" y="2487613"/>
          <p14:tracePt t="39419" x="2554288" y="2487613"/>
          <p14:tracePt t="39435" x="2554288" y="2478088"/>
          <p14:tracePt t="39472" x="2544763" y="2478088"/>
          <p14:tracePt t="39501" x="2544763" y="2487613"/>
          <p14:tracePt t="39525" x="2525713" y="2487613"/>
          <p14:tracePt t="39553" x="2506663" y="2497138"/>
          <p14:tracePt t="39568" x="2497138" y="2497138"/>
          <p14:tracePt t="44467" x="2459038" y="2535238"/>
          <p14:tracePt t="44472" x="2449513" y="2554288"/>
          <p14:tracePt t="44486" x="2336800" y="2647950"/>
          <p14:tracePt t="44501" x="2308225" y="2676525"/>
          <p14:tracePt t="44504" x="2279650" y="2714625"/>
          <p14:tracePt t="44506" x="2270125" y="2724150"/>
          <p14:tracePt t="44518" x="2260600" y="2752725"/>
          <p14:tracePt t="44534" x="2241550" y="2790825"/>
          <p14:tracePt t="44537" x="2241550" y="2800350"/>
          <p14:tracePt t="44540" x="2232025" y="2819400"/>
          <p14:tracePt t="44551" x="2232025" y="2838450"/>
          <p14:tracePt t="44552" x="2222500" y="2838450"/>
          <p14:tracePt t="44568" x="2193925" y="2913063"/>
          <p14:tracePt t="44585" x="2165350" y="2989263"/>
          <p14:tracePt t="44589" x="2165350" y="2998788"/>
          <p14:tracePt t="44601" x="2146300" y="3017838"/>
          <p14:tracePt t="44618" x="2100263" y="3074988"/>
          <p14:tracePt t="44635" x="2081213" y="3101975"/>
          <p14:tracePt t="44652" x="2071688" y="3121025"/>
          <p14:tracePt t="44668" x="2062163" y="3149600"/>
          <p14:tracePt t="44684" x="2052638" y="3168650"/>
          <p14:tracePt t="44701" x="2043113" y="3178175"/>
          <p14:tracePt t="44718" x="2014538" y="3197225"/>
          <p14:tracePt t="44734" x="2005013" y="3197225"/>
          <p14:tracePt t="44767" x="1995488" y="3197225"/>
          <p14:tracePt t="44784" x="1966913" y="3235325"/>
          <p14:tracePt t="44800" x="1911350" y="3273425"/>
          <p14:tracePt t="44818" x="1892300" y="3292475"/>
          <p14:tracePt t="44819" x="1863725" y="3328988"/>
          <p14:tracePt t="44835" x="1844675" y="3357563"/>
          <p14:tracePt t="44839" x="1835150" y="3357563"/>
          <p14:tracePt t="44852" x="1825625" y="3367088"/>
          <p14:tracePt t="44855" x="1816100" y="3376613"/>
          <p14:tracePt t="44868" x="1806575" y="3376613"/>
          <p14:tracePt t="44884" x="1787525" y="3386138"/>
          <p14:tracePt t="44901" x="1787525" y="3405188"/>
          <p14:tracePt t="44918" x="1768475" y="3405188"/>
          <p14:tracePt t="44972" x="1758950" y="3405188"/>
          <p14:tracePt t="45001" x="1749425" y="3405188"/>
          <p14:tracePt t="45034" x="1739900" y="3405188"/>
          <p14:tracePt t="45067" x="1730375" y="3405188"/>
          <p14:tracePt t="45084" x="1720850" y="3395663"/>
          <p14:tracePt t="45118" x="1720850" y="3386138"/>
          <p14:tracePt t="45134" x="1711325" y="3376613"/>
          <p14:tracePt t="45151" x="1701800" y="3376613"/>
          <p14:tracePt t="45176" x="1701800" y="3367088"/>
          <p14:tracePt t="45201" x="1701800" y="3357563"/>
          <p14:tracePt t="45221" x="1701800" y="3348038"/>
          <p14:tracePt t="45251" x="1701800" y="3338513"/>
          <p14:tracePt t="45301" x="1684338" y="3338513"/>
          <p14:tracePt t="45318" x="1674813" y="3338513"/>
          <p14:tracePt t="45334" x="1665288" y="3328988"/>
          <p14:tracePt t="45352" x="1665288" y="3319463"/>
          <p14:tracePt t="45355" x="1655763" y="3319463"/>
          <p14:tracePt t="45369" x="1636713" y="3311525"/>
          <p14:tracePt t="45372" x="1627188" y="3311525"/>
          <p14:tracePt t="45384" x="1617663" y="3311525"/>
          <p14:tracePt t="45388" x="1598613" y="3311525"/>
          <p14:tracePt t="45401" x="1589088" y="3302000"/>
          <p14:tracePt t="45418" x="1570038" y="3292475"/>
          <p14:tracePt t="45435" x="1550988" y="3292475"/>
          <p14:tracePt t="45453" x="1541463" y="3282950"/>
          <p14:tracePt t="45505" x="1522413" y="3282950"/>
          <p14:tracePt t="45519" x="1522413" y="3273425"/>
          <p14:tracePt t="45535" x="1512888" y="3273425"/>
          <p14:tracePt t="45551" x="1512888" y="3263900"/>
          <p14:tracePt t="45584" x="1503363" y="3263900"/>
          <p14:tracePt t="45602" x="1493838" y="3254375"/>
          <p14:tracePt t="45634" x="1484313" y="3235325"/>
          <p14:tracePt t="45637" x="1484313" y="3225800"/>
          <p14:tracePt t="45667" x="1484313" y="3216275"/>
          <p14:tracePt t="45736" x="1484313" y="3206750"/>
          <p14:tracePt t="45769" x="1484313" y="3197225"/>
          <p14:tracePt t="45833" x="1484313" y="3187700"/>
          <p14:tracePt t="46004" x="1474788" y="3187700"/>
          <p14:tracePt t="46015" x="1466850" y="3187700"/>
          <p14:tracePt t="46023" x="1466850" y="3197225"/>
          <p14:tracePt t="46034" x="1457325" y="3197225"/>
          <p14:tracePt t="46051" x="1438275" y="3206750"/>
          <p14:tracePt t="46069" x="1428750" y="3216275"/>
          <p14:tracePt t="46101" x="1419225" y="3225800"/>
          <p14:tracePt t="46117" x="1419225" y="3244850"/>
          <p14:tracePt t="46134" x="1419225" y="3254375"/>
          <p14:tracePt t="46152" x="1419225" y="3273425"/>
          <p14:tracePt t="46170" x="1419225" y="3282950"/>
          <p14:tracePt t="46279" x="1428750" y="3282950"/>
          <p14:tracePt t="46307" x="1447800" y="3282950"/>
          <p14:tracePt t="46353" x="1457325" y="3282950"/>
          <p14:tracePt t="46445" x="1466850" y="3282950"/>
          <p14:tracePt t="46536" x="1466850" y="3273425"/>
          <p14:tracePt t="46556" x="1466850" y="3263900"/>
          <p14:tracePt t="46620" x="1466850" y="3254375"/>
          <p14:tracePt t="46655" x="1474788" y="3254375"/>
          <p14:tracePt t="48788" x="1484313" y="3235325"/>
          <p14:tracePt t="48790" x="1493838" y="3235325"/>
          <p14:tracePt t="48797" x="1522413" y="3216275"/>
          <p14:tracePt t="48799" x="1531938" y="3206750"/>
          <p14:tracePt t="48806" x="1570038" y="3187700"/>
          <p14:tracePt t="48818" x="1636713" y="3140075"/>
          <p14:tracePt t="48820" x="1674813" y="3121025"/>
          <p14:tracePt t="48835" x="1758950" y="3046413"/>
          <p14:tracePt t="48854" x="1844675" y="2998788"/>
          <p14:tracePt t="48855" x="1854200" y="2989263"/>
          <p14:tracePt t="48867" x="1873250" y="2970213"/>
          <p14:tracePt t="48884" x="1882775" y="2970213"/>
          <p14:tracePt t="48917" x="1892300" y="2979738"/>
          <p14:tracePt t="48936" x="1901825" y="2979738"/>
          <p14:tracePt t="48951" x="1919288" y="2979738"/>
          <p14:tracePt t="48955" x="1928813" y="2979738"/>
          <p14:tracePt t="48956" x="1938338" y="2979738"/>
          <p14:tracePt t="48967" x="1966913" y="2979738"/>
          <p14:tracePt t="48985" x="2005013" y="2989263"/>
          <p14:tracePt t="49001" x="2052638" y="2989263"/>
          <p14:tracePt t="49002" x="2062163" y="2989263"/>
          <p14:tracePt t="49018" x="2090738" y="2998788"/>
          <p14:tracePt t="49033" x="2100263" y="3008313"/>
          <p14:tracePt t="49036" x="2109788" y="3008313"/>
          <p14:tracePt t="49050" x="2128838" y="3017838"/>
          <p14:tracePt t="49068" x="2138363" y="3017838"/>
          <p14:tracePt t="49069" x="2138363" y="3027363"/>
          <p14:tracePt t="49084" x="2165350" y="3055938"/>
          <p14:tracePt t="49087" x="2174875" y="3055938"/>
          <p14:tracePt t="49101" x="2193925" y="3065463"/>
          <p14:tracePt t="49103" x="2222500" y="3084513"/>
          <p14:tracePt t="49119" x="2270125" y="3130550"/>
          <p14:tracePt t="49122" x="2279650" y="3140075"/>
          <p14:tracePt t="49133" x="2317750" y="3149600"/>
          <p14:tracePt t="49150" x="2355850" y="3178175"/>
          <p14:tracePt t="49168" x="2392363" y="3187700"/>
          <p14:tracePt t="49184" x="2401888" y="3197225"/>
          <p14:tracePt t="49201" x="2411413" y="3206750"/>
          <p14:tracePt t="49202" x="2420938" y="3216275"/>
          <p14:tracePt t="49219" x="2449513" y="3225800"/>
          <p14:tracePt t="49235" x="2478088" y="3235325"/>
          <p14:tracePt t="49236" x="2487613" y="3235325"/>
          <p14:tracePt t="49239" x="2487613" y="3244850"/>
          <p14:tracePt t="49251" x="2497138" y="3254375"/>
          <p14:tracePt t="49268" x="2525713" y="3263900"/>
          <p14:tracePt t="49284" x="2563813" y="3292475"/>
          <p14:tracePt t="49301" x="2573338" y="3302000"/>
          <p14:tracePt t="49304" x="2582863" y="3302000"/>
          <p14:tracePt t="49318" x="2592388" y="3302000"/>
          <p14:tracePt t="49334" x="2600325" y="3311525"/>
          <p14:tracePt t="53069" x="2592388" y="3292475"/>
          <p14:tracePt t="53073" x="2592388" y="3282950"/>
          <p14:tracePt t="53083" x="2573338" y="3225800"/>
          <p14:tracePt t="53100" x="2525713" y="3084513"/>
          <p14:tracePt t="53118" x="2487613" y="2941638"/>
          <p14:tracePt t="53135" x="2468563" y="2857500"/>
          <p14:tracePt t="53151" x="2468563" y="2819400"/>
          <p14:tracePt t="53153" x="2468563" y="2809875"/>
          <p14:tracePt t="53168" x="2468563" y="2790825"/>
          <p14:tracePt t="53183" x="2468563" y="2771775"/>
          <p14:tracePt t="53200" x="2468563" y="2733675"/>
          <p14:tracePt t="53218" x="2459038" y="2705100"/>
          <p14:tracePt t="53233" x="2459038" y="2676525"/>
          <p14:tracePt t="53235" x="2459038" y="2667000"/>
          <p14:tracePt t="53251" x="2459038" y="2647950"/>
          <p14:tracePt t="53254" x="2459038" y="2638425"/>
          <p14:tracePt t="53266" x="2459038" y="2628900"/>
          <p14:tracePt t="53270" x="2459038" y="2620963"/>
          <p14:tracePt t="53323" x="2430463" y="2620963"/>
          <p14:tracePt t="53327" x="2411413" y="2620963"/>
          <p14:tracePt t="53351" x="2401888" y="2611438"/>
          <p14:tracePt t="53367" x="2392363" y="2611438"/>
          <p14:tracePt t="53383" x="2392363" y="2601913"/>
          <p14:tracePt t="53400" x="2392363" y="2592388"/>
          <p14:tracePt t="53801" x="2392363" y="2535238"/>
          <p14:tracePt t="53806" x="2392363" y="2516188"/>
          <p14:tracePt t="53816" x="2392363" y="2393950"/>
          <p14:tracePt t="53820" x="2392363" y="2308225"/>
          <p14:tracePt t="53833" x="2392363" y="2174875"/>
          <p14:tracePt t="53850" x="2420938" y="2033588"/>
          <p14:tracePt t="53867" x="2439988" y="1976438"/>
          <p14:tracePt t="53871" x="2449513" y="1976438"/>
          <p14:tracePt t="53885" x="2497138" y="1939925"/>
          <p14:tracePt t="53901" x="2516188" y="1920875"/>
          <p14:tracePt t="53917" x="2525713" y="1901825"/>
          <p14:tracePt t="53920" x="2535238" y="1892300"/>
          <p14:tracePt t="53933" x="2544763" y="1863725"/>
          <p14:tracePt t="53950" x="2563813" y="1835150"/>
          <p14:tracePt t="53952" x="2573338" y="1835150"/>
          <p14:tracePt t="53966" x="2592388" y="1797050"/>
          <p14:tracePt t="53983" x="2592388" y="1768475"/>
          <p14:tracePt t="53985" x="2600325" y="1758950"/>
          <p14:tracePt t="54783" x="2609850" y="1758950"/>
          <p14:tracePt t="54791" x="2619375" y="1749425"/>
          <p14:tracePt t="54792" x="2628900" y="1739900"/>
          <p14:tracePt t="54817" x="2657475" y="1712913"/>
          <p14:tracePt t="54819" x="2686050" y="1684338"/>
          <p14:tracePt t="54833" x="2714625" y="1655763"/>
          <p14:tracePt t="54850" x="2800350" y="1617663"/>
          <p14:tracePt t="54866" x="2855913" y="1570038"/>
          <p14:tracePt t="54869" x="2874963" y="1550988"/>
          <p14:tracePt t="54891" x="2922588" y="1531938"/>
          <p14:tracePt t="54896" x="2941638" y="1512888"/>
          <p14:tracePt t="54907" x="2970213" y="1493838"/>
          <p14:tracePt t="54916" x="2979738" y="1485900"/>
          <p14:tracePt t="54920" x="2979738" y="1466850"/>
          <p14:tracePt t="54933" x="2998788" y="1466850"/>
          <p14:tracePt t="54950" x="3027363" y="1447800"/>
          <p14:tracePt t="54967" x="3063875" y="1428750"/>
          <p14:tracePt t="54983" x="3101975" y="1400175"/>
          <p14:tracePt t="54986" x="3111500" y="1400175"/>
          <p14:tracePt t="55001" x="3159125" y="1381125"/>
          <p14:tracePt t="55017" x="3168650" y="1371600"/>
          <p14:tracePt t="55020" x="3187700" y="1371600"/>
          <p14:tracePt t="55051" x="3197225" y="1371600"/>
          <p14:tracePt t="55561" x="3197225" y="1314450"/>
          <p14:tracePt t="55568" x="3197225" y="1257300"/>
          <p14:tracePt t="55571" x="3197225" y="1239838"/>
          <p14:tracePt t="55583" x="3197225" y="1163638"/>
          <p14:tracePt t="55586" x="3197225" y="1125538"/>
          <p14:tracePt t="55600" x="3197225" y="1058863"/>
          <p14:tracePt t="55616" x="3197225" y="974725"/>
          <p14:tracePt t="55633" x="3197225" y="936625"/>
          <p14:tracePt t="55650" x="3197225" y="898525"/>
          <p14:tracePt t="55667" x="3197225" y="889000"/>
          <p14:tracePt t="55683" x="3206750" y="889000"/>
          <p14:tracePt t="55700" x="3216275" y="879475"/>
          <p14:tracePt t="55718" x="3235325" y="879475"/>
          <p14:tracePt t="55733" x="3254375" y="879475"/>
          <p14:tracePt t="55750" x="3263900" y="879475"/>
          <p14:tracePt t="55768" x="3273425" y="879475"/>
          <p14:tracePt t="55799" x="3273425" y="889000"/>
          <p14:tracePt t="55817" x="3263900" y="917575"/>
          <p14:tracePt t="55832" x="3244850" y="946150"/>
          <p14:tracePt t="55834" x="3244850" y="955675"/>
          <p14:tracePt t="55850" x="3235325" y="965200"/>
          <p14:tracePt t="55869" x="3216275" y="1003300"/>
          <p14:tracePt t="55883" x="3216275" y="1022350"/>
          <p14:tracePt t="55886" x="3206750" y="1030288"/>
          <p14:tracePt t="55888" x="3206750" y="1039813"/>
          <p14:tracePt t="55900" x="3206750" y="1096963"/>
          <p14:tracePt t="55916" x="3225800" y="1249363"/>
          <p14:tracePt t="55934" x="3263900" y="1381125"/>
          <p14:tracePt t="55950" x="3300413" y="1457325"/>
          <p14:tracePt t="55967" x="3309938" y="1503363"/>
          <p14:tracePt t="55970" x="3319463" y="1512888"/>
          <p14:tracePt t="56000" x="3328988" y="1531938"/>
        </p14:tracePtLst>
      </p14:laserTraceLst>
    </p:ext>
  </p:extLst>
</p:sld>
</file>

<file path=ppt/theme/theme1.xml><?xml version="1.0" encoding="utf-8"?>
<a:theme xmlns:a="http://schemas.openxmlformats.org/drawingml/2006/main" name="3DFloatVTI">
  <a:themeElements>
    <a:clrScheme name="AnalogousFromDarkSeedLeftStep">
      <a:dk1>
        <a:srgbClr val="000000"/>
      </a:dk1>
      <a:lt1>
        <a:srgbClr val="FFFFFF"/>
      </a:lt1>
      <a:dk2>
        <a:srgbClr val="1A1634"/>
      </a:dk2>
      <a:lt2>
        <a:srgbClr val="F0F3F3"/>
      </a:lt2>
      <a:accent1>
        <a:srgbClr val="E72950"/>
      </a:accent1>
      <a:accent2>
        <a:srgbClr val="D5178E"/>
      </a:accent2>
      <a:accent3>
        <a:srgbClr val="DF29E7"/>
      </a:accent3>
      <a:accent4>
        <a:srgbClr val="7E17D5"/>
      </a:accent4>
      <a:accent5>
        <a:srgbClr val="4129E7"/>
      </a:accent5>
      <a:accent6>
        <a:srgbClr val="174ED5"/>
      </a:accent6>
      <a:hlink>
        <a:srgbClr val="7351C5"/>
      </a:hlink>
      <a:folHlink>
        <a:srgbClr val="7F7F7F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254</Words>
  <Application>Microsoft Office PowerPoint</Application>
  <PresentationFormat>Widescreen</PresentationFormat>
  <Paragraphs>44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Sitka Heading</vt:lpstr>
      <vt:lpstr>Source Sans Pro</vt:lpstr>
      <vt:lpstr>3DFloatVTI</vt:lpstr>
      <vt:lpstr>Dynamic Graph Isomorphism</vt:lpstr>
      <vt:lpstr>PROBLEM SOLVED BY OBEROI &amp; TEAM</vt:lpstr>
      <vt:lpstr>DIFFERENCE IN SOLUTION</vt:lpstr>
      <vt:lpstr>BETTER SOLUTION</vt:lpstr>
      <vt:lpstr>Input File</vt:lpstr>
      <vt:lpstr>CODE RUNNING (Output)</vt:lpstr>
      <vt:lpstr>BOURGEAS PAPER: FIG 3</vt:lpstr>
      <vt:lpstr>BOURGEAS PAPER: FIG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Daniyal</dc:creator>
  <cp:lastModifiedBy>Moiz Ansari</cp:lastModifiedBy>
  <cp:revision>10</cp:revision>
  <dcterms:created xsi:type="dcterms:W3CDTF">2024-11-15T04:32:18Z</dcterms:created>
  <dcterms:modified xsi:type="dcterms:W3CDTF">2026-06-21T18:42:14Z</dcterms:modified>
</cp:coreProperties>
</file>