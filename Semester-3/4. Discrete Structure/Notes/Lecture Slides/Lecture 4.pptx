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3"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92" r:id="rId28"/>
    <p:sldId id="294" r:id="rId29"/>
    <p:sldId id="282" r:id="rId30"/>
    <p:sldId id="283" r:id="rId31"/>
    <p:sldId id="284" r:id="rId32"/>
    <p:sldId id="285" r:id="rId33"/>
    <p:sldId id="286" r:id="rId34"/>
    <p:sldId id="290" r:id="rId35"/>
    <p:sldId id="287" r:id="rId36"/>
    <p:sldId id="291" r:id="rId37"/>
    <p:sldId id="289" r:id="rId38"/>
    <p:sldId id="295" r:id="rId39"/>
    <p:sldId id="29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D89ECC-9540-4128-9367-E71CBFFDF253}" v="123" dt="2024-08-28T04:54:49.1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hmida Usmani" userId="1f7d48bb-60b3-4b90-bf30-0f63161838be" providerId="ADAL" clId="{EBD89ECC-9540-4128-9367-E71CBFFDF253}"/>
    <pc:docChg chg="undo custSel addSld delSld modSld">
      <pc:chgData name="Fehmida Usmani" userId="1f7d48bb-60b3-4b90-bf30-0f63161838be" providerId="ADAL" clId="{EBD89ECC-9540-4128-9367-E71CBFFDF253}" dt="2024-08-29T08:38:25.751" v="1036" actId="47"/>
      <pc:docMkLst>
        <pc:docMk/>
      </pc:docMkLst>
      <pc:sldChg chg="new del">
        <pc:chgData name="Fehmida Usmani" userId="1f7d48bb-60b3-4b90-bf30-0f63161838be" providerId="ADAL" clId="{EBD89ECC-9540-4128-9367-E71CBFFDF253}" dt="2024-08-28T04:20:49.385" v="636" actId="47"/>
        <pc:sldMkLst>
          <pc:docMk/>
          <pc:sldMk cId="517466450" sldId="256"/>
        </pc:sldMkLst>
      </pc:sldChg>
      <pc:sldChg chg="addSp delSp modSp new mod modAnim">
        <pc:chgData name="Fehmida Usmani" userId="1f7d48bb-60b3-4b90-bf30-0f63161838be" providerId="ADAL" clId="{EBD89ECC-9540-4128-9367-E71CBFFDF253}" dt="2024-08-28T00:12:31.572" v="25" actId="113"/>
        <pc:sldMkLst>
          <pc:docMk/>
          <pc:sldMk cId="1197321902" sldId="257"/>
        </pc:sldMkLst>
        <pc:spChg chg="mod">
          <ac:chgData name="Fehmida Usmani" userId="1f7d48bb-60b3-4b90-bf30-0f63161838be" providerId="ADAL" clId="{EBD89ECC-9540-4128-9367-E71CBFFDF253}" dt="2024-08-28T00:11:39.158" v="10" actId="20577"/>
          <ac:spMkLst>
            <pc:docMk/>
            <pc:sldMk cId="1197321902" sldId="257"/>
            <ac:spMk id="2" creationId="{794208F8-F20F-C2BD-9D90-3BDBC3CF8882}"/>
          </ac:spMkLst>
        </pc:spChg>
        <pc:spChg chg="del">
          <ac:chgData name="Fehmida Usmani" userId="1f7d48bb-60b3-4b90-bf30-0f63161838be" providerId="ADAL" clId="{EBD89ECC-9540-4128-9367-E71CBFFDF253}" dt="2024-08-28T00:12:02.138" v="11"/>
          <ac:spMkLst>
            <pc:docMk/>
            <pc:sldMk cId="1197321902" sldId="257"/>
            <ac:spMk id="3" creationId="{F81024BE-3347-C64F-A4A5-2C8395389BAC}"/>
          </ac:spMkLst>
        </pc:spChg>
        <pc:spChg chg="add mod">
          <ac:chgData name="Fehmida Usmani" userId="1f7d48bb-60b3-4b90-bf30-0f63161838be" providerId="ADAL" clId="{EBD89ECC-9540-4128-9367-E71CBFFDF253}" dt="2024-08-28T00:12:31.572" v="25" actId="113"/>
          <ac:spMkLst>
            <pc:docMk/>
            <pc:sldMk cId="1197321902" sldId="257"/>
            <ac:spMk id="4" creationId="{34C704EF-A000-3D4E-A38E-891D5AF5CCAD}"/>
          </ac:spMkLst>
        </pc:spChg>
        <pc:spChg chg="mod">
          <ac:chgData name="Fehmida Usmani" userId="1f7d48bb-60b3-4b90-bf30-0f63161838be" providerId="ADAL" clId="{EBD89ECC-9540-4128-9367-E71CBFFDF253}" dt="2024-08-28T00:12:12.998" v="13" actId="1076"/>
          <ac:spMkLst>
            <pc:docMk/>
            <pc:sldMk cId="1197321902" sldId="257"/>
            <ac:spMk id="6" creationId="{1EEBE74B-DBDE-0274-1E21-10780064EA9E}"/>
          </ac:spMkLst>
        </pc:spChg>
        <pc:spChg chg="mod">
          <ac:chgData name="Fehmida Usmani" userId="1f7d48bb-60b3-4b90-bf30-0f63161838be" providerId="ADAL" clId="{EBD89ECC-9540-4128-9367-E71CBFFDF253}" dt="2024-08-28T00:12:12.998" v="13" actId="1076"/>
          <ac:spMkLst>
            <pc:docMk/>
            <pc:sldMk cId="1197321902" sldId="257"/>
            <ac:spMk id="7" creationId="{15F2C822-C198-5DAE-4D91-C0FA549D8478}"/>
          </ac:spMkLst>
        </pc:spChg>
        <pc:spChg chg="mod">
          <ac:chgData name="Fehmida Usmani" userId="1f7d48bb-60b3-4b90-bf30-0f63161838be" providerId="ADAL" clId="{EBD89ECC-9540-4128-9367-E71CBFFDF253}" dt="2024-08-28T00:12:12.998" v="13" actId="1076"/>
          <ac:spMkLst>
            <pc:docMk/>
            <pc:sldMk cId="1197321902" sldId="257"/>
            <ac:spMk id="8" creationId="{6B3771BA-CFF3-AA35-2977-E50457B2305D}"/>
          </ac:spMkLst>
        </pc:spChg>
        <pc:spChg chg="mod">
          <ac:chgData name="Fehmida Usmani" userId="1f7d48bb-60b3-4b90-bf30-0f63161838be" providerId="ADAL" clId="{EBD89ECC-9540-4128-9367-E71CBFFDF253}" dt="2024-08-28T00:12:12.998" v="13" actId="1076"/>
          <ac:spMkLst>
            <pc:docMk/>
            <pc:sldMk cId="1197321902" sldId="257"/>
            <ac:spMk id="9" creationId="{48C08E65-4E15-2720-CDF7-65D9CE187B46}"/>
          </ac:spMkLst>
        </pc:spChg>
        <pc:spChg chg="mod">
          <ac:chgData name="Fehmida Usmani" userId="1f7d48bb-60b3-4b90-bf30-0f63161838be" providerId="ADAL" clId="{EBD89ECC-9540-4128-9367-E71CBFFDF253}" dt="2024-08-28T00:12:12.998" v="13" actId="1076"/>
          <ac:spMkLst>
            <pc:docMk/>
            <pc:sldMk cId="1197321902" sldId="257"/>
            <ac:spMk id="10" creationId="{E457C404-42CE-1A64-3B27-5B8F0D4D8FF5}"/>
          </ac:spMkLst>
        </pc:spChg>
        <pc:spChg chg="mod">
          <ac:chgData name="Fehmida Usmani" userId="1f7d48bb-60b3-4b90-bf30-0f63161838be" providerId="ADAL" clId="{EBD89ECC-9540-4128-9367-E71CBFFDF253}" dt="2024-08-28T00:12:12.998" v="13" actId="1076"/>
          <ac:spMkLst>
            <pc:docMk/>
            <pc:sldMk cId="1197321902" sldId="257"/>
            <ac:spMk id="11" creationId="{15B7B207-61A5-70EF-F403-D8DEC2344F39}"/>
          </ac:spMkLst>
        </pc:spChg>
        <pc:spChg chg="mod">
          <ac:chgData name="Fehmida Usmani" userId="1f7d48bb-60b3-4b90-bf30-0f63161838be" providerId="ADAL" clId="{EBD89ECC-9540-4128-9367-E71CBFFDF253}" dt="2024-08-28T00:12:12.998" v="13" actId="1076"/>
          <ac:spMkLst>
            <pc:docMk/>
            <pc:sldMk cId="1197321902" sldId="257"/>
            <ac:spMk id="14" creationId="{EA8CF931-74F9-6F62-39C0-9C40C62C42C7}"/>
          </ac:spMkLst>
        </pc:spChg>
        <pc:spChg chg="mod">
          <ac:chgData name="Fehmida Usmani" userId="1f7d48bb-60b3-4b90-bf30-0f63161838be" providerId="ADAL" clId="{EBD89ECC-9540-4128-9367-E71CBFFDF253}" dt="2024-08-28T00:12:12.998" v="13" actId="1076"/>
          <ac:spMkLst>
            <pc:docMk/>
            <pc:sldMk cId="1197321902" sldId="257"/>
            <ac:spMk id="15" creationId="{91CA2B8D-672D-094C-37BD-BCCE1A0E2693}"/>
          </ac:spMkLst>
        </pc:spChg>
        <pc:spChg chg="mod">
          <ac:chgData name="Fehmida Usmani" userId="1f7d48bb-60b3-4b90-bf30-0f63161838be" providerId="ADAL" clId="{EBD89ECC-9540-4128-9367-E71CBFFDF253}" dt="2024-08-28T00:12:12.998" v="13" actId="1076"/>
          <ac:spMkLst>
            <pc:docMk/>
            <pc:sldMk cId="1197321902" sldId="257"/>
            <ac:spMk id="16" creationId="{71FE05DF-01A9-3524-95ED-0CB01EE3F73B}"/>
          </ac:spMkLst>
        </pc:spChg>
        <pc:spChg chg="mod">
          <ac:chgData name="Fehmida Usmani" userId="1f7d48bb-60b3-4b90-bf30-0f63161838be" providerId="ADAL" clId="{EBD89ECC-9540-4128-9367-E71CBFFDF253}" dt="2024-08-28T00:12:12.998" v="13" actId="1076"/>
          <ac:spMkLst>
            <pc:docMk/>
            <pc:sldMk cId="1197321902" sldId="257"/>
            <ac:spMk id="17" creationId="{7EFD0E2A-8237-A845-021F-853125ABB5DA}"/>
          </ac:spMkLst>
        </pc:spChg>
        <pc:spChg chg="mod">
          <ac:chgData name="Fehmida Usmani" userId="1f7d48bb-60b3-4b90-bf30-0f63161838be" providerId="ADAL" clId="{EBD89ECC-9540-4128-9367-E71CBFFDF253}" dt="2024-08-28T00:12:12.998" v="13" actId="1076"/>
          <ac:spMkLst>
            <pc:docMk/>
            <pc:sldMk cId="1197321902" sldId="257"/>
            <ac:spMk id="18" creationId="{CA79BE8E-EBD4-30C5-0292-A45C3AD10E12}"/>
          </ac:spMkLst>
        </pc:spChg>
        <pc:spChg chg="mod">
          <ac:chgData name="Fehmida Usmani" userId="1f7d48bb-60b3-4b90-bf30-0f63161838be" providerId="ADAL" clId="{EBD89ECC-9540-4128-9367-E71CBFFDF253}" dt="2024-08-28T00:12:12.998" v="13" actId="1076"/>
          <ac:spMkLst>
            <pc:docMk/>
            <pc:sldMk cId="1197321902" sldId="257"/>
            <ac:spMk id="19" creationId="{91C25511-9B80-310B-3FF7-C44D768FCD50}"/>
          </ac:spMkLst>
        </pc:spChg>
        <pc:spChg chg="mod">
          <ac:chgData name="Fehmida Usmani" userId="1f7d48bb-60b3-4b90-bf30-0f63161838be" providerId="ADAL" clId="{EBD89ECC-9540-4128-9367-E71CBFFDF253}" dt="2024-08-28T00:12:12.998" v="13" actId="1076"/>
          <ac:spMkLst>
            <pc:docMk/>
            <pc:sldMk cId="1197321902" sldId="257"/>
            <ac:spMk id="20" creationId="{DBC46041-A62D-A4EB-027C-8D52342DE07D}"/>
          </ac:spMkLst>
        </pc:spChg>
        <pc:spChg chg="mod">
          <ac:chgData name="Fehmida Usmani" userId="1f7d48bb-60b3-4b90-bf30-0f63161838be" providerId="ADAL" clId="{EBD89ECC-9540-4128-9367-E71CBFFDF253}" dt="2024-08-28T00:12:12.998" v="13" actId="1076"/>
          <ac:spMkLst>
            <pc:docMk/>
            <pc:sldMk cId="1197321902" sldId="257"/>
            <ac:spMk id="21" creationId="{F6B83D5B-4B17-FFAE-33BD-ECF30253E945}"/>
          </ac:spMkLst>
        </pc:spChg>
        <pc:grpChg chg="add mod">
          <ac:chgData name="Fehmida Usmani" userId="1f7d48bb-60b3-4b90-bf30-0f63161838be" providerId="ADAL" clId="{EBD89ECC-9540-4128-9367-E71CBFFDF253}" dt="2024-08-28T00:12:12.998" v="13" actId="1076"/>
          <ac:grpSpMkLst>
            <pc:docMk/>
            <pc:sldMk cId="1197321902" sldId="257"/>
            <ac:grpSpMk id="5" creationId="{986FC43F-4586-C1FB-2D3A-1610AE774435}"/>
          </ac:grpSpMkLst>
        </pc:grpChg>
        <pc:grpChg chg="mod">
          <ac:chgData name="Fehmida Usmani" userId="1f7d48bb-60b3-4b90-bf30-0f63161838be" providerId="ADAL" clId="{EBD89ECC-9540-4128-9367-E71CBFFDF253}" dt="2024-08-28T00:12:12.998" v="13" actId="1076"/>
          <ac:grpSpMkLst>
            <pc:docMk/>
            <pc:sldMk cId="1197321902" sldId="257"/>
            <ac:grpSpMk id="12" creationId="{A95A4DF1-6B05-9B08-FE0F-2D67A48C2EC6}"/>
          </ac:grpSpMkLst>
        </pc:grpChg>
        <pc:grpChg chg="mod">
          <ac:chgData name="Fehmida Usmani" userId="1f7d48bb-60b3-4b90-bf30-0f63161838be" providerId="ADAL" clId="{EBD89ECC-9540-4128-9367-E71CBFFDF253}" dt="2024-08-28T00:12:12.998" v="13" actId="1076"/>
          <ac:grpSpMkLst>
            <pc:docMk/>
            <pc:sldMk cId="1197321902" sldId="257"/>
            <ac:grpSpMk id="13" creationId="{C7FE0540-60FE-FE8C-808B-877A88252B03}"/>
          </ac:grpSpMkLst>
        </pc:grpChg>
      </pc:sldChg>
      <pc:sldChg chg="addSp delSp modSp new mod">
        <pc:chgData name="Fehmida Usmani" userId="1f7d48bb-60b3-4b90-bf30-0f63161838be" providerId="ADAL" clId="{EBD89ECC-9540-4128-9367-E71CBFFDF253}" dt="2024-08-28T00:25:43.777" v="37" actId="27636"/>
        <pc:sldMkLst>
          <pc:docMk/>
          <pc:sldMk cId="711163550" sldId="258"/>
        </pc:sldMkLst>
        <pc:spChg chg="mod">
          <ac:chgData name="Fehmida Usmani" userId="1f7d48bb-60b3-4b90-bf30-0f63161838be" providerId="ADAL" clId="{EBD89ECC-9540-4128-9367-E71CBFFDF253}" dt="2024-08-28T00:12:40.703" v="35" actId="20577"/>
          <ac:spMkLst>
            <pc:docMk/>
            <pc:sldMk cId="711163550" sldId="258"/>
            <ac:spMk id="2" creationId="{C8D7DB07-C4AC-9A6C-520E-CCA2C4FB5791}"/>
          </ac:spMkLst>
        </pc:spChg>
        <pc:spChg chg="del">
          <ac:chgData name="Fehmida Usmani" userId="1f7d48bb-60b3-4b90-bf30-0f63161838be" providerId="ADAL" clId="{EBD89ECC-9540-4128-9367-E71CBFFDF253}" dt="2024-08-28T00:25:43.566" v="36"/>
          <ac:spMkLst>
            <pc:docMk/>
            <pc:sldMk cId="711163550" sldId="258"/>
            <ac:spMk id="3" creationId="{133D0968-9032-6BCC-26B4-9B3A7EB15DF4}"/>
          </ac:spMkLst>
        </pc:spChg>
        <pc:spChg chg="add mod">
          <ac:chgData name="Fehmida Usmani" userId="1f7d48bb-60b3-4b90-bf30-0f63161838be" providerId="ADAL" clId="{EBD89ECC-9540-4128-9367-E71CBFFDF253}" dt="2024-08-28T00:25:43.777" v="37" actId="27636"/>
          <ac:spMkLst>
            <pc:docMk/>
            <pc:sldMk cId="711163550" sldId="258"/>
            <ac:spMk id="4" creationId="{45FD56D7-E918-C520-A9E7-6927881B13A0}"/>
          </ac:spMkLst>
        </pc:spChg>
      </pc:sldChg>
      <pc:sldChg chg="addSp delSp modSp new mod modAnim">
        <pc:chgData name="Fehmida Usmani" userId="1f7d48bb-60b3-4b90-bf30-0f63161838be" providerId="ADAL" clId="{EBD89ECC-9540-4128-9367-E71CBFFDF253}" dt="2024-08-28T00:31:19.562" v="64"/>
        <pc:sldMkLst>
          <pc:docMk/>
          <pc:sldMk cId="3873785228" sldId="259"/>
        </pc:sldMkLst>
        <pc:spChg chg="mod">
          <ac:chgData name="Fehmida Usmani" userId="1f7d48bb-60b3-4b90-bf30-0f63161838be" providerId="ADAL" clId="{EBD89ECC-9540-4128-9367-E71CBFFDF253}" dt="2024-08-28T00:25:58.419" v="63" actId="20577"/>
          <ac:spMkLst>
            <pc:docMk/>
            <pc:sldMk cId="3873785228" sldId="259"/>
            <ac:spMk id="2" creationId="{8BE9F512-5219-CF96-BD1D-AFEDAB85CF55}"/>
          </ac:spMkLst>
        </pc:spChg>
        <pc:spChg chg="del">
          <ac:chgData name="Fehmida Usmani" userId="1f7d48bb-60b3-4b90-bf30-0f63161838be" providerId="ADAL" clId="{EBD89ECC-9540-4128-9367-E71CBFFDF253}" dt="2024-08-28T00:31:19.562" v="64"/>
          <ac:spMkLst>
            <pc:docMk/>
            <pc:sldMk cId="3873785228" sldId="259"/>
            <ac:spMk id="3" creationId="{CD4F3F10-DFB7-E295-2602-E78CB8F75D25}"/>
          </ac:spMkLst>
        </pc:spChg>
        <pc:spChg chg="add mod">
          <ac:chgData name="Fehmida Usmani" userId="1f7d48bb-60b3-4b90-bf30-0f63161838be" providerId="ADAL" clId="{EBD89ECC-9540-4128-9367-E71CBFFDF253}" dt="2024-08-28T00:31:19.562" v="64"/>
          <ac:spMkLst>
            <pc:docMk/>
            <pc:sldMk cId="3873785228" sldId="259"/>
            <ac:spMk id="4" creationId="{69EAD959-3CC2-64BF-55C4-17367175B590}"/>
          </ac:spMkLst>
        </pc:spChg>
      </pc:sldChg>
      <pc:sldChg chg="modSp new mod modAnim">
        <pc:chgData name="Fehmida Usmani" userId="1f7d48bb-60b3-4b90-bf30-0f63161838be" providerId="ADAL" clId="{EBD89ECC-9540-4128-9367-E71CBFFDF253}" dt="2024-08-28T00:34:51.853" v="82" actId="27636"/>
        <pc:sldMkLst>
          <pc:docMk/>
          <pc:sldMk cId="3832675650" sldId="260"/>
        </pc:sldMkLst>
        <pc:spChg chg="mod">
          <ac:chgData name="Fehmida Usmani" userId="1f7d48bb-60b3-4b90-bf30-0f63161838be" providerId="ADAL" clId="{EBD89ECC-9540-4128-9367-E71CBFFDF253}" dt="2024-08-28T00:33:34.232" v="74" actId="20577"/>
          <ac:spMkLst>
            <pc:docMk/>
            <pc:sldMk cId="3832675650" sldId="260"/>
            <ac:spMk id="2" creationId="{4D7317EC-0384-D941-A4FD-45F958BDE022}"/>
          </ac:spMkLst>
        </pc:spChg>
        <pc:spChg chg="mod">
          <ac:chgData name="Fehmida Usmani" userId="1f7d48bb-60b3-4b90-bf30-0f63161838be" providerId="ADAL" clId="{EBD89ECC-9540-4128-9367-E71CBFFDF253}" dt="2024-08-28T00:34:51.853" v="82" actId="27636"/>
          <ac:spMkLst>
            <pc:docMk/>
            <pc:sldMk cId="3832675650" sldId="260"/>
            <ac:spMk id="3" creationId="{552A9D24-D5F3-9535-6549-5B8D0AA2947A}"/>
          </ac:spMkLst>
        </pc:spChg>
      </pc:sldChg>
      <pc:sldChg chg="addSp delSp modSp new mod">
        <pc:chgData name="Fehmida Usmani" userId="1f7d48bb-60b3-4b90-bf30-0f63161838be" providerId="ADAL" clId="{EBD89ECC-9540-4128-9367-E71CBFFDF253}" dt="2024-08-28T00:41:49.236" v="107" actId="1076"/>
        <pc:sldMkLst>
          <pc:docMk/>
          <pc:sldMk cId="2323319832" sldId="261"/>
        </pc:sldMkLst>
        <pc:spChg chg="mod">
          <ac:chgData name="Fehmida Usmani" userId="1f7d48bb-60b3-4b90-bf30-0f63161838be" providerId="ADAL" clId="{EBD89ECC-9540-4128-9367-E71CBFFDF253}" dt="2024-08-28T00:38:33.793" v="104" actId="20577"/>
          <ac:spMkLst>
            <pc:docMk/>
            <pc:sldMk cId="2323319832" sldId="261"/>
            <ac:spMk id="2" creationId="{926F8865-850C-080A-094E-9BFE1637693A}"/>
          </ac:spMkLst>
        </pc:spChg>
        <pc:spChg chg="del">
          <ac:chgData name="Fehmida Usmani" userId="1f7d48bb-60b3-4b90-bf30-0f63161838be" providerId="ADAL" clId="{EBD89ECC-9540-4128-9367-E71CBFFDF253}" dt="2024-08-28T00:41:37.604" v="105"/>
          <ac:spMkLst>
            <pc:docMk/>
            <pc:sldMk cId="2323319832" sldId="261"/>
            <ac:spMk id="3" creationId="{E4E9B45C-E72D-0B3B-B8A9-6F244BB00944}"/>
          </ac:spMkLst>
        </pc:spChg>
        <pc:spChg chg="add mod">
          <ac:chgData name="Fehmida Usmani" userId="1f7d48bb-60b3-4b90-bf30-0f63161838be" providerId="ADAL" clId="{EBD89ECC-9540-4128-9367-E71CBFFDF253}" dt="2024-08-28T00:41:37.604" v="105"/>
          <ac:spMkLst>
            <pc:docMk/>
            <pc:sldMk cId="2323319832" sldId="261"/>
            <ac:spMk id="4" creationId="{F493C872-7FA3-A4AE-F1C6-8B53D0E148E4}"/>
          </ac:spMkLst>
        </pc:spChg>
        <pc:picChg chg="add mod">
          <ac:chgData name="Fehmida Usmani" userId="1f7d48bb-60b3-4b90-bf30-0f63161838be" providerId="ADAL" clId="{EBD89ECC-9540-4128-9367-E71CBFFDF253}" dt="2024-08-28T00:41:49.236" v="107" actId="1076"/>
          <ac:picMkLst>
            <pc:docMk/>
            <pc:sldMk cId="2323319832" sldId="261"/>
            <ac:picMk id="5" creationId="{B56327FA-484A-D222-5A8A-E598C3D406F8}"/>
          </ac:picMkLst>
        </pc:picChg>
      </pc:sldChg>
      <pc:sldChg chg="addSp modSp new mod">
        <pc:chgData name="Fehmida Usmani" userId="1f7d48bb-60b3-4b90-bf30-0f63161838be" providerId="ADAL" clId="{EBD89ECC-9540-4128-9367-E71CBFFDF253}" dt="2024-08-28T00:47:38.200" v="128"/>
        <pc:sldMkLst>
          <pc:docMk/>
          <pc:sldMk cId="2339484964" sldId="262"/>
        </pc:sldMkLst>
        <pc:spChg chg="mod">
          <ac:chgData name="Fehmida Usmani" userId="1f7d48bb-60b3-4b90-bf30-0f63161838be" providerId="ADAL" clId="{EBD89ECC-9540-4128-9367-E71CBFFDF253}" dt="2024-08-28T00:42:31.298" v="109"/>
          <ac:spMkLst>
            <pc:docMk/>
            <pc:sldMk cId="2339484964" sldId="262"/>
            <ac:spMk id="2" creationId="{EA735154-E94C-1330-C550-5E1853FDCB8B}"/>
          </ac:spMkLst>
        </pc:spChg>
        <pc:spChg chg="mod">
          <ac:chgData name="Fehmida Usmani" userId="1f7d48bb-60b3-4b90-bf30-0f63161838be" providerId="ADAL" clId="{EBD89ECC-9540-4128-9367-E71CBFFDF253}" dt="2024-08-28T00:45:34.960" v="127" actId="27636"/>
          <ac:spMkLst>
            <pc:docMk/>
            <pc:sldMk cId="2339484964" sldId="262"/>
            <ac:spMk id="3" creationId="{200B3FCF-9755-B581-955C-900F2BBE1D55}"/>
          </ac:spMkLst>
        </pc:spChg>
        <pc:spChg chg="add mod">
          <ac:chgData name="Fehmida Usmani" userId="1f7d48bb-60b3-4b90-bf30-0f63161838be" providerId="ADAL" clId="{EBD89ECC-9540-4128-9367-E71CBFFDF253}" dt="2024-08-28T00:47:38.200" v="128"/>
          <ac:spMkLst>
            <pc:docMk/>
            <pc:sldMk cId="2339484964" sldId="262"/>
            <ac:spMk id="4" creationId="{D6643432-FA74-C846-04CC-F0AE889D7848}"/>
          </ac:spMkLst>
        </pc:spChg>
      </pc:sldChg>
      <pc:sldChg chg="addSp delSp modSp add mod">
        <pc:chgData name="Fehmida Usmani" userId="1f7d48bb-60b3-4b90-bf30-0f63161838be" providerId="ADAL" clId="{EBD89ECC-9540-4128-9367-E71CBFFDF253}" dt="2024-08-28T00:49:24.296" v="138" actId="1076"/>
        <pc:sldMkLst>
          <pc:docMk/>
          <pc:sldMk cId="1565510017" sldId="263"/>
        </pc:sldMkLst>
        <pc:spChg chg="del mod">
          <ac:chgData name="Fehmida Usmani" userId="1f7d48bb-60b3-4b90-bf30-0f63161838be" providerId="ADAL" clId="{EBD89ECC-9540-4128-9367-E71CBFFDF253}" dt="2024-08-28T00:48:05.111" v="131"/>
          <ac:spMkLst>
            <pc:docMk/>
            <pc:sldMk cId="1565510017" sldId="263"/>
            <ac:spMk id="3" creationId="{200B3FCF-9755-B581-955C-900F2BBE1D55}"/>
          </ac:spMkLst>
        </pc:spChg>
        <pc:spChg chg="add mod">
          <ac:chgData name="Fehmida Usmani" userId="1f7d48bb-60b3-4b90-bf30-0f63161838be" providerId="ADAL" clId="{EBD89ECC-9540-4128-9367-E71CBFFDF253}" dt="2024-08-28T00:48:05.111" v="131"/>
          <ac:spMkLst>
            <pc:docMk/>
            <pc:sldMk cId="1565510017" sldId="263"/>
            <ac:spMk id="4" creationId="{3C819973-CA38-C03E-627D-ED30AFEF4C56}"/>
          </ac:spMkLst>
        </pc:spChg>
        <pc:spChg chg="add mod">
          <ac:chgData name="Fehmida Usmani" userId="1f7d48bb-60b3-4b90-bf30-0f63161838be" providerId="ADAL" clId="{EBD89ECC-9540-4128-9367-E71CBFFDF253}" dt="2024-08-28T00:49:19.034" v="136" actId="1076"/>
          <ac:spMkLst>
            <pc:docMk/>
            <pc:sldMk cId="1565510017" sldId="263"/>
            <ac:spMk id="6" creationId="{B28144DC-9388-6F52-5FFE-6239F2926852}"/>
          </ac:spMkLst>
        </pc:spChg>
        <pc:spChg chg="add mod">
          <ac:chgData name="Fehmida Usmani" userId="1f7d48bb-60b3-4b90-bf30-0f63161838be" providerId="ADAL" clId="{EBD89ECC-9540-4128-9367-E71CBFFDF253}" dt="2024-08-28T00:49:24.296" v="138" actId="1076"/>
          <ac:spMkLst>
            <pc:docMk/>
            <pc:sldMk cId="1565510017" sldId="263"/>
            <ac:spMk id="7" creationId="{17C3B5D7-382A-FD21-CC85-9DD22D3880E0}"/>
          </ac:spMkLst>
        </pc:spChg>
        <pc:picChg chg="add mod">
          <ac:chgData name="Fehmida Usmani" userId="1f7d48bb-60b3-4b90-bf30-0f63161838be" providerId="ADAL" clId="{EBD89ECC-9540-4128-9367-E71CBFFDF253}" dt="2024-08-28T00:48:14.221" v="132"/>
          <ac:picMkLst>
            <pc:docMk/>
            <pc:sldMk cId="1565510017" sldId="263"/>
            <ac:picMk id="5" creationId="{19AB674F-6F90-BC35-3035-7A4C5F9EB3EA}"/>
          </ac:picMkLst>
        </pc:picChg>
        <pc:picChg chg="add mod">
          <ac:chgData name="Fehmida Usmani" userId="1f7d48bb-60b3-4b90-bf30-0f63161838be" providerId="ADAL" clId="{EBD89ECC-9540-4128-9367-E71CBFFDF253}" dt="2024-08-28T00:49:21.576" v="137" actId="1076"/>
          <ac:picMkLst>
            <pc:docMk/>
            <pc:sldMk cId="1565510017" sldId="263"/>
            <ac:picMk id="8" creationId="{79789992-5D41-6CB3-457B-AD3A25F7419F}"/>
          </ac:picMkLst>
        </pc:picChg>
      </pc:sldChg>
      <pc:sldChg chg="addSp delSp modSp new mod">
        <pc:chgData name="Fehmida Usmani" userId="1f7d48bb-60b3-4b90-bf30-0f63161838be" providerId="ADAL" clId="{EBD89ECC-9540-4128-9367-E71CBFFDF253}" dt="2024-08-28T00:51:09.303" v="147" actId="1076"/>
        <pc:sldMkLst>
          <pc:docMk/>
          <pc:sldMk cId="3830482556" sldId="264"/>
        </pc:sldMkLst>
        <pc:spChg chg="mod">
          <ac:chgData name="Fehmida Usmani" userId="1f7d48bb-60b3-4b90-bf30-0f63161838be" providerId="ADAL" clId="{EBD89ECC-9540-4128-9367-E71CBFFDF253}" dt="2024-08-28T00:50:44.879" v="145"/>
          <ac:spMkLst>
            <pc:docMk/>
            <pc:sldMk cId="3830482556" sldId="264"/>
            <ac:spMk id="2" creationId="{BEAF1993-4354-2C12-F01D-CE3228137648}"/>
          </ac:spMkLst>
        </pc:spChg>
        <pc:spChg chg="del">
          <ac:chgData name="Fehmida Usmani" userId="1f7d48bb-60b3-4b90-bf30-0f63161838be" providerId="ADAL" clId="{EBD89ECC-9540-4128-9367-E71CBFFDF253}" dt="2024-08-28T00:50:04.457" v="140"/>
          <ac:spMkLst>
            <pc:docMk/>
            <pc:sldMk cId="3830482556" sldId="264"/>
            <ac:spMk id="3" creationId="{B9BE267A-6C3B-DB6C-54D5-5ACC981C3FFC}"/>
          </ac:spMkLst>
        </pc:spChg>
        <pc:spChg chg="add mod">
          <ac:chgData name="Fehmida Usmani" userId="1f7d48bb-60b3-4b90-bf30-0f63161838be" providerId="ADAL" clId="{EBD89ECC-9540-4128-9367-E71CBFFDF253}" dt="2024-08-28T00:50:10.107" v="142" actId="20577"/>
          <ac:spMkLst>
            <pc:docMk/>
            <pc:sldMk cId="3830482556" sldId="264"/>
            <ac:spMk id="4" creationId="{D3654A68-61FA-41B5-614D-F55AB0DD5982}"/>
          </ac:spMkLst>
        </pc:spChg>
        <pc:spChg chg="add mod">
          <ac:chgData name="Fehmida Usmani" userId="1f7d48bb-60b3-4b90-bf30-0f63161838be" providerId="ADAL" clId="{EBD89ECC-9540-4128-9367-E71CBFFDF253}" dt="2024-08-28T00:51:09.303" v="147" actId="1076"/>
          <ac:spMkLst>
            <pc:docMk/>
            <pc:sldMk cId="3830482556" sldId="264"/>
            <ac:spMk id="6" creationId="{C6D5DAD3-E2E5-3C3F-553C-FC7FF3D900AF}"/>
          </ac:spMkLst>
        </pc:spChg>
        <pc:spChg chg="add mod">
          <ac:chgData name="Fehmida Usmani" userId="1f7d48bb-60b3-4b90-bf30-0f63161838be" providerId="ADAL" clId="{EBD89ECC-9540-4128-9367-E71CBFFDF253}" dt="2024-08-28T00:51:09.303" v="147" actId="1076"/>
          <ac:spMkLst>
            <pc:docMk/>
            <pc:sldMk cId="3830482556" sldId="264"/>
            <ac:spMk id="7" creationId="{4C4AD14F-16DE-98A6-5739-313C25B08865}"/>
          </ac:spMkLst>
        </pc:spChg>
        <pc:picChg chg="add mod">
          <ac:chgData name="Fehmida Usmani" userId="1f7d48bb-60b3-4b90-bf30-0f63161838be" providerId="ADAL" clId="{EBD89ECC-9540-4128-9367-E71CBFFDF253}" dt="2024-08-28T00:50:26.917" v="144" actId="1076"/>
          <ac:picMkLst>
            <pc:docMk/>
            <pc:sldMk cId="3830482556" sldId="264"/>
            <ac:picMk id="5" creationId="{302D8B5D-6875-4323-BAEA-B7FCD5FF63DB}"/>
          </ac:picMkLst>
        </pc:picChg>
        <pc:picChg chg="add mod">
          <ac:chgData name="Fehmida Usmani" userId="1f7d48bb-60b3-4b90-bf30-0f63161838be" providerId="ADAL" clId="{EBD89ECC-9540-4128-9367-E71CBFFDF253}" dt="2024-08-28T00:51:09.303" v="147" actId="1076"/>
          <ac:picMkLst>
            <pc:docMk/>
            <pc:sldMk cId="3830482556" sldId="264"/>
            <ac:picMk id="8" creationId="{EF23CF83-BB2C-BDD8-7C31-4EB8AE33CA4E}"/>
          </ac:picMkLst>
        </pc:picChg>
        <pc:picChg chg="add mod">
          <ac:chgData name="Fehmida Usmani" userId="1f7d48bb-60b3-4b90-bf30-0f63161838be" providerId="ADAL" clId="{EBD89ECC-9540-4128-9367-E71CBFFDF253}" dt="2024-08-28T00:51:09.303" v="147" actId="1076"/>
          <ac:picMkLst>
            <pc:docMk/>
            <pc:sldMk cId="3830482556" sldId="264"/>
            <ac:picMk id="9" creationId="{35D06FE5-87F0-ACF7-55C0-F4265BDBDF0E}"/>
          </ac:picMkLst>
        </pc:picChg>
        <pc:picChg chg="add mod">
          <ac:chgData name="Fehmida Usmani" userId="1f7d48bb-60b3-4b90-bf30-0f63161838be" providerId="ADAL" clId="{EBD89ECC-9540-4128-9367-E71CBFFDF253}" dt="2024-08-28T00:51:09.303" v="147" actId="1076"/>
          <ac:picMkLst>
            <pc:docMk/>
            <pc:sldMk cId="3830482556" sldId="264"/>
            <ac:picMk id="10" creationId="{BF6D4411-6975-9412-22EB-ED580FF27E63}"/>
          </ac:picMkLst>
        </pc:picChg>
        <pc:picChg chg="add mod">
          <ac:chgData name="Fehmida Usmani" userId="1f7d48bb-60b3-4b90-bf30-0f63161838be" providerId="ADAL" clId="{EBD89ECC-9540-4128-9367-E71CBFFDF253}" dt="2024-08-28T00:51:09.303" v="147" actId="1076"/>
          <ac:picMkLst>
            <pc:docMk/>
            <pc:sldMk cId="3830482556" sldId="264"/>
            <ac:picMk id="11" creationId="{B894ED9E-151C-F448-C661-BC309620D4AE}"/>
          </ac:picMkLst>
        </pc:picChg>
        <pc:picChg chg="add mod">
          <ac:chgData name="Fehmida Usmani" userId="1f7d48bb-60b3-4b90-bf30-0f63161838be" providerId="ADAL" clId="{EBD89ECC-9540-4128-9367-E71CBFFDF253}" dt="2024-08-28T00:51:09.303" v="147" actId="1076"/>
          <ac:picMkLst>
            <pc:docMk/>
            <pc:sldMk cId="3830482556" sldId="264"/>
            <ac:picMk id="12" creationId="{047D1CE7-6C07-57E4-3C1E-64F1D7757D39}"/>
          </ac:picMkLst>
        </pc:picChg>
        <pc:picChg chg="add mod">
          <ac:chgData name="Fehmida Usmani" userId="1f7d48bb-60b3-4b90-bf30-0f63161838be" providerId="ADAL" clId="{EBD89ECC-9540-4128-9367-E71CBFFDF253}" dt="2024-08-28T00:51:09.303" v="147" actId="1076"/>
          <ac:picMkLst>
            <pc:docMk/>
            <pc:sldMk cId="3830482556" sldId="264"/>
            <ac:picMk id="13" creationId="{C949760F-6B55-F36D-E528-A793EA400831}"/>
          </ac:picMkLst>
        </pc:picChg>
      </pc:sldChg>
      <pc:sldChg chg="addSp delSp modSp new mod modAnim">
        <pc:chgData name="Fehmida Usmani" userId="1f7d48bb-60b3-4b90-bf30-0f63161838be" providerId="ADAL" clId="{EBD89ECC-9540-4128-9367-E71CBFFDF253}" dt="2024-08-28T00:53:20.957" v="168" actId="20577"/>
        <pc:sldMkLst>
          <pc:docMk/>
          <pc:sldMk cId="1658457799" sldId="265"/>
        </pc:sldMkLst>
        <pc:spChg chg="mod">
          <ac:chgData name="Fehmida Usmani" userId="1f7d48bb-60b3-4b90-bf30-0f63161838be" providerId="ADAL" clId="{EBD89ECC-9540-4128-9367-E71CBFFDF253}" dt="2024-08-28T00:53:20.957" v="168" actId="20577"/>
          <ac:spMkLst>
            <pc:docMk/>
            <pc:sldMk cId="1658457799" sldId="265"/>
            <ac:spMk id="2" creationId="{7D518173-BF51-66DF-0986-58B6807FE756}"/>
          </ac:spMkLst>
        </pc:spChg>
        <pc:spChg chg="del">
          <ac:chgData name="Fehmida Usmani" userId="1f7d48bb-60b3-4b90-bf30-0f63161838be" providerId="ADAL" clId="{EBD89ECC-9540-4128-9367-E71CBFFDF253}" dt="2024-08-28T00:53:03.288" v="149"/>
          <ac:spMkLst>
            <pc:docMk/>
            <pc:sldMk cId="1658457799" sldId="265"/>
            <ac:spMk id="3" creationId="{EEB336E0-7BE3-4188-CBE2-4129F6CD20EC}"/>
          </ac:spMkLst>
        </pc:spChg>
        <pc:spChg chg="add mod">
          <ac:chgData name="Fehmida Usmani" userId="1f7d48bb-60b3-4b90-bf30-0f63161838be" providerId="ADAL" clId="{EBD89ECC-9540-4128-9367-E71CBFFDF253}" dt="2024-08-28T00:53:03.288" v="149"/>
          <ac:spMkLst>
            <pc:docMk/>
            <pc:sldMk cId="1658457799" sldId="265"/>
            <ac:spMk id="4" creationId="{B296B10F-245B-9D03-9FB8-F0A6811A0799}"/>
          </ac:spMkLst>
        </pc:spChg>
      </pc:sldChg>
      <pc:sldChg chg="addSp delSp modSp new mod">
        <pc:chgData name="Fehmida Usmani" userId="1f7d48bb-60b3-4b90-bf30-0f63161838be" providerId="ADAL" clId="{EBD89ECC-9540-4128-9367-E71CBFFDF253}" dt="2024-08-28T00:55:30.198" v="182" actId="14100"/>
        <pc:sldMkLst>
          <pc:docMk/>
          <pc:sldMk cId="1931479848" sldId="266"/>
        </pc:sldMkLst>
        <pc:spChg chg="mod">
          <ac:chgData name="Fehmida Usmani" userId="1f7d48bb-60b3-4b90-bf30-0f63161838be" providerId="ADAL" clId="{EBD89ECC-9540-4128-9367-E71CBFFDF253}" dt="2024-08-28T00:54:43.249" v="178" actId="20577"/>
          <ac:spMkLst>
            <pc:docMk/>
            <pc:sldMk cId="1931479848" sldId="266"/>
            <ac:spMk id="2" creationId="{017F1FF5-A3DF-9E7D-F63D-6524A836A15E}"/>
          </ac:spMkLst>
        </pc:spChg>
        <pc:spChg chg="del">
          <ac:chgData name="Fehmida Usmani" userId="1f7d48bb-60b3-4b90-bf30-0f63161838be" providerId="ADAL" clId="{EBD89ECC-9540-4128-9367-E71CBFFDF253}" dt="2024-08-28T00:54:57.094" v="179"/>
          <ac:spMkLst>
            <pc:docMk/>
            <pc:sldMk cId="1931479848" sldId="266"/>
            <ac:spMk id="3" creationId="{853E0809-BBCF-F4D8-C058-E8C525FD10A6}"/>
          </ac:spMkLst>
        </pc:spChg>
        <pc:picChg chg="add mod">
          <ac:chgData name="Fehmida Usmani" userId="1f7d48bb-60b3-4b90-bf30-0f63161838be" providerId="ADAL" clId="{EBD89ECC-9540-4128-9367-E71CBFFDF253}" dt="2024-08-28T00:55:30.198" v="182" actId="14100"/>
          <ac:picMkLst>
            <pc:docMk/>
            <pc:sldMk cId="1931479848" sldId="266"/>
            <ac:picMk id="4" creationId="{C590D3F0-A2A7-A740-F838-CB84761B6B26}"/>
          </ac:picMkLst>
        </pc:picChg>
        <pc:picChg chg="add mod">
          <ac:chgData name="Fehmida Usmani" userId="1f7d48bb-60b3-4b90-bf30-0f63161838be" providerId="ADAL" clId="{EBD89ECC-9540-4128-9367-E71CBFFDF253}" dt="2024-08-28T00:55:03.283" v="181" actId="1076"/>
          <ac:picMkLst>
            <pc:docMk/>
            <pc:sldMk cId="1931479848" sldId="266"/>
            <ac:picMk id="5" creationId="{6C54AAC5-0784-4D87-DD8F-E9FB8E4C0DFF}"/>
          </ac:picMkLst>
        </pc:picChg>
      </pc:sldChg>
      <pc:sldChg chg="addSp delSp modSp new mod modAnim">
        <pc:chgData name="Fehmida Usmani" userId="1f7d48bb-60b3-4b90-bf30-0f63161838be" providerId="ADAL" clId="{EBD89ECC-9540-4128-9367-E71CBFFDF253}" dt="2024-08-28T01:00:21.848" v="216"/>
        <pc:sldMkLst>
          <pc:docMk/>
          <pc:sldMk cId="606545455" sldId="267"/>
        </pc:sldMkLst>
        <pc:spChg chg="mod">
          <ac:chgData name="Fehmida Usmani" userId="1f7d48bb-60b3-4b90-bf30-0f63161838be" providerId="ADAL" clId="{EBD89ECC-9540-4128-9367-E71CBFFDF253}" dt="2024-08-28T00:55:57.865" v="192" actId="20577"/>
          <ac:spMkLst>
            <pc:docMk/>
            <pc:sldMk cId="606545455" sldId="267"/>
            <ac:spMk id="2" creationId="{DEFBD927-F5F4-7998-36BB-DACA31311AB0}"/>
          </ac:spMkLst>
        </pc:spChg>
        <pc:spChg chg="del">
          <ac:chgData name="Fehmida Usmani" userId="1f7d48bb-60b3-4b90-bf30-0f63161838be" providerId="ADAL" clId="{EBD89ECC-9540-4128-9367-E71CBFFDF253}" dt="2024-08-28T00:57:10.334" v="194" actId="478"/>
          <ac:spMkLst>
            <pc:docMk/>
            <pc:sldMk cId="606545455" sldId="267"/>
            <ac:spMk id="3" creationId="{FFC0ACC6-8120-AB95-0441-5DDD20A8BF09}"/>
          </ac:spMkLst>
        </pc:spChg>
        <pc:spChg chg="add mod">
          <ac:chgData name="Fehmida Usmani" userId="1f7d48bb-60b3-4b90-bf30-0f63161838be" providerId="ADAL" clId="{EBD89ECC-9540-4128-9367-E71CBFFDF253}" dt="2024-08-28T00:57:03.208" v="193"/>
          <ac:spMkLst>
            <pc:docMk/>
            <pc:sldMk cId="606545455" sldId="267"/>
            <ac:spMk id="4" creationId="{83A44579-390C-39C3-5557-C617DBFC3AA0}"/>
          </ac:spMkLst>
        </pc:spChg>
        <pc:spChg chg="add del mod">
          <ac:chgData name="Fehmida Usmani" userId="1f7d48bb-60b3-4b90-bf30-0f63161838be" providerId="ADAL" clId="{EBD89ECC-9540-4128-9367-E71CBFFDF253}" dt="2024-08-28T01:00:21.848" v="216"/>
          <ac:spMkLst>
            <pc:docMk/>
            <pc:sldMk cId="606545455" sldId="267"/>
            <ac:spMk id="10" creationId="{13313848-9633-C9E1-82DB-7830C4DAEB52}"/>
          </ac:spMkLst>
        </pc:spChg>
        <pc:spChg chg="add mod">
          <ac:chgData name="Fehmida Usmani" userId="1f7d48bb-60b3-4b90-bf30-0f63161838be" providerId="ADAL" clId="{EBD89ECC-9540-4128-9367-E71CBFFDF253}" dt="2024-08-28T00:57:37.528" v="196"/>
          <ac:spMkLst>
            <pc:docMk/>
            <pc:sldMk cId="606545455" sldId="267"/>
            <ac:spMk id="11" creationId="{22513BBC-1B0E-C1DE-ED86-818C2E128E1E}"/>
          </ac:spMkLst>
        </pc:spChg>
        <pc:picChg chg="add mod">
          <ac:chgData name="Fehmida Usmani" userId="1f7d48bb-60b3-4b90-bf30-0f63161838be" providerId="ADAL" clId="{EBD89ECC-9540-4128-9367-E71CBFFDF253}" dt="2024-08-28T00:57:03.208" v="193"/>
          <ac:picMkLst>
            <pc:docMk/>
            <pc:sldMk cId="606545455" sldId="267"/>
            <ac:picMk id="5" creationId="{5FD7C10F-DE9D-3882-7CD5-24CB443A6B26}"/>
          </ac:picMkLst>
        </pc:picChg>
        <pc:picChg chg="add mod">
          <ac:chgData name="Fehmida Usmani" userId="1f7d48bb-60b3-4b90-bf30-0f63161838be" providerId="ADAL" clId="{EBD89ECC-9540-4128-9367-E71CBFFDF253}" dt="2024-08-28T00:57:03.208" v="193"/>
          <ac:picMkLst>
            <pc:docMk/>
            <pc:sldMk cId="606545455" sldId="267"/>
            <ac:picMk id="6" creationId="{D4AF09E1-3B04-2A3D-1486-2A473772306F}"/>
          </ac:picMkLst>
        </pc:picChg>
        <pc:picChg chg="add mod">
          <ac:chgData name="Fehmida Usmani" userId="1f7d48bb-60b3-4b90-bf30-0f63161838be" providerId="ADAL" clId="{EBD89ECC-9540-4128-9367-E71CBFFDF253}" dt="2024-08-28T00:57:03.208" v="193"/>
          <ac:picMkLst>
            <pc:docMk/>
            <pc:sldMk cId="606545455" sldId="267"/>
            <ac:picMk id="7" creationId="{8F1F068E-1318-705A-A350-B0AA146F9630}"/>
          </ac:picMkLst>
        </pc:picChg>
        <pc:picChg chg="add mod">
          <ac:chgData name="Fehmida Usmani" userId="1f7d48bb-60b3-4b90-bf30-0f63161838be" providerId="ADAL" clId="{EBD89ECC-9540-4128-9367-E71CBFFDF253}" dt="2024-08-28T00:57:03.208" v="193"/>
          <ac:picMkLst>
            <pc:docMk/>
            <pc:sldMk cId="606545455" sldId="267"/>
            <ac:picMk id="8" creationId="{CB0CC118-4D72-D49D-0B07-409F5750671D}"/>
          </ac:picMkLst>
        </pc:picChg>
        <pc:picChg chg="add del mod">
          <ac:chgData name="Fehmida Usmani" userId="1f7d48bb-60b3-4b90-bf30-0f63161838be" providerId="ADAL" clId="{EBD89ECC-9540-4128-9367-E71CBFFDF253}" dt="2024-08-28T00:59:56.673" v="208" actId="478"/>
          <ac:picMkLst>
            <pc:docMk/>
            <pc:sldMk cId="606545455" sldId="267"/>
            <ac:picMk id="9" creationId="{B4CFCB61-8EA5-C379-1F1F-65B930E67B63}"/>
          </ac:picMkLst>
        </pc:picChg>
        <pc:picChg chg="add mod">
          <ac:chgData name="Fehmida Usmani" userId="1f7d48bb-60b3-4b90-bf30-0f63161838be" providerId="ADAL" clId="{EBD89ECC-9540-4128-9367-E71CBFFDF253}" dt="2024-08-28T00:57:37.528" v="196"/>
          <ac:picMkLst>
            <pc:docMk/>
            <pc:sldMk cId="606545455" sldId="267"/>
            <ac:picMk id="12" creationId="{BE642F9B-ADBA-6D4C-1A92-552B155FA187}"/>
          </ac:picMkLst>
        </pc:picChg>
        <pc:picChg chg="add mod">
          <ac:chgData name="Fehmida Usmani" userId="1f7d48bb-60b3-4b90-bf30-0f63161838be" providerId="ADAL" clId="{EBD89ECC-9540-4128-9367-E71CBFFDF253}" dt="2024-08-28T00:57:37.528" v="196"/>
          <ac:picMkLst>
            <pc:docMk/>
            <pc:sldMk cId="606545455" sldId="267"/>
            <ac:picMk id="13" creationId="{2BC2E0B2-E6BE-090E-32F1-D73ED36CE980}"/>
          </ac:picMkLst>
        </pc:picChg>
        <pc:picChg chg="add mod">
          <ac:chgData name="Fehmida Usmani" userId="1f7d48bb-60b3-4b90-bf30-0f63161838be" providerId="ADAL" clId="{EBD89ECC-9540-4128-9367-E71CBFFDF253}" dt="2024-08-28T00:57:37.528" v="196"/>
          <ac:picMkLst>
            <pc:docMk/>
            <pc:sldMk cId="606545455" sldId="267"/>
            <ac:picMk id="14" creationId="{B8FB0CA5-A1CC-4D03-9142-37C7C289BC48}"/>
          </ac:picMkLst>
        </pc:picChg>
      </pc:sldChg>
      <pc:sldChg chg="addSp delSp modSp new mod">
        <pc:chgData name="Fehmida Usmani" userId="1f7d48bb-60b3-4b90-bf30-0f63161838be" providerId="ADAL" clId="{EBD89ECC-9540-4128-9367-E71CBFFDF253}" dt="2024-08-28T01:01:17.546" v="224" actId="1076"/>
        <pc:sldMkLst>
          <pc:docMk/>
          <pc:sldMk cId="1977954563" sldId="268"/>
        </pc:sldMkLst>
        <pc:spChg chg="mod">
          <ac:chgData name="Fehmida Usmani" userId="1f7d48bb-60b3-4b90-bf30-0f63161838be" providerId="ADAL" clId="{EBD89ECC-9540-4128-9367-E71CBFFDF253}" dt="2024-08-28T00:57:47.664" v="207" actId="20577"/>
          <ac:spMkLst>
            <pc:docMk/>
            <pc:sldMk cId="1977954563" sldId="268"/>
            <ac:spMk id="2" creationId="{58C08341-861A-5120-0874-657A4996E715}"/>
          </ac:spMkLst>
        </pc:spChg>
        <pc:spChg chg="del">
          <ac:chgData name="Fehmida Usmani" userId="1f7d48bb-60b3-4b90-bf30-0f63161838be" providerId="ADAL" clId="{EBD89ECC-9540-4128-9367-E71CBFFDF253}" dt="2024-08-28T01:01:03.334" v="218"/>
          <ac:spMkLst>
            <pc:docMk/>
            <pc:sldMk cId="1977954563" sldId="268"/>
            <ac:spMk id="3" creationId="{8C187F99-32B3-A330-7934-048C589FEA95}"/>
          </ac:spMkLst>
        </pc:spChg>
        <pc:spChg chg="add mod">
          <ac:chgData name="Fehmida Usmani" userId="1f7d48bb-60b3-4b90-bf30-0f63161838be" providerId="ADAL" clId="{EBD89ECC-9540-4128-9367-E71CBFFDF253}" dt="2024-08-28T01:00:45.553" v="217"/>
          <ac:spMkLst>
            <pc:docMk/>
            <pc:sldMk cId="1977954563" sldId="268"/>
            <ac:spMk id="4" creationId="{68711715-8F3A-2F77-FA3C-DF1B98FFD3A0}"/>
          </ac:spMkLst>
        </pc:spChg>
        <pc:spChg chg="add mod">
          <ac:chgData name="Fehmida Usmani" userId="1f7d48bb-60b3-4b90-bf30-0f63161838be" providerId="ADAL" clId="{EBD89ECC-9540-4128-9367-E71CBFFDF253}" dt="2024-08-28T01:00:45.553" v="217"/>
          <ac:spMkLst>
            <pc:docMk/>
            <pc:sldMk cId="1977954563" sldId="268"/>
            <ac:spMk id="5" creationId="{E6D15442-BCAB-422E-3DCA-AE38F153AC33}"/>
          </ac:spMkLst>
        </pc:spChg>
        <pc:picChg chg="add mod">
          <ac:chgData name="Fehmida Usmani" userId="1f7d48bb-60b3-4b90-bf30-0f63161838be" providerId="ADAL" clId="{EBD89ECC-9540-4128-9367-E71CBFFDF253}" dt="2024-08-28T01:01:17.546" v="224" actId="1076"/>
          <ac:picMkLst>
            <pc:docMk/>
            <pc:sldMk cId="1977954563" sldId="268"/>
            <ac:picMk id="6" creationId="{1183A769-B3F6-0405-3683-AAA1112AE9DD}"/>
          </ac:picMkLst>
        </pc:picChg>
      </pc:sldChg>
      <pc:sldChg chg="addSp delSp modSp new mod">
        <pc:chgData name="Fehmida Usmani" userId="1f7d48bb-60b3-4b90-bf30-0f63161838be" providerId="ADAL" clId="{EBD89ECC-9540-4128-9367-E71CBFFDF253}" dt="2024-08-28T01:04:52.242" v="263" actId="1076"/>
        <pc:sldMkLst>
          <pc:docMk/>
          <pc:sldMk cId="3218076943" sldId="269"/>
        </pc:sldMkLst>
        <pc:spChg chg="mod">
          <ac:chgData name="Fehmida Usmani" userId="1f7d48bb-60b3-4b90-bf30-0f63161838be" providerId="ADAL" clId="{EBD89ECC-9540-4128-9367-E71CBFFDF253}" dt="2024-08-28T01:04:32.048" v="260" actId="20577"/>
          <ac:spMkLst>
            <pc:docMk/>
            <pc:sldMk cId="3218076943" sldId="269"/>
            <ac:spMk id="2" creationId="{DB927A4B-2BA5-8F40-5EDC-4A4F3ABF0450}"/>
          </ac:spMkLst>
        </pc:spChg>
        <pc:spChg chg="del">
          <ac:chgData name="Fehmida Usmani" userId="1f7d48bb-60b3-4b90-bf30-0f63161838be" providerId="ADAL" clId="{EBD89ECC-9540-4128-9367-E71CBFFDF253}" dt="2024-08-28T01:04:19.963" v="238" actId="478"/>
          <ac:spMkLst>
            <pc:docMk/>
            <pc:sldMk cId="3218076943" sldId="269"/>
            <ac:spMk id="3" creationId="{DD377DE8-DC69-72C5-A447-3EA5659F1370}"/>
          </ac:spMkLst>
        </pc:spChg>
        <pc:spChg chg="add mod">
          <ac:chgData name="Fehmida Usmani" userId="1f7d48bb-60b3-4b90-bf30-0f63161838be" providerId="ADAL" clId="{EBD89ECC-9540-4128-9367-E71CBFFDF253}" dt="2024-08-28T01:04:47.736" v="262" actId="14100"/>
          <ac:spMkLst>
            <pc:docMk/>
            <pc:sldMk cId="3218076943" sldId="269"/>
            <ac:spMk id="4" creationId="{67FFE3CB-45E0-41D2-5C39-63E6619F57B5}"/>
          </ac:spMkLst>
        </pc:spChg>
        <pc:picChg chg="add mod">
          <ac:chgData name="Fehmida Usmani" userId="1f7d48bb-60b3-4b90-bf30-0f63161838be" providerId="ADAL" clId="{EBD89ECC-9540-4128-9367-E71CBFFDF253}" dt="2024-08-28T01:04:15.391" v="237"/>
          <ac:picMkLst>
            <pc:docMk/>
            <pc:sldMk cId="3218076943" sldId="269"/>
            <ac:picMk id="5" creationId="{714084A6-7806-AA23-2342-AA10F4BBF29B}"/>
          </ac:picMkLst>
        </pc:picChg>
        <pc:picChg chg="add mod">
          <ac:chgData name="Fehmida Usmani" userId="1f7d48bb-60b3-4b90-bf30-0f63161838be" providerId="ADAL" clId="{EBD89ECC-9540-4128-9367-E71CBFFDF253}" dt="2024-08-28T01:04:52.242" v="263" actId="1076"/>
          <ac:picMkLst>
            <pc:docMk/>
            <pc:sldMk cId="3218076943" sldId="269"/>
            <ac:picMk id="6" creationId="{A769EF7E-CFC1-018C-7096-2EA919926785}"/>
          </ac:picMkLst>
        </pc:picChg>
      </pc:sldChg>
      <pc:sldChg chg="addSp delSp modSp new mod">
        <pc:chgData name="Fehmida Usmani" userId="1f7d48bb-60b3-4b90-bf30-0f63161838be" providerId="ADAL" clId="{EBD89ECC-9540-4128-9367-E71CBFFDF253}" dt="2024-08-28T01:05:22.527" v="266"/>
        <pc:sldMkLst>
          <pc:docMk/>
          <pc:sldMk cId="3727527110" sldId="270"/>
        </pc:sldMkLst>
        <pc:spChg chg="mod">
          <ac:chgData name="Fehmida Usmani" userId="1f7d48bb-60b3-4b90-bf30-0f63161838be" providerId="ADAL" clId="{EBD89ECC-9540-4128-9367-E71CBFFDF253}" dt="2024-08-28T01:05:22.527" v="266"/>
          <ac:spMkLst>
            <pc:docMk/>
            <pc:sldMk cId="3727527110" sldId="270"/>
            <ac:spMk id="2" creationId="{D7176369-DDB2-E0A4-5CB7-865C0C43A380}"/>
          </ac:spMkLst>
        </pc:spChg>
        <pc:spChg chg="del">
          <ac:chgData name="Fehmida Usmani" userId="1f7d48bb-60b3-4b90-bf30-0f63161838be" providerId="ADAL" clId="{EBD89ECC-9540-4128-9367-E71CBFFDF253}" dt="2024-08-28T01:05:14.410" v="265"/>
          <ac:spMkLst>
            <pc:docMk/>
            <pc:sldMk cId="3727527110" sldId="270"/>
            <ac:spMk id="3" creationId="{90E56757-D139-9C1C-2E61-BDE479FF325D}"/>
          </ac:spMkLst>
        </pc:spChg>
        <pc:spChg chg="add mod">
          <ac:chgData name="Fehmida Usmani" userId="1f7d48bb-60b3-4b90-bf30-0f63161838be" providerId="ADAL" clId="{EBD89ECC-9540-4128-9367-E71CBFFDF253}" dt="2024-08-28T01:05:14.410" v="265"/>
          <ac:spMkLst>
            <pc:docMk/>
            <pc:sldMk cId="3727527110" sldId="270"/>
            <ac:spMk id="4" creationId="{F57AD637-1BF8-0E32-B727-AD8CF92858B7}"/>
          </ac:spMkLst>
        </pc:spChg>
      </pc:sldChg>
      <pc:sldChg chg="addSp delSp modSp new mod">
        <pc:chgData name="Fehmida Usmani" userId="1f7d48bb-60b3-4b90-bf30-0f63161838be" providerId="ADAL" clId="{EBD89ECC-9540-4128-9367-E71CBFFDF253}" dt="2024-08-28T01:07:47.199" v="275"/>
        <pc:sldMkLst>
          <pc:docMk/>
          <pc:sldMk cId="3202541801" sldId="271"/>
        </pc:sldMkLst>
        <pc:spChg chg="mod">
          <ac:chgData name="Fehmida Usmani" userId="1f7d48bb-60b3-4b90-bf30-0f63161838be" providerId="ADAL" clId="{EBD89ECC-9540-4128-9367-E71CBFFDF253}" dt="2024-08-28T01:07:47.199" v="275"/>
          <ac:spMkLst>
            <pc:docMk/>
            <pc:sldMk cId="3202541801" sldId="271"/>
            <ac:spMk id="2" creationId="{6964909A-17B7-6318-004D-768B7DE4A1C4}"/>
          </ac:spMkLst>
        </pc:spChg>
        <pc:spChg chg="del mod">
          <ac:chgData name="Fehmida Usmani" userId="1f7d48bb-60b3-4b90-bf30-0f63161838be" providerId="ADAL" clId="{EBD89ECC-9540-4128-9367-E71CBFFDF253}" dt="2024-08-28T01:07:21.472" v="269" actId="478"/>
          <ac:spMkLst>
            <pc:docMk/>
            <pc:sldMk cId="3202541801" sldId="271"/>
            <ac:spMk id="3" creationId="{52A59D1C-905B-408B-6E64-A5BEB17B0DE6}"/>
          </ac:spMkLst>
        </pc:spChg>
        <pc:spChg chg="add mod">
          <ac:chgData name="Fehmida Usmani" userId="1f7d48bb-60b3-4b90-bf30-0f63161838be" providerId="ADAL" clId="{EBD89ECC-9540-4128-9367-E71CBFFDF253}" dt="2024-08-28T01:07:30.280" v="272" actId="1076"/>
          <ac:spMkLst>
            <pc:docMk/>
            <pc:sldMk cId="3202541801" sldId="271"/>
            <ac:spMk id="4" creationId="{96B474DD-52CA-AEAC-E4FD-009E3318BC28}"/>
          </ac:spMkLst>
        </pc:spChg>
        <pc:spChg chg="add mod">
          <ac:chgData name="Fehmida Usmani" userId="1f7d48bb-60b3-4b90-bf30-0f63161838be" providerId="ADAL" clId="{EBD89ECC-9540-4128-9367-E71CBFFDF253}" dt="2024-08-28T01:07:33.978" v="273" actId="1076"/>
          <ac:spMkLst>
            <pc:docMk/>
            <pc:sldMk cId="3202541801" sldId="271"/>
            <ac:spMk id="5" creationId="{2B57BA64-17D8-9533-E262-4315D0BA2B2A}"/>
          </ac:spMkLst>
        </pc:spChg>
        <pc:spChg chg="add mod">
          <ac:chgData name="Fehmida Usmani" userId="1f7d48bb-60b3-4b90-bf30-0f63161838be" providerId="ADAL" clId="{EBD89ECC-9540-4128-9367-E71CBFFDF253}" dt="2024-08-28T01:07:37.211" v="274" actId="1076"/>
          <ac:spMkLst>
            <pc:docMk/>
            <pc:sldMk cId="3202541801" sldId="271"/>
            <ac:spMk id="6" creationId="{E1A98CAE-25F3-A92D-0258-B3C94CD078A7}"/>
          </ac:spMkLst>
        </pc:spChg>
      </pc:sldChg>
      <pc:sldChg chg="addSp delSp modSp new mod">
        <pc:chgData name="Fehmida Usmani" userId="1f7d48bb-60b3-4b90-bf30-0f63161838be" providerId="ADAL" clId="{EBD89ECC-9540-4128-9367-E71CBFFDF253}" dt="2024-08-28T01:08:39.525" v="280"/>
        <pc:sldMkLst>
          <pc:docMk/>
          <pc:sldMk cId="3491987760" sldId="272"/>
        </pc:sldMkLst>
        <pc:spChg chg="mod">
          <ac:chgData name="Fehmida Usmani" userId="1f7d48bb-60b3-4b90-bf30-0f63161838be" providerId="ADAL" clId="{EBD89ECC-9540-4128-9367-E71CBFFDF253}" dt="2024-08-28T01:08:39.525" v="280"/>
          <ac:spMkLst>
            <pc:docMk/>
            <pc:sldMk cId="3491987760" sldId="272"/>
            <ac:spMk id="2" creationId="{E2628E03-E0ED-8678-0876-E9AD2A7237EE}"/>
          </ac:spMkLst>
        </pc:spChg>
        <pc:spChg chg="del">
          <ac:chgData name="Fehmida Usmani" userId="1f7d48bb-60b3-4b90-bf30-0f63161838be" providerId="ADAL" clId="{EBD89ECC-9540-4128-9367-E71CBFFDF253}" dt="2024-08-28T01:08:24.957" v="278" actId="478"/>
          <ac:spMkLst>
            <pc:docMk/>
            <pc:sldMk cId="3491987760" sldId="272"/>
            <ac:spMk id="3" creationId="{9D623302-1001-AD60-7CD4-1B91D4DDC4C6}"/>
          </ac:spMkLst>
        </pc:spChg>
        <pc:spChg chg="add mod">
          <ac:chgData name="Fehmida Usmani" userId="1f7d48bb-60b3-4b90-bf30-0f63161838be" providerId="ADAL" clId="{EBD89ECC-9540-4128-9367-E71CBFFDF253}" dt="2024-08-28T01:08:28.486" v="279" actId="14100"/>
          <ac:spMkLst>
            <pc:docMk/>
            <pc:sldMk cId="3491987760" sldId="272"/>
            <ac:spMk id="4" creationId="{9AC4C0B5-DB6A-EE03-387B-75CEF24D57BF}"/>
          </ac:spMkLst>
        </pc:spChg>
      </pc:sldChg>
      <pc:sldChg chg="addSp delSp modSp new mod">
        <pc:chgData name="Fehmida Usmani" userId="1f7d48bb-60b3-4b90-bf30-0f63161838be" providerId="ADAL" clId="{EBD89ECC-9540-4128-9367-E71CBFFDF253}" dt="2024-08-28T01:10:29.766" v="300" actId="1076"/>
        <pc:sldMkLst>
          <pc:docMk/>
          <pc:sldMk cId="3193104748" sldId="273"/>
        </pc:sldMkLst>
        <pc:spChg chg="mod">
          <ac:chgData name="Fehmida Usmani" userId="1f7d48bb-60b3-4b90-bf30-0f63161838be" providerId="ADAL" clId="{EBD89ECC-9540-4128-9367-E71CBFFDF253}" dt="2024-08-28T01:10:15.614" v="298" actId="20577"/>
          <ac:spMkLst>
            <pc:docMk/>
            <pc:sldMk cId="3193104748" sldId="273"/>
            <ac:spMk id="2" creationId="{E3F0C746-7326-1ED3-CB24-355E9EB18189}"/>
          </ac:spMkLst>
        </pc:spChg>
        <pc:spChg chg="del">
          <ac:chgData name="Fehmida Usmani" userId="1f7d48bb-60b3-4b90-bf30-0f63161838be" providerId="ADAL" clId="{EBD89ECC-9540-4128-9367-E71CBFFDF253}" dt="2024-08-28T01:10:28.103" v="299"/>
          <ac:spMkLst>
            <pc:docMk/>
            <pc:sldMk cId="3193104748" sldId="273"/>
            <ac:spMk id="3" creationId="{360C8427-7873-6C9D-DDCF-130F01F63CB8}"/>
          </ac:spMkLst>
        </pc:spChg>
        <pc:picChg chg="add mod">
          <ac:chgData name="Fehmida Usmani" userId="1f7d48bb-60b3-4b90-bf30-0f63161838be" providerId="ADAL" clId="{EBD89ECC-9540-4128-9367-E71CBFFDF253}" dt="2024-08-28T01:10:29.766" v="300" actId="1076"/>
          <ac:picMkLst>
            <pc:docMk/>
            <pc:sldMk cId="3193104748" sldId="273"/>
            <ac:picMk id="4" creationId="{9A5DF890-EE7B-5EDC-B78E-2FED455D3D95}"/>
          </ac:picMkLst>
        </pc:picChg>
      </pc:sldChg>
      <pc:sldChg chg="addSp delSp modSp add mod">
        <pc:chgData name="Fehmida Usmani" userId="1f7d48bb-60b3-4b90-bf30-0f63161838be" providerId="ADAL" clId="{EBD89ECC-9540-4128-9367-E71CBFFDF253}" dt="2024-08-28T01:15:08.539" v="306" actId="14100"/>
        <pc:sldMkLst>
          <pc:docMk/>
          <pc:sldMk cId="915885867" sldId="274"/>
        </pc:sldMkLst>
        <pc:spChg chg="add del mod">
          <ac:chgData name="Fehmida Usmani" userId="1f7d48bb-60b3-4b90-bf30-0f63161838be" providerId="ADAL" clId="{EBD89ECC-9540-4128-9367-E71CBFFDF253}" dt="2024-08-28T01:15:01.525" v="303" actId="931"/>
          <ac:spMkLst>
            <pc:docMk/>
            <pc:sldMk cId="915885867" sldId="274"/>
            <ac:spMk id="5" creationId="{E074C404-1034-2A82-FE60-0E7B2B318E06}"/>
          </ac:spMkLst>
        </pc:spChg>
        <pc:picChg chg="del">
          <ac:chgData name="Fehmida Usmani" userId="1f7d48bb-60b3-4b90-bf30-0f63161838be" providerId="ADAL" clId="{EBD89ECC-9540-4128-9367-E71CBFFDF253}" dt="2024-08-28T01:14:11.116" v="302" actId="478"/>
          <ac:picMkLst>
            <pc:docMk/>
            <pc:sldMk cId="915885867" sldId="274"/>
            <ac:picMk id="4" creationId="{9A5DF890-EE7B-5EDC-B78E-2FED455D3D95}"/>
          </ac:picMkLst>
        </pc:picChg>
        <pc:picChg chg="add mod">
          <ac:chgData name="Fehmida Usmani" userId="1f7d48bb-60b3-4b90-bf30-0f63161838be" providerId="ADAL" clId="{EBD89ECC-9540-4128-9367-E71CBFFDF253}" dt="2024-08-28T01:15:08.539" v="306" actId="14100"/>
          <ac:picMkLst>
            <pc:docMk/>
            <pc:sldMk cId="915885867" sldId="274"/>
            <ac:picMk id="7" creationId="{B21B1FD6-31FE-1AC8-4807-B1F7403C48BD}"/>
          </ac:picMkLst>
        </pc:picChg>
      </pc:sldChg>
      <pc:sldChg chg="addSp delSp modSp new mod">
        <pc:chgData name="Fehmida Usmani" userId="1f7d48bb-60b3-4b90-bf30-0f63161838be" providerId="ADAL" clId="{EBD89ECC-9540-4128-9367-E71CBFFDF253}" dt="2024-08-28T01:17:48.572" v="313"/>
        <pc:sldMkLst>
          <pc:docMk/>
          <pc:sldMk cId="598672391" sldId="275"/>
        </pc:sldMkLst>
        <pc:spChg chg="mod">
          <ac:chgData name="Fehmida Usmani" userId="1f7d48bb-60b3-4b90-bf30-0f63161838be" providerId="ADAL" clId="{EBD89ECC-9540-4128-9367-E71CBFFDF253}" dt="2024-08-28T01:17:48.572" v="313"/>
          <ac:spMkLst>
            <pc:docMk/>
            <pc:sldMk cId="598672391" sldId="275"/>
            <ac:spMk id="2" creationId="{B25AE3C0-C237-5A91-509E-EC5D9FD38100}"/>
          </ac:spMkLst>
        </pc:spChg>
        <pc:spChg chg="del mod">
          <ac:chgData name="Fehmida Usmani" userId="1f7d48bb-60b3-4b90-bf30-0f63161838be" providerId="ADAL" clId="{EBD89ECC-9540-4128-9367-E71CBFFDF253}" dt="2024-08-28T01:17:33" v="310" actId="478"/>
          <ac:spMkLst>
            <pc:docMk/>
            <pc:sldMk cId="598672391" sldId="275"/>
            <ac:spMk id="3" creationId="{CF5D557A-EC25-DB56-BC3C-F4F407552081}"/>
          </ac:spMkLst>
        </pc:spChg>
        <pc:spChg chg="add del mod">
          <ac:chgData name="Fehmida Usmani" userId="1f7d48bb-60b3-4b90-bf30-0f63161838be" providerId="ADAL" clId="{EBD89ECC-9540-4128-9367-E71CBFFDF253}" dt="2024-08-28T01:17:36.162" v="311" actId="478"/>
          <ac:spMkLst>
            <pc:docMk/>
            <pc:sldMk cId="598672391" sldId="275"/>
            <ac:spMk id="5" creationId="{FF635B63-FD78-BA1D-9D68-2F72D0AE2839}"/>
          </ac:spMkLst>
        </pc:spChg>
        <pc:spChg chg="add mod">
          <ac:chgData name="Fehmida Usmani" userId="1f7d48bb-60b3-4b90-bf30-0f63161838be" providerId="ADAL" clId="{EBD89ECC-9540-4128-9367-E71CBFFDF253}" dt="2024-08-28T01:17:37.395" v="312"/>
          <ac:spMkLst>
            <pc:docMk/>
            <pc:sldMk cId="598672391" sldId="275"/>
            <ac:spMk id="6" creationId="{050520FE-D615-568E-B5EC-0289FF9A87A9}"/>
          </ac:spMkLst>
        </pc:spChg>
        <pc:spChg chg="add mod">
          <ac:chgData name="Fehmida Usmani" userId="1f7d48bb-60b3-4b90-bf30-0f63161838be" providerId="ADAL" clId="{EBD89ECC-9540-4128-9367-E71CBFFDF253}" dt="2024-08-28T01:17:37.395" v="312"/>
          <ac:spMkLst>
            <pc:docMk/>
            <pc:sldMk cId="598672391" sldId="275"/>
            <ac:spMk id="7" creationId="{2B6572AE-8E51-B88F-CCC9-231EFE17390E}"/>
          </ac:spMkLst>
        </pc:spChg>
        <pc:picChg chg="add mod">
          <ac:chgData name="Fehmida Usmani" userId="1f7d48bb-60b3-4b90-bf30-0f63161838be" providerId="ADAL" clId="{EBD89ECC-9540-4128-9367-E71CBFFDF253}" dt="2024-08-28T01:17:37.395" v="312"/>
          <ac:picMkLst>
            <pc:docMk/>
            <pc:sldMk cId="598672391" sldId="275"/>
            <ac:picMk id="8" creationId="{53A016E1-D646-EA62-F706-59ED73783944}"/>
          </ac:picMkLst>
        </pc:picChg>
        <pc:picChg chg="add mod">
          <ac:chgData name="Fehmida Usmani" userId="1f7d48bb-60b3-4b90-bf30-0f63161838be" providerId="ADAL" clId="{EBD89ECC-9540-4128-9367-E71CBFFDF253}" dt="2024-08-28T01:17:37.395" v="312"/>
          <ac:picMkLst>
            <pc:docMk/>
            <pc:sldMk cId="598672391" sldId="275"/>
            <ac:picMk id="9" creationId="{12E2FABE-C999-3915-9E3A-A8598E5DCC49}"/>
          </ac:picMkLst>
        </pc:picChg>
        <pc:picChg chg="add mod">
          <ac:chgData name="Fehmida Usmani" userId="1f7d48bb-60b3-4b90-bf30-0f63161838be" providerId="ADAL" clId="{EBD89ECC-9540-4128-9367-E71CBFFDF253}" dt="2024-08-28T01:17:37.395" v="312"/>
          <ac:picMkLst>
            <pc:docMk/>
            <pc:sldMk cId="598672391" sldId="275"/>
            <ac:picMk id="10" creationId="{4402082D-CBC3-8B73-2B59-12808958FDB0}"/>
          </ac:picMkLst>
        </pc:picChg>
      </pc:sldChg>
      <pc:sldChg chg="addSp delSp modSp new mod">
        <pc:chgData name="Fehmida Usmani" userId="1f7d48bb-60b3-4b90-bf30-0f63161838be" providerId="ADAL" clId="{EBD89ECC-9540-4128-9367-E71CBFFDF253}" dt="2024-08-28T01:18:19.278" v="317"/>
        <pc:sldMkLst>
          <pc:docMk/>
          <pc:sldMk cId="3619037592" sldId="276"/>
        </pc:sldMkLst>
        <pc:spChg chg="mod">
          <ac:chgData name="Fehmida Usmani" userId="1f7d48bb-60b3-4b90-bf30-0f63161838be" providerId="ADAL" clId="{EBD89ECC-9540-4128-9367-E71CBFFDF253}" dt="2024-08-28T01:18:19.278" v="317"/>
          <ac:spMkLst>
            <pc:docMk/>
            <pc:sldMk cId="3619037592" sldId="276"/>
            <ac:spMk id="2" creationId="{F8D8B93D-F06C-963A-F38A-F6A22FADA948}"/>
          </ac:spMkLst>
        </pc:spChg>
        <pc:spChg chg="del">
          <ac:chgData name="Fehmida Usmani" userId="1f7d48bb-60b3-4b90-bf30-0f63161838be" providerId="ADAL" clId="{EBD89ECC-9540-4128-9367-E71CBFFDF253}" dt="2024-08-28T01:18:09.541" v="316" actId="478"/>
          <ac:spMkLst>
            <pc:docMk/>
            <pc:sldMk cId="3619037592" sldId="276"/>
            <ac:spMk id="3" creationId="{F882850B-0AF0-E54E-29E7-FA4E3B57160B}"/>
          </ac:spMkLst>
        </pc:spChg>
        <pc:spChg chg="add mod">
          <ac:chgData name="Fehmida Usmani" userId="1f7d48bb-60b3-4b90-bf30-0f63161838be" providerId="ADAL" clId="{EBD89ECC-9540-4128-9367-E71CBFFDF253}" dt="2024-08-28T01:18:05.698" v="315"/>
          <ac:spMkLst>
            <pc:docMk/>
            <pc:sldMk cId="3619037592" sldId="276"/>
            <ac:spMk id="4" creationId="{1EA24C72-63FC-4846-E70D-6B6DB2B0E5C1}"/>
          </ac:spMkLst>
        </pc:spChg>
        <pc:picChg chg="add mod">
          <ac:chgData name="Fehmida Usmani" userId="1f7d48bb-60b3-4b90-bf30-0f63161838be" providerId="ADAL" clId="{EBD89ECC-9540-4128-9367-E71CBFFDF253}" dt="2024-08-28T01:18:05.698" v="315"/>
          <ac:picMkLst>
            <pc:docMk/>
            <pc:sldMk cId="3619037592" sldId="276"/>
            <ac:picMk id="5" creationId="{9B88FF6E-AAA7-A01B-94FC-C87A6D5301C2}"/>
          </ac:picMkLst>
        </pc:picChg>
      </pc:sldChg>
      <pc:sldChg chg="addSp delSp modSp new mod">
        <pc:chgData name="Fehmida Usmani" userId="1f7d48bb-60b3-4b90-bf30-0f63161838be" providerId="ADAL" clId="{EBD89ECC-9540-4128-9367-E71CBFFDF253}" dt="2024-08-28T01:28:30.466" v="370"/>
        <pc:sldMkLst>
          <pc:docMk/>
          <pc:sldMk cId="13041576" sldId="277"/>
        </pc:sldMkLst>
        <pc:spChg chg="mod">
          <ac:chgData name="Fehmida Usmani" userId="1f7d48bb-60b3-4b90-bf30-0f63161838be" providerId="ADAL" clId="{EBD89ECC-9540-4128-9367-E71CBFFDF253}" dt="2024-08-28T01:28:01.250" v="367" actId="20577"/>
          <ac:spMkLst>
            <pc:docMk/>
            <pc:sldMk cId="13041576" sldId="277"/>
            <ac:spMk id="2" creationId="{A0E17C41-BAEE-8C74-4CB1-F7EEE5FA8422}"/>
          </ac:spMkLst>
        </pc:spChg>
        <pc:spChg chg="del mod">
          <ac:chgData name="Fehmida Usmani" userId="1f7d48bb-60b3-4b90-bf30-0f63161838be" providerId="ADAL" clId="{EBD89ECC-9540-4128-9367-E71CBFFDF253}" dt="2024-08-28T01:28:18.712" v="369"/>
          <ac:spMkLst>
            <pc:docMk/>
            <pc:sldMk cId="13041576" sldId="277"/>
            <ac:spMk id="3" creationId="{882B04AA-F127-B49E-37FA-3E7FAAF36928}"/>
          </ac:spMkLst>
        </pc:spChg>
        <pc:spChg chg="add mod">
          <ac:chgData name="Fehmida Usmani" userId="1f7d48bb-60b3-4b90-bf30-0f63161838be" providerId="ADAL" clId="{EBD89ECC-9540-4128-9367-E71CBFFDF253}" dt="2024-08-28T01:28:18.712" v="369"/>
          <ac:spMkLst>
            <pc:docMk/>
            <pc:sldMk cId="13041576" sldId="277"/>
            <ac:spMk id="4" creationId="{FF577DE5-4330-2498-ECCE-DB0B1802F371}"/>
          </ac:spMkLst>
        </pc:spChg>
        <pc:spChg chg="add mod">
          <ac:chgData name="Fehmida Usmani" userId="1f7d48bb-60b3-4b90-bf30-0f63161838be" providerId="ADAL" clId="{EBD89ECC-9540-4128-9367-E71CBFFDF253}" dt="2024-08-28T01:28:30.466" v="370"/>
          <ac:spMkLst>
            <pc:docMk/>
            <pc:sldMk cId="13041576" sldId="277"/>
            <ac:spMk id="5" creationId="{E3768FE8-8F9E-7BB3-5E97-7BEAD66A24EA}"/>
          </ac:spMkLst>
        </pc:spChg>
        <pc:picChg chg="add mod">
          <ac:chgData name="Fehmida Usmani" userId="1f7d48bb-60b3-4b90-bf30-0f63161838be" providerId="ADAL" clId="{EBD89ECC-9540-4128-9367-E71CBFFDF253}" dt="2024-08-28T01:28:30.466" v="370"/>
          <ac:picMkLst>
            <pc:docMk/>
            <pc:sldMk cId="13041576" sldId="277"/>
            <ac:picMk id="6" creationId="{4FC2AB97-C4B4-7EE6-E548-014ED303C3D9}"/>
          </ac:picMkLst>
        </pc:picChg>
      </pc:sldChg>
      <pc:sldChg chg="addSp delSp modSp new mod">
        <pc:chgData name="Fehmida Usmani" userId="1f7d48bb-60b3-4b90-bf30-0f63161838be" providerId="ADAL" clId="{EBD89ECC-9540-4128-9367-E71CBFFDF253}" dt="2024-08-28T01:30:38.281" v="373"/>
        <pc:sldMkLst>
          <pc:docMk/>
          <pc:sldMk cId="1448776145" sldId="278"/>
        </pc:sldMkLst>
        <pc:spChg chg="mod">
          <ac:chgData name="Fehmida Usmani" userId="1f7d48bb-60b3-4b90-bf30-0f63161838be" providerId="ADAL" clId="{EBD89ECC-9540-4128-9367-E71CBFFDF253}" dt="2024-08-28T01:30:38.281" v="373"/>
          <ac:spMkLst>
            <pc:docMk/>
            <pc:sldMk cId="1448776145" sldId="278"/>
            <ac:spMk id="2" creationId="{1C454A33-F2EB-21BC-AA9C-AA51B4DB9A93}"/>
          </ac:spMkLst>
        </pc:spChg>
        <pc:spChg chg="del">
          <ac:chgData name="Fehmida Usmani" userId="1f7d48bb-60b3-4b90-bf30-0f63161838be" providerId="ADAL" clId="{EBD89ECC-9540-4128-9367-E71CBFFDF253}" dt="2024-08-28T01:30:25.449" v="372"/>
          <ac:spMkLst>
            <pc:docMk/>
            <pc:sldMk cId="1448776145" sldId="278"/>
            <ac:spMk id="3" creationId="{DDCB764E-0591-C3F6-57DF-BCD247E7E4EA}"/>
          </ac:spMkLst>
        </pc:spChg>
        <pc:spChg chg="add mod">
          <ac:chgData name="Fehmida Usmani" userId="1f7d48bb-60b3-4b90-bf30-0f63161838be" providerId="ADAL" clId="{EBD89ECC-9540-4128-9367-E71CBFFDF253}" dt="2024-08-28T01:30:25.449" v="372"/>
          <ac:spMkLst>
            <pc:docMk/>
            <pc:sldMk cId="1448776145" sldId="278"/>
            <ac:spMk id="4" creationId="{EF5B802A-736F-4116-BC99-62910940DB96}"/>
          </ac:spMkLst>
        </pc:spChg>
      </pc:sldChg>
      <pc:sldChg chg="addSp delSp modSp new mod">
        <pc:chgData name="Fehmida Usmani" userId="1f7d48bb-60b3-4b90-bf30-0f63161838be" providerId="ADAL" clId="{EBD89ECC-9540-4128-9367-E71CBFFDF253}" dt="2024-08-28T01:37:32.773" v="395" actId="478"/>
        <pc:sldMkLst>
          <pc:docMk/>
          <pc:sldMk cId="833700669" sldId="279"/>
        </pc:sldMkLst>
        <pc:spChg chg="mod">
          <ac:chgData name="Fehmida Usmani" userId="1f7d48bb-60b3-4b90-bf30-0f63161838be" providerId="ADAL" clId="{EBD89ECC-9540-4128-9367-E71CBFFDF253}" dt="2024-08-28T01:35:55.143" v="391" actId="20577"/>
          <ac:spMkLst>
            <pc:docMk/>
            <pc:sldMk cId="833700669" sldId="279"/>
            <ac:spMk id="2" creationId="{0DC4AC28-3A69-9869-AE56-0EE8ED3C34AA}"/>
          </ac:spMkLst>
        </pc:spChg>
        <pc:spChg chg="add del">
          <ac:chgData name="Fehmida Usmani" userId="1f7d48bb-60b3-4b90-bf30-0f63161838be" providerId="ADAL" clId="{EBD89ECC-9540-4128-9367-E71CBFFDF253}" dt="2024-08-28T01:37:32.773" v="395" actId="478"/>
          <ac:spMkLst>
            <pc:docMk/>
            <pc:sldMk cId="833700669" sldId="279"/>
            <ac:spMk id="3" creationId="{EAF2125C-B024-D69D-28FD-5F2BA42EE2D3}"/>
          </ac:spMkLst>
        </pc:spChg>
        <pc:spChg chg="add del mod">
          <ac:chgData name="Fehmida Usmani" userId="1f7d48bb-60b3-4b90-bf30-0f63161838be" providerId="ADAL" clId="{EBD89ECC-9540-4128-9367-E71CBFFDF253}" dt="2024-08-28T01:37:26.228" v="394" actId="478"/>
          <ac:spMkLst>
            <pc:docMk/>
            <pc:sldMk cId="833700669" sldId="279"/>
            <ac:spMk id="4" creationId="{91BCBF3B-7D07-9862-9CEB-D90C10F37313}"/>
          </ac:spMkLst>
        </pc:spChg>
        <pc:picChg chg="add del mod">
          <ac:chgData name="Fehmida Usmani" userId="1f7d48bb-60b3-4b90-bf30-0f63161838be" providerId="ADAL" clId="{EBD89ECC-9540-4128-9367-E71CBFFDF253}" dt="2024-08-28T01:37:26.228" v="394" actId="478"/>
          <ac:picMkLst>
            <pc:docMk/>
            <pc:sldMk cId="833700669" sldId="279"/>
            <ac:picMk id="5" creationId="{5573CEDC-F38A-4661-36B5-4E437ACA2DBA}"/>
          </ac:picMkLst>
        </pc:picChg>
      </pc:sldChg>
      <pc:sldChg chg="addSp delSp modSp new mod">
        <pc:chgData name="Fehmida Usmani" userId="1f7d48bb-60b3-4b90-bf30-0f63161838be" providerId="ADAL" clId="{EBD89ECC-9540-4128-9367-E71CBFFDF253}" dt="2024-08-28T01:39:48.379" v="415" actId="478"/>
        <pc:sldMkLst>
          <pc:docMk/>
          <pc:sldMk cId="1170168342" sldId="280"/>
        </pc:sldMkLst>
        <pc:spChg chg="mod">
          <ac:chgData name="Fehmida Usmani" userId="1f7d48bb-60b3-4b90-bf30-0f63161838be" providerId="ADAL" clId="{EBD89ECC-9540-4128-9367-E71CBFFDF253}" dt="2024-08-28T01:37:47.933" v="413" actId="20577"/>
          <ac:spMkLst>
            <pc:docMk/>
            <pc:sldMk cId="1170168342" sldId="280"/>
            <ac:spMk id="2" creationId="{5764A79B-2A80-8BFB-AF8F-FB89159AAA8F}"/>
          </ac:spMkLst>
        </pc:spChg>
        <pc:spChg chg="del">
          <ac:chgData name="Fehmida Usmani" userId="1f7d48bb-60b3-4b90-bf30-0f63161838be" providerId="ADAL" clId="{EBD89ECC-9540-4128-9367-E71CBFFDF253}" dt="2024-08-28T01:39:48.379" v="415" actId="478"/>
          <ac:spMkLst>
            <pc:docMk/>
            <pc:sldMk cId="1170168342" sldId="280"/>
            <ac:spMk id="3" creationId="{A1FFA26E-F8EA-C859-A7F7-F26B5B7DE907}"/>
          </ac:spMkLst>
        </pc:spChg>
        <pc:spChg chg="add mod">
          <ac:chgData name="Fehmida Usmani" userId="1f7d48bb-60b3-4b90-bf30-0f63161838be" providerId="ADAL" clId="{EBD89ECC-9540-4128-9367-E71CBFFDF253}" dt="2024-08-28T01:39:45.343" v="414"/>
          <ac:spMkLst>
            <pc:docMk/>
            <pc:sldMk cId="1170168342" sldId="280"/>
            <ac:spMk id="4" creationId="{2829E186-9FCC-4741-A138-ABFC90733DB6}"/>
          </ac:spMkLst>
        </pc:spChg>
        <pc:spChg chg="add mod">
          <ac:chgData name="Fehmida Usmani" userId="1f7d48bb-60b3-4b90-bf30-0f63161838be" providerId="ADAL" clId="{EBD89ECC-9540-4128-9367-E71CBFFDF253}" dt="2024-08-28T01:39:45.343" v="414"/>
          <ac:spMkLst>
            <pc:docMk/>
            <pc:sldMk cId="1170168342" sldId="280"/>
            <ac:spMk id="5" creationId="{57900E4A-E5C2-F7D6-37E0-29FA22193733}"/>
          </ac:spMkLst>
        </pc:spChg>
        <pc:picChg chg="add mod">
          <ac:chgData name="Fehmida Usmani" userId="1f7d48bb-60b3-4b90-bf30-0f63161838be" providerId="ADAL" clId="{EBD89ECC-9540-4128-9367-E71CBFFDF253}" dt="2024-08-28T01:39:45.343" v="414"/>
          <ac:picMkLst>
            <pc:docMk/>
            <pc:sldMk cId="1170168342" sldId="280"/>
            <ac:picMk id="6" creationId="{894F4508-74C9-AABB-EA0E-8D6992E22579}"/>
          </ac:picMkLst>
        </pc:picChg>
      </pc:sldChg>
      <pc:sldChg chg="addSp delSp modSp new mod">
        <pc:chgData name="Fehmida Usmani" userId="1f7d48bb-60b3-4b90-bf30-0f63161838be" providerId="ADAL" clId="{EBD89ECC-9540-4128-9367-E71CBFFDF253}" dt="2024-08-28T01:40:32.111" v="435" actId="478"/>
        <pc:sldMkLst>
          <pc:docMk/>
          <pc:sldMk cId="3862228350" sldId="281"/>
        </pc:sldMkLst>
        <pc:spChg chg="mod">
          <ac:chgData name="Fehmida Usmani" userId="1f7d48bb-60b3-4b90-bf30-0f63161838be" providerId="ADAL" clId="{EBD89ECC-9540-4128-9367-E71CBFFDF253}" dt="2024-08-28T01:40:08.149" v="433" actId="20577"/>
          <ac:spMkLst>
            <pc:docMk/>
            <pc:sldMk cId="3862228350" sldId="281"/>
            <ac:spMk id="2" creationId="{F44AB279-7B7C-92A7-0972-938FAF38CA4E}"/>
          </ac:spMkLst>
        </pc:spChg>
        <pc:spChg chg="del">
          <ac:chgData name="Fehmida Usmani" userId="1f7d48bb-60b3-4b90-bf30-0f63161838be" providerId="ADAL" clId="{EBD89ECC-9540-4128-9367-E71CBFFDF253}" dt="2024-08-28T01:40:32.111" v="435" actId="478"/>
          <ac:spMkLst>
            <pc:docMk/>
            <pc:sldMk cId="3862228350" sldId="281"/>
            <ac:spMk id="3" creationId="{AE935D1E-6133-B09A-9356-7A837B6B1A3E}"/>
          </ac:spMkLst>
        </pc:spChg>
        <pc:picChg chg="add mod">
          <ac:chgData name="Fehmida Usmani" userId="1f7d48bb-60b3-4b90-bf30-0f63161838be" providerId="ADAL" clId="{EBD89ECC-9540-4128-9367-E71CBFFDF253}" dt="2024-08-28T01:40:27.447" v="434"/>
          <ac:picMkLst>
            <pc:docMk/>
            <pc:sldMk cId="3862228350" sldId="281"/>
            <ac:picMk id="4" creationId="{31686B23-87F1-72F8-0E24-54848CD230DC}"/>
          </ac:picMkLst>
        </pc:picChg>
        <pc:picChg chg="add mod">
          <ac:chgData name="Fehmida Usmani" userId="1f7d48bb-60b3-4b90-bf30-0f63161838be" providerId="ADAL" clId="{EBD89ECC-9540-4128-9367-E71CBFFDF253}" dt="2024-08-28T01:40:27.447" v="434"/>
          <ac:picMkLst>
            <pc:docMk/>
            <pc:sldMk cId="3862228350" sldId="281"/>
            <ac:picMk id="5" creationId="{9B2922C4-18E6-842B-6D38-B7873B0E5506}"/>
          </ac:picMkLst>
        </pc:picChg>
        <pc:picChg chg="add mod">
          <ac:chgData name="Fehmida Usmani" userId="1f7d48bb-60b3-4b90-bf30-0f63161838be" providerId="ADAL" clId="{EBD89ECC-9540-4128-9367-E71CBFFDF253}" dt="2024-08-28T01:40:27.447" v="434"/>
          <ac:picMkLst>
            <pc:docMk/>
            <pc:sldMk cId="3862228350" sldId="281"/>
            <ac:picMk id="6" creationId="{67993A22-6BB1-63C9-3166-AF9BDA7EA872}"/>
          </ac:picMkLst>
        </pc:picChg>
        <pc:picChg chg="add mod">
          <ac:chgData name="Fehmida Usmani" userId="1f7d48bb-60b3-4b90-bf30-0f63161838be" providerId="ADAL" clId="{EBD89ECC-9540-4128-9367-E71CBFFDF253}" dt="2024-08-28T01:40:27.447" v="434"/>
          <ac:picMkLst>
            <pc:docMk/>
            <pc:sldMk cId="3862228350" sldId="281"/>
            <ac:picMk id="7" creationId="{4D43067B-763A-36D7-9E63-5BA326348F7F}"/>
          </ac:picMkLst>
        </pc:picChg>
      </pc:sldChg>
      <pc:sldChg chg="addSp delSp modSp new mod">
        <pc:chgData name="Fehmida Usmani" userId="1f7d48bb-60b3-4b90-bf30-0f63161838be" providerId="ADAL" clId="{EBD89ECC-9540-4128-9367-E71CBFFDF253}" dt="2024-08-28T01:55:29.168" v="456" actId="1076"/>
        <pc:sldMkLst>
          <pc:docMk/>
          <pc:sldMk cId="1107082994" sldId="282"/>
        </pc:sldMkLst>
        <pc:spChg chg="mod">
          <ac:chgData name="Fehmida Usmani" userId="1f7d48bb-60b3-4b90-bf30-0f63161838be" providerId="ADAL" clId="{EBD89ECC-9540-4128-9367-E71CBFFDF253}" dt="2024-08-28T01:54:40.411" v="453" actId="20577"/>
          <ac:spMkLst>
            <pc:docMk/>
            <pc:sldMk cId="1107082994" sldId="282"/>
            <ac:spMk id="2" creationId="{FEF3A706-B010-0B2E-E945-23014E158843}"/>
          </ac:spMkLst>
        </pc:spChg>
        <pc:spChg chg="del">
          <ac:chgData name="Fehmida Usmani" userId="1f7d48bb-60b3-4b90-bf30-0f63161838be" providerId="ADAL" clId="{EBD89ECC-9540-4128-9367-E71CBFFDF253}" dt="2024-08-28T01:55:16.098" v="454"/>
          <ac:spMkLst>
            <pc:docMk/>
            <pc:sldMk cId="1107082994" sldId="282"/>
            <ac:spMk id="3" creationId="{57E46E2D-28DE-3360-9C6B-AB8D5F408D98}"/>
          </ac:spMkLst>
        </pc:spChg>
        <pc:spChg chg="add mod">
          <ac:chgData name="Fehmida Usmani" userId="1f7d48bb-60b3-4b90-bf30-0f63161838be" providerId="ADAL" clId="{EBD89ECC-9540-4128-9367-E71CBFFDF253}" dt="2024-08-28T01:55:16.098" v="454"/>
          <ac:spMkLst>
            <pc:docMk/>
            <pc:sldMk cId="1107082994" sldId="282"/>
            <ac:spMk id="4" creationId="{79DA9C8C-4744-9761-3B20-A47451907D62}"/>
          </ac:spMkLst>
        </pc:spChg>
        <pc:picChg chg="add mod">
          <ac:chgData name="Fehmida Usmani" userId="1f7d48bb-60b3-4b90-bf30-0f63161838be" providerId="ADAL" clId="{EBD89ECC-9540-4128-9367-E71CBFFDF253}" dt="2024-08-28T01:55:29.168" v="456" actId="1076"/>
          <ac:picMkLst>
            <pc:docMk/>
            <pc:sldMk cId="1107082994" sldId="282"/>
            <ac:picMk id="5" creationId="{2B22F30B-15CA-1747-C9B2-7B17A2E846E9}"/>
          </ac:picMkLst>
        </pc:picChg>
      </pc:sldChg>
      <pc:sldChg chg="addSp delSp modSp new mod">
        <pc:chgData name="Fehmida Usmani" userId="1f7d48bb-60b3-4b90-bf30-0f63161838be" providerId="ADAL" clId="{EBD89ECC-9540-4128-9367-E71CBFFDF253}" dt="2024-08-28T01:56:54.200" v="475" actId="478"/>
        <pc:sldMkLst>
          <pc:docMk/>
          <pc:sldMk cId="246759985" sldId="283"/>
        </pc:sldMkLst>
        <pc:spChg chg="mod">
          <ac:chgData name="Fehmida Usmani" userId="1f7d48bb-60b3-4b90-bf30-0f63161838be" providerId="ADAL" clId="{EBD89ECC-9540-4128-9367-E71CBFFDF253}" dt="2024-08-28T01:55:40.777" v="473" actId="20577"/>
          <ac:spMkLst>
            <pc:docMk/>
            <pc:sldMk cId="246759985" sldId="283"/>
            <ac:spMk id="2" creationId="{40F3743F-4952-A703-B161-C9F40EF048C6}"/>
          </ac:spMkLst>
        </pc:spChg>
        <pc:spChg chg="del">
          <ac:chgData name="Fehmida Usmani" userId="1f7d48bb-60b3-4b90-bf30-0f63161838be" providerId="ADAL" clId="{EBD89ECC-9540-4128-9367-E71CBFFDF253}" dt="2024-08-28T01:56:54.200" v="475" actId="478"/>
          <ac:spMkLst>
            <pc:docMk/>
            <pc:sldMk cId="246759985" sldId="283"/>
            <ac:spMk id="3" creationId="{9A228810-F298-2C50-A6DB-C13BDC5E76E7}"/>
          </ac:spMkLst>
        </pc:spChg>
        <pc:spChg chg="add mod">
          <ac:chgData name="Fehmida Usmani" userId="1f7d48bb-60b3-4b90-bf30-0f63161838be" providerId="ADAL" clId="{EBD89ECC-9540-4128-9367-E71CBFFDF253}" dt="2024-08-28T01:56:49.815" v="474"/>
          <ac:spMkLst>
            <pc:docMk/>
            <pc:sldMk cId="246759985" sldId="283"/>
            <ac:spMk id="4" creationId="{5D16F229-BD73-D82B-7D14-6E67F53D64BF}"/>
          </ac:spMkLst>
        </pc:spChg>
        <pc:picChg chg="add mod">
          <ac:chgData name="Fehmida Usmani" userId="1f7d48bb-60b3-4b90-bf30-0f63161838be" providerId="ADAL" clId="{EBD89ECC-9540-4128-9367-E71CBFFDF253}" dt="2024-08-28T01:56:49.815" v="474"/>
          <ac:picMkLst>
            <pc:docMk/>
            <pc:sldMk cId="246759985" sldId="283"/>
            <ac:picMk id="5" creationId="{F2A382EB-C50D-D74C-E611-B94DD5F2CC17}"/>
          </ac:picMkLst>
        </pc:picChg>
      </pc:sldChg>
      <pc:sldChg chg="addSp delSp modSp new mod modAnim">
        <pc:chgData name="Fehmida Usmani" userId="1f7d48bb-60b3-4b90-bf30-0f63161838be" providerId="ADAL" clId="{EBD89ECC-9540-4128-9367-E71CBFFDF253}" dt="2024-08-28T02:03:17.849" v="504" actId="20577"/>
        <pc:sldMkLst>
          <pc:docMk/>
          <pc:sldMk cId="3582522521" sldId="284"/>
        </pc:sldMkLst>
        <pc:spChg chg="mod">
          <ac:chgData name="Fehmida Usmani" userId="1f7d48bb-60b3-4b90-bf30-0f63161838be" providerId="ADAL" clId="{EBD89ECC-9540-4128-9367-E71CBFFDF253}" dt="2024-08-28T02:03:17.849" v="504" actId="20577"/>
          <ac:spMkLst>
            <pc:docMk/>
            <pc:sldMk cId="3582522521" sldId="284"/>
            <ac:spMk id="2" creationId="{B9FD7A98-2D05-42F8-4DF6-73586CBBD9D6}"/>
          </ac:spMkLst>
        </pc:spChg>
        <pc:spChg chg="del">
          <ac:chgData name="Fehmida Usmani" userId="1f7d48bb-60b3-4b90-bf30-0f63161838be" providerId="ADAL" clId="{EBD89ECC-9540-4128-9367-E71CBFFDF253}" dt="2024-08-28T02:01:39.390" v="479" actId="478"/>
          <ac:spMkLst>
            <pc:docMk/>
            <pc:sldMk cId="3582522521" sldId="284"/>
            <ac:spMk id="3" creationId="{4E66053C-1B75-46F9-7617-5C62B773281E}"/>
          </ac:spMkLst>
        </pc:spChg>
        <pc:spChg chg="add mod">
          <ac:chgData name="Fehmida Usmani" userId="1f7d48bb-60b3-4b90-bf30-0f63161838be" providerId="ADAL" clId="{EBD89ECC-9540-4128-9367-E71CBFFDF253}" dt="2024-08-28T02:01:44.488" v="480" actId="1076"/>
          <ac:spMkLst>
            <pc:docMk/>
            <pc:sldMk cId="3582522521" sldId="284"/>
            <ac:spMk id="4" creationId="{90180EEF-DB7B-9459-5C7D-D820C2F57157}"/>
          </ac:spMkLst>
        </pc:spChg>
        <pc:spChg chg="mod">
          <ac:chgData name="Fehmida Usmani" userId="1f7d48bb-60b3-4b90-bf30-0f63161838be" providerId="ADAL" clId="{EBD89ECC-9540-4128-9367-E71CBFFDF253}" dt="2024-08-28T02:01:59.147" v="482" actId="1076"/>
          <ac:spMkLst>
            <pc:docMk/>
            <pc:sldMk cId="3582522521" sldId="284"/>
            <ac:spMk id="7" creationId="{4DAF3C70-0FDF-26DE-48DF-5FBA7DDD8228}"/>
          </ac:spMkLst>
        </pc:spChg>
        <pc:spChg chg="mod">
          <ac:chgData name="Fehmida Usmani" userId="1f7d48bb-60b3-4b90-bf30-0f63161838be" providerId="ADAL" clId="{EBD89ECC-9540-4128-9367-E71CBFFDF253}" dt="2024-08-28T02:01:59.147" v="482" actId="1076"/>
          <ac:spMkLst>
            <pc:docMk/>
            <pc:sldMk cId="3582522521" sldId="284"/>
            <ac:spMk id="8" creationId="{23D26F73-B23A-8006-64B9-080FF2D80D43}"/>
          </ac:spMkLst>
        </pc:spChg>
        <pc:spChg chg="mod">
          <ac:chgData name="Fehmida Usmani" userId="1f7d48bb-60b3-4b90-bf30-0f63161838be" providerId="ADAL" clId="{EBD89ECC-9540-4128-9367-E71CBFFDF253}" dt="2024-08-28T02:01:59.147" v="482" actId="1076"/>
          <ac:spMkLst>
            <pc:docMk/>
            <pc:sldMk cId="3582522521" sldId="284"/>
            <ac:spMk id="9" creationId="{FFBD69EB-5F54-6B58-3EA0-B0EBA7F368A9}"/>
          </ac:spMkLst>
        </pc:spChg>
        <pc:spChg chg="mod">
          <ac:chgData name="Fehmida Usmani" userId="1f7d48bb-60b3-4b90-bf30-0f63161838be" providerId="ADAL" clId="{EBD89ECC-9540-4128-9367-E71CBFFDF253}" dt="2024-08-28T02:01:59.147" v="482" actId="1076"/>
          <ac:spMkLst>
            <pc:docMk/>
            <pc:sldMk cId="3582522521" sldId="284"/>
            <ac:spMk id="10" creationId="{15F5A9FC-AC47-F5C6-E2C0-08C9230F3309}"/>
          </ac:spMkLst>
        </pc:spChg>
        <pc:spChg chg="mod">
          <ac:chgData name="Fehmida Usmani" userId="1f7d48bb-60b3-4b90-bf30-0f63161838be" providerId="ADAL" clId="{EBD89ECC-9540-4128-9367-E71CBFFDF253}" dt="2024-08-28T02:01:59.147" v="482" actId="1076"/>
          <ac:spMkLst>
            <pc:docMk/>
            <pc:sldMk cId="3582522521" sldId="284"/>
            <ac:spMk id="11" creationId="{4D8D061E-E07E-1AA9-30CB-C634CB67C6A4}"/>
          </ac:spMkLst>
        </pc:spChg>
        <pc:spChg chg="mod">
          <ac:chgData name="Fehmida Usmani" userId="1f7d48bb-60b3-4b90-bf30-0f63161838be" providerId="ADAL" clId="{EBD89ECC-9540-4128-9367-E71CBFFDF253}" dt="2024-08-28T02:01:59.147" v="482" actId="1076"/>
          <ac:spMkLst>
            <pc:docMk/>
            <pc:sldMk cId="3582522521" sldId="284"/>
            <ac:spMk id="13" creationId="{230A7FD6-D8BC-CF75-8789-3EA4D652F6A4}"/>
          </ac:spMkLst>
        </pc:spChg>
        <pc:spChg chg="mod">
          <ac:chgData name="Fehmida Usmani" userId="1f7d48bb-60b3-4b90-bf30-0f63161838be" providerId="ADAL" clId="{EBD89ECC-9540-4128-9367-E71CBFFDF253}" dt="2024-08-28T02:01:59.147" v="482" actId="1076"/>
          <ac:spMkLst>
            <pc:docMk/>
            <pc:sldMk cId="3582522521" sldId="284"/>
            <ac:spMk id="14" creationId="{E4789E2F-3ABB-78E1-71E1-CCC772230966}"/>
          </ac:spMkLst>
        </pc:spChg>
        <pc:spChg chg="mod">
          <ac:chgData name="Fehmida Usmani" userId="1f7d48bb-60b3-4b90-bf30-0f63161838be" providerId="ADAL" clId="{EBD89ECC-9540-4128-9367-E71CBFFDF253}" dt="2024-08-28T02:01:59.147" v="482" actId="1076"/>
          <ac:spMkLst>
            <pc:docMk/>
            <pc:sldMk cId="3582522521" sldId="284"/>
            <ac:spMk id="15" creationId="{0D3A0F54-489B-72BD-A864-A8A74CEB98CD}"/>
          </ac:spMkLst>
        </pc:spChg>
        <pc:spChg chg="mod">
          <ac:chgData name="Fehmida Usmani" userId="1f7d48bb-60b3-4b90-bf30-0f63161838be" providerId="ADAL" clId="{EBD89ECC-9540-4128-9367-E71CBFFDF253}" dt="2024-08-28T02:01:59.147" v="482" actId="1076"/>
          <ac:spMkLst>
            <pc:docMk/>
            <pc:sldMk cId="3582522521" sldId="284"/>
            <ac:spMk id="16" creationId="{95D8A5C1-D446-8BE9-BFF9-DD033B6E3296}"/>
          </ac:spMkLst>
        </pc:spChg>
        <pc:spChg chg="mod">
          <ac:chgData name="Fehmida Usmani" userId="1f7d48bb-60b3-4b90-bf30-0f63161838be" providerId="ADAL" clId="{EBD89ECC-9540-4128-9367-E71CBFFDF253}" dt="2024-08-28T02:01:59.147" v="482" actId="1076"/>
          <ac:spMkLst>
            <pc:docMk/>
            <pc:sldMk cId="3582522521" sldId="284"/>
            <ac:spMk id="17" creationId="{95A4435E-0D18-D46E-74AE-95A1E84DC638}"/>
          </ac:spMkLst>
        </pc:spChg>
        <pc:spChg chg="mod">
          <ac:chgData name="Fehmida Usmani" userId="1f7d48bb-60b3-4b90-bf30-0f63161838be" providerId="ADAL" clId="{EBD89ECC-9540-4128-9367-E71CBFFDF253}" dt="2024-08-28T02:01:59.147" v="482" actId="1076"/>
          <ac:spMkLst>
            <pc:docMk/>
            <pc:sldMk cId="3582522521" sldId="284"/>
            <ac:spMk id="18" creationId="{61077704-15CD-2901-E83E-41EA40037A06}"/>
          </ac:spMkLst>
        </pc:spChg>
        <pc:spChg chg="mod">
          <ac:chgData name="Fehmida Usmani" userId="1f7d48bb-60b3-4b90-bf30-0f63161838be" providerId="ADAL" clId="{EBD89ECC-9540-4128-9367-E71CBFFDF253}" dt="2024-08-28T02:01:59.147" v="482" actId="1076"/>
          <ac:spMkLst>
            <pc:docMk/>
            <pc:sldMk cId="3582522521" sldId="284"/>
            <ac:spMk id="19" creationId="{02BA8FA8-977B-B48F-BE26-045E7CC2A05E}"/>
          </ac:spMkLst>
        </pc:spChg>
        <pc:spChg chg="mod">
          <ac:chgData name="Fehmida Usmani" userId="1f7d48bb-60b3-4b90-bf30-0f63161838be" providerId="ADAL" clId="{EBD89ECC-9540-4128-9367-E71CBFFDF253}" dt="2024-08-28T02:01:59.147" v="482" actId="1076"/>
          <ac:spMkLst>
            <pc:docMk/>
            <pc:sldMk cId="3582522521" sldId="284"/>
            <ac:spMk id="21" creationId="{620C01D9-15B8-5D1F-4C79-04E74892B314}"/>
          </ac:spMkLst>
        </pc:spChg>
        <pc:spChg chg="mod">
          <ac:chgData name="Fehmida Usmani" userId="1f7d48bb-60b3-4b90-bf30-0f63161838be" providerId="ADAL" clId="{EBD89ECC-9540-4128-9367-E71CBFFDF253}" dt="2024-08-28T02:01:59.147" v="482" actId="1076"/>
          <ac:spMkLst>
            <pc:docMk/>
            <pc:sldMk cId="3582522521" sldId="284"/>
            <ac:spMk id="22" creationId="{706E56B2-1DF9-0853-09EE-1BBBACB82361}"/>
          </ac:spMkLst>
        </pc:spChg>
        <pc:spChg chg="mod">
          <ac:chgData name="Fehmida Usmani" userId="1f7d48bb-60b3-4b90-bf30-0f63161838be" providerId="ADAL" clId="{EBD89ECC-9540-4128-9367-E71CBFFDF253}" dt="2024-08-28T02:01:59.147" v="482" actId="1076"/>
          <ac:spMkLst>
            <pc:docMk/>
            <pc:sldMk cId="3582522521" sldId="284"/>
            <ac:spMk id="23" creationId="{17962201-2C57-37A3-1157-0B8DE949680F}"/>
          </ac:spMkLst>
        </pc:spChg>
        <pc:spChg chg="mod">
          <ac:chgData name="Fehmida Usmani" userId="1f7d48bb-60b3-4b90-bf30-0f63161838be" providerId="ADAL" clId="{EBD89ECC-9540-4128-9367-E71CBFFDF253}" dt="2024-08-28T02:01:59.147" v="482" actId="1076"/>
          <ac:spMkLst>
            <pc:docMk/>
            <pc:sldMk cId="3582522521" sldId="284"/>
            <ac:spMk id="24" creationId="{3C7BD69F-13F2-BCA7-75F8-C7C5E81AC001}"/>
          </ac:spMkLst>
        </pc:spChg>
        <pc:spChg chg="mod">
          <ac:chgData name="Fehmida Usmani" userId="1f7d48bb-60b3-4b90-bf30-0f63161838be" providerId="ADAL" clId="{EBD89ECC-9540-4128-9367-E71CBFFDF253}" dt="2024-08-28T02:01:59.147" v="482" actId="1076"/>
          <ac:spMkLst>
            <pc:docMk/>
            <pc:sldMk cId="3582522521" sldId="284"/>
            <ac:spMk id="25" creationId="{DF89A86F-AE98-762D-C2C8-51DA09FDA9EB}"/>
          </ac:spMkLst>
        </pc:spChg>
        <pc:spChg chg="mod">
          <ac:chgData name="Fehmida Usmani" userId="1f7d48bb-60b3-4b90-bf30-0f63161838be" providerId="ADAL" clId="{EBD89ECC-9540-4128-9367-E71CBFFDF253}" dt="2024-08-28T02:01:59.147" v="482" actId="1076"/>
          <ac:spMkLst>
            <pc:docMk/>
            <pc:sldMk cId="3582522521" sldId="284"/>
            <ac:spMk id="26" creationId="{D03C700B-D074-1B2D-595D-C2B9BDE69AA9}"/>
          </ac:spMkLst>
        </pc:spChg>
        <pc:spChg chg="mod">
          <ac:chgData name="Fehmida Usmani" userId="1f7d48bb-60b3-4b90-bf30-0f63161838be" providerId="ADAL" clId="{EBD89ECC-9540-4128-9367-E71CBFFDF253}" dt="2024-08-28T02:01:59.147" v="482" actId="1076"/>
          <ac:spMkLst>
            <pc:docMk/>
            <pc:sldMk cId="3582522521" sldId="284"/>
            <ac:spMk id="27" creationId="{3D257B8C-8D7D-9D90-845C-D8FB378E889C}"/>
          </ac:spMkLst>
        </pc:spChg>
        <pc:spChg chg="mod">
          <ac:chgData name="Fehmida Usmani" userId="1f7d48bb-60b3-4b90-bf30-0f63161838be" providerId="ADAL" clId="{EBD89ECC-9540-4128-9367-E71CBFFDF253}" dt="2024-08-28T02:01:59.147" v="482" actId="1076"/>
          <ac:spMkLst>
            <pc:docMk/>
            <pc:sldMk cId="3582522521" sldId="284"/>
            <ac:spMk id="28" creationId="{F2F8B8F5-999B-2B8E-7DB3-285E6A1F1239}"/>
          </ac:spMkLst>
        </pc:spChg>
        <pc:spChg chg="mod">
          <ac:chgData name="Fehmida Usmani" userId="1f7d48bb-60b3-4b90-bf30-0f63161838be" providerId="ADAL" clId="{EBD89ECC-9540-4128-9367-E71CBFFDF253}" dt="2024-08-28T02:01:59.147" v="482" actId="1076"/>
          <ac:spMkLst>
            <pc:docMk/>
            <pc:sldMk cId="3582522521" sldId="284"/>
            <ac:spMk id="29" creationId="{6AEB63CF-E93A-9273-6AEE-9CD354CA35D0}"/>
          </ac:spMkLst>
        </pc:spChg>
        <pc:spChg chg="mod">
          <ac:chgData name="Fehmida Usmani" userId="1f7d48bb-60b3-4b90-bf30-0f63161838be" providerId="ADAL" clId="{EBD89ECC-9540-4128-9367-E71CBFFDF253}" dt="2024-08-28T02:01:59.147" v="482" actId="1076"/>
          <ac:spMkLst>
            <pc:docMk/>
            <pc:sldMk cId="3582522521" sldId="284"/>
            <ac:spMk id="31" creationId="{CBF206EC-7EF5-DAA2-912F-874DD5C7A84D}"/>
          </ac:spMkLst>
        </pc:spChg>
        <pc:spChg chg="mod">
          <ac:chgData name="Fehmida Usmani" userId="1f7d48bb-60b3-4b90-bf30-0f63161838be" providerId="ADAL" clId="{EBD89ECC-9540-4128-9367-E71CBFFDF253}" dt="2024-08-28T02:01:59.147" v="482" actId="1076"/>
          <ac:spMkLst>
            <pc:docMk/>
            <pc:sldMk cId="3582522521" sldId="284"/>
            <ac:spMk id="32" creationId="{5A5332CA-465C-F0E8-1692-AEFB145EB939}"/>
          </ac:spMkLst>
        </pc:spChg>
        <pc:spChg chg="mod">
          <ac:chgData name="Fehmida Usmani" userId="1f7d48bb-60b3-4b90-bf30-0f63161838be" providerId="ADAL" clId="{EBD89ECC-9540-4128-9367-E71CBFFDF253}" dt="2024-08-28T02:01:59.147" v="482" actId="1076"/>
          <ac:spMkLst>
            <pc:docMk/>
            <pc:sldMk cId="3582522521" sldId="284"/>
            <ac:spMk id="33" creationId="{A8FBBD93-ACD5-2177-1DC8-5EE5381F17AD}"/>
          </ac:spMkLst>
        </pc:spChg>
        <pc:spChg chg="mod">
          <ac:chgData name="Fehmida Usmani" userId="1f7d48bb-60b3-4b90-bf30-0f63161838be" providerId="ADAL" clId="{EBD89ECC-9540-4128-9367-E71CBFFDF253}" dt="2024-08-28T02:01:59.147" v="482" actId="1076"/>
          <ac:spMkLst>
            <pc:docMk/>
            <pc:sldMk cId="3582522521" sldId="284"/>
            <ac:spMk id="34" creationId="{E562AC53-A37F-1F3F-91FD-570002E63B59}"/>
          </ac:spMkLst>
        </pc:spChg>
        <pc:spChg chg="mod">
          <ac:chgData name="Fehmida Usmani" userId="1f7d48bb-60b3-4b90-bf30-0f63161838be" providerId="ADAL" clId="{EBD89ECC-9540-4128-9367-E71CBFFDF253}" dt="2024-08-28T02:02:19.144" v="483"/>
          <ac:spMkLst>
            <pc:docMk/>
            <pc:sldMk cId="3582522521" sldId="284"/>
            <ac:spMk id="37" creationId="{837A6F90-B623-27B7-4427-1E59AA072F09}"/>
          </ac:spMkLst>
        </pc:spChg>
        <pc:spChg chg="mod">
          <ac:chgData name="Fehmida Usmani" userId="1f7d48bb-60b3-4b90-bf30-0f63161838be" providerId="ADAL" clId="{EBD89ECC-9540-4128-9367-E71CBFFDF253}" dt="2024-08-28T02:02:19.144" v="483"/>
          <ac:spMkLst>
            <pc:docMk/>
            <pc:sldMk cId="3582522521" sldId="284"/>
            <ac:spMk id="38" creationId="{54153053-4558-ECBA-9874-3144BBECC5F8}"/>
          </ac:spMkLst>
        </pc:spChg>
        <pc:spChg chg="mod">
          <ac:chgData name="Fehmida Usmani" userId="1f7d48bb-60b3-4b90-bf30-0f63161838be" providerId="ADAL" clId="{EBD89ECC-9540-4128-9367-E71CBFFDF253}" dt="2024-08-28T02:02:19.144" v="483"/>
          <ac:spMkLst>
            <pc:docMk/>
            <pc:sldMk cId="3582522521" sldId="284"/>
            <ac:spMk id="39" creationId="{F9E002F0-D8D7-813B-28ED-434A2E3D9C55}"/>
          </ac:spMkLst>
        </pc:spChg>
        <pc:spChg chg="mod">
          <ac:chgData name="Fehmida Usmani" userId="1f7d48bb-60b3-4b90-bf30-0f63161838be" providerId="ADAL" clId="{EBD89ECC-9540-4128-9367-E71CBFFDF253}" dt="2024-08-28T02:02:19.144" v="483"/>
          <ac:spMkLst>
            <pc:docMk/>
            <pc:sldMk cId="3582522521" sldId="284"/>
            <ac:spMk id="40" creationId="{12445ED0-B189-FD92-92ED-7C9DE2C7E683}"/>
          </ac:spMkLst>
        </pc:spChg>
        <pc:spChg chg="mod">
          <ac:chgData name="Fehmida Usmani" userId="1f7d48bb-60b3-4b90-bf30-0f63161838be" providerId="ADAL" clId="{EBD89ECC-9540-4128-9367-E71CBFFDF253}" dt="2024-08-28T02:02:19.144" v="483"/>
          <ac:spMkLst>
            <pc:docMk/>
            <pc:sldMk cId="3582522521" sldId="284"/>
            <ac:spMk id="41" creationId="{F21BB1FD-B45F-6851-D10E-A9BE1D73738C}"/>
          </ac:spMkLst>
        </pc:spChg>
        <pc:spChg chg="mod">
          <ac:chgData name="Fehmida Usmani" userId="1f7d48bb-60b3-4b90-bf30-0f63161838be" providerId="ADAL" clId="{EBD89ECC-9540-4128-9367-E71CBFFDF253}" dt="2024-08-28T02:02:19.144" v="483"/>
          <ac:spMkLst>
            <pc:docMk/>
            <pc:sldMk cId="3582522521" sldId="284"/>
            <ac:spMk id="43" creationId="{0D678EBA-D9F1-0E8C-8F46-24A2B77FB178}"/>
          </ac:spMkLst>
        </pc:spChg>
        <pc:spChg chg="mod">
          <ac:chgData name="Fehmida Usmani" userId="1f7d48bb-60b3-4b90-bf30-0f63161838be" providerId="ADAL" clId="{EBD89ECC-9540-4128-9367-E71CBFFDF253}" dt="2024-08-28T02:02:19.144" v="483"/>
          <ac:spMkLst>
            <pc:docMk/>
            <pc:sldMk cId="3582522521" sldId="284"/>
            <ac:spMk id="44" creationId="{E1EFF9A9-FD46-C42D-E3DE-1F777F10F9CB}"/>
          </ac:spMkLst>
        </pc:spChg>
        <pc:spChg chg="mod">
          <ac:chgData name="Fehmida Usmani" userId="1f7d48bb-60b3-4b90-bf30-0f63161838be" providerId="ADAL" clId="{EBD89ECC-9540-4128-9367-E71CBFFDF253}" dt="2024-08-28T02:02:19.144" v="483"/>
          <ac:spMkLst>
            <pc:docMk/>
            <pc:sldMk cId="3582522521" sldId="284"/>
            <ac:spMk id="45" creationId="{4685F443-9051-84EF-6DA7-EDF0F7E8954E}"/>
          </ac:spMkLst>
        </pc:spChg>
        <pc:spChg chg="mod">
          <ac:chgData name="Fehmida Usmani" userId="1f7d48bb-60b3-4b90-bf30-0f63161838be" providerId="ADAL" clId="{EBD89ECC-9540-4128-9367-E71CBFFDF253}" dt="2024-08-28T02:02:19.144" v="483"/>
          <ac:spMkLst>
            <pc:docMk/>
            <pc:sldMk cId="3582522521" sldId="284"/>
            <ac:spMk id="46" creationId="{59507ABD-588D-9367-1A43-5D65E10F1DF5}"/>
          </ac:spMkLst>
        </pc:spChg>
        <pc:spChg chg="mod">
          <ac:chgData name="Fehmida Usmani" userId="1f7d48bb-60b3-4b90-bf30-0f63161838be" providerId="ADAL" clId="{EBD89ECC-9540-4128-9367-E71CBFFDF253}" dt="2024-08-28T02:02:19.144" v="483"/>
          <ac:spMkLst>
            <pc:docMk/>
            <pc:sldMk cId="3582522521" sldId="284"/>
            <ac:spMk id="47" creationId="{B7E47C89-A1B8-E632-F530-668FD2F58591}"/>
          </ac:spMkLst>
        </pc:spChg>
        <pc:spChg chg="mod">
          <ac:chgData name="Fehmida Usmani" userId="1f7d48bb-60b3-4b90-bf30-0f63161838be" providerId="ADAL" clId="{EBD89ECC-9540-4128-9367-E71CBFFDF253}" dt="2024-08-28T02:02:19.144" v="483"/>
          <ac:spMkLst>
            <pc:docMk/>
            <pc:sldMk cId="3582522521" sldId="284"/>
            <ac:spMk id="48" creationId="{694BF0FD-3220-DD3F-E3B6-FC9408C17029}"/>
          </ac:spMkLst>
        </pc:spChg>
        <pc:spChg chg="mod">
          <ac:chgData name="Fehmida Usmani" userId="1f7d48bb-60b3-4b90-bf30-0f63161838be" providerId="ADAL" clId="{EBD89ECC-9540-4128-9367-E71CBFFDF253}" dt="2024-08-28T02:02:19.144" v="483"/>
          <ac:spMkLst>
            <pc:docMk/>
            <pc:sldMk cId="3582522521" sldId="284"/>
            <ac:spMk id="49" creationId="{7DFA1F35-B165-E4F0-F342-EC1C9EE7C0E7}"/>
          </ac:spMkLst>
        </pc:spChg>
        <pc:spChg chg="mod">
          <ac:chgData name="Fehmida Usmani" userId="1f7d48bb-60b3-4b90-bf30-0f63161838be" providerId="ADAL" clId="{EBD89ECC-9540-4128-9367-E71CBFFDF253}" dt="2024-08-28T02:02:19.144" v="483"/>
          <ac:spMkLst>
            <pc:docMk/>
            <pc:sldMk cId="3582522521" sldId="284"/>
            <ac:spMk id="51" creationId="{9F21CA20-45AF-DE82-6BE8-316BCA984D4F}"/>
          </ac:spMkLst>
        </pc:spChg>
        <pc:spChg chg="mod">
          <ac:chgData name="Fehmida Usmani" userId="1f7d48bb-60b3-4b90-bf30-0f63161838be" providerId="ADAL" clId="{EBD89ECC-9540-4128-9367-E71CBFFDF253}" dt="2024-08-28T02:02:19.144" v="483"/>
          <ac:spMkLst>
            <pc:docMk/>
            <pc:sldMk cId="3582522521" sldId="284"/>
            <ac:spMk id="52" creationId="{0F73EB50-66D6-188D-15E1-1B6C099BD3A4}"/>
          </ac:spMkLst>
        </pc:spChg>
        <pc:spChg chg="mod">
          <ac:chgData name="Fehmida Usmani" userId="1f7d48bb-60b3-4b90-bf30-0f63161838be" providerId="ADAL" clId="{EBD89ECC-9540-4128-9367-E71CBFFDF253}" dt="2024-08-28T02:02:19.144" v="483"/>
          <ac:spMkLst>
            <pc:docMk/>
            <pc:sldMk cId="3582522521" sldId="284"/>
            <ac:spMk id="53" creationId="{82C23802-3541-F30B-1C4B-10A866631EE6}"/>
          </ac:spMkLst>
        </pc:spChg>
        <pc:spChg chg="mod">
          <ac:chgData name="Fehmida Usmani" userId="1f7d48bb-60b3-4b90-bf30-0f63161838be" providerId="ADAL" clId="{EBD89ECC-9540-4128-9367-E71CBFFDF253}" dt="2024-08-28T02:02:19.144" v="483"/>
          <ac:spMkLst>
            <pc:docMk/>
            <pc:sldMk cId="3582522521" sldId="284"/>
            <ac:spMk id="54" creationId="{537B1E78-0A2C-467C-A413-17F38DA523FB}"/>
          </ac:spMkLst>
        </pc:spChg>
        <pc:spChg chg="mod">
          <ac:chgData name="Fehmida Usmani" userId="1f7d48bb-60b3-4b90-bf30-0f63161838be" providerId="ADAL" clId="{EBD89ECC-9540-4128-9367-E71CBFFDF253}" dt="2024-08-28T02:02:19.144" v="483"/>
          <ac:spMkLst>
            <pc:docMk/>
            <pc:sldMk cId="3582522521" sldId="284"/>
            <ac:spMk id="55" creationId="{2ED29E7B-5AE1-11F5-8DC5-71D720C5B6DD}"/>
          </ac:spMkLst>
        </pc:spChg>
        <pc:spChg chg="mod">
          <ac:chgData name="Fehmida Usmani" userId="1f7d48bb-60b3-4b90-bf30-0f63161838be" providerId="ADAL" clId="{EBD89ECC-9540-4128-9367-E71CBFFDF253}" dt="2024-08-28T02:02:19.144" v="483"/>
          <ac:spMkLst>
            <pc:docMk/>
            <pc:sldMk cId="3582522521" sldId="284"/>
            <ac:spMk id="56" creationId="{E32B3E75-F2C0-9A7D-7E76-BCEFE73F4A3C}"/>
          </ac:spMkLst>
        </pc:spChg>
        <pc:spChg chg="mod">
          <ac:chgData name="Fehmida Usmani" userId="1f7d48bb-60b3-4b90-bf30-0f63161838be" providerId="ADAL" clId="{EBD89ECC-9540-4128-9367-E71CBFFDF253}" dt="2024-08-28T02:02:19.144" v="483"/>
          <ac:spMkLst>
            <pc:docMk/>
            <pc:sldMk cId="3582522521" sldId="284"/>
            <ac:spMk id="57" creationId="{244BBE65-5465-4BF3-907A-7957AE72C13A}"/>
          </ac:spMkLst>
        </pc:spChg>
        <pc:spChg chg="mod">
          <ac:chgData name="Fehmida Usmani" userId="1f7d48bb-60b3-4b90-bf30-0f63161838be" providerId="ADAL" clId="{EBD89ECC-9540-4128-9367-E71CBFFDF253}" dt="2024-08-28T02:02:19.144" v="483"/>
          <ac:spMkLst>
            <pc:docMk/>
            <pc:sldMk cId="3582522521" sldId="284"/>
            <ac:spMk id="58" creationId="{582FE818-DA54-32F3-D1C0-76E89E12B83E}"/>
          </ac:spMkLst>
        </pc:spChg>
        <pc:spChg chg="mod">
          <ac:chgData name="Fehmida Usmani" userId="1f7d48bb-60b3-4b90-bf30-0f63161838be" providerId="ADAL" clId="{EBD89ECC-9540-4128-9367-E71CBFFDF253}" dt="2024-08-28T02:02:19.144" v="483"/>
          <ac:spMkLst>
            <pc:docMk/>
            <pc:sldMk cId="3582522521" sldId="284"/>
            <ac:spMk id="59" creationId="{215A6205-9F17-FD7E-198A-F49B1C454CEE}"/>
          </ac:spMkLst>
        </pc:spChg>
        <pc:spChg chg="mod">
          <ac:chgData name="Fehmida Usmani" userId="1f7d48bb-60b3-4b90-bf30-0f63161838be" providerId="ADAL" clId="{EBD89ECC-9540-4128-9367-E71CBFFDF253}" dt="2024-08-28T02:02:19.144" v="483"/>
          <ac:spMkLst>
            <pc:docMk/>
            <pc:sldMk cId="3582522521" sldId="284"/>
            <ac:spMk id="61" creationId="{B02868EA-0803-219D-6178-8FD6F48A7286}"/>
          </ac:spMkLst>
        </pc:spChg>
        <pc:spChg chg="mod">
          <ac:chgData name="Fehmida Usmani" userId="1f7d48bb-60b3-4b90-bf30-0f63161838be" providerId="ADAL" clId="{EBD89ECC-9540-4128-9367-E71CBFFDF253}" dt="2024-08-28T02:02:19.144" v="483"/>
          <ac:spMkLst>
            <pc:docMk/>
            <pc:sldMk cId="3582522521" sldId="284"/>
            <ac:spMk id="62" creationId="{39B041D0-5A2C-152E-4660-726C3F11B206}"/>
          </ac:spMkLst>
        </pc:spChg>
        <pc:spChg chg="mod">
          <ac:chgData name="Fehmida Usmani" userId="1f7d48bb-60b3-4b90-bf30-0f63161838be" providerId="ADAL" clId="{EBD89ECC-9540-4128-9367-E71CBFFDF253}" dt="2024-08-28T02:02:19.144" v="483"/>
          <ac:spMkLst>
            <pc:docMk/>
            <pc:sldMk cId="3582522521" sldId="284"/>
            <ac:spMk id="63" creationId="{BE87AD50-638D-065A-6A8F-7367C65C7537}"/>
          </ac:spMkLst>
        </pc:spChg>
        <pc:spChg chg="mod">
          <ac:chgData name="Fehmida Usmani" userId="1f7d48bb-60b3-4b90-bf30-0f63161838be" providerId="ADAL" clId="{EBD89ECC-9540-4128-9367-E71CBFFDF253}" dt="2024-08-28T02:02:19.144" v="483"/>
          <ac:spMkLst>
            <pc:docMk/>
            <pc:sldMk cId="3582522521" sldId="284"/>
            <ac:spMk id="64" creationId="{FCE85688-1D07-1614-A7B6-96C37F4F9975}"/>
          </ac:spMkLst>
        </pc:spChg>
        <pc:spChg chg="add mod">
          <ac:chgData name="Fehmida Usmani" userId="1f7d48bb-60b3-4b90-bf30-0f63161838be" providerId="ADAL" clId="{EBD89ECC-9540-4128-9367-E71CBFFDF253}" dt="2024-08-28T02:02:48.210" v="486" actId="1076"/>
          <ac:spMkLst>
            <pc:docMk/>
            <pc:sldMk cId="3582522521" sldId="284"/>
            <ac:spMk id="65" creationId="{43F37E87-2989-B9D0-209D-D9E91834898B}"/>
          </ac:spMkLst>
        </pc:spChg>
        <pc:spChg chg="add mod">
          <ac:chgData name="Fehmida Usmani" userId="1f7d48bb-60b3-4b90-bf30-0f63161838be" providerId="ADAL" clId="{EBD89ECC-9540-4128-9367-E71CBFFDF253}" dt="2024-08-28T02:03:01.938" v="488" actId="1076"/>
          <ac:spMkLst>
            <pc:docMk/>
            <pc:sldMk cId="3582522521" sldId="284"/>
            <ac:spMk id="66" creationId="{480AF598-06C9-2B69-6D01-15C949521571}"/>
          </ac:spMkLst>
        </pc:spChg>
        <pc:grpChg chg="add mod">
          <ac:chgData name="Fehmida Usmani" userId="1f7d48bb-60b3-4b90-bf30-0f63161838be" providerId="ADAL" clId="{EBD89ECC-9540-4128-9367-E71CBFFDF253}" dt="2024-08-28T02:01:59.147" v="482" actId="1076"/>
          <ac:grpSpMkLst>
            <pc:docMk/>
            <pc:sldMk cId="3582522521" sldId="284"/>
            <ac:grpSpMk id="5" creationId="{02237BF3-E5EA-2EC0-8DC8-63164DCB9A04}"/>
          </ac:grpSpMkLst>
        </pc:grpChg>
        <pc:grpChg chg="mod">
          <ac:chgData name="Fehmida Usmani" userId="1f7d48bb-60b3-4b90-bf30-0f63161838be" providerId="ADAL" clId="{EBD89ECC-9540-4128-9367-E71CBFFDF253}" dt="2024-08-28T02:01:59.147" v="482" actId="1076"/>
          <ac:grpSpMkLst>
            <pc:docMk/>
            <pc:sldMk cId="3582522521" sldId="284"/>
            <ac:grpSpMk id="6" creationId="{5FC300C0-9C08-39D4-F348-F4ED3E673B8E}"/>
          </ac:grpSpMkLst>
        </pc:grpChg>
        <pc:grpChg chg="mod">
          <ac:chgData name="Fehmida Usmani" userId="1f7d48bb-60b3-4b90-bf30-0f63161838be" providerId="ADAL" clId="{EBD89ECC-9540-4128-9367-E71CBFFDF253}" dt="2024-08-28T02:01:59.147" v="482" actId="1076"/>
          <ac:grpSpMkLst>
            <pc:docMk/>
            <pc:sldMk cId="3582522521" sldId="284"/>
            <ac:grpSpMk id="12" creationId="{E6BB0E58-F54E-0152-046B-4FCAFC6B8A3E}"/>
          </ac:grpSpMkLst>
        </pc:grpChg>
        <pc:grpChg chg="add mod">
          <ac:chgData name="Fehmida Usmani" userId="1f7d48bb-60b3-4b90-bf30-0f63161838be" providerId="ADAL" clId="{EBD89ECC-9540-4128-9367-E71CBFFDF253}" dt="2024-08-28T02:01:59.147" v="482" actId="1076"/>
          <ac:grpSpMkLst>
            <pc:docMk/>
            <pc:sldMk cId="3582522521" sldId="284"/>
            <ac:grpSpMk id="20" creationId="{370F6049-5143-4F82-54CF-71C061095A2C}"/>
          </ac:grpSpMkLst>
        </pc:grpChg>
        <pc:grpChg chg="mod">
          <ac:chgData name="Fehmida Usmani" userId="1f7d48bb-60b3-4b90-bf30-0f63161838be" providerId="ADAL" clId="{EBD89ECC-9540-4128-9367-E71CBFFDF253}" dt="2024-08-28T02:01:59.147" v="482" actId="1076"/>
          <ac:grpSpMkLst>
            <pc:docMk/>
            <pc:sldMk cId="3582522521" sldId="284"/>
            <ac:grpSpMk id="30" creationId="{7DE9C7D8-4B7D-5C9F-66D1-E6C8DBA9D045}"/>
          </ac:grpSpMkLst>
        </pc:grpChg>
        <pc:grpChg chg="add del mod">
          <ac:chgData name="Fehmida Usmani" userId="1f7d48bb-60b3-4b90-bf30-0f63161838be" providerId="ADAL" clId="{EBD89ECC-9540-4128-9367-E71CBFFDF253}" dt="2024-08-28T02:02:21.229" v="484" actId="478"/>
          <ac:grpSpMkLst>
            <pc:docMk/>
            <pc:sldMk cId="3582522521" sldId="284"/>
            <ac:grpSpMk id="35" creationId="{B75A0C39-EF47-3B12-D1D1-897D186EE72A}"/>
          </ac:grpSpMkLst>
        </pc:grpChg>
        <pc:grpChg chg="mod">
          <ac:chgData name="Fehmida Usmani" userId="1f7d48bb-60b3-4b90-bf30-0f63161838be" providerId="ADAL" clId="{EBD89ECC-9540-4128-9367-E71CBFFDF253}" dt="2024-08-28T02:02:19.144" v="483"/>
          <ac:grpSpMkLst>
            <pc:docMk/>
            <pc:sldMk cId="3582522521" sldId="284"/>
            <ac:grpSpMk id="36" creationId="{E2094F44-E1C7-DA5F-C63B-E8F2BB8EE60A}"/>
          </ac:grpSpMkLst>
        </pc:grpChg>
        <pc:grpChg chg="mod">
          <ac:chgData name="Fehmida Usmani" userId="1f7d48bb-60b3-4b90-bf30-0f63161838be" providerId="ADAL" clId="{EBD89ECC-9540-4128-9367-E71CBFFDF253}" dt="2024-08-28T02:02:19.144" v="483"/>
          <ac:grpSpMkLst>
            <pc:docMk/>
            <pc:sldMk cId="3582522521" sldId="284"/>
            <ac:grpSpMk id="42" creationId="{3F22839C-C821-EB5C-CAA1-451B0B7DCD3A}"/>
          </ac:grpSpMkLst>
        </pc:grpChg>
        <pc:grpChg chg="add del mod">
          <ac:chgData name="Fehmida Usmani" userId="1f7d48bb-60b3-4b90-bf30-0f63161838be" providerId="ADAL" clId="{EBD89ECC-9540-4128-9367-E71CBFFDF253}" dt="2024-08-28T02:02:21.229" v="484" actId="478"/>
          <ac:grpSpMkLst>
            <pc:docMk/>
            <pc:sldMk cId="3582522521" sldId="284"/>
            <ac:grpSpMk id="50" creationId="{61B2DF07-B468-A7AB-C415-6CDD96F26FA0}"/>
          </ac:grpSpMkLst>
        </pc:grpChg>
        <pc:grpChg chg="mod">
          <ac:chgData name="Fehmida Usmani" userId="1f7d48bb-60b3-4b90-bf30-0f63161838be" providerId="ADAL" clId="{EBD89ECC-9540-4128-9367-E71CBFFDF253}" dt="2024-08-28T02:02:19.144" v="483"/>
          <ac:grpSpMkLst>
            <pc:docMk/>
            <pc:sldMk cId="3582522521" sldId="284"/>
            <ac:grpSpMk id="60" creationId="{FE8FC17B-BE31-41A4-1999-C2FDD0C3E3E3}"/>
          </ac:grpSpMkLst>
        </pc:grpChg>
      </pc:sldChg>
      <pc:sldChg chg="addSp delSp modSp new mod">
        <pc:chgData name="Fehmida Usmani" userId="1f7d48bb-60b3-4b90-bf30-0f63161838be" providerId="ADAL" clId="{EBD89ECC-9540-4128-9367-E71CBFFDF253}" dt="2024-08-28T02:03:56.909" v="522" actId="20577"/>
        <pc:sldMkLst>
          <pc:docMk/>
          <pc:sldMk cId="1025502168" sldId="285"/>
        </pc:sldMkLst>
        <pc:spChg chg="mod">
          <ac:chgData name="Fehmida Usmani" userId="1f7d48bb-60b3-4b90-bf30-0f63161838be" providerId="ADAL" clId="{EBD89ECC-9540-4128-9367-E71CBFFDF253}" dt="2024-08-28T02:03:56.909" v="522" actId="20577"/>
          <ac:spMkLst>
            <pc:docMk/>
            <pc:sldMk cId="1025502168" sldId="285"/>
            <ac:spMk id="2" creationId="{5A4DB16B-86D4-F781-CDA7-2EF7FFCECED3}"/>
          </ac:spMkLst>
        </pc:spChg>
        <pc:spChg chg="del">
          <ac:chgData name="Fehmida Usmani" userId="1f7d48bb-60b3-4b90-bf30-0f63161838be" providerId="ADAL" clId="{EBD89ECC-9540-4128-9367-E71CBFFDF253}" dt="2024-08-28T02:03:49.371" v="506"/>
          <ac:spMkLst>
            <pc:docMk/>
            <pc:sldMk cId="1025502168" sldId="285"/>
            <ac:spMk id="3" creationId="{76E16465-B2E4-E379-E673-C4021DBC0495}"/>
          </ac:spMkLst>
        </pc:spChg>
        <pc:spChg chg="add mod">
          <ac:chgData name="Fehmida Usmani" userId="1f7d48bb-60b3-4b90-bf30-0f63161838be" providerId="ADAL" clId="{EBD89ECC-9540-4128-9367-E71CBFFDF253}" dt="2024-08-28T02:03:49.371" v="506"/>
          <ac:spMkLst>
            <pc:docMk/>
            <pc:sldMk cId="1025502168" sldId="285"/>
            <ac:spMk id="4" creationId="{245D8069-9EE3-ECED-0ED7-87EDC7499CA8}"/>
          </ac:spMkLst>
        </pc:spChg>
      </pc:sldChg>
      <pc:sldChg chg="addSp delSp modSp new mod modAnim">
        <pc:chgData name="Fehmida Usmani" userId="1f7d48bb-60b3-4b90-bf30-0f63161838be" providerId="ADAL" clId="{EBD89ECC-9540-4128-9367-E71CBFFDF253}" dt="2024-08-28T02:14:06.843" v="547"/>
        <pc:sldMkLst>
          <pc:docMk/>
          <pc:sldMk cId="1460118834" sldId="286"/>
        </pc:sldMkLst>
        <pc:spChg chg="mod">
          <ac:chgData name="Fehmida Usmani" userId="1f7d48bb-60b3-4b90-bf30-0f63161838be" providerId="ADAL" clId="{EBD89ECC-9540-4128-9367-E71CBFFDF253}" dt="2024-08-28T02:13:34.629" v="545" actId="20577"/>
          <ac:spMkLst>
            <pc:docMk/>
            <pc:sldMk cId="1460118834" sldId="286"/>
            <ac:spMk id="2" creationId="{AC6F2645-924A-EBB0-1592-BED60953D029}"/>
          </ac:spMkLst>
        </pc:spChg>
        <pc:spChg chg="del">
          <ac:chgData name="Fehmida Usmani" userId="1f7d48bb-60b3-4b90-bf30-0f63161838be" providerId="ADAL" clId="{EBD89ECC-9540-4128-9367-E71CBFFDF253}" dt="2024-08-28T02:13:25.890" v="524"/>
          <ac:spMkLst>
            <pc:docMk/>
            <pc:sldMk cId="1460118834" sldId="286"/>
            <ac:spMk id="3" creationId="{C219F6B5-98C9-46D6-B824-FD1089909824}"/>
          </ac:spMkLst>
        </pc:spChg>
        <pc:spChg chg="add mod">
          <ac:chgData name="Fehmida Usmani" userId="1f7d48bb-60b3-4b90-bf30-0f63161838be" providerId="ADAL" clId="{EBD89ECC-9540-4128-9367-E71CBFFDF253}" dt="2024-08-28T02:14:01.540" v="546"/>
          <ac:spMkLst>
            <pc:docMk/>
            <pc:sldMk cId="1460118834" sldId="286"/>
            <ac:spMk id="4" creationId="{34AC5F4A-2E5F-6AC2-A131-29504BC6BC1B}"/>
          </ac:spMkLst>
        </pc:spChg>
      </pc:sldChg>
      <pc:sldChg chg="addSp delSp modSp new mod">
        <pc:chgData name="Fehmida Usmani" userId="1f7d48bb-60b3-4b90-bf30-0f63161838be" providerId="ADAL" clId="{EBD89ECC-9540-4128-9367-E71CBFFDF253}" dt="2024-08-28T03:55:51.738" v="628" actId="255"/>
        <pc:sldMkLst>
          <pc:docMk/>
          <pc:sldMk cId="3675577568" sldId="287"/>
        </pc:sldMkLst>
        <pc:spChg chg="mod">
          <ac:chgData name="Fehmida Usmani" userId="1f7d48bb-60b3-4b90-bf30-0f63161838be" providerId="ADAL" clId="{EBD89ECC-9540-4128-9367-E71CBFFDF253}" dt="2024-08-28T02:46:09.714" v="573" actId="20577"/>
          <ac:spMkLst>
            <pc:docMk/>
            <pc:sldMk cId="3675577568" sldId="287"/>
            <ac:spMk id="2" creationId="{B76EBE5D-7430-E02B-1B9D-98E9EDEAB51A}"/>
          </ac:spMkLst>
        </pc:spChg>
        <pc:spChg chg="del">
          <ac:chgData name="Fehmida Usmani" userId="1f7d48bb-60b3-4b90-bf30-0f63161838be" providerId="ADAL" clId="{EBD89ECC-9540-4128-9367-E71CBFFDF253}" dt="2024-08-28T03:48:04.947" v="590"/>
          <ac:spMkLst>
            <pc:docMk/>
            <pc:sldMk cId="3675577568" sldId="287"/>
            <ac:spMk id="3" creationId="{E19E5094-F3A8-BA6B-6546-7C0A6CB8E5BF}"/>
          </ac:spMkLst>
        </pc:spChg>
        <pc:spChg chg="add mod">
          <ac:chgData name="Fehmida Usmani" userId="1f7d48bb-60b3-4b90-bf30-0f63161838be" providerId="ADAL" clId="{EBD89ECC-9540-4128-9367-E71CBFFDF253}" dt="2024-08-28T03:48:04.947" v="590"/>
          <ac:spMkLst>
            <pc:docMk/>
            <pc:sldMk cId="3675577568" sldId="287"/>
            <ac:spMk id="4" creationId="{BDE14762-F922-AC5F-F883-A248EB23310A}"/>
          </ac:spMkLst>
        </pc:spChg>
        <pc:spChg chg="add mod">
          <ac:chgData name="Fehmida Usmani" userId="1f7d48bb-60b3-4b90-bf30-0f63161838be" providerId="ADAL" clId="{EBD89ECC-9540-4128-9367-E71CBFFDF253}" dt="2024-08-28T03:55:51.738" v="628" actId="255"/>
          <ac:spMkLst>
            <pc:docMk/>
            <pc:sldMk cId="3675577568" sldId="287"/>
            <ac:spMk id="6" creationId="{2EC62158-1332-0FED-6ADF-E55F047BA12B}"/>
          </ac:spMkLst>
        </pc:spChg>
      </pc:sldChg>
      <pc:sldChg chg="modSp add del modAnim">
        <pc:chgData name="Fehmida Usmani" userId="1f7d48bb-60b3-4b90-bf30-0f63161838be" providerId="ADAL" clId="{EBD89ECC-9540-4128-9367-E71CBFFDF253}" dt="2024-08-28T04:35:58.122" v="656" actId="47"/>
        <pc:sldMkLst>
          <pc:docMk/>
          <pc:sldMk cId="1147067198" sldId="288"/>
        </pc:sldMkLst>
        <pc:spChg chg="mod">
          <ac:chgData name="Fehmida Usmani" userId="1f7d48bb-60b3-4b90-bf30-0f63161838be" providerId="ADAL" clId="{EBD89ECC-9540-4128-9367-E71CBFFDF253}" dt="2024-08-28T03:01:22.464" v="589" actId="20577"/>
          <ac:spMkLst>
            <pc:docMk/>
            <pc:sldMk cId="1147067198" sldId="288"/>
            <ac:spMk id="4" creationId="{34AC5F4A-2E5F-6AC2-A131-29504BC6BC1B}"/>
          </ac:spMkLst>
        </pc:spChg>
      </pc:sldChg>
      <pc:sldChg chg="modSp new mod">
        <pc:chgData name="Fehmida Usmani" userId="1f7d48bb-60b3-4b90-bf30-0f63161838be" providerId="ADAL" clId="{EBD89ECC-9540-4128-9367-E71CBFFDF253}" dt="2024-08-28T04:41:06.870" v="768" actId="20577"/>
        <pc:sldMkLst>
          <pc:docMk/>
          <pc:sldMk cId="844611514" sldId="289"/>
        </pc:sldMkLst>
        <pc:spChg chg="mod">
          <ac:chgData name="Fehmida Usmani" userId="1f7d48bb-60b3-4b90-bf30-0f63161838be" providerId="ADAL" clId="{EBD89ECC-9540-4128-9367-E71CBFFDF253}" dt="2024-08-28T04:39:16.507" v="657"/>
          <ac:spMkLst>
            <pc:docMk/>
            <pc:sldMk cId="844611514" sldId="289"/>
            <ac:spMk id="2" creationId="{8FC23C92-D8BE-98AF-9714-11D83B295079}"/>
          </ac:spMkLst>
        </pc:spChg>
        <pc:spChg chg="mod">
          <ac:chgData name="Fehmida Usmani" userId="1f7d48bb-60b3-4b90-bf30-0f63161838be" providerId="ADAL" clId="{EBD89ECC-9540-4128-9367-E71CBFFDF253}" dt="2024-08-28T04:41:06.870" v="768" actId="20577"/>
          <ac:spMkLst>
            <pc:docMk/>
            <pc:sldMk cId="844611514" sldId="289"/>
            <ac:spMk id="3" creationId="{3D02DD80-5101-6C27-839B-7F604584C2D4}"/>
          </ac:spMkLst>
        </pc:spChg>
      </pc:sldChg>
      <pc:sldChg chg="addSp delSp modSp add mod">
        <pc:chgData name="Fehmida Usmani" userId="1f7d48bb-60b3-4b90-bf30-0f63161838be" providerId="ADAL" clId="{EBD89ECC-9540-4128-9367-E71CBFFDF253}" dt="2024-08-28T03:54:01.874" v="605" actId="255"/>
        <pc:sldMkLst>
          <pc:docMk/>
          <pc:sldMk cId="134281947" sldId="290"/>
        </pc:sldMkLst>
        <pc:spChg chg="del">
          <ac:chgData name="Fehmida Usmani" userId="1f7d48bb-60b3-4b90-bf30-0f63161838be" providerId="ADAL" clId="{EBD89ECC-9540-4128-9367-E71CBFFDF253}" dt="2024-08-28T03:51:43.254" v="593" actId="478"/>
          <ac:spMkLst>
            <pc:docMk/>
            <pc:sldMk cId="134281947" sldId="290"/>
            <ac:spMk id="4" creationId="{BDE14762-F922-AC5F-F883-A248EB23310A}"/>
          </ac:spMkLst>
        </pc:spChg>
        <pc:spChg chg="add del mod">
          <ac:chgData name="Fehmida Usmani" userId="1f7d48bb-60b3-4b90-bf30-0f63161838be" providerId="ADAL" clId="{EBD89ECC-9540-4128-9367-E71CBFFDF253}" dt="2024-08-28T03:51:55.485" v="594" actId="931"/>
          <ac:spMkLst>
            <pc:docMk/>
            <pc:sldMk cId="134281947" sldId="290"/>
            <ac:spMk id="5" creationId="{FBFA12B6-AA95-EB78-12D8-BED218A04FD5}"/>
          </ac:spMkLst>
        </pc:spChg>
        <pc:spChg chg="add mod">
          <ac:chgData name="Fehmida Usmani" userId="1f7d48bb-60b3-4b90-bf30-0f63161838be" providerId="ADAL" clId="{EBD89ECC-9540-4128-9367-E71CBFFDF253}" dt="2024-08-28T03:54:01.874" v="605" actId="255"/>
          <ac:spMkLst>
            <pc:docMk/>
            <pc:sldMk cId="134281947" sldId="290"/>
            <ac:spMk id="9" creationId="{B1DC0CCB-C62C-8E77-E273-6639A68087E2}"/>
          </ac:spMkLst>
        </pc:spChg>
        <pc:picChg chg="add mod">
          <ac:chgData name="Fehmida Usmani" userId="1f7d48bb-60b3-4b90-bf30-0f63161838be" providerId="ADAL" clId="{EBD89ECC-9540-4128-9367-E71CBFFDF253}" dt="2024-08-28T03:53:33.732" v="600" actId="1076"/>
          <ac:picMkLst>
            <pc:docMk/>
            <pc:sldMk cId="134281947" sldId="290"/>
            <ac:picMk id="7" creationId="{C29F94A0-6EFC-E239-629C-0C202FEDD78A}"/>
          </ac:picMkLst>
        </pc:picChg>
      </pc:sldChg>
      <pc:sldChg chg="add">
        <pc:chgData name="Fehmida Usmani" userId="1f7d48bb-60b3-4b90-bf30-0f63161838be" providerId="ADAL" clId="{EBD89ECC-9540-4128-9367-E71CBFFDF253}" dt="2024-08-28T03:56:04.074" v="629"/>
        <pc:sldMkLst>
          <pc:docMk/>
          <pc:sldMk cId="1861543291" sldId="291"/>
        </pc:sldMkLst>
      </pc:sldChg>
      <pc:sldChg chg="addSp delSp modSp add mod">
        <pc:chgData name="Fehmida Usmani" userId="1f7d48bb-60b3-4b90-bf30-0f63161838be" providerId="ADAL" clId="{EBD89ECC-9540-4128-9367-E71CBFFDF253}" dt="2024-08-28T04:25:49.387" v="649" actId="20577"/>
        <pc:sldMkLst>
          <pc:docMk/>
          <pc:sldMk cId="3419132659" sldId="292"/>
        </pc:sldMkLst>
        <pc:spChg chg="mod">
          <ac:chgData name="Fehmida Usmani" userId="1f7d48bb-60b3-4b90-bf30-0f63161838be" providerId="ADAL" clId="{EBD89ECC-9540-4128-9367-E71CBFFDF253}" dt="2024-08-28T04:25:49.387" v="649" actId="20577"/>
          <ac:spMkLst>
            <pc:docMk/>
            <pc:sldMk cId="3419132659" sldId="292"/>
            <ac:spMk id="2" creationId="{F44AB279-7B7C-92A7-0972-938FAF38CA4E}"/>
          </ac:spMkLst>
        </pc:spChg>
        <pc:picChg chg="add mod">
          <ac:chgData name="Fehmida Usmani" userId="1f7d48bb-60b3-4b90-bf30-0f63161838be" providerId="ADAL" clId="{EBD89ECC-9540-4128-9367-E71CBFFDF253}" dt="2024-08-28T04:23:31.260" v="640" actId="1076"/>
          <ac:picMkLst>
            <pc:docMk/>
            <pc:sldMk cId="3419132659" sldId="292"/>
            <ac:picMk id="3" creationId="{7DF5ED00-2F03-1069-440A-4F58BC563982}"/>
          </ac:picMkLst>
        </pc:picChg>
        <pc:picChg chg="del">
          <ac:chgData name="Fehmida Usmani" userId="1f7d48bb-60b3-4b90-bf30-0f63161838be" providerId="ADAL" clId="{EBD89ECC-9540-4128-9367-E71CBFFDF253}" dt="2024-08-28T04:02:04.036" v="631" actId="478"/>
          <ac:picMkLst>
            <pc:docMk/>
            <pc:sldMk cId="3419132659" sldId="292"/>
            <ac:picMk id="4" creationId="{31686B23-87F1-72F8-0E24-54848CD230DC}"/>
          </ac:picMkLst>
        </pc:picChg>
        <pc:picChg chg="del">
          <ac:chgData name="Fehmida Usmani" userId="1f7d48bb-60b3-4b90-bf30-0f63161838be" providerId="ADAL" clId="{EBD89ECC-9540-4128-9367-E71CBFFDF253}" dt="2024-08-28T04:02:05.278" v="632" actId="478"/>
          <ac:picMkLst>
            <pc:docMk/>
            <pc:sldMk cId="3419132659" sldId="292"/>
            <ac:picMk id="5" creationId="{9B2922C4-18E6-842B-6D38-B7873B0E5506}"/>
          </ac:picMkLst>
        </pc:picChg>
        <pc:picChg chg="del">
          <ac:chgData name="Fehmida Usmani" userId="1f7d48bb-60b3-4b90-bf30-0f63161838be" providerId="ADAL" clId="{EBD89ECC-9540-4128-9367-E71CBFFDF253}" dt="2024-08-28T04:02:06.578" v="633" actId="478"/>
          <ac:picMkLst>
            <pc:docMk/>
            <pc:sldMk cId="3419132659" sldId="292"/>
            <ac:picMk id="6" creationId="{67993A22-6BB1-63C9-3166-AF9BDA7EA872}"/>
          </ac:picMkLst>
        </pc:picChg>
        <pc:picChg chg="del">
          <ac:chgData name="Fehmida Usmani" userId="1f7d48bb-60b3-4b90-bf30-0f63161838be" providerId="ADAL" clId="{EBD89ECC-9540-4128-9367-E71CBFFDF253}" dt="2024-08-28T04:02:07.881" v="634" actId="478"/>
          <ac:picMkLst>
            <pc:docMk/>
            <pc:sldMk cId="3419132659" sldId="292"/>
            <ac:picMk id="7" creationId="{4D43067B-763A-36D7-9E63-5BA326348F7F}"/>
          </ac:picMkLst>
        </pc:picChg>
      </pc:sldChg>
      <pc:sldChg chg="modSp add mod">
        <pc:chgData name="Fehmida Usmani" userId="1f7d48bb-60b3-4b90-bf30-0f63161838be" providerId="ADAL" clId="{EBD89ECC-9540-4128-9367-E71CBFFDF253}" dt="2024-08-28T04:20:52.550" v="638" actId="20577"/>
        <pc:sldMkLst>
          <pc:docMk/>
          <pc:sldMk cId="2059971297" sldId="293"/>
        </pc:sldMkLst>
        <pc:spChg chg="mod">
          <ac:chgData name="Fehmida Usmani" userId="1f7d48bb-60b3-4b90-bf30-0f63161838be" providerId="ADAL" clId="{EBD89ECC-9540-4128-9367-E71CBFFDF253}" dt="2024-08-28T04:20:52.550" v="638" actId="20577"/>
          <ac:spMkLst>
            <pc:docMk/>
            <pc:sldMk cId="2059971297" sldId="293"/>
            <ac:spMk id="8" creationId="{4AA6C14E-444A-E20F-4DFC-2A4BD236BB0A}"/>
          </ac:spMkLst>
        </pc:spChg>
      </pc:sldChg>
      <pc:sldChg chg="addSp delSp modSp add mod">
        <pc:chgData name="Fehmida Usmani" userId="1f7d48bb-60b3-4b90-bf30-0f63161838be" providerId="ADAL" clId="{EBD89ECC-9540-4128-9367-E71CBFFDF253}" dt="2024-08-28T04:25:54.344" v="655" actId="20577"/>
        <pc:sldMkLst>
          <pc:docMk/>
          <pc:sldMk cId="1346648348" sldId="294"/>
        </pc:sldMkLst>
        <pc:spChg chg="mod">
          <ac:chgData name="Fehmida Usmani" userId="1f7d48bb-60b3-4b90-bf30-0f63161838be" providerId="ADAL" clId="{EBD89ECC-9540-4128-9367-E71CBFFDF253}" dt="2024-08-28T04:25:54.344" v="655" actId="20577"/>
          <ac:spMkLst>
            <pc:docMk/>
            <pc:sldMk cId="1346648348" sldId="294"/>
            <ac:spMk id="2" creationId="{F44AB279-7B7C-92A7-0972-938FAF38CA4E}"/>
          </ac:spMkLst>
        </pc:spChg>
        <pc:picChg chg="del">
          <ac:chgData name="Fehmida Usmani" userId="1f7d48bb-60b3-4b90-bf30-0f63161838be" providerId="ADAL" clId="{EBD89ECC-9540-4128-9367-E71CBFFDF253}" dt="2024-08-28T04:23:38.349" v="642" actId="478"/>
          <ac:picMkLst>
            <pc:docMk/>
            <pc:sldMk cId="1346648348" sldId="294"/>
            <ac:picMk id="3" creationId="{7DF5ED00-2F03-1069-440A-4F58BC563982}"/>
          </ac:picMkLst>
        </pc:picChg>
        <pc:picChg chg="add mod">
          <ac:chgData name="Fehmida Usmani" userId="1f7d48bb-60b3-4b90-bf30-0f63161838be" providerId="ADAL" clId="{EBD89ECC-9540-4128-9367-E71CBFFDF253}" dt="2024-08-28T04:24:02.799" v="643"/>
          <ac:picMkLst>
            <pc:docMk/>
            <pc:sldMk cId="1346648348" sldId="294"/>
            <ac:picMk id="4" creationId="{3E4FD0F8-62F3-C045-A0C0-A6A5831B67F2}"/>
          </ac:picMkLst>
        </pc:picChg>
      </pc:sldChg>
      <pc:sldChg chg="modSp add mod">
        <pc:chgData name="Fehmida Usmani" userId="1f7d48bb-60b3-4b90-bf30-0f63161838be" providerId="ADAL" clId="{EBD89ECC-9540-4128-9367-E71CBFFDF253}" dt="2024-08-28T04:46:47.393" v="917" actId="20577"/>
        <pc:sldMkLst>
          <pc:docMk/>
          <pc:sldMk cId="3280411435" sldId="295"/>
        </pc:sldMkLst>
        <pc:spChg chg="mod">
          <ac:chgData name="Fehmida Usmani" userId="1f7d48bb-60b3-4b90-bf30-0f63161838be" providerId="ADAL" clId="{EBD89ECC-9540-4128-9367-E71CBFFDF253}" dt="2024-08-28T04:46:47.393" v="917" actId="20577"/>
          <ac:spMkLst>
            <pc:docMk/>
            <pc:sldMk cId="3280411435" sldId="295"/>
            <ac:spMk id="3" creationId="{3D02DD80-5101-6C27-839B-7F604584C2D4}"/>
          </ac:spMkLst>
        </pc:spChg>
      </pc:sldChg>
      <pc:sldChg chg="modSp new mod">
        <pc:chgData name="Fehmida Usmani" userId="1f7d48bb-60b3-4b90-bf30-0f63161838be" providerId="ADAL" clId="{EBD89ECC-9540-4128-9367-E71CBFFDF253}" dt="2024-08-28T04:48:16.813" v="935"/>
        <pc:sldMkLst>
          <pc:docMk/>
          <pc:sldMk cId="665862265" sldId="296"/>
        </pc:sldMkLst>
        <pc:spChg chg="mod">
          <ac:chgData name="Fehmida Usmani" userId="1f7d48bb-60b3-4b90-bf30-0f63161838be" providerId="ADAL" clId="{EBD89ECC-9540-4128-9367-E71CBFFDF253}" dt="2024-08-28T04:48:16.813" v="935"/>
          <ac:spMkLst>
            <pc:docMk/>
            <pc:sldMk cId="665862265" sldId="296"/>
            <ac:spMk id="2" creationId="{6EA2C8D0-F800-7160-BE13-ADB1981AC3D6}"/>
          </ac:spMkLst>
        </pc:spChg>
        <pc:spChg chg="mod">
          <ac:chgData name="Fehmida Usmani" userId="1f7d48bb-60b3-4b90-bf30-0f63161838be" providerId="ADAL" clId="{EBD89ECC-9540-4128-9367-E71CBFFDF253}" dt="2024-08-28T04:48:09.156" v="934" actId="20577"/>
          <ac:spMkLst>
            <pc:docMk/>
            <pc:sldMk cId="665862265" sldId="296"/>
            <ac:spMk id="3" creationId="{13F27543-6DA2-F23B-C469-8E2DA2229559}"/>
          </ac:spMkLst>
        </pc:spChg>
      </pc:sldChg>
      <pc:sldChg chg="addSp delSp modSp new del mod">
        <pc:chgData name="Fehmida Usmani" userId="1f7d48bb-60b3-4b90-bf30-0f63161838be" providerId="ADAL" clId="{EBD89ECC-9540-4128-9367-E71CBFFDF253}" dt="2024-08-29T08:38:25.751" v="1036" actId="47"/>
        <pc:sldMkLst>
          <pc:docMk/>
          <pc:sldMk cId="3872588010" sldId="297"/>
        </pc:sldMkLst>
        <pc:spChg chg="mod">
          <ac:chgData name="Fehmida Usmani" userId="1f7d48bb-60b3-4b90-bf30-0f63161838be" providerId="ADAL" clId="{EBD89ECC-9540-4128-9367-E71CBFFDF253}" dt="2024-08-28T04:55:58.309" v="1035"/>
          <ac:spMkLst>
            <pc:docMk/>
            <pc:sldMk cId="3872588010" sldId="297"/>
            <ac:spMk id="2" creationId="{46D95767-47D3-7DF5-D9DA-9B42878CB4EA}"/>
          </ac:spMkLst>
        </pc:spChg>
        <pc:spChg chg="del">
          <ac:chgData name="Fehmida Usmani" userId="1f7d48bb-60b3-4b90-bf30-0f63161838be" providerId="ADAL" clId="{EBD89ECC-9540-4128-9367-E71CBFFDF253}" dt="2024-08-28T04:54:36.812" v="943"/>
          <ac:spMkLst>
            <pc:docMk/>
            <pc:sldMk cId="3872588010" sldId="297"/>
            <ac:spMk id="3" creationId="{93CB174E-8134-7C8F-63E0-E89641CF8909}"/>
          </ac:spMkLst>
        </pc:spChg>
        <pc:spChg chg="add mod">
          <ac:chgData name="Fehmida Usmani" userId="1f7d48bb-60b3-4b90-bf30-0f63161838be" providerId="ADAL" clId="{EBD89ECC-9540-4128-9367-E71CBFFDF253}" dt="2024-08-28T04:54:55.981" v="1000" actId="20577"/>
          <ac:spMkLst>
            <pc:docMk/>
            <pc:sldMk cId="3872588010" sldId="297"/>
            <ac:spMk id="4" creationId="{B9709710-4920-68A0-FD56-6E82294F52C5}"/>
          </ac:spMkLst>
        </pc:spChg>
        <pc:spChg chg="add mod">
          <ac:chgData name="Fehmida Usmani" userId="1f7d48bb-60b3-4b90-bf30-0f63161838be" providerId="ADAL" clId="{EBD89ECC-9540-4128-9367-E71CBFFDF253}" dt="2024-08-28T04:55:50.461" v="1034" actId="20577"/>
          <ac:spMkLst>
            <pc:docMk/>
            <pc:sldMk cId="3872588010" sldId="297"/>
            <ac:spMk id="6" creationId="{EF9ED637-A49F-8CDF-09F2-182E39A610C5}"/>
          </ac:spMkLst>
        </pc:spChg>
      </pc:sldChg>
      <pc:sldChg chg="addSp delSp modSp new del mod">
        <pc:chgData name="Fehmida Usmani" userId="1f7d48bb-60b3-4b90-bf30-0f63161838be" providerId="ADAL" clId="{EBD89ECC-9540-4128-9367-E71CBFFDF253}" dt="2024-08-28T04:50:58.570" v="941" actId="47"/>
        <pc:sldMkLst>
          <pc:docMk/>
          <pc:sldMk cId="4191014324" sldId="297"/>
        </pc:sldMkLst>
        <pc:spChg chg="mod">
          <ac:chgData name="Fehmida Usmani" userId="1f7d48bb-60b3-4b90-bf30-0f63161838be" providerId="ADAL" clId="{EBD89ECC-9540-4128-9367-E71CBFFDF253}" dt="2024-08-28T04:49:43.870" v="940"/>
          <ac:spMkLst>
            <pc:docMk/>
            <pc:sldMk cId="4191014324" sldId="297"/>
            <ac:spMk id="2" creationId="{9491BADF-67F6-4B95-E69B-4C9971BB4FE4}"/>
          </ac:spMkLst>
        </pc:spChg>
        <pc:spChg chg="del">
          <ac:chgData name="Fehmida Usmani" userId="1f7d48bb-60b3-4b90-bf30-0f63161838be" providerId="ADAL" clId="{EBD89ECC-9540-4128-9367-E71CBFFDF253}" dt="2024-08-28T04:49:13.628" v="937"/>
          <ac:spMkLst>
            <pc:docMk/>
            <pc:sldMk cId="4191014324" sldId="297"/>
            <ac:spMk id="3" creationId="{0EFF45D7-1732-CBC7-B90D-886576CB475F}"/>
          </ac:spMkLst>
        </pc:spChg>
        <pc:spChg chg="add mod">
          <ac:chgData name="Fehmida Usmani" userId="1f7d48bb-60b3-4b90-bf30-0f63161838be" providerId="ADAL" clId="{EBD89ECC-9540-4128-9367-E71CBFFDF253}" dt="2024-08-28T04:49:13.628" v="937"/>
          <ac:spMkLst>
            <pc:docMk/>
            <pc:sldMk cId="4191014324" sldId="297"/>
            <ac:spMk id="4" creationId="{38CF3BD5-DE40-2497-76FF-561092C0F996}"/>
          </ac:spMkLst>
        </pc:spChg>
        <pc:graphicFrameChg chg="add mod">
          <ac:chgData name="Fehmida Usmani" userId="1f7d48bb-60b3-4b90-bf30-0f63161838be" providerId="ADAL" clId="{EBD89ECC-9540-4128-9367-E71CBFFDF253}" dt="2024-08-28T04:49:37.207" v="939" actId="1076"/>
          <ac:graphicFrameMkLst>
            <pc:docMk/>
            <pc:sldMk cId="4191014324" sldId="297"/>
            <ac:graphicFrameMk id="5" creationId="{7E16F277-23A7-1062-8377-E3D8EA6BAF9C}"/>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DE111-512C-0A46-453A-47CFF4117F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556BADC-153A-66BA-2FDC-737489CF7B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B30F2B-8678-7433-FB02-084885FD23D8}"/>
              </a:ext>
            </a:extLst>
          </p:cNvPr>
          <p:cNvSpPr>
            <a:spLocks noGrp="1"/>
          </p:cNvSpPr>
          <p:nvPr>
            <p:ph type="dt" sz="half" idx="10"/>
          </p:nvPr>
        </p:nvSpPr>
        <p:spPr/>
        <p:txBody>
          <a:bodyPr/>
          <a:lstStyle/>
          <a:p>
            <a:fld id="{79727B35-A310-4A29-B6B4-AB5D4C56D748}" type="datetimeFigureOut">
              <a:rPr lang="en-US" smtClean="0"/>
              <a:t>8/29/2024</a:t>
            </a:fld>
            <a:endParaRPr lang="en-US"/>
          </a:p>
        </p:txBody>
      </p:sp>
      <p:sp>
        <p:nvSpPr>
          <p:cNvPr id="5" name="Footer Placeholder 4">
            <a:extLst>
              <a:ext uri="{FF2B5EF4-FFF2-40B4-BE49-F238E27FC236}">
                <a16:creationId xmlns:a16="http://schemas.microsoft.com/office/drawing/2014/main" id="{DDC7CE89-C4EE-4603-3839-640F4FED36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84E8B-83CC-9A7A-5F4E-AC67F3E6E765}"/>
              </a:ext>
            </a:extLst>
          </p:cNvPr>
          <p:cNvSpPr>
            <a:spLocks noGrp="1"/>
          </p:cNvSpPr>
          <p:nvPr>
            <p:ph type="sldNum" sz="quarter" idx="12"/>
          </p:nvPr>
        </p:nvSpPr>
        <p:spPr/>
        <p:txBody>
          <a:bodyPr/>
          <a:lstStyle/>
          <a:p>
            <a:fld id="{8D45E799-68D8-40F4-95D0-325DDBA8329D}" type="slidenum">
              <a:rPr lang="en-US" smtClean="0"/>
              <a:t>‹#›</a:t>
            </a:fld>
            <a:endParaRPr lang="en-US"/>
          </a:p>
        </p:txBody>
      </p:sp>
    </p:spTree>
    <p:extLst>
      <p:ext uri="{BB962C8B-B14F-4D97-AF65-F5344CB8AC3E}">
        <p14:creationId xmlns:p14="http://schemas.microsoft.com/office/powerpoint/2010/main" val="158563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55985-77E4-D830-97C9-0AE7CDD142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F71EF0-8144-80A0-A65F-2020945435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7A0AC1-C29B-FC41-ACD5-D4FC1D2B96CC}"/>
              </a:ext>
            </a:extLst>
          </p:cNvPr>
          <p:cNvSpPr>
            <a:spLocks noGrp="1"/>
          </p:cNvSpPr>
          <p:nvPr>
            <p:ph type="dt" sz="half" idx="10"/>
          </p:nvPr>
        </p:nvSpPr>
        <p:spPr/>
        <p:txBody>
          <a:bodyPr/>
          <a:lstStyle/>
          <a:p>
            <a:fld id="{79727B35-A310-4A29-B6B4-AB5D4C56D748}" type="datetimeFigureOut">
              <a:rPr lang="en-US" smtClean="0"/>
              <a:t>8/29/2024</a:t>
            </a:fld>
            <a:endParaRPr lang="en-US"/>
          </a:p>
        </p:txBody>
      </p:sp>
      <p:sp>
        <p:nvSpPr>
          <p:cNvPr id="5" name="Footer Placeholder 4">
            <a:extLst>
              <a:ext uri="{FF2B5EF4-FFF2-40B4-BE49-F238E27FC236}">
                <a16:creationId xmlns:a16="http://schemas.microsoft.com/office/drawing/2014/main" id="{77CBE7C1-0FF4-2EA6-9466-BEAC994218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A514E2-8045-D75D-C082-33C5C49E836F}"/>
              </a:ext>
            </a:extLst>
          </p:cNvPr>
          <p:cNvSpPr>
            <a:spLocks noGrp="1"/>
          </p:cNvSpPr>
          <p:nvPr>
            <p:ph type="sldNum" sz="quarter" idx="12"/>
          </p:nvPr>
        </p:nvSpPr>
        <p:spPr/>
        <p:txBody>
          <a:bodyPr/>
          <a:lstStyle/>
          <a:p>
            <a:fld id="{8D45E799-68D8-40F4-95D0-325DDBA8329D}" type="slidenum">
              <a:rPr lang="en-US" smtClean="0"/>
              <a:t>‹#›</a:t>
            </a:fld>
            <a:endParaRPr lang="en-US"/>
          </a:p>
        </p:txBody>
      </p:sp>
    </p:spTree>
    <p:extLst>
      <p:ext uri="{BB962C8B-B14F-4D97-AF65-F5344CB8AC3E}">
        <p14:creationId xmlns:p14="http://schemas.microsoft.com/office/powerpoint/2010/main" val="3601469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A8BB9-EC79-A611-DB50-BF717571BC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FF8D521-CE30-312F-E8BC-99833609569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7C8ACE-C2B8-B6F2-12BB-C0CDB4176751}"/>
              </a:ext>
            </a:extLst>
          </p:cNvPr>
          <p:cNvSpPr>
            <a:spLocks noGrp="1"/>
          </p:cNvSpPr>
          <p:nvPr>
            <p:ph type="dt" sz="half" idx="10"/>
          </p:nvPr>
        </p:nvSpPr>
        <p:spPr/>
        <p:txBody>
          <a:bodyPr/>
          <a:lstStyle/>
          <a:p>
            <a:fld id="{79727B35-A310-4A29-B6B4-AB5D4C56D748}" type="datetimeFigureOut">
              <a:rPr lang="en-US" smtClean="0"/>
              <a:t>8/29/2024</a:t>
            </a:fld>
            <a:endParaRPr lang="en-US"/>
          </a:p>
        </p:txBody>
      </p:sp>
      <p:sp>
        <p:nvSpPr>
          <p:cNvPr id="5" name="Footer Placeholder 4">
            <a:extLst>
              <a:ext uri="{FF2B5EF4-FFF2-40B4-BE49-F238E27FC236}">
                <a16:creationId xmlns:a16="http://schemas.microsoft.com/office/drawing/2014/main" id="{1B4A8A85-F723-9367-091C-12EF2EA54A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F5A20C-50C2-ADD2-FFAF-D7221662EF33}"/>
              </a:ext>
            </a:extLst>
          </p:cNvPr>
          <p:cNvSpPr>
            <a:spLocks noGrp="1"/>
          </p:cNvSpPr>
          <p:nvPr>
            <p:ph type="sldNum" sz="quarter" idx="12"/>
          </p:nvPr>
        </p:nvSpPr>
        <p:spPr/>
        <p:txBody>
          <a:bodyPr/>
          <a:lstStyle/>
          <a:p>
            <a:fld id="{8D45E799-68D8-40F4-95D0-325DDBA8329D}" type="slidenum">
              <a:rPr lang="en-US" smtClean="0"/>
              <a:t>‹#›</a:t>
            </a:fld>
            <a:endParaRPr lang="en-US"/>
          </a:p>
        </p:txBody>
      </p:sp>
    </p:spTree>
    <p:extLst>
      <p:ext uri="{BB962C8B-B14F-4D97-AF65-F5344CB8AC3E}">
        <p14:creationId xmlns:p14="http://schemas.microsoft.com/office/powerpoint/2010/main" val="500927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CD1BD-310F-1BE0-65FB-D3C3AA23ED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C69AE4-BFC3-F675-C4F4-3C54C18880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94F0F3-A9F4-E78C-9B06-71DA776966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4A1CF2-D193-9B9B-508E-E51171BC643C}"/>
              </a:ext>
            </a:extLst>
          </p:cNvPr>
          <p:cNvSpPr>
            <a:spLocks noGrp="1"/>
          </p:cNvSpPr>
          <p:nvPr>
            <p:ph type="dt" sz="half" idx="10"/>
          </p:nvPr>
        </p:nvSpPr>
        <p:spPr/>
        <p:txBody>
          <a:bodyPr/>
          <a:lstStyle/>
          <a:p>
            <a:fld id="{79727B35-A310-4A29-B6B4-AB5D4C56D748}" type="datetimeFigureOut">
              <a:rPr lang="en-US" smtClean="0"/>
              <a:t>8/29/2024</a:t>
            </a:fld>
            <a:endParaRPr lang="en-US"/>
          </a:p>
        </p:txBody>
      </p:sp>
      <p:sp>
        <p:nvSpPr>
          <p:cNvPr id="6" name="Footer Placeholder 5">
            <a:extLst>
              <a:ext uri="{FF2B5EF4-FFF2-40B4-BE49-F238E27FC236}">
                <a16:creationId xmlns:a16="http://schemas.microsoft.com/office/drawing/2014/main" id="{A59FD280-D4DD-2341-CCD5-04F51FEDFF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CDA769-39E2-B5EE-176D-48BC261992FC}"/>
              </a:ext>
            </a:extLst>
          </p:cNvPr>
          <p:cNvSpPr>
            <a:spLocks noGrp="1"/>
          </p:cNvSpPr>
          <p:nvPr>
            <p:ph type="sldNum" sz="quarter" idx="12"/>
          </p:nvPr>
        </p:nvSpPr>
        <p:spPr/>
        <p:txBody>
          <a:bodyPr/>
          <a:lstStyle/>
          <a:p>
            <a:fld id="{8D45E799-68D8-40F4-95D0-325DDBA8329D}" type="slidenum">
              <a:rPr lang="en-US" smtClean="0"/>
              <a:t>‹#›</a:t>
            </a:fld>
            <a:endParaRPr lang="en-US"/>
          </a:p>
        </p:txBody>
      </p:sp>
    </p:spTree>
    <p:extLst>
      <p:ext uri="{BB962C8B-B14F-4D97-AF65-F5344CB8AC3E}">
        <p14:creationId xmlns:p14="http://schemas.microsoft.com/office/powerpoint/2010/main" val="3018024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78C21-DB85-EB81-8846-D75C34A5E2C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22D5EB-D370-9965-9A24-3DFB04F2C5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C4E036-6683-4414-A06E-F8CDDFAB71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9D193A-6029-BCCE-2A09-20D2ED2FED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04D22D-F766-BB7E-2787-49D98C9837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DF976A-8F32-2FB9-A42A-98784375F7A2}"/>
              </a:ext>
            </a:extLst>
          </p:cNvPr>
          <p:cNvSpPr>
            <a:spLocks noGrp="1"/>
          </p:cNvSpPr>
          <p:nvPr>
            <p:ph type="dt" sz="half" idx="10"/>
          </p:nvPr>
        </p:nvSpPr>
        <p:spPr/>
        <p:txBody>
          <a:bodyPr/>
          <a:lstStyle/>
          <a:p>
            <a:fld id="{79727B35-A310-4A29-B6B4-AB5D4C56D748}" type="datetimeFigureOut">
              <a:rPr lang="en-US" smtClean="0"/>
              <a:t>8/29/2024</a:t>
            </a:fld>
            <a:endParaRPr lang="en-US"/>
          </a:p>
        </p:txBody>
      </p:sp>
      <p:sp>
        <p:nvSpPr>
          <p:cNvPr id="8" name="Footer Placeholder 7">
            <a:extLst>
              <a:ext uri="{FF2B5EF4-FFF2-40B4-BE49-F238E27FC236}">
                <a16:creationId xmlns:a16="http://schemas.microsoft.com/office/drawing/2014/main" id="{3E5A25C8-4220-E243-C99C-366AEE1BAE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E6D223-F125-FC49-2E8D-D570A59A0F0D}"/>
              </a:ext>
            </a:extLst>
          </p:cNvPr>
          <p:cNvSpPr>
            <a:spLocks noGrp="1"/>
          </p:cNvSpPr>
          <p:nvPr>
            <p:ph type="sldNum" sz="quarter" idx="12"/>
          </p:nvPr>
        </p:nvSpPr>
        <p:spPr/>
        <p:txBody>
          <a:bodyPr/>
          <a:lstStyle/>
          <a:p>
            <a:fld id="{8D45E799-68D8-40F4-95D0-325DDBA8329D}" type="slidenum">
              <a:rPr lang="en-US" smtClean="0"/>
              <a:t>‹#›</a:t>
            </a:fld>
            <a:endParaRPr lang="en-US"/>
          </a:p>
        </p:txBody>
      </p:sp>
    </p:spTree>
    <p:extLst>
      <p:ext uri="{BB962C8B-B14F-4D97-AF65-F5344CB8AC3E}">
        <p14:creationId xmlns:p14="http://schemas.microsoft.com/office/powerpoint/2010/main" val="3338679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E8560-0A65-4444-8070-76C912DEEA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574341-2F41-6494-00FA-7C62E0C25F6B}"/>
              </a:ext>
            </a:extLst>
          </p:cNvPr>
          <p:cNvSpPr>
            <a:spLocks noGrp="1"/>
          </p:cNvSpPr>
          <p:nvPr>
            <p:ph type="dt" sz="half" idx="10"/>
          </p:nvPr>
        </p:nvSpPr>
        <p:spPr/>
        <p:txBody>
          <a:bodyPr/>
          <a:lstStyle/>
          <a:p>
            <a:fld id="{79727B35-A310-4A29-B6B4-AB5D4C56D748}" type="datetimeFigureOut">
              <a:rPr lang="en-US" smtClean="0"/>
              <a:t>8/29/2024</a:t>
            </a:fld>
            <a:endParaRPr lang="en-US"/>
          </a:p>
        </p:txBody>
      </p:sp>
      <p:sp>
        <p:nvSpPr>
          <p:cNvPr id="4" name="Footer Placeholder 3">
            <a:extLst>
              <a:ext uri="{FF2B5EF4-FFF2-40B4-BE49-F238E27FC236}">
                <a16:creationId xmlns:a16="http://schemas.microsoft.com/office/drawing/2014/main" id="{B77079A4-09B0-5748-7428-303D8EDA73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FF9212-55B4-5A32-D455-D70E50B17E5D}"/>
              </a:ext>
            </a:extLst>
          </p:cNvPr>
          <p:cNvSpPr>
            <a:spLocks noGrp="1"/>
          </p:cNvSpPr>
          <p:nvPr>
            <p:ph type="sldNum" sz="quarter" idx="12"/>
          </p:nvPr>
        </p:nvSpPr>
        <p:spPr/>
        <p:txBody>
          <a:bodyPr/>
          <a:lstStyle/>
          <a:p>
            <a:fld id="{8D45E799-68D8-40F4-95D0-325DDBA8329D}" type="slidenum">
              <a:rPr lang="en-US" smtClean="0"/>
              <a:t>‹#›</a:t>
            </a:fld>
            <a:endParaRPr lang="en-US"/>
          </a:p>
        </p:txBody>
      </p:sp>
    </p:spTree>
    <p:extLst>
      <p:ext uri="{BB962C8B-B14F-4D97-AF65-F5344CB8AC3E}">
        <p14:creationId xmlns:p14="http://schemas.microsoft.com/office/powerpoint/2010/main" val="3264863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EC2D03-3D66-259B-5BCB-E79FCE1591A6}"/>
              </a:ext>
            </a:extLst>
          </p:cNvPr>
          <p:cNvSpPr>
            <a:spLocks noGrp="1"/>
          </p:cNvSpPr>
          <p:nvPr>
            <p:ph type="dt" sz="half" idx="10"/>
          </p:nvPr>
        </p:nvSpPr>
        <p:spPr/>
        <p:txBody>
          <a:bodyPr/>
          <a:lstStyle/>
          <a:p>
            <a:fld id="{79727B35-A310-4A29-B6B4-AB5D4C56D748}" type="datetimeFigureOut">
              <a:rPr lang="en-US" smtClean="0"/>
              <a:t>8/29/2024</a:t>
            </a:fld>
            <a:endParaRPr lang="en-US"/>
          </a:p>
        </p:txBody>
      </p:sp>
      <p:sp>
        <p:nvSpPr>
          <p:cNvPr id="3" name="Footer Placeholder 2">
            <a:extLst>
              <a:ext uri="{FF2B5EF4-FFF2-40B4-BE49-F238E27FC236}">
                <a16:creationId xmlns:a16="http://schemas.microsoft.com/office/drawing/2014/main" id="{67310CF8-00E9-4F1A-3BAC-03D1D3A2554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11E46F-9C92-E8CA-809C-232529E84DCA}"/>
              </a:ext>
            </a:extLst>
          </p:cNvPr>
          <p:cNvSpPr>
            <a:spLocks noGrp="1"/>
          </p:cNvSpPr>
          <p:nvPr>
            <p:ph type="sldNum" sz="quarter" idx="12"/>
          </p:nvPr>
        </p:nvSpPr>
        <p:spPr/>
        <p:txBody>
          <a:bodyPr/>
          <a:lstStyle/>
          <a:p>
            <a:fld id="{8D45E799-68D8-40F4-95D0-325DDBA8329D}" type="slidenum">
              <a:rPr lang="en-US" smtClean="0"/>
              <a:t>‹#›</a:t>
            </a:fld>
            <a:endParaRPr lang="en-US"/>
          </a:p>
        </p:txBody>
      </p:sp>
    </p:spTree>
    <p:extLst>
      <p:ext uri="{BB962C8B-B14F-4D97-AF65-F5344CB8AC3E}">
        <p14:creationId xmlns:p14="http://schemas.microsoft.com/office/powerpoint/2010/main" val="1120176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3A55B-F01E-C1AD-A5DB-C97EF8301F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DE40489-48E3-D79A-97EF-857892A8A5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692961-BFBF-F2E3-F2E5-D9E9D22FA0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27189E-BD1F-7510-1EF6-ED6C18EE39FE}"/>
              </a:ext>
            </a:extLst>
          </p:cNvPr>
          <p:cNvSpPr>
            <a:spLocks noGrp="1"/>
          </p:cNvSpPr>
          <p:nvPr>
            <p:ph type="dt" sz="half" idx="10"/>
          </p:nvPr>
        </p:nvSpPr>
        <p:spPr/>
        <p:txBody>
          <a:bodyPr/>
          <a:lstStyle/>
          <a:p>
            <a:fld id="{79727B35-A310-4A29-B6B4-AB5D4C56D748}" type="datetimeFigureOut">
              <a:rPr lang="en-US" smtClean="0"/>
              <a:t>8/29/2024</a:t>
            </a:fld>
            <a:endParaRPr lang="en-US"/>
          </a:p>
        </p:txBody>
      </p:sp>
      <p:sp>
        <p:nvSpPr>
          <p:cNvPr id="6" name="Footer Placeholder 5">
            <a:extLst>
              <a:ext uri="{FF2B5EF4-FFF2-40B4-BE49-F238E27FC236}">
                <a16:creationId xmlns:a16="http://schemas.microsoft.com/office/drawing/2014/main" id="{78E196BA-E388-D1EA-6FA5-31B0196D84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772877-3C82-94BF-4722-4D1D644E1317}"/>
              </a:ext>
            </a:extLst>
          </p:cNvPr>
          <p:cNvSpPr>
            <a:spLocks noGrp="1"/>
          </p:cNvSpPr>
          <p:nvPr>
            <p:ph type="sldNum" sz="quarter" idx="12"/>
          </p:nvPr>
        </p:nvSpPr>
        <p:spPr/>
        <p:txBody>
          <a:bodyPr/>
          <a:lstStyle/>
          <a:p>
            <a:fld id="{8D45E799-68D8-40F4-95D0-325DDBA8329D}" type="slidenum">
              <a:rPr lang="en-US" smtClean="0"/>
              <a:t>‹#›</a:t>
            </a:fld>
            <a:endParaRPr lang="en-US"/>
          </a:p>
        </p:txBody>
      </p:sp>
    </p:spTree>
    <p:extLst>
      <p:ext uri="{BB962C8B-B14F-4D97-AF65-F5344CB8AC3E}">
        <p14:creationId xmlns:p14="http://schemas.microsoft.com/office/powerpoint/2010/main" val="240564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16FB5-71EF-16DD-3D6E-2C3980496D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63B73D-AB52-DD25-305B-D7F089BD30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DA9D6B-EBD1-F006-D875-3785FDEAF4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482150-F138-14C1-FADD-30FD6493EBDA}"/>
              </a:ext>
            </a:extLst>
          </p:cNvPr>
          <p:cNvSpPr>
            <a:spLocks noGrp="1"/>
          </p:cNvSpPr>
          <p:nvPr>
            <p:ph type="dt" sz="half" idx="10"/>
          </p:nvPr>
        </p:nvSpPr>
        <p:spPr/>
        <p:txBody>
          <a:bodyPr/>
          <a:lstStyle/>
          <a:p>
            <a:fld id="{79727B35-A310-4A29-B6B4-AB5D4C56D748}" type="datetimeFigureOut">
              <a:rPr lang="en-US" smtClean="0"/>
              <a:t>8/29/2024</a:t>
            </a:fld>
            <a:endParaRPr lang="en-US"/>
          </a:p>
        </p:txBody>
      </p:sp>
      <p:sp>
        <p:nvSpPr>
          <p:cNvPr id="6" name="Footer Placeholder 5">
            <a:extLst>
              <a:ext uri="{FF2B5EF4-FFF2-40B4-BE49-F238E27FC236}">
                <a16:creationId xmlns:a16="http://schemas.microsoft.com/office/drawing/2014/main" id="{411E17DF-7AF0-354D-5711-B1A345FCC4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8AEBA6-F971-77A5-E5D7-F4C857E1E558}"/>
              </a:ext>
            </a:extLst>
          </p:cNvPr>
          <p:cNvSpPr>
            <a:spLocks noGrp="1"/>
          </p:cNvSpPr>
          <p:nvPr>
            <p:ph type="sldNum" sz="quarter" idx="12"/>
          </p:nvPr>
        </p:nvSpPr>
        <p:spPr/>
        <p:txBody>
          <a:bodyPr/>
          <a:lstStyle/>
          <a:p>
            <a:fld id="{8D45E799-68D8-40F4-95D0-325DDBA8329D}" type="slidenum">
              <a:rPr lang="en-US" smtClean="0"/>
              <a:t>‹#›</a:t>
            </a:fld>
            <a:endParaRPr lang="en-US"/>
          </a:p>
        </p:txBody>
      </p:sp>
    </p:spTree>
    <p:extLst>
      <p:ext uri="{BB962C8B-B14F-4D97-AF65-F5344CB8AC3E}">
        <p14:creationId xmlns:p14="http://schemas.microsoft.com/office/powerpoint/2010/main" val="2051831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A7BED-D844-EF14-FD52-0A061C5565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48050A-41EA-44A3-5D71-6686925CA4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1E9150-400C-532A-82BF-7690A39B3D59}"/>
              </a:ext>
            </a:extLst>
          </p:cNvPr>
          <p:cNvSpPr>
            <a:spLocks noGrp="1"/>
          </p:cNvSpPr>
          <p:nvPr>
            <p:ph type="dt" sz="half" idx="10"/>
          </p:nvPr>
        </p:nvSpPr>
        <p:spPr/>
        <p:txBody>
          <a:bodyPr/>
          <a:lstStyle/>
          <a:p>
            <a:fld id="{79727B35-A310-4A29-B6B4-AB5D4C56D748}" type="datetimeFigureOut">
              <a:rPr lang="en-US" smtClean="0"/>
              <a:t>8/29/2024</a:t>
            </a:fld>
            <a:endParaRPr lang="en-US"/>
          </a:p>
        </p:txBody>
      </p:sp>
      <p:sp>
        <p:nvSpPr>
          <p:cNvPr id="5" name="Footer Placeholder 4">
            <a:extLst>
              <a:ext uri="{FF2B5EF4-FFF2-40B4-BE49-F238E27FC236}">
                <a16:creationId xmlns:a16="http://schemas.microsoft.com/office/drawing/2014/main" id="{10BE8F7B-8076-6C8A-7620-F15A3358D0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D010A1-0F84-2C30-324E-B589D0C637C8}"/>
              </a:ext>
            </a:extLst>
          </p:cNvPr>
          <p:cNvSpPr>
            <a:spLocks noGrp="1"/>
          </p:cNvSpPr>
          <p:nvPr>
            <p:ph type="sldNum" sz="quarter" idx="12"/>
          </p:nvPr>
        </p:nvSpPr>
        <p:spPr/>
        <p:txBody>
          <a:bodyPr/>
          <a:lstStyle/>
          <a:p>
            <a:fld id="{8D45E799-68D8-40F4-95D0-325DDBA8329D}" type="slidenum">
              <a:rPr lang="en-US" smtClean="0"/>
              <a:t>‹#›</a:t>
            </a:fld>
            <a:endParaRPr lang="en-US"/>
          </a:p>
        </p:txBody>
      </p:sp>
    </p:spTree>
    <p:extLst>
      <p:ext uri="{BB962C8B-B14F-4D97-AF65-F5344CB8AC3E}">
        <p14:creationId xmlns:p14="http://schemas.microsoft.com/office/powerpoint/2010/main" val="2654607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D4A345-60AF-C7AD-E62D-E8D9D5736B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05128E-A546-F5C9-8915-0DEDA99E21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BEF0A0-7AD8-C89B-6AE0-A50E41EEFC82}"/>
              </a:ext>
            </a:extLst>
          </p:cNvPr>
          <p:cNvSpPr>
            <a:spLocks noGrp="1"/>
          </p:cNvSpPr>
          <p:nvPr>
            <p:ph type="dt" sz="half" idx="10"/>
          </p:nvPr>
        </p:nvSpPr>
        <p:spPr/>
        <p:txBody>
          <a:bodyPr/>
          <a:lstStyle/>
          <a:p>
            <a:fld id="{79727B35-A310-4A29-B6B4-AB5D4C56D748}" type="datetimeFigureOut">
              <a:rPr lang="en-US" smtClean="0"/>
              <a:t>8/29/2024</a:t>
            </a:fld>
            <a:endParaRPr lang="en-US"/>
          </a:p>
        </p:txBody>
      </p:sp>
      <p:sp>
        <p:nvSpPr>
          <p:cNvPr id="5" name="Footer Placeholder 4">
            <a:extLst>
              <a:ext uri="{FF2B5EF4-FFF2-40B4-BE49-F238E27FC236}">
                <a16:creationId xmlns:a16="http://schemas.microsoft.com/office/drawing/2014/main" id="{B905B319-CE4C-FEEB-41BD-B38F5D059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EFC6EC-70AF-E3DF-1417-A887C24B4358}"/>
              </a:ext>
            </a:extLst>
          </p:cNvPr>
          <p:cNvSpPr>
            <a:spLocks noGrp="1"/>
          </p:cNvSpPr>
          <p:nvPr>
            <p:ph type="sldNum" sz="quarter" idx="12"/>
          </p:nvPr>
        </p:nvSpPr>
        <p:spPr/>
        <p:txBody>
          <a:bodyPr/>
          <a:lstStyle/>
          <a:p>
            <a:fld id="{8D45E799-68D8-40F4-95D0-325DDBA8329D}" type="slidenum">
              <a:rPr lang="en-US" smtClean="0"/>
              <a:t>‹#›</a:t>
            </a:fld>
            <a:endParaRPr lang="en-US"/>
          </a:p>
        </p:txBody>
      </p:sp>
    </p:spTree>
    <p:extLst>
      <p:ext uri="{BB962C8B-B14F-4D97-AF65-F5344CB8AC3E}">
        <p14:creationId xmlns:p14="http://schemas.microsoft.com/office/powerpoint/2010/main" val="1269647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50FE20-1AF7-1FFD-3900-6C42F564F5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EBFDC4-1F62-1A0B-B793-B249AD18C8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688B45-BB5D-01DB-FBDE-8EA990A375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727B35-A310-4A29-B6B4-AB5D4C56D748}" type="datetimeFigureOut">
              <a:rPr lang="en-US" smtClean="0"/>
              <a:t>8/29/2024</a:t>
            </a:fld>
            <a:endParaRPr lang="en-US"/>
          </a:p>
        </p:txBody>
      </p:sp>
      <p:sp>
        <p:nvSpPr>
          <p:cNvPr id="5" name="Footer Placeholder 4">
            <a:extLst>
              <a:ext uri="{FF2B5EF4-FFF2-40B4-BE49-F238E27FC236}">
                <a16:creationId xmlns:a16="http://schemas.microsoft.com/office/drawing/2014/main" id="{7B07A75E-9593-FDFB-9AEC-544FB2726A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57CF88-A332-4AFD-1C79-D03952D885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45E799-68D8-40F4-95D0-325DDBA8329D}" type="slidenum">
              <a:rPr lang="en-US" smtClean="0"/>
              <a:t>‹#›</a:t>
            </a:fld>
            <a:endParaRPr lang="en-US"/>
          </a:p>
        </p:txBody>
      </p:sp>
    </p:spTree>
    <p:extLst>
      <p:ext uri="{BB962C8B-B14F-4D97-AF65-F5344CB8AC3E}">
        <p14:creationId xmlns:p14="http://schemas.microsoft.com/office/powerpoint/2010/main" val="2591051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5.jpg"/><Relationship Id="rId7" Type="http://schemas.openxmlformats.org/officeDocument/2006/relationships/image" Target="../media/image9.jp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image" Target="../media/image13.jpg"/><Relationship Id="rId7" Type="http://schemas.openxmlformats.org/officeDocument/2006/relationships/image" Target="../media/image17.jpg"/><Relationship Id="rId2" Type="http://schemas.openxmlformats.org/officeDocument/2006/relationships/image" Target="../media/image12.jpg"/><Relationship Id="rId1" Type="http://schemas.openxmlformats.org/officeDocument/2006/relationships/slideLayout" Target="../slideLayouts/slideLayout2.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2.xml"/><Relationship Id="rId5" Type="http://schemas.openxmlformats.org/officeDocument/2006/relationships/image" Target="../media/image34.jpg"/><Relationship Id="rId4" Type="http://schemas.openxmlformats.org/officeDocument/2006/relationships/image" Target="../media/image33.jpg"/></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86;p13">
            <a:extLst>
              <a:ext uri="{FF2B5EF4-FFF2-40B4-BE49-F238E27FC236}">
                <a16:creationId xmlns:a16="http://schemas.microsoft.com/office/drawing/2014/main" id="{10D37D5E-7F81-AFB2-896C-680ABF7E96C1}"/>
              </a:ext>
            </a:extLst>
          </p:cNvPr>
          <p:cNvSpPr txBox="1">
            <a:spLocks/>
          </p:cNvSpPr>
          <p:nvPr/>
        </p:nvSpPr>
        <p:spPr>
          <a:xfrm>
            <a:off x="4075834" y="1334823"/>
            <a:ext cx="7688100" cy="1664700"/>
          </a:xfrm>
          <a:prstGeom prst="rect">
            <a:avLst/>
          </a:prstGeom>
        </p:spPr>
        <p:txBody>
          <a:bodyPr spcFirstLastPara="1" vert="horz" wrap="square" lIns="91425" tIns="91425" rIns="91425" bIns="91425"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b="1" dirty="0">
                <a:latin typeface="Times New Roman" panose="02020603050405020304" pitchFamily="18" charset="0"/>
                <a:cs typeface="Times New Roman" panose="02020603050405020304" pitchFamily="18" charset="0"/>
              </a:rPr>
              <a:t>Discrete Structures</a:t>
            </a:r>
          </a:p>
        </p:txBody>
      </p:sp>
      <p:sp>
        <p:nvSpPr>
          <p:cNvPr id="6" name="TextBox 5">
            <a:extLst>
              <a:ext uri="{FF2B5EF4-FFF2-40B4-BE49-F238E27FC236}">
                <a16:creationId xmlns:a16="http://schemas.microsoft.com/office/drawing/2014/main" id="{9E3032FB-F200-E1DC-7917-01517F6E864B}"/>
              </a:ext>
            </a:extLst>
          </p:cNvPr>
          <p:cNvSpPr txBox="1"/>
          <p:nvPr/>
        </p:nvSpPr>
        <p:spPr>
          <a:xfrm>
            <a:off x="5357352" y="2414748"/>
            <a:ext cx="6098458" cy="1077218"/>
          </a:xfrm>
          <a:prstGeom prst="rect">
            <a:avLst/>
          </a:prstGeom>
          <a:noFill/>
        </p:spPr>
        <p:txBody>
          <a:bodyPr wrap="square">
            <a:spAutoFit/>
          </a:bodyPr>
          <a:lstStyle/>
          <a:p>
            <a:pPr marL="0" lvl="0" indent="0" algn="l" rtl="0">
              <a:spcBef>
                <a:spcPts val="0"/>
              </a:spcBef>
              <a:spcAft>
                <a:spcPts val="0"/>
              </a:spcAft>
              <a:buNone/>
            </a:pPr>
            <a:r>
              <a:rPr lang="en-US" sz="3200" b="1" dirty="0">
                <a:latin typeface="Times New Roman" panose="02020603050405020304" pitchFamily="18" charset="0"/>
                <a:ea typeface="Raleway"/>
                <a:cs typeface="Times New Roman" panose="02020603050405020304" pitchFamily="18" charset="0"/>
                <a:sym typeface="Raleway"/>
              </a:rPr>
              <a:t>CS-1005</a:t>
            </a:r>
          </a:p>
          <a:p>
            <a:pPr marL="0" lvl="0" indent="0" algn="l" rtl="0">
              <a:spcBef>
                <a:spcPts val="0"/>
              </a:spcBef>
              <a:spcAft>
                <a:spcPts val="0"/>
              </a:spcAft>
              <a:buNone/>
            </a:pPr>
            <a:r>
              <a:rPr lang="en-US" sz="3200" b="1" dirty="0">
                <a:latin typeface="Times New Roman" panose="02020603050405020304" pitchFamily="18" charset="0"/>
                <a:ea typeface="Raleway"/>
                <a:cs typeface="Times New Roman" panose="02020603050405020304" pitchFamily="18" charset="0"/>
                <a:sym typeface="Raleway"/>
              </a:rPr>
              <a:t>GCR: e2d2awt</a:t>
            </a:r>
          </a:p>
        </p:txBody>
      </p:sp>
      <p:sp>
        <p:nvSpPr>
          <p:cNvPr id="8" name="TextBox 7">
            <a:extLst>
              <a:ext uri="{FF2B5EF4-FFF2-40B4-BE49-F238E27FC236}">
                <a16:creationId xmlns:a16="http://schemas.microsoft.com/office/drawing/2014/main" id="{4AA6C14E-444A-E20F-4DFC-2A4BD236BB0A}"/>
              </a:ext>
            </a:extLst>
          </p:cNvPr>
          <p:cNvSpPr txBox="1"/>
          <p:nvPr/>
        </p:nvSpPr>
        <p:spPr>
          <a:xfrm>
            <a:off x="3285204" y="4232476"/>
            <a:ext cx="6098458" cy="2123658"/>
          </a:xfrm>
          <a:prstGeom prst="rect">
            <a:avLst/>
          </a:prstGeom>
          <a:noFill/>
        </p:spPr>
        <p:txBody>
          <a:bodyPr wrap="square">
            <a:spAutoFit/>
          </a:bodyPr>
          <a:lstStyle/>
          <a:p>
            <a:pPr marL="0" lvl="0" indent="0" algn="ctr" rtl="0">
              <a:spcBef>
                <a:spcPts val="0"/>
              </a:spcBef>
              <a:spcAft>
                <a:spcPts val="0"/>
              </a:spcAft>
              <a:buNone/>
            </a:pPr>
            <a:r>
              <a:rPr lang="en-US" sz="4400" b="1" dirty="0">
                <a:latin typeface="Times New Roman" panose="02020603050405020304" pitchFamily="18" charset="0"/>
                <a:ea typeface="Raleway"/>
                <a:cs typeface="Times New Roman" panose="02020603050405020304" pitchFamily="18" charset="0"/>
                <a:sym typeface="Raleway"/>
              </a:rPr>
              <a:t>Lecture -4</a:t>
            </a:r>
          </a:p>
          <a:p>
            <a:pPr marL="0" lvl="0" indent="0" algn="ctr" rtl="0">
              <a:spcBef>
                <a:spcPts val="0"/>
              </a:spcBef>
              <a:spcAft>
                <a:spcPts val="0"/>
              </a:spcAft>
              <a:buNone/>
            </a:pPr>
            <a:r>
              <a:rPr lang="en-US" sz="4400" b="1" dirty="0">
                <a:latin typeface="Times New Roman" panose="02020603050405020304" pitchFamily="18" charset="0"/>
                <a:ea typeface="Raleway"/>
                <a:cs typeface="Times New Roman" panose="02020603050405020304" pitchFamily="18" charset="0"/>
                <a:sym typeface="Raleway"/>
              </a:rPr>
              <a:t>by</a:t>
            </a:r>
          </a:p>
          <a:p>
            <a:pPr marL="0" lvl="0" indent="0" algn="ctr" rtl="0">
              <a:spcBef>
                <a:spcPts val="0"/>
              </a:spcBef>
              <a:spcAft>
                <a:spcPts val="0"/>
              </a:spcAft>
              <a:buNone/>
            </a:pPr>
            <a:r>
              <a:rPr lang="en-US" sz="4400" b="1" dirty="0">
                <a:latin typeface="Times New Roman" panose="02020603050405020304" pitchFamily="18" charset="0"/>
                <a:ea typeface="Raleway"/>
                <a:cs typeface="Times New Roman" panose="02020603050405020304" pitchFamily="18" charset="0"/>
                <a:sym typeface="Raleway"/>
              </a:rPr>
              <a:t>Dr. Fehmida Usmani</a:t>
            </a:r>
          </a:p>
        </p:txBody>
      </p:sp>
    </p:spTree>
    <p:extLst>
      <p:ext uri="{BB962C8B-B14F-4D97-AF65-F5344CB8AC3E}">
        <p14:creationId xmlns:p14="http://schemas.microsoft.com/office/powerpoint/2010/main" val="2059971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208F8-F20F-C2BD-9D90-3BDBC3CF8882}"/>
              </a:ext>
            </a:extLst>
          </p:cNvPr>
          <p:cNvSpPr>
            <a:spLocks noGrp="1"/>
          </p:cNvSpPr>
          <p:nvPr>
            <p:ph type="title"/>
          </p:nvPr>
        </p:nvSpPr>
        <p:spPr/>
        <p:txBody>
          <a:bodyPr/>
          <a:lstStyle/>
          <a:p>
            <a:r>
              <a:rPr lang="en-US" dirty="0"/>
              <a:t>Functions</a:t>
            </a:r>
          </a:p>
        </p:txBody>
      </p:sp>
      <p:sp>
        <p:nvSpPr>
          <p:cNvPr id="4" name="Content Placeholder 2">
            <a:extLst>
              <a:ext uri="{FF2B5EF4-FFF2-40B4-BE49-F238E27FC236}">
                <a16:creationId xmlns:a16="http://schemas.microsoft.com/office/drawing/2014/main" id="{34C704EF-A000-3D4E-A38E-891D5AF5CCAD}"/>
              </a:ext>
            </a:extLst>
          </p:cNvPr>
          <p:cNvSpPr>
            <a:spLocks noGrp="1"/>
          </p:cNvSpPr>
          <p:nvPr>
            <p:ph idx="1"/>
          </p:nvPr>
        </p:nvSpPr>
        <p:spPr>
          <a:xfrm>
            <a:off x="838200" y="1825625"/>
            <a:ext cx="10515600" cy="4351338"/>
          </a:xfrm>
        </p:spPr>
        <p:txBody>
          <a:bodyPr/>
          <a:lstStyle/>
          <a:p>
            <a:pPr marL="0" indent="0">
              <a:buNone/>
            </a:pPr>
            <a:r>
              <a:rPr lang="en-US" b="1" dirty="0"/>
              <a:t>Bijection</a:t>
            </a:r>
          </a:p>
          <a:p>
            <a:r>
              <a:rPr lang="en-US" dirty="0"/>
              <a:t>Consider a function that is</a:t>
            </a:r>
            <a:br>
              <a:rPr lang="en-US" dirty="0"/>
            </a:br>
            <a:r>
              <a:rPr lang="en-US" dirty="0"/>
              <a:t>both one-to-one and onto:</a:t>
            </a:r>
          </a:p>
          <a:p>
            <a:endParaRPr lang="en-US" dirty="0"/>
          </a:p>
          <a:p>
            <a:r>
              <a:rPr lang="en-US" dirty="0"/>
              <a:t>Such a function is a one-to-one </a:t>
            </a:r>
          </a:p>
          <a:p>
            <a:pPr marL="0" indent="0">
              <a:buNone/>
            </a:pPr>
            <a:r>
              <a:rPr lang="en-US" dirty="0"/>
              <a:t>  correspondence, or a </a:t>
            </a:r>
            <a:r>
              <a:rPr lang="en-US" dirty="0" err="1"/>
              <a:t>bijection</a:t>
            </a:r>
            <a:r>
              <a:rPr lang="en-US" dirty="0"/>
              <a:t>.</a:t>
            </a:r>
          </a:p>
          <a:p>
            <a:endParaRPr lang="en-US" dirty="0"/>
          </a:p>
        </p:txBody>
      </p:sp>
      <p:grpSp>
        <p:nvGrpSpPr>
          <p:cNvPr id="5" name="Group 4">
            <a:extLst>
              <a:ext uri="{FF2B5EF4-FFF2-40B4-BE49-F238E27FC236}">
                <a16:creationId xmlns:a16="http://schemas.microsoft.com/office/drawing/2014/main" id="{986FC43F-4586-C1FB-2D3A-1610AE774435}"/>
              </a:ext>
            </a:extLst>
          </p:cNvPr>
          <p:cNvGrpSpPr>
            <a:grpSpLocks/>
          </p:cNvGrpSpPr>
          <p:nvPr/>
        </p:nvGrpSpPr>
        <p:grpSpPr bwMode="auto">
          <a:xfrm>
            <a:off x="7612626" y="2177025"/>
            <a:ext cx="1989137" cy="1625600"/>
            <a:chOff x="3215" y="1920"/>
            <a:chExt cx="1253" cy="1024"/>
          </a:xfrm>
        </p:grpSpPr>
        <p:sp>
          <p:nvSpPr>
            <p:cNvPr id="6" name="Text Box 5">
              <a:extLst>
                <a:ext uri="{FF2B5EF4-FFF2-40B4-BE49-F238E27FC236}">
                  <a16:creationId xmlns:a16="http://schemas.microsoft.com/office/drawing/2014/main" id="{1EEBE74B-DBDE-0274-1E21-10780064EA9E}"/>
                </a:ext>
              </a:extLst>
            </p:cNvPr>
            <p:cNvSpPr txBox="1">
              <a:spLocks noChangeArrowheads="1"/>
            </p:cNvSpPr>
            <p:nvPr/>
          </p:nvSpPr>
          <p:spPr bwMode="auto">
            <a:xfrm>
              <a:off x="4271" y="1920"/>
              <a:ext cx="197" cy="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lgn="ctr">
                <a:lnSpc>
                  <a:spcPct val="140000"/>
                </a:lnSpc>
              </a:pPr>
              <a:r>
                <a:rPr lang="en-US" sz="1800"/>
                <a:t>1</a:t>
              </a:r>
            </a:p>
            <a:p>
              <a:pPr algn="ctr">
                <a:lnSpc>
                  <a:spcPct val="140000"/>
                </a:lnSpc>
              </a:pPr>
              <a:r>
                <a:rPr lang="en-US" sz="1800"/>
                <a:t>2</a:t>
              </a:r>
            </a:p>
            <a:p>
              <a:pPr algn="ctr">
                <a:lnSpc>
                  <a:spcPct val="140000"/>
                </a:lnSpc>
              </a:pPr>
              <a:r>
                <a:rPr lang="en-US" sz="1800"/>
                <a:t>3</a:t>
              </a:r>
            </a:p>
            <a:p>
              <a:pPr algn="ctr">
                <a:lnSpc>
                  <a:spcPct val="140000"/>
                </a:lnSpc>
              </a:pPr>
              <a:r>
                <a:rPr lang="en-US" sz="1800"/>
                <a:t>4</a:t>
              </a:r>
            </a:p>
          </p:txBody>
        </p:sp>
        <p:sp>
          <p:nvSpPr>
            <p:cNvPr id="7" name="Text Box 6">
              <a:extLst>
                <a:ext uri="{FF2B5EF4-FFF2-40B4-BE49-F238E27FC236}">
                  <a16:creationId xmlns:a16="http://schemas.microsoft.com/office/drawing/2014/main" id="{15F2C822-C198-5DAE-4D91-C0FA549D8478}"/>
                </a:ext>
              </a:extLst>
            </p:cNvPr>
            <p:cNvSpPr txBox="1">
              <a:spLocks noChangeArrowheads="1"/>
            </p:cNvSpPr>
            <p:nvPr/>
          </p:nvSpPr>
          <p:spPr bwMode="auto">
            <a:xfrm>
              <a:off x="3215" y="1920"/>
              <a:ext cx="197" cy="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lgn="ctr">
                <a:lnSpc>
                  <a:spcPct val="140000"/>
                </a:lnSpc>
              </a:pPr>
              <a:r>
                <a:rPr lang="en-US" sz="1800"/>
                <a:t>a</a:t>
              </a:r>
            </a:p>
            <a:p>
              <a:pPr algn="ctr">
                <a:lnSpc>
                  <a:spcPct val="140000"/>
                </a:lnSpc>
              </a:pPr>
              <a:r>
                <a:rPr lang="en-US" sz="1800"/>
                <a:t>b</a:t>
              </a:r>
            </a:p>
            <a:p>
              <a:pPr algn="ctr">
                <a:lnSpc>
                  <a:spcPct val="140000"/>
                </a:lnSpc>
              </a:pPr>
              <a:r>
                <a:rPr lang="en-US" sz="1800"/>
                <a:t>c</a:t>
              </a:r>
            </a:p>
            <a:p>
              <a:pPr algn="ctr">
                <a:lnSpc>
                  <a:spcPct val="140000"/>
                </a:lnSpc>
              </a:pPr>
              <a:r>
                <a:rPr lang="en-US" sz="1800"/>
                <a:t>d</a:t>
              </a:r>
            </a:p>
          </p:txBody>
        </p:sp>
        <p:sp>
          <p:nvSpPr>
            <p:cNvPr id="8" name="Line 7">
              <a:extLst>
                <a:ext uri="{FF2B5EF4-FFF2-40B4-BE49-F238E27FC236}">
                  <a16:creationId xmlns:a16="http://schemas.microsoft.com/office/drawing/2014/main" id="{6B3771BA-CFF3-AA35-2977-E50457B2305D}"/>
                </a:ext>
              </a:extLst>
            </p:cNvPr>
            <p:cNvSpPr>
              <a:spLocks noChangeShapeType="1"/>
            </p:cNvSpPr>
            <p:nvPr/>
          </p:nvSpPr>
          <p:spPr bwMode="auto">
            <a:xfrm flipV="1">
              <a:off x="3552" y="2592"/>
              <a:ext cx="624" cy="0"/>
            </a:xfrm>
            <a:prstGeom prst="line">
              <a:avLst/>
            </a:prstGeom>
            <a:noFill/>
            <a:ln w="25400">
              <a:solidFill>
                <a:schemeClr val="bg1">
                  <a:lumMod val="65000"/>
                </a:schemeClr>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9" name="Line 8">
              <a:extLst>
                <a:ext uri="{FF2B5EF4-FFF2-40B4-BE49-F238E27FC236}">
                  <a16:creationId xmlns:a16="http://schemas.microsoft.com/office/drawing/2014/main" id="{48C08E65-4E15-2720-CDF7-65D9CE187B46}"/>
                </a:ext>
              </a:extLst>
            </p:cNvPr>
            <p:cNvSpPr>
              <a:spLocks noChangeShapeType="1"/>
            </p:cNvSpPr>
            <p:nvPr/>
          </p:nvSpPr>
          <p:spPr bwMode="auto">
            <a:xfrm>
              <a:off x="3504" y="2112"/>
              <a:ext cx="672" cy="672"/>
            </a:xfrm>
            <a:prstGeom prst="line">
              <a:avLst/>
            </a:prstGeom>
            <a:noFill/>
            <a:ln w="25400">
              <a:solidFill>
                <a:schemeClr val="bg1">
                  <a:lumMod val="65000"/>
                </a:schemeClr>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10" name="Line 9">
              <a:extLst>
                <a:ext uri="{FF2B5EF4-FFF2-40B4-BE49-F238E27FC236}">
                  <a16:creationId xmlns:a16="http://schemas.microsoft.com/office/drawing/2014/main" id="{E457C404-42CE-1A64-3B27-5B8F0D4D8FF5}"/>
                </a:ext>
              </a:extLst>
            </p:cNvPr>
            <p:cNvSpPr>
              <a:spLocks noChangeShapeType="1"/>
            </p:cNvSpPr>
            <p:nvPr/>
          </p:nvSpPr>
          <p:spPr bwMode="auto">
            <a:xfrm flipV="1">
              <a:off x="3552" y="2352"/>
              <a:ext cx="624" cy="480"/>
            </a:xfrm>
            <a:prstGeom prst="line">
              <a:avLst/>
            </a:prstGeom>
            <a:noFill/>
            <a:ln w="25400">
              <a:solidFill>
                <a:schemeClr val="bg1">
                  <a:lumMod val="65000"/>
                </a:schemeClr>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11" name="Line 10">
              <a:extLst>
                <a:ext uri="{FF2B5EF4-FFF2-40B4-BE49-F238E27FC236}">
                  <a16:creationId xmlns:a16="http://schemas.microsoft.com/office/drawing/2014/main" id="{15B7B207-61A5-70EF-F403-D8DEC2344F39}"/>
                </a:ext>
              </a:extLst>
            </p:cNvPr>
            <p:cNvSpPr>
              <a:spLocks noChangeShapeType="1"/>
            </p:cNvSpPr>
            <p:nvPr/>
          </p:nvSpPr>
          <p:spPr bwMode="auto">
            <a:xfrm flipV="1">
              <a:off x="3552" y="2112"/>
              <a:ext cx="624" cy="240"/>
            </a:xfrm>
            <a:prstGeom prst="line">
              <a:avLst/>
            </a:prstGeom>
            <a:noFill/>
            <a:ln w="25400">
              <a:solidFill>
                <a:schemeClr val="bg1">
                  <a:lumMod val="65000"/>
                </a:schemeClr>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US"/>
            </a:p>
          </p:txBody>
        </p:sp>
        <p:grpSp>
          <p:nvGrpSpPr>
            <p:cNvPr id="12" name="Group 11">
              <a:extLst>
                <a:ext uri="{FF2B5EF4-FFF2-40B4-BE49-F238E27FC236}">
                  <a16:creationId xmlns:a16="http://schemas.microsoft.com/office/drawing/2014/main" id="{A95A4DF1-6B05-9B08-FE0F-2D67A48C2EC6}"/>
                </a:ext>
              </a:extLst>
            </p:cNvPr>
            <p:cNvGrpSpPr>
              <a:grpSpLocks/>
            </p:cNvGrpSpPr>
            <p:nvPr/>
          </p:nvGrpSpPr>
          <p:grpSpPr bwMode="auto">
            <a:xfrm>
              <a:off x="3456" y="2064"/>
              <a:ext cx="96" cy="816"/>
              <a:chOff x="1848" y="1920"/>
              <a:chExt cx="96" cy="816"/>
            </a:xfrm>
          </p:grpSpPr>
          <p:sp>
            <p:nvSpPr>
              <p:cNvPr id="18" name="Oval 12">
                <a:extLst>
                  <a:ext uri="{FF2B5EF4-FFF2-40B4-BE49-F238E27FC236}">
                    <a16:creationId xmlns:a16="http://schemas.microsoft.com/office/drawing/2014/main" id="{CA79BE8E-EBD4-30C5-0292-A45C3AD10E12}"/>
                  </a:ext>
                </a:extLst>
              </p:cNvPr>
              <p:cNvSpPr>
                <a:spLocks noChangeArrowheads="1"/>
              </p:cNvSpPr>
              <p:nvPr/>
            </p:nvSpPr>
            <p:spPr bwMode="auto">
              <a:xfrm>
                <a:off x="1848" y="192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19" name="Oval 13">
                <a:extLst>
                  <a:ext uri="{FF2B5EF4-FFF2-40B4-BE49-F238E27FC236}">
                    <a16:creationId xmlns:a16="http://schemas.microsoft.com/office/drawing/2014/main" id="{91C25511-9B80-310B-3FF7-C44D768FCD50}"/>
                  </a:ext>
                </a:extLst>
              </p:cNvPr>
              <p:cNvSpPr>
                <a:spLocks noChangeArrowheads="1"/>
              </p:cNvSpPr>
              <p:nvPr/>
            </p:nvSpPr>
            <p:spPr bwMode="auto">
              <a:xfrm>
                <a:off x="1848" y="216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20" name="Oval 14">
                <a:extLst>
                  <a:ext uri="{FF2B5EF4-FFF2-40B4-BE49-F238E27FC236}">
                    <a16:creationId xmlns:a16="http://schemas.microsoft.com/office/drawing/2014/main" id="{DBC46041-A62D-A4EB-027C-8D52342DE07D}"/>
                  </a:ext>
                </a:extLst>
              </p:cNvPr>
              <p:cNvSpPr>
                <a:spLocks noChangeArrowheads="1"/>
              </p:cNvSpPr>
              <p:nvPr/>
            </p:nvSpPr>
            <p:spPr bwMode="auto">
              <a:xfrm>
                <a:off x="1848" y="240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21" name="Oval 15">
                <a:extLst>
                  <a:ext uri="{FF2B5EF4-FFF2-40B4-BE49-F238E27FC236}">
                    <a16:creationId xmlns:a16="http://schemas.microsoft.com/office/drawing/2014/main" id="{F6B83D5B-4B17-FFAE-33BD-ECF30253E945}"/>
                  </a:ext>
                </a:extLst>
              </p:cNvPr>
              <p:cNvSpPr>
                <a:spLocks noChangeArrowheads="1"/>
              </p:cNvSpPr>
              <p:nvPr/>
            </p:nvSpPr>
            <p:spPr bwMode="auto">
              <a:xfrm>
                <a:off x="1848" y="264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grpSp>
        <p:grpSp>
          <p:nvGrpSpPr>
            <p:cNvPr id="13" name="Group 16">
              <a:extLst>
                <a:ext uri="{FF2B5EF4-FFF2-40B4-BE49-F238E27FC236}">
                  <a16:creationId xmlns:a16="http://schemas.microsoft.com/office/drawing/2014/main" id="{C7FE0540-60FE-FE8C-808B-877A88252B03}"/>
                </a:ext>
              </a:extLst>
            </p:cNvPr>
            <p:cNvGrpSpPr>
              <a:grpSpLocks/>
            </p:cNvGrpSpPr>
            <p:nvPr/>
          </p:nvGrpSpPr>
          <p:grpSpPr bwMode="auto">
            <a:xfrm>
              <a:off x="4176" y="2064"/>
              <a:ext cx="96" cy="816"/>
              <a:chOff x="1848" y="1920"/>
              <a:chExt cx="96" cy="816"/>
            </a:xfrm>
          </p:grpSpPr>
          <p:sp>
            <p:nvSpPr>
              <p:cNvPr id="14" name="Oval 17">
                <a:extLst>
                  <a:ext uri="{FF2B5EF4-FFF2-40B4-BE49-F238E27FC236}">
                    <a16:creationId xmlns:a16="http://schemas.microsoft.com/office/drawing/2014/main" id="{EA8CF931-74F9-6F62-39C0-9C40C62C42C7}"/>
                  </a:ext>
                </a:extLst>
              </p:cNvPr>
              <p:cNvSpPr>
                <a:spLocks noChangeArrowheads="1"/>
              </p:cNvSpPr>
              <p:nvPr/>
            </p:nvSpPr>
            <p:spPr bwMode="auto">
              <a:xfrm>
                <a:off x="1848" y="192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15" name="Oval 18">
                <a:extLst>
                  <a:ext uri="{FF2B5EF4-FFF2-40B4-BE49-F238E27FC236}">
                    <a16:creationId xmlns:a16="http://schemas.microsoft.com/office/drawing/2014/main" id="{91CA2B8D-672D-094C-37BD-BCCE1A0E2693}"/>
                  </a:ext>
                </a:extLst>
              </p:cNvPr>
              <p:cNvSpPr>
                <a:spLocks noChangeArrowheads="1"/>
              </p:cNvSpPr>
              <p:nvPr/>
            </p:nvSpPr>
            <p:spPr bwMode="auto">
              <a:xfrm>
                <a:off x="1848" y="216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16" name="Oval 19">
                <a:extLst>
                  <a:ext uri="{FF2B5EF4-FFF2-40B4-BE49-F238E27FC236}">
                    <a16:creationId xmlns:a16="http://schemas.microsoft.com/office/drawing/2014/main" id="{71FE05DF-01A9-3524-95ED-0CB01EE3F73B}"/>
                  </a:ext>
                </a:extLst>
              </p:cNvPr>
              <p:cNvSpPr>
                <a:spLocks noChangeArrowheads="1"/>
              </p:cNvSpPr>
              <p:nvPr/>
            </p:nvSpPr>
            <p:spPr bwMode="auto">
              <a:xfrm>
                <a:off x="1848" y="240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17" name="Oval 20">
                <a:extLst>
                  <a:ext uri="{FF2B5EF4-FFF2-40B4-BE49-F238E27FC236}">
                    <a16:creationId xmlns:a16="http://schemas.microsoft.com/office/drawing/2014/main" id="{7EFD0E2A-8237-A845-021F-853125ABB5DA}"/>
                  </a:ext>
                </a:extLst>
              </p:cNvPr>
              <p:cNvSpPr>
                <a:spLocks noChangeArrowheads="1"/>
              </p:cNvSpPr>
              <p:nvPr/>
            </p:nvSpPr>
            <p:spPr bwMode="auto">
              <a:xfrm>
                <a:off x="1848" y="264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grpSp>
      </p:grpSp>
    </p:spTree>
    <p:extLst>
      <p:ext uri="{BB962C8B-B14F-4D97-AF65-F5344CB8AC3E}">
        <p14:creationId xmlns:p14="http://schemas.microsoft.com/office/powerpoint/2010/main" val="1197321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7DB07-C4AC-9A6C-520E-CCA2C4FB5791}"/>
              </a:ext>
            </a:extLst>
          </p:cNvPr>
          <p:cNvSpPr>
            <a:spLocks noGrp="1"/>
          </p:cNvSpPr>
          <p:nvPr>
            <p:ph type="title"/>
          </p:nvPr>
        </p:nvSpPr>
        <p:spPr/>
        <p:txBody>
          <a:bodyPr/>
          <a:lstStyle/>
          <a:p>
            <a:r>
              <a:rPr lang="en-US" dirty="0"/>
              <a:t>Functions</a:t>
            </a:r>
          </a:p>
        </p:txBody>
      </p:sp>
      <p:sp>
        <p:nvSpPr>
          <p:cNvPr id="4" name="Content Placeholder 2">
            <a:extLst>
              <a:ext uri="{FF2B5EF4-FFF2-40B4-BE49-F238E27FC236}">
                <a16:creationId xmlns:a16="http://schemas.microsoft.com/office/drawing/2014/main" id="{45FD56D7-E918-C520-A9E7-6927881B13A0}"/>
              </a:ext>
            </a:extLst>
          </p:cNvPr>
          <p:cNvSpPr>
            <a:spLocks noGrp="1"/>
          </p:cNvSpPr>
          <p:nvPr>
            <p:ph idx="1"/>
          </p:nvPr>
        </p:nvSpPr>
        <p:spPr>
          <a:xfrm>
            <a:off x="838200" y="1825625"/>
            <a:ext cx="10515600" cy="4351338"/>
          </a:xfrm>
        </p:spPr>
        <p:txBody>
          <a:bodyPr>
            <a:normAutofit lnSpcReduction="10000"/>
          </a:bodyPr>
          <a:lstStyle/>
          <a:p>
            <a:r>
              <a:rPr lang="en-US" dirty="0"/>
              <a:t>Just as we are able to </a:t>
            </a:r>
            <a:r>
              <a:rPr lang="en-US" b="1" dirty="0"/>
              <a:t>add (+), subtract (-), multiply (*), and divide (÷) </a:t>
            </a:r>
            <a:r>
              <a:rPr lang="en-US" dirty="0"/>
              <a:t>two or more numbers, we are able to </a:t>
            </a:r>
            <a:r>
              <a:rPr lang="en-US" b="1" dirty="0">
                <a:solidFill>
                  <a:srgbClr val="C00000"/>
                </a:solidFill>
              </a:rPr>
              <a:t>+ , - , * , and ÷ two or more functions</a:t>
            </a:r>
          </a:p>
          <a:p>
            <a:endParaRPr lang="en-US" sz="1400" dirty="0"/>
          </a:p>
          <a:p>
            <a:r>
              <a:rPr lang="en-US" dirty="0"/>
              <a:t>Let </a:t>
            </a:r>
            <a:r>
              <a:rPr lang="en-US" i="1" dirty="0"/>
              <a:t>f</a:t>
            </a:r>
            <a:r>
              <a:rPr lang="en-US" dirty="0"/>
              <a:t> and </a:t>
            </a:r>
            <a:r>
              <a:rPr lang="en-US" i="1" dirty="0"/>
              <a:t>g</a:t>
            </a:r>
            <a:r>
              <a:rPr lang="en-US" dirty="0"/>
              <a:t> be functions from </a:t>
            </a:r>
            <a:r>
              <a:rPr lang="en-US" b="1" i="1" dirty="0"/>
              <a:t>A</a:t>
            </a:r>
            <a:r>
              <a:rPr lang="en-US" i="1" dirty="0"/>
              <a:t> </a:t>
            </a:r>
            <a:r>
              <a:rPr lang="en-US" dirty="0"/>
              <a:t>to </a:t>
            </a:r>
            <a:r>
              <a:rPr lang="en-US" b="1" dirty="0"/>
              <a:t>R</a:t>
            </a:r>
            <a:r>
              <a:rPr lang="en-US" dirty="0"/>
              <a:t>. Then </a:t>
            </a:r>
            <a:r>
              <a:rPr lang="en-US" i="1" dirty="0">
                <a:latin typeface="Times New Roman" pitchFamily="18" charset="0"/>
                <a:cs typeface="Times New Roman" pitchFamily="18" charset="0"/>
              </a:rPr>
              <a:t>f + g, f – g, f * g </a:t>
            </a:r>
            <a:r>
              <a:rPr lang="en-US" dirty="0"/>
              <a:t>and </a:t>
            </a:r>
            <a:r>
              <a:rPr lang="en-US" i="1" dirty="0">
                <a:latin typeface="Times New Roman" pitchFamily="18" charset="0"/>
                <a:cs typeface="Times New Roman" pitchFamily="18" charset="0"/>
              </a:rPr>
              <a:t>f/g </a:t>
            </a:r>
            <a:r>
              <a:rPr lang="en-US" dirty="0"/>
              <a:t>are also functions from </a:t>
            </a:r>
            <a:r>
              <a:rPr lang="en-US" b="1" i="1" dirty="0"/>
              <a:t>A</a:t>
            </a:r>
            <a:r>
              <a:rPr lang="en-US" i="1" dirty="0"/>
              <a:t> </a:t>
            </a:r>
            <a:r>
              <a:rPr lang="en-US" dirty="0"/>
              <a:t>to </a:t>
            </a:r>
            <a:r>
              <a:rPr lang="en-US" b="1" dirty="0"/>
              <a:t>R </a:t>
            </a:r>
            <a:r>
              <a:rPr lang="en-US" dirty="0"/>
              <a:t>defined for all </a:t>
            </a:r>
            <a:r>
              <a:rPr lang="en-US" b="1" i="1" dirty="0"/>
              <a:t>x </a:t>
            </a:r>
            <a:r>
              <a:rPr lang="en-US" b="1" dirty="0"/>
              <a:t>∈ </a:t>
            </a:r>
            <a:r>
              <a:rPr lang="en-US" b="1" i="1" dirty="0"/>
              <a:t>A</a:t>
            </a:r>
            <a:r>
              <a:rPr lang="en-US" i="1" dirty="0"/>
              <a:t> </a:t>
            </a:r>
            <a:r>
              <a:rPr lang="en-US" dirty="0"/>
              <a:t>by:</a:t>
            </a:r>
          </a:p>
          <a:p>
            <a:pPr marL="400050" indent="-342900"/>
            <a:r>
              <a:rPr lang="en-US" i="1" dirty="0">
                <a:latin typeface="Times New Roman" pitchFamily="18" charset="0"/>
                <a:cs typeface="Times New Roman" pitchFamily="18" charset="0"/>
              </a:rPr>
              <a:t>(f + g)(x) = f(x) + g(x)</a:t>
            </a:r>
          </a:p>
          <a:p>
            <a:pPr marL="400050" indent="-342900"/>
            <a:r>
              <a:rPr lang="en-US" i="1" dirty="0">
                <a:latin typeface="Times New Roman" pitchFamily="18" charset="0"/>
                <a:cs typeface="Times New Roman" pitchFamily="18" charset="0"/>
              </a:rPr>
              <a:t>(f - g)(x)  = f(x) - g(x)</a:t>
            </a:r>
          </a:p>
          <a:p>
            <a:pPr marL="400050" indent="-342900"/>
            <a:r>
              <a:rPr lang="en-US" i="1" dirty="0">
                <a:latin typeface="Times New Roman" pitchFamily="18" charset="0"/>
                <a:cs typeface="Times New Roman" pitchFamily="18" charset="0"/>
              </a:rPr>
              <a:t>(f *g)(x) = f (x)*g(x) 		</a:t>
            </a:r>
          </a:p>
          <a:p>
            <a:pPr marL="400050" indent="-342900"/>
            <a:r>
              <a:rPr lang="en-US" i="1" dirty="0">
                <a:latin typeface="Times New Roman" pitchFamily="18" charset="0"/>
                <a:cs typeface="Times New Roman" pitchFamily="18" charset="0"/>
              </a:rPr>
              <a:t>(f/g)(x) = f(x)/g(x) 	</a:t>
            </a:r>
            <a:r>
              <a:rPr lang="en-US" dirty="0"/>
              <a:t>	given that </a:t>
            </a:r>
            <a:r>
              <a:rPr lang="en-US" i="1" dirty="0">
                <a:latin typeface="Times New Roman" pitchFamily="18" charset="0"/>
                <a:cs typeface="Times New Roman" pitchFamily="18" charset="0"/>
              </a:rPr>
              <a:t>g(x)≠0</a:t>
            </a:r>
          </a:p>
          <a:p>
            <a:endParaRPr lang="en-US" dirty="0"/>
          </a:p>
        </p:txBody>
      </p:sp>
    </p:spTree>
    <p:extLst>
      <p:ext uri="{BB962C8B-B14F-4D97-AF65-F5344CB8AC3E}">
        <p14:creationId xmlns:p14="http://schemas.microsoft.com/office/powerpoint/2010/main" val="711163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9F512-5219-CF96-BD1D-AFEDAB85CF55}"/>
              </a:ext>
            </a:extLst>
          </p:cNvPr>
          <p:cNvSpPr>
            <a:spLocks noGrp="1"/>
          </p:cNvSpPr>
          <p:nvPr>
            <p:ph type="title"/>
          </p:nvPr>
        </p:nvSpPr>
        <p:spPr/>
        <p:txBody>
          <a:bodyPr/>
          <a:lstStyle/>
          <a:p>
            <a:r>
              <a:rPr lang="en-US" dirty="0"/>
              <a:t>Functions</a:t>
            </a:r>
          </a:p>
        </p:txBody>
      </p:sp>
      <p:sp>
        <p:nvSpPr>
          <p:cNvPr id="4" name="Content Placeholder 2">
            <a:extLst>
              <a:ext uri="{FF2B5EF4-FFF2-40B4-BE49-F238E27FC236}">
                <a16:creationId xmlns:a16="http://schemas.microsoft.com/office/drawing/2014/main" id="{69EAD959-3CC2-64BF-55C4-17367175B590}"/>
              </a:ext>
            </a:extLst>
          </p:cNvPr>
          <p:cNvSpPr>
            <a:spLocks noGrp="1"/>
          </p:cNvSpPr>
          <p:nvPr>
            <p:ph idx="1"/>
          </p:nvPr>
        </p:nvSpPr>
        <p:spPr>
          <a:xfrm>
            <a:off x="838200" y="1825625"/>
            <a:ext cx="10515600" cy="4351338"/>
          </a:xfrm>
        </p:spPr>
        <p:txBody>
          <a:bodyPr/>
          <a:lstStyle/>
          <a:p>
            <a:pPr>
              <a:buNone/>
              <a:defRPr/>
            </a:pPr>
            <a:r>
              <a:rPr lang="en-US" dirty="0"/>
              <a:t>Let </a:t>
            </a: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1</a:t>
            </a:r>
            <a:r>
              <a:rPr lang="en-US" i="1" dirty="0">
                <a:latin typeface="Times New Roman" pitchFamily="18" charset="0"/>
                <a:cs typeface="Times New Roman" pitchFamily="18" charset="0"/>
              </a:rPr>
              <a:t> </a:t>
            </a:r>
            <a:r>
              <a:rPr lang="en-US" dirty="0"/>
              <a:t>and </a:t>
            </a: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2</a:t>
            </a:r>
            <a:r>
              <a:rPr lang="en-US" dirty="0"/>
              <a:t> be functions from </a:t>
            </a:r>
            <a:r>
              <a:rPr lang="en-US" b="1" dirty="0"/>
              <a:t>R </a:t>
            </a:r>
            <a:r>
              <a:rPr lang="en-US" dirty="0"/>
              <a:t>to </a:t>
            </a:r>
            <a:r>
              <a:rPr lang="en-US" b="1" dirty="0"/>
              <a:t>R </a:t>
            </a:r>
            <a:r>
              <a:rPr lang="en-US" dirty="0"/>
              <a:t>such that: </a:t>
            </a:r>
          </a:p>
          <a:p>
            <a:pPr>
              <a:buNone/>
              <a:defRPr/>
            </a:pPr>
            <a:endParaRPr lang="en-US" dirty="0">
              <a:solidFill>
                <a:srgbClr val="C00000"/>
              </a:solidFill>
              <a:latin typeface="Times New Roman" pitchFamily="18" charset="0"/>
              <a:cs typeface="Times New Roman" pitchFamily="18" charset="0"/>
            </a:endParaRPr>
          </a:p>
          <a:p>
            <a:pPr>
              <a:defRPr/>
            </a:pP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x</a:t>
            </a:r>
            <a:r>
              <a:rPr lang="en-US" dirty="0">
                <a:latin typeface="Times New Roman" pitchFamily="18" charset="0"/>
                <a:cs typeface="Times New Roman" pitchFamily="18" charset="0"/>
              </a:rPr>
              <a:t>) = 2</a:t>
            </a:r>
            <a:r>
              <a:rPr lang="en-US" i="1" dirty="0">
                <a:latin typeface="Times New Roman" pitchFamily="18" charset="0"/>
                <a:cs typeface="Times New Roman" pitchFamily="18" charset="0"/>
              </a:rPr>
              <a:t>x</a:t>
            </a:r>
          </a:p>
          <a:p>
            <a:pPr>
              <a:defRPr/>
            </a:pP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x</a:t>
            </a:r>
            <a:r>
              <a:rPr lang="en-US" dirty="0">
                <a:latin typeface="Times New Roman" pitchFamily="18" charset="0"/>
                <a:cs typeface="Times New Roman" pitchFamily="18" charset="0"/>
              </a:rPr>
              <a:t>) = </a:t>
            </a:r>
            <a:r>
              <a:rPr lang="en-US" i="1" dirty="0">
                <a:latin typeface="Times New Roman" pitchFamily="18" charset="0"/>
                <a:cs typeface="Times New Roman" pitchFamily="18" charset="0"/>
              </a:rPr>
              <a:t>x</a:t>
            </a:r>
            <a:r>
              <a:rPr lang="en-US" baseline="30000" dirty="0">
                <a:latin typeface="Times New Roman" pitchFamily="18" charset="0"/>
                <a:cs typeface="Times New Roman" pitchFamily="18" charset="0"/>
              </a:rPr>
              <a:t>2</a:t>
            </a:r>
          </a:p>
          <a:p>
            <a:pPr>
              <a:defRPr/>
            </a:pPr>
            <a:r>
              <a:rPr lang="en-US" dirty="0">
                <a:latin typeface="Times New Roman" pitchFamily="18" charset="0"/>
                <a:cs typeface="Times New Roman" pitchFamily="18" charset="0"/>
              </a:rPr>
              <a:t>Find </a:t>
            </a:r>
            <a:r>
              <a:rPr lang="en-US" i="1" dirty="0">
                <a:latin typeface="Times New Roman" pitchFamily="18" charset="0"/>
                <a:cs typeface="Times New Roman" pitchFamily="18" charset="0"/>
              </a:rPr>
              <a:t> f</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 + </a:t>
            </a: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 and </a:t>
            </a: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2.</a:t>
            </a:r>
            <a:endParaRPr lang="en-US" dirty="0">
              <a:latin typeface="Times New Roman" pitchFamily="18" charset="0"/>
              <a:cs typeface="Times New Roman" pitchFamily="18" charset="0"/>
            </a:endParaRPr>
          </a:p>
          <a:p>
            <a:pPr>
              <a:defRPr/>
            </a:pP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 = (</a:t>
            </a: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x</a:t>
            </a:r>
            <a:r>
              <a:rPr lang="en-US" dirty="0">
                <a:latin typeface="Times New Roman" pitchFamily="18" charset="0"/>
                <a:cs typeface="Times New Roman" pitchFamily="18" charset="0"/>
              </a:rPr>
              <a:t>) = </a:t>
            </a: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x</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x</a:t>
            </a:r>
            <a:r>
              <a:rPr lang="en-US" dirty="0">
                <a:latin typeface="Times New Roman" pitchFamily="18" charset="0"/>
                <a:cs typeface="Times New Roman" pitchFamily="18" charset="0"/>
              </a:rPr>
              <a:t>) = 2</a:t>
            </a:r>
            <a:r>
              <a:rPr lang="en-US" i="1" dirty="0">
                <a:latin typeface="Times New Roman" pitchFamily="18" charset="0"/>
                <a:cs typeface="Times New Roman" pitchFamily="18" charset="0"/>
              </a:rPr>
              <a:t>x</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x</a:t>
            </a:r>
            <a:r>
              <a:rPr lang="en-US" baseline="30000" dirty="0">
                <a:latin typeface="Times New Roman" pitchFamily="18" charset="0"/>
                <a:cs typeface="Times New Roman" pitchFamily="18" charset="0"/>
              </a:rPr>
              <a:t>2</a:t>
            </a:r>
            <a:endParaRPr lang="en-US" dirty="0">
              <a:latin typeface="Times New Roman" pitchFamily="18" charset="0"/>
              <a:cs typeface="Times New Roman" pitchFamily="18" charset="0"/>
            </a:endParaRPr>
          </a:p>
          <a:p>
            <a:pPr>
              <a:defRPr/>
            </a:pP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 = (</a:t>
            </a: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x</a:t>
            </a:r>
            <a:r>
              <a:rPr lang="en-US" dirty="0">
                <a:latin typeface="Times New Roman" pitchFamily="18" charset="0"/>
                <a:cs typeface="Times New Roman" pitchFamily="18" charset="0"/>
              </a:rPr>
              <a:t>) = </a:t>
            </a: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x</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f</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x</a:t>
            </a:r>
            <a:r>
              <a:rPr lang="en-US" dirty="0">
                <a:latin typeface="Times New Roman" pitchFamily="18" charset="0"/>
                <a:cs typeface="Times New Roman" pitchFamily="18" charset="0"/>
              </a:rPr>
              <a:t>) = 2</a:t>
            </a:r>
            <a:r>
              <a:rPr lang="en-US" i="1" dirty="0">
                <a:latin typeface="Times New Roman" pitchFamily="18" charset="0"/>
                <a:cs typeface="Times New Roman" pitchFamily="18" charset="0"/>
              </a:rPr>
              <a:t>x</a:t>
            </a:r>
            <a:r>
              <a:rPr lang="en-US" dirty="0">
                <a:latin typeface="Times New Roman" pitchFamily="18" charset="0"/>
                <a:cs typeface="Times New Roman" pitchFamily="18" charset="0"/>
              </a:rPr>
              <a:t>*</a:t>
            </a:r>
            <a:r>
              <a:rPr lang="en-US" i="1" dirty="0">
                <a:latin typeface="Times New Roman" pitchFamily="18" charset="0"/>
                <a:cs typeface="Times New Roman" pitchFamily="18" charset="0"/>
              </a:rPr>
              <a:t>x</a:t>
            </a:r>
            <a:r>
              <a:rPr lang="en-US" baseline="30000" dirty="0">
                <a:latin typeface="Times New Roman" pitchFamily="18" charset="0"/>
                <a:cs typeface="Times New Roman" pitchFamily="18" charset="0"/>
              </a:rPr>
              <a:t>2</a:t>
            </a:r>
            <a:r>
              <a:rPr lang="en-US" dirty="0">
                <a:latin typeface="Times New Roman" pitchFamily="18" charset="0"/>
                <a:cs typeface="Times New Roman" pitchFamily="18" charset="0"/>
              </a:rPr>
              <a:t> = 2</a:t>
            </a:r>
            <a:r>
              <a:rPr lang="en-US" i="1" dirty="0">
                <a:latin typeface="Times New Roman" pitchFamily="18" charset="0"/>
                <a:cs typeface="Times New Roman" pitchFamily="18" charset="0"/>
              </a:rPr>
              <a:t>x</a:t>
            </a:r>
            <a:r>
              <a:rPr lang="en-US" baseline="30000" dirty="0">
                <a:latin typeface="Times New Roman" pitchFamily="18" charset="0"/>
                <a:cs typeface="Times New Roman" pitchFamily="18" charset="0"/>
              </a:rPr>
              <a:t>3</a:t>
            </a:r>
          </a:p>
          <a:p>
            <a:endParaRPr lang="en-US" dirty="0"/>
          </a:p>
          <a:p>
            <a:endParaRPr lang="en-US" dirty="0"/>
          </a:p>
        </p:txBody>
      </p:sp>
    </p:spTree>
    <p:extLst>
      <p:ext uri="{BB962C8B-B14F-4D97-AF65-F5344CB8AC3E}">
        <p14:creationId xmlns:p14="http://schemas.microsoft.com/office/powerpoint/2010/main" val="3873785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317EC-0384-D941-A4FD-45F958BDE022}"/>
              </a:ext>
            </a:extLst>
          </p:cNvPr>
          <p:cNvSpPr>
            <a:spLocks noGrp="1"/>
          </p:cNvSpPr>
          <p:nvPr>
            <p:ph type="title"/>
          </p:nvPr>
        </p:nvSpPr>
        <p:spPr/>
        <p:txBody>
          <a:bodyPr/>
          <a:lstStyle/>
          <a:p>
            <a:r>
              <a:rPr lang="en-US" dirty="0"/>
              <a:t>Functions</a:t>
            </a:r>
          </a:p>
        </p:txBody>
      </p:sp>
      <p:sp>
        <p:nvSpPr>
          <p:cNvPr id="3" name="Content Placeholder 2">
            <a:extLst>
              <a:ext uri="{FF2B5EF4-FFF2-40B4-BE49-F238E27FC236}">
                <a16:creationId xmlns:a16="http://schemas.microsoft.com/office/drawing/2014/main" id="{552A9D24-D5F3-9535-6549-5B8D0AA2947A}"/>
              </a:ext>
            </a:extLst>
          </p:cNvPr>
          <p:cNvSpPr>
            <a:spLocks noGrp="1"/>
          </p:cNvSpPr>
          <p:nvPr>
            <p:ph idx="1"/>
          </p:nvPr>
        </p:nvSpPr>
        <p:spPr/>
        <p:txBody>
          <a:bodyPr>
            <a:normAutofit lnSpcReduction="10000"/>
          </a:bodyPr>
          <a:lstStyle/>
          <a:p>
            <a:r>
              <a:rPr lang="en-US" dirty="0"/>
              <a:t>Let </a:t>
            </a:r>
            <a:r>
              <a:rPr lang="en-US" dirty="0">
                <a:latin typeface="Times New Roman" panose="02020603050405020304" pitchFamily="18" charset="0"/>
                <a:cs typeface="Times New Roman" panose="02020603050405020304" pitchFamily="18" charset="0"/>
              </a:rPr>
              <a:t>f</a:t>
            </a:r>
            <a:r>
              <a:rPr lang="en-US" dirty="0"/>
              <a:t> and </a:t>
            </a:r>
            <a:r>
              <a:rPr lang="en-US" dirty="0">
                <a:latin typeface="Times New Roman" panose="02020603050405020304" pitchFamily="18" charset="0"/>
                <a:cs typeface="Times New Roman" panose="02020603050405020304" pitchFamily="18" charset="0"/>
              </a:rPr>
              <a:t>g</a:t>
            </a:r>
            <a:r>
              <a:rPr lang="en-US" dirty="0"/>
              <a:t> be functions from </a:t>
            </a:r>
            <a:r>
              <a:rPr lang="en-US" b="1" dirty="0"/>
              <a:t>R </a:t>
            </a:r>
            <a:r>
              <a:rPr lang="en-US" dirty="0"/>
              <a:t>to </a:t>
            </a:r>
            <a:r>
              <a:rPr lang="en-US" b="1" dirty="0"/>
              <a:t>R </a:t>
            </a:r>
            <a:r>
              <a:rPr lang="en-US" dirty="0"/>
              <a:t>such that: </a:t>
            </a:r>
            <a:endParaRPr lang="en-US" b="1" dirty="0"/>
          </a:p>
          <a:p>
            <a:r>
              <a:rPr lang="en-US" b="1" dirty="0">
                <a:latin typeface="Times New Roman" panose="02020603050405020304" pitchFamily="18" charset="0"/>
                <a:cs typeface="Times New Roman" panose="02020603050405020304" pitchFamily="18" charset="0"/>
              </a:rPr>
              <a:t>f</a:t>
            </a:r>
            <a:r>
              <a:rPr lang="en-US" b="1" baseline="-2500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(x) = 3x+2 		g</a:t>
            </a:r>
            <a:r>
              <a:rPr lang="en-US" b="1" baseline="-2500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(x) = -2x + 1</a:t>
            </a:r>
            <a:r>
              <a:rPr lang="en-US" dirty="0"/>
              <a:t>	</a:t>
            </a:r>
          </a:p>
          <a:p>
            <a:r>
              <a:rPr lang="en-US" dirty="0"/>
              <a:t>What is the function </a:t>
            </a:r>
            <a:r>
              <a:rPr lang="en-US" i="1" dirty="0">
                <a:latin typeface="Times New Roman" panose="02020603050405020304" pitchFamily="18" charset="0"/>
                <a:cs typeface="Times New Roman" panose="02020603050405020304" pitchFamily="18" charset="0"/>
              </a:rPr>
              <a:t>f *g</a:t>
            </a:r>
            <a:r>
              <a:rPr lang="en-US" dirty="0"/>
              <a:t>?</a:t>
            </a:r>
            <a:endParaRPr lang="en-US" sz="2400" dirty="0"/>
          </a:p>
          <a:p>
            <a:r>
              <a:rPr lang="en-US" dirty="0">
                <a:latin typeface="Times New Roman" panose="02020603050405020304" pitchFamily="18" charset="0"/>
                <a:cs typeface="Times New Roman" panose="02020603050405020304" pitchFamily="18" charset="0"/>
              </a:rPr>
              <a:t>f*g</a:t>
            </a:r>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(f*g)</a:t>
            </a:r>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(x) = f</a:t>
            </a:r>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(x)*g(x) = (</a:t>
            </a:r>
            <a:r>
              <a:rPr lang="en-US" b="1" dirty="0">
                <a:latin typeface="Times New Roman" panose="02020603050405020304" pitchFamily="18" charset="0"/>
                <a:cs typeface="Times New Roman" panose="02020603050405020304" pitchFamily="18" charset="0"/>
              </a:rPr>
              <a:t>3x</a:t>
            </a:r>
            <a:r>
              <a:rPr lang="en-US" dirty="0">
                <a:latin typeface="Times New Roman" panose="02020603050405020304" pitchFamily="18" charset="0"/>
                <a:cs typeface="Times New Roman" panose="02020603050405020304" pitchFamily="18" charset="0"/>
              </a:rPr>
              <a:t>+2)*(-2x+1) = -6x</a:t>
            </a:r>
            <a:r>
              <a:rPr lang="en-US" baseline="30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x +2</a:t>
            </a:r>
          </a:p>
          <a:p>
            <a:r>
              <a:rPr lang="en-US" dirty="0"/>
              <a:t>Let </a:t>
            </a:r>
            <a:r>
              <a:rPr lang="en-US" dirty="0">
                <a:latin typeface="Times New Roman" panose="02020603050405020304" pitchFamily="18" charset="0"/>
                <a:cs typeface="Times New Roman" panose="02020603050405020304" pitchFamily="18" charset="0"/>
              </a:rPr>
              <a:t>x = -1</a:t>
            </a:r>
            <a:r>
              <a:rPr lang="en-US" i="1" dirty="0">
                <a:latin typeface="Times New Roman" panose="02020603050405020304" pitchFamily="18" charset="0"/>
                <a:cs typeface="Times New Roman" panose="02020603050405020304" pitchFamily="18" charset="0"/>
              </a:rPr>
              <a:t>, </a:t>
            </a:r>
            <a:r>
              <a:rPr lang="en-US" dirty="0"/>
              <a:t>what is </a:t>
            </a:r>
            <a:r>
              <a:rPr lang="en-US" dirty="0">
                <a:latin typeface="Times New Roman" panose="02020603050405020304" pitchFamily="18" charset="0"/>
                <a:cs typeface="Times New Roman" panose="02020603050405020304" pitchFamily="18" charset="0"/>
              </a:rPr>
              <a:t>f(-1)*g(-1) </a:t>
            </a:r>
            <a:r>
              <a:rPr lang="en-US" dirty="0"/>
              <a:t>and </a:t>
            </a:r>
            <a:r>
              <a:rPr lang="en-US" dirty="0">
                <a:latin typeface="Times New Roman" pitchFamily="18" charset="0"/>
                <a:cs typeface="Times New Roman" pitchFamily="18" charset="0"/>
              </a:rPr>
              <a:t>(f*g)(-1)</a:t>
            </a:r>
            <a:r>
              <a:rPr lang="en-US" dirty="0"/>
              <a:t>?</a:t>
            </a:r>
          </a:p>
          <a:p>
            <a:r>
              <a:rPr lang="en-US" dirty="0">
                <a:latin typeface="Times New Roman" pitchFamily="18" charset="0"/>
                <a:cs typeface="Times New Roman" pitchFamily="18" charset="0"/>
              </a:rPr>
              <a:t>f (-1) = 3(-1) + 2 = -1</a:t>
            </a:r>
          </a:p>
          <a:p>
            <a:r>
              <a:rPr lang="en-US" dirty="0">
                <a:latin typeface="Times New Roman" pitchFamily="18" charset="0"/>
                <a:cs typeface="Times New Roman" pitchFamily="18" charset="0"/>
              </a:rPr>
              <a:t>g(-1) = -2(-1) + 1= 3</a:t>
            </a:r>
          </a:p>
          <a:p>
            <a:r>
              <a:rPr lang="en-US" dirty="0">
                <a:latin typeface="Times New Roman" pitchFamily="18" charset="0"/>
                <a:cs typeface="Times New Roman" pitchFamily="18" charset="0"/>
              </a:rPr>
              <a:t>f(-1)*g(-1) = -1×3 = -3</a:t>
            </a:r>
          </a:p>
          <a:p>
            <a:r>
              <a:rPr lang="en-US" dirty="0">
                <a:latin typeface="Times New Roman" pitchFamily="18" charset="0"/>
                <a:cs typeface="Times New Roman" pitchFamily="18" charset="0"/>
              </a:rPr>
              <a:t>(f *g) (-1) = -6(-1)2 – (-1) + 2 = -6+1+2 = -3</a:t>
            </a:r>
          </a:p>
          <a:p>
            <a:endParaRPr lang="en-US"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3832675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F8865-850C-080A-094E-9BFE1637693A}"/>
              </a:ext>
            </a:extLst>
          </p:cNvPr>
          <p:cNvSpPr>
            <a:spLocks noGrp="1"/>
          </p:cNvSpPr>
          <p:nvPr>
            <p:ph type="title"/>
          </p:nvPr>
        </p:nvSpPr>
        <p:spPr/>
        <p:txBody>
          <a:bodyPr/>
          <a:lstStyle/>
          <a:p>
            <a:r>
              <a:rPr lang="en-US" dirty="0"/>
              <a:t>Equality of Functions</a:t>
            </a:r>
          </a:p>
        </p:txBody>
      </p:sp>
      <p:sp>
        <p:nvSpPr>
          <p:cNvPr id="4" name="object 3">
            <a:extLst>
              <a:ext uri="{FF2B5EF4-FFF2-40B4-BE49-F238E27FC236}">
                <a16:creationId xmlns:a16="http://schemas.microsoft.com/office/drawing/2014/main" id="{F493C872-7FA3-A4AE-F1C6-8B53D0E148E4}"/>
              </a:ext>
            </a:extLst>
          </p:cNvPr>
          <p:cNvSpPr txBox="1">
            <a:spLocks noGrp="1"/>
          </p:cNvSpPr>
          <p:nvPr>
            <p:ph idx="1"/>
          </p:nvPr>
        </p:nvSpPr>
        <p:spPr>
          <a:xfrm>
            <a:off x="838200" y="1825625"/>
            <a:ext cx="10515600" cy="4351338"/>
          </a:xfrm>
          <a:prstGeom prst="rect">
            <a:avLst/>
          </a:prstGeom>
        </p:spPr>
        <p:txBody>
          <a:bodyPr vert="horz" wrap="square" lIns="0" tIns="12700" rIns="0" bIns="0" rtlCol="0">
            <a:spAutoFit/>
          </a:bodyPr>
          <a:lstStyle/>
          <a:p>
            <a:pPr marL="12700" marR="5080">
              <a:lnSpc>
                <a:spcPct val="100000"/>
              </a:lnSpc>
              <a:spcBef>
                <a:spcPts val="100"/>
              </a:spcBef>
            </a:pPr>
            <a:r>
              <a:rPr sz="2400" spc="-10" dirty="0">
                <a:latin typeface="Microsoft Sans Serif"/>
                <a:cs typeface="Microsoft Sans Serif"/>
              </a:rPr>
              <a:t>Earlier</a:t>
            </a:r>
            <a:r>
              <a:rPr sz="2400" spc="50" dirty="0">
                <a:latin typeface="Microsoft Sans Serif"/>
                <a:cs typeface="Microsoft Sans Serif"/>
              </a:rPr>
              <a:t> </a:t>
            </a:r>
            <a:r>
              <a:rPr sz="2400" spc="-5" dirty="0">
                <a:latin typeface="Microsoft Sans Serif"/>
                <a:cs typeface="Microsoft Sans Serif"/>
              </a:rPr>
              <a:t>we</a:t>
            </a:r>
            <a:r>
              <a:rPr sz="2400" spc="45" dirty="0">
                <a:latin typeface="Microsoft Sans Serif"/>
                <a:cs typeface="Microsoft Sans Serif"/>
              </a:rPr>
              <a:t> </a:t>
            </a:r>
            <a:r>
              <a:rPr sz="2400" spc="-5" dirty="0">
                <a:latin typeface="Microsoft Sans Serif"/>
                <a:cs typeface="Microsoft Sans Serif"/>
              </a:rPr>
              <a:t>have</a:t>
            </a:r>
            <a:r>
              <a:rPr sz="2400" spc="35" dirty="0">
                <a:latin typeface="Microsoft Sans Serif"/>
                <a:cs typeface="Microsoft Sans Serif"/>
              </a:rPr>
              <a:t> </a:t>
            </a:r>
            <a:r>
              <a:rPr sz="2400" spc="-10" dirty="0">
                <a:latin typeface="Microsoft Sans Serif"/>
                <a:cs typeface="Microsoft Sans Serif"/>
              </a:rPr>
              <a:t>given</a:t>
            </a:r>
            <a:r>
              <a:rPr sz="2400" spc="55" dirty="0">
                <a:latin typeface="Microsoft Sans Serif"/>
                <a:cs typeface="Microsoft Sans Serif"/>
              </a:rPr>
              <a:t> </a:t>
            </a:r>
            <a:r>
              <a:rPr sz="2400" spc="-5" dirty="0">
                <a:latin typeface="Microsoft Sans Serif"/>
                <a:cs typeface="Microsoft Sans Serif"/>
              </a:rPr>
              <a:t>a</a:t>
            </a:r>
            <a:r>
              <a:rPr sz="2400" spc="25" dirty="0">
                <a:latin typeface="Microsoft Sans Serif"/>
                <a:cs typeface="Microsoft Sans Serif"/>
              </a:rPr>
              <a:t> </a:t>
            </a:r>
            <a:r>
              <a:rPr sz="2400" spc="-5" dirty="0">
                <a:latin typeface="Microsoft Sans Serif"/>
                <a:cs typeface="Microsoft Sans Serif"/>
              </a:rPr>
              <a:t>test</a:t>
            </a:r>
            <a:r>
              <a:rPr sz="2400" spc="30" dirty="0">
                <a:latin typeface="Microsoft Sans Serif"/>
                <a:cs typeface="Microsoft Sans Serif"/>
              </a:rPr>
              <a:t> </a:t>
            </a:r>
            <a:r>
              <a:rPr sz="2400" spc="-5" dirty="0">
                <a:latin typeface="Microsoft Sans Serif"/>
                <a:cs typeface="Microsoft Sans Serif"/>
              </a:rPr>
              <a:t>for</a:t>
            </a:r>
            <a:r>
              <a:rPr sz="2400" spc="15" dirty="0">
                <a:latin typeface="Microsoft Sans Serif"/>
                <a:cs typeface="Microsoft Sans Serif"/>
              </a:rPr>
              <a:t> </a:t>
            </a:r>
            <a:r>
              <a:rPr sz="2400" spc="-10" dirty="0">
                <a:latin typeface="Microsoft Sans Serif"/>
                <a:cs typeface="Microsoft Sans Serif"/>
              </a:rPr>
              <a:t>determining</a:t>
            </a:r>
            <a:r>
              <a:rPr sz="2400" spc="60" dirty="0">
                <a:latin typeface="Microsoft Sans Serif"/>
                <a:cs typeface="Microsoft Sans Serif"/>
              </a:rPr>
              <a:t> </a:t>
            </a:r>
            <a:r>
              <a:rPr sz="2400" spc="-5" dirty="0">
                <a:latin typeface="Microsoft Sans Serif"/>
                <a:cs typeface="Microsoft Sans Serif"/>
              </a:rPr>
              <a:t>whether</a:t>
            </a:r>
            <a:r>
              <a:rPr sz="2400" spc="55" dirty="0">
                <a:latin typeface="Microsoft Sans Serif"/>
                <a:cs typeface="Microsoft Sans Serif"/>
              </a:rPr>
              <a:t> </a:t>
            </a:r>
            <a:r>
              <a:rPr sz="2400" spc="-5" dirty="0">
                <a:latin typeface="Microsoft Sans Serif"/>
                <a:cs typeface="Microsoft Sans Serif"/>
              </a:rPr>
              <a:t>two </a:t>
            </a:r>
            <a:r>
              <a:rPr sz="2400" dirty="0">
                <a:latin typeface="Microsoft Sans Serif"/>
                <a:cs typeface="Microsoft Sans Serif"/>
              </a:rPr>
              <a:t> </a:t>
            </a:r>
            <a:r>
              <a:rPr sz="2400" spc="-5" dirty="0">
                <a:latin typeface="Microsoft Sans Serif"/>
                <a:cs typeface="Microsoft Sans Serif"/>
              </a:rPr>
              <a:t>functions</a:t>
            </a:r>
            <a:r>
              <a:rPr sz="2400" spc="30" dirty="0">
                <a:latin typeface="Microsoft Sans Serif"/>
                <a:cs typeface="Microsoft Sans Serif"/>
              </a:rPr>
              <a:t> </a:t>
            </a:r>
            <a:r>
              <a:rPr sz="2400" spc="-10" dirty="0">
                <a:latin typeface="Microsoft Sans Serif"/>
                <a:cs typeface="Microsoft Sans Serif"/>
              </a:rPr>
              <a:t>with</a:t>
            </a:r>
            <a:r>
              <a:rPr sz="2400" spc="40"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same</a:t>
            </a:r>
            <a:r>
              <a:rPr sz="2400" spc="30" dirty="0">
                <a:latin typeface="Microsoft Sans Serif"/>
                <a:cs typeface="Microsoft Sans Serif"/>
              </a:rPr>
              <a:t> </a:t>
            </a:r>
            <a:r>
              <a:rPr sz="2400" spc="-10" dirty="0">
                <a:latin typeface="Microsoft Sans Serif"/>
                <a:cs typeface="Microsoft Sans Serif"/>
              </a:rPr>
              <a:t>domain</a:t>
            </a:r>
            <a:r>
              <a:rPr sz="2400" spc="40" dirty="0">
                <a:latin typeface="Microsoft Sans Serif"/>
                <a:cs typeface="Microsoft Sans Serif"/>
              </a:rPr>
              <a:t> </a:t>
            </a:r>
            <a:r>
              <a:rPr sz="2400" spc="-5" dirty="0">
                <a:latin typeface="Microsoft Sans Serif"/>
                <a:cs typeface="Microsoft Sans Serif"/>
              </a:rPr>
              <a:t>and</a:t>
            </a:r>
            <a:r>
              <a:rPr sz="2400" spc="40" dirty="0">
                <a:latin typeface="Microsoft Sans Serif"/>
                <a:cs typeface="Microsoft Sans Serif"/>
              </a:rPr>
              <a:t> </a:t>
            </a:r>
            <a:r>
              <a:rPr sz="2400" spc="-5" dirty="0">
                <a:latin typeface="Microsoft Sans Serif"/>
                <a:cs typeface="Microsoft Sans Serif"/>
              </a:rPr>
              <a:t>co-domain</a:t>
            </a:r>
            <a:r>
              <a:rPr sz="2400" spc="55" dirty="0">
                <a:latin typeface="Microsoft Sans Serif"/>
                <a:cs typeface="Microsoft Sans Serif"/>
              </a:rPr>
              <a:t> </a:t>
            </a:r>
            <a:r>
              <a:rPr sz="2400" spc="-5" dirty="0">
                <a:latin typeface="Microsoft Sans Serif"/>
                <a:cs typeface="Microsoft Sans Serif"/>
              </a:rPr>
              <a:t>are</a:t>
            </a:r>
            <a:r>
              <a:rPr sz="2400" spc="20" dirty="0">
                <a:latin typeface="Microsoft Sans Serif"/>
                <a:cs typeface="Microsoft Sans Serif"/>
              </a:rPr>
              <a:t> </a:t>
            </a:r>
            <a:r>
              <a:rPr sz="2400" spc="-10" dirty="0">
                <a:latin typeface="Microsoft Sans Serif"/>
                <a:cs typeface="Microsoft Sans Serif"/>
              </a:rPr>
              <a:t>equal, </a:t>
            </a:r>
            <a:r>
              <a:rPr sz="2400" spc="-620" dirty="0">
                <a:latin typeface="Microsoft Sans Serif"/>
                <a:cs typeface="Microsoft Sans Serif"/>
              </a:rPr>
              <a:t> </a:t>
            </a:r>
            <a:r>
              <a:rPr sz="2400" spc="-10" dirty="0">
                <a:latin typeface="Microsoft Sans Serif"/>
                <a:cs typeface="Microsoft Sans Serif"/>
              </a:rPr>
              <a:t>saying</a:t>
            </a:r>
            <a:r>
              <a:rPr sz="2400" spc="40" dirty="0">
                <a:latin typeface="Microsoft Sans Serif"/>
                <a:cs typeface="Microsoft Sans Serif"/>
              </a:rPr>
              <a:t> </a:t>
            </a:r>
            <a:r>
              <a:rPr sz="2400" spc="-5" dirty="0">
                <a:latin typeface="Microsoft Sans Serif"/>
                <a:cs typeface="Microsoft Sans Serif"/>
              </a:rPr>
              <a:t>that</a:t>
            </a:r>
            <a:r>
              <a:rPr sz="2400" spc="30"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test</a:t>
            </a:r>
            <a:r>
              <a:rPr sz="2400" spc="20" dirty="0">
                <a:latin typeface="Microsoft Sans Serif"/>
                <a:cs typeface="Microsoft Sans Serif"/>
              </a:rPr>
              <a:t> </a:t>
            </a:r>
            <a:r>
              <a:rPr sz="2400" spc="-5" dirty="0">
                <a:latin typeface="Microsoft Sans Serif"/>
                <a:cs typeface="Microsoft Sans Serif"/>
              </a:rPr>
              <a:t>results</a:t>
            </a:r>
            <a:r>
              <a:rPr sz="2400" spc="30" dirty="0">
                <a:latin typeface="Microsoft Sans Serif"/>
                <a:cs typeface="Microsoft Sans Serif"/>
              </a:rPr>
              <a:t> </a:t>
            </a:r>
            <a:r>
              <a:rPr sz="2400" spc="-5" dirty="0">
                <a:latin typeface="Microsoft Sans Serif"/>
                <a:cs typeface="Microsoft Sans Serif"/>
              </a:rPr>
              <a:t>from</a:t>
            </a:r>
            <a:r>
              <a:rPr sz="2400" spc="20" dirty="0">
                <a:latin typeface="Microsoft Sans Serif"/>
                <a:cs typeface="Microsoft Sans Serif"/>
              </a:rPr>
              <a:t> </a:t>
            </a:r>
            <a:r>
              <a:rPr sz="2400" spc="-5" dirty="0">
                <a:latin typeface="Microsoft Sans Serif"/>
                <a:cs typeface="Microsoft Sans Serif"/>
              </a:rPr>
              <a:t>the</a:t>
            </a:r>
            <a:r>
              <a:rPr sz="2400" spc="30" dirty="0">
                <a:latin typeface="Microsoft Sans Serif"/>
                <a:cs typeface="Microsoft Sans Serif"/>
              </a:rPr>
              <a:t> </a:t>
            </a:r>
            <a:r>
              <a:rPr sz="2400" spc="-10" dirty="0">
                <a:latin typeface="Microsoft Sans Serif"/>
                <a:cs typeface="Microsoft Sans Serif"/>
              </a:rPr>
              <a:t>definition</a:t>
            </a:r>
            <a:r>
              <a:rPr sz="2400" spc="60" dirty="0">
                <a:latin typeface="Microsoft Sans Serif"/>
                <a:cs typeface="Microsoft Sans Serif"/>
              </a:rPr>
              <a:t> </a:t>
            </a:r>
            <a:r>
              <a:rPr sz="2400" spc="-5" dirty="0">
                <a:latin typeface="Microsoft Sans Serif"/>
                <a:cs typeface="Microsoft Sans Serif"/>
              </a:rPr>
              <a:t>of</a:t>
            </a:r>
            <a:r>
              <a:rPr sz="2400" spc="30" dirty="0">
                <a:latin typeface="Microsoft Sans Serif"/>
                <a:cs typeface="Microsoft Sans Serif"/>
              </a:rPr>
              <a:t> </a:t>
            </a:r>
            <a:r>
              <a:rPr sz="2400" spc="-5" dirty="0">
                <a:latin typeface="Microsoft Sans Serif"/>
                <a:cs typeface="Microsoft Sans Serif"/>
              </a:rPr>
              <a:t>a</a:t>
            </a:r>
            <a:r>
              <a:rPr sz="2400" spc="30" dirty="0">
                <a:latin typeface="Microsoft Sans Serif"/>
                <a:cs typeface="Microsoft Sans Serif"/>
              </a:rPr>
              <a:t> </a:t>
            </a:r>
            <a:r>
              <a:rPr sz="2400" spc="-5" dirty="0">
                <a:latin typeface="Microsoft Sans Serif"/>
                <a:cs typeface="Microsoft Sans Serif"/>
              </a:rPr>
              <a:t>function </a:t>
            </a:r>
            <a:r>
              <a:rPr sz="2400" spc="-620" dirty="0">
                <a:latin typeface="Microsoft Sans Serif"/>
                <a:cs typeface="Microsoft Sans Serif"/>
              </a:rPr>
              <a:t> </a:t>
            </a:r>
            <a:r>
              <a:rPr sz="2400" spc="-5" dirty="0">
                <a:latin typeface="Microsoft Sans Serif"/>
                <a:cs typeface="Microsoft Sans Serif"/>
              </a:rPr>
              <a:t>as</a:t>
            </a:r>
            <a:r>
              <a:rPr sz="2400" spc="25" dirty="0">
                <a:latin typeface="Microsoft Sans Serif"/>
                <a:cs typeface="Microsoft Sans Serif"/>
              </a:rPr>
              <a:t> </a:t>
            </a:r>
            <a:r>
              <a:rPr sz="2400" spc="-5" dirty="0">
                <a:latin typeface="Microsoft Sans Serif"/>
                <a:cs typeface="Microsoft Sans Serif"/>
              </a:rPr>
              <a:t>a</a:t>
            </a:r>
            <a:r>
              <a:rPr sz="2400" spc="20" dirty="0">
                <a:latin typeface="Microsoft Sans Serif"/>
                <a:cs typeface="Microsoft Sans Serif"/>
              </a:rPr>
              <a:t> </a:t>
            </a:r>
            <a:r>
              <a:rPr sz="2400" spc="-10" dirty="0">
                <a:latin typeface="Microsoft Sans Serif"/>
                <a:cs typeface="Microsoft Sans Serif"/>
              </a:rPr>
              <a:t>binary</a:t>
            </a:r>
            <a:r>
              <a:rPr sz="2400" spc="45" dirty="0">
                <a:latin typeface="Microsoft Sans Serif"/>
                <a:cs typeface="Microsoft Sans Serif"/>
              </a:rPr>
              <a:t> </a:t>
            </a:r>
            <a:r>
              <a:rPr sz="2400" spc="-10" dirty="0">
                <a:latin typeface="Microsoft Sans Serif"/>
                <a:cs typeface="Microsoft Sans Serif"/>
              </a:rPr>
              <a:t>relation.</a:t>
            </a:r>
            <a:endParaRPr sz="2400" dirty="0">
              <a:latin typeface="Microsoft Sans Serif"/>
              <a:cs typeface="Microsoft Sans Serif"/>
            </a:endParaRPr>
          </a:p>
          <a:p>
            <a:pPr>
              <a:lnSpc>
                <a:spcPct val="100000"/>
              </a:lnSpc>
              <a:spcBef>
                <a:spcPts val="10"/>
              </a:spcBef>
            </a:pPr>
            <a:endParaRPr sz="3550" dirty="0">
              <a:latin typeface="Microsoft Sans Serif"/>
              <a:cs typeface="Microsoft Sans Serif"/>
            </a:endParaRPr>
          </a:p>
          <a:p>
            <a:pPr marL="12700">
              <a:lnSpc>
                <a:spcPct val="100000"/>
              </a:lnSpc>
            </a:pPr>
            <a:r>
              <a:rPr sz="2400" dirty="0">
                <a:latin typeface="Microsoft Sans Serif"/>
                <a:cs typeface="Microsoft Sans Serif"/>
              </a:rPr>
              <a:t>We</a:t>
            </a:r>
            <a:r>
              <a:rPr sz="2400" spc="20" dirty="0">
                <a:latin typeface="Microsoft Sans Serif"/>
                <a:cs typeface="Microsoft Sans Serif"/>
              </a:rPr>
              <a:t> </a:t>
            </a:r>
            <a:r>
              <a:rPr sz="2400" spc="-10" dirty="0">
                <a:latin typeface="Microsoft Sans Serif"/>
                <a:cs typeface="Microsoft Sans Serif"/>
              </a:rPr>
              <a:t>formalize</a:t>
            </a:r>
            <a:r>
              <a:rPr sz="2400" spc="45" dirty="0">
                <a:latin typeface="Microsoft Sans Serif"/>
                <a:cs typeface="Microsoft Sans Serif"/>
              </a:rPr>
              <a:t> </a:t>
            </a:r>
            <a:r>
              <a:rPr sz="2400" spc="-10" dirty="0">
                <a:latin typeface="Microsoft Sans Serif"/>
                <a:cs typeface="Microsoft Sans Serif"/>
              </a:rPr>
              <a:t>this</a:t>
            </a:r>
            <a:r>
              <a:rPr sz="2400" spc="35" dirty="0">
                <a:latin typeface="Microsoft Sans Serif"/>
                <a:cs typeface="Microsoft Sans Serif"/>
              </a:rPr>
              <a:t> </a:t>
            </a:r>
            <a:r>
              <a:rPr sz="2400" spc="-10" dirty="0">
                <a:latin typeface="Microsoft Sans Serif"/>
                <a:cs typeface="Microsoft Sans Serif"/>
              </a:rPr>
              <a:t>justification</a:t>
            </a:r>
            <a:r>
              <a:rPr sz="2400" spc="35" dirty="0">
                <a:latin typeface="Microsoft Sans Serif"/>
                <a:cs typeface="Microsoft Sans Serif"/>
              </a:rPr>
              <a:t> </a:t>
            </a:r>
            <a:r>
              <a:rPr sz="2400" spc="-10" dirty="0">
                <a:latin typeface="Microsoft Sans Serif"/>
                <a:cs typeface="Microsoft Sans Serif"/>
              </a:rPr>
              <a:t>in</a:t>
            </a:r>
            <a:r>
              <a:rPr sz="2400" spc="40" dirty="0">
                <a:latin typeface="Microsoft Sans Serif"/>
                <a:cs typeface="Microsoft Sans Serif"/>
              </a:rPr>
              <a:t> </a:t>
            </a:r>
            <a:r>
              <a:rPr sz="2400" spc="-5" dirty="0">
                <a:latin typeface="Microsoft Sans Serif"/>
                <a:cs typeface="Microsoft Sans Serif"/>
              </a:rPr>
              <a:t>Theorem</a:t>
            </a:r>
            <a:r>
              <a:rPr sz="2400" spc="40" dirty="0">
                <a:latin typeface="Microsoft Sans Serif"/>
                <a:cs typeface="Microsoft Sans Serif"/>
              </a:rPr>
              <a:t> </a:t>
            </a:r>
            <a:r>
              <a:rPr sz="2400" spc="-5" dirty="0">
                <a:latin typeface="Microsoft Sans Serif"/>
                <a:cs typeface="Microsoft Sans Serif"/>
              </a:rPr>
              <a:t>7.1.1.</a:t>
            </a:r>
            <a:endParaRPr sz="2400" dirty="0">
              <a:latin typeface="Microsoft Sans Serif"/>
              <a:cs typeface="Microsoft Sans Serif"/>
            </a:endParaRPr>
          </a:p>
        </p:txBody>
      </p:sp>
      <p:pic>
        <p:nvPicPr>
          <p:cNvPr id="5" name="object 4">
            <a:extLst>
              <a:ext uri="{FF2B5EF4-FFF2-40B4-BE49-F238E27FC236}">
                <a16:creationId xmlns:a16="http://schemas.microsoft.com/office/drawing/2014/main" id="{B56327FA-484A-D222-5A8A-E598C3D406F8}"/>
              </a:ext>
            </a:extLst>
          </p:cNvPr>
          <p:cNvPicPr/>
          <p:nvPr/>
        </p:nvPicPr>
        <p:blipFill>
          <a:blip r:embed="rId2" cstate="print"/>
          <a:stretch>
            <a:fillRect/>
          </a:stretch>
        </p:blipFill>
        <p:spPr>
          <a:xfrm>
            <a:off x="1439037" y="4399884"/>
            <a:ext cx="8222107" cy="1227038"/>
          </a:xfrm>
          <a:prstGeom prst="rect">
            <a:avLst/>
          </a:prstGeom>
        </p:spPr>
      </p:pic>
    </p:spTree>
    <p:extLst>
      <p:ext uri="{BB962C8B-B14F-4D97-AF65-F5344CB8AC3E}">
        <p14:creationId xmlns:p14="http://schemas.microsoft.com/office/powerpoint/2010/main" val="2323319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35154-E94C-1330-C550-5E1853FDCB8B}"/>
              </a:ext>
            </a:extLst>
          </p:cNvPr>
          <p:cNvSpPr>
            <a:spLocks noGrp="1"/>
          </p:cNvSpPr>
          <p:nvPr>
            <p:ph type="title"/>
          </p:nvPr>
        </p:nvSpPr>
        <p:spPr/>
        <p:txBody>
          <a:bodyPr/>
          <a:lstStyle/>
          <a:p>
            <a:r>
              <a:rPr lang="en-US" dirty="0"/>
              <a:t>Equality of Functions</a:t>
            </a:r>
          </a:p>
        </p:txBody>
      </p:sp>
      <p:sp>
        <p:nvSpPr>
          <p:cNvPr id="3" name="Content Placeholder 2">
            <a:extLst>
              <a:ext uri="{FF2B5EF4-FFF2-40B4-BE49-F238E27FC236}">
                <a16:creationId xmlns:a16="http://schemas.microsoft.com/office/drawing/2014/main" id="{200B3FCF-9755-B581-955C-900F2BBE1D55}"/>
              </a:ext>
            </a:extLst>
          </p:cNvPr>
          <p:cNvSpPr>
            <a:spLocks noGrp="1"/>
          </p:cNvSpPr>
          <p:nvPr>
            <p:ph idx="1"/>
          </p:nvPr>
        </p:nvSpPr>
        <p:spPr>
          <a:xfrm>
            <a:off x="838200" y="1401096"/>
            <a:ext cx="10515600" cy="5456903"/>
          </a:xfrm>
        </p:spPr>
        <p:txBody>
          <a:bodyPr>
            <a:normAutofit/>
          </a:bodyPr>
          <a:lstStyle/>
          <a:p>
            <a:r>
              <a:rPr lang="en-US" dirty="0"/>
              <a:t>Two functions are equal if they have the same domain, the same codomain, and for every element x in the domain, the corresponding elements in the codomain are the same (i.e., f(x)=g(x)f(x) = g(x)f(x)=g(x) for all x)</a:t>
            </a:r>
          </a:p>
          <a:p>
            <a:endParaRPr lang="en-US" dirty="0"/>
          </a:p>
        </p:txBody>
      </p:sp>
    </p:spTree>
    <p:extLst>
      <p:ext uri="{BB962C8B-B14F-4D97-AF65-F5344CB8AC3E}">
        <p14:creationId xmlns:p14="http://schemas.microsoft.com/office/powerpoint/2010/main" val="2339484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35154-E94C-1330-C550-5E1853FDCB8B}"/>
              </a:ext>
            </a:extLst>
          </p:cNvPr>
          <p:cNvSpPr>
            <a:spLocks noGrp="1"/>
          </p:cNvSpPr>
          <p:nvPr>
            <p:ph type="title"/>
          </p:nvPr>
        </p:nvSpPr>
        <p:spPr/>
        <p:txBody>
          <a:bodyPr/>
          <a:lstStyle/>
          <a:p>
            <a:r>
              <a:rPr lang="en-US" dirty="0"/>
              <a:t>Equality of Functions</a:t>
            </a:r>
          </a:p>
        </p:txBody>
      </p:sp>
      <p:sp>
        <p:nvSpPr>
          <p:cNvPr id="4" name="object 3">
            <a:extLst>
              <a:ext uri="{FF2B5EF4-FFF2-40B4-BE49-F238E27FC236}">
                <a16:creationId xmlns:a16="http://schemas.microsoft.com/office/drawing/2014/main" id="{3C819973-CA38-C03E-627D-ED30AFEF4C56}"/>
              </a:ext>
            </a:extLst>
          </p:cNvPr>
          <p:cNvSpPr txBox="1">
            <a:spLocks noGrp="1"/>
          </p:cNvSpPr>
          <p:nvPr>
            <p:ph idx="1"/>
          </p:nvPr>
        </p:nvSpPr>
        <p:spPr>
          <a:xfrm>
            <a:off x="838200" y="1401763"/>
            <a:ext cx="10515600" cy="5456237"/>
          </a:xfrm>
          <a:prstGeom prst="rect">
            <a:avLst/>
          </a:prstGeom>
        </p:spPr>
        <p:txBody>
          <a:bodyPr vert="horz" wrap="square" lIns="0" tIns="12700" rIns="0" bIns="0" rtlCol="0">
            <a:spAutoFit/>
          </a:bodyPr>
          <a:lstStyle/>
          <a:p>
            <a:pPr marL="38100">
              <a:lnSpc>
                <a:spcPct val="100000"/>
              </a:lnSpc>
              <a:spcBef>
                <a:spcPts val="100"/>
              </a:spcBef>
            </a:pPr>
            <a:r>
              <a:rPr sz="2400" b="1" spc="-5" dirty="0">
                <a:latin typeface="Arial"/>
                <a:cs typeface="Arial"/>
              </a:rPr>
              <a:t>a. </a:t>
            </a:r>
            <a:r>
              <a:rPr sz="2400" spc="-5" dirty="0">
                <a:latin typeface="Microsoft Sans Serif"/>
                <a:cs typeface="Microsoft Sans Serif"/>
              </a:rPr>
              <a:t>Let</a:t>
            </a:r>
            <a:r>
              <a:rPr sz="2400" spc="25" dirty="0">
                <a:latin typeface="Microsoft Sans Serif"/>
                <a:cs typeface="Microsoft Sans Serif"/>
              </a:rPr>
              <a:t> </a:t>
            </a:r>
            <a:r>
              <a:rPr sz="2400" i="1" spc="-5" dirty="0">
                <a:latin typeface="Arial"/>
                <a:cs typeface="Arial"/>
              </a:rPr>
              <a:t>J</a:t>
            </a:r>
            <a:r>
              <a:rPr sz="2400" spc="-7" baseline="-20833" dirty="0">
                <a:latin typeface="Microsoft Sans Serif"/>
                <a:cs typeface="Microsoft Sans Serif"/>
              </a:rPr>
              <a:t>3</a:t>
            </a:r>
            <a:r>
              <a:rPr sz="2400" spc="352" baseline="-20833" dirty="0">
                <a:latin typeface="Microsoft Sans Serif"/>
                <a:cs typeface="Microsoft Sans Serif"/>
              </a:rPr>
              <a:t> </a:t>
            </a:r>
            <a:r>
              <a:rPr sz="2400" dirty="0">
                <a:latin typeface="Microsoft Sans Serif"/>
                <a:cs typeface="Microsoft Sans Serif"/>
              </a:rPr>
              <a:t>=</a:t>
            </a:r>
            <a:r>
              <a:rPr sz="2400" spc="20" dirty="0">
                <a:latin typeface="Microsoft Sans Serif"/>
                <a:cs typeface="Microsoft Sans Serif"/>
              </a:rPr>
              <a:t> </a:t>
            </a:r>
            <a:r>
              <a:rPr sz="2400" spc="-5" dirty="0">
                <a:latin typeface="Microsoft Sans Serif"/>
                <a:cs typeface="Microsoft Sans Serif"/>
              </a:rPr>
              <a:t>{0,</a:t>
            </a:r>
            <a:r>
              <a:rPr sz="2400" spc="25" dirty="0">
                <a:latin typeface="Microsoft Sans Serif"/>
                <a:cs typeface="Microsoft Sans Serif"/>
              </a:rPr>
              <a:t> </a:t>
            </a:r>
            <a:r>
              <a:rPr sz="2400" spc="-5" dirty="0">
                <a:latin typeface="Microsoft Sans Serif"/>
                <a:cs typeface="Microsoft Sans Serif"/>
              </a:rPr>
              <a:t>1,</a:t>
            </a:r>
            <a:r>
              <a:rPr sz="2400" spc="25" dirty="0">
                <a:latin typeface="Microsoft Sans Serif"/>
                <a:cs typeface="Microsoft Sans Serif"/>
              </a:rPr>
              <a:t> </a:t>
            </a:r>
            <a:r>
              <a:rPr sz="2400" spc="-5" dirty="0">
                <a:latin typeface="Microsoft Sans Serif"/>
                <a:cs typeface="Microsoft Sans Serif"/>
              </a:rPr>
              <a:t>2},</a:t>
            </a:r>
            <a:r>
              <a:rPr sz="2400" spc="15" dirty="0">
                <a:latin typeface="Microsoft Sans Serif"/>
                <a:cs typeface="Microsoft Sans Serif"/>
              </a:rPr>
              <a:t> </a:t>
            </a:r>
            <a:r>
              <a:rPr sz="2400" spc="-5" dirty="0">
                <a:latin typeface="Microsoft Sans Serif"/>
                <a:cs typeface="Microsoft Sans Serif"/>
              </a:rPr>
              <a:t>and</a:t>
            </a:r>
            <a:r>
              <a:rPr sz="2400" spc="40" dirty="0">
                <a:latin typeface="Microsoft Sans Serif"/>
                <a:cs typeface="Microsoft Sans Serif"/>
              </a:rPr>
              <a:t> </a:t>
            </a:r>
            <a:r>
              <a:rPr sz="2400" spc="-10" dirty="0">
                <a:latin typeface="Microsoft Sans Serif"/>
                <a:cs typeface="Microsoft Sans Serif"/>
              </a:rPr>
              <a:t>define</a:t>
            </a:r>
            <a:r>
              <a:rPr sz="2400" spc="40" dirty="0">
                <a:latin typeface="Microsoft Sans Serif"/>
                <a:cs typeface="Microsoft Sans Serif"/>
              </a:rPr>
              <a:t> </a:t>
            </a:r>
            <a:r>
              <a:rPr sz="2400" spc="-5" dirty="0">
                <a:latin typeface="Microsoft Sans Serif"/>
                <a:cs typeface="Microsoft Sans Serif"/>
              </a:rPr>
              <a:t>functions</a:t>
            </a:r>
            <a:r>
              <a:rPr sz="2400" spc="30" dirty="0">
                <a:latin typeface="Microsoft Sans Serif"/>
                <a:cs typeface="Microsoft Sans Serif"/>
              </a:rPr>
              <a:t> </a:t>
            </a:r>
            <a:r>
              <a:rPr sz="2400" i="1" dirty="0">
                <a:latin typeface="Arial"/>
                <a:cs typeface="Arial"/>
              </a:rPr>
              <a:t>f </a:t>
            </a:r>
            <a:r>
              <a:rPr sz="2400" spc="-5" dirty="0">
                <a:latin typeface="Microsoft Sans Serif"/>
                <a:cs typeface="Microsoft Sans Serif"/>
              </a:rPr>
              <a:t>and</a:t>
            </a:r>
            <a:r>
              <a:rPr sz="2400" spc="30" dirty="0">
                <a:latin typeface="Microsoft Sans Serif"/>
                <a:cs typeface="Microsoft Sans Serif"/>
              </a:rPr>
              <a:t> </a:t>
            </a:r>
            <a:r>
              <a:rPr sz="2400" i="1" spc="-5" dirty="0">
                <a:latin typeface="Arial"/>
                <a:cs typeface="Arial"/>
              </a:rPr>
              <a:t>g</a:t>
            </a:r>
            <a:r>
              <a:rPr sz="2400" i="1" dirty="0">
                <a:latin typeface="Arial"/>
                <a:cs typeface="Arial"/>
              </a:rPr>
              <a:t> </a:t>
            </a:r>
            <a:r>
              <a:rPr sz="2400" spc="-5" dirty="0">
                <a:latin typeface="Microsoft Sans Serif"/>
                <a:cs typeface="Microsoft Sans Serif"/>
              </a:rPr>
              <a:t>from</a:t>
            </a:r>
            <a:r>
              <a:rPr sz="2400" spc="15" dirty="0">
                <a:latin typeface="Microsoft Sans Serif"/>
                <a:cs typeface="Microsoft Sans Serif"/>
              </a:rPr>
              <a:t> </a:t>
            </a:r>
            <a:r>
              <a:rPr sz="2400" i="1" spc="-5" dirty="0">
                <a:latin typeface="Arial"/>
                <a:cs typeface="Arial"/>
              </a:rPr>
              <a:t>J</a:t>
            </a:r>
            <a:r>
              <a:rPr sz="2400" spc="-7" baseline="-20833" dirty="0">
                <a:latin typeface="Microsoft Sans Serif"/>
                <a:cs typeface="Microsoft Sans Serif"/>
              </a:rPr>
              <a:t>3</a:t>
            </a:r>
            <a:r>
              <a:rPr sz="2400" spc="352" baseline="-20833" dirty="0">
                <a:latin typeface="Microsoft Sans Serif"/>
                <a:cs typeface="Microsoft Sans Serif"/>
              </a:rPr>
              <a:t> </a:t>
            </a:r>
            <a:r>
              <a:rPr sz="2400" dirty="0">
                <a:latin typeface="Microsoft Sans Serif"/>
                <a:cs typeface="Microsoft Sans Serif"/>
              </a:rPr>
              <a:t>to</a:t>
            </a:r>
          </a:p>
          <a:p>
            <a:pPr marL="379095">
              <a:lnSpc>
                <a:spcPct val="100000"/>
              </a:lnSpc>
            </a:pPr>
            <a:r>
              <a:rPr sz="2400" i="1" spc="-5" dirty="0">
                <a:latin typeface="Arial"/>
                <a:cs typeface="Arial"/>
              </a:rPr>
              <a:t>J</a:t>
            </a:r>
            <a:r>
              <a:rPr sz="2400" spc="-7" baseline="-20833" dirty="0">
                <a:latin typeface="Microsoft Sans Serif"/>
                <a:cs typeface="Microsoft Sans Serif"/>
              </a:rPr>
              <a:t>3</a:t>
            </a:r>
            <a:r>
              <a:rPr sz="2400" spc="345" baseline="-20833" dirty="0">
                <a:latin typeface="Microsoft Sans Serif"/>
                <a:cs typeface="Microsoft Sans Serif"/>
              </a:rPr>
              <a:t> </a:t>
            </a:r>
            <a:r>
              <a:rPr sz="2400" spc="-5" dirty="0">
                <a:latin typeface="Microsoft Sans Serif"/>
                <a:cs typeface="Microsoft Sans Serif"/>
              </a:rPr>
              <a:t>as</a:t>
            </a:r>
            <a:r>
              <a:rPr sz="2400" spc="25" dirty="0">
                <a:latin typeface="Microsoft Sans Serif"/>
                <a:cs typeface="Microsoft Sans Serif"/>
              </a:rPr>
              <a:t> </a:t>
            </a:r>
            <a:r>
              <a:rPr sz="2400" spc="-10" dirty="0">
                <a:latin typeface="Microsoft Sans Serif"/>
                <a:cs typeface="Microsoft Sans Serif"/>
              </a:rPr>
              <a:t>follows:</a:t>
            </a:r>
            <a:r>
              <a:rPr sz="2400" spc="45" dirty="0">
                <a:latin typeface="Microsoft Sans Serif"/>
                <a:cs typeface="Microsoft Sans Serif"/>
              </a:rPr>
              <a:t> </a:t>
            </a:r>
            <a:r>
              <a:rPr sz="2400" spc="-5" dirty="0">
                <a:latin typeface="Microsoft Sans Serif"/>
                <a:cs typeface="Microsoft Sans Serif"/>
              </a:rPr>
              <a:t>For</a:t>
            </a:r>
            <a:r>
              <a:rPr sz="2400" spc="20" dirty="0">
                <a:latin typeface="Microsoft Sans Serif"/>
                <a:cs typeface="Microsoft Sans Serif"/>
              </a:rPr>
              <a:t> </a:t>
            </a:r>
            <a:r>
              <a:rPr sz="2400" spc="-15" dirty="0">
                <a:latin typeface="Microsoft Sans Serif"/>
                <a:cs typeface="Microsoft Sans Serif"/>
              </a:rPr>
              <a:t>all</a:t>
            </a:r>
            <a:r>
              <a:rPr sz="2400" spc="35" dirty="0">
                <a:latin typeface="Microsoft Sans Serif"/>
                <a:cs typeface="Microsoft Sans Serif"/>
              </a:rPr>
              <a:t> </a:t>
            </a:r>
            <a:r>
              <a:rPr sz="2400" i="1" dirty="0">
                <a:latin typeface="Arial"/>
                <a:cs typeface="Arial"/>
              </a:rPr>
              <a:t>x</a:t>
            </a:r>
            <a:r>
              <a:rPr sz="2400" i="1" spc="-15" dirty="0">
                <a:latin typeface="Arial"/>
                <a:cs typeface="Arial"/>
              </a:rPr>
              <a:t> </a:t>
            </a:r>
            <a:r>
              <a:rPr sz="2400" spc="-10" dirty="0">
                <a:latin typeface="Microsoft Sans Serif"/>
                <a:cs typeface="Microsoft Sans Serif"/>
              </a:rPr>
              <a:t>in</a:t>
            </a:r>
            <a:r>
              <a:rPr sz="2400" spc="35" dirty="0">
                <a:latin typeface="Microsoft Sans Serif"/>
                <a:cs typeface="Microsoft Sans Serif"/>
              </a:rPr>
              <a:t> </a:t>
            </a:r>
            <a:r>
              <a:rPr sz="2400" i="1" spc="-5" dirty="0">
                <a:latin typeface="Arial"/>
                <a:cs typeface="Arial"/>
              </a:rPr>
              <a:t>J</a:t>
            </a:r>
            <a:r>
              <a:rPr sz="2400" spc="-7" baseline="-20833" dirty="0">
                <a:latin typeface="Microsoft Sans Serif"/>
                <a:cs typeface="Microsoft Sans Serif"/>
              </a:rPr>
              <a:t>3</a:t>
            </a:r>
            <a:r>
              <a:rPr sz="2400" spc="-5" dirty="0">
                <a:latin typeface="Microsoft Sans Serif"/>
                <a:cs typeface="Microsoft Sans Serif"/>
              </a:rPr>
              <a:t>,</a:t>
            </a:r>
            <a:endParaRPr sz="2400" dirty="0">
              <a:latin typeface="Microsoft Sans Serif"/>
              <a:cs typeface="Microsoft Sans Serif"/>
            </a:endParaRPr>
          </a:p>
        </p:txBody>
      </p:sp>
      <p:pic>
        <p:nvPicPr>
          <p:cNvPr id="5" name="object 6">
            <a:extLst>
              <a:ext uri="{FF2B5EF4-FFF2-40B4-BE49-F238E27FC236}">
                <a16:creationId xmlns:a16="http://schemas.microsoft.com/office/drawing/2014/main" id="{19AB674F-6F90-BC35-3035-7A4C5F9EB3EA}"/>
              </a:ext>
            </a:extLst>
          </p:cNvPr>
          <p:cNvPicPr/>
          <p:nvPr/>
        </p:nvPicPr>
        <p:blipFill>
          <a:blip r:embed="rId2" cstate="print"/>
          <a:stretch>
            <a:fillRect/>
          </a:stretch>
        </p:blipFill>
        <p:spPr>
          <a:xfrm>
            <a:off x="1781578" y="2925823"/>
            <a:ext cx="7113291" cy="324398"/>
          </a:xfrm>
          <a:prstGeom prst="rect">
            <a:avLst/>
          </a:prstGeom>
        </p:spPr>
      </p:pic>
      <p:sp>
        <p:nvSpPr>
          <p:cNvPr id="6" name="object 4">
            <a:extLst>
              <a:ext uri="{FF2B5EF4-FFF2-40B4-BE49-F238E27FC236}">
                <a16:creationId xmlns:a16="http://schemas.microsoft.com/office/drawing/2014/main" id="{B28144DC-9388-6F52-5FFE-6239F2926852}"/>
              </a:ext>
            </a:extLst>
          </p:cNvPr>
          <p:cNvSpPr txBox="1"/>
          <p:nvPr/>
        </p:nvSpPr>
        <p:spPr>
          <a:xfrm>
            <a:off x="994664" y="3455352"/>
            <a:ext cx="7576184" cy="2000885"/>
          </a:xfrm>
          <a:prstGeom prst="rect">
            <a:avLst/>
          </a:prstGeom>
        </p:spPr>
        <p:txBody>
          <a:bodyPr vert="horz" wrap="square" lIns="0" tIns="12700" rIns="0" bIns="0" rtlCol="0">
            <a:spAutoFit/>
          </a:bodyPr>
          <a:lstStyle/>
          <a:p>
            <a:pPr marL="350520">
              <a:lnSpc>
                <a:spcPct val="100000"/>
              </a:lnSpc>
              <a:spcBef>
                <a:spcPts val="100"/>
              </a:spcBef>
            </a:pPr>
            <a:r>
              <a:rPr sz="2400" spc="-5" dirty="0">
                <a:latin typeface="Microsoft Sans Serif"/>
                <a:cs typeface="Microsoft Sans Serif"/>
              </a:rPr>
              <a:t>Does</a:t>
            </a:r>
            <a:r>
              <a:rPr sz="2400" spc="5" dirty="0">
                <a:latin typeface="Microsoft Sans Serif"/>
                <a:cs typeface="Microsoft Sans Serif"/>
              </a:rPr>
              <a:t> </a:t>
            </a:r>
            <a:r>
              <a:rPr sz="2400" i="1" dirty="0">
                <a:latin typeface="Arial"/>
                <a:cs typeface="Arial"/>
              </a:rPr>
              <a:t>f</a:t>
            </a:r>
            <a:r>
              <a:rPr sz="2400" i="1" spc="-35" dirty="0">
                <a:latin typeface="Arial"/>
                <a:cs typeface="Arial"/>
              </a:rPr>
              <a:t> </a:t>
            </a:r>
            <a:r>
              <a:rPr sz="2400" dirty="0">
                <a:latin typeface="Microsoft Sans Serif"/>
                <a:cs typeface="Microsoft Sans Serif"/>
              </a:rPr>
              <a:t>= </a:t>
            </a:r>
            <a:r>
              <a:rPr sz="2400" i="1" spc="-5" dirty="0">
                <a:latin typeface="Arial"/>
                <a:cs typeface="Arial"/>
              </a:rPr>
              <a:t>g</a:t>
            </a:r>
            <a:r>
              <a:rPr sz="2400" spc="-5" dirty="0">
                <a:latin typeface="Microsoft Sans Serif"/>
                <a:cs typeface="Microsoft Sans Serif"/>
              </a:rPr>
              <a:t>?</a:t>
            </a:r>
            <a:endParaRPr sz="2400" dirty="0">
              <a:latin typeface="Microsoft Sans Serif"/>
              <a:cs typeface="Microsoft Sans Serif"/>
            </a:endParaRPr>
          </a:p>
          <a:p>
            <a:pPr>
              <a:lnSpc>
                <a:spcPct val="100000"/>
              </a:lnSpc>
              <a:spcBef>
                <a:spcPts val="10"/>
              </a:spcBef>
            </a:pPr>
            <a:endParaRPr sz="3550" dirty="0">
              <a:latin typeface="Microsoft Sans Serif"/>
              <a:cs typeface="Microsoft Sans Serif"/>
            </a:endParaRPr>
          </a:p>
          <a:p>
            <a:pPr marL="353695" marR="5080" indent="-341630" algn="just">
              <a:lnSpc>
                <a:spcPct val="100000"/>
              </a:lnSpc>
            </a:pPr>
            <a:r>
              <a:rPr sz="2400" b="1" spc="-5" dirty="0">
                <a:latin typeface="Arial"/>
                <a:cs typeface="Arial"/>
              </a:rPr>
              <a:t>b. </a:t>
            </a:r>
            <a:r>
              <a:rPr sz="2400" spc="-5" dirty="0">
                <a:latin typeface="Microsoft Sans Serif"/>
                <a:cs typeface="Microsoft Sans Serif"/>
              </a:rPr>
              <a:t>Let </a:t>
            </a:r>
            <a:r>
              <a:rPr sz="2400" i="1" spc="-5" dirty="0">
                <a:latin typeface="Arial"/>
                <a:cs typeface="Arial"/>
              </a:rPr>
              <a:t>F</a:t>
            </a:r>
            <a:r>
              <a:rPr sz="2400" spc="-5" dirty="0">
                <a:latin typeface="Microsoft Sans Serif"/>
                <a:cs typeface="Microsoft Sans Serif"/>
              </a:rPr>
              <a:t>: </a:t>
            </a:r>
            <a:r>
              <a:rPr sz="2400" b="1" spc="-5" dirty="0">
                <a:latin typeface="Arial"/>
                <a:cs typeface="Arial"/>
              </a:rPr>
              <a:t>R </a:t>
            </a:r>
            <a:r>
              <a:rPr sz="2400" b="1" i="1" dirty="0">
                <a:latin typeface="Arial"/>
                <a:cs typeface="Arial"/>
              </a:rPr>
              <a:t>→ </a:t>
            </a:r>
            <a:r>
              <a:rPr sz="2400" b="1" spc="-5" dirty="0">
                <a:latin typeface="Arial"/>
                <a:cs typeface="Arial"/>
              </a:rPr>
              <a:t>R </a:t>
            </a:r>
            <a:r>
              <a:rPr sz="2400" spc="-5" dirty="0">
                <a:latin typeface="Microsoft Sans Serif"/>
                <a:cs typeface="Microsoft Sans Serif"/>
              </a:rPr>
              <a:t>and </a:t>
            </a:r>
            <a:r>
              <a:rPr sz="2400" i="1" dirty="0">
                <a:latin typeface="Arial"/>
                <a:cs typeface="Arial"/>
              </a:rPr>
              <a:t>G</a:t>
            </a:r>
            <a:r>
              <a:rPr sz="2400" dirty="0">
                <a:latin typeface="Microsoft Sans Serif"/>
                <a:cs typeface="Microsoft Sans Serif"/>
              </a:rPr>
              <a:t>: </a:t>
            </a:r>
            <a:r>
              <a:rPr sz="2400" b="1" spc="-5" dirty="0">
                <a:latin typeface="Arial"/>
                <a:cs typeface="Arial"/>
              </a:rPr>
              <a:t>R </a:t>
            </a:r>
            <a:r>
              <a:rPr sz="2400" b="1" i="1" dirty="0">
                <a:latin typeface="Arial"/>
                <a:cs typeface="Arial"/>
              </a:rPr>
              <a:t>→ </a:t>
            </a:r>
            <a:r>
              <a:rPr sz="2400" b="1" spc="-5" dirty="0">
                <a:latin typeface="Arial"/>
                <a:cs typeface="Arial"/>
              </a:rPr>
              <a:t>R </a:t>
            </a:r>
            <a:r>
              <a:rPr sz="2400" spc="-5" dirty="0">
                <a:latin typeface="Microsoft Sans Serif"/>
                <a:cs typeface="Microsoft Sans Serif"/>
              </a:rPr>
              <a:t>be functions. </a:t>
            </a:r>
            <a:r>
              <a:rPr sz="2400" spc="-10" dirty="0">
                <a:latin typeface="Microsoft Sans Serif"/>
                <a:cs typeface="Microsoft Sans Serif"/>
              </a:rPr>
              <a:t>Define </a:t>
            </a:r>
            <a:r>
              <a:rPr sz="2400" spc="-5" dirty="0">
                <a:latin typeface="Microsoft Sans Serif"/>
                <a:cs typeface="Microsoft Sans Serif"/>
              </a:rPr>
              <a:t>new </a:t>
            </a:r>
            <a:r>
              <a:rPr sz="2400" spc="-625" dirty="0">
                <a:latin typeface="Microsoft Sans Serif"/>
                <a:cs typeface="Microsoft Sans Serif"/>
              </a:rPr>
              <a:t> </a:t>
            </a:r>
            <a:r>
              <a:rPr sz="2400" spc="-5" dirty="0">
                <a:latin typeface="Microsoft Sans Serif"/>
                <a:cs typeface="Microsoft Sans Serif"/>
              </a:rPr>
              <a:t>functions </a:t>
            </a:r>
            <a:r>
              <a:rPr sz="2400" i="1" dirty="0">
                <a:latin typeface="Arial"/>
                <a:cs typeface="Arial"/>
              </a:rPr>
              <a:t>F </a:t>
            </a:r>
            <a:r>
              <a:rPr sz="2400" dirty="0">
                <a:latin typeface="Microsoft Sans Serif"/>
                <a:cs typeface="Microsoft Sans Serif"/>
              </a:rPr>
              <a:t>+ </a:t>
            </a:r>
            <a:r>
              <a:rPr sz="2400" i="1" dirty="0">
                <a:latin typeface="Arial"/>
                <a:cs typeface="Arial"/>
              </a:rPr>
              <a:t>G</a:t>
            </a:r>
            <a:r>
              <a:rPr sz="2400" dirty="0">
                <a:latin typeface="Microsoft Sans Serif"/>
                <a:cs typeface="Microsoft Sans Serif"/>
              </a:rPr>
              <a:t>: </a:t>
            </a:r>
            <a:r>
              <a:rPr sz="2400" b="1" spc="-5" dirty="0">
                <a:latin typeface="Arial"/>
                <a:cs typeface="Arial"/>
              </a:rPr>
              <a:t>R </a:t>
            </a:r>
            <a:r>
              <a:rPr sz="2400" b="1" i="1" dirty="0">
                <a:latin typeface="Arial"/>
                <a:cs typeface="Arial"/>
              </a:rPr>
              <a:t>→ </a:t>
            </a:r>
            <a:r>
              <a:rPr sz="2400" b="1" spc="-5" dirty="0">
                <a:latin typeface="Arial"/>
                <a:cs typeface="Arial"/>
              </a:rPr>
              <a:t>R </a:t>
            </a:r>
            <a:r>
              <a:rPr sz="2400" spc="-5" dirty="0">
                <a:latin typeface="Microsoft Sans Serif"/>
                <a:cs typeface="Microsoft Sans Serif"/>
              </a:rPr>
              <a:t>and </a:t>
            </a:r>
            <a:r>
              <a:rPr sz="2400" i="1" dirty="0">
                <a:latin typeface="Arial"/>
                <a:cs typeface="Arial"/>
              </a:rPr>
              <a:t>G </a:t>
            </a:r>
            <a:r>
              <a:rPr sz="2400" dirty="0">
                <a:latin typeface="Microsoft Sans Serif"/>
                <a:cs typeface="Microsoft Sans Serif"/>
              </a:rPr>
              <a:t>+ </a:t>
            </a:r>
            <a:r>
              <a:rPr sz="2400" i="1" spc="-5" dirty="0">
                <a:latin typeface="Arial"/>
                <a:cs typeface="Arial"/>
              </a:rPr>
              <a:t>F</a:t>
            </a:r>
            <a:r>
              <a:rPr sz="2400" spc="-5" dirty="0">
                <a:latin typeface="Microsoft Sans Serif"/>
                <a:cs typeface="Microsoft Sans Serif"/>
              </a:rPr>
              <a:t>: </a:t>
            </a:r>
            <a:r>
              <a:rPr sz="2400" b="1" spc="-5" dirty="0">
                <a:latin typeface="Arial"/>
                <a:cs typeface="Arial"/>
              </a:rPr>
              <a:t>R </a:t>
            </a:r>
            <a:r>
              <a:rPr sz="2400" b="1" i="1" dirty="0">
                <a:latin typeface="Arial"/>
                <a:cs typeface="Arial"/>
              </a:rPr>
              <a:t>→ </a:t>
            </a:r>
            <a:r>
              <a:rPr sz="2400" b="1" spc="-5" dirty="0">
                <a:latin typeface="Arial"/>
                <a:cs typeface="Arial"/>
              </a:rPr>
              <a:t>R </a:t>
            </a:r>
            <a:r>
              <a:rPr sz="2400" spc="-5" dirty="0">
                <a:latin typeface="Microsoft Sans Serif"/>
                <a:cs typeface="Microsoft Sans Serif"/>
              </a:rPr>
              <a:t>as </a:t>
            </a:r>
            <a:r>
              <a:rPr sz="2400" spc="-10" dirty="0">
                <a:latin typeface="Microsoft Sans Serif"/>
                <a:cs typeface="Microsoft Sans Serif"/>
              </a:rPr>
              <a:t>follows: </a:t>
            </a:r>
            <a:r>
              <a:rPr sz="2400" spc="-625" dirty="0">
                <a:latin typeface="Microsoft Sans Serif"/>
                <a:cs typeface="Microsoft Sans Serif"/>
              </a:rPr>
              <a:t> </a:t>
            </a:r>
            <a:r>
              <a:rPr sz="2400" spc="-5" dirty="0">
                <a:latin typeface="Microsoft Sans Serif"/>
                <a:cs typeface="Microsoft Sans Serif"/>
              </a:rPr>
              <a:t>For</a:t>
            </a:r>
            <a:r>
              <a:rPr sz="2400" spc="20" dirty="0">
                <a:latin typeface="Microsoft Sans Serif"/>
                <a:cs typeface="Microsoft Sans Serif"/>
              </a:rPr>
              <a:t> </a:t>
            </a:r>
            <a:r>
              <a:rPr sz="2400" spc="-15" dirty="0">
                <a:latin typeface="Microsoft Sans Serif"/>
                <a:cs typeface="Microsoft Sans Serif"/>
              </a:rPr>
              <a:t>all</a:t>
            </a:r>
            <a:r>
              <a:rPr sz="2400" spc="40" dirty="0">
                <a:latin typeface="Microsoft Sans Serif"/>
                <a:cs typeface="Microsoft Sans Serif"/>
              </a:rPr>
              <a:t> </a:t>
            </a:r>
            <a:r>
              <a:rPr sz="2400" i="1" dirty="0">
                <a:latin typeface="Arial"/>
                <a:cs typeface="Arial"/>
              </a:rPr>
              <a:t>x</a:t>
            </a:r>
            <a:r>
              <a:rPr sz="2400" i="1" spc="5" dirty="0">
                <a:latin typeface="Arial"/>
                <a:cs typeface="Arial"/>
              </a:rPr>
              <a:t> </a:t>
            </a:r>
            <a:r>
              <a:rPr sz="2400" dirty="0">
                <a:latin typeface="Symbol"/>
                <a:cs typeface="Symbol"/>
              </a:rPr>
              <a:t></a:t>
            </a:r>
            <a:r>
              <a:rPr sz="2400" spc="60" dirty="0">
                <a:latin typeface="Times New Roman"/>
                <a:cs typeface="Times New Roman"/>
              </a:rPr>
              <a:t> </a:t>
            </a:r>
            <a:r>
              <a:rPr sz="2400" b="1" spc="-5" dirty="0">
                <a:latin typeface="Arial"/>
                <a:cs typeface="Arial"/>
              </a:rPr>
              <a:t>R,</a:t>
            </a:r>
            <a:endParaRPr sz="2400" dirty="0">
              <a:latin typeface="Arial"/>
              <a:cs typeface="Arial"/>
            </a:endParaRPr>
          </a:p>
        </p:txBody>
      </p:sp>
      <p:sp>
        <p:nvSpPr>
          <p:cNvPr id="7" name="object 5">
            <a:extLst>
              <a:ext uri="{FF2B5EF4-FFF2-40B4-BE49-F238E27FC236}">
                <a16:creationId xmlns:a16="http://schemas.microsoft.com/office/drawing/2014/main" id="{17C3B5D7-382A-FD21-CC85-9DD22D3880E0}"/>
              </a:ext>
            </a:extLst>
          </p:cNvPr>
          <p:cNvSpPr txBox="1"/>
          <p:nvPr/>
        </p:nvSpPr>
        <p:spPr>
          <a:xfrm>
            <a:off x="1303496" y="6297295"/>
            <a:ext cx="287274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Microsoft Sans Serif"/>
                <a:cs typeface="Microsoft Sans Serif"/>
              </a:rPr>
              <a:t>Does</a:t>
            </a:r>
            <a:r>
              <a:rPr sz="2400" spc="15" dirty="0">
                <a:latin typeface="Microsoft Sans Serif"/>
                <a:cs typeface="Microsoft Sans Serif"/>
              </a:rPr>
              <a:t> </a:t>
            </a:r>
            <a:r>
              <a:rPr sz="2400" i="1" dirty="0">
                <a:latin typeface="Arial"/>
                <a:cs typeface="Arial"/>
              </a:rPr>
              <a:t>F</a:t>
            </a:r>
            <a:r>
              <a:rPr sz="2400" i="1" spc="-25" dirty="0">
                <a:latin typeface="Arial"/>
                <a:cs typeface="Arial"/>
              </a:rPr>
              <a:t> </a:t>
            </a:r>
            <a:r>
              <a:rPr sz="2400" dirty="0">
                <a:latin typeface="Microsoft Sans Serif"/>
                <a:cs typeface="Microsoft Sans Serif"/>
              </a:rPr>
              <a:t>+</a:t>
            </a:r>
            <a:r>
              <a:rPr sz="2400" spc="10" dirty="0">
                <a:latin typeface="Microsoft Sans Serif"/>
                <a:cs typeface="Microsoft Sans Serif"/>
              </a:rPr>
              <a:t> </a:t>
            </a:r>
            <a:r>
              <a:rPr sz="2400" i="1" dirty="0">
                <a:latin typeface="Arial"/>
                <a:cs typeface="Arial"/>
              </a:rPr>
              <a:t>G</a:t>
            </a:r>
            <a:r>
              <a:rPr sz="2400" i="1" spc="-25" dirty="0">
                <a:latin typeface="Arial"/>
                <a:cs typeface="Arial"/>
              </a:rPr>
              <a:t> </a:t>
            </a:r>
            <a:r>
              <a:rPr sz="2400" dirty="0">
                <a:latin typeface="Microsoft Sans Serif"/>
                <a:cs typeface="Microsoft Sans Serif"/>
              </a:rPr>
              <a:t>=</a:t>
            </a:r>
            <a:r>
              <a:rPr sz="2400" spc="5" dirty="0">
                <a:latin typeface="Microsoft Sans Serif"/>
                <a:cs typeface="Microsoft Sans Serif"/>
              </a:rPr>
              <a:t> </a:t>
            </a:r>
            <a:r>
              <a:rPr sz="2400" i="1" dirty="0">
                <a:latin typeface="Arial"/>
                <a:cs typeface="Arial"/>
              </a:rPr>
              <a:t>G</a:t>
            </a:r>
            <a:r>
              <a:rPr sz="2400" i="1" spc="-25" dirty="0">
                <a:latin typeface="Arial"/>
                <a:cs typeface="Arial"/>
              </a:rPr>
              <a:t> </a:t>
            </a:r>
            <a:r>
              <a:rPr sz="2400" dirty="0">
                <a:latin typeface="Microsoft Sans Serif"/>
                <a:cs typeface="Microsoft Sans Serif"/>
              </a:rPr>
              <a:t>+</a:t>
            </a:r>
            <a:r>
              <a:rPr sz="2400" spc="5" dirty="0">
                <a:latin typeface="Microsoft Sans Serif"/>
                <a:cs typeface="Microsoft Sans Serif"/>
              </a:rPr>
              <a:t> </a:t>
            </a:r>
            <a:r>
              <a:rPr sz="2400" i="1" spc="-5" dirty="0">
                <a:latin typeface="Arial"/>
                <a:cs typeface="Arial"/>
              </a:rPr>
              <a:t>F</a:t>
            </a:r>
            <a:r>
              <a:rPr sz="2400" spc="-5" dirty="0">
                <a:latin typeface="Microsoft Sans Serif"/>
                <a:cs typeface="Microsoft Sans Serif"/>
              </a:rPr>
              <a:t>?</a:t>
            </a:r>
            <a:endParaRPr sz="2400" dirty="0">
              <a:latin typeface="Microsoft Sans Serif"/>
              <a:cs typeface="Microsoft Sans Serif"/>
            </a:endParaRPr>
          </a:p>
        </p:txBody>
      </p:sp>
      <p:pic>
        <p:nvPicPr>
          <p:cNvPr id="8" name="object 7">
            <a:extLst>
              <a:ext uri="{FF2B5EF4-FFF2-40B4-BE49-F238E27FC236}">
                <a16:creationId xmlns:a16="http://schemas.microsoft.com/office/drawing/2014/main" id="{79789992-5D41-6CB3-457B-AD3A25F7419F}"/>
              </a:ext>
            </a:extLst>
          </p:cNvPr>
          <p:cNvPicPr/>
          <p:nvPr/>
        </p:nvPicPr>
        <p:blipFill>
          <a:blip r:embed="rId3" cstate="print"/>
          <a:stretch>
            <a:fillRect/>
          </a:stretch>
        </p:blipFill>
        <p:spPr>
          <a:xfrm>
            <a:off x="1303496" y="5683160"/>
            <a:ext cx="7769864" cy="257855"/>
          </a:xfrm>
          <a:prstGeom prst="rect">
            <a:avLst/>
          </a:prstGeom>
        </p:spPr>
      </p:pic>
    </p:spTree>
    <p:extLst>
      <p:ext uri="{BB962C8B-B14F-4D97-AF65-F5344CB8AC3E}">
        <p14:creationId xmlns:p14="http://schemas.microsoft.com/office/powerpoint/2010/main" val="1565510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F1993-4354-2C12-F01D-CE3228137648}"/>
              </a:ext>
            </a:extLst>
          </p:cNvPr>
          <p:cNvSpPr>
            <a:spLocks noGrp="1"/>
          </p:cNvSpPr>
          <p:nvPr>
            <p:ph type="title"/>
          </p:nvPr>
        </p:nvSpPr>
        <p:spPr/>
        <p:txBody>
          <a:bodyPr/>
          <a:lstStyle/>
          <a:p>
            <a:r>
              <a:rPr lang="en-US" dirty="0"/>
              <a:t>Equality of Functions</a:t>
            </a:r>
          </a:p>
        </p:txBody>
      </p:sp>
      <p:sp>
        <p:nvSpPr>
          <p:cNvPr id="4" name="object 3">
            <a:extLst>
              <a:ext uri="{FF2B5EF4-FFF2-40B4-BE49-F238E27FC236}">
                <a16:creationId xmlns:a16="http://schemas.microsoft.com/office/drawing/2014/main" id="{D3654A68-61FA-41B5-614D-F55AB0DD5982}"/>
              </a:ext>
            </a:extLst>
          </p:cNvPr>
          <p:cNvSpPr txBox="1">
            <a:spLocks noGrp="1"/>
          </p:cNvSpPr>
          <p:nvPr>
            <p:ph idx="1"/>
          </p:nvPr>
        </p:nvSpPr>
        <p:spPr>
          <a:xfrm>
            <a:off x="838200" y="1825625"/>
            <a:ext cx="10515600" cy="1377300"/>
          </a:xfrm>
          <a:prstGeom prst="rect">
            <a:avLst/>
          </a:prstGeom>
        </p:spPr>
        <p:txBody>
          <a:bodyPr vert="horz" wrap="square" lIns="0" tIns="12700" rIns="0" bIns="0" rtlCol="0">
            <a:spAutoFit/>
          </a:bodyPr>
          <a:lstStyle/>
          <a:p>
            <a:pPr marL="38100">
              <a:lnSpc>
                <a:spcPct val="100000"/>
              </a:lnSpc>
              <a:spcBef>
                <a:spcPts val="100"/>
              </a:spcBef>
            </a:pPr>
            <a:r>
              <a:rPr sz="2400" b="1" spc="-5" dirty="0">
                <a:latin typeface="Arial"/>
                <a:cs typeface="Arial"/>
              </a:rPr>
              <a:t>a. </a:t>
            </a:r>
            <a:r>
              <a:rPr sz="2400" spc="-5" dirty="0">
                <a:latin typeface="Microsoft Sans Serif"/>
                <a:cs typeface="Microsoft Sans Serif"/>
              </a:rPr>
              <a:t>Yes,</a:t>
            </a:r>
            <a:r>
              <a:rPr sz="2400" spc="25"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10" dirty="0">
                <a:latin typeface="Microsoft Sans Serif"/>
                <a:cs typeface="Microsoft Sans Serif"/>
              </a:rPr>
              <a:t>table</a:t>
            </a:r>
            <a:r>
              <a:rPr sz="2400" spc="45"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10" dirty="0">
                <a:latin typeface="Microsoft Sans Serif"/>
                <a:cs typeface="Microsoft Sans Serif"/>
              </a:rPr>
              <a:t>values</a:t>
            </a:r>
            <a:r>
              <a:rPr sz="2400" spc="45" dirty="0">
                <a:latin typeface="Microsoft Sans Serif"/>
                <a:cs typeface="Microsoft Sans Serif"/>
              </a:rPr>
              <a:t> </a:t>
            </a:r>
            <a:r>
              <a:rPr sz="2400" spc="-5" dirty="0">
                <a:latin typeface="Microsoft Sans Serif"/>
                <a:cs typeface="Microsoft Sans Serif"/>
              </a:rPr>
              <a:t>shows</a:t>
            </a:r>
            <a:r>
              <a:rPr sz="2400" spc="50" dirty="0">
                <a:latin typeface="Microsoft Sans Serif"/>
                <a:cs typeface="Microsoft Sans Serif"/>
              </a:rPr>
              <a:t> </a:t>
            </a:r>
            <a:r>
              <a:rPr sz="2400" spc="-5" dirty="0">
                <a:latin typeface="Microsoft Sans Serif"/>
                <a:cs typeface="Microsoft Sans Serif"/>
              </a:rPr>
              <a:t>that</a:t>
            </a:r>
            <a:r>
              <a:rPr sz="2400" spc="25" dirty="0">
                <a:latin typeface="Microsoft Sans Serif"/>
                <a:cs typeface="Microsoft Sans Serif"/>
              </a:rPr>
              <a:t> </a:t>
            </a:r>
            <a:r>
              <a:rPr sz="2400" i="1" spc="25" dirty="0">
                <a:latin typeface="Arial"/>
                <a:cs typeface="Arial"/>
              </a:rPr>
              <a:t>f</a:t>
            </a:r>
            <a:r>
              <a:rPr sz="2400" spc="25" dirty="0">
                <a:latin typeface="Microsoft Sans Serif"/>
                <a:cs typeface="Microsoft Sans Serif"/>
              </a:rPr>
              <a:t>(</a:t>
            </a:r>
            <a:r>
              <a:rPr sz="2400" i="1" spc="25" dirty="0">
                <a:latin typeface="Arial"/>
                <a:cs typeface="Arial"/>
              </a:rPr>
              <a:t>x</a:t>
            </a:r>
            <a:r>
              <a:rPr sz="2400" spc="25" dirty="0">
                <a:latin typeface="Microsoft Sans Serif"/>
                <a:cs typeface="Microsoft Sans Serif"/>
              </a:rPr>
              <a:t>) </a:t>
            </a:r>
            <a:r>
              <a:rPr sz="2400" dirty="0">
                <a:latin typeface="Microsoft Sans Serif"/>
                <a:cs typeface="Microsoft Sans Serif"/>
              </a:rPr>
              <a:t>=</a:t>
            </a:r>
            <a:r>
              <a:rPr sz="2400" spc="25" dirty="0">
                <a:latin typeface="Microsoft Sans Serif"/>
                <a:cs typeface="Microsoft Sans Serif"/>
              </a:rPr>
              <a:t> </a:t>
            </a:r>
            <a:r>
              <a:rPr sz="2400" i="1" spc="-5" dirty="0">
                <a:latin typeface="Arial"/>
                <a:cs typeface="Arial"/>
              </a:rPr>
              <a:t>g</a:t>
            </a:r>
            <a:r>
              <a:rPr sz="2400" spc="-5" dirty="0">
                <a:latin typeface="Microsoft Sans Serif"/>
                <a:cs typeface="Microsoft Sans Serif"/>
              </a:rPr>
              <a:t>(</a:t>
            </a:r>
            <a:r>
              <a:rPr sz="2400" i="1" spc="-5" dirty="0">
                <a:latin typeface="Arial"/>
                <a:cs typeface="Arial"/>
              </a:rPr>
              <a:t>x</a:t>
            </a:r>
            <a:r>
              <a:rPr sz="2400" spc="-5" dirty="0">
                <a:latin typeface="Microsoft Sans Serif"/>
                <a:cs typeface="Microsoft Sans Serif"/>
              </a:rPr>
              <a:t>)</a:t>
            </a:r>
            <a:r>
              <a:rPr sz="2400" spc="25" dirty="0">
                <a:latin typeface="Microsoft Sans Serif"/>
                <a:cs typeface="Microsoft Sans Serif"/>
              </a:rPr>
              <a:t> </a:t>
            </a:r>
            <a:r>
              <a:rPr sz="2400" spc="-5" dirty="0">
                <a:latin typeface="Microsoft Sans Serif"/>
                <a:cs typeface="Microsoft Sans Serif"/>
              </a:rPr>
              <a:t>for</a:t>
            </a:r>
            <a:r>
              <a:rPr sz="2400" spc="15" dirty="0">
                <a:latin typeface="Microsoft Sans Serif"/>
                <a:cs typeface="Microsoft Sans Serif"/>
              </a:rPr>
              <a:t> </a:t>
            </a:r>
            <a:r>
              <a:rPr sz="2400" spc="-15" dirty="0">
                <a:latin typeface="Microsoft Sans Serif"/>
                <a:cs typeface="Microsoft Sans Serif"/>
              </a:rPr>
              <a:t>all</a:t>
            </a:r>
            <a:r>
              <a:rPr sz="2400" spc="55" dirty="0">
                <a:latin typeface="Microsoft Sans Serif"/>
                <a:cs typeface="Microsoft Sans Serif"/>
              </a:rPr>
              <a:t> </a:t>
            </a:r>
            <a:r>
              <a:rPr sz="2400" i="1" dirty="0">
                <a:latin typeface="Arial"/>
                <a:cs typeface="Arial"/>
              </a:rPr>
              <a:t>x</a:t>
            </a:r>
            <a:r>
              <a:rPr sz="2400" i="1" spc="-10" dirty="0">
                <a:latin typeface="Arial"/>
                <a:cs typeface="Arial"/>
              </a:rPr>
              <a:t> </a:t>
            </a:r>
            <a:r>
              <a:rPr sz="2400" spc="-10" dirty="0">
                <a:latin typeface="Microsoft Sans Serif"/>
                <a:cs typeface="Microsoft Sans Serif"/>
              </a:rPr>
              <a:t>in</a:t>
            </a:r>
            <a:endParaRPr sz="2400" dirty="0">
              <a:latin typeface="Microsoft Sans Serif"/>
              <a:cs typeface="Microsoft Sans Serif"/>
            </a:endParaRPr>
          </a:p>
          <a:p>
            <a:pPr marL="156845" indent="0">
              <a:lnSpc>
                <a:spcPct val="100000"/>
              </a:lnSpc>
              <a:buNone/>
            </a:pPr>
            <a:r>
              <a:rPr sz="2400" i="1" spc="-5" dirty="0">
                <a:latin typeface="Arial"/>
                <a:cs typeface="Arial"/>
              </a:rPr>
              <a:t>J</a:t>
            </a:r>
            <a:r>
              <a:rPr sz="2400" spc="-7" baseline="-20833" dirty="0">
                <a:latin typeface="Microsoft Sans Serif"/>
                <a:cs typeface="Microsoft Sans Serif"/>
              </a:rPr>
              <a:t>3</a:t>
            </a:r>
            <a:r>
              <a:rPr sz="2400" spc="-5" dirty="0">
                <a:latin typeface="Microsoft Sans Serif"/>
                <a:cs typeface="Microsoft Sans Serif"/>
              </a:rPr>
              <a:t>.</a:t>
            </a:r>
            <a:endParaRPr lang="en-US" sz="2400" spc="-5" dirty="0">
              <a:latin typeface="Microsoft Sans Serif"/>
              <a:cs typeface="Microsoft Sans Serif"/>
            </a:endParaRPr>
          </a:p>
          <a:p>
            <a:pPr marL="156845" indent="0">
              <a:lnSpc>
                <a:spcPct val="100000"/>
              </a:lnSpc>
              <a:buNone/>
            </a:pPr>
            <a:endParaRPr sz="2400" dirty="0">
              <a:latin typeface="Microsoft Sans Serif"/>
              <a:cs typeface="Microsoft Sans Serif"/>
            </a:endParaRPr>
          </a:p>
        </p:txBody>
      </p:sp>
      <p:pic>
        <p:nvPicPr>
          <p:cNvPr id="5" name="object 6">
            <a:extLst>
              <a:ext uri="{FF2B5EF4-FFF2-40B4-BE49-F238E27FC236}">
                <a16:creationId xmlns:a16="http://schemas.microsoft.com/office/drawing/2014/main" id="{302D8B5D-6875-4323-BAEA-B7FCD5FF63DB}"/>
              </a:ext>
            </a:extLst>
          </p:cNvPr>
          <p:cNvPicPr/>
          <p:nvPr/>
        </p:nvPicPr>
        <p:blipFill>
          <a:blip r:embed="rId2" cstate="print"/>
          <a:stretch>
            <a:fillRect/>
          </a:stretch>
        </p:blipFill>
        <p:spPr>
          <a:xfrm>
            <a:off x="1976628" y="2748534"/>
            <a:ext cx="8238743" cy="1360932"/>
          </a:xfrm>
          <a:prstGeom prst="rect">
            <a:avLst/>
          </a:prstGeom>
        </p:spPr>
      </p:pic>
      <p:sp>
        <p:nvSpPr>
          <p:cNvPr id="6" name="object 4">
            <a:extLst>
              <a:ext uri="{FF2B5EF4-FFF2-40B4-BE49-F238E27FC236}">
                <a16:creationId xmlns:a16="http://schemas.microsoft.com/office/drawing/2014/main" id="{C6D5DAD3-E2E5-3C3F-553C-FC7FF3D900AF}"/>
              </a:ext>
            </a:extLst>
          </p:cNvPr>
          <p:cNvSpPr txBox="1"/>
          <p:nvPr/>
        </p:nvSpPr>
        <p:spPr>
          <a:xfrm>
            <a:off x="1976628" y="4109466"/>
            <a:ext cx="6804025" cy="391160"/>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b.</a:t>
            </a:r>
            <a:r>
              <a:rPr sz="2400" b="1" spc="-20" dirty="0">
                <a:latin typeface="Arial"/>
                <a:cs typeface="Arial"/>
              </a:rPr>
              <a:t> </a:t>
            </a:r>
            <a:r>
              <a:rPr sz="2400" spc="-10" dirty="0">
                <a:latin typeface="Microsoft Sans Serif"/>
                <a:cs typeface="Microsoft Sans Serif"/>
              </a:rPr>
              <a:t>Again</a:t>
            </a:r>
            <a:r>
              <a:rPr sz="2400" spc="55"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answer</a:t>
            </a:r>
            <a:r>
              <a:rPr sz="2400" spc="50" dirty="0">
                <a:latin typeface="Microsoft Sans Serif"/>
                <a:cs typeface="Microsoft Sans Serif"/>
              </a:rPr>
              <a:t> </a:t>
            </a:r>
            <a:r>
              <a:rPr sz="2400" spc="-10" dirty="0">
                <a:latin typeface="Microsoft Sans Serif"/>
                <a:cs typeface="Microsoft Sans Serif"/>
              </a:rPr>
              <a:t>is</a:t>
            </a:r>
            <a:r>
              <a:rPr sz="2400" spc="30" dirty="0">
                <a:latin typeface="Microsoft Sans Serif"/>
                <a:cs typeface="Microsoft Sans Serif"/>
              </a:rPr>
              <a:t> </a:t>
            </a:r>
            <a:r>
              <a:rPr sz="2400" spc="-5" dirty="0">
                <a:latin typeface="Microsoft Sans Serif"/>
                <a:cs typeface="Microsoft Sans Serif"/>
              </a:rPr>
              <a:t>yes.</a:t>
            </a:r>
            <a:r>
              <a:rPr sz="2400" spc="25" dirty="0">
                <a:latin typeface="Microsoft Sans Serif"/>
                <a:cs typeface="Microsoft Sans Serif"/>
              </a:rPr>
              <a:t> </a:t>
            </a:r>
            <a:r>
              <a:rPr sz="2400" spc="-5" dirty="0">
                <a:latin typeface="Microsoft Sans Serif"/>
                <a:cs typeface="Microsoft Sans Serif"/>
              </a:rPr>
              <a:t>For</a:t>
            </a:r>
            <a:r>
              <a:rPr sz="2400" spc="25" dirty="0">
                <a:latin typeface="Microsoft Sans Serif"/>
                <a:cs typeface="Microsoft Sans Serif"/>
              </a:rPr>
              <a:t> </a:t>
            </a:r>
            <a:r>
              <a:rPr sz="2400" spc="-15" dirty="0">
                <a:latin typeface="Microsoft Sans Serif"/>
                <a:cs typeface="Microsoft Sans Serif"/>
              </a:rPr>
              <a:t>all</a:t>
            </a:r>
            <a:r>
              <a:rPr sz="2400" spc="45" dirty="0">
                <a:latin typeface="Microsoft Sans Serif"/>
                <a:cs typeface="Microsoft Sans Serif"/>
              </a:rPr>
              <a:t> </a:t>
            </a:r>
            <a:r>
              <a:rPr sz="2400" spc="-10" dirty="0">
                <a:latin typeface="Microsoft Sans Serif"/>
                <a:cs typeface="Microsoft Sans Serif"/>
              </a:rPr>
              <a:t>real</a:t>
            </a:r>
            <a:r>
              <a:rPr sz="2400" spc="25" dirty="0">
                <a:latin typeface="Microsoft Sans Serif"/>
                <a:cs typeface="Microsoft Sans Serif"/>
              </a:rPr>
              <a:t> </a:t>
            </a:r>
            <a:r>
              <a:rPr sz="2400" spc="-5" dirty="0">
                <a:latin typeface="Microsoft Sans Serif"/>
                <a:cs typeface="Microsoft Sans Serif"/>
              </a:rPr>
              <a:t>numbers</a:t>
            </a:r>
            <a:r>
              <a:rPr sz="2400" spc="45" dirty="0">
                <a:latin typeface="Microsoft Sans Serif"/>
                <a:cs typeface="Microsoft Sans Serif"/>
              </a:rPr>
              <a:t> </a:t>
            </a:r>
            <a:r>
              <a:rPr sz="2400" i="1" dirty="0">
                <a:latin typeface="Arial"/>
                <a:cs typeface="Arial"/>
              </a:rPr>
              <a:t>x</a:t>
            </a:r>
            <a:r>
              <a:rPr sz="2400" dirty="0">
                <a:latin typeface="Microsoft Sans Serif"/>
                <a:cs typeface="Microsoft Sans Serif"/>
              </a:rPr>
              <a:t>,</a:t>
            </a:r>
            <a:endParaRPr sz="2400">
              <a:latin typeface="Microsoft Sans Serif"/>
              <a:cs typeface="Microsoft Sans Serif"/>
            </a:endParaRPr>
          </a:p>
        </p:txBody>
      </p:sp>
      <p:sp>
        <p:nvSpPr>
          <p:cNvPr id="7" name="object 5">
            <a:extLst>
              <a:ext uri="{FF2B5EF4-FFF2-40B4-BE49-F238E27FC236}">
                <a16:creationId xmlns:a16="http://schemas.microsoft.com/office/drawing/2014/main" id="{4C4AD14F-16DE-98A6-5739-313C25B08865}"/>
              </a:ext>
            </a:extLst>
          </p:cNvPr>
          <p:cNvSpPr txBox="1"/>
          <p:nvPr/>
        </p:nvSpPr>
        <p:spPr>
          <a:xfrm>
            <a:off x="2314957" y="6413755"/>
            <a:ext cx="295910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Microsoft Sans Serif"/>
                <a:cs typeface="Microsoft Sans Serif"/>
              </a:rPr>
              <a:t>Hence</a:t>
            </a:r>
            <a:r>
              <a:rPr sz="2400" spc="15" dirty="0">
                <a:latin typeface="Microsoft Sans Serif"/>
                <a:cs typeface="Microsoft Sans Serif"/>
              </a:rPr>
              <a:t> </a:t>
            </a:r>
            <a:r>
              <a:rPr sz="2400" i="1" dirty="0">
                <a:latin typeface="Arial"/>
                <a:cs typeface="Arial"/>
              </a:rPr>
              <a:t>F</a:t>
            </a:r>
            <a:r>
              <a:rPr sz="2400" i="1" spc="-20" dirty="0">
                <a:latin typeface="Arial"/>
                <a:cs typeface="Arial"/>
              </a:rPr>
              <a:t> </a:t>
            </a:r>
            <a:r>
              <a:rPr sz="2400" dirty="0">
                <a:latin typeface="Microsoft Sans Serif"/>
                <a:cs typeface="Microsoft Sans Serif"/>
              </a:rPr>
              <a:t>+</a:t>
            </a:r>
            <a:r>
              <a:rPr sz="2400" spc="5" dirty="0">
                <a:latin typeface="Microsoft Sans Serif"/>
                <a:cs typeface="Microsoft Sans Serif"/>
              </a:rPr>
              <a:t> </a:t>
            </a:r>
            <a:r>
              <a:rPr sz="2400" i="1" dirty="0">
                <a:latin typeface="Arial"/>
                <a:cs typeface="Arial"/>
              </a:rPr>
              <a:t>G</a:t>
            </a:r>
            <a:r>
              <a:rPr sz="2400" i="1" spc="-15" dirty="0">
                <a:latin typeface="Arial"/>
                <a:cs typeface="Arial"/>
              </a:rPr>
              <a:t> </a:t>
            </a:r>
            <a:r>
              <a:rPr sz="2400" dirty="0">
                <a:latin typeface="Microsoft Sans Serif"/>
                <a:cs typeface="Microsoft Sans Serif"/>
              </a:rPr>
              <a:t>= </a:t>
            </a:r>
            <a:r>
              <a:rPr sz="2400" i="1" dirty="0">
                <a:latin typeface="Arial"/>
                <a:cs typeface="Arial"/>
              </a:rPr>
              <a:t>G</a:t>
            </a:r>
            <a:r>
              <a:rPr sz="2400" i="1" spc="-20" dirty="0">
                <a:latin typeface="Arial"/>
                <a:cs typeface="Arial"/>
              </a:rPr>
              <a:t> </a:t>
            </a:r>
            <a:r>
              <a:rPr sz="2400" dirty="0">
                <a:latin typeface="Microsoft Sans Serif"/>
                <a:cs typeface="Microsoft Sans Serif"/>
              </a:rPr>
              <a:t>+</a:t>
            </a:r>
            <a:r>
              <a:rPr sz="2400" spc="10" dirty="0">
                <a:latin typeface="Microsoft Sans Serif"/>
                <a:cs typeface="Microsoft Sans Serif"/>
              </a:rPr>
              <a:t> </a:t>
            </a:r>
            <a:r>
              <a:rPr sz="2400" i="1" spc="-5" dirty="0">
                <a:latin typeface="Arial"/>
                <a:cs typeface="Arial"/>
              </a:rPr>
              <a:t>F</a:t>
            </a:r>
            <a:r>
              <a:rPr sz="2400" spc="-5" dirty="0">
                <a:latin typeface="Microsoft Sans Serif"/>
                <a:cs typeface="Microsoft Sans Serif"/>
              </a:rPr>
              <a:t>.</a:t>
            </a:r>
            <a:endParaRPr sz="2400">
              <a:latin typeface="Microsoft Sans Serif"/>
              <a:cs typeface="Microsoft Sans Serif"/>
            </a:endParaRPr>
          </a:p>
        </p:txBody>
      </p:sp>
      <p:pic>
        <p:nvPicPr>
          <p:cNvPr id="8" name="object 7">
            <a:extLst>
              <a:ext uri="{FF2B5EF4-FFF2-40B4-BE49-F238E27FC236}">
                <a16:creationId xmlns:a16="http://schemas.microsoft.com/office/drawing/2014/main" id="{EF23CF83-BB2C-BDD8-7C31-4EB8AE33CA4E}"/>
              </a:ext>
            </a:extLst>
          </p:cNvPr>
          <p:cNvPicPr/>
          <p:nvPr/>
        </p:nvPicPr>
        <p:blipFill>
          <a:blip r:embed="rId3" cstate="print"/>
          <a:stretch>
            <a:fillRect/>
          </a:stretch>
        </p:blipFill>
        <p:spPr>
          <a:xfrm>
            <a:off x="2456935" y="4685636"/>
            <a:ext cx="3359983" cy="266598"/>
          </a:xfrm>
          <a:prstGeom prst="rect">
            <a:avLst/>
          </a:prstGeom>
        </p:spPr>
      </p:pic>
      <p:pic>
        <p:nvPicPr>
          <p:cNvPr id="9" name="object 8">
            <a:extLst>
              <a:ext uri="{FF2B5EF4-FFF2-40B4-BE49-F238E27FC236}">
                <a16:creationId xmlns:a16="http://schemas.microsoft.com/office/drawing/2014/main" id="{35D06FE5-87F0-ACF7-55C0-F4265BDBDF0E}"/>
              </a:ext>
            </a:extLst>
          </p:cNvPr>
          <p:cNvPicPr/>
          <p:nvPr/>
        </p:nvPicPr>
        <p:blipFill>
          <a:blip r:embed="rId4" cstate="print"/>
          <a:stretch>
            <a:fillRect/>
          </a:stretch>
        </p:blipFill>
        <p:spPr>
          <a:xfrm>
            <a:off x="3948534" y="5321275"/>
            <a:ext cx="1847167" cy="254250"/>
          </a:xfrm>
          <a:prstGeom prst="rect">
            <a:avLst/>
          </a:prstGeom>
        </p:spPr>
      </p:pic>
      <p:pic>
        <p:nvPicPr>
          <p:cNvPr id="10" name="object 9">
            <a:extLst>
              <a:ext uri="{FF2B5EF4-FFF2-40B4-BE49-F238E27FC236}">
                <a16:creationId xmlns:a16="http://schemas.microsoft.com/office/drawing/2014/main" id="{BF6D4411-6975-9412-22EB-ED580FF27E63}"/>
              </a:ext>
            </a:extLst>
          </p:cNvPr>
          <p:cNvPicPr/>
          <p:nvPr/>
        </p:nvPicPr>
        <p:blipFill>
          <a:blip r:embed="rId5" cstate="print"/>
          <a:stretch>
            <a:fillRect/>
          </a:stretch>
        </p:blipFill>
        <p:spPr>
          <a:xfrm>
            <a:off x="3936476" y="5935644"/>
            <a:ext cx="1696583" cy="267598"/>
          </a:xfrm>
          <a:prstGeom prst="rect">
            <a:avLst/>
          </a:prstGeom>
        </p:spPr>
      </p:pic>
      <p:pic>
        <p:nvPicPr>
          <p:cNvPr id="11" name="object 10">
            <a:extLst>
              <a:ext uri="{FF2B5EF4-FFF2-40B4-BE49-F238E27FC236}">
                <a16:creationId xmlns:a16="http://schemas.microsoft.com/office/drawing/2014/main" id="{B894ED9E-151C-F448-C661-BC309620D4AE}"/>
              </a:ext>
            </a:extLst>
          </p:cNvPr>
          <p:cNvPicPr/>
          <p:nvPr/>
        </p:nvPicPr>
        <p:blipFill>
          <a:blip r:embed="rId6" cstate="print"/>
          <a:stretch>
            <a:fillRect/>
          </a:stretch>
        </p:blipFill>
        <p:spPr>
          <a:xfrm>
            <a:off x="6484588" y="4756364"/>
            <a:ext cx="1493201" cy="154203"/>
          </a:xfrm>
          <a:prstGeom prst="rect">
            <a:avLst/>
          </a:prstGeom>
        </p:spPr>
      </p:pic>
      <p:pic>
        <p:nvPicPr>
          <p:cNvPr id="12" name="object 11">
            <a:extLst>
              <a:ext uri="{FF2B5EF4-FFF2-40B4-BE49-F238E27FC236}">
                <a16:creationId xmlns:a16="http://schemas.microsoft.com/office/drawing/2014/main" id="{047D1CE7-6C07-57E4-3C1E-64F1D7757D39}"/>
              </a:ext>
            </a:extLst>
          </p:cNvPr>
          <p:cNvPicPr/>
          <p:nvPr/>
        </p:nvPicPr>
        <p:blipFill>
          <a:blip r:embed="rId7" cstate="print"/>
          <a:stretch>
            <a:fillRect/>
          </a:stretch>
        </p:blipFill>
        <p:spPr>
          <a:xfrm>
            <a:off x="6476264" y="5350374"/>
            <a:ext cx="3417490" cy="150279"/>
          </a:xfrm>
          <a:prstGeom prst="rect">
            <a:avLst/>
          </a:prstGeom>
        </p:spPr>
      </p:pic>
      <p:pic>
        <p:nvPicPr>
          <p:cNvPr id="13" name="object 12">
            <a:extLst>
              <a:ext uri="{FF2B5EF4-FFF2-40B4-BE49-F238E27FC236}">
                <a16:creationId xmlns:a16="http://schemas.microsoft.com/office/drawing/2014/main" id="{C949760F-6B55-F36D-E528-A793EA400831}"/>
              </a:ext>
            </a:extLst>
          </p:cNvPr>
          <p:cNvPicPr/>
          <p:nvPr/>
        </p:nvPicPr>
        <p:blipFill>
          <a:blip r:embed="rId8" cstate="print"/>
          <a:stretch>
            <a:fillRect/>
          </a:stretch>
        </p:blipFill>
        <p:spPr>
          <a:xfrm>
            <a:off x="6479733" y="5977683"/>
            <a:ext cx="1497921" cy="151180"/>
          </a:xfrm>
          <a:prstGeom prst="rect">
            <a:avLst/>
          </a:prstGeom>
        </p:spPr>
      </p:pic>
    </p:spTree>
    <p:extLst>
      <p:ext uri="{BB962C8B-B14F-4D97-AF65-F5344CB8AC3E}">
        <p14:creationId xmlns:p14="http://schemas.microsoft.com/office/powerpoint/2010/main" val="3830482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18173-BF51-66DF-0986-58B6807FE756}"/>
              </a:ext>
            </a:extLst>
          </p:cNvPr>
          <p:cNvSpPr>
            <a:spLocks noGrp="1"/>
          </p:cNvSpPr>
          <p:nvPr>
            <p:ph type="title"/>
          </p:nvPr>
        </p:nvSpPr>
        <p:spPr/>
        <p:txBody>
          <a:bodyPr/>
          <a:lstStyle/>
          <a:p>
            <a:r>
              <a:rPr lang="en-US" dirty="0"/>
              <a:t>Identity Functions</a:t>
            </a:r>
          </a:p>
        </p:txBody>
      </p:sp>
      <p:sp>
        <p:nvSpPr>
          <p:cNvPr id="4" name="Content Placeholder 2">
            <a:extLst>
              <a:ext uri="{FF2B5EF4-FFF2-40B4-BE49-F238E27FC236}">
                <a16:creationId xmlns:a16="http://schemas.microsoft.com/office/drawing/2014/main" id="{B296B10F-245B-9D03-9FB8-F0A6811A0799}"/>
              </a:ext>
            </a:extLst>
          </p:cNvPr>
          <p:cNvSpPr>
            <a:spLocks noGrp="1"/>
          </p:cNvSpPr>
          <p:nvPr>
            <p:ph idx="1"/>
          </p:nvPr>
        </p:nvSpPr>
        <p:spPr>
          <a:xfrm>
            <a:off x="838200" y="1825625"/>
            <a:ext cx="10515600" cy="4351338"/>
          </a:xfrm>
        </p:spPr>
        <p:txBody>
          <a:bodyPr/>
          <a:lstStyle/>
          <a:p>
            <a:endParaRPr lang="en-US" dirty="0"/>
          </a:p>
          <a:p>
            <a:r>
              <a:rPr lang="en-US" dirty="0"/>
              <a:t>A function such that the image and the pre-image are ALWAYS equal</a:t>
            </a:r>
          </a:p>
          <a:p>
            <a:endParaRPr lang="en-US" dirty="0"/>
          </a:p>
          <a:p>
            <a:r>
              <a:rPr lang="en-US" dirty="0"/>
              <a:t>f(x) = 1*x</a:t>
            </a:r>
          </a:p>
          <a:p>
            <a:r>
              <a:rPr lang="en-US" dirty="0"/>
              <a:t>f(x) = x + 0</a:t>
            </a:r>
          </a:p>
          <a:p>
            <a:endParaRPr lang="en-US" dirty="0"/>
          </a:p>
          <a:p>
            <a:r>
              <a:rPr lang="en-US" dirty="0"/>
              <a:t>The domain and the co-domain must be the same set.</a:t>
            </a:r>
          </a:p>
          <a:p>
            <a:endParaRPr lang="en-US" dirty="0"/>
          </a:p>
        </p:txBody>
      </p:sp>
    </p:spTree>
    <p:extLst>
      <p:ext uri="{BB962C8B-B14F-4D97-AF65-F5344CB8AC3E}">
        <p14:creationId xmlns:p14="http://schemas.microsoft.com/office/powerpoint/2010/main" val="1658457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F1FF5-A3DF-9E7D-F63D-6524A836A15E}"/>
              </a:ext>
            </a:extLst>
          </p:cNvPr>
          <p:cNvSpPr>
            <a:spLocks noGrp="1"/>
          </p:cNvSpPr>
          <p:nvPr>
            <p:ph type="title"/>
          </p:nvPr>
        </p:nvSpPr>
        <p:spPr/>
        <p:txBody>
          <a:bodyPr/>
          <a:lstStyle/>
          <a:p>
            <a:r>
              <a:rPr lang="en-US" dirty="0"/>
              <a:t>Functions</a:t>
            </a:r>
          </a:p>
        </p:txBody>
      </p:sp>
      <p:pic>
        <p:nvPicPr>
          <p:cNvPr id="4" name="object 3">
            <a:extLst>
              <a:ext uri="{FF2B5EF4-FFF2-40B4-BE49-F238E27FC236}">
                <a16:creationId xmlns:a16="http://schemas.microsoft.com/office/drawing/2014/main" id="{C590D3F0-A2A7-A740-F838-CB84761B6B26}"/>
              </a:ext>
            </a:extLst>
          </p:cNvPr>
          <p:cNvPicPr>
            <a:picLocks noGrp="1"/>
          </p:cNvPicPr>
          <p:nvPr>
            <p:ph idx="1"/>
          </p:nvPr>
        </p:nvPicPr>
        <p:blipFill>
          <a:blip r:embed="rId2" cstate="print"/>
          <a:stretch>
            <a:fillRect/>
          </a:stretch>
        </p:blipFill>
        <p:spPr>
          <a:xfrm>
            <a:off x="838200" y="2297330"/>
            <a:ext cx="10515600" cy="3058884"/>
          </a:xfrm>
          <a:prstGeom prst="rect">
            <a:avLst/>
          </a:prstGeom>
        </p:spPr>
      </p:pic>
      <p:pic>
        <p:nvPicPr>
          <p:cNvPr id="5" name="object 3">
            <a:extLst>
              <a:ext uri="{FF2B5EF4-FFF2-40B4-BE49-F238E27FC236}">
                <a16:creationId xmlns:a16="http://schemas.microsoft.com/office/drawing/2014/main" id="{6C54AAC5-0784-4D87-DD8F-E9FB8E4C0DFF}"/>
              </a:ext>
            </a:extLst>
          </p:cNvPr>
          <p:cNvPicPr>
            <a:picLocks/>
          </p:cNvPicPr>
          <p:nvPr/>
        </p:nvPicPr>
        <p:blipFill>
          <a:blip r:embed="rId2" cstate="print"/>
          <a:stretch>
            <a:fillRect/>
          </a:stretch>
        </p:blipFill>
        <p:spPr>
          <a:xfrm>
            <a:off x="838200" y="1948284"/>
            <a:ext cx="10515600" cy="3407929"/>
          </a:xfrm>
          <a:prstGeom prst="rect">
            <a:avLst/>
          </a:prstGeom>
        </p:spPr>
      </p:pic>
    </p:spTree>
    <p:extLst>
      <p:ext uri="{BB962C8B-B14F-4D97-AF65-F5344CB8AC3E}">
        <p14:creationId xmlns:p14="http://schemas.microsoft.com/office/powerpoint/2010/main" val="1931479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BD927-F5F4-7998-36BB-DACA31311AB0}"/>
              </a:ext>
            </a:extLst>
          </p:cNvPr>
          <p:cNvSpPr>
            <a:spLocks noGrp="1"/>
          </p:cNvSpPr>
          <p:nvPr>
            <p:ph type="title"/>
          </p:nvPr>
        </p:nvSpPr>
        <p:spPr/>
        <p:txBody>
          <a:bodyPr/>
          <a:lstStyle/>
          <a:p>
            <a:r>
              <a:rPr lang="en-US" dirty="0"/>
              <a:t>Functions</a:t>
            </a:r>
          </a:p>
        </p:txBody>
      </p:sp>
      <p:sp>
        <p:nvSpPr>
          <p:cNvPr id="4" name="object 3">
            <a:extLst>
              <a:ext uri="{FF2B5EF4-FFF2-40B4-BE49-F238E27FC236}">
                <a16:creationId xmlns:a16="http://schemas.microsoft.com/office/drawing/2014/main" id="{83A44579-390C-39C3-5557-C617DBFC3AA0}"/>
              </a:ext>
            </a:extLst>
          </p:cNvPr>
          <p:cNvSpPr txBox="1"/>
          <p:nvPr/>
        </p:nvSpPr>
        <p:spPr>
          <a:xfrm>
            <a:off x="994664" y="1870965"/>
            <a:ext cx="2479040" cy="1781175"/>
          </a:xfrm>
          <a:prstGeom prst="rect">
            <a:avLst/>
          </a:prstGeom>
        </p:spPr>
        <p:txBody>
          <a:bodyPr vert="horz" wrap="square" lIns="0" tIns="85725" rIns="0" bIns="0" rtlCol="0">
            <a:spAutoFit/>
          </a:bodyPr>
          <a:lstStyle/>
          <a:p>
            <a:pPr marL="12700">
              <a:lnSpc>
                <a:spcPct val="100000"/>
              </a:lnSpc>
              <a:spcBef>
                <a:spcPts val="675"/>
              </a:spcBef>
            </a:pPr>
            <a:r>
              <a:rPr sz="2400" spc="-10" dirty="0">
                <a:latin typeface="Microsoft Sans Serif"/>
                <a:cs typeface="Microsoft Sans Serif"/>
              </a:rPr>
              <a:t>Find</a:t>
            </a:r>
            <a:r>
              <a:rPr sz="2400" spc="10" dirty="0">
                <a:latin typeface="Microsoft Sans Serif"/>
                <a:cs typeface="Microsoft Sans Serif"/>
              </a:rPr>
              <a:t> </a:t>
            </a:r>
            <a:r>
              <a:rPr sz="2400" spc="-5" dirty="0">
                <a:latin typeface="Microsoft Sans Serif"/>
                <a:cs typeface="Microsoft Sans Serif"/>
              </a:rPr>
              <a:t>the</a:t>
            </a:r>
            <a:r>
              <a:rPr sz="2400" spc="-10" dirty="0">
                <a:latin typeface="Microsoft Sans Serif"/>
                <a:cs typeface="Microsoft Sans Serif"/>
              </a:rPr>
              <a:t> following:</a:t>
            </a:r>
            <a:endParaRPr sz="2400" dirty="0">
              <a:latin typeface="Microsoft Sans Serif"/>
              <a:cs typeface="Microsoft Sans Serif"/>
            </a:endParaRPr>
          </a:p>
          <a:p>
            <a:pPr marL="12700">
              <a:lnSpc>
                <a:spcPct val="100000"/>
              </a:lnSpc>
              <a:spcBef>
                <a:spcPts val="575"/>
              </a:spcBef>
              <a:tabLst>
                <a:tab pos="2118360" algn="l"/>
              </a:tabLst>
            </a:pPr>
            <a:r>
              <a:rPr sz="2400" b="1" spc="-5" dirty="0">
                <a:latin typeface="Arial"/>
                <a:cs typeface="Arial"/>
              </a:rPr>
              <a:t>a.	b.</a:t>
            </a:r>
            <a:endParaRPr sz="2400" dirty="0">
              <a:latin typeface="Arial"/>
              <a:cs typeface="Arial"/>
            </a:endParaRPr>
          </a:p>
          <a:p>
            <a:pPr>
              <a:lnSpc>
                <a:spcPct val="100000"/>
              </a:lnSpc>
              <a:spcBef>
                <a:spcPts val="5"/>
              </a:spcBef>
            </a:pPr>
            <a:endParaRPr sz="3500" dirty="0">
              <a:latin typeface="Arial"/>
              <a:cs typeface="Arial"/>
            </a:endParaRPr>
          </a:p>
          <a:p>
            <a:pPr marL="12700">
              <a:lnSpc>
                <a:spcPct val="100000"/>
              </a:lnSpc>
              <a:spcBef>
                <a:spcPts val="5"/>
              </a:spcBef>
            </a:pPr>
            <a:r>
              <a:rPr sz="2400" b="1" spc="-5" dirty="0">
                <a:latin typeface="Arial"/>
                <a:cs typeface="Arial"/>
              </a:rPr>
              <a:t>d.</a:t>
            </a:r>
            <a:endParaRPr sz="2400" dirty="0">
              <a:latin typeface="Arial"/>
              <a:cs typeface="Arial"/>
            </a:endParaRPr>
          </a:p>
        </p:txBody>
      </p:sp>
      <p:pic>
        <p:nvPicPr>
          <p:cNvPr id="5" name="object 10">
            <a:extLst>
              <a:ext uri="{FF2B5EF4-FFF2-40B4-BE49-F238E27FC236}">
                <a16:creationId xmlns:a16="http://schemas.microsoft.com/office/drawing/2014/main" id="{5FD7C10F-DE9D-3882-7CD5-24CB443A6B26}"/>
              </a:ext>
            </a:extLst>
          </p:cNvPr>
          <p:cNvPicPr/>
          <p:nvPr/>
        </p:nvPicPr>
        <p:blipFill>
          <a:blip r:embed="rId2" cstate="print"/>
          <a:stretch>
            <a:fillRect/>
          </a:stretch>
        </p:blipFill>
        <p:spPr>
          <a:xfrm>
            <a:off x="1242060" y="2356104"/>
            <a:ext cx="906780" cy="454151"/>
          </a:xfrm>
          <a:prstGeom prst="rect">
            <a:avLst/>
          </a:prstGeom>
        </p:spPr>
      </p:pic>
      <p:pic>
        <p:nvPicPr>
          <p:cNvPr id="6" name="object 11">
            <a:extLst>
              <a:ext uri="{FF2B5EF4-FFF2-40B4-BE49-F238E27FC236}">
                <a16:creationId xmlns:a16="http://schemas.microsoft.com/office/drawing/2014/main" id="{D4AF09E1-3B04-2A3D-1486-2A473772306F}"/>
              </a:ext>
            </a:extLst>
          </p:cNvPr>
          <p:cNvPicPr/>
          <p:nvPr/>
        </p:nvPicPr>
        <p:blipFill>
          <a:blip r:embed="rId3" cstate="print"/>
          <a:stretch>
            <a:fillRect/>
          </a:stretch>
        </p:blipFill>
        <p:spPr>
          <a:xfrm>
            <a:off x="3349752" y="2331720"/>
            <a:ext cx="1123188" cy="598931"/>
          </a:xfrm>
          <a:prstGeom prst="rect">
            <a:avLst/>
          </a:prstGeom>
        </p:spPr>
      </p:pic>
      <p:pic>
        <p:nvPicPr>
          <p:cNvPr id="7" name="object 12">
            <a:extLst>
              <a:ext uri="{FF2B5EF4-FFF2-40B4-BE49-F238E27FC236}">
                <a16:creationId xmlns:a16="http://schemas.microsoft.com/office/drawing/2014/main" id="{8F1F068E-1318-705A-A350-B0AA146F9630}"/>
              </a:ext>
            </a:extLst>
          </p:cNvPr>
          <p:cNvPicPr/>
          <p:nvPr/>
        </p:nvPicPr>
        <p:blipFill>
          <a:blip r:embed="rId4" cstate="print"/>
          <a:stretch>
            <a:fillRect/>
          </a:stretch>
        </p:blipFill>
        <p:spPr>
          <a:xfrm>
            <a:off x="5369052" y="2435351"/>
            <a:ext cx="1110996" cy="387095"/>
          </a:xfrm>
          <a:prstGeom prst="rect">
            <a:avLst/>
          </a:prstGeom>
        </p:spPr>
      </p:pic>
      <p:pic>
        <p:nvPicPr>
          <p:cNvPr id="8" name="object 13">
            <a:extLst>
              <a:ext uri="{FF2B5EF4-FFF2-40B4-BE49-F238E27FC236}">
                <a16:creationId xmlns:a16="http://schemas.microsoft.com/office/drawing/2014/main" id="{CB0CC118-4D72-D49D-0B07-409F5750671D}"/>
              </a:ext>
            </a:extLst>
          </p:cNvPr>
          <p:cNvPicPr/>
          <p:nvPr/>
        </p:nvPicPr>
        <p:blipFill>
          <a:blip r:embed="rId5" cstate="print"/>
          <a:stretch>
            <a:fillRect/>
          </a:stretch>
        </p:blipFill>
        <p:spPr>
          <a:xfrm>
            <a:off x="1375342" y="3378722"/>
            <a:ext cx="3724791" cy="280094"/>
          </a:xfrm>
          <a:prstGeom prst="rect">
            <a:avLst/>
          </a:prstGeom>
        </p:spPr>
      </p:pic>
      <p:sp>
        <p:nvSpPr>
          <p:cNvPr id="11" name="object 6">
            <a:extLst>
              <a:ext uri="{FF2B5EF4-FFF2-40B4-BE49-F238E27FC236}">
                <a16:creationId xmlns:a16="http://schemas.microsoft.com/office/drawing/2014/main" id="{22513BBC-1B0E-C1DE-ED86-818C2E128E1E}"/>
              </a:ext>
            </a:extLst>
          </p:cNvPr>
          <p:cNvSpPr txBox="1"/>
          <p:nvPr/>
        </p:nvSpPr>
        <p:spPr>
          <a:xfrm>
            <a:off x="994664" y="4065527"/>
            <a:ext cx="1209040" cy="2659380"/>
          </a:xfrm>
          <a:prstGeom prst="rect">
            <a:avLst/>
          </a:prstGeom>
        </p:spPr>
        <p:txBody>
          <a:bodyPr vert="horz" wrap="square" lIns="0" tIns="85725" rIns="0" bIns="0" rtlCol="0">
            <a:spAutoFit/>
          </a:bodyPr>
          <a:lstStyle/>
          <a:p>
            <a:pPr marL="12700">
              <a:lnSpc>
                <a:spcPct val="100000"/>
              </a:lnSpc>
              <a:spcBef>
                <a:spcPts val="675"/>
              </a:spcBef>
            </a:pPr>
            <a:r>
              <a:rPr sz="2400" spc="-10" dirty="0">
                <a:solidFill>
                  <a:srgbClr val="00ADEE"/>
                </a:solidFill>
                <a:latin typeface="Microsoft Sans Serif"/>
                <a:cs typeface="Microsoft Sans Serif"/>
              </a:rPr>
              <a:t>Solution:</a:t>
            </a:r>
            <a:endParaRPr sz="2400">
              <a:latin typeface="Microsoft Sans Serif"/>
              <a:cs typeface="Microsoft Sans Serif"/>
            </a:endParaRPr>
          </a:p>
          <a:p>
            <a:pPr marL="12700">
              <a:lnSpc>
                <a:spcPct val="100000"/>
              </a:lnSpc>
              <a:spcBef>
                <a:spcPts val="575"/>
              </a:spcBef>
            </a:pPr>
            <a:r>
              <a:rPr sz="2400" b="1" spc="-5" dirty="0">
                <a:latin typeface="Arial"/>
                <a:cs typeface="Arial"/>
              </a:rPr>
              <a:t>a.</a:t>
            </a:r>
            <a:endParaRPr sz="2400">
              <a:latin typeface="Arial"/>
              <a:cs typeface="Arial"/>
            </a:endParaRPr>
          </a:p>
          <a:p>
            <a:pPr>
              <a:lnSpc>
                <a:spcPct val="100000"/>
              </a:lnSpc>
              <a:spcBef>
                <a:spcPts val="5"/>
              </a:spcBef>
            </a:pPr>
            <a:endParaRPr sz="3500">
              <a:latin typeface="Arial"/>
              <a:cs typeface="Arial"/>
            </a:endParaRPr>
          </a:p>
          <a:p>
            <a:pPr marL="12700">
              <a:lnSpc>
                <a:spcPct val="100000"/>
              </a:lnSpc>
              <a:spcBef>
                <a:spcPts val="5"/>
              </a:spcBef>
            </a:pPr>
            <a:r>
              <a:rPr sz="2400" b="1" spc="-5" dirty="0">
                <a:latin typeface="Arial"/>
                <a:cs typeface="Arial"/>
              </a:rPr>
              <a:t>b.</a:t>
            </a:r>
            <a:endParaRPr sz="2400">
              <a:latin typeface="Arial"/>
              <a:cs typeface="Arial"/>
            </a:endParaRPr>
          </a:p>
          <a:p>
            <a:pPr>
              <a:lnSpc>
                <a:spcPct val="100000"/>
              </a:lnSpc>
              <a:spcBef>
                <a:spcPts val="5"/>
              </a:spcBef>
            </a:pPr>
            <a:endParaRPr sz="3500">
              <a:latin typeface="Arial"/>
              <a:cs typeface="Arial"/>
            </a:endParaRPr>
          </a:p>
          <a:p>
            <a:pPr marL="12700">
              <a:lnSpc>
                <a:spcPct val="100000"/>
              </a:lnSpc>
            </a:pPr>
            <a:r>
              <a:rPr sz="2400" b="1" spc="-5" dirty="0">
                <a:latin typeface="Arial"/>
                <a:cs typeface="Arial"/>
              </a:rPr>
              <a:t>c.</a:t>
            </a:r>
            <a:endParaRPr sz="2400">
              <a:latin typeface="Arial"/>
              <a:cs typeface="Arial"/>
            </a:endParaRPr>
          </a:p>
        </p:txBody>
      </p:sp>
      <p:pic>
        <p:nvPicPr>
          <p:cNvPr id="12" name="object 7">
            <a:extLst>
              <a:ext uri="{FF2B5EF4-FFF2-40B4-BE49-F238E27FC236}">
                <a16:creationId xmlns:a16="http://schemas.microsoft.com/office/drawing/2014/main" id="{BE642F9B-ADBA-6D4C-1A92-552B155FA187}"/>
              </a:ext>
            </a:extLst>
          </p:cNvPr>
          <p:cNvPicPr/>
          <p:nvPr/>
        </p:nvPicPr>
        <p:blipFill>
          <a:blip r:embed="rId6" cstate="print"/>
          <a:stretch>
            <a:fillRect/>
          </a:stretch>
        </p:blipFill>
        <p:spPr>
          <a:xfrm>
            <a:off x="1321462" y="4638212"/>
            <a:ext cx="2811264" cy="299792"/>
          </a:xfrm>
          <a:prstGeom prst="rect">
            <a:avLst/>
          </a:prstGeom>
        </p:spPr>
      </p:pic>
      <p:pic>
        <p:nvPicPr>
          <p:cNvPr id="13" name="object 8">
            <a:extLst>
              <a:ext uri="{FF2B5EF4-FFF2-40B4-BE49-F238E27FC236}">
                <a16:creationId xmlns:a16="http://schemas.microsoft.com/office/drawing/2014/main" id="{2BC2E0B2-E6BE-090E-32F1-D73ED36CE980}"/>
              </a:ext>
            </a:extLst>
          </p:cNvPr>
          <p:cNvPicPr/>
          <p:nvPr/>
        </p:nvPicPr>
        <p:blipFill>
          <a:blip r:embed="rId7" cstate="print"/>
          <a:stretch>
            <a:fillRect/>
          </a:stretch>
        </p:blipFill>
        <p:spPr>
          <a:xfrm>
            <a:off x="1371185" y="5460799"/>
            <a:ext cx="3413199" cy="387840"/>
          </a:xfrm>
          <a:prstGeom prst="rect">
            <a:avLst/>
          </a:prstGeom>
        </p:spPr>
      </p:pic>
      <p:pic>
        <p:nvPicPr>
          <p:cNvPr id="14" name="object 9">
            <a:extLst>
              <a:ext uri="{FF2B5EF4-FFF2-40B4-BE49-F238E27FC236}">
                <a16:creationId xmlns:a16="http://schemas.microsoft.com/office/drawing/2014/main" id="{B8FB0CA5-A1CC-4D03-9142-37C7C289BC48}"/>
              </a:ext>
            </a:extLst>
          </p:cNvPr>
          <p:cNvPicPr/>
          <p:nvPr/>
        </p:nvPicPr>
        <p:blipFill>
          <a:blip r:embed="rId8" cstate="print"/>
          <a:stretch>
            <a:fillRect/>
          </a:stretch>
        </p:blipFill>
        <p:spPr>
          <a:xfrm>
            <a:off x="1367182" y="6375846"/>
            <a:ext cx="3188603" cy="291904"/>
          </a:xfrm>
          <a:prstGeom prst="rect">
            <a:avLst/>
          </a:prstGeom>
        </p:spPr>
      </p:pic>
    </p:spTree>
    <p:extLst>
      <p:ext uri="{BB962C8B-B14F-4D97-AF65-F5344CB8AC3E}">
        <p14:creationId xmlns:p14="http://schemas.microsoft.com/office/powerpoint/2010/main" val="60654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08341-861A-5120-0874-657A4996E715}"/>
              </a:ext>
            </a:extLst>
          </p:cNvPr>
          <p:cNvSpPr>
            <a:spLocks noGrp="1"/>
          </p:cNvSpPr>
          <p:nvPr>
            <p:ph type="title"/>
          </p:nvPr>
        </p:nvSpPr>
        <p:spPr/>
        <p:txBody>
          <a:bodyPr/>
          <a:lstStyle/>
          <a:p>
            <a:r>
              <a:rPr lang="en-US" dirty="0"/>
              <a:t>Functions</a:t>
            </a:r>
          </a:p>
        </p:txBody>
      </p:sp>
      <p:sp>
        <p:nvSpPr>
          <p:cNvPr id="4" name="object 3">
            <a:extLst>
              <a:ext uri="{FF2B5EF4-FFF2-40B4-BE49-F238E27FC236}">
                <a16:creationId xmlns:a16="http://schemas.microsoft.com/office/drawing/2014/main" id="{68711715-8F3A-2F77-FA3C-DF1B98FFD3A0}"/>
              </a:ext>
            </a:extLst>
          </p:cNvPr>
          <p:cNvSpPr txBox="1"/>
          <p:nvPr/>
        </p:nvSpPr>
        <p:spPr>
          <a:xfrm>
            <a:off x="994664" y="1944117"/>
            <a:ext cx="296545" cy="391160"/>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d</a:t>
            </a:r>
            <a:r>
              <a:rPr sz="2400" b="1" dirty="0">
                <a:latin typeface="Arial"/>
                <a:cs typeface="Arial"/>
              </a:rPr>
              <a:t>.</a:t>
            </a:r>
            <a:endParaRPr sz="2400">
              <a:latin typeface="Arial"/>
              <a:cs typeface="Arial"/>
            </a:endParaRPr>
          </a:p>
        </p:txBody>
      </p:sp>
      <p:sp>
        <p:nvSpPr>
          <p:cNvPr id="5" name="object 4">
            <a:extLst>
              <a:ext uri="{FF2B5EF4-FFF2-40B4-BE49-F238E27FC236}">
                <a16:creationId xmlns:a16="http://schemas.microsoft.com/office/drawing/2014/main" id="{E6D15442-BCAB-422E-3DCA-AE38F153AC33}"/>
              </a:ext>
            </a:extLst>
          </p:cNvPr>
          <p:cNvSpPr txBox="1"/>
          <p:nvPr/>
        </p:nvSpPr>
        <p:spPr>
          <a:xfrm>
            <a:off x="1307593" y="1944117"/>
            <a:ext cx="7484745" cy="756920"/>
          </a:xfrm>
          <a:prstGeom prst="rect">
            <a:avLst/>
          </a:prstGeom>
        </p:spPr>
        <p:txBody>
          <a:bodyPr vert="horz" wrap="square" lIns="0" tIns="12700" rIns="0" bIns="0" rtlCol="0">
            <a:spAutoFit/>
          </a:bodyPr>
          <a:lstStyle/>
          <a:p>
            <a:pPr marL="38100" marR="30480" indent="1783080">
              <a:lnSpc>
                <a:spcPct val="100000"/>
              </a:lnSpc>
              <a:spcBef>
                <a:spcPts val="100"/>
              </a:spcBef>
            </a:pPr>
            <a:r>
              <a:rPr sz="2400" spc="-5" dirty="0">
                <a:latin typeface="Microsoft Sans Serif"/>
                <a:cs typeface="Microsoft Sans Serif"/>
              </a:rPr>
              <a:t>because</a:t>
            </a:r>
            <a:r>
              <a:rPr sz="2400" spc="35" dirty="0">
                <a:latin typeface="Microsoft Sans Serif"/>
                <a:cs typeface="Microsoft Sans Serif"/>
              </a:rPr>
              <a:t> </a:t>
            </a:r>
            <a:r>
              <a:rPr sz="2400" spc="-5" dirty="0">
                <a:latin typeface="Microsoft Sans Serif"/>
                <a:cs typeface="Microsoft Sans Serif"/>
              </a:rPr>
              <a:t>the</a:t>
            </a:r>
            <a:r>
              <a:rPr sz="2400" spc="30" dirty="0">
                <a:latin typeface="Microsoft Sans Serif"/>
                <a:cs typeface="Microsoft Sans Serif"/>
              </a:rPr>
              <a:t> </a:t>
            </a:r>
            <a:r>
              <a:rPr sz="2400" spc="-10" dirty="0">
                <a:latin typeface="Microsoft Sans Serif"/>
                <a:cs typeface="Microsoft Sans Serif"/>
              </a:rPr>
              <a:t>exponent</a:t>
            </a:r>
            <a:r>
              <a:rPr sz="2400" spc="60" dirty="0">
                <a:latin typeface="Microsoft Sans Serif"/>
                <a:cs typeface="Microsoft Sans Serif"/>
              </a:rPr>
              <a:t> </a:t>
            </a:r>
            <a:r>
              <a:rPr sz="2400" dirty="0">
                <a:latin typeface="Microsoft Sans Serif"/>
                <a:cs typeface="Microsoft Sans Serif"/>
              </a:rPr>
              <a:t>to</a:t>
            </a:r>
            <a:r>
              <a:rPr sz="2400" spc="20" dirty="0">
                <a:latin typeface="Microsoft Sans Serif"/>
                <a:cs typeface="Microsoft Sans Serif"/>
              </a:rPr>
              <a:t> </a:t>
            </a:r>
            <a:r>
              <a:rPr sz="2400" spc="-10" dirty="0">
                <a:latin typeface="Microsoft Sans Serif"/>
                <a:cs typeface="Microsoft Sans Serif"/>
              </a:rPr>
              <a:t>which</a:t>
            </a:r>
            <a:r>
              <a:rPr sz="2400" spc="40" dirty="0">
                <a:latin typeface="Microsoft Sans Serif"/>
                <a:cs typeface="Microsoft Sans Serif"/>
              </a:rPr>
              <a:t> </a:t>
            </a:r>
            <a:r>
              <a:rPr sz="2400" spc="-5" dirty="0">
                <a:latin typeface="Microsoft Sans Serif"/>
                <a:cs typeface="Microsoft Sans Serif"/>
              </a:rPr>
              <a:t>2</a:t>
            </a:r>
            <a:r>
              <a:rPr sz="2400" spc="30" dirty="0">
                <a:latin typeface="Microsoft Sans Serif"/>
                <a:cs typeface="Microsoft Sans Serif"/>
              </a:rPr>
              <a:t> </a:t>
            </a:r>
            <a:r>
              <a:rPr sz="2400" spc="-5" dirty="0">
                <a:latin typeface="Microsoft Sans Serif"/>
                <a:cs typeface="Microsoft Sans Serif"/>
              </a:rPr>
              <a:t>must</a:t>
            </a:r>
            <a:r>
              <a:rPr sz="2400" spc="15" dirty="0">
                <a:latin typeface="Microsoft Sans Serif"/>
                <a:cs typeface="Microsoft Sans Serif"/>
              </a:rPr>
              <a:t> </a:t>
            </a:r>
            <a:r>
              <a:rPr sz="2400" spc="-5" dirty="0">
                <a:latin typeface="Microsoft Sans Serif"/>
                <a:cs typeface="Microsoft Sans Serif"/>
              </a:rPr>
              <a:t>be </a:t>
            </a:r>
            <a:r>
              <a:rPr sz="2400" spc="-620" dirty="0">
                <a:latin typeface="Microsoft Sans Serif"/>
                <a:cs typeface="Microsoft Sans Serif"/>
              </a:rPr>
              <a:t> </a:t>
            </a:r>
            <a:r>
              <a:rPr sz="2400" spc="-10" dirty="0">
                <a:latin typeface="Microsoft Sans Serif"/>
                <a:cs typeface="Microsoft Sans Serif"/>
              </a:rPr>
              <a:t>raised</a:t>
            </a:r>
            <a:r>
              <a:rPr sz="2400" spc="25" dirty="0">
                <a:latin typeface="Microsoft Sans Serif"/>
                <a:cs typeface="Microsoft Sans Serif"/>
              </a:rPr>
              <a:t> </a:t>
            </a:r>
            <a:r>
              <a:rPr sz="2400" dirty="0">
                <a:latin typeface="Microsoft Sans Serif"/>
                <a:cs typeface="Microsoft Sans Serif"/>
              </a:rPr>
              <a:t>to</a:t>
            </a:r>
            <a:r>
              <a:rPr sz="2400" spc="20" dirty="0">
                <a:latin typeface="Microsoft Sans Serif"/>
                <a:cs typeface="Microsoft Sans Serif"/>
              </a:rPr>
              <a:t> </a:t>
            </a:r>
            <a:r>
              <a:rPr sz="2400" spc="-10" dirty="0">
                <a:latin typeface="Microsoft Sans Serif"/>
                <a:cs typeface="Microsoft Sans Serif"/>
              </a:rPr>
              <a:t>obtain</a:t>
            </a:r>
            <a:r>
              <a:rPr sz="2400" spc="40" dirty="0">
                <a:latin typeface="Microsoft Sans Serif"/>
                <a:cs typeface="Microsoft Sans Serif"/>
              </a:rPr>
              <a:t> </a:t>
            </a:r>
            <a:r>
              <a:rPr sz="2400" spc="-5" dirty="0">
                <a:latin typeface="Microsoft Sans Serif"/>
                <a:cs typeface="Microsoft Sans Serif"/>
              </a:rPr>
              <a:t>2</a:t>
            </a:r>
            <a:r>
              <a:rPr sz="2400" i="1" spc="-7" baseline="24305" dirty="0">
                <a:latin typeface="Arial"/>
                <a:cs typeface="Arial"/>
              </a:rPr>
              <a:t>m</a:t>
            </a:r>
            <a:r>
              <a:rPr sz="2400" i="1" spc="345" baseline="24305" dirty="0">
                <a:latin typeface="Arial"/>
                <a:cs typeface="Arial"/>
              </a:rPr>
              <a:t> </a:t>
            </a:r>
            <a:r>
              <a:rPr sz="2400" spc="-10" dirty="0">
                <a:latin typeface="Microsoft Sans Serif"/>
                <a:cs typeface="Microsoft Sans Serif"/>
              </a:rPr>
              <a:t>is</a:t>
            </a:r>
            <a:r>
              <a:rPr sz="2400" spc="30" dirty="0">
                <a:latin typeface="Microsoft Sans Serif"/>
                <a:cs typeface="Microsoft Sans Serif"/>
              </a:rPr>
              <a:t> </a:t>
            </a:r>
            <a:r>
              <a:rPr sz="2400" i="1" spc="-10" dirty="0">
                <a:latin typeface="Arial"/>
                <a:cs typeface="Arial"/>
              </a:rPr>
              <a:t>m</a:t>
            </a:r>
            <a:r>
              <a:rPr sz="2400" spc="-10" dirty="0">
                <a:latin typeface="Microsoft Sans Serif"/>
                <a:cs typeface="Microsoft Sans Serif"/>
              </a:rPr>
              <a:t>.</a:t>
            </a:r>
            <a:endParaRPr sz="2400" dirty="0">
              <a:latin typeface="Microsoft Sans Serif"/>
              <a:cs typeface="Microsoft Sans Serif"/>
            </a:endParaRPr>
          </a:p>
        </p:txBody>
      </p:sp>
      <p:pic>
        <p:nvPicPr>
          <p:cNvPr id="6" name="object 8">
            <a:extLst>
              <a:ext uri="{FF2B5EF4-FFF2-40B4-BE49-F238E27FC236}">
                <a16:creationId xmlns:a16="http://schemas.microsoft.com/office/drawing/2014/main" id="{1183A769-B3F6-0405-3683-AAA1112AE9DD}"/>
              </a:ext>
            </a:extLst>
          </p:cNvPr>
          <p:cNvPicPr>
            <a:picLocks noGrp="1"/>
          </p:cNvPicPr>
          <p:nvPr>
            <p:ph idx="1"/>
          </p:nvPr>
        </p:nvPicPr>
        <p:blipFill>
          <a:blip r:embed="rId2" cstate="print"/>
          <a:stretch>
            <a:fillRect/>
          </a:stretch>
        </p:blipFill>
        <p:spPr>
          <a:xfrm>
            <a:off x="1307593" y="1931417"/>
            <a:ext cx="1900966" cy="391160"/>
          </a:xfrm>
          <a:prstGeom prst="rect">
            <a:avLst/>
          </a:prstGeom>
        </p:spPr>
      </p:pic>
    </p:spTree>
    <p:extLst>
      <p:ext uri="{BB962C8B-B14F-4D97-AF65-F5344CB8AC3E}">
        <p14:creationId xmlns:p14="http://schemas.microsoft.com/office/powerpoint/2010/main" val="1977954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27A4B-2BA5-8F40-5EDC-4A4F3ABF0450}"/>
              </a:ext>
            </a:extLst>
          </p:cNvPr>
          <p:cNvSpPr>
            <a:spLocks noGrp="1"/>
          </p:cNvSpPr>
          <p:nvPr>
            <p:ph type="title"/>
          </p:nvPr>
        </p:nvSpPr>
        <p:spPr/>
        <p:txBody>
          <a:bodyPr/>
          <a:lstStyle/>
          <a:p>
            <a:r>
              <a:rPr lang="en-US" dirty="0"/>
              <a:t>Encoding and Decoding Functions</a:t>
            </a:r>
          </a:p>
        </p:txBody>
      </p:sp>
      <p:sp>
        <p:nvSpPr>
          <p:cNvPr id="4" name="object 3">
            <a:extLst>
              <a:ext uri="{FF2B5EF4-FFF2-40B4-BE49-F238E27FC236}">
                <a16:creationId xmlns:a16="http://schemas.microsoft.com/office/drawing/2014/main" id="{67FFE3CB-45E0-41D2-5C39-63E6619F57B5}"/>
              </a:ext>
            </a:extLst>
          </p:cNvPr>
          <p:cNvSpPr txBox="1"/>
          <p:nvPr/>
        </p:nvSpPr>
        <p:spPr>
          <a:xfrm>
            <a:off x="994664" y="1944117"/>
            <a:ext cx="10359136" cy="4060086"/>
          </a:xfrm>
          <a:prstGeom prst="rect">
            <a:avLst/>
          </a:prstGeom>
        </p:spPr>
        <p:txBody>
          <a:bodyPr vert="horz" wrap="square" lIns="0" tIns="12700" rIns="0" bIns="0" rtlCol="0">
            <a:spAutoFit/>
          </a:bodyPr>
          <a:lstStyle/>
          <a:p>
            <a:pPr marL="12700" marR="5080" algn="just">
              <a:lnSpc>
                <a:spcPct val="100000"/>
              </a:lnSpc>
              <a:spcBef>
                <a:spcPts val="100"/>
              </a:spcBef>
            </a:pPr>
            <a:r>
              <a:rPr sz="2400" spc="-10" dirty="0">
                <a:latin typeface="Microsoft Sans Serif"/>
                <a:cs typeface="Microsoft Sans Serif"/>
              </a:rPr>
              <a:t>Digital</a:t>
            </a:r>
            <a:r>
              <a:rPr sz="2400" spc="45" dirty="0">
                <a:latin typeface="Microsoft Sans Serif"/>
                <a:cs typeface="Microsoft Sans Serif"/>
              </a:rPr>
              <a:t> </a:t>
            </a:r>
            <a:r>
              <a:rPr sz="2400" spc="-5" dirty="0">
                <a:latin typeface="Microsoft Sans Serif"/>
                <a:cs typeface="Microsoft Sans Serif"/>
              </a:rPr>
              <a:t>messages</a:t>
            </a:r>
            <a:r>
              <a:rPr sz="2400" spc="45" dirty="0">
                <a:latin typeface="Microsoft Sans Serif"/>
                <a:cs typeface="Microsoft Sans Serif"/>
              </a:rPr>
              <a:t> </a:t>
            </a:r>
            <a:r>
              <a:rPr sz="2400" spc="-5" dirty="0">
                <a:latin typeface="Microsoft Sans Serif"/>
                <a:cs typeface="Microsoft Sans Serif"/>
              </a:rPr>
              <a:t>consist</a:t>
            </a:r>
            <a:r>
              <a:rPr sz="2400" spc="30"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10" dirty="0">
                <a:latin typeface="Microsoft Sans Serif"/>
                <a:cs typeface="Microsoft Sans Serif"/>
              </a:rPr>
              <a:t>finite</a:t>
            </a:r>
            <a:r>
              <a:rPr sz="2400" spc="25" dirty="0">
                <a:latin typeface="Microsoft Sans Serif"/>
                <a:cs typeface="Microsoft Sans Serif"/>
              </a:rPr>
              <a:t> </a:t>
            </a:r>
            <a:r>
              <a:rPr sz="2400" spc="-5" dirty="0">
                <a:latin typeface="Microsoft Sans Serif"/>
                <a:cs typeface="Microsoft Sans Serif"/>
              </a:rPr>
              <a:t>sequences</a:t>
            </a:r>
            <a:r>
              <a:rPr sz="2400" spc="55" dirty="0">
                <a:latin typeface="Microsoft Sans Serif"/>
                <a:cs typeface="Microsoft Sans Serif"/>
              </a:rPr>
              <a:t> </a:t>
            </a:r>
            <a:r>
              <a:rPr sz="2400" spc="-5" dirty="0">
                <a:latin typeface="Microsoft Sans Serif"/>
                <a:cs typeface="Microsoft Sans Serif"/>
              </a:rPr>
              <a:t>of</a:t>
            </a:r>
            <a:r>
              <a:rPr sz="2400" spc="20" dirty="0">
                <a:latin typeface="Microsoft Sans Serif"/>
                <a:cs typeface="Microsoft Sans Serif"/>
              </a:rPr>
              <a:t> </a:t>
            </a:r>
            <a:r>
              <a:rPr sz="2400" spc="-5" dirty="0">
                <a:latin typeface="Microsoft Sans Serif"/>
                <a:cs typeface="Microsoft Sans Serif"/>
              </a:rPr>
              <a:t>0’s</a:t>
            </a:r>
            <a:r>
              <a:rPr sz="2400" spc="45" dirty="0">
                <a:latin typeface="Microsoft Sans Serif"/>
                <a:cs typeface="Microsoft Sans Serif"/>
              </a:rPr>
              <a:t> </a:t>
            </a:r>
            <a:r>
              <a:rPr sz="2400" spc="-5" dirty="0">
                <a:latin typeface="Microsoft Sans Serif"/>
                <a:cs typeface="Microsoft Sans Serif"/>
              </a:rPr>
              <a:t>and</a:t>
            </a:r>
            <a:r>
              <a:rPr sz="2400" spc="25" dirty="0">
                <a:latin typeface="Microsoft Sans Serif"/>
                <a:cs typeface="Microsoft Sans Serif"/>
              </a:rPr>
              <a:t> </a:t>
            </a:r>
            <a:r>
              <a:rPr sz="2400" spc="-5" dirty="0">
                <a:latin typeface="Microsoft Sans Serif"/>
                <a:cs typeface="Microsoft Sans Serif"/>
              </a:rPr>
              <a:t>1’s. </a:t>
            </a:r>
            <a:r>
              <a:rPr sz="2400" spc="-620" dirty="0">
                <a:latin typeface="Microsoft Sans Serif"/>
                <a:cs typeface="Microsoft Sans Serif"/>
              </a:rPr>
              <a:t> </a:t>
            </a:r>
            <a:r>
              <a:rPr sz="2400" spc="-5" dirty="0">
                <a:latin typeface="Microsoft Sans Serif"/>
                <a:cs typeface="Microsoft Sans Serif"/>
              </a:rPr>
              <a:t>When</a:t>
            </a:r>
            <a:r>
              <a:rPr sz="2400" spc="25" dirty="0">
                <a:latin typeface="Microsoft Sans Serif"/>
                <a:cs typeface="Microsoft Sans Serif"/>
              </a:rPr>
              <a:t> </a:t>
            </a:r>
            <a:r>
              <a:rPr sz="2400" spc="-5" dirty="0">
                <a:latin typeface="Microsoft Sans Serif"/>
                <a:cs typeface="Microsoft Sans Serif"/>
              </a:rPr>
              <a:t>they</a:t>
            </a:r>
            <a:r>
              <a:rPr sz="2400" spc="20" dirty="0">
                <a:latin typeface="Microsoft Sans Serif"/>
                <a:cs typeface="Microsoft Sans Serif"/>
              </a:rPr>
              <a:t> </a:t>
            </a:r>
            <a:r>
              <a:rPr sz="2400" spc="-5" dirty="0">
                <a:latin typeface="Microsoft Sans Serif"/>
                <a:cs typeface="Microsoft Sans Serif"/>
              </a:rPr>
              <a:t>are</a:t>
            </a:r>
            <a:r>
              <a:rPr sz="2400" spc="25" dirty="0">
                <a:latin typeface="Microsoft Sans Serif"/>
                <a:cs typeface="Microsoft Sans Serif"/>
              </a:rPr>
              <a:t> </a:t>
            </a:r>
            <a:r>
              <a:rPr sz="2400" spc="-5" dirty="0">
                <a:latin typeface="Microsoft Sans Serif"/>
                <a:cs typeface="Microsoft Sans Serif"/>
              </a:rPr>
              <a:t>communicated</a:t>
            </a:r>
            <a:r>
              <a:rPr sz="2400" spc="55" dirty="0">
                <a:latin typeface="Microsoft Sans Serif"/>
                <a:cs typeface="Microsoft Sans Serif"/>
              </a:rPr>
              <a:t> </a:t>
            </a:r>
            <a:r>
              <a:rPr sz="2400" spc="-5" dirty="0">
                <a:latin typeface="Microsoft Sans Serif"/>
                <a:cs typeface="Microsoft Sans Serif"/>
              </a:rPr>
              <a:t>across</a:t>
            </a:r>
            <a:r>
              <a:rPr sz="2400" spc="20" dirty="0">
                <a:latin typeface="Microsoft Sans Serif"/>
                <a:cs typeface="Microsoft Sans Serif"/>
              </a:rPr>
              <a:t> </a:t>
            </a:r>
            <a:r>
              <a:rPr sz="2400" spc="-5" dirty="0">
                <a:latin typeface="Microsoft Sans Serif"/>
                <a:cs typeface="Microsoft Sans Serif"/>
              </a:rPr>
              <a:t>a</a:t>
            </a:r>
            <a:r>
              <a:rPr sz="2400" spc="25" dirty="0">
                <a:latin typeface="Microsoft Sans Serif"/>
                <a:cs typeface="Microsoft Sans Serif"/>
              </a:rPr>
              <a:t> </a:t>
            </a:r>
            <a:r>
              <a:rPr sz="2400" spc="-5" dirty="0">
                <a:latin typeface="Microsoft Sans Serif"/>
                <a:cs typeface="Microsoft Sans Serif"/>
              </a:rPr>
              <a:t>transmission </a:t>
            </a:r>
            <a:r>
              <a:rPr sz="2400" dirty="0">
                <a:latin typeface="Microsoft Sans Serif"/>
                <a:cs typeface="Microsoft Sans Serif"/>
              </a:rPr>
              <a:t> </a:t>
            </a:r>
            <a:r>
              <a:rPr sz="2400" spc="-10" dirty="0">
                <a:latin typeface="Microsoft Sans Serif"/>
                <a:cs typeface="Microsoft Sans Serif"/>
              </a:rPr>
              <a:t>channel,</a:t>
            </a:r>
            <a:r>
              <a:rPr sz="2400" spc="45" dirty="0">
                <a:latin typeface="Microsoft Sans Serif"/>
                <a:cs typeface="Microsoft Sans Serif"/>
              </a:rPr>
              <a:t> </a:t>
            </a:r>
            <a:r>
              <a:rPr sz="2400" spc="-5" dirty="0">
                <a:latin typeface="Microsoft Sans Serif"/>
                <a:cs typeface="Microsoft Sans Serif"/>
              </a:rPr>
              <a:t>they</a:t>
            </a:r>
            <a:r>
              <a:rPr sz="2400" spc="30" dirty="0">
                <a:latin typeface="Microsoft Sans Serif"/>
                <a:cs typeface="Microsoft Sans Serif"/>
              </a:rPr>
              <a:t> </a:t>
            </a:r>
            <a:r>
              <a:rPr sz="2400" spc="-5" dirty="0">
                <a:latin typeface="Microsoft Sans Serif"/>
                <a:cs typeface="Microsoft Sans Serif"/>
              </a:rPr>
              <a:t>are</a:t>
            </a:r>
            <a:r>
              <a:rPr sz="2400" spc="30" dirty="0">
                <a:latin typeface="Microsoft Sans Serif"/>
                <a:cs typeface="Microsoft Sans Serif"/>
              </a:rPr>
              <a:t> </a:t>
            </a:r>
            <a:r>
              <a:rPr sz="2400" spc="-5" dirty="0">
                <a:latin typeface="Microsoft Sans Serif"/>
                <a:cs typeface="Microsoft Sans Serif"/>
              </a:rPr>
              <a:t>frequently</a:t>
            </a:r>
            <a:r>
              <a:rPr sz="2400" spc="30" dirty="0">
                <a:latin typeface="Microsoft Sans Serif"/>
                <a:cs typeface="Microsoft Sans Serif"/>
              </a:rPr>
              <a:t> </a:t>
            </a:r>
            <a:r>
              <a:rPr sz="2400" spc="-5" dirty="0">
                <a:latin typeface="Microsoft Sans Serif"/>
                <a:cs typeface="Microsoft Sans Serif"/>
              </a:rPr>
              <a:t>coded</a:t>
            </a:r>
            <a:r>
              <a:rPr sz="2400" spc="40" dirty="0">
                <a:latin typeface="Microsoft Sans Serif"/>
                <a:cs typeface="Microsoft Sans Serif"/>
              </a:rPr>
              <a:t> </a:t>
            </a:r>
            <a:r>
              <a:rPr sz="2400" spc="-10" dirty="0">
                <a:latin typeface="Microsoft Sans Serif"/>
                <a:cs typeface="Microsoft Sans Serif"/>
              </a:rPr>
              <a:t>in</a:t>
            </a:r>
            <a:r>
              <a:rPr sz="2400" spc="40" dirty="0">
                <a:latin typeface="Microsoft Sans Serif"/>
                <a:cs typeface="Microsoft Sans Serif"/>
              </a:rPr>
              <a:t> </a:t>
            </a:r>
            <a:r>
              <a:rPr sz="2400" spc="-10" dirty="0">
                <a:latin typeface="Microsoft Sans Serif"/>
                <a:cs typeface="Microsoft Sans Serif"/>
              </a:rPr>
              <a:t>special</a:t>
            </a:r>
            <a:r>
              <a:rPr sz="2400" spc="50" dirty="0">
                <a:latin typeface="Microsoft Sans Serif"/>
                <a:cs typeface="Microsoft Sans Serif"/>
              </a:rPr>
              <a:t> </a:t>
            </a:r>
            <a:r>
              <a:rPr sz="2400" spc="-5" dirty="0">
                <a:latin typeface="Microsoft Sans Serif"/>
                <a:cs typeface="Microsoft Sans Serif"/>
              </a:rPr>
              <a:t>ways</a:t>
            </a:r>
            <a:r>
              <a:rPr sz="2400" spc="30" dirty="0">
                <a:latin typeface="Microsoft Sans Serif"/>
                <a:cs typeface="Microsoft Sans Serif"/>
              </a:rPr>
              <a:t> </a:t>
            </a:r>
            <a:r>
              <a:rPr sz="2400" dirty="0">
                <a:latin typeface="Microsoft Sans Serif"/>
                <a:cs typeface="Microsoft Sans Serif"/>
              </a:rPr>
              <a:t>to </a:t>
            </a:r>
            <a:r>
              <a:rPr sz="2400" spc="5" dirty="0">
                <a:latin typeface="Microsoft Sans Serif"/>
                <a:cs typeface="Microsoft Sans Serif"/>
              </a:rPr>
              <a:t> </a:t>
            </a:r>
            <a:r>
              <a:rPr sz="2400" spc="-5" dirty="0">
                <a:latin typeface="Microsoft Sans Serif"/>
                <a:cs typeface="Microsoft Sans Serif"/>
              </a:rPr>
              <a:t>reduce</a:t>
            </a:r>
            <a:r>
              <a:rPr sz="2400" spc="45" dirty="0">
                <a:latin typeface="Microsoft Sans Serif"/>
                <a:cs typeface="Microsoft Sans Serif"/>
              </a:rPr>
              <a:t> </a:t>
            </a:r>
            <a:r>
              <a:rPr sz="2400" spc="-5" dirty="0">
                <a:latin typeface="Microsoft Sans Serif"/>
                <a:cs typeface="Microsoft Sans Serif"/>
              </a:rPr>
              <a:t>the</a:t>
            </a:r>
            <a:r>
              <a:rPr sz="2400" spc="25" dirty="0">
                <a:latin typeface="Microsoft Sans Serif"/>
                <a:cs typeface="Microsoft Sans Serif"/>
              </a:rPr>
              <a:t> </a:t>
            </a:r>
            <a:r>
              <a:rPr sz="2400" spc="-10" dirty="0">
                <a:latin typeface="Microsoft Sans Serif"/>
                <a:cs typeface="Microsoft Sans Serif"/>
              </a:rPr>
              <a:t>possibility</a:t>
            </a:r>
            <a:r>
              <a:rPr sz="2400" spc="75" dirty="0">
                <a:latin typeface="Microsoft Sans Serif"/>
                <a:cs typeface="Microsoft Sans Serif"/>
              </a:rPr>
              <a:t> </a:t>
            </a:r>
            <a:r>
              <a:rPr sz="2400" spc="-5" dirty="0">
                <a:latin typeface="Microsoft Sans Serif"/>
                <a:cs typeface="Microsoft Sans Serif"/>
              </a:rPr>
              <a:t>that</a:t>
            </a:r>
            <a:r>
              <a:rPr sz="2400" spc="30" dirty="0">
                <a:latin typeface="Microsoft Sans Serif"/>
                <a:cs typeface="Microsoft Sans Serif"/>
              </a:rPr>
              <a:t> </a:t>
            </a:r>
            <a:r>
              <a:rPr sz="2400" spc="-5" dirty="0">
                <a:latin typeface="Microsoft Sans Serif"/>
                <a:cs typeface="Microsoft Sans Serif"/>
              </a:rPr>
              <a:t>they</a:t>
            </a:r>
            <a:r>
              <a:rPr sz="2400" spc="25" dirty="0">
                <a:latin typeface="Microsoft Sans Serif"/>
                <a:cs typeface="Microsoft Sans Serif"/>
              </a:rPr>
              <a:t> </a:t>
            </a:r>
            <a:r>
              <a:rPr sz="2400" spc="-15" dirty="0">
                <a:latin typeface="Microsoft Sans Serif"/>
                <a:cs typeface="Microsoft Sans Serif"/>
              </a:rPr>
              <a:t>will</a:t>
            </a:r>
            <a:r>
              <a:rPr sz="2400" spc="55" dirty="0">
                <a:latin typeface="Microsoft Sans Serif"/>
                <a:cs typeface="Microsoft Sans Serif"/>
              </a:rPr>
              <a:t> </a:t>
            </a:r>
            <a:r>
              <a:rPr sz="2400" spc="-5" dirty="0">
                <a:latin typeface="Microsoft Sans Serif"/>
                <a:cs typeface="Microsoft Sans Serif"/>
              </a:rPr>
              <a:t>be</a:t>
            </a:r>
            <a:r>
              <a:rPr sz="2400" spc="35" dirty="0">
                <a:latin typeface="Microsoft Sans Serif"/>
                <a:cs typeface="Microsoft Sans Serif"/>
              </a:rPr>
              <a:t> </a:t>
            </a:r>
            <a:r>
              <a:rPr sz="2400" spc="-10" dirty="0">
                <a:latin typeface="Microsoft Sans Serif"/>
                <a:cs typeface="Microsoft Sans Serif"/>
              </a:rPr>
              <a:t>garbled</a:t>
            </a:r>
            <a:r>
              <a:rPr sz="2400" spc="60" dirty="0">
                <a:latin typeface="Microsoft Sans Serif"/>
                <a:cs typeface="Microsoft Sans Serif"/>
              </a:rPr>
              <a:t> </a:t>
            </a:r>
            <a:r>
              <a:rPr sz="2400" spc="-5" dirty="0">
                <a:latin typeface="Microsoft Sans Serif"/>
                <a:cs typeface="Microsoft Sans Serif"/>
              </a:rPr>
              <a:t>by</a:t>
            </a:r>
            <a:r>
              <a:rPr sz="2400" spc="35" dirty="0">
                <a:latin typeface="Microsoft Sans Serif"/>
                <a:cs typeface="Microsoft Sans Serif"/>
              </a:rPr>
              <a:t> </a:t>
            </a:r>
            <a:r>
              <a:rPr sz="2400" spc="-10" dirty="0">
                <a:latin typeface="Microsoft Sans Serif"/>
                <a:cs typeface="Microsoft Sans Serif"/>
              </a:rPr>
              <a:t>interfering </a:t>
            </a:r>
            <a:r>
              <a:rPr sz="2400" spc="-625" dirty="0">
                <a:latin typeface="Microsoft Sans Serif"/>
                <a:cs typeface="Microsoft Sans Serif"/>
              </a:rPr>
              <a:t> </a:t>
            </a:r>
            <a:r>
              <a:rPr sz="2400" spc="-10" dirty="0">
                <a:latin typeface="Microsoft Sans Serif"/>
                <a:cs typeface="Microsoft Sans Serif"/>
              </a:rPr>
              <a:t>noise</a:t>
            </a:r>
            <a:r>
              <a:rPr sz="2400" spc="35" dirty="0">
                <a:latin typeface="Microsoft Sans Serif"/>
                <a:cs typeface="Microsoft Sans Serif"/>
              </a:rPr>
              <a:t> </a:t>
            </a:r>
            <a:r>
              <a:rPr sz="2400" spc="-10" dirty="0">
                <a:latin typeface="Microsoft Sans Serif"/>
                <a:cs typeface="Microsoft Sans Serif"/>
              </a:rPr>
              <a:t>in</a:t>
            </a:r>
            <a:r>
              <a:rPr sz="2400" spc="40"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transmission</a:t>
            </a:r>
            <a:r>
              <a:rPr sz="2400" spc="40" dirty="0">
                <a:latin typeface="Microsoft Sans Serif"/>
                <a:cs typeface="Microsoft Sans Serif"/>
              </a:rPr>
              <a:t> </a:t>
            </a:r>
            <a:r>
              <a:rPr sz="2400" spc="-10" dirty="0">
                <a:latin typeface="Microsoft Sans Serif"/>
                <a:cs typeface="Microsoft Sans Serif"/>
              </a:rPr>
              <a:t>lines.</a:t>
            </a:r>
            <a:endParaRPr sz="2400" dirty="0">
              <a:latin typeface="Microsoft Sans Serif"/>
              <a:cs typeface="Microsoft Sans Serif"/>
            </a:endParaRPr>
          </a:p>
          <a:p>
            <a:pPr algn="just">
              <a:lnSpc>
                <a:spcPct val="100000"/>
              </a:lnSpc>
              <a:spcBef>
                <a:spcPts val="10"/>
              </a:spcBef>
            </a:pPr>
            <a:endParaRPr sz="3550" dirty="0">
              <a:latin typeface="Microsoft Sans Serif"/>
              <a:cs typeface="Microsoft Sans Serif"/>
            </a:endParaRPr>
          </a:p>
          <a:p>
            <a:pPr marL="12700" marR="213360" algn="just">
              <a:lnSpc>
                <a:spcPct val="100000"/>
              </a:lnSpc>
            </a:pPr>
            <a:r>
              <a:rPr sz="2400" spc="-5" dirty="0">
                <a:latin typeface="Microsoft Sans Serif"/>
                <a:cs typeface="Microsoft Sans Serif"/>
              </a:rPr>
              <a:t>For</a:t>
            </a:r>
            <a:r>
              <a:rPr sz="2400" spc="20" dirty="0">
                <a:latin typeface="Microsoft Sans Serif"/>
                <a:cs typeface="Microsoft Sans Serif"/>
              </a:rPr>
              <a:t> </a:t>
            </a:r>
            <a:r>
              <a:rPr sz="2400" spc="-10" dirty="0">
                <a:latin typeface="Microsoft Sans Serif"/>
                <a:cs typeface="Microsoft Sans Serif"/>
              </a:rPr>
              <a:t>example,</a:t>
            </a:r>
            <a:r>
              <a:rPr sz="2400" spc="60" dirty="0">
                <a:latin typeface="Microsoft Sans Serif"/>
                <a:cs typeface="Microsoft Sans Serif"/>
              </a:rPr>
              <a:t> </a:t>
            </a:r>
            <a:r>
              <a:rPr sz="2400" spc="-5" dirty="0">
                <a:latin typeface="Microsoft Sans Serif"/>
                <a:cs typeface="Microsoft Sans Serif"/>
              </a:rPr>
              <a:t>suppose</a:t>
            </a:r>
            <a:r>
              <a:rPr sz="2400" spc="40" dirty="0">
                <a:latin typeface="Microsoft Sans Serif"/>
                <a:cs typeface="Microsoft Sans Serif"/>
              </a:rPr>
              <a:t> </a:t>
            </a:r>
            <a:r>
              <a:rPr sz="2400" spc="-5" dirty="0">
                <a:latin typeface="Microsoft Sans Serif"/>
                <a:cs typeface="Microsoft Sans Serif"/>
              </a:rPr>
              <a:t>a</a:t>
            </a:r>
            <a:r>
              <a:rPr sz="2400" spc="30" dirty="0">
                <a:latin typeface="Microsoft Sans Serif"/>
                <a:cs typeface="Microsoft Sans Serif"/>
              </a:rPr>
              <a:t> </a:t>
            </a:r>
            <a:r>
              <a:rPr sz="2400" spc="-5" dirty="0">
                <a:latin typeface="Microsoft Sans Serif"/>
                <a:cs typeface="Microsoft Sans Serif"/>
              </a:rPr>
              <a:t>message</a:t>
            </a:r>
            <a:r>
              <a:rPr sz="2400" spc="40" dirty="0">
                <a:latin typeface="Microsoft Sans Serif"/>
                <a:cs typeface="Microsoft Sans Serif"/>
              </a:rPr>
              <a:t> </a:t>
            </a:r>
            <a:r>
              <a:rPr sz="2400" spc="-5" dirty="0">
                <a:latin typeface="Microsoft Sans Serif"/>
                <a:cs typeface="Microsoft Sans Serif"/>
              </a:rPr>
              <a:t>consists</a:t>
            </a:r>
            <a:r>
              <a:rPr sz="2400" spc="30"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5" dirty="0">
                <a:latin typeface="Microsoft Sans Serif"/>
                <a:cs typeface="Microsoft Sans Serif"/>
              </a:rPr>
              <a:t>a</a:t>
            </a:r>
            <a:r>
              <a:rPr sz="2400" spc="20" dirty="0">
                <a:latin typeface="Microsoft Sans Serif"/>
                <a:cs typeface="Microsoft Sans Serif"/>
              </a:rPr>
              <a:t> </a:t>
            </a:r>
            <a:r>
              <a:rPr sz="2400" spc="-5" dirty="0">
                <a:latin typeface="Microsoft Sans Serif"/>
                <a:cs typeface="Microsoft Sans Serif"/>
              </a:rPr>
              <a:t>sequence </a:t>
            </a:r>
            <a:r>
              <a:rPr sz="2400" spc="-620" dirty="0">
                <a:latin typeface="Microsoft Sans Serif"/>
                <a:cs typeface="Microsoft Sans Serif"/>
              </a:rPr>
              <a:t> </a:t>
            </a:r>
            <a:r>
              <a:rPr sz="2400" spc="-5" dirty="0">
                <a:latin typeface="Microsoft Sans Serif"/>
                <a:cs typeface="Microsoft Sans Serif"/>
              </a:rPr>
              <a:t>of</a:t>
            </a:r>
            <a:r>
              <a:rPr sz="2400" spc="20" dirty="0">
                <a:latin typeface="Microsoft Sans Serif"/>
                <a:cs typeface="Microsoft Sans Serif"/>
              </a:rPr>
              <a:t> </a:t>
            </a:r>
            <a:r>
              <a:rPr sz="2400" spc="-5" dirty="0">
                <a:latin typeface="Microsoft Sans Serif"/>
                <a:cs typeface="Microsoft Sans Serif"/>
              </a:rPr>
              <a:t>0’s</a:t>
            </a:r>
            <a:r>
              <a:rPr sz="2400" spc="30" dirty="0">
                <a:latin typeface="Microsoft Sans Serif"/>
                <a:cs typeface="Microsoft Sans Serif"/>
              </a:rPr>
              <a:t> </a:t>
            </a:r>
            <a:r>
              <a:rPr sz="2400" spc="-5" dirty="0">
                <a:latin typeface="Microsoft Sans Serif"/>
                <a:cs typeface="Microsoft Sans Serif"/>
              </a:rPr>
              <a:t>and</a:t>
            </a:r>
            <a:r>
              <a:rPr sz="2400" spc="35" dirty="0">
                <a:latin typeface="Microsoft Sans Serif"/>
                <a:cs typeface="Microsoft Sans Serif"/>
              </a:rPr>
              <a:t> </a:t>
            </a:r>
            <a:r>
              <a:rPr sz="2400" spc="-5" dirty="0">
                <a:latin typeface="Microsoft Sans Serif"/>
                <a:cs typeface="Microsoft Sans Serif"/>
              </a:rPr>
              <a:t>1’s.</a:t>
            </a:r>
            <a:r>
              <a:rPr sz="2400" spc="35" dirty="0">
                <a:latin typeface="Microsoft Sans Serif"/>
                <a:cs typeface="Microsoft Sans Serif"/>
              </a:rPr>
              <a:t> </a:t>
            </a:r>
            <a:r>
              <a:rPr sz="2400" dirty="0">
                <a:latin typeface="Microsoft Sans Serif"/>
                <a:cs typeface="Microsoft Sans Serif"/>
              </a:rPr>
              <a:t>A</a:t>
            </a:r>
            <a:r>
              <a:rPr sz="2400" spc="15" dirty="0">
                <a:latin typeface="Microsoft Sans Serif"/>
                <a:cs typeface="Microsoft Sans Serif"/>
              </a:rPr>
              <a:t> </a:t>
            </a:r>
            <a:r>
              <a:rPr sz="2400" spc="-10" dirty="0">
                <a:latin typeface="Microsoft Sans Serif"/>
                <a:cs typeface="Microsoft Sans Serif"/>
              </a:rPr>
              <a:t>simple</a:t>
            </a:r>
            <a:r>
              <a:rPr sz="2400" spc="50" dirty="0">
                <a:latin typeface="Microsoft Sans Serif"/>
                <a:cs typeface="Microsoft Sans Serif"/>
              </a:rPr>
              <a:t> </a:t>
            </a:r>
            <a:r>
              <a:rPr sz="2400" spc="-5" dirty="0">
                <a:latin typeface="Microsoft Sans Serif"/>
                <a:cs typeface="Microsoft Sans Serif"/>
              </a:rPr>
              <a:t>way</a:t>
            </a:r>
            <a:r>
              <a:rPr sz="2400" spc="30" dirty="0">
                <a:latin typeface="Microsoft Sans Serif"/>
                <a:cs typeface="Microsoft Sans Serif"/>
              </a:rPr>
              <a:t> </a:t>
            </a:r>
            <a:r>
              <a:rPr sz="2400" dirty="0">
                <a:latin typeface="Microsoft Sans Serif"/>
                <a:cs typeface="Microsoft Sans Serif"/>
              </a:rPr>
              <a:t>to</a:t>
            </a:r>
            <a:r>
              <a:rPr sz="2400" spc="20" dirty="0">
                <a:latin typeface="Microsoft Sans Serif"/>
                <a:cs typeface="Microsoft Sans Serif"/>
              </a:rPr>
              <a:t> </a:t>
            </a:r>
            <a:r>
              <a:rPr sz="2400" spc="-5" dirty="0">
                <a:latin typeface="Microsoft Sans Serif"/>
                <a:cs typeface="Microsoft Sans Serif"/>
              </a:rPr>
              <a:t>encode</a:t>
            </a:r>
            <a:r>
              <a:rPr sz="2400" spc="35" dirty="0">
                <a:latin typeface="Microsoft Sans Serif"/>
                <a:cs typeface="Microsoft Sans Serif"/>
              </a:rPr>
              <a:t> </a:t>
            </a:r>
            <a:r>
              <a:rPr sz="2400" spc="-5" dirty="0">
                <a:latin typeface="Microsoft Sans Serif"/>
                <a:cs typeface="Microsoft Sans Serif"/>
              </a:rPr>
              <a:t>the</a:t>
            </a:r>
            <a:r>
              <a:rPr sz="2400" spc="30" dirty="0">
                <a:latin typeface="Microsoft Sans Serif"/>
                <a:cs typeface="Microsoft Sans Serif"/>
              </a:rPr>
              <a:t> </a:t>
            </a:r>
            <a:r>
              <a:rPr sz="2400" spc="-5" dirty="0">
                <a:latin typeface="Microsoft Sans Serif"/>
                <a:cs typeface="Microsoft Sans Serif"/>
              </a:rPr>
              <a:t>message</a:t>
            </a:r>
            <a:r>
              <a:rPr sz="2400" spc="25" dirty="0">
                <a:latin typeface="Microsoft Sans Serif"/>
                <a:cs typeface="Microsoft Sans Serif"/>
              </a:rPr>
              <a:t> </a:t>
            </a:r>
            <a:r>
              <a:rPr sz="2400" spc="-10" dirty="0">
                <a:latin typeface="Microsoft Sans Serif"/>
                <a:cs typeface="Microsoft Sans Serif"/>
              </a:rPr>
              <a:t>is</a:t>
            </a:r>
            <a:r>
              <a:rPr sz="2400" spc="30" dirty="0">
                <a:latin typeface="Microsoft Sans Serif"/>
                <a:cs typeface="Microsoft Sans Serif"/>
              </a:rPr>
              <a:t> </a:t>
            </a:r>
            <a:r>
              <a:rPr sz="2400" dirty="0">
                <a:latin typeface="Microsoft Sans Serif"/>
                <a:cs typeface="Microsoft Sans Serif"/>
              </a:rPr>
              <a:t>to </a:t>
            </a:r>
            <a:r>
              <a:rPr sz="2400" spc="5" dirty="0">
                <a:latin typeface="Microsoft Sans Serif"/>
                <a:cs typeface="Microsoft Sans Serif"/>
              </a:rPr>
              <a:t> </a:t>
            </a:r>
            <a:r>
              <a:rPr sz="2400" spc="-5" dirty="0">
                <a:latin typeface="Microsoft Sans Serif"/>
                <a:cs typeface="Microsoft Sans Serif"/>
              </a:rPr>
              <a:t>write</a:t>
            </a:r>
            <a:r>
              <a:rPr sz="2400" spc="25" dirty="0">
                <a:latin typeface="Microsoft Sans Serif"/>
                <a:cs typeface="Microsoft Sans Serif"/>
              </a:rPr>
              <a:t> </a:t>
            </a:r>
            <a:r>
              <a:rPr sz="2400" spc="-5" dirty="0">
                <a:latin typeface="Microsoft Sans Serif"/>
                <a:cs typeface="Microsoft Sans Serif"/>
              </a:rPr>
              <a:t>each</a:t>
            </a:r>
            <a:r>
              <a:rPr sz="2400" spc="40" dirty="0">
                <a:latin typeface="Microsoft Sans Serif"/>
                <a:cs typeface="Microsoft Sans Serif"/>
              </a:rPr>
              <a:t> </a:t>
            </a:r>
            <a:r>
              <a:rPr sz="2400" spc="-10" dirty="0">
                <a:latin typeface="Microsoft Sans Serif"/>
                <a:cs typeface="Microsoft Sans Serif"/>
              </a:rPr>
              <a:t>bit</a:t>
            </a:r>
            <a:r>
              <a:rPr sz="2400" spc="25" dirty="0">
                <a:latin typeface="Microsoft Sans Serif"/>
                <a:cs typeface="Microsoft Sans Serif"/>
              </a:rPr>
              <a:t> </a:t>
            </a:r>
            <a:r>
              <a:rPr sz="2400" spc="-5" dirty="0">
                <a:latin typeface="Microsoft Sans Serif"/>
                <a:cs typeface="Microsoft Sans Serif"/>
              </a:rPr>
              <a:t>three</a:t>
            </a:r>
            <a:r>
              <a:rPr sz="2400" spc="30" dirty="0">
                <a:latin typeface="Microsoft Sans Serif"/>
                <a:cs typeface="Microsoft Sans Serif"/>
              </a:rPr>
              <a:t> </a:t>
            </a:r>
            <a:r>
              <a:rPr sz="2400" spc="-5" dirty="0">
                <a:latin typeface="Microsoft Sans Serif"/>
                <a:cs typeface="Microsoft Sans Serif"/>
              </a:rPr>
              <a:t>times.</a:t>
            </a:r>
            <a:r>
              <a:rPr sz="2400" spc="10" dirty="0">
                <a:latin typeface="Microsoft Sans Serif"/>
                <a:cs typeface="Microsoft Sans Serif"/>
              </a:rPr>
              <a:t> </a:t>
            </a:r>
            <a:r>
              <a:rPr sz="2400" spc="-5" dirty="0">
                <a:latin typeface="Microsoft Sans Serif"/>
                <a:cs typeface="Microsoft Sans Serif"/>
              </a:rPr>
              <a:t>Thus</a:t>
            </a:r>
            <a:r>
              <a:rPr sz="2400" spc="30" dirty="0">
                <a:latin typeface="Microsoft Sans Serif"/>
                <a:cs typeface="Microsoft Sans Serif"/>
              </a:rPr>
              <a:t> </a:t>
            </a:r>
            <a:r>
              <a:rPr sz="2400" spc="-5" dirty="0">
                <a:latin typeface="Microsoft Sans Serif"/>
                <a:cs typeface="Microsoft Sans Serif"/>
              </a:rPr>
              <a:t>the</a:t>
            </a:r>
            <a:r>
              <a:rPr sz="2400" spc="30" dirty="0">
                <a:latin typeface="Microsoft Sans Serif"/>
                <a:cs typeface="Microsoft Sans Serif"/>
              </a:rPr>
              <a:t> </a:t>
            </a:r>
            <a:r>
              <a:rPr sz="2400" spc="-5" dirty="0">
                <a:latin typeface="Microsoft Sans Serif"/>
                <a:cs typeface="Microsoft Sans Serif"/>
              </a:rPr>
              <a:t>message</a:t>
            </a:r>
            <a:endParaRPr sz="2400" dirty="0">
              <a:latin typeface="Microsoft Sans Serif"/>
              <a:cs typeface="Microsoft Sans Serif"/>
            </a:endParaRPr>
          </a:p>
          <a:p>
            <a:pPr>
              <a:lnSpc>
                <a:spcPct val="100000"/>
              </a:lnSpc>
              <a:spcBef>
                <a:spcPts val="15"/>
              </a:spcBef>
            </a:pPr>
            <a:endParaRPr sz="3550" dirty="0">
              <a:latin typeface="Microsoft Sans Serif"/>
              <a:cs typeface="Microsoft Sans Serif"/>
            </a:endParaRPr>
          </a:p>
          <a:p>
            <a:pPr marL="12700">
              <a:lnSpc>
                <a:spcPct val="100000"/>
              </a:lnSpc>
            </a:pPr>
            <a:r>
              <a:rPr sz="2400" spc="-10" dirty="0">
                <a:latin typeface="Microsoft Sans Serif"/>
                <a:cs typeface="Microsoft Sans Serif"/>
              </a:rPr>
              <a:t>would</a:t>
            </a:r>
            <a:r>
              <a:rPr sz="2400" spc="35" dirty="0">
                <a:latin typeface="Microsoft Sans Serif"/>
                <a:cs typeface="Microsoft Sans Serif"/>
              </a:rPr>
              <a:t> </a:t>
            </a:r>
            <a:r>
              <a:rPr sz="2400" spc="-5" dirty="0">
                <a:latin typeface="Microsoft Sans Serif"/>
                <a:cs typeface="Microsoft Sans Serif"/>
              </a:rPr>
              <a:t>be</a:t>
            </a:r>
            <a:r>
              <a:rPr sz="2400" spc="15" dirty="0">
                <a:latin typeface="Microsoft Sans Serif"/>
                <a:cs typeface="Microsoft Sans Serif"/>
              </a:rPr>
              <a:t> </a:t>
            </a:r>
            <a:r>
              <a:rPr sz="2400" spc="-5" dirty="0">
                <a:latin typeface="Microsoft Sans Serif"/>
                <a:cs typeface="Microsoft Sans Serif"/>
              </a:rPr>
              <a:t>encoded</a:t>
            </a:r>
            <a:r>
              <a:rPr sz="2400" spc="40" dirty="0">
                <a:latin typeface="Microsoft Sans Serif"/>
                <a:cs typeface="Microsoft Sans Serif"/>
              </a:rPr>
              <a:t> </a:t>
            </a:r>
            <a:r>
              <a:rPr sz="2400" spc="-5" dirty="0">
                <a:latin typeface="Microsoft Sans Serif"/>
                <a:cs typeface="Microsoft Sans Serif"/>
              </a:rPr>
              <a:t>as</a:t>
            </a:r>
            <a:endParaRPr sz="2400" dirty="0">
              <a:latin typeface="Microsoft Sans Serif"/>
              <a:cs typeface="Microsoft Sans Serif"/>
            </a:endParaRPr>
          </a:p>
        </p:txBody>
      </p:sp>
      <p:pic>
        <p:nvPicPr>
          <p:cNvPr id="5" name="object 4">
            <a:extLst>
              <a:ext uri="{FF2B5EF4-FFF2-40B4-BE49-F238E27FC236}">
                <a16:creationId xmlns:a16="http://schemas.microsoft.com/office/drawing/2014/main" id="{714084A6-7806-AA23-2342-AA10F4BBF29B}"/>
              </a:ext>
            </a:extLst>
          </p:cNvPr>
          <p:cNvPicPr/>
          <p:nvPr/>
        </p:nvPicPr>
        <p:blipFill>
          <a:blip r:embed="rId2" cstate="print"/>
          <a:stretch>
            <a:fillRect/>
          </a:stretch>
        </p:blipFill>
        <p:spPr>
          <a:xfrm>
            <a:off x="4296893" y="5594328"/>
            <a:ext cx="1131478" cy="204167"/>
          </a:xfrm>
          <a:prstGeom prst="rect">
            <a:avLst/>
          </a:prstGeom>
        </p:spPr>
      </p:pic>
      <p:pic>
        <p:nvPicPr>
          <p:cNvPr id="6" name="object 5">
            <a:extLst>
              <a:ext uri="{FF2B5EF4-FFF2-40B4-BE49-F238E27FC236}">
                <a16:creationId xmlns:a16="http://schemas.microsoft.com/office/drawing/2014/main" id="{A769EF7E-CFC1-018C-7096-2EA919926785}"/>
              </a:ext>
            </a:extLst>
          </p:cNvPr>
          <p:cNvPicPr/>
          <p:nvPr/>
        </p:nvPicPr>
        <p:blipFill>
          <a:blip r:embed="rId3" cstate="print"/>
          <a:stretch>
            <a:fillRect/>
          </a:stretch>
        </p:blipFill>
        <p:spPr>
          <a:xfrm>
            <a:off x="3097511" y="6390914"/>
            <a:ext cx="3530241" cy="203922"/>
          </a:xfrm>
          <a:prstGeom prst="rect">
            <a:avLst/>
          </a:prstGeom>
        </p:spPr>
      </p:pic>
    </p:spTree>
    <p:extLst>
      <p:ext uri="{BB962C8B-B14F-4D97-AF65-F5344CB8AC3E}">
        <p14:creationId xmlns:p14="http://schemas.microsoft.com/office/powerpoint/2010/main" val="3218076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76369-DDB2-E0A4-5CB7-865C0C43A380}"/>
              </a:ext>
            </a:extLst>
          </p:cNvPr>
          <p:cNvSpPr>
            <a:spLocks noGrp="1"/>
          </p:cNvSpPr>
          <p:nvPr>
            <p:ph type="title"/>
          </p:nvPr>
        </p:nvSpPr>
        <p:spPr/>
        <p:txBody>
          <a:bodyPr/>
          <a:lstStyle/>
          <a:p>
            <a:r>
              <a:rPr lang="en-US" dirty="0"/>
              <a:t>Encoding and Decoding Functions</a:t>
            </a:r>
          </a:p>
        </p:txBody>
      </p:sp>
      <p:sp>
        <p:nvSpPr>
          <p:cNvPr id="4" name="object 3">
            <a:extLst>
              <a:ext uri="{FF2B5EF4-FFF2-40B4-BE49-F238E27FC236}">
                <a16:creationId xmlns:a16="http://schemas.microsoft.com/office/drawing/2014/main" id="{F57AD637-1BF8-0E32-B727-AD8CF92858B7}"/>
              </a:ext>
            </a:extLst>
          </p:cNvPr>
          <p:cNvSpPr txBox="1">
            <a:spLocks noGrp="1"/>
          </p:cNvSpPr>
          <p:nvPr>
            <p:ph idx="1"/>
          </p:nvPr>
        </p:nvSpPr>
        <p:spPr>
          <a:xfrm>
            <a:off x="838200" y="1825625"/>
            <a:ext cx="10515600" cy="4351338"/>
          </a:xfrm>
          <a:prstGeom prst="rect">
            <a:avLst/>
          </a:prstGeom>
        </p:spPr>
        <p:txBody>
          <a:bodyPr vert="horz" wrap="square" lIns="0" tIns="12700" rIns="0" bIns="0" rtlCol="0">
            <a:spAutoFit/>
          </a:bodyPr>
          <a:lstStyle/>
          <a:p>
            <a:pPr marL="12700" marR="203200">
              <a:lnSpc>
                <a:spcPct val="100000"/>
              </a:lnSpc>
              <a:spcBef>
                <a:spcPts val="100"/>
              </a:spcBef>
            </a:pPr>
            <a:r>
              <a:rPr sz="2400" spc="-5" dirty="0">
                <a:latin typeface="Microsoft Sans Serif"/>
                <a:cs typeface="Microsoft Sans Serif"/>
              </a:rPr>
              <a:t>The</a:t>
            </a:r>
            <a:r>
              <a:rPr sz="2400" spc="25" dirty="0">
                <a:latin typeface="Microsoft Sans Serif"/>
                <a:cs typeface="Microsoft Sans Serif"/>
              </a:rPr>
              <a:t> </a:t>
            </a:r>
            <a:r>
              <a:rPr sz="2400" spc="-5" dirty="0">
                <a:latin typeface="Microsoft Sans Serif"/>
                <a:cs typeface="Microsoft Sans Serif"/>
              </a:rPr>
              <a:t>receiver</a:t>
            </a:r>
            <a:r>
              <a:rPr sz="2400" spc="50"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message</a:t>
            </a:r>
            <a:r>
              <a:rPr sz="2400" spc="40" dirty="0">
                <a:latin typeface="Microsoft Sans Serif"/>
                <a:cs typeface="Microsoft Sans Serif"/>
              </a:rPr>
              <a:t> </a:t>
            </a:r>
            <a:r>
              <a:rPr sz="2400" spc="-5" dirty="0">
                <a:latin typeface="Microsoft Sans Serif"/>
                <a:cs typeface="Microsoft Sans Serif"/>
              </a:rPr>
              <a:t>decodes</a:t>
            </a:r>
            <a:r>
              <a:rPr sz="2400" spc="45" dirty="0">
                <a:latin typeface="Microsoft Sans Serif"/>
                <a:cs typeface="Microsoft Sans Serif"/>
              </a:rPr>
              <a:t> </a:t>
            </a:r>
            <a:r>
              <a:rPr sz="2400" spc="-10" dirty="0">
                <a:latin typeface="Microsoft Sans Serif"/>
                <a:cs typeface="Microsoft Sans Serif"/>
              </a:rPr>
              <a:t>it</a:t>
            </a:r>
            <a:r>
              <a:rPr sz="2400" spc="25" dirty="0">
                <a:latin typeface="Microsoft Sans Serif"/>
                <a:cs typeface="Microsoft Sans Serif"/>
              </a:rPr>
              <a:t> </a:t>
            </a:r>
            <a:r>
              <a:rPr sz="2400" spc="-5" dirty="0">
                <a:latin typeface="Microsoft Sans Serif"/>
                <a:cs typeface="Microsoft Sans Serif"/>
              </a:rPr>
              <a:t>by</a:t>
            </a:r>
            <a:r>
              <a:rPr sz="2400" spc="30" dirty="0">
                <a:latin typeface="Microsoft Sans Serif"/>
                <a:cs typeface="Microsoft Sans Serif"/>
              </a:rPr>
              <a:t> </a:t>
            </a:r>
            <a:r>
              <a:rPr sz="2400" spc="-10" dirty="0">
                <a:latin typeface="Microsoft Sans Serif"/>
                <a:cs typeface="Microsoft Sans Serif"/>
              </a:rPr>
              <a:t>replacing</a:t>
            </a:r>
            <a:r>
              <a:rPr sz="2400" spc="60" dirty="0">
                <a:latin typeface="Microsoft Sans Serif"/>
                <a:cs typeface="Microsoft Sans Serif"/>
              </a:rPr>
              <a:t> </a:t>
            </a:r>
            <a:r>
              <a:rPr sz="2400" spc="-5" dirty="0">
                <a:latin typeface="Microsoft Sans Serif"/>
                <a:cs typeface="Microsoft Sans Serif"/>
              </a:rPr>
              <a:t>each </a:t>
            </a:r>
            <a:r>
              <a:rPr sz="2400" spc="-620" dirty="0">
                <a:latin typeface="Microsoft Sans Serif"/>
                <a:cs typeface="Microsoft Sans Serif"/>
              </a:rPr>
              <a:t> </a:t>
            </a:r>
            <a:r>
              <a:rPr sz="2400" spc="-5" dirty="0">
                <a:latin typeface="Microsoft Sans Serif"/>
                <a:cs typeface="Microsoft Sans Serif"/>
              </a:rPr>
              <a:t>section</a:t>
            </a:r>
            <a:r>
              <a:rPr sz="2400" spc="40" dirty="0">
                <a:latin typeface="Microsoft Sans Serif"/>
                <a:cs typeface="Microsoft Sans Serif"/>
              </a:rPr>
              <a:t> </a:t>
            </a:r>
            <a:r>
              <a:rPr sz="2400" spc="-5" dirty="0">
                <a:latin typeface="Microsoft Sans Serif"/>
                <a:cs typeface="Microsoft Sans Serif"/>
              </a:rPr>
              <a:t>of</a:t>
            </a:r>
            <a:r>
              <a:rPr sz="2400" spc="15" dirty="0">
                <a:latin typeface="Microsoft Sans Serif"/>
                <a:cs typeface="Microsoft Sans Serif"/>
              </a:rPr>
              <a:t> </a:t>
            </a:r>
            <a:r>
              <a:rPr sz="2400" spc="-5" dirty="0">
                <a:latin typeface="Microsoft Sans Serif"/>
                <a:cs typeface="Microsoft Sans Serif"/>
              </a:rPr>
              <a:t>three</a:t>
            </a:r>
            <a:r>
              <a:rPr sz="2400" spc="30" dirty="0">
                <a:latin typeface="Microsoft Sans Serif"/>
                <a:cs typeface="Microsoft Sans Serif"/>
              </a:rPr>
              <a:t> </a:t>
            </a:r>
            <a:r>
              <a:rPr sz="2400" spc="-10" dirty="0">
                <a:latin typeface="Microsoft Sans Serif"/>
                <a:cs typeface="Microsoft Sans Serif"/>
              </a:rPr>
              <a:t>identical</a:t>
            </a:r>
            <a:r>
              <a:rPr sz="2400" spc="65" dirty="0">
                <a:latin typeface="Microsoft Sans Serif"/>
                <a:cs typeface="Microsoft Sans Serif"/>
              </a:rPr>
              <a:t> </a:t>
            </a:r>
            <a:r>
              <a:rPr sz="2400" spc="-10" dirty="0">
                <a:latin typeface="Microsoft Sans Serif"/>
                <a:cs typeface="Microsoft Sans Serif"/>
              </a:rPr>
              <a:t>bits</a:t>
            </a:r>
            <a:r>
              <a:rPr sz="2400" spc="20" dirty="0">
                <a:latin typeface="Microsoft Sans Serif"/>
                <a:cs typeface="Microsoft Sans Serif"/>
              </a:rPr>
              <a:t> </a:t>
            </a:r>
            <a:r>
              <a:rPr sz="2400" spc="-5" dirty="0">
                <a:latin typeface="Microsoft Sans Serif"/>
                <a:cs typeface="Microsoft Sans Serif"/>
              </a:rPr>
              <a:t>by</a:t>
            </a:r>
            <a:r>
              <a:rPr sz="2400" spc="30"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one</a:t>
            </a:r>
            <a:r>
              <a:rPr sz="2400" spc="40" dirty="0">
                <a:latin typeface="Microsoft Sans Serif"/>
                <a:cs typeface="Microsoft Sans Serif"/>
              </a:rPr>
              <a:t> </a:t>
            </a:r>
            <a:r>
              <a:rPr sz="2400" spc="-10" dirty="0">
                <a:latin typeface="Microsoft Sans Serif"/>
                <a:cs typeface="Microsoft Sans Serif"/>
              </a:rPr>
              <a:t>bit</a:t>
            </a:r>
            <a:r>
              <a:rPr sz="2400" spc="25" dirty="0">
                <a:latin typeface="Microsoft Sans Serif"/>
                <a:cs typeface="Microsoft Sans Serif"/>
              </a:rPr>
              <a:t> </a:t>
            </a:r>
            <a:r>
              <a:rPr sz="2400" dirty="0">
                <a:latin typeface="Microsoft Sans Serif"/>
                <a:cs typeface="Microsoft Sans Serif"/>
              </a:rPr>
              <a:t>to</a:t>
            </a:r>
            <a:r>
              <a:rPr sz="2400" spc="20" dirty="0">
                <a:latin typeface="Microsoft Sans Serif"/>
                <a:cs typeface="Microsoft Sans Serif"/>
              </a:rPr>
              <a:t> </a:t>
            </a:r>
            <a:r>
              <a:rPr sz="2400" spc="-10" dirty="0">
                <a:latin typeface="Microsoft Sans Serif"/>
                <a:cs typeface="Microsoft Sans Serif"/>
              </a:rPr>
              <a:t>which</a:t>
            </a:r>
            <a:r>
              <a:rPr sz="2400" spc="55" dirty="0">
                <a:latin typeface="Microsoft Sans Serif"/>
                <a:cs typeface="Microsoft Sans Serif"/>
              </a:rPr>
              <a:t> </a:t>
            </a:r>
            <a:r>
              <a:rPr sz="2400" spc="-15" dirty="0">
                <a:latin typeface="Microsoft Sans Serif"/>
                <a:cs typeface="Microsoft Sans Serif"/>
              </a:rPr>
              <a:t>all </a:t>
            </a:r>
            <a:r>
              <a:rPr sz="2400" spc="-10" dirty="0">
                <a:latin typeface="Microsoft Sans Serif"/>
                <a:cs typeface="Microsoft Sans Serif"/>
              </a:rPr>
              <a:t> </a:t>
            </a:r>
            <a:r>
              <a:rPr sz="2400" spc="-5" dirty="0">
                <a:latin typeface="Microsoft Sans Serif"/>
                <a:cs typeface="Microsoft Sans Serif"/>
              </a:rPr>
              <a:t>three</a:t>
            </a:r>
            <a:r>
              <a:rPr sz="2400" spc="15" dirty="0">
                <a:latin typeface="Microsoft Sans Serif"/>
                <a:cs typeface="Microsoft Sans Serif"/>
              </a:rPr>
              <a:t> </a:t>
            </a:r>
            <a:r>
              <a:rPr sz="2400" spc="-5" dirty="0">
                <a:latin typeface="Microsoft Sans Serif"/>
                <a:cs typeface="Microsoft Sans Serif"/>
              </a:rPr>
              <a:t>are</a:t>
            </a:r>
            <a:r>
              <a:rPr sz="2400" spc="30" dirty="0">
                <a:latin typeface="Microsoft Sans Serif"/>
                <a:cs typeface="Microsoft Sans Serif"/>
              </a:rPr>
              <a:t> </a:t>
            </a:r>
            <a:r>
              <a:rPr sz="2400" spc="-10" dirty="0">
                <a:latin typeface="Microsoft Sans Serif"/>
                <a:cs typeface="Microsoft Sans Serif"/>
              </a:rPr>
              <a:t>equal.</a:t>
            </a:r>
            <a:endParaRPr sz="2400" dirty="0">
              <a:latin typeface="Microsoft Sans Serif"/>
              <a:cs typeface="Microsoft Sans Serif"/>
            </a:endParaRPr>
          </a:p>
          <a:p>
            <a:pPr>
              <a:lnSpc>
                <a:spcPct val="100000"/>
              </a:lnSpc>
              <a:spcBef>
                <a:spcPts val="10"/>
              </a:spcBef>
            </a:pPr>
            <a:endParaRPr sz="3550" dirty="0">
              <a:latin typeface="Microsoft Sans Serif"/>
              <a:cs typeface="Microsoft Sans Serif"/>
            </a:endParaRPr>
          </a:p>
          <a:p>
            <a:pPr marL="12700" marR="5080">
              <a:lnSpc>
                <a:spcPct val="100000"/>
              </a:lnSpc>
            </a:pPr>
            <a:r>
              <a:rPr sz="2400" spc="-5" dirty="0">
                <a:latin typeface="Microsoft Sans Serif"/>
                <a:cs typeface="Microsoft Sans Serif"/>
              </a:rPr>
              <a:t>Let</a:t>
            </a:r>
            <a:r>
              <a:rPr sz="2400" spc="20" dirty="0">
                <a:latin typeface="Microsoft Sans Serif"/>
                <a:cs typeface="Microsoft Sans Serif"/>
              </a:rPr>
              <a:t> </a:t>
            </a:r>
            <a:r>
              <a:rPr sz="2400" i="1" dirty="0">
                <a:latin typeface="Arial"/>
                <a:cs typeface="Arial"/>
              </a:rPr>
              <a:t>A </a:t>
            </a:r>
            <a:r>
              <a:rPr sz="2400" spc="-5" dirty="0">
                <a:latin typeface="Microsoft Sans Serif"/>
                <a:cs typeface="Microsoft Sans Serif"/>
              </a:rPr>
              <a:t>be</a:t>
            </a:r>
            <a:r>
              <a:rPr sz="2400" spc="30"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set</a:t>
            </a:r>
            <a:r>
              <a:rPr sz="2400" spc="25"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15" dirty="0">
                <a:latin typeface="Microsoft Sans Serif"/>
                <a:cs typeface="Microsoft Sans Serif"/>
              </a:rPr>
              <a:t>all</a:t>
            </a:r>
            <a:r>
              <a:rPr sz="2400" spc="35" dirty="0">
                <a:latin typeface="Microsoft Sans Serif"/>
                <a:cs typeface="Microsoft Sans Serif"/>
              </a:rPr>
              <a:t> </a:t>
            </a:r>
            <a:r>
              <a:rPr sz="2400" spc="-5" dirty="0">
                <a:latin typeface="Microsoft Sans Serif"/>
                <a:cs typeface="Microsoft Sans Serif"/>
              </a:rPr>
              <a:t>strings</a:t>
            </a:r>
            <a:r>
              <a:rPr sz="2400" spc="30"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5" dirty="0">
                <a:latin typeface="Microsoft Sans Serif"/>
                <a:cs typeface="Microsoft Sans Serif"/>
              </a:rPr>
              <a:t>0’s</a:t>
            </a:r>
            <a:r>
              <a:rPr sz="2400" spc="30" dirty="0">
                <a:latin typeface="Microsoft Sans Serif"/>
                <a:cs typeface="Microsoft Sans Serif"/>
              </a:rPr>
              <a:t> </a:t>
            </a:r>
            <a:r>
              <a:rPr sz="2400" spc="-5" dirty="0">
                <a:latin typeface="Microsoft Sans Serif"/>
                <a:cs typeface="Microsoft Sans Serif"/>
              </a:rPr>
              <a:t>and</a:t>
            </a:r>
            <a:r>
              <a:rPr sz="2400" spc="40" dirty="0">
                <a:latin typeface="Microsoft Sans Serif"/>
                <a:cs typeface="Microsoft Sans Serif"/>
              </a:rPr>
              <a:t> </a:t>
            </a:r>
            <a:r>
              <a:rPr sz="2400" spc="-5" dirty="0">
                <a:latin typeface="Microsoft Sans Serif"/>
                <a:cs typeface="Microsoft Sans Serif"/>
              </a:rPr>
              <a:t>1’s,</a:t>
            </a:r>
            <a:r>
              <a:rPr sz="2400" spc="35" dirty="0">
                <a:latin typeface="Microsoft Sans Serif"/>
                <a:cs typeface="Microsoft Sans Serif"/>
              </a:rPr>
              <a:t> </a:t>
            </a:r>
            <a:r>
              <a:rPr sz="2400" spc="-5" dirty="0">
                <a:latin typeface="Microsoft Sans Serif"/>
                <a:cs typeface="Microsoft Sans Serif"/>
              </a:rPr>
              <a:t>and</a:t>
            </a:r>
            <a:r>
              <a:rPr sz="2400" spc="25" dirty="0">
                <a:latin typeface="Microsoft Sans Serif"/>
                <a:cs typeface="Microsoft Sans Serif"/>
              </a:rPr>
              <a:t> </a:t>
            </a:r>
            <a:r>
              <a:rPr sz="2400" spc="-10" dirty="0">
                <a:latin typeface="Microsoft Sans Serif"/>
                <a:cs typeface="Microsoft Sans Serif"/>
              </a:rPr>
              <a:t>let</a:t>
            </a:r>
            <a:r>
              <a:rPr sz="2400" spc="35" dirty="0">
                <a:latin typeface="Microsoft Sans Serif"/>
                <a:cs typeface="Microsoft Sans Serif"/>
              </a:rPr>
              <a:t> </a:t>
            </a:r>
            <a:r>
              <a:rPr sz="2400" i="1" dirty="0">
                <a:latin typeface="Arial"/>
                <a:cs typeface="Arial"/>
              </a:rPr>
              <a:t>T</a:t>
            </a:r>
            <a:r>
              <a:rPr sz="2400" i="1" spc="-10" dirty="0">
                <a:latin typeface="Arial"/>
                <a:cs typeface="Arial"/>
              </a:rPr>
              <a:t> </a:t>
            </a:r>
            <a:r>
              <a:rPr sz="2400" spc="-5" dirty="0">
                <a:latin typeface="Microsoft Sans Serif"/>
                <a:cs typeface="Microsoft Sans Serif"/>
              </a:rPr>
              <a:t>be</a:t>
            </a:r>
            <a:r>
              <a:rPr sz="2400" spc="30" dirty="0">
                <a:latin typeface="Microsoft Sans Serif"/>
                <a:cs typeface="Microsoft Sans Serif"/>
              </a:rPr>
              <a:t> </a:t>
            </a:r>
            <a:r>
              <a:rPr sz="2400" spc="-5" dirty="0">
                <a:latin typeface="Microsoft Sans Serif"/>
                <a:cs typeface="Microsoft Sans Serif"/>
              </a:rPr>
              <a:t>the </a:t>
            </a:r>
            <a:r>
              <a:rPr sz="2400" spc="-625" dirty="0">
                <a:latin typeface="Microsoft Sans Serif"/>
                <a:cs typeface="Microsoft Sans Serif"/>
              </a:rPr>
              <a:t> </a:t>
            </a:r>
            <a:r>
              <a:rPr sz="2400" spc="-5" dirty="0">
                <a:latin typeface="Microsoft Sans Serif"/>
                <a:cs typeface="Microsoft Sans Serif"/>
              </a:rPr>
              <a:t>set</a:t>
            </a:r>
            <a:r>
              <a:rPr sz="2400" spc="20"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15" dirty="0">
                <a:latin typeface="Microsoft Sans Serif"/>
                <a:cs typeface="Microsoft Sans Serif"/>
              </a:rPr>
              <a:t>all</a:t>
            </a:r>
            <a:r>
              <a:rPr sz="2400" spc="35" dirty="0">
                <a:latin typeface="Microsoft Sans Serif"/>
                <a:cs typeface="Microsoft Sans Serif"/>
              </a:rPr>
              <a:t> </a:t>
            </a:r>
            <a:r>
              <a:rPr sz="2400" spc="-5" dirty="0">
                <a:latin typeface="Microsoft Sans Serif"/>
                <a:cs typeface="Microsoft Sans Serif"/>
              </a:rPr>
              <a:t>strings</a:t>
            </a:r>
            <a:r>
              <a:rPr sz="2400" spc="30"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5" dirty="0">
                <a:latin typeface="Microsoft Sans Serif"/>
                <a:cs typeface="Microsoft Sans Serif"/>
              </a:rPr>
              <a:t>0’s</a:t>
            </a:r>
            <a:r>
              <a:rPr sz="2400" spc="25" dirty="0">
                <a:latin typeface="Microsoft Sans Serif"/>
                <a:cs typeface="Microsoft Sans Serif"/>
              </a:rPr>
              <a:t> </a:t>
            </a:r>
            <a:r>
              <a:rPr sz="2400" spc="-5" dirty="0">
                <a:latin typeface="Microsoft Sans Serif"/>
                <a:cs typeface="Microsoft Sans Serif"/>
              </a:rPr>
              <a:t>and</a:t>
            </a:r>
            <a:r>
              <a:rPr sz="2400" spc="40" dirty="0">
                <a:latin typeface="Microsoft Sans Serif"/>
                <a:cs typeface="Microsoft Sans Serif"/>
              </a:rPr>
              <a:t> </a:t>
            </a:r>
            <a:r>
              <a:rPr sz="2400" spc="-5" dirty="0">
                <a:latin typeface="Microsoft Sans Serif"/>
                <a:cs typeface="Microsoft Sans Serif"/>
              </a:rPr>
              <a:t>1’s</a:t>
            </a:r>
            <a:r>
              <a:rPr sz="2400" spc="30" dirty="0">
                <a:latin typeface="Microsoft Sans Serif"/>
                <a:cs typeface="Microsoft Sans Serif"/>
              </a:rPr>
              <a:t> </a:t>
            </a:r>
            <a:r>
              <a:rPr sz="2400" spc="-5" dirty="0">
                <a:latin typeface="Microsoft Sans Serif"/>
                <a:cs typeface="Microsoft Sans Serif"/>
              </a:rPr>
              <a:t>that</a:t>
            </a:r>
            <a:r>
              <a:rPr sz="2400" spc="20" dirty="0">
                <a:latin typeface="Microsoft Sans Serif"/>
                <a:cs typeface="Microsoft Sans Serif"/>
              </a:rPr>
              <a:t> </a:t>
            </a:r>
            <a:r>
              <a:rPr sz="2400" spc="-5" dirty="0">
                <a:latin typeface="Microsoft Sans Serif"/>
                <a:cs typeface="Microsoft Sans Serif"/>
              </a:rPr>
              <a:t>consist</a:t>
            </a:r>
            <a:r>
              <a:rPr sz="2400" spc="35"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5" dirty="0">
                <a:latin typeface="Microsoft Sans Serif"/>
                <a:cs typeface="Microsoft Sans Serif"/>
              </a:rPr>
              <a:t>consecutive </a:t>
            </a:r>
            <a:r>
              <a:rPr sz="2400" dirty="0">
                <a:latin typeface="Microsoft Sans Serif"/>
                <a:cs typeface="Microsoft Sans Serif"/>
              </a:rPr>
              <a:t> </a:t>
            </a:r>
            <a:r>
              <a:rPr sz="2400" spc="-10" dirty="0">
                <a:latin typeface="Microsoft Sans Serif"/>
                <a:cs typeface="Microsoft Sans Serif"/>
              </a:rPr>
              <a:t>triples</a:t>
            </a:r>
            <a:r>
              <a:rPr sz="2400" spc="40" dirty="0">
                <a:latin typeface="Microsoft Sans Serif"/>
                <a:cs typeface="Microsoft Sans Serif"/>
              </a:rPr>
              <a:t> </a:t>
            </a:r>
            <a:r>
              <a:rPr sz="2400" spc="-5" dirty="0">
                <a:latin typeface="Microsoft Sans Serif"/>
                <a:cs typeface="Microsoft Sans Serif"/>
              </a:rPr>
              <a:t>of</a:t>
            </a:r>
            <a:r>
              <a:rPr sz="2400" spc="15" dirty="0">
                <a:latin typeface="Microsoft Sans Serif"/>
                <a:cs typeface="Microsoft Sans Serif"/>
              </a:rPr>
              <a:t> </a:t>
            </a:r>
            <a:r>
              <a:rPr sz="2400" spc="-10" dirty="0">
                <a:latin typeface="Microsoft Sans Serif"/>
                <a:cs typeface="Microsoft Sans Serif"/>
              </a:rPr>
              <a:t>identical</a:t>
            </a:r>
            <a:r>
              <a:rPr sz="2400" spc="65" dirty="0">
                <a:latin typeface="Microsoft Sans Serif"/>
                <a:cs typeface="Microsoft Sans Serif"/>
              </a:rPr>
              <a:t> </a:t>
            </a:r>
            <a:r>
              <a:rPr sz="2400" spc="-5" dirty="0">
                <a:latin typeface="Microsoft Sans Serif"/>
                <a:cs typeface="Microsoft Sans Serif"/>
              </a:rPr>
              <a:t>bits.</a:t>
            </a:r>
            <a:endParaRPr sz="2400" dirty="0">
              <a:latin typeface="Microsoft Sans Serif"/>
              <a:cs typeface="Microsoft Sans Serif"/>
            </a:endParaRPr>
          </a:p>
          <a:p>
            <a:pPr>
              <a:lnSpc>
                <a:spcPct val="100000"/>
              </a:lnSpc>
              <a:spcBef>
                <a:spcPts val="15"/>
              </a:spcBef>
            </a:pPr>
            <a:endParaRPr sz="3550" dirty="0">
              <a:latin typeface="Microsoft Sans Serif"/>
              <a:cs typeface="Microsoft Sans Serif"/>
            </a:endParaRPr>
          </a:p>
          <a:p>
            <a:pPr marL="12700" marR="452755">
              <a:lnSpc>
                <a:spcPct val="100000"/>
              </a:lnSpc>
            </a:pPr>
            <a:r>
              <a:rPr sz="2400" spc="-5" dirty="0">
                <a:latin typeface="Microsoft Sans Serif"/>
                <a:cs typeface="Microsoft Sans Serif"/>
              </a:rPr>
              <a:t>The</a:t>
            </a:r>
            <a:r>
              <a:rPr sz="2400" spc="30" dirty="0">
                <a:latin typeface="Microsoft Sans Serif"/>
                <a:cs typeface="Microsoft Sans Serif"/>
              </a:rPr>
              <a:t> </a:t>
            </a:r>
            <a:r>
              <a:rPr sz="2400" spc="-10" dirty="0">
                <a:latin typeface="Microsoft Sans Serif"/>
                <a:cs typeface="Microsoft Sans Serif"/>
              </a:rPr>
              <a:t>encoding</a:t>
            </a:r>
            <a:r>
              <a:rPr sz="2400" spc="65" dirty="0">
                <a:latin typeface="Microsoft Sans Serif"/>
                <a:cs typeface="Microsoft Sans Serif"/>
              </a:rPr>
              <a:t> </a:t>
            </a:r>
            <a:r>
              <a:rPr sz="2400" spc="-5" dirty="0">
                <a:latin typeface="Microsoft Sans Serif"/>
                <a:cs typeface="Microsoft Sans Serif"/>
              </a:rPr>
              <a:t>and</a:t>
            </a:r>
            <a:r>
              <a:rPr sz="2400" spc="35" dirty="0">
                <a:latin typeface="Microsoft Sans Serif"/>
                <a:cs typeface="Microsoft Sans Serif"/>
              </a:rPr>
              <a:t> </a:t>
            </a:r>
            <a:r>
              <a:rPr sz="2400" spc="-10" dirty="0">
                <a:latin typeface="Microsoft Sans Serif"/>
                <a:cs typeface="Microsoft Sans Serif"/>
              </a:rPr>
              <a:t>decoding</a:t>
            </a:r>
            <a:r>
              <a:rPr sz="2400" spc="65" dirty="0">
                <a:latin typeface="Microsoft Sans Serif"/>
                <a:cs typeface="Microsoft Sans Serif"/>
              </a:rPr>
              <a:t> </a:t>
            </a:r>
            <a:r>
              <a:rPr sz="2400" spc="-5" dirty="0">
                <a:latin typeface="Microsoft Sans Serif"/>
                <a:cs typeface="Microsoft Sans Serif"/>
              </a:rPr>
              <a:t>processes</a:t>
            </a:r>
            <a:r>
              <a:rPr sz="2400" spc="45" dirty="0">
                <a:latin typeface="Microsoft Sans Serif"/>
                <a:cs typeface="Microsoft Sans Serif"/>
              </a:rPr>
              <a:t> </a:t>
            </a:r>
            <a:r>
              <a:rPr sz="2400" spc="-5" dirty="0">
                <a:latin typeface="Microsoft Sans Serif"/>
                <a:cs typeface="Microsoft Sans Serif"/>
              </a:rPr>
              <a:t>described</a:t>
            </a:r>
            <a:r>
              <a:rPr sz="2400" spc="60" dirty="0">
                <a:latin typeface="Microsoft Sans Serif"/>
                <a:cs typeface="Microsoft Sans Serif"/>
              </a:rPr>
              <a:t> </a:t>
            </a:r>
            <a:r>
              <a:rPr sz="2400" spc="-5" dirty="0">
                <a:latin typeface="Microsoft Sans Serif"/>
                <a:cs typeface="Microsoft Sans Serif"/>
              </a:rPr>
              <a:t>above </a:t>
            </a:r>
            <a:r>
              <a:rPr sz="2400" spc="-625" dirty="0">
                <a:latin typeface="Microsoft Sans Serif"/>
                <a:cs typeface="Microsoft Sans Serif"/>
              </a:rPr>
              <a:t> </a:t>
            </a:r>
            <a:r>
              <a:rPr sz="2400" spc="-5" dirty="0">
                <a:latin typeface="Microsoft Sans Serif"/>
                <a:cs typeface="Microsoft Sans Serif"/>
              </a:rPr>
              <a:t>are</a:t>
            </a:r>
            <a:r>
              <a:rPr sz="2400" spc="25" dirty="0">
                <a:latin typeface="Microsoft Sans Serif"/>
                <a:cs typeface="Microsoft Sans Serif"/>
              </a:rPr>
              <a:t> </a:t>
            </a:r>
            <a:r>
              <a:rPr sz="2400" spc="-10" dirty="0">
                <a:latin typeface="Microsoft Sans Serif"/>
                <a:cs typeface="Microsoft Sans Serif"/>
              </a:rPr>
              <a:t>actually</a:t>
            </a:r>
            <a:r>
              <a:rPr sz="2400" spc="45" dirty="0">
                <a:latin typeface="Microsoft Sans Serif"/>
                <a:cs typeface="Microsoft Sans Serif"/>
              </a:rPr>
              <a:t> </a:t>
            </a:r>
            <a:r>
              <a:rPr sz="2400" spc="-5" dirty="0">
                <a:latin typeface="Microsoft Sans Serif"/>
                <a:cs typeface="Microsoft Sans Serif"/>
              </a:rPr>
              <a:t>functions</a:t>
            </a:r>
            <a:r>
              <a:rPr sz="2400" spc="30" dirty="0">
                <a:latin typeface="Microsoft Sans Serif"/>
                <a:cs typeface="Microsoft Sans Serif"/>
              </a:rPr>
              <a:t> </a:t>
            </a:r>
            <a:r>
              <a:rPr sz="2400" spc="-5" dirty="0">
                <a:latin typeface="Microsoft Sans Serif"/>
                <a:cs typeface="Microsoft Sans Serif"/>
              </a:rPr>
              <a:t>from</a:t>
            </a:r>
            <a:r>
              <a:rPr sz="2400" spc="25" dirty="0">
                <a:latin typeface="Microsoft Sans Serif"/>
                <a:cs typeface="Microsoft Sans Serif"/>
              </a:rPr>
              <a:t> </a:t>
            </a:r>
            <a:r>
              <a:rPr sz="2400" i="1" dirty="0">
                <a:latin typeface="Arial"/>
                <a:cs typeface="Arial"/>
              </a:rPr>
              <a:t>A</a:t>
            </a:r>
            <a:r>
              <a:rPr sz="2400" i="1" spc="-15" dirty="0">
                <a:latin typeface="Arial"/>
                <a:cs typeface="Arial"/>
              </a:rPr>
              <a:t> </a:t>
            </a:r>
            <a:r>
              <a:rPr sz="2400" dirty="0">
                <a:latin typeface="Microsoft Sans Serif"/>
                <a:cs typeface="Microsoft Sans Serif"/>
              </a:rPr>
              <a:t>to</a:t>
            </a:r>
            <a:r>
              <a:rPr sz="2400" spc="15" dirty="0">
                <a:latin typeface="Microsoft Sans Serif"/>
                <a:cs typeface="Microsoft Sans Serif"/>
              </a:rPr>
              <a:t> </a:t>
            </a:r>
            <a:r>
              <a:rPr sz="2400" i="1" dirty="0">
                <a:latin typeface="Arial"/>
                <a:cs typeface="Arial"/>
              </a:rPr>
              <a:t>T</a:t>
            </a:r>
            <a:r>
              <a:rPr sz="2400" i="1" spc="-10" dirty="0">
                <a:latin typeface="Arial"/>
                <a:cs typeface="Arial"/>
              </a:rPr>
              <a:t> </a:t>
            </a:r>
            <a:r>
              <a:rPr sz="2400" spc="-5" dirty="0">
                <a:latin typeface="Microsoft Sans Serif"/>
                <a:cs typeface="Microsoft Sans Serif"/>
              </a:rPr>
              <a:t>and</a:t>
            </a:r>
            <a:r>
              <a:rPr sz="2400" spc="40" dirty="0">
                <a:latin typeface="Microsoft Sans Serif"/>
                <a:cs typeface="Microsoft Sans Serif"/>
              </a:rPr>
              <a:t> </a:t>
            </a:r>
            <a:r>
              <a:rPr sz="2400" spc="-5" dirty="0">
                <a:latin typeface="Microsoft Sans Serif"/>
                <a:cs typeface="Microsoft Sans Serif"/>
              </a:rPr>
              <a:t>from</a:t>
            </a:r>
            <a:r>
              <a:rPr sz="2400" spc="15" dirty="0">
                <a:latin typeface="Microsoft Sans Serif"/>
                <a:cs typeface="Microsoft Sans Serif"/>
              </a:rPr>
              <a:t> </a:t>
            </a:r>
            <a:r>
              <a:rPr sz="2400" i="1" dirty="0">
                <a:latin typeface="Arial"/>
                <a:cs typeface="Arial"/>
              </a:rPr>
              <a:t>T</a:t>
            </a:r>
            <a:r>
              <a:rPr sz="2400" i="1" spc="-10" dirty="0">
                <a:latin typeface="Arial"/>
                <a:cs typeface="Arial"/>
              </a:rPr>
              <a:t> </a:t>
            </a:r>
            <a:r>
              <a:rPr sz="2400" dirty="0">
                <a:latin typeface="Microsoft Sans Serif"/>
                <a:cs typeface="Microsoft Sans Serif"/>
              </a:rPr>
              <a:t>to</a:t>
            </a:r>
            <a:r>
              <a:rPr sz="2400" spc="15" dirty="0">
                <a:latin typeface="Microsoft Sans Serif"/>
                <a:cs typeface="Microsoft Sans Serif"/>
              </a:rPr>
              <a:t> </a:t>
            </a:r>
            <a:r>
              <a:rPr sz="2400" i="1" spc="-5" dirty="0">
                <a:latin typeface="Arial"/>
                <a:cs typeface="Arial"/>
              </a:rPr>
              <a:t>A</a:t>
            </a:r>
            <a:r>
              <a:rPr sz="2400" spc="-5" dirty="0">
                <a:latin typeface="Microsoft Sans Serif"/>
                <a:cs typeface="Microsoft Sans Serif"/>
              </a:rPr>
              <a:t>.</a:t>
            </a:r>
            <a:endParaRPr sz="2400" dirty="0">
              <a:latin typeface="Microsoft Sans Serif"/>
              <a:cs typeface="Microsoft Sans Serif"/>
            </a:endParaRPr>
          </a:p>
        </p:txBody>
      </p:sp>
    </p:spTree>
    <p:extLst>
      <p:ext uri="{BB962C8B-B14F-4D97-AF65-F5344CB8AC3E}">
        <p14:creationId xmlns:p14="http://schemas.microsoft.com/office/powerpoint/2010/main" val="3727527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4909A-17B7-6318-004D-768B7DE4A1C4}"/>
              </a:ext>
            </a:extLst>
          </p:cNvPr>
          <p:cNvSpPr>
            <a:spLocks noGrp="1"/>
          </p:cNvSpPr>
          <p:nvPr>
            <p:ph type="title"/>
          </p:nvPr>
        </p:nvSpPr>
        <p:spPr/>
        <p:txBody>
          <a:bodyPr/>
          <a:lstStyle/>
          <a:p>
            <a:r>
              <a:rPr lang="en-US" dirty="0"/>
              <a:t>Encoding and Decoding Functions</a:t>
            </a:r>
          </a:p>
        </p:txBody>
      </p:sp>
      <p:sp>
        <p:nvSpPr>
          <p:cNvPr id="4" name="object 8">
            <a:extLst>
              <a:ext uri="{FF2B5EF4-FFF2-40B4-BE49-F238E27FC236}">
                <a16:creationId xmlns:a16="http://schemas.microsoft.com/office/drawing/2014/main" id="{96B474DD-52CA-AEAC-E4FD-009E3318BC28}"/>
              </a:ext>
            </a:extLst>
          </p:cNvPr>
          <p:cNvSpPr txBox="1"/>
          <p:nvPr/>
        </p:nvSpPr>
        <p:spPr>
          <a:xfrm>
            <a:off x="993140" y="1694273"/>
            <a:ext cx="10360660" cy="3767698"/>
          </a:xfrm>
          <a:prstGeom prst="rect">
            <a:avLst/>
          </a:prstGeom>
        </p:spPr>
        <p:txBody>
          <a:bodyPr vert="horz" wrap="square" lIns="0" tIns="12700" rIns="0" bIns="0" rtlCol="0">
            <a:spAutoFit/>
          </a:bodyPr>
          <a:lstStyle/>
          <a:p>
            <a:pPr marL="12700" marR="5080">
              <a:lnSpc>
                <a:spcPct val="100000"/>
              </a:lnSpc>
              <a:spcBef>
                <a:spcPts val="100"/>
              </a:spcBef>
            </a:pPr>
            <a:r>
              <a:rPr sz="2400" spc="-5" dirty="0">
                <a:latin typeface="Microsoft Sans Serif"/>
                <a:cs typeface="Microsoft Sans Serif"/>
              </a:rPr>
              <a:t>The</a:t>
            </a:r>
            <a:r>
              <a:rPr sz="2400" spc="30" dirty="0">
                <a:latin typeface="Microsoft Sans Serif"/>
                <a:cs typeface="Microsoft Sans Serif"/>
              </a:rPr>
              <a:t> </a:t>
            </a:r>
            <a:r>
              <a:rPr sz="2400" spc="-10" dirty="0">
                <a:latin typeface="Microsoft Sans Serif"/>
                <a:cs typeface="Microsoft Sans Serif"/>
              </a:rPr>
              <a:t>encoding</a:t>
            </a:r>
            <a:r>
              <a:rPr sz="2400" spc="65" dirty="0">
                <a:latin typeface="Microsoft Sans Serif"/>
                <a:cs typeface="Microsoft Sans Serif"/>
              </a:rPr>
              <a:t> </a:t>
            </a:r>
            <a:r>
              <a:rPr sz="2400" spc="-5" dirty="0">
                <a:latin typeface="Microsoft Sans Serif"/>
                <a:cs typeface="Microsoft Sans Serif"/>
              </a:rPr>
              <a:t>function</a:t>
            </a:r>
            <a:r>
              <a:rPr sz="2400" spc="30" dirty="0">
                <a:latin typeface="Microsoft Sans Serif"/>
                <a:cs typeface="Microsoft Sans Serif"/>
              </a:rPr>
              <a:t> </a:t>
            </a:r>
            <a:r>
              <a:rPr sz="2400" i="1" dirty="0">
                <a:latin typeface="Arial"/>
                <a:cs typeface="Arial"/>
              </a:rPr>
              <a:t>E </a:t>
            </a:r>
            <a:r>
              <a:rPr sz="2400" spc="-10" dirty="0">
                <a:latin typeface="Microsoft Sans Serif"/>
                <a:cs typeface="Microsoft Sans Serif"/>
              </a:rPr>
              <a:t>is</a:t>
            </a:r>
            <a:r>
              <a:rPr sz="2400" spc="30"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function</a:t>
            </a:r>
            <a:r>
              <a:rPr sz="2400" spc="30" dirty="0">
                <a:latin typeface="Microsoft Sans Serif"/>
                <a:cs typeface="Microsoft Sans Serif"/>
              </a:rPr>
              <a:t> </a:t>
            </a:r>
            <a:r>
              <a:rPr sz="2400" spc="-5" dirty="0">
                <a:latin typeface="Microsoft Sans Serif"/>
                <a:cs typeface="Microsoft Sans Serif"/>
              </a:rPr>
              <a:t>from</a:t>
            </a:r>
            <a:r>
              <a:rPr sz="2400" spc="15" dirty="0">
                <a:latin typeface="Microsoft Sans Serif"/>
                <a:cs typeface="Microsoft Sans Serif"/>
              </a:rPr>
              <a:t> </a:t>
            </a:r>
            <a:r>
              <a:rPr sz="2400" i="1" dirty="0">
                <a:latin typeface="Arial"/>
                <a:cs typeface="Arial"/>
              </a:rPr>
              <a:t>A </a:t>
            </a:r>
            <a:r>
              <a:rPr sz="2400" dirty="0">
                <a:latin typeface="Microsoft Sans Serif"/>
                <a:cs typeface="Microsoft Sans Serif"/>
              </a:rPr>
              <a:t>to</a:t>
            </a:r>
            <a:r>
              <a:rPr sz="2400" spc="20" dirty="0">
                <a:latin typeface="Microsoft Sans Serif"/>
                <a:cs typeface="Microsoft Sans Serif"/>
              </a:rPr>
              <a:t> </a:t>
            </a:r>
            <a:r>
              <a:rPr sz="2400" i="1" dirty="0">
                <a:latin typeface="Arial"/>
                <a:cs typeface="Arial"/>
              </a:rPr>
              <a:t>T</a:t>
            </a:r>
            <a:r>
              <a:rPr sz="2400" i="1" spc="-10" dirty="0">
                <a:latin typeface="Arial"/>
                <a:cs typeface="Arial"/>
              </a:rPr>
              <a:t> </a:t>
            </a:r>
            <a:r>
              <a:rPr sz="2400" spc="-10" dirty="0">
                <a:latin typeface="Microsoft Sans Serif"/>
                <a:cs typeface="Microsoft Sans Serif"/>
              </a:rPr>
              <a:t>defined </a:t>
            </a:r>
            <a:r>
              <a:rPr sz="2400" spc="-620" dirty="0">
                <a:latin typeface="Microsoft Sans Serif"/>
                <a:cs typeface="Microsoft Sans Serif"/>
              </a:rPr>
              <a:t> </a:t>
            </a:r>
            <a:r>
              <a:rPr sz="2400" spc="-5" dirty="0">
                <a:latin typeface="Microsoft Sans Serif"/>
                <a:cs typeface="Microsoft Sans Serif"/>
              </a:rPr>
              <a:t>as</a:t>
            </a:r>
            <a:r>
              <a:rPr sz="2400" spc="25" dirty="0">
                <a:latin typeface="Microsoft Sans Serif"/>
                <a:cs typeface="Microsoft Sans Serif"/>
              </a:rPr>
              <a:t> </a:t>
            </a:r>
            <a:r>
              <a:rPr sz="2400" spc="-10" dirty="0">
                <a:latin typeface="Microsoft Sans Serif"/>
                <a:cs typeface="Microsoft Sans Serif"/>
              </a:rPr>
              <a:t>follows:</a:t>
            </a:r>
            <a:r>
              <a:rPr sz="2400" spc="50" dirty="0">
                <a:latin typeface="Microsoft Sans Serif"/>
                <a:cs typeface="Microsoft Sans Serif"/>
              </a:rPr>
              <a:t> </a:t>
            </a:r>
            <a:r>
              <a:rPr sz="2400" spc="-5" dirty="0">
                <a:latin typeface="Microsoft Sans Serif"/>
                <a:cs typeface="Microsoft Sans Serif"/>
              </a:rPr>
              <a:t>For</a:t>
            </a:r>
            <a:r>
              <a:rPr sz="2400" spc="25" dirty="0">
                <a:latin typeface="Microsoft Sans Serif"/>
                <a:cs typeface="Microsoft Sans Serif"/>
              </a:rPr>
              <a:t> </a:t>
            </a:r>
            <a:r>
              <a:rPr sz="2400" spc="-5" dirty="0">
                <a:latin typeface="Microsoft Sans Serif"/>
                <a:cs typeface="Microsoft Sans Serif"/>
              </a:rPr>
              <a:t>each</a:t>
            </a:r>
            <a:r>
              <a:rPr sz="2400" spc="30" dirty="0">
                <a:latin typeface="Microsoft Sans Serif"/>
                <a:cs typeface="Microsoft Sans Serif"/>
              </a:rPr>
              <a:t> </a:t>
            </a:r>
            <a:r>
              <a:rPr sz="2400" spc="-5" dirty="0">
                <a:latin typeface="Microsoft Sans Serif"/>
                <a:cs typeface="Microsoft Sans Serif"/>
              </a:rPr>
              <a:t>string</a:t>
            </a:r>
            <a:r>
              <a:rPr sz="2400" spc="30" dirty="0">
                <a:latin typeface="Microsoft Sans Serif"/>
                <a:cs typeface="Microsoft Sans Serif"/>
              </a:rPr>
              <a:t> </a:t>
            </a:r>
            <a:r>
              <a:rPr sz="2400" i="1" dirty="0">
                <a:latin typeface="Arial"/>
                <a:cs typeface="Arial"/>
              </a:rPr>
              <a:t>s</a:t>
            </a:r>
            <a:r>
              <a:rPr sz="2400" i="1" spc="-15" dirty="0">
                <a:latin typeface="Arial"/>
                <a:cs typeface="Arial"/>
              </a:rPr>
              <a:t> </a:t>
            </a:r>
            <a:r>
              <a:rPr sz="2400" dirty="0">
                <a:latin typeface="Symbol"/>
                <a:cs typeface="Symbol"/>
              </a:rPr>
              <a:t></a:t>
            </a:r>
            <a:r>
              <a:rPr sz="2400" spc="60" dirty="0">
                <a:latin typeface="Times New Roman"/>
                <a:cs typeface="Times New Roman"/>
              </a:rPr>
              <a:t> </a:t>
            </a:r>
            <a:r>
              <a:rPr sz="2400" i="1" spc="-5" dirty="0">
                <a:latin typeface="Arial"/>
                <a:cs typeface="Arial"/>
              </a:rPr>
              <a:t>A</a:t>
            </a:r>
            <a:r>
              <a:rPr sz="2400" spc="-5" dirty="0">
                <a:latin typeface="Microsoft Sans Serif"/>
                <a:cs typeface="Microsoft Sans Serif"/>
              </a:rPr>
              <a:t>,</a:t>
            </a:r>
            <a:endParaRPr sz="2400" dirty="0">
              <a:latin typeface="Microsoft Sans Serif"/>
              <a:cs typeface="Microsoft Sans Serif"/>
            </a:endParaRPr>
          </a:p>
          <a:p>
            <a:pPr>
              <a:lnSpc>
                <a:spcPct val="100000"/>
              </a:lnSpc>
              <a:spcBef>
                <a:spcPts val="10"/>
              </a:spcBef>
            </a:pPr>
            <a:endParaRPr sz="3550" dirty="0">
              <a:latin typeface="Microsoft Sans Serif"/>
              <a:cs typeface="Microsoft Sans Serif"/>
            </a:endParaRPr>
          </a:p>
          <a:p>
            <a:pPr marL="1841500">
              <a:lnSpc>
                <a:spcPct val="100000"/>
              </a:lnSpc>
            </a:pPr>
            <a:r>
              <a:rPr sz="2400" i="1" spc="-5" dirty="0">
                <a:latin typeface="Arial"/>
                <a:cs typeface="Arial"/>
              </a:rPr>
              <a:t>E</a:t>
            </a:r>
            <a:r>
              <a:rPr sz="2400" spc="-5" dirty="0">
                <a:latin typeface="Microsoft Sans Serif"/>
                <a:cs typeface="Microsoft Sans Serif"/>
              </a:rPr>
              <a:t>(</a:t>
            </a:r>
            <a:r>
              <a:rPr sz="2400" i="1" spc="-5" dirty="0">
                <a:latin typeface="Arial"/>
                <a:cs typeface="Arial"/>
              </a:rPr>
              <a:t>s</a:t>
            </a:r>
            <a:r>
              <a:rPr sz="2400" spc="-5" dirty="0">
                <a:latin typeface="Microsoft Sans Serif"/>
                <a:cs typeface="Microsoft Sans Serif"/>
              </a:rPr>
              <a:t>)</a:t>
            </a:r>
            <a:r>
              <a:rPr sz="2400" spc="25" dirty="0">
                <a:latin typeface="Microsoft Sans Serif"/>
                <a:cs typeface="Microsoft Sans Serif"/>
              </a:rPr>
              <a:t> </a:t>
            </a:r>
            <a:r>
              <a:rPr sz="2400" dirty="0">
                <a:latin typeface="Microsoft Sans Serif"/>
                <a:cs typeface="Microsoft Sans Serif"/>
              </a:rPr>
              <a:t>=</a:t>
            </a:r>
            <a:r>
              <a:rPr sz="2400" spc="20"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string</a:t>
            </a:r>
            <a:r>
              <a:rPr sz="2400" spc="35" dirty="0">
                <a:latin typeface="Microsoft Sans Serif"/>
                <a:cs typeface="Microsoft Sans Serif"/>
              </a:rPr>
              <a:t> </a:t>
            </a:r>
            <a:r>
              <a:rPr sz="2400" spc="-10" dirty="0">
                <a:latin typeface="Microsoft Sans Serif"/>
                <a:cs typeface="Microsoft Sans Serif"/>
              </a:rPr>
              <a:t>obtained</a:t>
            </a:r>
            <a:r>
              <a:rPr sz="2400" spc="55" dirty="0">
                <a:latin typeface="Microsoft Sans Serif"/>
                <a:cs typeface="Microsoft Sans Serif"/>
              </a:rPr>
              <a:t> </a:t>
            </a:r>
            <a:r>
              <a:rPr sz="2400" spc="-5" dirty="0">
                <a:latin typeface="Microsoft Sans Serif"/>
                <a:cs typeface="Microsoft Sans Serif"/>
              </a:rPr>
              <a:t>from</a:t>
            </a:r>
            <a:r>
              <a:rPr sz="2400" spc="15" dirty="0">
                <a:latin typeface="Microsoft Sans Serif"/>
                <a:cs typeface="Microsoft Sans Serif"/>
              </a:rPr>
              <a:t> </a:t>
            </a:r>
            <a:r>
              <a:rPr sz="2400" i="1" dirty="0">
                <a:latin typeface="Arial"/>
                <a:cs typeface="Arial"/>
              </a:rPr>
              <a:t>s</a:t>
            </a:r>
            <a:r>
              <a:rPr sz="2400" i="1" spc="-5" dirty="0">
                <a:latin typeface="Arial"/>
                <a:cs typeface="Arial"/>
              </a:rPr>
              <a:t> </a:t>
            </a:r>
            <a:r>
              <a:rPr sz="2400" spc="-5" dirty="0">
                <a:latin typeface="Microsoft Sans Serif"/>
                <a:cs typeface="Microsoft Sans Serif"/>
              </a:rPr>
              <a:t>by</a:t>
            </a:r>
            <a:r>
              <a:rPr sz="2400" spc="30" dirty="0">
                <a:latin typeface="Microsoft Sans Serif"/>
                <a:cs typeface="Microsoft Sans Serif"/>
              </a:rPr>
              <a:t> </a:t>
            </a:r>
            <a:r>
              <a:rPr sz="2400" spc="-10" dirty="0">
                <a:latin typeface="Microsoft Sans Serif"/>
                <a:cs typeface="Microsoft Sans Serif"/>
              </a:rPr>
              <a:t>replacing</a:t>
            </a:r>
            <a:endParaRPr sz="2400" dirty="0">
              <a:latin typeface="Microsoft Sans Serif"/>
              <a:cs typeface="Microsoft Sans Serif"/>
            </a:endParaRPr>
          </a:p>
          <a:p>
            <a:pPr marL="12700">
              <a:lnSpc>
                <a:spcPct val="100000"/>
              </a:lnSpc>
            </a:pPr>
            <a:r>
              <a:rPr sz="2400" spc="-5" dirty="0">
                <a:latin typeface="Microsoft Sans Serif"/>
                <a:cs typeface="Microsoft Sans Serif"/>
              </a:rPr>
              <a:t>each</a:t>
            </a:r>
            <a:endParaRPr sz="2400" dirty="0">
              <a:latin typeface="Microsoft Sans Serif"/>
              <a:cs typeface="Microsoft Sans Serif"/>
            </a:endParaRPr>
          </a:p>
          <a:p>
            <a:pPr marL="2766060">
              <a:lnSpc>
                <a:spcPct val="100000"/>
              </a:lnSpc>
              <a:spcBef>
                <a:spcPts val="580"/>
              </a:spcBef>
            </a:pPr>
            <a:r>
              <a:rPr sz="2400" spc="-10" dirty="0">
                <a:latin typeface="Microsoft Sans Serif"/>
                <a:cs typeface="Microsoft Sans Serif"/>
              </a:rPr>
              <a:t>bit</a:t>
            </a:r>
            <a:r>
              <a:rPr sz="2400" spc="30" dirty="0">
                <a:latin typeface="Microsoft Sans Serif"/>
                <a:cs typeface="Microsoft Sans Serif"/>
              </a:rPr>
              <a:t> </a:t>
            </a:r>
            <a:r>
              <a:rPr sz="2400" spc="-5" dirty="0">
                <a:latin typeface="Microsoft Sans Serif"/>
                <a:cs typeface="Microsoft Sans Serif"/>
              </a:rPr>
              <a:t>of</a:t>
            </a:r>
            <a:r>
              <a:rPr sz="2400" spc="20" dirty="0">
                <a:latin typeface="Microsoft Sans Serif"/>
                <a:cs typeface="Microsoft Sans Serif"/>
              </a:rPr>
              <a:t> </a:t>
            </a:r>
            <a:r>
              <a:rPr sz="2400" i="1" dirty="0">
                <a:latin typeface="Arial"/>
                <a:cs typeface="Arial"/>
              </a:rPr>
              <a:t>s</a:t>
            </a:r>
            <a:r>
              <a:rPr sz="2400" i="1" spc="-15" dirty="0">
                <a:latin typeface="Arial"/>
                <a:cs typeface="Arial"/>
              </a:rPr>
              <a:t> </a:t>
            </a:r>
            <a:r>
              <a:rPr sz="2400" spc="-5" dirty="0">
                <a:latin typeface="Microsoft Sans Serif"/>
                <a:cs typeface="Microsoft Sans Serif"/>
              </a:rPr>
              <a:t>by</a:t>
            </a:r>
            <a:r>
              <a:rPr sz="2400" spc="25"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same</a:t>
            </a:r>
            <a:r>
              <a:rPr sz="2400" spc="25" dirty="0">
                <a:latin typeface="Microsoft Sans Serif"/>
                <a:cs typeface="Microsoft Sans Serif"/>
              </a:rPr>
              <a:t> </a:t>
            </a:r>
            <a:r>
              <a:rPr sz="2400" spc="-10" dirty="0">
                <a:latin typeface="Microsoft Sans Serif"/>
                <a:cs typeface="Microsoft Sans Serif"/>
              </a:rPr>
              <a:t>bit</a:t>
            </a:r>
            <a:r>
              <a:rPr sz="2400" spc="30" dirty="0">
                <a:latin typeface="Microsoft Sans Serif"/>
                <a:cs typeface="Microsoft Sans Serif"/>
              </a:rPr>
              <a:t> </a:t>
            </a:r>
            <a:r>
              <a:rPr sz="2400" spc="-5" dirty="0">
                <a:latin typeface="Microsoft Sans Serif"/>
                <a:cs typeface="Microsoft Sans Serif"/>
              </a:rPr>
              <a:t>written</a:t>
            </a:r>
            <a:r>
              <a:rPr sz="2400" spc="15" dirty="0">
                <a:latin typeface="Microsoft Sans Serif"/>
                <a:cs typeface="Microsoft Sans Serif"/>
              </a:rPr>
              <a:t> </a:t>
            </a:r>
            <a:r>
              <a:rPr sz="2400" spc="-5" dirty="0">
                <a:latin typeface="Microsoft Sans Serif"/>
                <a:cs typeface="Microsoft Sans Serif"/>
              </a:rPr>
              <a:t>three</a:t>
            </a:r>
            <a:endParaRPr sz="2400" dirty="0">
              <a:latin typeface="Microsoft Sans Serif"/>
              <a:cs typeface="Microsoft Sans Serif"/>
            </a:endParaRPr>
          </a:p>
          <a:p>
            <a:pPr marL="12700">
              <a:lnSpc>
                <a:spcPct val="100000"/>
              </a:lnSpc>
            </a:pPr>
            <a:r>
              <a:rPr sz="2400" spc="-5" dirty="0">
                <a:latin typeface="Microsoft Sans Serif"/>
                <a:cs typeface="Microsoft Sans Serif"/>
              </a:rPr>
              <a:t>times.</a:t>
            </a:r>
            <a:endParaRPr sz="2400" dirty="0">
              <a:latin typeface="Microsoft Sans Serif"/>
              <a:cs typeface="Microsoft Sans Serif"/>
            </a:endParaRPr>
          </a:p>
          <a:p>
            <a:pPr>
              <a:lnSpc>
                <a:spcPct val="100000"/>
              </a:lnSpc>
              <a:spcBef>
                <a:spcPts val="10"/>
              </a:spcBef>
            </a:pPr>
            <a:endParaRPr sz="3550" dirty="0">
              <a:latin typeface="Microsoft Sans Serif"/>
              <a:cs typeface="Microsoft Sans Serif"/>
            </a:endParaRPr>
          </a:p>
          <a:p>
            <a:pPr marL="12700" marR="440690">
              <a:lnSpc>
                <a:spcPct val="100000"/>
              </a:lnSpc>
            </a:pPr>
            <a:r>
              <a:rPr sz="2400" spc="-5" dirty="0">
                <a:latin typeface="Microsoft Sans Serif"/>
                <a:cs typeface="Microsoft Sans Serif"/>
              </a:rPr>
              <a:t>The</a:t>
            </a:r>
            <a:r>
              <a:rPr sz="2400" spc="30" dirty="0">
                <a:latin typeface="Microsoft Sans Serif"/>
                <a:cs typeface="Microsoft Sans Serif"/>
              </a:rPr>
              <a:t> </a:t>
            </a:r>
            <a:r>
              <a:rPr sz="2400" spc="-10" dirty="0">
                <a:latin typeface="Microsoft Sans Serif"/>
                <a:cs typeface="Microsoft Sans Serif"/>
              </a:rPr>
              <a:t>decoding</a:t>
            </a:r>
            <a:r>
              <a:rPr sz="2400" spc="65" dirty="0">
                <a:latin typeface="Microsoft Sans Serif"/>
                <a:cs typeface="Microsoft Sans Serif"/>
              </a:rPr>
              <a:t> </a:t>
            </a:r>
            <a:r>
              <a:rPr sz="2400" spc="-5" dirty="0">
                <a:latin typeface="Microsoft Sans Serif"/>
                <a:cs typeface="Microsoft Sans Serif"/>
              </a:rPr>
              <a:t>function</a:t>
            </a:r>
            <a:r>
              <a:rPr sz="2400" spc="35" dirty="0">
                <a:latin typeface="Microsoft Sans Serif"/>
                <a:cs typeface="Microsoft Sans Serif"/>
              </a:rPr>
              <a:t> </a:t>
            </a:r>
            <a:r>
              <a:rPr sz="2400" i="1" spc="-5" dirty="0">
                <a:latin typeface="Arial"/>
                <a:cs typeface="Arial"/>
              </a:rPr>
              <a:t>D</a:t>
            </a:r>
            <a:r>
              <a:rPr sz="2400" i="1" dirty="0">
                <a:latin typeface="Arial"/>
                <a:cs typeface="Arial"/>
              </a:rPr>
              <a:t> </a:t>
            </a:r>
            <a:r>
              <a:rPr sz="2400" spc="-10" dirty="0">
                <a:latin typeface="Microsoft Sans Serif"/>
                <a:cs typeface="Microsoft Sans Serif"/>
              </a:rPr>
              <a:t>is</a:t>
            </a:r>
            <a:r>
              <a:rPr sz="2400" spc="35" dirty="0">
                <a:latin typeface="Microsoft Sans Serif"/>
                <a:cs typeface="Microsoft Sans Serif"/>
              </a:rPr>
              <a:t> </a:t>
            </a:r>
            <a:r>
              <a:rPr sz="2400" spc="-10" dirty="0">
                <a:latin typeface="Microsoft Sans Serif"/>
                <a:cs typeface="Microsoft Sans Serif"/>
              </a:rPr>
              <a:t>defined</a:t>
            </a:r>
            <a:r>
              <a:rPr sz="2400" spc="55" dirty="0">
                <a:latin typeface="Microsoft Sans Serif"/>
                <a:cs typeface="Microsoft Sans Serif"/>
              </a:rPr>
              <a:t> </a:t>
            </a:r>
            <a:r>
              <a:rPr sz="2400" spc="-5" dirty="0">
                <a:latin typeface="Microsoft Sans Serif"/>
                <a:cs typeface="Microsoft Sans Serif"/>
              </a:rPr>
              <a:t>as</a:t>
            </a:r>
            <a:r>
              <a:rPr sz="2400" spc="25" dirty="0">
                <a:latin typeface="Microsoft Sans Serif"/>
                <a:cs typeface="Microsoft Sans Serif"/>
              </a:rPr>
              <a:t> </a:t>
            </a:r>
            <a:r>
              <a:rPr sz="2400" spc="-10" dirty="0">
                <a:latin typeface="Microsoft Sans Serif"/>
                <a:cs typeface="Microsoft Sans Serif"/>
              </a:rPr>
              <a:t>follows:</a:t>
            </a:r>
            <a:r>
              <a:rPr sz="2400" spc="50" dirty="0">
                <a:latin typeface="Microsoft Sans Serif"/>
                <a:cs typeface="Microsoft Sans Serif"/>
              </a:rPr>
              <a:t> </a:t>
            </a:r>
            <a:r>
              <a:rPr sz="2400" spc="-5" dirty="0">
                <a:latin typeface="Microsoft Sans Serif"/>
                <a:cs typeface="Microsoft Sans Serif"/>
              </a:rPr>
              <a:t>For</a:t>
            </a:r>
            <a:r>
              <a:rPr sz="2400" spc="30" dirty="0">
                <a:latin typeface="Microsoft Sans Serif"/>
                <a:cs typeface="Microsoft Sans Serif"/>
              </a:rPr>
              <a:t> </a:t>
            </a:r>
            <a:r>
              <a:rPr sz="2400" spc="-5" dirty="0">
                <a:latin typeface="Microsoft Sans Serif"/>
                <a:cs typeface="Microsoft Sans Serif"/>
              </a:rPr>
              <a:t>each </a:t>
            </a:r>
            <a:r>
              <a:rPr sz="2400" spc="-625" dirty="0">
                <a:latin typeface="Microsoft Sans Serif"/>
                <a:cs typeface="Microsoft Sans Serif"/>
              </a:rPr>
              <a:t> </a:t>
            </a:r>
            <a:r>
              <a:rPr sz="2400" spc="-5" dirty="0">
                <a:latin typeface="Microsoft Sans Serif"/>
                <a:cs typeface="Microsoft Sans Serif"/>
              </a:rPr>
              <a:t>string</a:t>
            </a:r>
            <a:r>
              <a:rPr sz="2400" spc="25" dirty="0">
                <a:latin typeface="Microsoft Sans Serif"/>
                <a:cs typeface="Microsoft Sans Serif"/>
              </a:rPr>
              <a:t> </a:t>
            </a:r>
            <a:r>
              <a:rPr sz="2400" i="1" dirty="0">
                <a:latin typeface="Arial"/>
                <a:cs typeface="Arial"/>
              </a:rPr>
              <a:t>t</a:t>
            </a:r>
            <a:r>
              <a:rPr sz="2400" i="1" spc="-15" dirty="0">
                <a:latin typeface="Arial"/>
                <a:cs typeface="Arial"/>
              </a:rPr>
              <a:t> </a:t>
            </a:r>
            <a:r>
              <a:rPr sz="2400" dirty="0">
                <a:latin typeface="Symbol"/>
                <a:cs typeface="Symbol"/>
              </a:rPr>
              <a:t></a:t>
            </a:r>
            <a:r>
              <a:rPr sz="2400" spc="60" dirty="0">
                <a:latin typeface="Times New Roman"/>
                <a:cs typeface="Times New Roman"/>
              </a:rPr>
              <a:t> </a:t>
            </a:r>
            <a:r>
              <a:rPr sz="2400" i="1" spc="-5" dirty="0">
                <a:latin typeface="Arial"/>
                <a:cs typeface="Arial"/>
              </a:rPr>
              <a:t>T</a:t>
            </a:r>
            <a:r>
              <a:rPr sz="2400" spc="-5" dirty="0">
                <a:latin typeface="Microsoft Sans Serif"/>
                <a:cs typeface="Microsoft Sans Serif"/>
              </a:rPr>
              <a:t>,</a:t>
            </a:r>
            <a:endParaRPr sz="2400" dirty="0">
              <a:latin typeface="Microsoft Sans Serif"/>
              <a:cs typeface="Microsoft Sans Serif"/>
            </a:endParaRPr>
          </a:p>
        </p:txBody>
      </p:sp>
      <p:sp>
        <p:nvSpPr>
          <p:cNvPr id="5" name="object 9">
            <a:extLst>
              <a:ext uri="{FF2B5EF4-FFF2-40B4-BE49-F238E27FC236}">
                <a16:creationId xmlns:a16="http://schemas.microsoft.com/office/drawing/2014/main" id="{2B57BA64-17D8-9533-E262-4315D0BA2B2A}"/>
              </a:ext>
            </a:extLst>
          </p:cNvPr>
          <p:cNvSpPr txBox="1"/>
          <p:nvPr/>
        </p:nvSpPr>
        <p:spPr>
          <a:xfrm>
            <a:off x="2765062" y="5838541"/>
            <a:ext cx="8044962" cy="756920"/>
          </a:xfrm>
          <a:prstGeom prst="rect">
            <a:avLst/>
          </a:prstGeom>
        </p:spPr>
        <p:txBody>
          <a:bodyPr vert="horz" wrap="square" lIns="0" tIns="12700" rIns="0" bIns="0" rtlCol="0">
            <a:spAutoFit/>
          </a:bodyPr>
          <a:lstStyle/>
          <a:p>
            <a:pPr marL="12700" marR="5080" indent="71120">
              <a:lnSpc>
                <a:spcPct val="100000"/>
              </a:lnSpc>
              <a:spcBef>
                <a:spcPts val="100"/>
              </a:spcBef>
            </a:pPr>
            <a:r>
              <a:rPr sz="2400" i="1" spc="-5" dirty="0">
                <a:latin typeface="Arial"/>
                <a:cs typeface="Arial"/>
              </a:rPr>
              <a:t>D</a:t>
            </a:r>
            <a:r>
              <a:rPr sz="2400" spc="-5" dirty="0">
                <a:latin typeface="Microsoft Sans Serif"/>
                <a:cs typeface="Microsoft Sans Serif"/>
              </a:rPr>
              <a:t>(</a:t>
            </a:r>
            <a:r>
              <a:rPr sz="2400" i="1" spc="-5" dirty="0">
                <a:latin typeface="Arial"/>
                <a:cs typeface="Arial"/>
              </a:rPr>
              <a:t>t</a:t>
            </a:r>
            <a:r>
              <a:rPr sz="2400" spc="-5" dirty="0">
                <a:latin typeface="Microsoft Sans Serif"/>
                <a:cs typeface="Microsoft Sans Serif"/>
              </a:rPr>
              <a:t>)</a:t>
            </a:r>
            <a:r>
              <a:rPr sz="2400" spc="25" dirty="0">
                <a:latin typeface="Microsoft Sans Serif"/>
                <a:cs typeface="Microsoft Sans Serif"/>
              </a:rPr>
              <a:t> </a:t>
            </a:r>
            <a:r>
              <a:rPr sz="2400" dirty="0">
                <a:latin typeface="Microsoft Sans Serif"/>
                <a:cs typeface="Microsoft Sans Serif"/>
              </a:rPr>
              <a:t>=</a:t>
            </a:r>
            <a:r>
              <a:rPr sz="2400" spc="10" dirty="0">
                <a:latin typeface="Microsoft Sans Serif"/>
                <a:cs typeface="Microsoft Sans Serif"/>
              </a:rPr>
              <a:t> </a:t>
            </a:r>
            <a:r>
              <a:rPr sz="2400" spc="-5" dirty="0">
                <a:latin typeface="Microsoft Sans Serif"/>
                <a:cs typeface="Microsoft Sans Serif"/>
              </a:rPr>
              <a:t>the</a:t>
            </a:r>
            <a:r>
              <a:rPr sz="2400" spc="30" dirty="0">
                <a:latin typeface="Microsoft Sans Serif"/>
                <a:cs typeface="Microsoft Sans Serif"/>
              </a:rPr>
              <a:t> </a:t>
            </a:r>
            <a:r>
              <a:rPr sz="2400" spc="-5" dirty="0">
                <a:latin typeface="Microsoft Sans Serif"/>
                <a:cs typeface="Microsoft Sans Serif"/>
              </a:rPr>
              <a:t>string</a:t>
            </a:r>
            <a:r>
              <a:rPr sz="2400" spc="35" dirty="0">
                <a:latin typeface="Microsoft Sans Serif"/>
                <a:cs typeface="Microsoft Sans Serif"/>
              </a:rPr>
              <a:t> </a:t>
            </a:r>
            <a:r>
              <a:rPr sz="2400" spc="-10" dirty="0">
                <a:latin typeface="Microsoft Sans Serif"/>
                <a:cs typeface="Microsoft Sans Serif"/>
              </a:rPr>
              <a:t>obtained</a:t>
            </a:r>
            <a:r>
              <a:rPr sz="2400" spc="55" dirty="0">
                <a:latin typeface="Microsoft Sans Serif"/>
                <a:cs typeface="Microsoft Sans Serif"/>
              </a:rPr>
              <a:t> </a:t>
            </a:r>
            <a:r>
              <a:rPr sz="2400" spc="-5" dirty="0">
                <a:latin typeface="Microsoft Sans Serif"/>
                <a:cs typeface="Microsoft Sans Serif"/>
              </a:rPr>
              <a:t>from</a:t>
            </a:r>
            <a:r>
              <a:rPr sz="2400" spc="15" dirty="0">
                <a:latin typeface="Microsoft Sans Serif"/>
                <a:cs typeface="Microsoft Sans Serif"/>
              </a:rPr>
              <a:t> </a:t>
            </a:r>
            <a:r>
              <a:rPr sz="2400" i="1" dirty="0">
                <a:latin typeface="Arial"/>
                <a:cs typeface="Arial"/>
              </a:rPr>
              <a:t>t</a:t>
            </a:r>
            <a:r>
              <a:rPr sz="2400" i="1" spc="-15" dirty="0">
                <a:latin typeface="Arial"/>
                <a:cs typeface="Arial"/>
              </a:rPr>
              <a:t> </a:t>
            </a:r>
            <a:r>
              <a:rPr sz="2400" spc="-5" dirty="0">
                <a:latin typeface="Microsoft Sans Serif"/>
                <a:cs typeface="Microsoft Sans Serif"/>
              </a:rPr>
              <a:t>by</a:t>
            </a:r>
            <a:r>
              <a:rPr sz="2400" spc="35" dirty="0">
                <a:latin typeface="Microsoft Sans Serif"/>
                <a:cs typeface="Microsoft Sans Serif"/>
              </a:rPr>
              <a:t> </a:t>
            </a:r>
            <a:r>
              <a:rPr sz="2400" spc="-10" dirty="0">
                <a:latin typeface="Microsoft Sans Serif"/>
                <a:cs typeface="Microsoft Sans Serif"/>
              </a:rPr>
              <a:t>replacing </a:t>
            </a:r>
            <a:r>
              <a:rPr sz="2400" spc="-5" dirty="0">
                <a:latin typeface="Microsoft Sans Serif"/>
                <a:cs typeface="Microsoft Sans Serif"/>
              </a:rPr>
              <a:t> consecutive</a:t>
            </a:r>
            <a:r>
              <a:rPr sz="2400" spc="35" dirty="0">
                <a:latin typeface="Microsoft Sans Serif"/>
                <a:cs typeface="Microsoft Sans Serif"/>
              </a:rPr>
              <a:t> </a:t>
            </a:r>
            <a:r>
              <a:rPr sz="2400" spc="-10" dirty="0">
                <a:latin typeface="Microsoft Sans Serif"/>
                <a:cs typeface="Microsoft Sans Serif"/>
              </a:rPr>
              <a:t>triple</a:t>
            </a:r>
            <a:r>
              <a:rPr sz="2400" spc="30"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5" dirty="0">
                <a:latin typeface="Microsoft Sans Serif"/>
                <a:cs typeface="Microsoft Sans Serif"/>
              </a:rPr>
              <a:t>three</a:t>
            </a:r>
            <a:r>
              <a:rPr sz="2400" spc="30" dirty="0">
                <a:latin typeface="Microsoft Sans Serif"/>
                <a:cs typeface="Microsoft Sans Serif"/>
              </a:rPr>
              <a:t> </a:t>
            </a:r>
            <a:r>
              <a:rPr sz="2400" spc="-10" dirty="0">
                <a:latin typeface="Microsoft Sans Serif"/>
                <a:cs typeface="Microsoft Sans Serif"/>
              </a:rPr>
              <a:t>identical</a:t>
            </a:r>
            <a:r>
              <a:rPr sz="2400" spc="45" dirty="0">
                <a:latin typeface="Microsoft Sans Serif"/>
                <a:cs typeface="Microsoft Sans Serif"/>
              </a:rPr>
              <a:t> </a:t>
            </a:r>
            <a:r>
              <a:rPr sz="2400" spc="-10" dirty="0">
                <a:latin typeface="Microsoft Sans Serif"/>
                <a:cs typeface="Microsoft Sans Serif"/>
              </a:rPr>
              <a:t>bits</a:t>
            </a:r>
            <a:r>
              <a:rPr sz="2400" spc="30"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i="1" dirty="0">
                <a:latin typeface="Arial"/>
                <a:cs typeface="Arial"/>
              </a:rPr>
              <a:t>t</a:t>
            </a:r>
            <a:r>
              <a:rPr sz="2400" i="1" spc="-15" dirty="0">
                <a:latin typeface="Arial"/>
                <a:cs typeface="Arial"/>
              </a:rPr>
              <a:t> </a:t>
            </a:r>
            <a:r>
              <a:rPr sz="2400" spc="-5" dirty="0">
                <a:latin typeface="Microsoft Sans Serif"/>
                <a:cs typeface="Microsoft Sans Serif"/>
              </a:rPr>
              <a:t>by</a:t>
            </a:r>
            <a:endParaRPr sz="2400" dirty="0">
              <a:latin typeface="Microsoft Sans Serif"/>
              <a:cs typeface="Microsoft Sans Serif"/>
            </a:endParaRPr>
          </a:p>
        </p:txBody>
      </p:sp>
      <p:sp>
        <p:nvSpPr>
          <p:cNvPr id="6" name="object 10">
            <a:extLst>
              <a:ext uri="{FF2B5EF4-FFF2-40B4-BE49-F238E27FC236}">
                <a16:creationId xmlns:a16="http://schemas.microsoft.com/office/drawing/2014/main" id="{E1A98CAE-25F3-A92D-0258-B3C94CD078A7}"/>
              </a:ext>
            </a:extLst>
          </p:cNvPr>
          <p:cNvSpPr txBox="1"/>
          <p:nvPr/>
        </p:nvSpPr>
        <p:spPr>
          <a:xfrm>
            <a:off x="1062510" y="6021421"/>
            <a:ext cx="893517" cy="391160"/>
          </a:xfrm>
          <a:prstGeom prst="rect">
            <a:avLst/>
          </a:prstGeom>
        </p:spPr>
        <p:txBody>
          <a:bodyPr vert="horz" wrap="square" lIns="0" tIns="12700" rIns="0" bIns="0" rtlCol="0">
            <a:spAutoFit/>
          </a:bodyPr>
          <a:lstStyle/>
          <a:p>
            <a:pPr marL="12700">
              <a:lnSpc>
                <a:spcPct val="100000"/>
              </a:lnSpc>
              <a:spcBef>
                <a:spcPts val="100"/>
              </a:spcBef>
            </a:pPr>
            <a:r>
              <a:rPr sz="2400" spc="-10" dirty="0">
                <a:latin typeface="Microsoft Sans Serif"/>
                <a:cs typeface="Microsoft Sans Serif"/>
              </a:rPr>
              <a:t>ea</a:t>
            </a:r>
            <a:r>
              <a:rPr sz="2400" spc="-5" dirty="0">
                <a:latin typeface="Microsoft Sans Serif"/>
                <a:cs typeface="Microsoft Sans Serif"/>
              </a:rPr>
              <a:t>ch</a:t>
            </a:r>
            <a:endParaRPr sz="2400" dirty="0">
              <a:latin typeface="Microsoft Sans Serif"/>
              <a:cs typeface="Microsoft Sans Serif"/>
            </a:endParaRPr>
          </a:p>
        </p:txBody>
      </p:sp>
    </p:spTree>
    <p:extLst>
      <p:ext uri="{BB962C8B-B14F-4D97-AF65-F5344CB8AC3E}">
        <p14:creationId xmlns:p14="http://schemas.microsoft.com/office/powerpoint/2010/main" val="3202541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28E03-E0ED-8678-0876-E9AD2A7237EE}"/>
              </a:ext>
            </a:extLst>
          </p:cNvPr>
          <p:cNvSpPr>
            <a:spLocks noGrp="1"/>
          </p:cNvSpPr>
          <p:nvPr>
            <p:ph type="title"/>
          </p:nvPr>
        </p:nvSpPr>
        <p:spPr/>
        <p:txBody>
          <a:bodyPr/>
          <a:lstStyle/>
          <a:p>
            <a:r>
              <a:rPr lang="en-US" dirty="0"/>
              <a:t>Encoding and Decoding Functions</a:t>
            </a:r>
          </a:p>
        </p:txBody>
      </p:sp>
      <p:sp>
        <p:nvSpPr>
          <p:cNvPr id="4" name="object 3">
            <a:extLst>
              <a:ext uri="{FF2B5EF4-FFF2-40B4-BE49-F238E27FC236}">
                <a16:creationId xmlns:a16="http://schemas.microsoft.com/office/drawing/2014/main" id="{9AC4C0B5-DB6A-EE03-387B-75CEF24D57BF}"/>
              </a:ext>
            </a:extLst>
          </p:cNvPr>
          <p:cNvSpPr txBox="1"/>
          <p:nvPr/>
        </p:nvSpPr>
        <p:spPr>
          <a:xfrm>
            <a:off x="993140" y="1944117"/>
            <a:ext cx="10515600" cy="4429418"/>
          </a:xfrm>
          <a:prstGeom prst="rect">
            <a:avLst/>
          </a:prstGeom>
        </p:spPr>
        <p:txBody>
          <a:bodyPr vert="horz" wrap="square" lIns="0" tIns="12700" rIns="0" bIns="0" rtlCol="0">
            <a:spAutoFit/>
          </a:bodyPr>
          <a:lstStyle/>
          <a:p>
            <a:pPr marL="12700" marR="56515">
              <a:lnSpc>
                <a:spcPct val="100000"/>
              </a:lnSpc>
              <a:spcBef>
                <a:spcPts val="100"/>
              </a:spcBef>
            </a:pPr>
            <a:r>
              <a:rPr sz="2400" spc="-5" dirty="0">
                <a:latin typeface="Microsoft Sans Serif"/>
                <a:cs typeface="Microsoft Sans Serif"/>
              </a:rPr>
              <a:t>The</a:t>
            </a:r>
            <a:r>
              <a:rPr sz="2400" spc="30" dirty="0">
                <a:latin typeface="Microsoft Sans Serif"/>
                <a:cs typeface="Microsoft Sans Serif"/>
              </a:rPr>
              <a:t> </a:t>
            </a:r>
            <a:r>
              <a:rPr sz="2400" spc="-5" dirty="0">
                <a:latin typeface="Microsoft Sans Serif"/>
                <a:cs typeface="Microsoft Sans Serif"/>
              </a:rPr>
              <a:t>advantage</a:t>
            </a:r>
            <a:r>
              <a:rPr sz="2400" spc="55" dirty="0">
                <a:latin typeface="Microsoft Sans Serif"/>
                <a:cs typeface="Microsoft Sans Serif"/>
              </a:rPr>
              <a:t> </a:t>
            </a:r>
            <a:r>
              <a:rPr sz="2400" spc="-5" dirty="0">
                <a:latin typeface="Microsoft Sans Serif"/>
                <a:cs typeface="Microsoft Sans Serif"/>
              </a:rPr>
              <a:t>of</a:t>
            </a:r>
            <a:r>
              <a:rPr sz="2400" spc="30" dirty="0">
                <a:latin typeface="Microsoft Sans Serif"/>
                <a:cs typeface="Microsoft Sans Serif"/>
              </a:rPr>
              <a:t> </a:t>
            </a:r>
            <a:r>
              <a:rPr sz="2400" spc="-10" dirty="0">
                <a:latin typeface="Microsoft Sans Serif"/>
                <a:cs typeface="Microsoft Sans Serif"/>
              </a:rPr>
              <a:t>this</a:t>
            </a:r>
            <a:r>
              <a:rPr sz="2400" spc="20" dirty="0">
                <a:latin typeface="Microsoft Sans Serif"/>
                <a:cs typeface="Microsoft Sans Serif"/>
              </a:rPr>
              <a:t> </a:t>
            </a:r>
            <a:r>
              <a:rPr sz="2400" spc="-10" dirty="0">
                <a:latin typeface="Microsoft Sans Serif"/>
                <a:cs typeface="Microsoft Sans Serif"/>
              </a:rPr>
              <a:t>particular</a:t>
            </a:r>
            <a:r>
              <a:rPr sz="2400" spc="55" dirty="0">
                <a:latin typeface="Microsoft Sans Serif"/>
                <a:cs typeface="Microsoft Sans Serif"/>
              </a:rPr>
              <a:t> </a:t>
            </a:r>
            <a:r>
              <a:rPr sz="2400" spc="-10" dirty="0">
                <a:latin typeface="Microsoft Sans Serif"/>
                <a:cs typeface="Microsoft Sans Serif"/>
              </a:rPr>
              <a:t>coding</a:t>
            </a:r>
            <a:r>
              <a:rPr sz="2400" spc="55" dirty="0">
                <a:latin typeface="Microsoft Sans Serif"/>
                <a:cs typeface="Microsoft Sans Serif"/>
              </a:rPr>
              <a:t> </a:t>
            </a:r>
            <a:r>
              <a:rPr sz="2400" spc="-5" dirty="0">
                <a:latin typeface="Microsoft Sans Serif"/>
                <a:cs typeface="Microsoft Sans Serif"/>
              </a:rPr>
              <a:t>scheme</a:t>
            </a:r>
            <a:r>
              <a:rPr sz="2400" spc="35" dirty="0">
                <a:latin typeface="Microsoft Sans Serif"/>
                <a:cs typeface="Microsoft Sans Serif"/>
              </a:rPr>
              <a:t> </a:t>
            </a:r>
            <a:r>
              <a:rPr sz="2400" spc="-10" dirty="0">
                <a:latin typeface="Microsoft Sans Serif"/>
                <a:cs typeface="Microsoft Sans Serif"/>
              </a:rPr>
              <a:t>is</a:t>
            </a:r>
            <a:r>
              <a:rPr sz="2400" spc="30" dirty="0">
                <a:latin typeface="Microsoft Sans Serif"/>
                <a:cs typeface="Microsoft Sans Serif"/>
              </a:rPr>
              <a:t> </a:t>
            </a:r>
            <a:r>
              <a:rPr sz="2400" spc="-5" dirty="0">
                <a:latin typeface="Microsoft Sans Serif"/>
                <a:cs typeface="Microsoft Sans Serif"/>
              </a:rPr>
              <a:t>that</a:t>
            </a:r>
            <a:r>
              <a:rPr sz="2400" spc="30" dirty="0">
                <a:latin typeface="Microsoft Sans Serif"/>
                <a:cs typeface="Microsoft Sans Serif"/>
              </a:rPr>
              <a:t> </a:t>
            </a:r>
            <a:r>
              <a:rPr sz="2400" spc="-10" dirty="0">
                <a:latin typeface="Microsoft Sans Serif"/>
                <a:cs typeface="Microsoft Sans Serif"/>
              </a:rPr>
              <a:t>it </a:t>
            </a:r>
            <a:r>
              <a:rPr sz="2400" spc="-5" dirty="0">
                <a:latin typeface="Microsoft Sans Serif"/>
                <a:cs typeface="Microsoft Sans Serif"/>
              </a:rPr>
              <a:t> makes</a:t>
            </a:r>
            <a:r>
              <a:rPr sz="2400" spc="25" dirty="0">
                <a:latin typeface="Microsoft Sans Serif"/>
                <a:cs typeface="Microsoft Sans Serif"/>
              </a:rPr>
              <a:t> </a:t>
            </a:r>
            <a:r>
              <a:rPr sz="2400" spc="-10" dirty="0">
                <a:latin typeface="Microsoft Sans Serif"/>
                <a:cs typeface="Microsoft Sans Serif"/>
              </a:rPr>
              <a:t>it</a:t>
            </a:r>
            <a:r>
              <a:rPr sz="2400" spc="25" dirty="0">
                <a:latin typeface="Microsoft Sans Serif"/>
                <a:cs typeface="Microsoft Sans Serif"/>
              </a:rPr>
              <a:t> </a:t>
            </a:r>
            <a:r>
              <a:rPr sz="2400" spc="-10" dirty="0">
                <a:latin typeface="Microsoft Sans Serif"/>
                <a:cs typeface="Microsoft Sans Serif"/>
              </a:rPr>
              <a:t>possible</a:t>
            </a:r>
            <a:r>
              <a:rPr sz="2400" spc="65" dirty="0">
                <a:latin typeface="Microsoft Sans Serif"/>
                <a:cs typeface="Microsoft Sans Serif"/>
              </a:rPr>
              <a:t> </a:t>
            </a:r>
            <a:r>
              <a:rPr sz="2400" dirty="0">
                <a:latin typeface="Microsoft Sans Serif"/>
                <a:cs typeface="Microsoft Sans Serif"/>
              </a:rPr>
              <a:t>to</a:t>
            </a:r>
            <a:r>
              <a:rPr sz="2400" spc="20" dirty="0">
                <a:latin typeface="Microsoft Sans Serif"/>
                <a:cs typeface="Microsoft Sans Serif"/>
              </a:rPr>
              <a:t> </a:t>
            </a:r>
            <a:r>
              <a:rPr sz="2400" spc="-5" dirty="0">
                <a:latin typeface="Microsoft Sans Serif"/>
                <a:cs typeface="Microsoft Sans Serif"/>
              </a:rPr>
              <a:t>do</a:t>
            </a:r>
            <a:r>
              <a:rPr sz="2400" spc="30" dirty="0">
                <a:latin typeface="Microsoft Sans Serif"/>
                <a:cs typeface="Microsoft Sans Serif"/>
              </a:rPr>
              <a:t> </a:t>
            </a:r>
            <a:r>
              <a:rPr sz="2400" spc="-5" dirty="0">
                <a:latin typeface="Microsoft Sans Serif"/>
                <a:cs typeface="Microsoft Sans Serif"/>
              </a:rPr>
              <a:t>a</a:t>
            </a:r>
            <a:r>
              <a:rPr sz="2400" spc="20" dirty="0">
                <a:latin typeface="Microsoft Sans Serif"/>
                <a:cs typeface="Microsoft Sans Serif"/>
              </a:rPr>
              <a:t> </a:t>
            </a:r>
            <a:r>
              <a:rPr sz="2400" spc="-5" dirty="0">
                <a:latin typeface="Microsoft Sans Serif"/>
                <a:cs typeface="Microsoft Sans Serif"/>
              </a:rPr>
              <a:t>certain</a:t>
            </a:r>
            <a:r>
              <a:rPr sz="2400" spc="40" dirty="0">
                <a:latin typeface="Microsoft Sans Serif"/>
                <a:cs typeface="Microsoft Sans Serif"/>
              </a:rPr>
              <a:t> </a:t>
            </a:r>
            <a:r>
              <a:rPr sz="2400" spc="-5" dirty="0">
                <a:latin typeface="Microsoft Sans Serif"/>
                <a:cs typeface="Microsoft Sans Serif"/>
              </a:rPr>
              <a:t>amount</a:t>
            </a:r>
            <a:r>
              <a:rPr sz="2400" spc="25"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5" dirty="0">
                <a:latin typeface="Microsoft Sans Serif"/>
                <a:cs typeface="Microsoft Sans Serif"/>
              </a:rPr>
              <a:t>error</a:t>
            </a:r>
            <a:r>
              <a:rPr sz="2400" spc="25" dirty="0">
                <a:latin typeface="Microsoft Sans Serif"/>
                <a:cs typeface="Microsoft Sans Serif"/>
              </a:rPr>
              <a:t> </a:t>
            </a:r>
            <a:r>
              <a:rPr sz="2400" spc="-5" dirty="0">
                <a:latin typeface="Microsoft Sans Serif"/>
                <a:cs typeface="Microsoft Sans Serif"/>
              </a:rPr>
              <a:t>correction </a:t>
            </a:r>
            <a:r>
              <a:rPr sz="2400" spc="-625" dirty="0">
                <a:latin typeface="Microsoft Sans Serif"/>
                <a:cs typeface="Microsoft Sans Serif"/>
              </a:rPr>
              <a:t> </a:t>
            </a:r>
            <a:r>
              <a:rPr sz="2400" spc="-5" dirty="0">
                <a:latin typeface="Microsoft Sans Serif"/>
                <a:cs typeface="Microsoft Sans Serif"/>
              </a:rPr>
              <a:t>when</a:t>
            </a:r>
            <a:r>
              <a:rPr sz="2400" spc="35" dirty="0">
                <a:latin typeface="Microsoft Sans Serif"/>
                <a:cs typeface="Microsoft Sans Serif"/>
              </a:rPr>
              <a:t> </a:t>
            </a:r>
            <a:r>
              <a:rPr sz="2400" spc="-5" dirty="0">
                <a:latin typeface="Microsoft Sans Serif"/>
                <a:cs typeface="Microsoft Sans Serif"/>
              </a:rPr>
              <a:t>interference</a:t>
            </a:r>
            <a:r>
              <a:rPr sz="2400" spc="40" dirty="0">
                <a:latin typeface="Microsoft Sans Serif"/>
                <a:cs typeface="Microsoft Sans Serif"/>
              </a:rPr>
              <a:t> </a:t>
            </a:r>
            <a:r>
              <a:rPr sz="2400" spc="-10" dirty="0">
                <a:latin typeface="Microsoft Sans Serif"/>
                <a:cs typeface="Microsoft Sans Serif"/>
              </a:rPr>
              <a:t>in</a:t>
            </a:r>
            <a:r>
              <a:rPr sz="2400" spc="30" dirty="0">
                <a:latin typeface="Microsoft Sans Serif"/>
                <a:cs typeface="Microsoft Sans Serif"/>
              </a:rPr>
              <a:t> </a:t>
            </a:r>
            <a:r>
              <a:rPr sz="2400" spc="-5" dirty="0">
                <a:latin typeface="Microsoft Sans Serif"/>
                <a:cs typeface="Microsoft Sans Serif"/>
              </a:rPr>
              <a:t>the</a:t>
            </a:r>
            <a:r>
              <a:rPr sz="2400" spc="25" dirty="0">
                <a:latin typeface="Microsoft Sans Serif"/>
                <a:cs typeface="Microsoft Sans Serif"/>
              </a:rPr>
              <a:t> </a:t>
            </a:r>
            <a:r>
              <a:rPr sz="2400" spc="-5" dirty="0">
                <a:latin typeface="Microsoft Sans Serif"/>
                <a:cs typeface="Microsoft Sans Serif"/>
              </a:rPr>
              <a:t>transmission</a:t>
            </a:r>
            <a:r>
              <a:rPr sz="2400" spc="40" dirty="0">
                <a:latin typeface="Microsoft Sans Serif"/>
                <a:cs typeface="Microsoft Sans Serif"/>
              </a:rPr>
              <a:t> </a:t>
            </a:r>
            <a:r>
              <a:rPr sz="2400" spc="-10" dirty="0">
                <a:latin typeface="Microsoft Sans Serif"/>
                <a:cs typeface="Microsoft Sans Serif"/>
              </a:rPr>
              <a:t>channels</a:t>
            </a:r>
            <a:r>
              <a:rPr sz="2400" spc="55" dirty="0">
                <a:latin typeface="Microsoft Sans Serif"/>
                <a:cs typeface="Microsoft Sans Serif"/>
              </a:rPr>
              <a:t> </a:t>
            </a:r>
            <a:r>
              <a:rPr sz="2400" spc="-5" dirty="0">
                <a:latin typeface="Microsoft Sans Serif"/>
                <a:cs typeface="Microsoft Sans Serif"/>
              </a:rPr>
              <a:t>has </a:t>
            </a:r>
            <a:r>
              <a:rPr sz="2400" dirty="0">
                <a:latin typeface="Microsoft Sans Serif"/>
                <a:cs typeface="Microsoft Sans Serif"/>
              </a:rPr>
              <a:t> </a:t>
            </a:r>
            <a:r>
              <a:rPr sz="2400" spc="-5" dirty="0">
                <a:latin typeface="Microsoft Sans Serif"/>
                <a:cs typeface="Microsoft Sans Serif"/>
              </a:rPr>
              <a:t>introduced</a:t>
            </a:r>
            <a:r>
              <a:rPr sz="2400" spc="50" dirty="0">
                <a:latin typeface="Microsoft Sans Serif"/>
                <a:cs typeface="Microsoft Sans Serif"/>
              </a:rPr>
              <a:t> </a:t>
            </a:r>
            <a:r>
              <a:rPr sz="2400" spc="-5" dirty="0">
                <a:latin typeface="Microsoft Sans Serif"/>
                <a:cs typeface="Microsoft Sans Serif"/>
              </a:rPr>
              <a:t>errors</a:t>
            </a:r>
            <a:r>
              <a:rPr sz="2400" spc="20" dirty="0">
                <a:latin typeface="Microsoft Sans Serif"/>
                <a:cs typeface="Microsoft Sans Serif"/>
              </a:rPr>
              <a:t> </a:t>
            </a:r>
            <a:r>
              <a:rPr sz="2400" spc="-10" dirty="0">
                <a:latin typeface="Microsoft Sans Serif"/>
                <a:cs typeface="Microsoft Sans Serif"/>
              </a:rPr>
              <a:t>into</a:t>
            </a:r>
            <a:r>
              <a:rPr sz="2400" spc="30"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stream</a:t>
            </a:r>
            <a:r>
              <a:rPr sz="2400" spc="25"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5" dirty="0">
                <a:latin typeface="Microsoft Sans Serif"/>
                <a:cs typeface="Microsoft Sans Serif"/>
              </a:rPr>
              <a:t>bits.</a:t>
            </a:r>
            <a:endParaRPr sz="2400" dirty="0">
              <a:latin typeface="Microsoft Sans Serif"/>
              <a:cs typeface="Microsoft Sans Serif"/>
            </a:endParaRPr>
          </a:p>
          <a:p>
            <a:pPr>
              <a:lnSpc>
                <a:spcPct val="100000"/>
              </a:lnSpc>
              <a:spcBef>
                <a:spcPts val="10"/>
              </a:spcBef>
            </a:pPr>
            <a:endParaRPr sz="3550" dirty="0">
              <a:latin typeface="Microsoft Sans Serif"/>
              <a:cs typeface="Microsoft Sans Serif"/>
            </a:endParaRPr>
          </a:p>
          <a:p>
            <a:pPr marL="12700" marR="226695">
              <a:lnSpc>
                <a:spcPct val="100000"/>
              </a:lnSpc>
            </a:pPr>
            <a:r>
              <a:rPr sz="2400" dirty="0">
                <a:latin typeface="Microsoft Sans Serif"/>
                <a:cs typeface="Microsoft Sans Serif"/>
              </a:rPr>
              <a:t>If</a:t>
            </a:r>
            <a:r>
              <a:rPr sz="2400" spc="10"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receiver</a:t>
            </a:r>
            <a:r>
              <a:rPr sz="2400" spc="50"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coded</a:t>
            </a:r>
            <a:r>
              <a:rPr sz="2400" spc="40" dirty="0">
                <a:latin typeface="Microsoft Sans Serif"/>
                <a:cs typeface="Microsoft Sans Serif"/>
              </a:rPr>
              <a:t> </a:t>
            </a:r>
            <a:r>
              <a:rPr sz="2400" spc="-5" dirty="0">
                <a:latin typeface="Microsoft Sans Serif"/>
                <a:cs typeface="Microsoft Sans Serif"/>
              </a:rPr>
              <a:t>message</a:t>
            </a:r>
            <a:r>
              <a:rPr sz="2400" spc="40" dirty="0">
                <a:latin typeface="Microsoft Sans Serif"/>
                <a:cs typeface="Microsoft Sans Serif"/>
              </a:rPr>
              <a:t> </a:t>
            </a:r>
            <a:r>
              <a:rPr sz="2400" spc="-5" dirty="0">
                <a:latin typeface="Microsoft Sans Serif"/>
                <a:cs typeface="Microsoft Sans Serif"/>
              </a:rPr>
              <a:t>observes</a:t>
            </a:r>
            <a:r>
              <a:rPr sz="2400" spc="30" dirty="0">
                <a:latin typeface="Microsoft Sans Serif"/>
                <a:cs typeface="Microsoft Sans Serif"/>
              </a:rPr>
              <a:t> </a:t>
            </a:r>
            <a:r>
              <a:rPr sz="2400" spc="-5" dirty="0">
                <a:latin typeface="Microsoft Sans Serif"/>
                <a:cs typeface="Microsoft Sans Serif"/>
              </a:rPr>
              <a:t>that</a:t>
            </a:r>
            <a:r>
              <a:rPr sz="2400" spc="25" dirty="0">
                <a:latin typeface="Microsoft Sans Serif"/>
                <a:cs typeface="Microsoft Sans Serif"/>
              </a:rPr>
              <a:t> </a:t>
            </a:r>
            <a:r>
              <a:rPr sz="2400" spc="-5" dirty="0">
                <a:latin typeface="Microsoft Sans Serif"/>
                <a:cs typeface="Microsoft Sans Serif"/>
              </a:rPr>
              <a:t>one</a:t>
            </a:r>
            <a:r>
              <a:rPr sz="2400" spc="25" dirty="0">
                <a:latin typeface="Microsoft Sans Serif"/>
                <a:cs typeface="Microsoft Sans Serif"/>
              </a:rPr>
              <a:t> </a:t>
            </a:r>
            <a:r>
              <a:rPr sz="2400" spc="-5" dirty="0">
                <a:latin typeface="Microsoft Sans Serif"/>
                <a:cs typeface="Microsoft Sans Serif"/>
              </a:rPr>
              <a:t>of </a:t>
            </a:r>
            <a:r>
              <a:rPr sz="2400" spc="-620"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sections</a:t>
            </a:r>
            <a:r>
              <a:rPr sz="2400" spc="45"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5" dirty="0">
                <a:latin typeface="Microsoft Sans Serif"/>
                <a:cs typeface="Microsoft Sans Serif"/>
              </a:rPr>
              <a:t>three</a:t>
            </a:r>
            <a:r>
              <a:rPr sz="2400" spc="20" dirty="0">
                <a:latin typeface="Microsoft Sans Serif"/>
                <a:cs typeface="Microsoft Sans Serif"/>
              </a:rPr>
              <a:t> </a:t>
            </a:r>
            <a:r>
              <a:rPr sz="2400" spc="-5" dirty="0">
                <a:latin typeface="Microsoft Sans Serif"/>
                <a:cs typeface="Microsoft Sans Serif"/>
              </a:rPr>
              <a:t>consecutive</a:t>
            </a:r>
            <a:r>
              <a:rPr sz="2400" spc="55" dirty="0">
                <a:latin typeface="Microsoft Sans Serif"/>
                <a:cs typeface="Microsoft Sans Serif"/>
              </a:rPr>
              <a:t> </a:t>
            </a:r>
            <a:r>
              <a:rPr sz="2400" spc="-10" dirty="0">
                <a:latin typeface="Microsoft Sans Serif"/>
                <a:cs typeface="Microsoft Sans Serif"/>
              </a:rPr>
              <a:t>bits</a:t>
            </a:r>
            <a:r>
              <a:rPr sz="2400" spc="20" dirty="0">
                <a:latin typeface="Microsoft Sans Serif"/>
                <a:cs typeface="Microsoft Sans Serif"/>
              </a:rPr>
              <a:t> </a:t>
            </a:r>
            <a:r>
              <a:rPr sz="2400" spc="-5" dirty="0">
                <a:latin typeface="Microsoft Sans Serif"/>
                <a:cs typeface="Microsoft Sans Serif"/>
              </a:rPr>
              <a:t>that</a:t>
            </a:r>
            <a:r>
              <a:rPr sz="2400" spc="25" dirty="0">
                <a:latin typeface="Microsoft Sans Serif"/>
                <a:cs typeface="Microsoft Sans Serif"/>
              </a:rPr>
              <a:t> </a:t>
            </a:r>
            <a:r>
              <a:rPr sz="2400" spc="-10" dirty="0">
                <a:latin typeface="Microsoft Sans Serif"/>
                <a:cs typeface="Microsoft Sans Serif"/>
              </a:rPr>
              <a:t>should</a:t>
            </a:r>
            <a:r>
              <a:rPr sz="2400" spc="55" dirty="0">
                <a:latin typeface="Microsoft Sans Serif"/>
                <a:cs typeface="Microsoft Sans Serif"/>
              </a:rPr>
              <a:t> </a:t>
            </a:r>
            <a:r>
              <a:rPr sz="2400" spc="-5" dirty="0">
                <a:latin typeface="Microsoft Sans Serif"/>
                <a:cs typeface="Microsoft Sans Serif"/>
              </a:rPr>
              <a:t>be </a:t>
            </a:r>
            <a:r>
              <a:rPr sz="2400" dirty="0">
                <a:latin typeface="Microsoft Sans Serif"/>
                <a:cs typeface="Microsoft Sans Serif"/>
              </a:rPr>
              <a:t> </a:t>
            </a:r>
            <a:r>
              <a:rPr sz="2400" spc="-10" dirty="0">
                <a:latin typeface="Microsoft Sans Serif"/>
                <a:cs typeface="Microsoft Sans Serif"/>
              </a:rPr>
              <a:t>identical</a:t>
            </a:r>
            <a:r>
              <a:rPr sz="2400" spc="60" dirty="0">
                <a:latin typeface="Microsoft Sans Serif"/>
                <a:cs typeface="Microsoft Sans Serif"/>
              </a:rPr>
              <a:t> </a:t>
            </a:r>
            <a:r>
              <a:rPr sz="2400" spc="-5" dirty="0">
                <a:latin typeface="Microsoft Sans Serif"/>
                <a:cs typeface="Microsoft Sans Serif"/>
              </a:rPr>
              <a:t>does</a:t>
            </a:r>
            <a:r>
              <a:rPr sz="2400" spc="30" dirty="0">
                <a:latin typeface="Microsoft Sans Serif"/>
                <a:cs typeface="Microsoft Sans Serif"/>
              </a:rPr>
              <a:t> </a:t>
            </a:r>
            <a:r>
              <a:rPr sz="2400" spc="-5" dirty="0">
                <a:latin typeface="Microsoft Sans Serif"/>
                <a:cs typeface="Microsoft Sans Serif"/>
              </a:rPr>
              <a:t>not</a:t>
            </a:r>
            <a:r>
              <a:rPr sz="2400" spc="30" dirty="0">
                <a:latin typeface="Microsoft Sans Serif"/>
                <a:cs typeface="Microsoft Sans Serif"/>
              </a:rPr>
              <a:t> </a:t>
            </a:r>
            <a:r>
              <a:rPr sz="2400" spc="-5" dirty="0">
                <a:latin typeface="Microsoft Sans Serif"/>
                <a:cs typeface="Microsoft Sans Serif"/>
              </a:rPr>
              <a:t>consist</a:t>
            </a:r>
            <a:r>
              <a:rPr sz="2400" spc="35"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10" dirty="0">
                <a:latin typeface="Microsoft Sans Serif"/>
                <a:cs typeface="Microsoft Sans Serif"/>
              </a:rPr>
              <a:t>identical</a:t>
            </a:r>
            <a:r>
              <a:rPr sz="2400" spc="45" dirty="0">
                <a:latin typeface="Microsoft Sans Serif"/>
                <a:cs typeface="Microsoft Sans Serif"/>
              </a:rPr>
              <a:t> </a:t>
            </a:r>
            <a:r>
              <a:rPr sz="2400" spc="-5" dirty="0">
                <a:latin typeface="Microsoft Sans Serif"/>
                <a:cs typeface="Microsoft Sans Serif"/>
              </a:rPr>
              <a:t>bits,</a:t>
            </a:r>
            <a:r>
              <a:rPr sz="2400" spc="25" dirty="0">
                <a:latin typeface="Microsoft Sans Serif"/>
                <a:cs typeface="Microsoft Sans Serif"/>
              </a:rPr>
              <a:t> </a:t>
            </a:r>
            <a:r>
              <a:rPr sz="2400" spc="-5" dirty="0">
                <a:latin typeface="Microsoft Sans Serif"/>
                <a:cs typeface="Microsoft Sans Serif"/>
              </a:rPr>
              <a:t>then</a:t>
            </a:r>
            <a:r>
              <a:rPr sz="2400" spc="25" dirty="0">
                <a:latin typeface="Microsoft Sans Serif"/>
                <a:cs typeface="Microsoft Sans Serif"/>
              </a:rPr>
              <a:t> </a:t>
            </a:r>
            <a:r>
              <a:rPr sz="2400" spc="-5" dirty="0">
                <a:latin typeface="Microsoft Sans Serif"/>
                <a:cs typeface="Microsoft Sans Serif"/>
              </a:rPr>
              <a:t>one</a:t>
            </a:r>
            <a:r>
              <a:rPr sz="2400" spc="30" dirty="0">
                <a:latin typeface="Microsoft Sans Serif"/>
                <a:cs typeface="Microsoft Sans Serif"/>
              </a:rPr>
              <a:t> </a:t>
            </a:r>
            <a:r>
              <a:rPr sz="2400" spc="-10" dirty="0">
                <a:latin typeface="Microsoft Sans Serif"/>
                <a:cs typeface="Microsoft Sans Serif"/>
              </a:rPr>
              <a:t>bit </a:t>
            </a:r>
            <a:r>
              <a:rPr sz="2400" spc="-5" dirty="0">
                <a:latin typeface="Microsoft Sans Serif"/>
                <a:cs typeface="Microsoft Sans Serif"/>
              </a:rPr>
              <a:t> differs</a:t>
            </a:r>
            <a:r>
              <a:rPr sz="2400" spc="15" dirty="0">
                <a:latin typeface="Microsoft Sans Serif"/>
                <a:cs typeface="Microsoft Sans Serif"/>
              </a:rPr>
              <a:t> </a:t>
            </a:r>
            <a:r>
              <a:rPr sz="2400" spc="-5" dirty="0">
                <a:latin typeface="Microsoft Sans Serif"/>
                <a:cs typeface="Microsoft Sans Serif"/>
              </a:rPr>
              <a:t>from</a:t>
            </a:r>
            <a:r>
              <a:rPr sz="2400" spc="15" dirty="0">
                <a:latin typeface="Microsoft Sans Serif"/>
                <a:cs typeface="Microsoft Sans Serif"/>
              </a:rPr>
              <a:t> </a:t>
            </a:r>
            <a:r>
              <a:rPr sz="2400" spc="-5" dirty="0">
                <a:latin typeface="Microsoft Sans Serif"/>
                <a:cs typeface="Microsoft Sans Serif"/>
              </a:rPr>
              <a:t>the</a:t>
            </a:r>
            <a:r>
              <a:rPr sz="2400" spc="30" dirty="0">
                <a:latin typeface="Microsoft Sans Serif"/>
                <a:cs typeface="Microsoft Sans Serif"/>
              </a:rPr>
              <a:t> </a:t>
            </a:r>
            <a:r>
              <a:rPr sz="2400" spc="-5" dirty="0">
                <a:latin typeface="Microsoft Sans Serif"/>
                <a:cs typeface="Microsoft Sans Serif"/>
              </a:rPr>
              <a:t>other</a:t>
            </a:r>
            <a:r>
              <a:rPr sz="2400" spc="25" dirty="0">
                <a:latin typeface="Microsoft Sans Serif"/>
                <a:cs typeface="Microsoft Sans Serif"/>
              </a:rPr>
              <a:t> </a:t>
            </a:r>
            <a:r>
              <a:rPr sz="2400" spc="-5" dirty="0">
                <a:latin typeface="Microsoft Sans Serif"/>
                <a:cs typeface="Microsoft Sans Serif"/>
              </a:rPr>
              <a:t>two.</a:t>
            </a:r>
            <a:endParaRPr sz="2400" dirty="0">
              <a:latin typeface="Microsoft Sans Serif"/>
              <a:cs typeface="Microsoft Sans Serif"/>
            </a:endParaRPr>
          </a:p>
          <a:p>
            <a:pPr>
              <a:lnSpc>
                <a:spcPct val="100000"/>
              </a:lnSpc>
              <a:spcBef>
                <a:spcPts val="15"/>
              </a:spcBef>
            </a:pPr>
            <a:endParaRPr sz="3550" dirty="0">
              <a:latin typeface="Microsoft Sans Serif"/>
              <a:cs typeface="Microsoft Sans Serif"/>
            </a:endParaRPr>
          </a:p>
          <a:p>
            <a:pPr marL="12700" marR="5080">
              <a:lnSpc>
                <a:spcPct val="100000"/>
              </a:lnSpc>
            </a:pPr>
            <a:r>
              <a:rPr sz="2400" dirty="0">
                <a:latin typeface="Microsoft Sans Serif"/>
                <a:cs typeface="Microsoft Sans Serif"/>
              </a:rPr>
              <a:t>In</a:t>
            </a:r>
            <a:r>
              <a:rPr sz="2400" spc="20" dirty="0">
                <a:latin typeface="Microsoft Sans Serif"/>
                <a:cs typeface="Microsoft Sans Serif"/>
              </a:rPr>
              <a:t> </a:t>
            </a:r>
            <a:r>
              <a:rPr sz="2400" spc="-10" dirty="0">
                <a:latin typeface="Microsoft Sans Serif"/>
                <a:cs typeface="Microsoft Sans Serif"/>
              </a:rPr>
              <a:t>this</a:t>
            </a:r>
            <a:r>
              <a:rPr sz="2400" spc="30" dirty="0">
                <a:latin typeface="Microsoft Sans Serif"/>
                <a:cs typeface="Microsoft Sans Serif"/>
              </a:rPr>
              <a:t> </a:t>
            </a:r>
            <a:r>
              <a:rPr sz="2400" spc="-5" dirty="0">
                <a:latin typeface="Microsoft Sans Serif"/>
                <a:cs typeface="Microsoft Sans Serif"/>
              </a:rPr>
              <a:t>case,</a:t>
            </a:r>
            <a:r>
              <a:rPr sz="2400" spc="30" dirty="0">
                <a:latin typeface="Microsoft Sans Serif"/>
                <a:cs typeface="Microsoft Sans Serif"/>
              </a:rPr>
              <a:t> </a:t>
            </a:r>
            <a:r>
              <a:rPr sz="2400" spc="-10" dirty="0">
                <a:latin typeface="Microsoft Sans Serif"/>
                <a:cs typeface="Microsoft Sans Serif"/>
              </a:rPr>
              <a:t>if</a:t>
            </a:r>
            <a:r>
              <a:rPr sz="2400" spc="25" dirty="0">
                <a:latin typeface="Microsoft Sans Serif"/>
                <a:cs typeface="Microsoft Sans Serif"/>
              </a:rPr>
              <a:t> </a:t>
            </a:r>
            <a:r>
              <a:rPr sz="2400" spc="-5" dirty="0">
                <a:latin typeface="Microsoft Sans Serif"/>
                <a:cs typeface="Microsoft Sans Serif"/>
              </a:rPr>
              <a:t>errors</a:t>
            </a:r>
            <a:r>
              <a:rPr sz="2400" spc="25" dirty="0">
                <a:latin typeface="Microsoft Sans Serif"/>
                <a:cs typeface="Microsoft Sans Serif"/>
              </a:rPr>
              <a:t> </a:t>
            </a:r>
            <a:r>
              <a:rPr sz="2400" spc="-5" dirty="0">
                <a:latin typeface="Microsoft Sans Serif"/>
                <a:cs typeface="Microsoft Sans Serif"/>
              </a:rPr>
              <a:t>are</a:t>
            </a:r>
            <a:r>
              <a:rPr sz="2400" spc="30" dirty="0">
                <a:latin typeface="Microsoft Sans Serif"/>
                <a:cs typeface="Microsoft Sans Serif"/>
              </a:rPr>
              <a:t> </a:t>
            </a:r>
            <a:r>
              <a:rPr sz="2400" spc="-5" dirty="0">
                <a:latin typeface="Microsoft Sans Serif"/>
                <a:cs typeface="Microsoft Sans Serif"/>
              </a:rPr>
              <a:t>rare,</a:t>
            </a:r>
            <a:r>
              <a:rPr sz="2400" spc="30" dirty="0">
                <a:latin typeface="Microsoft Sans Serif"/>
                <a:cs typeface="Microsoft Sans Serif"/>
              </a:rPr>
              <a:t> </a:t>
            </a:r>
            <a:r>
              <a:rPr sz="2400" spc="-10" dirty="0">
                <a:latin typeface="Microsoft Sans Serif"/>
                <a:cs typeface="Microsoft Sans Serif"/>
              </a:rPr>
              <a:t>it</a:t>
            </a:r>
            <a:r>
              <a:rPr sz="2400" spc="25" dirty="0">
                <a:latin typeface="Microsoft Sans Serif"/>
                <a:cs typeface="Microsoft Sans Serif"/>
              </a:rPr>
              <a:t> </a:t>
            </a:r>
            <a:r>
              <a:rPr sz="2400" spc="-10" dirty="0">
                <a:latin typeface="Microsoft Sans Serif"/>
                <a:cs typeface="Microsoft Sans Serif"/>
              </a:rPr>
              <a:t>is</a:t>
            </a:r>
            <a:r>
              <a:rPr sz="2400" spc="30" dirty="0">
                <a:latin typeface="Microsoft Sans Serif"/>
                <a:cs typeface="Microsoft Sans Serif"/>
              </a:rPr>
              <a:t> </a:t>
            </a:r>
            <a:r>
              <a:rPr sz="2400" spc="-15" dirty="0">
                <a:latin typeface="Microsoft Sans Serif"/>
                <a:cs typeface="Microsoft Sans Serif"/>
              </a:rPr>
              <a:t>likely</a:t>
            </a:r>
            <a:r>
              <a:rPr sz="2400" spc="60" dirty="0">
                <a:latin typeface="Microsoft Sans Serif"/>
                <a:cs typeface="Microsoft Sans Serif"/>
              </a:rPr>
              <a:t> </a:t>
            </a:r>
            <a:r>
              <a:rPr sz="2400" spc="-5" dirty="0">
                <a:latin typeface="Microsoft Sans Serif"/>
                <a:cs typeface="Microsoft Sans Serif"/>
              </a:rPr>
              <a:t>that</a:t>
            </a:r>
            <a:r>
              <a:rPr sz="2400" spc="15" dirty="0">
                <a:latin typeface="Microsoft Sans Serif"/>
                <a:cs typeface="Microsoft Sans Serif"/>
              </a:rPr>
              <a:t> </a:t>
            </a:r>
            <a:r>
              <a:rPr sz="2400" spc="-5" dirty="0">
                <a:latin typeface="Microsoft Sans Serif"/>
                <a:cs typeface="Microsoft Sans Serif"/>
              </a:rPr>
              <a:t>the</a:t>
            </a:r>
            <a:r>
              <a:rPr sz="2400" spc="35" dirty="0">
                <a:latin typeface="Microsoft Sans Serif"/>
                <a:cs typeface="Microsoft Sans Serif"/>
              </a:rPr>
              <a:t> </a:t>
            </a:r>
            <a:r>
              <a:rPr sz="2400" spc="-10" dirty="0">
                <a:latin typeface="Microsoft Sans Serif"/>
                <a:cs typeface="Microsoft Sans Serif"/>
              </a:rPr>
              <a:t>single</a:t>
            </a:r>
            <a:r>
              <a:rPr sz="2400" spc="55" dirty="0">
                <a:latin typeface="Microsoft Sans Serif"/>
                <a:cs typeface="Microsoft Sans Serif"/>
              </a:rPr>
              <a:t> </a:t>
            </a:r>
            <a:r>
              <a:rPr sz="2400" spc="-10" dirty="0">
                <a:latin typeface="Microsoft Sans Serif"/>
                <a:cs typeface="Microsoft Sans Serif"/>
              </a:rPr>
              <a:t>bit </a:t>
            </a:r>
            <a:r>
              <a:rPr sz="2400" spc="-5" dirty="0">
                <a:latin typeface="Microsoft Sans Serif"/>
                <a:cs typeface="Microsoft Sans Serif"/>
              </a:rPr>
              <a:t> that</a:t>
            </a:r>
            <a:r>
              <a:rPr sz="2400" spc="20" dirty="0">
                <a:latin typeface="Microsoft Sans Serif"/>
                <a:cs typeface="Microsoft Sans Serif"/>
              </a:rPr>
              <a:t> </a:t>
            </a:r>
            <a:r>
              <a:rPr sz="2400" spc="-10" dirty="0">
                <a:latin typeface="Microsoft Sans Serif"/>
                <a:cs typeface="Microsoft Sans Serif"/>
              </a:rPr>
              <a:t>is</a:t>
            </a:r>
            <a:r>
              <a:rPr sz="2400" spc="30" dirty="0">
                <a:latin typeface="Microsoft Sans Serif"/>
                <a:cs typeface="Microsoft Sans Serif"/>
              </a:rPr>
              <a:t> </a:t>
            </a:r>
            <a:r>
              <a:rPr sz="2400" spc="-5" dirty="0">
                <a:latin typeface="Microsoft Sans Serif"/>
                <a:cs typeface="Microsoft Sans Serif"/>
              </a:rPr>
              <a:t>different</a:t>
            </a:r>
            <a:r>
              <a:rPr sz="2400" spc="25" dirty="0">
                <a:latin typeface="Microsoft Sans Serif"/>
                <a:cs typeface="Microsoft Sans Serif"/>
              </a:rPr>
              <a:t> </a:t>
            </a:r>
            <a:r>
              <a:rPr sz="2400" spc="-10" dirty="0">
                <a:latin typeface="Microsoft Sans Serif"/>
                <a:cs typeface="Microsoft Sans Serif"/>
              </a:rPr>
              <a:t>is</a:t>
            </a:r>
            <a:r>
              <a:rPr sz="2400" spc="30" dirty="0">
                <a:latin typeface="Microsoft Sans Serif"/>
                <a:cs typeface="Microsoft Sans Serif"/>
              </a:rPr>
              <a:t> </a:t>
            </a:r>
            <a:r>
              <a:rPr sz="2400" spc="-5" dirty="0">
                <a:latin typeface="Microsoft Sans Serif"/>
                <a:cs typeface="Microsoft Sans Serif"/>
              </a:rPr>
              <a:t>the</a:t>
            </a:r>
            <a:r>
              <a:rPr sz="2400" spc="15" dirty="0">
                <a:latin typeface="Microsoft Sans Serif"/>
                <a:cs typeface="Microsoft Sans Serif"/>
              </a:rPr>
              <a:t> </a:t>
            </a:r>
            <a:r>
              <a:rPr sz="2400" spc="-5" dirty="0">
                <a:latin typeface="Microsoft Sans Serif"/>
                <a:cs typeface="Microsoft Sans Serif"/>
              </a:rPr>
              <a:t>one</a:t>
            </a:r>
            <a:r>
              <a:rPr sz="2400" spc="40" dirty="0">
                <a:latin typeface="Microsoft Sans Serif"/>
                <a:cs typeface="Microsoft Sans Serif"/>
              </a:rPr>
              <a:t> </a:t>
            </a:r>
            <a:r>
              <a:rPr sz="2400" spc="-10" dirty="0">
                <a:latin typeface="Microsoft Sans Serif"/>
                <a:cs typeface="Microsoft Sans Serif"/>
              </a:rPr>
              <a:t>in</a:t>
            </a:r>
            <a:r>
              <a:rPr sz="2400" spc="30" dirty="0">
                <a:latin typeface="Microsoft Sans Serif"/>
                <a:cs typeface="Microsoft Sans Serif"/>
              </a:rPr>
              <a:t> </a:t>
            </a:r>
            <a:r>
              <a:rPr sz="2400" spc="-5" dirty="0">
                <a:latin typeface="Microsoft Sans Serif"/>
                <a:cs typeface="Microsoft Sans Serif"/>
              </a:rPr>
              <a:t>error,</a:t>
            </a:r>
            <a:r>
              <a:rPr sz="2400" spc="15" dirty="0">
                <a:latin typeface="Microsoft Sans Serif"/>
                <a:cs typeface="Microsoft Sans Serif"/>
              </a:rPr>
              <a:t> </a:t>
            </a:r>
            <a:r>
              <a:rPr sz="2400" spc="-5" dirty="0">
                <a:latin typeface="Microsoft Sans Serif"/>
                <a:cs typeface="Microsoft Sans Serif"/>
              </a:rPr>
              <a:t>and</a:t>
            </a:r>
            <a:r>
              <a:rPr sz="2400" spc="35" dirty="0">
                <a:latin typeface="Microsoft Sans Serif"/>
                <a:cs typeface="Microsoft Sans Serif"/>
              </a:rPr>
              <a:t> </a:t>
            </a:r>
            <a:r>
              <a:rPr sz="2400" spc="-10" dirty="0">
                <a:latin typeface="Microsoft Sans Serif"/>
                <a:cs typeface="Microsoft Sans Serif"/>
              </a:rPr>
              <a:t>this</a:t>
            </a:r>
            <a:r>
              <a:rPr sz="2400" spc="30" dirty="0">
                <a:latin typeface="Microsoft Sans Serif"/>
                <a:cs typeface="Microsoft Sans Serif"/>
              </a:rPr>
              <a:t> </a:t>
            </a:r>
            <a:r>
              <a:rPr sz="2400" spc="-10" dirty="0">
                <a:latin typeface="Microsoft Sans Serif"/>
                <a:cs typeface="Microsoft Sans Serif"/>
              </a:rPr>
              <a:t>bit</a:t>
            </a:r>
            <a:r>
              <a:rPr sz="2400" spc="25" dirty="0">
                <a:latin typeface="Microsoft Sans Serif"/>
                <a:cs typeface="Microsoft Sans Serif"/>
              </a:rPr>
              <a:t> </a:t>
            </a:r>
            <a:r>
              <a:rPr sz="2400" spc="-10" dirty="0">
                <a:latin typeface="Microsoft Sans Serif"/>
                <a:cs typeface="Microsoft Sans Serif"/>
              </a:rPr>
              <a:t>is</a:t>
            </a:r>
            <a:r>
              <a:rPr sz="2400" spc="25" dirty="0">
                <a:latin typeface="Microsoft Sans Serif"/>
                <a:cs typeface="Microsoft Sans Serif"/>
              </a:rPr>
              <a:t> </a:t>
            </a:r>
            <a:r>
              <a:rPr sz="2400" spc="-5" dirty="0">
                <a:latin typeface="Microsoft Sans Serif"/>
                <a:cs typeface="Microsoft Sans Serif"/>
              </a:rPr>
              <a:t>changed</a:t>
            </a:r>
            <a:r>
              <a:rPr sz="2400" spc="55" dirty="0">
                <a:latin typeface="Microsoft Sans Serif"/>
                <a:cs typeface="Microsoft Sans Serif"/>
              </a:rPr>
              <a:t> </a:t>
            </a:r>
            <a:r>
              <a:rPr sz="2400" dirty="0">
                <a:latin typeface="Microsoft Sans Serif"/>
                <a:cs typeface="Microsoft Sans Serif"/>
              </a:rPr>
              <a:t>to </a:t>
            </a:r>
            <a:r>
              <a:rPr sz="2400" spc="-620" dirty="0">
                <a:latin typeface="Microsoft Sans Serif"/>
                <a:cs typeface="Microsoft Sans Serif"/>
              </a:rPr>
              <a:t> </a:t>
            </a:r>
            <a:r>
              <a:rPr sz="2400" spc="-5" dirty="0">
                <a:latin typeface="Microsoft Sans Serif"/>
                <a:cs typeface="Microsoft Sans Serif"/>
              </a:rPr>
              <a:t>agree</a:t>
            </a:r>
            <a:r>
              <a:rPr sz="2400" spc="40" dirty="0">
                <a:latin typeface="Microsoft Sans Serif"/>
                <a:cs typeface="Microsoft Sans Serif"/>
              </a:rPr>
              <a:t> </a:t>
            </a:r>
            <a:r>
              <a:rPr sz="2400" spc="-10" dirty="0">
                <a:latin typeface="Microsoft Sans Serif"/>
                <a:cs typeface="Microsoft Sans Serif"/>
              </a:rPr>
              <a:t>with</a:t>
            </a:r>
            <a:r>
              <a:rPr sz="2400" spc="30" dirty="0">
                <a:latin typeface="Microsoft Sans Serif"/>
                <a:cs typeface="Microsoft Sans Serif"/>
              </a:rPr>
              <a:t> </a:t>
            </a:r>
            <a:r>
              <a:rPr sz="2400" spc="-5" dirty="0">
                <a:latin typeface="Microsoft Sans Serif"/>
                <a:cs typeface="Microsoft Sans Serif"/>
              </a:rPr>
              <a:t>the</a:t>
            </a:r>
            <a:r>
              <a:rPr sz="2400" spc="30" dirty="0">
                <a:latin typeface="Microsoft Sans Serif"/>
                <a:cs typeface="Microsoft Sans Serif"/>
              </a:rPr>
              <a:t> </a:t>
            </a:r>
            <a:r>
              <a:rPr sz="2400" spc="-5" dirty="0">
                <a:latin typeface="Microsoft Sans Serif"/>
                <a:cs typeface="Microsoft Sans Serif"/>
              </a:rPr>
              <a:t>other</a:t>
            </a:r>
            <a:r>
              <a:rPr sz="2400" spc="25" dirty="0">
                <a:latin typeface="Microsoft Sans Serif"/>
                <a:cs typeface="Microsoft Sans Serif"/>
              </a:rPr>
              <a:t> </a:t>
            </a:r>
            <a:r>
              <a:rPr sz="2400" spc="-5" dirty="0">
                <a:latin typeface="Microsoft Sans Serif"/>
                <a:cs typeface="Microsoft Sans Serif"/>
              </a:rPr>
              <a:t>two</a:t>
            </a:r>
            <a:r>
              <a:rPr sz="2400" spc="30" dirty="0">
                <a:latin typeface="Microsoft Sans Serif"/>
                <a:cs typeface="Microsoft Sans Serif"/>
              </a:rPr>
              <a:t> </a:t>
            </a:r>
            <a:r>
              <a:rPr sz="2400" spc="-5" dirty="0">
                <a:latin typeface="Microsoft Sans Serif"/>
                <a:cs typeface="Microsoft Sans Serif"/>
              </a:rPr>
              <a:t>before</a:t>
            </a:r>
            <a:r>
              <a:rPr sz="2400" spc="30" dirty="0">
                <a:latin typeface="Microsoft Sans Serif"/>
                <a:cs typeface="Microsoft Sans Serif"/>
              </a:rPr>
              <a:t> </a:t>
            </a:r>
            <a:r>
              <a:rPr sz="2400" spc="-10" dirty="0">
                <a:latin typeface="Microsoft Sans Serif"/>
                <a:cs typeface="Microsoft Sans Serif"/>
              </a:rPr>
              <a:t>decoding.</a:t>
            </a:r>
            <a:endParaRPr sz="2400" dirty="0">
              <a:latin typeface="Microsoft Sans Serif"/>
              <a:cs typeface="Microsoft Sans Serif"/>
            </a:endParaRPr>
          </a:p>
        </p:txBody>
      </p:sp>
    </p:spTree>
    <p:extLst>
      <p:ext uri="{BB962C8B-B14F-4D97-AF65-F5344CB8AC3E}">
        <p14:creationId xmlns:p14="http://schemas.microsoft.com/office/powerpoint/2010/main" val="3491987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0C746-7326-1ED3-CB24-355E9EB18189}"/>
              </a:ext>
            </a:extLst>
          </p:cNvPr>
          <p:cNvSpPr>
            <a:spLocks noGrp="1"/>
          </p:cNvSpPr>
          <p:nvPr>
            <p:ph type="title"/>
          </p:nvPr>
        </p:nvSpPr>
        <p:spPr/>
        <p:txBody>
          <a:bodyPr/>
          <a:lstStyle/>
          <a:p>
            <a:r>
              <a:rPr lang="en-US" dirty="0"/>
              <a:t>Boolean Functions</a:t>
            </a:r>
          </a:p>
        </p:txBody>
      </p:sp>
      <p:pic>
        <p:nvPicPr>
          <p:cNvPr id="4" name="object 3">
            <a:extLst>
              <a:ext uri="{FF2B5EF4-FFF2-40B4-BE49-F238E27FC236}">
                <a16:creationId xmlns:a16="http://schemas.microsoft.com/office/drawing/2014/main" id="{9A5DF890-EE7B-5EDC-B78E-2FED455D3D95}"/>
              </a:ext>
            </a:extLst>
          </p:cNvPr>
          <p:cNvPicPr>
            <a:picLocks noGrp="1"/>
          </p:cNvPicPr>
          <p:nvPr>
            <p:ph idx="1"/>
          </p:nvPr>
        </p:nvPicPr>
        <p:blipFill>
          <a:blip r:embed="rId2" cstate="print"/>
          <a:stretch>
            <a:fillRect/>
          </a:stretch>
        </p:blipFill>
        <p:spPr>
          <a:xfrm>
            <a:off x="838200" y="2562812"/>
            <a:ext cx="10515600" cy="2169041"/>
          </a:xfrm>
          <a:prstGeom prst="rect">
            <a:avLst/>
          </a:prstGeom>
        </p:spPr>
      </p:pic>
    </p:spTree>
    <p:extLst>
      <p:ext uri="{BB962C8B-B14F-4D97-AF65-F5344CB8AC3E}">
        <p14:creationId xmlns:p14="http://schemas.microsoft.com/office/powerpoint/2010/main" val="3193104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0C746-7326-1ED3-CB24-355E9EB18189}"/>
              </a:ext>
            </a:extLst>
          </p:cNvPr>
          <p:cNvSpPr>
            <a:spLocks noGrp="1"/>
          </p:cNvSpPr>
          <p:nvPr>
            <p:ph type="title"/>
          </p:nvPr>
        </p:nvSpPr>
        <p:spPr/>
        <p:txBody>
          <a:bodyPr/>
          <a:lstStyle/>
          <a:p>
            <a:r>
              <a:rPr lang="en-US" dirty="0"/>
              <a:t>Boolean Functions</a:t>
            </a:r>
          </a:p>
        </p:txBody>
      </p:sp>
      <p:pic>
        <p:nvPicPr>
          <p:cNvPr id="7" name="Content Placeholder 6">
            <a:extLst>
              <a:ext uri="{FF2B5EF4-FFF2-40B4-BE49-F238E27FC236}">
                <a16:creationId xmlns:a16="http://schemas.microsoft.com/office/drawing/2014/main" id="{B21B1FD6-31FE-1AC8-4807-B1F7403C48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1690688"/>
            <a:ext cx="9426676" cy="3429949"/>
          </a:xfrm>
        </p:spPr>
      </p:pic>
    </p:spTree>
    <p:extLst>
      <p:ext uri="{BB962C8B-B14F-4D97-AF65-F5344CB8AC3E}">
        <p14:creationId xmlns:p14="http://schemas.microsoft.com/office/powerpoint/2010/main" val="915885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AE3C0-C237-5A91-509E-EC5D9FD38100}"/>
              </a:ext>
            </a:extLst>
          </p:cNvPr>
          <p:cNvSpPr>
            <a:spLocks noGrp="1"/>
          </p:cNvSpPr>
          <p:nvPr>
            <p:ph type="title"/>
          </p:nvPr>
        </p:nvSpPr>
        <p:spPr/>
        <p:txBody>
          <a:bodyPr/>
          <a:lstStyle/>
          <a:p>
            <a:r>
              <a:rPr lang="en-US" dirty="0"/>
              <a:t>Boolean Functions</a:t>
            </a:r>
          </a:p>
        </p:txBody>
      </p:sp>
      <p:sp>
        <p:nvSpPr>
          <p:cNvPr id="6" name="object 3">
            <a:extLst>
              <a:ext uri="{FF2B5EF4-FFF2-40B4-BE49-F238E27FC236}">
                <a16:creationId xmlns:a16="http://schemas.microsoft.com/office/drawing/2014/main" id="{050520FE-D615-568E-B5EC-0289FF9A87A9}"/>
              </a:ext>
            </a:extLst>
          </p:cNvPr>
          <p:cNvSpPr txBox="1"/>
          <p:nvPr/>
        </p:nvSpPr>
        <p:spPr>
          <a:xfrm>
            <a:off x="969264" y="1944117"/>
            <a:ext cx="8063865" cy="1122680"/>
          </a:xfrm>
          <a:prstGeom prst="rect">
            <a:avLst/>
          </a:prstGeom>
        </p:spPr>
        <p:txBody>
          <a:bodyPr vert="horz" wrap="square" lIns="0" tIns="12700" rIns="0" bIns="0" rtlCol="0">
            <a:spAutoFit/>
          </a:bodyPr>
          <a:lstStyle/>
          <a:p>
            <a:pPr marL="38100" marR="30480">
              <a:lnSpc>
                <a:spcPct val="100000"/>
              </a:lnSpc>
              <a:spcBef>
                <a:spcPts val="100"/>
              </a:spcBef>
            </a:pPr>
            <a:r>
              <a:rPr sz="2400" spc="-10" dirty="0">
                <a:latin typeface="Microsoft Sans Serif"/>
                <a:cs typeface="Microsoft Sans Serif"/>
              </a:rPr>
              <a:t>Consider</a:t>
            </a:r>
            <a:r>
              <a:rPr sz="2400" spc="60" dirty="0">
                <a:latin typeface="Microsoft Sans Serif"/>
                <a:cs typeface="Microsoft Sans Serif"/>
              </a:rPr>
              <a:t> </a:t>
            </a:r>
            <a:r>
              <a:rPr sz="2400" spc="-5" dirty="0">
                <a:latin typeface="Microsoft Sans Serif"/>
                <a:cs typeface="Microsoft Sans Serif"/>
              </a:rPr>
              <a:t>the</a:t>
            </a:r>
            <a:r>
              <a:rPr sz="2400" spc="35" dirty="0">
                <a:latin typeface="Microsoft Sans Serif"/>
                <a:cs typeface="Microsoft Sans Serif"/>
              </a:rPr>
              <a:t> </a:t>
            </a:r>
            <a:r>
              <a:rPr sz="2400" spc="-5" dirty="0">
                <a:latin typeface="Microsoft Sans Serif"/>
                <a:cs typeface="Microsoft Sans Serif"/>
              </a:rPr>
              <a:t>three-place</a:t>
            </a:r>
            <a:r>
              <a:rPr sz="2400" spc="45" dirty="0">
                <a:latin typeface="Microsoft Sans Serif"/>
                <a:cs typeface="Microsoft Sans Serif"/>
              </a:rPr>
              <a:t> </a:t>
            </a:r>
            <a:r>
              <a:rPr sz="2400" spc="-10" dirty="0">
                <a:latin typeface="Microsoft Sans Serif"/>
                <a:cs typeface="Microsoft Sans Serif"/>
              </a:rPr>
              <a:t>Boolean</a:t>
            </a:r>
            <a:r>
              <a:rPr sz="2400" spc="70" dirty="0">
                <a:latin typeface="Microsoft Sans Serif"/>
                <a:cs typeface="Microsoft Sans Serif"/>
              </a:rPr>
              <a:t> </a:t>
            </a:r>
            <a:r>
              <a:rPr sz="2400" spc="-5" dirty="0">
                <a:latin typeface="Microsoft Sans Serif"/>
                <a:cs typeface="Microsoft Sans Serif"/>
              </a:rPr>
              <a:t>function</a:t>
            </a:r>
            <a:r>
              <a:rPr sz="2400" spc="35" dirty="0">
                <a:latin typeface="Microsoft Sans Serif"/>
                <a:cs typeface="Microsoft Sans Serif"/>
              </a:rPr>
              <a:t> </a:t>
            </a:r>
            <a:r>
              <a:rPr sz="2400" spc="-10" dirty="0">
                <a:latin typeface="Microsoft Sans Serif"/>
                <a:cs typeface="Microsoft Sans Serif"/>
              </a:rPr>
              <a:t>defined</a:t>
            </a:r>
            <a:r>
              <a:rPr sz="2400" spc="45" dirty="0">
                <a:latin typeface="Microsoft Sans Serif"/>
                <a:cs typeface="Microsoft Sans Serif"/>
              </a:rPr>
              <a:t> </a:t>
            </a:r>
            <a:r>
              <a:rPr sz="2400" spc="-5" dirty="0">
                <a:latin typeface="Microsoft Sans Serif"/>
                <a:cs typeface="Microsoft Sans Serif"/>
              </a:rPr>
              <a:t>from</a:t>
            </a:r>
            <a:r>
              <a:rPr sz="2400" spc="30" dirty="0">
                <a:latin typeface="Microsoft Sans Serif"/>
                <a:cs typeface="Microsoft Sans Serif"/>
              </a:rPr>
              <a:t> </a:t>
            </a:r>
            <a:r>
              <a:rPr sz="2400" spc="-5" dirty="0">
                <a:latin typeface="Microsoft Sans Serif"/>
                <a:cs typeface="Microsoft Sans Serif"/>
              </a:rPr>
              <a:t>the </a:t>
            </a:r>
            <a:r>
              <a:rPr sz="2400" spc="-620" dirty="0">
                <a:latin typeface="Microsoft Sans Serif"/>
                <a:cs typeface="Microsoft Sans Serif"/>
              </a:rPr>
              <a:t> </a:t>
            </a:r>
            <a:r>
              <a:rPr sz="2400" spc="-5" dirty="0">
                <a:latin typeface="Microsoft Sans Serif"/>
                <a:cs typeface="Microsoft Sans Serif"/>
              </a:rPr>
              <a:t>set</a:t>
            </a:r>
            <a:r>
              <a:rPr sz="2400" spc="25"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15" dirty="0">
                <a:latin typeface="Microsoft Sans Serif"/>
                <a:cs typeface="Microsoft Sans Serif"/>
              </a:rPr>
              <a:t>all</a:t>
            </a:r>
            <a:r>
              <a:rPr sz="2400" spc="40" dirty="0">
                <a:latin typeface="Microsoft Sans Serif"/>
                <a:cs typeface="Microsoft Sans Serif"/>
              </a:rPr>
              <a:t> </a:t>
            </a:r>
            <a:r>
              <a:rPr sz="2400" spc="-10" dirty="0">
                <a:latin typeface="Microsoft Sans Serif"/>
                <a:cs typeface="Microsoft Sans Serif"/>
              </a:rPr>
              <a:t>3-tuples</a:t>
            </a:r>
            <a:r>
              <a:rPr sz="2400" spc="45" dirty="0">
                <a:latin typeface="Microsoft Sans Serif"/>
                <a:cs typeface="Microsoft Sans Serif"/>
              </a:rPr>
              <a:t> </a:t>
            </a:r>
            <a:r>
              <a:rPr sz="2400" spc="-5" dirty="0">
                <a:latin typeface="Microsoft Sans Serif"/>
                <a:cs typeface="Microsoft Sans Serif"/>
              </a:rPr>
              <a:t>of</a:t>
            </a:r>
            <a:r>
              <a:rPr sz="2400" spc="30" dirty="0">
                <a:latin typeface="Microsoft Sans Serif"/>
                <a:cs typeface="Microsoft Sans Serif"/>
              </a:rPr>
              <a:t> </a:t>
            </a:r>
            <a:r>
              <a:rPr sz="2400" spc="-5" dirty="0">
                <a:latin typeface="Microsoft Sans Serif"/>
                <a:cs typeface="Microsoft Sans Serif"/>
              </a:rPr>
              <a:t>0’s</a:t>
            </a:r>
            <a:r>
              <a:rPr sz="2400" spc="30" dirty="0">
                <a:latin typeface="Microsoft Sans Serif"/>
                <a:cs typeface="Microsoft Sans Serif"/>
              </a:rPr>
              <a:t> </a:t>
            </a:r>
            <a:r>
              <a:rPr sz="2400" spc="-5" dirty="0">
                <a:latin typeface="Microsoft Sans Serif"/>
                <a:cs typeface="Microsoft Sans Serif"/>
              </a:rPr>
              <a:t>and</a:t>
            </a:r>
            <a:r>
              <a:rPr sz="2400" spc="40" dirty="0">
                <a:latin typeface="Microsoft Sans Serif"/>
                <a:cs typeface="Microsoft Sans Serif"/>
              </a:rPr>
              <a:t> </a:t>
            </a:r>
            <a:r>
              <a:rPr sz="2400" spc="-5" dirty="0">
                <a:latin typeface="Microsoft Sans Serif"/>
                <a:cs typeface="Microsoft Sans Serif"/>
              </a:rPr>
              <a:t>1’s</a:t>
            </a:r>
            <a:r>
              <a:rPr sz="2400" spc="30" dirty="0">
                <a:latin typeface="Microsoft Sans Serif"/>
                <a:cs typeface="Microsoft Sans Serif"/>
              </a:rPr>
              <a:t> </a:t>
            </a:r>
            <a:r>
              <a:rPr sz="2400" dirty="0">
                <a:latin typeface="Microsoft Sans Serif"/>
                <a:cs typeface="Microsoft Sans Serif"/>
              </a:rPr>
              <a:t>to</a:t>
            </a:r>
            <a:r>
              <a:rPr sz="2400" spc="25" dirty="0">
                <a:latin typeface="Microsoft Sans Serif"/>
                <a:cs typeface="Microsoft Sans Serif"/>
              </a:rPr>
              <a:t> </a:t>
            </a:r>
            <a:r>
              <a:rPr sz="2400" spc="-5" dirty="0">
                <a:latin typeface="Microsoft Sans Serif"/>
                <a:cs typeface="Microsoft Sans Serif"/>
              </a:rPr>
              <a:t>{0,</a:t>
            </a:r>
            <a:r>
              <a:rPr sz="2400" spc="25" dirty="0">
                <a:latin typeface="Microsoft Sans Serif"/>
                <a:cs typeface="Microsoft Sans Serif"/>
              </a:rPr>
              <a:t> </a:t>
            </a:r>
            <a:r>
              <a:rPr sz="2400" spc="-5" dirty="0">
                <a:latin typeface="Microsoft Sans Serif"/>
                <a:cs typeface="Microsoft Sans Serif"/>
              </a:rPr>
              <a:t>1}</a:t>
            </a:r>
            <a:r>
              <a:rPr sz="2400" spc="20" dirty="0">
                <a:latin typeface="Microsoft Sans Serif"/>
                <a:cs typeface="Microsoft Sans Serif"/>
              </a:rPr>
              <a:t> </a:t>
            </a:r>
            <a:r>
              <a:rPr sz="2400" spc="-5" dirty="0">
                <a:latin typeface="Microsoft Sans Serif"/>
                <a:cs typeface="Microsoft Sans Serif"/>
              </a:rPr>
              <a:t>as</a:t>
            </a:r>
            <a:r>
              <a:rPr sz="2400" spc="30" dirty="0">
                <a:latin typeface="Microsoft Sans Serif"/>
                <a:cs typeface="Microsoft Sans Serif"/>
              </a:rPr>
              <a:t> </a:t>
            </a:r>
            <a:r>
              <a:rPr sz="2400" spc="-10" dirty="0">
                <a:latin typeface="Microsoft Sans Serif"/>
                <a:cs typeface="Microsoft Sans Serif"/>
              </a:rPr>
              <a:t>follows:</a:t>
            </a:r>
            <a:r>
              <a:rPr sz="2400" spc="35" dirty="0">
                <a:latin typeface="Microsoft Sans Serif"/>
                <a:cs typeface="Microsoft Sans Serif"/>
              </a:rPr>
              <a:t> </a:t>
            </a:r>
            <a:r>
              <a:rPr sz="2400" spc="-5" dirty="0">
                <a:latin typeface="Microsoft Sans Serif"/>
                <a:cs typeface="Microsoft Sans Serif"/>
              </a:rPr>
              <a:t>For </a:t>
            </a:r>
            <a:r>
              <a:rPr sz="2400" dirty="0">
                <a:latin typeface="Microsoft Sans Serif"/>
                <a:cs typeface="Microsoft Sans Serif"/>
              </a:rPr>
              <a:t> </a:t>
            </a:r>
            <a:r>
              <a:rPr sz="2400" spc="-5" dirty="0">
                <a:latin typeface="Microsoft Sans Serif"/>
                <a:cs typeface="Microsoft Sans Serif"/>
              </a:rPr>
              <a:t>each</a:t>
            </a:r>
            <a:r>
              <a:rPr sz="2400" spc="35" dirty="0">
                <a:latin typeface="Microsoft Sans Serif"/>
                <a:cs typeface="Microsoft Sans Serif"/>
              </a:rPr>
              <a:t> </a:t>
            </a:r>
            <a:r>
              <a:rPr sz="2400" spc="-10" dirty="0">
                <a:latin typeface="Microsoft Sans Serif"/>
                <a:cs typeface="Microsoft Sans Serif"/>
              </a:rPr>
              <a:t>triple</a:t>
            </a:r>
            <a:r>
              <a:rPr sz="2400" spc="30" dirty="0">
                <a:latin typeface="Microsoft Sans Serif"/>
                <a:cs typeface="Microsoft Sans Serif"/>
              </a:rPr>
              <a:t> </a:t>
            </a:r>
            <a:r>
              <a:rPr sz="2400" spc="-5" dirty="0">
                <a:latin typeface="Microsoft Sans Serif"/>
                <a:cs typeface="Microsoft Sans Serif"/>
              </a:rPr>
              <a:t>(</a:t>
            </a:r>
            <a:r>
              <a:rPr sz="2400" i="1" spc="-5" dirty="0">
                <a:latin typeface="Arial"/>
                <a:cs typeface="Arial"/>
              </a:rPr>
              <a:t>x</a:t>
            </a:r>
            <a:r>
              <a:rPr sz="2400" spc="-7" baseline="-20833" dirty="0">
                <a:latin typeface="Microsoft Sans Serif"/>
                <a:cs typeface="Microsoft Sans Serif"/>
              </a:rPr>
              <a:t>1</a:t>
            </a:r>
            <a:r>
              <a:rPr sz="2400" spc="-5" dirty="0">
                <a:latin typeface="Microsoft Sans Serif"/>
                <a:cs typeface="Microsoft Sans Serif"/>
              </a:rPr>
              <a:t>,</a:t>
            </a:r>
            <a:r>
              <a:rPr sz="2400" spc="15" dirty="0">
                <a:latin typeface="Microsoft Sans Serif"/>
                <a:cs typeface="Microsoft Sans Serif"/>
              </a:rPr>
              <a:t> </a:t>
            </a:r>
            <a:r>
              <a:rPr sz="2400" i="1" spc="-5" dirty="0">
                <a:latin typeface="Arial"/>
                <a:cs typeface="Arial"/>
              </a:rPr>
              <a:t>x</a:t>
            </a:r>
            <a:r>
              <a:rPr sz="2400" spc="-7" baseline="-20833" dirty="0">
                <a:latin typeface="Microsoft Sans Serif"/>
                <a:cs typeface="Microsoft Sans Serif"/>
              </a:rPr>
              <a:t>2</a:t>
            </a:r>
            <a:r>
              <a:rPr sz="2400" spc="-5" dirty="0">
                <a:latin typeface="Microsoft Sans Serif"/>
                <a:cs typeface="Microsoft Sans Serif"/>
              </a:rPr>
              <a:t>,</a:t>
            </a:r>
            <a:r>
              <a:rPr sz="2400" spc="25" dirty="0">
                <a:latin typeface="Microsoft Sans Serif"/>
                <a:cs typeface="Microsoft Sans Serif"/>
              </a:rPr>
              <a:t> </a:t>
            </a:r>
            <a:r>
              <a:rPr sz="2400" i="1" spc="-5" dirty="0">
                <a:latin typeface="Arial"/>
                <a:cs typeface="Arial"/>
              </a:rPr>
              <a:t>x</a:t>
            </a:r>
            <a:r>
              <a:rPr sz="2400" spc="-7" baseline="-20833" dirty="0">
                <a:latin typeface="Microsoft Sans Serif"/>
                <a:cs typeface="Microsoft Sans Serif"/>
              </a:rPr>
              <a:t>3</a:t>
            </a:r>
            <a:r>
              <a:rPr sz="2400" spc="-5" dirty="0">
                <a:latin typeface="Microsoft Sans Serif"/>
                <a:cs typeface="Microsoft Sans Serif"/>
              </a:rPr>
              <a:t>)</a:t>
            </a:r>
            <a:r>
              <a:rPr sz="2400" spc="15"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5" dirty="0">
                <a:latin typeface="Microsoft Sans Serif"/>
                <a:cs typeface="Microsoft Sans Serif"/>
              </a:rPr>
              <a:t>0’s</a:t>
            </a:r>
            <a:r>
              <a:rPr sz="2400" spc="45" dirty="0">
                <a:latin typeface="Microsoft Sans Serif"/>
                <a:cs typeface="Microsoft Sans Serif"/>
              </a:rPr>
              <a:t> </a:t>
            </a:r>
            <a:r>
              <a:rPr sz="2400" spc="-5" dirty="0">
                <a:latin typeface="Microsoft Sans Serif"/>
                <a:cs typeface="Microsoft Sans Serif"/>
              </a:rPr>
              <a:t>and</a:t>
            </a:r>
            <a:r>
              <a:rPr sz="2400" spc="30" dirty="0">
                <a:latin typeface="Microsoft Sans Serif"/>
                <a:cs typeface="Microsoft Sans Serif"/>
              </a:rPr>
              <a:t> </a:t>
            </a:r>
            <a:r>
              <a:rPr sz="2400" spc="-5" dirty="0">
                <a:latin typeface="Microsoft Sans Serif"/>
                <a:cs typeface="Microsoft Sans Serif"/>
              </a:rPr>
              <a:t>1’s,</a:t>
            </a:r>
            <a:endParaRPr sz="2400">
              <a:latin typeface="Microsoft Sans Serif"/>
              <a:cs typeface="Microsoft Sans Serif"/>
            </a:endParaRPr>
          </a:p>
        </p:txBody>
      </p:sp>
      <p:sp>
        <p:nvSpPr>
          <p:cNvPr id="7" name="object 4">
            <a:extLst>
              <a:ext uri="{FF2B5EF4-FFF2-40B4-BE49-F238E27FC236}">
                <a16:creationId xmlns:a16="http://schemas.microsoft.com/office/drawing/2014/main" id="{2B6572AE-8E51-B88F-CCC9-231EFE17390E}"/>
              </a:ext>
            </a:extLst>
          </p:cNvPr>
          <p:cNvSpPr txBox="1"/>
          <p:nvPr/>
        </p:nvSpPr>
        <p:spPr>
          <a:xfrm>
            <a:off x="994664" y="3992374"/>
            <a:ext cx="5144135" cy="1086485"/>
          </a:xfrm>
          <a:prstGeom prst="rect">
            <a:avLst/>
          </a:prstGeom>
        </p:spPr>
        <p:txBody>
          <a:bodyPr vert="horz" wrap="square" lIns="0" tIns="12700" rIns="0" bIns="0" rtlCol="0">
            <a:spAutoFit/>
          </a:bodyPr>
          <a:lstStyle/>
          <a:p>
            <a:pPr marL="12700">
              <a:lnSpc>
                <a:spcPct val="100000"/>
              </a:lnSpc>
              <a:spcBef>
                <a:spcPts val="100"/>
              </a:spcBef>
            </a:pPr>
            <a:r>
              <a:rPr sz="2400" spc="-5" dirty="0">
                <a:latin typeface="Microsoft Sans Serif"/>
                <a:cs typeface="Microsoft Sans Serif"/>
              </a:rPr>
              <a:t>Describe</a:t>
            </a:r>
            <a:r>
              <a:rPr sz="2400" spc="45" dirty="0">
                <a:latin typeface="Microsoft Sans Serif"/>
                <a:cs typeface="Microsoft Sans Serif"/>
              </a:rPr>
              <a:t> </a:t>
            </a:r>
            <a:r>
              <a:rPr sz="2400" i="1" dirty="0">
                <a:latin typeface="Arial"/>
                <a:cs typeface="Arial"/>
              </a:rPr>
              <a:t>f</a:t>
            </a:r>
            <a:r>
              <a:rPr sz="2400" i="1" spc="-25" dirty="0">
                <a:latin typeface="Arial"/>
                <a:cs typeface="Arial"/>
              </a:rPr>
              <a:t> </a:t>
            </a:r>
            <a:r>
              <a:rPr sz="2400" spc="-10" dirty="0">
                <a:latin typeface="Microsoft Sans Serif"/>
                <a:cs typeface="Microsoft Sans Serif"/>
              </a:rPr>
              <a:t>using</a:t>
            </a:r>
            <a:r>
              <a:rPr sz="2400" spc="50" dirty="0">
                <a:latin typeface="Microsoft Sans Serif"/>
                <a:cs typeface="Microsoft Sans Serif"/>
              </a:rPr>
              <a:t> </a:t>
            </a:r>
            <a:r>
              <a:rPr sz="2400" spc="-5" dirty="0">
                <a:latin typeface="Microsoft Sans Serif"/>
                <a:cs typeface="Microsoft Sans Serif"/>
              </a:rPr>
              <a:t>an</a:t>
            </a:r>
            <a:r>
              <a:rPr sz="2400" spc="20" dirty="0">
                <a:latin typeface="Microsoft Sans Serif"/>
                <a:cs typeface="Microsoft Sans Serif"/>
              </a:rPr>
              <a:t> </a:t>
            </a:r>
            <a:r>
              <a:rPr sz="2400" spc="-5" dirty="0">
                <a:latin typeface="Microsoft Sans Serif"/>
                <a:cs typeface="Microsoft Sans Serif"/>
              </a:rPr>
              <a:t>input/output</a:t>
            </a:r>
            <a:r>
              <a:rPr sz="2400" spc="30" dirty="0">
                <a:latin typeface="Microsoft Sans Serif"/>
                <a:cs typeface="Microsoft Sans Serif"/>
              </a:rPr>
              <a:t> </a:t>
            </a:r>
            <a:r>
              <a:rPr sz="2400" spc="-10" dirty="0">
                <a:latin typeface="Microsoft Sans Serif"/>
                <a:cs typeface="Microsoft Sans Serif"/>
              </a:rPr>
              <a:t>tabl</a:t>
            </a:r>
            <a:r>
              <a:rPr sz="2400" i="1" spc="-10" dirty="0">
                <a:latin typeface="Arial"/>
                <a:cs typeface="Arial"/>
              </a:rPr>
              <a:t>e.</a:t>
            </a:r>
            <a:endParaRPr sz="2400">
              <a:latin typeface="Arial"/>
              <a:cs typeface="Arial"/>
            </a:endParaRPr>
          </a:p>
          <a:p>
            <a:pPr>
              <a:lnSpc>
                <a:spcPct val="100000"/>
              </a:lnSpc>
            </a:pPr>
            <a:endParaRPr sz="2250">
              <a:latin typeface="Arial"/>
              <a:cs typeface="Arial"/>
            </a:endParaRPr>
          </a:p>
          <a:p>
            <a:pPr marL="12700">
              <a:lnSpc>
                <a:spcPct val="100000"/>
              </a:lnSpc>
              <a:spcBef>
                <a:spcPts val="5"/>
              </a:spcBef>
            </a:pPr>
            <a:r>
              <a:rPr sz="2400" spc="-10" dirty="0">
                <a:solidFill>
                  <a:srgbClr val="00ADEE"/>
                </a:solidFill>
                <a:latin typeface="Microsoft Sans Serif"/>
                <a:cs typeface="Microsoft Sans Serif"/>
              </a:rPr>
              <a:t>Solution:</a:t>
            </a:r>
            <a:endParaRPr sz="2400">
              <a:latin typeface="Microsoft Sans Serif"/>
              <a:cs typeface="Microsoft Sans Serif"/>
            </a:endParaRPr>
          </a:p>
        </p:txBody>
      </p:sp>
      <p:pic>
        <p:nvPicPr>
          <p:cNvPr id="8" name="object 5">
            <a:extLst>
              <a:ext uri="{FF2B5EF4-FFF2-40B4-BE49-F238E27FC236}">
                <a16:creationId xmlns:a16="http://schemas.microsoft.com/office/drawing/2014/main" id="{53A016E1-D646-EA62-F706-59ED73783944}"/>
              </a:ext>
            </a:extLst>
          </p:cNvPr>
          <p:cNvPicPr/>
          <p:nvPr/>
        </p:nvPicPr>
        <p:blipFill>
          <a:blip r:embed="rId2" cstate="print"/>
          <a:stretch>
            <a:fillRect/>
          </a:stretch>
        </p:blipFill>
        <p:spPr>
          <a:xfrm>
            <a:off x="2833595" y="3449705"/>
            <a:ext cx="4457743" cy="299860"/>
          </a:xfrm>
          <a:prstGeom prst="rect">
            <a:avLst/>
          </a:prstGeom>
        </p:spPr>
      </p:pic>
      <p:pic>
        <p:nvPicPr>
          <p:cNvPr id="9" name="object 6">
            <a:extLst>
              <a:ext uri="{FF2B5EF4-FFF2-40B4-BE49-F238E27FC236}">
                <a16:creationId xmlns:a16="http://schemas.microsoft.com/office/drawing/2014/main" id="{12E2FABE-C999-3915-9E3A-A8598E5DCC49}"/>
              </a:ext>
            </a:extLst>
          </p:cNvPr>
          <p:cNvPicPr/>
          <p:nvPr/>
        </p:nvPicPr>
        <p:blipFill>
          <a:blip r:embed="rId3" cstate="print"/>
          <a:stretch>
            <a:fillRect/>
          </a:stretch>
        </p:blipFill>
        <p:spPr>
          <a:xfrm>
            <a:off x="1508217" y="5353368"/>
            <a:ext cx="5520598" cy="300420"/>
          </a:xfrm>
          <a:prstGeom prst="rect">
            <a:avLst/>
          </a:prstGeom>
        </p:spPr>
      </p:pic>
      <p:pic>
        <p:nvPicPr>
          <p:cNvPr id="10" name="object 7">
            <a:extLst>
              <a:ext uri="{FF2B5EF4-FFF2-40B4-BE49-F238E27FC236}">
                <a16:creationId xmlns:a16="http://schemas.microsoft.com/office/drawing/2014/main" id="{4402082D-CBC3-8B73-2B59-12808958FDB0}"/>
              </a:ext>
            </a:extLst>
          </p:cNvPr>
          <p:cNvPicPr/>
          <p:nvPr/>
        </p:nvPicPr>
        <p:blipFill>
          <a:blip r:embed="rId4" cstate="print"/>
          <a:stretch>
            <a:fillRect/>
          </a:stretch>
        </p:blipFill>
        <p:spPr>
          <a:xfrm>
            <a:off x="1537716" y="6025771"/>
            <a:ext cx="5553455" cy="301192"/>
          </a:xfrm>
          <a:prstGeom prst="rect">
            <a:avLst/>
          </a:prstGeom>
        </p:spPr>
      </p:pic>
    </p:spTree>
    <p:extLst>
      <p:ext uri="{BB962C8B-B14F-4D97-AF65-F5344CB8AC3E}">
        <p14:creationId xmlns:p14="http://schemas.microsoft.com/office/powerpoint/2010/main" val="598672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8B93D-F06C-963A-F38A-F6A22FADA948}"/>
              </a:ext>
            </a:extLst>
          </p:cNvPr>
          <p:cNvSpPr>
            <a:spLocks noGrp="1"/>
          </p:cNvSpPr>
          <p:nvPr>
            <p:ph type="title"/>
          </p:nvPr>
        </p:nvSpPr>
        <p:spPr/>
        <p:txBody>
          <a:bodyPr/>
          <a:lstStyle/>
          <a:p>
            <a:r>
              <a:rPr lang="en-US" dirty="0"/>
              <a:t>Boolean Functions</a:t>
            </a:r>
          </a:p>
        </p:txBody>
      </p:sp>
      <p:sp>
        <p:nvSpPr>
          <p:cNvPr id="4" name="object 3">
            <a:extLst>
              <a:ext uri="{FF2B5EF4-FFF2-40B4-BE49-F238E27FC236}">
                <a16:creationId xmlns:a16="http://schemas.microsoft.com/office/drawing/2014/main" id="{1EA24C72-63FC-4846-E70D-6B6DB2B0E5C1}"/>
              </a:ext>
            </a:extLst>
          </p:cNvPr>
          <p:cNvSpPr txBox="1"/>
          <p:nvPr/>
        </p:nvSpPr>
        <p:spPr>
          <a:xfrm>
            <a:off x="994664" y="1944117"/>
            <a:ext cx="7447915" cy="756920"/>
          </a:xfrm>
          <a:prstGeom prst="rect">
            <a:avLst/>
          </a:prstGeom>
        </p:spPr>
        <p:txBody>
          <a:bodyPr vert="horz" wrap="square" lIns="0" tIns="12700" rIns="0" bIns="0" rtlCol="0">
            <a:spAutoFit/>
          </a:bodyPr>
          <a:lstStyle/>
          <a:p>
            <a:pPr marL="12700" marR="5080">
              <a:lnSpc>
                <a:spcPct val="100000"/>
              </a:lnSpc>
              <a:spcBef>
                <a:spcPts val="100"/>
              </a:spcBef>
            </a:pPr>
            <a:r>
              <a:rPr sz="2400" spc="-5" dirty="0">
                <a:latin typeface="Microsoft Sans Serif"/>
                <a:cs typeface="Microsoft Sans Serif"/>
              </a:rPr>
              <a:t>The</a:t>
            </a:r>
            <a:r>
              <a:rPr sz="2400" spc="30" dirty="0">
                <a:latin typeface="Microsoft Sans Serif"/>
                <a:cs typeface="Microsoft Sans Serif"/>
              </a:rPr>
              <a:t> </a:t>
            </a:r>
            <a:r>
              <a:rPr sz="2400" spc="-5" dirty="0">
                <a:latin typeface="Microsoft Sans Serif"/>
                <a:cs typeface="Microsoft Sans Serif"/>
              </a:rPr>
              <a:t>rest</a:t>
            </a:r>
            <a:r>
              <a:rPr sz="2400" spc="25" dirty="0">
                <a:latin typeface="Microsoft Sans Serif"/>
                <a:cs typeface="Microsoft Sans Serif"/>
              </a:rPr>
              <a:t> </a:t>
            </a:r>
            <a:r>
              <a:rPr sz="2400" spc="-5" dirty="0">
                <a:latin typeface="Microsoft Sans Serif"/>
                <a:cs typeface="Microsoft Sans Serif"/>
              </a:rPr>
              <a:t>of</a:t>
            </a:r>
            <a:r>
              <a:rPr sz="2400" spc="20" dirty="0">
                <a:latin typeface="Microsoft Sans Serif"/>
                <a:cs typeface="Microsoft Sans Serif"/>
              </a:rPr>
              <a:t> </a:t>
            </a:r>
            <a:r>
              <a:rPr sz="2400" spc="-5" dirty="0">
                <a:latin typeface="Microsoft Sans Serif"/>
                <a:cs typeface="Microsoft Sans Serif"/>
              </a:rPr>
              <a:t>the</a:t>
            </a:r>
            <a:r>
              <a:rPr sz="2400" spc="30" dirty="0">
                <a:latin typeface="Microsoft Sans Serif"/>
                <a:cs typeface="Microsoft Sans Serif"/>
              </a:rPr>
              <a:t> </a:t>
            </a:r>
            <a:r>
              <a:rPr sz="2400" spc="-10" dirty="0">
                <a:latin typeface="Microsoft Sans Serif"/>
                <a:cs typeface="Microsoft Sans Serif"/>
              </a:rPr>
              <a:t>values</a:t>
            </a:r>
            <a:r>
              <a:rPr sz="2400" spc="50"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i="1" dirty="0">
                <a:latin typeface="Arial"/>
                <a:cs typeface="Arial"/>
              </a:rPr>
              <a:t>f</a:t>
            </a:r>
            <a:r>
              <a:rPr sz="2400" i="1" spc="-10" dirty="0">
                <a:latin typeface="Arial"/>
                <a:cs typeface="Arial"/>
              </a:rPr>
              <a:t> </a:t>
            </a:r>
            <a:r>
              <a:rPr sz="2400" spc="-5" dirty="0">
                <a:latin typeface="Microsoft Sans Serif"/>
                <a:cs typeface="Microsoft Sans Serif"/>
              </a:rPr>
              <a:t>can</a:t>
            </a:r>
            <a:r>
              <a:rPr sz="2400" spc="40" dirty="0">
                <a:latin typeface="Microsoft Sans Serif"/>
                <a:cs typeface="Microsoft Sans Serif"/>
              </a:rPr>
              <a:t> </a:t>
            </a:r>
            <a:r>
              <a:rPr sz="2400" spc="-5" dirty="0">
                <a:latin typeface="Microsoft Sans Serif"/>
                <a:cs typeface="Microsoft Sans Serif"/>
              </a:rPr>
              <a:t>be</a:t>
            </a:r>
            <a:r>
              <a:rPr sz="2400" spc="30" dirty="0">
                <a:latin typeface="Microsoft Sans Serif"/>
                <a:cs typeface="Microsoft Sans Serif"/>
              </a:rPr>
              <a:t> </a:t>
            </a:r>
            <a:r>
              <a:rPr sz="2400" spc="-10" dirty="0">
                <a:latin typeface="Microsoft Sans Serif"/>
                <a:cs typeface="Microsoft Sans Serif"/>
              </a:rPr>
              <a:t>calculated</a:t>
            </a:r>
            <a:r>
              <a:rPr sz="2400" spc="60" dirty="0">
                <a:latin typeface="Microsoft Sans Serif"/>
                <a:cs typeface="Microsoft Sans Serif"/>
              </a:rPr>
              <a:t> </a:t>
            </a:r>
            <a:r>
              <a:rPr sz="2400" spc="-10" dirty="0">
                <a:latin typeface="Microsoft Sans Serif"/>
                <a:cs typeface="Microsoft Sans Serif"/>
              </a:rPr>
              <a:t>similarly</a:t>
            </a:r>
            <a:r>
              <a:rPr sz="2400" spc="55" dirty="0">
                <a:latin typeface="Microsoft Sans Serif"/>
                <a:cs typeface="Microsoft Sans Serif"/>
              </a:rPr>
              <a:t> </a:t>
            </a:r>
            <a:r>
              <a:rPr sz="2400" dirty="0">
                <a:latin typeface="Microsoft Sans Serif"/>
                <a:cs typeface="Microsoft Sans Serif"/>
              </a:rPr>
              <a:t>to </a:t>
            </a:r>
            <a:r>
              <a:rPr sz="2400" spc="-620" dirty="0">
                <a:latin typeface="Microsoft Sans Serif"/>
                <a:cs typeface="Microsoft Sans Serif"/>
              </a:rPr>
              <a:t> </a:t>
            </a:r>
            <a:r>
              <a:rPr sz="2400" spc="-10" dirty="0">
                <a:latin typeface="Microsoft Sans Serif"/>
                <a:cs typeface="Microsoft Sans Serif"/>
              </a:rPr>
              <a:t>obtain</a:t>
            </a:r>
            <a:r>
              <a:rPr sz="2400" spc="35"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10" dirty="0">
                <a:latin typeface="Microsoft Sans Serif"/>
                <a:cs typeface="Microsoft Sans Serif"/>
              </a:rPr>
              <a:t>following</a:t>
            </a:r>
            <a:r>
              <a:rPr sz="2400" spc="80" dirty="0">
                <a:latin typeface="Microsoft Sans Serif"/>
                <a:cs typeface="Microsoft Sans Serif"/>
              </a:rPr>
              <a:t> </a:t>
            </a:r>
            <a:r>
              <a:rPr sz="2400" spc="-10" dirty="0">
                <a:latin typeface="Microsoft Sans Serif"/>
                <a:cs typeface="Microsoft Sans Serif"/>
              </a:rPr>
              <a:t>table.</a:t>
            </a:r>
            <a:endParaRPr sz="2400" dirty="0">
              <a:latin typeface="Microsoft Sans Serif"/>
              <a:cs typeface="Microsoft Sans Serif"/>
            </a:endParaRPr>
          </a:p>
        </p:txBody>
      </p:sp>
      <p:pic>
        <p:nvPicPr>
          <p:cNvPr id="5" name="object 4">
            <a:extLst>
              <a:ext uri="{FF2B5EF4-FFF2-40B4-BE49-F238E27FC236}">
                <a16:creationId xmlns:a16="http://schemas.microsoft.com/office/drawing/2014/main" id="{9B88FF6E-AAA7-A01B-94FC-C87A6D5301C2}"/>
              </a:ext>
            </a:extLst>
          </p:cNvPr>
          <p:cNvPicPr/>
          <p:nvPr/>
        </p:nvPicPr>
        <p:blipFill>
          <a:blip r:embed="rId2" cstate="print"/>
          <a:stretch>
            <a:fillRect/>
          </a:stretch>
        </p:blipFill>
        <p:spPr>
          <a:xfrm>
            <a:off x="3000494" y="2896709"/>
            <a:ext cx="4015839" cy="3467743"/>
          </a:xfrm>
          <a:prstGeom prst="rect">
            <a:avLst/>
          </a:prstGeom>
        </p:spPr>
      </p:pic>
    </p:spTree>
    <p:extLst>
      <p:ext uri="{BB962C8B-B14F-4D97-AF65-F5344CB8AC3E}">
        <p14:creationId xmlns:p14="http://schemas.microsoft.com/office/powerpoint/2010/main" val="3619037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17C41-BAEE-8C74-4CB1-F7EEE5FA8422}"/>
              </a:ext>
            </a:extLst>
          </p:cNvPr>
          <p:cNvSpPr>
            <a:spLocks noGrp="1"/>
          </p:cNvSpPr>
          <p:nvPr>
            <p:ph type="title"/>
          </p:nvPr>
        </p:nvSpPr>
        <p:spPr/>
        <p:txBody>
          <a:bodyPr/>
          <a:lstStyle/>
          <a:p>
            <a:r>
              <a:rPr lang="en-US" dirty="0"/>
              <a:t>Checking whether the function is well defined</a:t>
            </a:r>
          </a:p>
        </p:txBody>
      </p:sp>
      <p:sp>
        <p:nvSpPr>
          <p:cNvPr id="4" name="object 3">
            <a:extLst>
              <a:ext uri="{FF2B5EF4-FFF2-40B4-BE49-F238E27FC236}">
                <a16:creationId xmlns:a16="http://schemas.microsoft.com/office/drawing/2014/main" id="{FF577DE5-4330-2498-ECCE-DB0B1802F371}"/>
              </a:ext>
            </a:extLst>
          </p:cNvPr>
          <p:cNvSpPr txBox="1">
            <a:spLocks noGrp="1"/>
          </p:cNvSpPr>
          <p:nvPr>
            <p:ph idx="1"/>
          </p:nvPr>
        </p:nvSpPr>
        <p:spPr>
          <a:xfrm>
            <a:off x="838200" y="1825625"/>
            <a:ext cx="10515600" cy="4351338"/>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Microsoft Sans Serif"/>
                <a:cs typeface="Microsoft Sans Serif"/>
              </a:rPr>
              <a:t>It</a:t>
            </a:r>
            <a:r>
              <a:rPr sz="2400" spc="10" dirty="0">
                <a:latin typeface="Microsoft Sans Serif"/>
                <a:cs typeface="Microsoft Sans Serif"/>
              </a:rPr>
              <a:t> </a:t>
            </a:r>
            <a:r>
              <a:rPr sz="2400" spc="-5" dirty="0">
                <a:latin typeface="Microsoft Sans Serif"/>
                <a:cs typeface="Microsoft Sans Serif"/>
              </a:rPr>
              <a:t>can</a:t>
            </a:r>
            <a:r>
              <a:rPr sz="2400" spc="30" dirty="0">
                <a:latin typeface="Microsoft Sans Serif"/>
                <a:cs typeface="Microsoft Sans Serif"/>
              </a:rPr>
              <a:t> </a:t>
            </a:r>
            <a:r>
              <a:rPr sz="2400" spc="-5" dirty="0">
                <a:latin typeface="Microsoft Sans Serif"/>
                <a:cs typeface="Microsoft Sans Serif"/>
              </a:rPr>
              <a:t>sometimes</a:t>
            </a:r>
            <a:r>
              <a:rPr sz="2400" spc="25" dirty="0">
                <a:latin typeface="Microsoft Sans Serif"/>
                <a:cs typeface="Microsoft Sans Serif"/>
              </a:rPr>
              <a:t> </a:t>
            </a:r>
            <a:r>
              <a:rPr sz="2400" spc="-5" dirty="0">
                <a:latin typeface="Microsoft Sans Serif"/>
                <a:cs typeface="Microsoft Sans Serif"/>
              </a:rPr>
              <a:t>happen</a:t>
            </a:r>
            <a:r>
              <a:rPr sz="2400" spc="50" dirty="0">
                <a:latin typeface="Microsoft Sans Serif"/>
                <a:cs typeface="Microsoft Sans Serif"/>
              </a:rPr>
              <a:t> </a:t>
            </a:r>
            <a:r>
              <a:rPr sz="2400" spc="-5" dirty="0">
                <a:latin typeface="Microsoft Sans Serif"/>
                <a:cs typeface="Microsoft Sans Serif"/>
              </a:rPr>
              <a:t>that</a:t>
            </a:r>
            <a:r>
              <a:rPr sz="2400" spc="15" dirty="0">
                <a:latin typeface="Microsoft Sans Serif"/>
                <a:cs typeface="Microsoft Sans Serif"/>
              </a:rPr>
              <a:t> </a:t>
            </a:r>
            <a:r>
              <a:rPr sz="2400" spc="-5" dirty="0">
                <a:latin typeface="Microsoft Sans Serif"/>
                <a:cs typeface="Microsoft Sans Serif"/>
              </a:rPr>
              <a:t>what</a:t>
            </a:r>
            <a:r>
              <a:rPr sz="2400" spc="30" dirty="0">
                <a:latin typeface="Microsoft Sans Serif"/>
                <a:cs typeface="Microsoft Sans Serif"/>
              </a:rPr>
              <a:t> </a:t>
            </a:r>
            <a:r>
              <a:rPr sz="2400" spc="-5" dirty="0">
                <a:latin typeface="Microsoft Sans Serif"/>
                <a:cs typeface="Microsoft Sans Serif"/>
              </a:rPr>
              <a:t>appears</a:t>
            </a:r>
            <a:r>
              <a:rPr sz="2400" spc="45" dirty="0">
                <a:latin typeface="Microsoft Sans Serif"/>
                <a:cs typeface="Microsoft Sans Serif"/>
              </a:rPr>
              <a:t> </a:t>
            </a:r>
            <a:r>
              <a:rPr sz="2400" dirty="0">
                <a:latin typeface="Microsoft Sans Serif"/>
                <a:cs typeface="Microsoft Sans Serif"/>
              </a:rPr>
              <a:t>to</a:t>
            </a:r>
            <a:r>
              <a:rPr sz="2400" spc="15" dirty="0">
                <a:latin typeface="Microsoft Sans Serif"/>
                <a:cs typeface="Microsoft Sans Serif"/>
              </a:rPr>
              <a:t> </a:t>
            </a:r>
            <a:r>
              <a:rPr sz="2400" spc="-5" dirty="0">
                <a:latin typeface="Microsoft Sans Serif"/>
                <a:cs typeface="Microsoft Sans Serif"/>
              </a:rPr>
              <a:t>be</a:t>
            </a:r>
            <a:r>
              <a:rPr sz="2400" spc="30" dirty="0">
                <a:latin typeface="Microsoft Sans Serif"/>
                <a:cs typeface="Microsoft Sans Serif"/>
              </a:rPr>
              <a:t> </a:t>
            </a:r>
            <a:r>
              <a:rPr sz="2400" spc="-5" dirty="0">
                <a:latin typeface="Microsoft Sans Serif"/>
                <a:cs typeface="Microsoft Sans Serif"/>
              </a:rPr>
              <a:t>a </a:t>
            </a:r>
            <a:r>
              <a:rPr sz="2400" dirty="0">
                <a:latin typeface="Microsoft Sans Serif"/>
                <a:cs typeface="Microsoft Sans Serif"/>
              </a:rPr>
              <a:t> </a:t>
            </a:r>
            <a:r>
              <a:rPr sz="2400" spc="-5" dirty="0">
                <a:latin typeface="Microsoft Sans Serif"/>
                <a:cs typeface="Microsoft Sans Serif"/>
              </a:rPr>
              <a:t>function</a:t>
            </a:r>
            <a:r>
              <a:rPr sz="2400" spc="30" dirty="0">
                <a:latin typeface="Microsoft Sans Serif"/>
                <a:cs typeface="Microsoft Sans Serif"/>
              </a:rPr>
              <a:t> </a:t>
            </a:r>
            <a:r>
              <a:rPr sz="2400" spc="-10" dirty="0">
                <a:latin typeface="Microsoft Sans Serif"/>
                <a:cs typeface="Microsoft Sans Serif"/>
              </a:rPr>
              <a:t>defined</a:t>
            </a:r>
            <a:r>
              <a:rPr sz="2400" spc="55" dirty="0">
                <a:latin typeface="Microsoft Sans Serif"/>
                <a:cs typeface="Microsoft Sans Serif"/>
              </a:rPr>
              <a:t> </a:t>
            </a:r>
            <a:r>
              <a:rPr sz="2400" spc="-5" dirty="0">
                <a:latin typeface="Microsoft Sans Serif"/>
                <a:cs typeface="Microsoft Sans Serif"/>
              </a:rPr>
              <a:t>by</a:t>
            </a:r>
            <a:r>
              <a:rPr sz="2400" spc="20" dirty="0">
                <a:latin typeface="Microsoft Sans Serif"/>
                <a:cs typeface="Microsoft Sans Serif"/>
              </a:rPr>
              <a:t> </a:t>
            </a:r>
            <a:r>
              <a:rPr sz="2400" spc="-5" dirty="0">
                <a:latin typeface="Microsoft Sans Serif"/>
                <a:cs typeface="Microsoft Sans Serif"/>
              </a:rPr>
              <a:t>a</a:t>
            </a:r>
            <a:r>
              <a:rPr sz="2400" spc="30" dirty="0">
                <a:latin typeface="Microsoft Sans Serif"/>
                <a:cs typeface="Microsoft Sans Serif"/>
              </a:rPr>
              <a:t> </a:t>
            </a:r>
            <a:r>
              <a:rPr sz="2400" spc="-10" dirty="0">
                <a:latin typeface="Microsoft Sans Serif"/>
                <a:cs typeface="Microsoft Sans Serif"/>
              </a:rPr>
              <a:t>rule</a:t>
            </a:r>
            <a:r>
              <a:rPr sz="2400" spc="40" dirty="0">
                <a:latin typeface="Microsoft Sans Serif"/>
                <a:cs typeface="Microsoft Sans Serif"/>
              </a:rPr>
              <a:t> </a:t>
            </a:r>
            <a:r>
              <a:rPr sz="2400" spc="-10" dirty="0">
                <a:latin typeface="Microsoft Sans Serif"/>
                <a:cs typeface="Microsoft Sans Serif"/>
              </a:rPr>
              <a:t>is</a:t>
            </a:r>
            <a:r>
              <a:rPr sz="2400" spc="30" dirty="0">
                <a:latin typeface="Microsoft Sans Serif"/>
                <a:cs typeface="Microsoft Sans Serif"/>
              </a:rPr>
              <a:t> </a:t>
            </a:r>
            <a:r>
              <a:rPr sz="2400" spc="-5" dirty="0">
                <a:latin typeface="Microsoft Sans Serif"/>
                <a:cs typeface="Microsoft Sans Serif"/>
              </a:rPr>
              <a:t>not</a:t>
            </a:r>
            <a:r>
              <a:rPr sz="2400" spc="30" dirty="0">
                <a:latin typeface="Microsoft Sans Serif"/>
                <a:cs typeface="Microsoft Sans Serif"/>
              </a:rPr>
              <a:t> </a:t>
            </a:r>
            <a:r>
              <a:rPr sz="2400" spc="-10" dirty="0">
                <a:latin typeface="Microsoft Sans Serif"/>
                <a:cs typeface="Microsoft Sans Serif"/>
              </a:rPr>
              <a:t>really</a:t>
            </a:r>
            <a:r>
              <a:rPr sz="2400" spc="45" dirty="0">
                <a:latin typeface="Microsoft Sans Serif"/>
                <a:cs typeface="Microsoft Sans Serif"/>
              </a:rPr>
              <a:t> </a:t>
            </a:r>
            <a:r>
              <a:rPr sz="2400" spc="-5" dirty="0">
                <a:latin typeface="Microsoft Sans Serif"/>
                <a:cs typeface="Microsoft Sans Serif"/>
              </a:rPr>
              <a:t>a</a:t>
            </a:r>
            <a:r>
              <a:rPr sz="2400" spc="30" dirty="0">
                <a:latin typeface="Microsoft Sans Serif"/>
                <a:cs typeface="Microsoft Sans Serif"/>
              </a:rPr>
              <a:t> </a:t>
            </a:r>
            <a:r>
              <a:rPr sz="2400" spc="-5" dirty="0">
                <a:latin typeface="Microsoft Sans Serif"/>
                <a:cs typeface="Microsoft Sans Serif"/>
              </a:rPr>
              <a:t>function</a:t>
            </a:r>
            <a:r>
              <a:rPr sz="2400" spc="30" dirty="0">
                <a:latin typeface="Microsoft Sans Serif"/>
                <a:cs typeface="Microsoft Sans Serif"/>
              </a:rPr>
              <a:t> </a:t>
            </a:r>
            <a:r>
              <a:rPr sz="2400" spc="-5" dirty="0">
                <a:latin typeface="Microsoft Sans Serif"/>
                <a:cs typeface="Microsoft Sans Serif"/>
              </a:rPr>
              <a:t>at</a:t>
            </a:r>
            <a:r>
              <a:rPr sz="2400" spc="25" dirty="0">
                <a:latin typeface="Microsoft Sans Serif"/>
                <a:cs typeface="Microsoft Sans Serif"/>
              </a:rPr>
              <a:t> </a:t>
            </a:r>
            <a:r>
              <a:rPr sz="2400" spc="-15" dirty="0">
                <a:latin typeface="Microsoft Sans Serif"/>
                <a:cs typeface="Microsoft Sans Serif"/>
              </a:rPr>
              <a:t>all.</a:t>
            </a:r>
            <a:r>
              <a:rPr sz="2400" spc="50" dirty="0">
                <a:latin typeface="Microsoft Sans Serif"/>
                <a:cs typeface="Microsoft Sans Serif"/>
              </a:rPr>
              <a:t> </a:t>
            </a:r>
            <a:r>
              <a:rPr sz="2400" spc="-5" dirty="0">
                <a:latin typeface="Microsoft Sans Serif"/>
                <a:cs typeface="Microsoft Sans Serif"/>
              </a:rPr>
              <a:t>To </a:t>
            </a:r>
            <a:r>
              <a:rPr sz="2400" spc="-620" dirty="0">
                <a:latin typeface="Microsoft Sans Serif"/>
                <a:cs typeface="Microsoft Sans Serif"/>
              </a:rPr>
              <a:t> </a:t>
            </a:r>
            <a:r>
              <a:rPr sz="2400" spc="-10" dirty="0">
                <a:latin typeface="Microsoft Sans Serif"/>
                <a:cs typeface="Microsoft Sans Serif"/>
              </a:rPr>
              <a:t>give</a:t>
            </a:r>
            <a:r>
              <a:rPr sz="2400" spc="40" dirty="0">
                <a:latin typeface="Microsoft Sans Serif"/>
                <a:cs typeface="Microsoft Sans Serif"/>
              </a:rPr>
              <a:t> </a:t>
            </a:r>
            <a:r>
              <a:rPr sz="2400" spc="-5" dirty="0">
                <a:latin typeface="Microsoft Sans Serif"/>
                <a:cs typeface="Microsoft Sans Serif"/>
              </a:rPr>
              <a:t>an</a:t>
            </a:r>
            <a:r>
              <a:rPr sz="2400" spc="30" dirty="0">
                <a:latin typeface="Microsoft Sans Serif"/>
                <a:cs typeface="Microsoft Sans Serif"/>
              </a:rPr>
              <a:t> </a:t>
            </a:r>
            <a:r>
              <a:rPr sz="2400" spc="-10" dirty="0">
                <a:latin typeface="Microsoft Sans Serif"/>
                <a:cs typeface="Microsoft Sans Serif"/>
              </a:rPr>
              <a:t>example,</a:t>
            </a:r>
            <a:r>
              <a:rPr sz="2400" spc="65" dirty="0">
                <a:latin typeface="Microsoft Sans Serif"/>
                <a:cs typeface="Microsoft Sans Serif"/>
              </a:rPr>
              <a:t> </a:t>
            </a:r>
            <a:r>
              <a:rPr sz="2400" spc="-5" dirty="0">
                <a:latin typeface="Microsoft Sans Serif"/>
                <a:cs typeface="Microsoft Sans Serif"/>
              </a:rPr>
              <a:t>suppose</a:t>
            </a:r>
            <a:r>
              <a:rPr sz="2400" spc="40" dirty="0">
                <a:latin typeface="Microsoft Sans Serif"/>
                <a:cs typeface="Microsoft Sans Serif"/>
              </a:rPr>
              <a:t> </a:t>
            </a:r>
            <a:r>
              <a:rPr sz="2400" spc="-5" dirty="0">
                <a:latin typeface="Microsoft Sans Serif"/>
                <a:cs typeface="Microsoft Sans Serif"/>
              </a:rPr>
              <a:t>we</a:t>
            </a:r>
            <a:r>
              <a:rPr sz="2400" spc="40" dirty="0">
                <a:latin typeface="Microsoft Sans Serif"/>
                <a:cs typeface="Microsoft Sans Serif"/>
              </a:rPr>
              <a:t> </a:t>
            </a:r>
            <a:r>
              <a:rPr sz="2400" spc="-5" dirty="0">
                <a:latin typeface="Microsoft Sans Serif"/>
                <a:cs typeface="Microsoft Sans Serif"/>
              </a:rPr>
              <a:t>wrote,</a:t>
            </a:r>
            <a:r>
              <a:rPr sz="2400" spc="30" dirty="0">
                <a:latin typeface="Microsoft Sans Serif"/>
                <a:cs typeface="Microsoft Sans Serif"/>
              </a:rPr>
              <a:t> </a:t>
            </a:r>
            <a:r>
              <a:rPr sz="2400" spc="-10" dirty="0">
                <a:latin typeface="Microsoft Sans Serif"/>
                <a:cs typeface="Microsoft Sans Serif"/>
              </a:rPr>
              <a:t>“Define</a:t>
            </a:r>
            <a:r>
              <a:rPr sz="2400" spc="40" dirty="0">
                <a:latin typeface="Microsoft Sans Serif"/>
                <a:cs typeface="Microsoft Sans Serif"/>
              </a:rPr>
              <a:t> </a:t>
            </a:r>
            <a:r>
              <a:rPr sz="2400" spc="-5" dirty="0">
                <a:latin typeface="Microsoft Sans Serif"/>
                <a:cs typeface="Microsoft Sans Serif"/>
              </a:rPr>
              <a:t>a</a:t>
            </a:r>
            <a:r>
              <a:rPr sz="2400" spc="20" dirty="0">
                <a:latin typeface="Microsoft Sans Serif"/>
                <a:cs typeface="Microsoft Sans Serif"/>
              </a:rPr>
              <a:t> </a:t>
            </a:r>
            <a:r>
              <a:rPr sz="2400" spc="-5" dirty="0">
                <a:latin typeface="Microsoft Sans Serif"/>
                <a:cs typeface="Microsoft Sans Serif"/>
              </a:rPr>
              <a:t>function</a:t>
            </a:r>
            <a:endParaRPr sz="2400" dirty="0">
              <a:latin typeface="Microsoft Sans Serif"/>
              <a:cs typeface="Microsoft Sans Serif"/>
            </a:endParaRPr>
          </a:p>
          <a:p>
            <a:pPr marL="12700">
              <a:lnSpc>
                <a:spcPct val="100000"/>
              </a:lnSpc>
            </a:pPr>
            <a:r>
              <a:rPr sz="2400" i="1" dirty="0">
                <a:latin typeface="Arial"/>
                <a:cs typeface="Arial"/>
              </a:rPr>
              <a:t>f</a:t>
            </a:r>
            <a:r>
              <a:rPr sz="2400" i="1" spc="-15" dirty="0">
                <a:latin typeface="Arial"/>
                <a:cs typeface="Arial"/>
              </a:rPr>
              <a:t> </a:t>
            </a:r>
            <a:r>
              <a:rPr sz="2400" dirty="0">
                <a:latin typeface="Microsoft Sans Serif"/>
                <a:cs typeface="Microsoft Sans Serif"/>
              </a:rPr>
              <a:t>:</a:t>
            </a:r>
            <a:r>
              <a:rPr sz="2400" spc="25" dirty="0">
                <a:latin typeface="Microsoft Sans Serif"/>
                <a:cs typeface="Microsoft Sans Serif"/>
              </a:rPr>
              <a:t> </a:t>
            </a:r>
            <a:r>
              <a:rPr sz="2400" b="1" spc="-5" dirty="0">
                <a:latin typeface="Arial"/>
                <a:cs typeface="Arial"/>
              </a:rPr>
              <a:t>R</a:t>
            </a:r>
            <a:r>
              <a:rPr sz="2400" b="1" dirty="0">
                <a:latin typeface="Arial"/>
                <a:cs typeface="Arial"/>
              </a:rPr>
              <a:t> →</a:t>
            </a:r>
            <a:r>
              <a:rPr sz="2400" b="1" spc="-10" dirty="0">
                <a:latin typeface="Arial"/>
                <a:cs typeface="Arial"/>
              </a:rPr>
              <a:t> </a:t>
            </a:r>
            <a:r>
              <a:rPr sz="2400" b="1" spc="-5" dirty="0">
                <a:latin typeface="Arial"/>
                <a:cs typeface="Arial"/>
              </a:rPr>
              <a:t>R</a:t>
            </a:r>
            <a:r>
              <a:rPr sz="2400" b="1" spc="5" dirty="0">
                <a:latin typeface="Arial"/>
                <a:cs typeface="Arial"/>
              </a:rPr>
              <a:t> </a:t>
            </a:r>
            <a:r>
              <a:rPr sz="2400" spc="-5" dirty="0">
                <a:latin typeface="Microsoft Sans Serif"/>
                <a:cs typeface="Microsoft Sans Serif"/>
              </a:rPr>
              <a:t>by</a:t>
            </a:r>
            <a:r>
              <a:rPr sz="2400" spc="30" dirty="0">
                <a:latin typeface="Microsoft Sans Serif"/>
                <a:cs typeface="Microsoft Sans Serif"/>
              </a:rPr>
              <a:t> </a:t>
            </a:r>
            <a:r>
              <a:rPr sz="2400" spc="-10" dirty="0">
                <a:latin typeface="Microsoft Sans Serif"/>
                <a:cs typeface="Microsoft Sans Serif"/>
              </a:rPr>
              <a:t>specifying</a:t>
            </a:r>
            <a:r>
              <a:rPr sz="2400" spc="55" dirty="0">
                <a:latin typeface="Microsoft Sans Serif"/>
                <a:cs typeface="Microsoft Sans Serif"/>
              </a:rPr>
              <a:t> </a:t>
            </a:r>
            <a:r>
              <a:rPr sz="2400" spc="-5" dirty="0">
                <a:latin typeface="Microsoft Sans Serif"/>
                <a:cs typeface="Microsoft Sans Serif"/>
              </a:rPr>
              <a:t>that</a:t>
            </a:r>
            <a:r>
              <a:rPr sz="2400" spc="15" dirty="0">
                <a:latin typeface="Microsoft Sans Serif"/>
                <a:cs typeface="Microsoft Sans Serif"/>
              </a:rPr>
              <a:t> </a:t>
            </a:r>
            <a:r>
              <a:rPr sz="2400" spc="-5" dirty="0">
                <a:latin typeface="Microsoft Sans Serif"/>
                <a:cs typeface="Microsoft Sans Serif"/>
              </a:rPr>
              <a:t>for</a:t>
            </a:r>
            <a:r>
              <a:rPr sz="2400" spc="25" dirty="0">
                <a:latin typeface="Microsoft Sans Serif"/>
                <a:cs typeface="Microsoft Sans Serif"/>
              </a:rPr>
              <a:t> </a:t>
            </a:r>
            <a:r>
              <a:rPr sz="2400" spc="-15" dirty="0">
                <a:latin typeface="Microsoft Sans Serif"/>
                <a:cs typeface="Microsoft Sans Serif"/>
              </a:rPr>
              <a:t>all</a:t>
            </a:r>
            <a:r>
              <a:rPr sz="2400" spc="45" dirty="0">
                <a:latin typeface="Microsoft Sans Serif"/>
                <a:cs typeface="Microsoft Sans Serif"/>
              </a:rPr>
              <a:t> </a:t>
            </a:r>
            <a:r>
              <a:rPr sz="2400" spc="-10" dirty="0">
                <a:latin typeface="Microsoft Sans Serif"/>
                <a:cs typeface="Microsoft Sans Serif"/>
              </a:rPr>
              <a:t>real</a:t>
            </a:r>
            <a:r>
              <a:rPr sz="2400" spc="25" dirty="0">
                <a:latin typeface="Microsoft Sans Serif"/>
                <a:cs typeface="Microsoft Sans Serif"/>
              </a:rPr>
              <a:t> </a:t>
            </a:r>
            <a:r>
              <a:rPr sz="2400" spc="-5" dirty="0">
                <a:latin typeface="Microsoft Sans Serif"/>
                <a:cs typeface="Microsoft Sans Serif"/>
              </a:rPr>
              <a:t>numbers</a:t>
            </a:r>
            <a:r>
              <a:rPr sz="2400" spc="45" dirty="0">
                <a:latin typeface="Microsoft Sans Serif"/>
                <a:cs typeface="Microsoft Sans Serif"/>
              </a:rPr>
              <a:t> </a:t>
            </a:r>
            <a:r>
              <a:rPr sz="2400" i="1" dirty="0">
                <a:latin typeface="Arial"/>
                <a:cs typeface="Arial"/>
              </a:rPr>
              <a:t>x</a:t>
            </a:r>
            <a:r>
              <a:rPr sz="2400" dirty="0">
                <a:latin typeface="Microsoft Sans Serif"/>
                <a:cs typeface="Microsoft Sans Serif"/>
              </a:rPr>
              <a:t>,</a:t>
            </a:r>
          </a:p>
        </p:txBody>
      </p:sp>
      <p:sp>
        <p:nvSpPr>
          <p:cNvPr id="5" name="object 4">
            <a:extLst>
              <a:ext uri="{FF2B5EF4-FFF2-40B4-BE49-F238E27FC236}">
                <a16:creationId xmlns:a16="http://schemas.microsoft.com/office/drawing/2014/main" id="{E3768FE8-8F9E-7BB3-5E97-7BEAD66A24EA}"/>
              </a:ext>
            </a:extLst>
          </p:cNvPr>
          <p:cNvSpPr txBox="1"/>
          <p:nvPr/>
        </p:nvSpPr>
        <p:spPr>
          <a:xfrm>
            <a:off x="994664" y="4358135"/>
            <a:ext cx="7701280" cy="1488440"/>
          </a:xfrm>
          <a:prstGeom prst="rect">
            <a:avLst/>
          </a:prstGeom>
        </p:spPr>
        <p:txBody>
          <a:bodyPr vert="horz" wrap="square" lIns="0" tIns="12700" rIns="0" bIns="0" rtlCol="0">
            <a:spAutoFit/>
          </a:bodyPr>
          <a:lstStyle/>
          <a:p>
            <a:pPr marL="12700" marR="5080">
              <a:lnSpc>
                <a:spcPct val="100000"/>
              </a:lnSpc>
              <a:spcBef>
                <a:spcPts val="100"/>
              </a:spcBef>
            </a:pPr>
            <a:r>
              <a:rPr sz="2400" spc="-5" dirty="0">
                <a:latin typeface="Microsoft Sans Serif"/>
                <a:cs typeface="Microsoft Sans Serif"/>
              </a:rPr>
              <a:t>There</a:t>
            </a:r>
            <a:r>
              <a:rPr sz="2400" spc="30" dirty="0">
                <a:latin typeface="Microsoft Sans Serif"/>
                <a:cs typeface="Microsoft Sans Serif"/>
              </a:rPr>
              <a:t> </a:t>
            </a:r>
            <a:r>
              <a:rPr sz="2400" spc="-5" dirty="0">
                <a:latin typeface="Microsoft Sans Serif"/>
                <a:cs typeface="Microsoft Sans Serif"/>
              </a:rPr>
              <a:t>are</a:t>
            </a:r>
            <a:r>
              <a:rPr sz="2400" spc="35" dirty="0">
                <a:latin typeface="Microsoft Sans Serif"/>
                <a:cs typeface="Microsoft Sans Serif"/>
              </a:rPr>
              <a:t> </a:t>
            </a:r>
            <a:r>
              <a:rPr sz="2400" spc="-5" dirty="0">
                <a:latin typeface="Microsoft Sans Serif"/>
                <a:cs typeface="Microsoft Sans Serif"/>
              </a:rPr>
              <a:t>two</a:t>
            </a:r>
            <a:r>
              <a:rPr sz="2400" spc="35" dirty="0">
                <a:latin typeface="Microsoft Sans Serif"/>
                <a:cs typeface="Microsoft Sans Serif"/>
              </a:rPr>
              <a:t> </a:t>
            </a:r>
            <a:r>
              <a:rPr sz="2400" spc="-10" dirty="0">
                <a:latin typeface="Microsoft Sans Serif"/>
                <a:cs typeface="Microsoft Sans Serif"/>
              </a:rPr>
              <a:t>distinct</a:t>
            </a:r>
            <a:r>
              <a:rPr sz="2400" spc="40" dirty="0">
                <a:latin typeface="Microsoft Sans Serif"/>
                <a:cs typeface="Microsoft Sans Serif"/>
              </a:rPr>
              <a:t> </a:t>
            </a:r>
            <a:r>
              <a:rPr sz="2400" spc="-5" dirty="0">
                <a:latin typeface="Microsoft Sans Serif"/>
                <a:cs typeface="Microsoft Sans Serif"/>
              </a:rPr>
              <a:t>reasons</a:t>
            </a:r>
            <a:r>
              <a:rPr sz="2400" spc="35" dirty="0">
                <a:latin typeface="Microsoft Sans Serif"/>
                <a:cs typeface="Microsoft Sans Serif"/>
              </a:rPr>
              <a:t> </a:t>
            </a:r>
            <a:r>
              <a:rPr sz="2400" spc="-5" dirty="0">
                <a:latin typeface="Microsoft Sans Serif"/>
                <a:cs typeface="Microsoft Sans Serif"/>
              </a:rPr>
              <a:t>why</a:t>
            </a:r>
            <a:r>
              <a:rPr sz="2400" spc="50" dirty="0">
                <a:latin typeface="Microsoft Sans Serif"/>
                <a:cs typeface="Microsoft Sans Serif"/>
              </a:rPr>
              <a:t> </a:t>
            </a:r>
            <a:r>
              <a:rPr sz="2400" spc="-10" dirty="0">
                <a:latin typeface="Microsoft Sans Serif"/>
                <a:cs typeface="Microsoft Sans Serif"/>
              </a:rPr>
              <a:t>this</a:t>
            </a:r>
            <a:r>
              <a:rPr sz="2400" spc="35" dirty="0">
                <a:latin typeface="Microsoft Sans Serif"/>
                <a:cs typeface="Microsoft Sans Serif"/>
              </a:rPr>
              <a:t> </a:t>
            </a:r>
            <a:r>
              <a:rPr sz="2400" spc="-10" dirty="0">
                <a:latin typeface="Microsoft Sans Serif"/>
                <a:cs typeface="Microsoft Sans Serif"/>
              </a:rPr>
              <a:t>description</a:t>
            </a:r>
            <a:r>
              <a:rPr sz="2400" spc="60" dirty="0">
                <a:latin typeface="Microsoft Sans Serif"/>
                <a:cs typeface="Microsoft Sans Serif"/>
              </a:rPr>
              <a:t> </a:t>
            </a:r>
            <a:r>
              <a:rPr sz="2400" spc="-5" dirty="0">
                <a:latin typeface="Microsoft Sans Serif"/>
                <a:cs typeface="Microsoft Sans Serif"/>
              </a:rPr>
              <a:t>does </a:t>
            </a:r>
            <a:r>
              <a:rPr sz="2400" dirty="0">
                <a:latin typeface="Microsoft Sans Serif"/>
                <a:cs typeface="Microsoft Sans Serif"/>
              </a:rPr>
              <a:t> </a:t>
            </a:r>
            <a:r>
              <a:rPr sz="2400" spc="-5" dirty="0">
                <a:latin typeface="Microsoft Sans Serif"/>
                <a:cs typeface="Microsoft Sans Serif"/>
              </a:rPr>
              <a:t>not</a:t>
            </a:r>
            <a:r>
              <a:rPr sz="2400" spc="25" dirty="0">
                <a:latin typeface="Microsoft Sans Serif"/>
                <a:cs typeface="Microsoft Sans Serif"/>
              </a:rPr>
              <a:t> </a:t>
            </a:r>
            <a:r>
              <a:rPr sz="2400" spc="-10" dirty="0">
                <a:latin typeface="Microsoft Sans Serif"/>
                <a:cs typeface="Microsoft Sans Serif"/>
              </a:rPr>
              <a:t>define</a:t>
            </a:r>
            <a:r>
              <a:rPr sz="2400" spc="40" dirty="0">
                <a:latin typeface="Microsoft Sans Serif"/>
                <a:cs typeface="Microsoft Sans Serif"/>
              </a:rPr>
              <a:t> </a:t>
            </a:r>
            <a:r>
              <a:rPr sz="2400" spc="-5" dirty="0">
                <a:latin typeface="Microsoft Sans Serif"/>
                <a:cs typeface="Microsoft Sans Serif"/>
              </a:rPr>
              <a:t>a</a:t>
            </a:r>
            <a:r>
              <a:rPr sz="2400" spc="30" dirty="0">
                <a:latin typeface="Microsoft Sans Serif"/>
                <a:cs typeface="Microsoft Sans Serif"/>
              </a:rPr>
              <a:t> </a:t>
            </a:r>
            <a:r>
              <a:rPr sz="2400" spc="-5" dirty="0">
                <a:latin typeface="Microsoft Sans Serif"/>
                <a:cs typeface="Microsoft Sans Serif"/>
              </a:rPr>
              <a:t>function.</a:t>
            </a:r>
            <a:r>
              <a:rPr sz="2400" spc="40" dirty="0">
                <a:latin typeface="Microsoft Sans Serif"/>
                <a:cs typeface="Microsoft Sans Serif"/>
              </a:rPr>
              <a:t> </a:t>
            </a:r>
            <a:r>
              <a:rPr sz="2400" spc="-5" dirty="0">
                <a:latin typeface="Microsoft Sans Serif"/>
                <a:cs typeface="Microsoft Sans Serif"/>
              </a:rPr>
              <a:t>For</a:t>
            </a:r>
            <a:r>
              <a:rPr sz="2400" spc="25" dirty="0">
                <a:latin typeface="Microsoft Sans Serif"/>
                <a:cs typeface="Microsoft Sans Serif"/>
              </a:rPr>
              <a:t> </a:t>
            </a:r>
            <a:r>
              <a:rPr sz="2400" spc="-5" dirty="0">
                <a:latin typeface="Microsoft Sans Serif"/>
                <a:cs typeface="Microsoft Sans Serif"/>
              </a:rPr>
              <a:t>almost</a:t>
            </a:r>
            <a:r>
              <a:rPr sz="2400" spc="35" dirty="0">
                <a:latin typeface="Microsoft Sans Serif"/>
                <a:cs typeface="Microsoft Sans Serif"/>
              </a:rPr>
              <a:t> </a:t>
            </a:r>
            <a:r>
              <a:rPr sz="2400" spc="-15" dirty="0">
                <a:latin typeface="Microsoft Sans Serif"/>
                <a:cs typeface="Microsoft Sans Serif"/>
              </a:rPr>
              <a:t>all</a:t>
            </a:r>
            <a:r>
              <a:rPr sz="2400" spc="40" dirty="0">
                <a:latin typeface="Microsoft Sans Serif"/>
                <a:cs typeface="Microsoft Sans Serif"/>
              </a:rPr>
              <a:t> </a:t>
            </a:r>
            <a:r>
              <a:rPr sz="2400" spc="-10" dirty="0">
                <a:latin typeface="Microsoft Sans Serif"/>
                <a:cs typeface="Microsoft Sans Serif"/>
              </a:rPr>
              <a:t>values</a:t>
            </a:r>
            <a:r>
              <a:rPr sz="2400" spc="50"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i="1" dirty="0">
                <a:latin typeface="Arial"/>
                <a:cs typeface="Arial"/>
              </a:rPr>
              <a:t>x</a:t>
            </a:r>
            <a:r>
              <a:rPr sz="2400" dirty="0">
                <a:latin typeface="Microsoft Sans Serif"/>
                <a:cs typeface="Microsoft Sans Serif"/>
              </a:rPr>
              <a:t>,</a:t>
            </a:r>
            <a:r>
              <a:rPr sz="2400" spc="15" dirty="0">
                <a:latin typeface="Microsoft Sans Serif"/>
                <a:cs typeface="Microsoft Sans Serif"/>
              </a:rPr>
              <a:t> </a:t>
            </a:r>
            <a:r>
              <a:rPr sz="2400" spc="-10" dirty="0">
                <a:latin typeface="Microsoft Sans Serif"/>
                <a:cs typeface="Microsoft Sans Serif"/>
              </a:rPr>
              <a:t>either</a:t>
            </a:r>
            <a:r>
              <a:rPr sz="2400" spc="50" dirty="0">
                <a:latin typeface="Microsoft Sans Serif"/>
                <a:cs typeface="Microsoft Sans Serif"/>
              </a:rPr>
              <a:t> </a:t>
            </a:r>
            <a:r>
              <a:rPr sz="2400" spc="-5" dirty="0">
                <a:latin typeface="Microsoft Sans Serif"/>
                <a:cs typeface="Microsoft Sans Serif"/>
              </a:rPr>
              <a:t>(1) </a:t>
            </a:r>
            <a:r>
              <a:rPr sz="2400" spc="-620" dirty="0">
                <a:latin typeface="Microsoft Sans Serif"/>
                <a:cs typeface="Microsoft Sans Serif"/>
              </a:rPr>
              <a:t> </a:t>
            </a:r>
            <a:r>
              <a:rPr sz="2400" spc="-5" dirty="0">
                <a:latin typeface="Microsoft Sans Serif"/>
                <a:cs typeface="Microsoft Sans Serif"/>
              </a:rPr>
              <a:t>there</a:t>
            </a:r>
            <a:r>
              <a:rPr sz="2400" spc="25" dirty="0">
                <a:latin typeface="Microsoft Sans Serif"/>
                <a:cs typeface="Microsoft Sans Serif"/>
              </a:rPr>
              <a:t> </a:t>
            </a:r>
            <a:r>
              <a:rPr sz="2400" spc="-10" dirty="0">
                <a:latin typeface="Microsoft Sans Serif"/>
                <a:cs typeface="Microsoft Sans Serif"/>
              </a:rPr>
              <a:t>is</a:t>
            </a:r>
            <a:r>
              <a:rPr sz="2400" spc="35" dirty="0">
                <a:latin typeface="Microsoft Sans Serif"/>
                <a:cs typeface="Microsoft Sans Serif"/>
              </a:rPr>
              <a:t> </a:t>
            </a:r>
            <a:r>
              <a:rPr sz="2400" spc="-5" dirty="0">
                <a:latin typeface="Microsoft Sans Serif"/>
                <a:cs typeface="Microsoft Sans Serif"/>
              </a:rPr>
              <a:t>no</a:t>
            </a:r>
            <a:r>
              <a:rPr sz="2400" spc="45" dirty="0">
                <a:latin typeface="Microsoft Sans Serif"/>
                <a:cs typeface="Microsoft Sans Serif"/>
              </a:rPr>
              <a:t> </a:t>
            </a:r>
            <a:r>
              <a:rPr sz="2400" i="1" dirty="0">
                <a:latin typeface="Arial"/>
                <a:cs typeface="Arial"/>
              </a:rPr>
              <a:t>y</a:t>
            </a:r>
            <a:r>
              <a:rPr sz="2400" i="1" spc="-5" dirty="0">
                <a:latin typeface="Arial"/>
                <a:cs typeface="Arial"/>
              </a:rPr>
              <a:t> </a:t>
            </a:r>
            <a:r>
              <a:rPr sz="2400" spc="-5" dirty="0">
                <a:latin typeface="Microsoft Sans Serif"/>
                <a:cs typeface="Microsoft Sans Serif"/>
              </a:rPr>
              <a:t>that</a:t>
            </a:r>
            <a:r>
              <a:rPr sz="2400" spc="20" dirty="0">
                <a:latin typeface="Microsoft Sans Serif"/>
                <a:cs typeface="Microsoft Sans Serif"/>
              </a:rPr>
              <a:t> </a:t>
            </a:r>
            <a:r>
              <a:rPr sz="2400" spc="-10" dirty="0">
                <a:latin typeface="Microsoft Sans Serif"/>
                <a:cs typeface="Microsoft Sans Serif"/>
              </a:rPr>
              <a:t>satisfies</a:t>
            </a:r>
            <a:r>
              <a:rPr sz="2400" spc="35" dirty="0">
                <a:latin typeface="Microsoft Sans Serif"/>
                <a:cs typeface="Microsoft Sans Serif"/>
              </a:rPr>
              <a:t> </a:t>
            </a:r>
            <a:r>
              <a:rPr sz="2400" spc="-5" dirty="0">
                <a:latin typeface="Microsoft Sans Serif"/>
                <a:cs typeface="Microsoft Sans Serif"/>
              </a:rPr>
              <a:t>the</a:t>
            </a:r>
            <a:r>
              <a:rPr sz="2400" spc="35" dirty="0">
                <a:latin typeface="Microsoft Sans Serif"/>
                <a:cs typeface="Microsoft Sans Serif"/>
              </a:rPr>
              <a:t> </a:t>
            </a:r>
            <a:r>
              <a:rPr sz="2400" spc="-10" dirty="0">
                <a:latin typeface="Microsoft Sans Serif"/>
                <a:cs typeface="Microsoft Sans Serif"/>
              </a:rPr>
              <a:t>given</a:t>
            </a:r>
            <a:r>
              <a:rPr sz="2400" spc="45" dirty="0">
                <a:latin typeface="Microsoft Sans Serif"/>
                <a:cs typeface="Microsoft Sans Serif"/>
              </a:rPr>
              <a:t> </a:t>
            </a:r>
            <a:r>
              <a:rPr sz="2400" spc="-10" dirty="0">
                <a:latin typeface="Microsoft Sans Serif"/>
                <a:cs typeface="Microsoft Sans Serif"/>
              </a:rPr>
              <a:t>equation</a:t>
            </a:r>
            <a:r>
              <a:rPr sz="2400" spc="60" dirty="0">
                <a:latin typeface="Microsoft Sans Serif"/>
                <a:cs typeface="Microsoft Sans Serif"/>
              </a:rPr>
              <a:t> </a:t>
            </a:r>
            <a:r>
              <a:rPr sz="2400" spc="-5" dirty="0">
                <a:latin typeface="Microsoft Sans Serif"/>
                <a:cs typeface="Microsoft Sans Serif"/>
              </a:rPr>
              <a:t>or</a:t>
            </a:r>
            <a:r>
              <a:rPr sz="2400" spc="30" dirty="0">
                <a:latin typeface="Microsoft Sans Serif"/>
                <a:cs typeface="Microsoft Sans Serif"/>
              </a:rPr>
              <a:t> </a:t>
            </a:r>
            <a:r>
              <a:rPr sz="2400" spc="-5" dirty="0">
                <a:latin typeface="Microsoft Sans Serif"/>
                <a:cs typeface="Microsoft Sans Serif"/>
              </a:rPr>
              <a:t>(2)</a:t>
            </a:r>
            <a:r>
              <a:rPr sz="2400" spc="30" dirty="0">
                <a:latin typeface="Microsoft Sans Serif"/>
                <a:cs typeface="Microsoft Sans Serif"/>
              </a:rPr>
              <a:t> </a:t>
            </a:r>
            <a:r>
              <a:rPr sz="2400" spc="-5" dirty="0">
                <a:latin typeface="Microsoft Sans Serif"/>
                <a:cs typeface="Microsoft Sans Serif"/>
              </a:rPr>
              <a:t>there </a:t>
            </a:r>
            <a:r>
              <a:rPr sz="2400" dirty="0">
                <a:latin typeface="Microsoft Sans Serif"/>
                <a:cs typeface="Microsoft Sans Serif"/>
              </a:rPr>
              <a:t> </a:t>
            </a:r>
            <a:r>
              <a:rPr sz="2400" spc="-5" dirty="0">
                <a:latin typeface="Microsoft Sans Serif"/>
                <a:cs typeface="Microsoft Sans Serif"/>
              </a:rPr>
              <a:t>are</a:t>
            </a:r>
            <a:r>
              <a:rPr sz="2400" spc="30" dirty="0">
                <a:latin typeface="Microsoft Sans Serif"/>
                <a:cs typeface="Microsoft Sans Serif"/>
              </a:rPr>
              <a:t> </a:t>
            </a:r>
            <a:r>
              <a:rPr sz="2400" spc="-5" dirty="0">
                <a:latin typeface="Microsoft Sans Serif"/>
                <a:cs typeface="Microsoft Sans Serif"/>
              </a:rPr>
              <a:t>two</a:t>
            </a:r>
            <a:r>
              <a:rPr sz="2400" spc="20" dirty="0">
                <a:latin typeface="Microsoft Sans Serif"/>
                <a:cs typeface="Microsoft Sans Serif"/>
              </a:rPr>
              <a:t> </a:t>
            </a:r>
            <a:r>
              <a:rPr sz="2400" spc="-5" dirty="0">
                <a:latin typeface="Microsoft Sans Serif"/>
                <a:cs typeface="Microsoft Sans Serif"/>
              </a:rPr>
              <a:t>different</a:t>
            </a:r>
            <a:r>
              <a:rPr sz="2400" spc="35" dirty="0">
                <a:latin typeface="Microsoft Sans Serif"/>
                <a:cs typeface="Microsoft Sans Serif"/>
              </a:rPr>
              <a:t> </a:t>
            </a:r>
            <a:r>
              <a:rPr sz="2400" spc="-10" dirty="0">
                <a:latin typeface="Microsoft Sans Serif"/>
                <a:cs typeface="Microsoft Sans Serif"/>
              </a:rPr>
              <a:t>values</a:t>
            </a:r>
            <a:r>
              <a:rPr sz="2400" spc="50"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i="1" dirty="0">
                <a:latin typeface="Arial"/>
                <a:cs typeface="Arial"/>
              </a:rPr>
              <a:t>y</a:t>
            </a:r>
            <a:r>
              <a:rPr sz="2400" i="1" spc="-10" dirty="0">
                <a:latin typeface="Arial"/>
                <a:cs typeface="Arial"/>
              </a:rPr>
              <a:t> </a:t>
            </a:r>
            <a:r>
              <a:rPr sz="2400" spc="-5" dirty="0">
                <a:latin typeface="Microsoft Sans Serif"/>
                <a:cs typeface="Microsoft Sans Serif"/>
              </a:rPr>
              <a:t>that</a:t>
            </a:r>
            <a:r>
              <a:rPr sz="2400" spc="30" dirty="0">
                <a:latin typeface="Microsoft Sans Serif"/>
                <a:cs typeface="Microsoft Sans Serif"/>
              </a:rPr>
              <a:t> </a:t>
            </a:r>
            <a:r>
              <a:rPr sz="2400" spc="-5" dirty="0">
                <a:latin typeface="Microsoft Sans Serif"/>
                <a:cs typeface="Microsoft Sans Serif"/>
              </a:rPr>
              <a:t>satisfy</a:t>
            </a:r>
            <a:r>
              <a:rPr sz="2400" spc="10" dirty="0">
                <a:latin typeface="Microsoft Sans Serif"/>
                <a:cs typeface="Microsoft Sans Serif"/>
              </a:rPr>
              <a:t> </a:t>
            </a:r>
            <a:r>
              <a:rPr sz="2400" spc="-5" dirty="0">
                <a:latin typeface="Microsoft Sans Serif"/>
                <a:cs typeface="Microsoft Sans Serif"/>
              </a:rPr>
              <a:t>the</a:t>
            </a:r>
            <a:r>
              <a:rPr sz="2400" spc="30" dirty="0">
                <a:latin typeface="Microsoft Sans Serif"/>
                <a:cs typeface="Microsoft Sans Serif"/>
              </a:rPr>
              <a:t> </a:t>
            </a:r>
            <a:r>
              <a:rPr sz="2400" spc="-10" dirty="0">
                <a:latin typeface="Microsoft Sans Serif"/>
                <a:cs typeface="Microsoft Sans Serif"/>
              </a:rPr>
              <a:t>equation.</a:t>
            </a:r>
            <a:endParaRPr sz="2400" dirty="0">
              <a:latin typeface="Microsoft Sans Serif"/>
              <a:cs typeface="Microsoft Sans Serif"/>
            </a:endParaRPr>
          </a:p>
        </p:txBody>
      </p:sp>
      <p:pic>
        <p:nvPicPr>
          <p:cNvPr id="6" name="object 5">
            <a:extLst>
              <a:ext uri="{FF2B5EF4-FFF2-40B4-BE49-F238E27FC236}">
                <a16:creationId xmlns:a16="http://schemas.microsoft.com/office/drawing/2014/main" id="{4FC2AB97-C4B4-7EE6-E548-014ED303C3D9}"/>
              </a:ext>
            </a:extLst>
          </p:cNvPr>
          <p:cNvPicPr/>
          <p:nvPr/>
        </p:nvPicPr>
        <p:blipFill>
          <a:blip r:embed="rId2" cstate="print"/>
          <a:stretch>
            <a:fillRect/>
          </a:stretch>
        </p:blipFill>
        <p:spPr>
          <a:xfrm>
            <a:off x="1953105" y="3722918"/>
            <a:ext cx="5649287" cy="329682"/>
          </a:xfrm>
          <a:prstGeom prst="rect">
            <a:avLst/>
          </a:prstGeom>
        </p:spPr>
      </p:pic>
    </p:spTree>
    <p:extLst>
      <p:ext uri="{BB962C8B-B14F-4D97-AF65-F5344CB8AC3E}">
        <p14:creationId xmlns:p14="http://schemas.microsoft.com/office/powerpoint/2010/main" val="130415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54A33-F2EB-21BC-AA9C-AA51B4DB9A93}"/>
              </a:ext>
            </a:extLst>
          </p:cNvPr>
          <p:cNvSpPr>
            <a:spLocks noGrp="1"/>
          </p:cNvSpPr>
          <p:nvPr>
            <p:ph type="title"/>
          </p:nvPr>
        </p:nvSpPr>
        <p:spPr/>
        <p:txBody>
          <a:bodyPr/>
          <a:lstStyle/>
          <a:p>
            <a:r>
              <a:rPr lang="en-US" dirty="0"/>
              <a:t>Checking whether the function is well defined</a:t>
            </a:r>
          </a:p>
        </p:txBody>
      </p:sp>
      <p:sp>
        <p:nvSpPr>
          <p:cNvPr id="4" name="object 3">
            <a:extLst>
              <a:ext uri="{FF2B5EF4-FFF2-40B4-BE49-F238E27FC236}">
                <a16:creationId xmlns:a16="http://schemas.microsoft.com/office/drawing/2014/main" id="{EF5B802A-736F-4116-BC99-62910940DB96}"/>
              </a:ext>
            </a:extLst>
          </p:cNvPr>
          <p:cNvSpPr txBox="1">
            <a:spLocks noGrp="1"/>
          </p:cNvSpPr>
          <p:nvPr>
            <p:ph idx="1"/>
          </p:nvPr>
        </p:nvSpPr>
        <p:spPr>
          <a:xfrm>
            <a:off x="838200" y="1825625"/>
            <a:ext cx="10515600" cy="4351338"/>
          </a:xfrm>
          <a:prstGeom prst="rect">
            <a:avLst/>
          </a:prstGeom>
        </p:spPr>
        <p:txBody>
          <a:bodyPr vert="horz" wrap="square" lIns="0" tIns="12700" rIns="0" bIns="0" rtlCol="0">
            <a:spAutoFit/>
          </a:bodyPr>
          <a:lstStyle/>
          <a:p>
            <a:pPr marL="50800" marR="255904">
              <a:lnSpc>
                <a:spcPct val="100000"/>
              </a:lnSpc>
              <a:spcBef>
                <a:spcPts val="100"/>
              </a:spcBef>
              <a:tabLst>
                <a:tab pos="728345" algn="l"/>
              </a:tabLst>
            </a:pPr>
            <a:r>
              <a:rPr sz="2400" spc="-5" dirty="0">
                <a:latin typeface="Microsoft Sans Serif"/>
                <a:cs typeface="Microsoft Sans Serif"/>
              </a:rPr>
              <a:t>For</a:t>
            </a:r>
            <a:r>
              <a:rPr sz="2400" spc="20" dirty="0">
                <a:latin typeface="Microsoft Sans Serif"/>
                <a:cs typeface="Microsoft Sans Serif"/>
              </a:rPr>
              <a:t> </a:t>
            </a:r>
            <a:r>
              <a:rPr sz="2400" spc="-5" dirty="0">
                <a:latin typeface="Microsoft Sans Serif"/>
                <a:cs typeface="Microsoft Sans Serif"/>
              </a:rPr>
              <a:t>instance,</a:t>
            </a:r>
            <a:r>
              <a:rPr sz="2400" spc="35" dirty="0">
                <a:latin typeface="Microsoft Sans Serif"/>
                <a:cs typeface="Microsoft Sans Serif"/>
              </a:rPr>
              <a:t> </a:t>
            </a:r>
            <a:r>
              <a:rPr sz="2400" spc="-5" dirty="0">
                <a:latin typeface="Microsoft Sans Serif"/>
                <a:cs typeface="Microsoft Sans Serif"/>
              </a:rPr>
              <a:t>when</a:t>
            </a:r>
            <a:r>
              <a:rPr sz="2400" spc="50" dirty="0">
                <a:latin typeface="Microsoft Sans Serif"/>
                <a:cs typeface="Microsoft Sans Serif"/>
              </a:rPr>
              <a:t> </a:t>
            </a:r>
            <a:r>
              <a:rPr sz="2400" i="1" dirty="0">
                <a:latin typeface="Arial"/>
                <a:cs typeface="Arial"/>
              </a:rPr>
              <a:t>x</a:t>
            </a:r>
            <a:r>
              <a:rPr sz="2400" i="1" spc="-10" dirty="0">
                <a:latin typeface="Arial"/>
                <a:cs typeface="Arial"/>
              </a:rPr>
              <a:t> </a:t>
            </a:r>
            <a:r>
              <a:rPr sz="2400" dirty="0">
                <a:latin typeface="Microsoft Sans Serif"/>
                <a:cs typeface="Microsoft Sans Serif"/>
              </a:rPr>
              <a:t>=</a:t>
            </a:r>
            <a:r>
              <a:rPr sz="2400" spc="15" dirty="0">
                <a:latin typeface="Microsoft Sans Serif"/>
                <a:cs typeface="Microsoft Sans Serif"/>
              </a:rPr>
              <a:t> </a:t>
            </a:r>
            <a:r>
              <a:rPr sz="2400" spc="-5" dirty="0">
                <a:latin typeface="Microsoft Sans Serif"/>
                <a:cs typeface="Microsoft Sans Serif"/>
              </a:rPr>
              <a:t>2,</a:t>
            </a:r>
            <a:r>
              <a:rPr sz="2400" spc="25" dirty="0">
                <a:latin typeface="Microsoft Sans Serif"/>
                <a:cs typeface="Microsoft Sans Serif"/>
              </a:rPr>
              <a:t> </a:t>
            </a:r>
            <a:r>
              <a:rPr sz="2400" spc="-5" dirty="0">
                <a:latin typeface="Microsoft Sans Serif"/>
                <a:cs typeface="Microsoft Sans Serif"/>
              </a:rPr>
              <a:t>there</a:t>
            </a:r>
            <a:r>
              <a:rPr sz="2400" spc="20" dirty="0">
                <a:latin typeface="Microsoft Sans Serif"/>
                <a:cs typeface="Microsoft Sans Serif"/>
              </a:rPr>
              <a:t> </a:t>
            </a:r>
            <a:r>
              <a:rPr sz="2400" spc="-10" dirty="0">
                <a:latin typeface="Microsoft Sans Serif"/>
                <a:cs typeface="Microsoft Sans Serif"/>
              </a:rPr>
              <a:t>is</a:t>
            </a:r>
            <a:r>
              <a:rPr sz="2400" spc="25" dirty="0">
                <a:latin typeface="Microsoft Sans Serif"/>
                <a:cs typeface="Microsoft Sans Serif"/>
              </a:rPr>
              <a:t> </a:t>
            </a:r>
            <a:r>
              <a:rPr sz="2400" spc="-5" dirty="0">
                <a:latin typeface="Microsoft Sans Serif"/>
                <a:cs typeface="Microsoft Sans Serif"/>
              </a:rPr>
              <a:t>no</a:t>
            </a:r>
            <a:r>
              <a:rPr sz="2400" spc="30" dirty="0">
                <a:latin typeface="Microsoft Sans Serif"/>
                <a:cs typeface="Microsoft Sans Serif"/>
              </a:rPr>
              <a:t> </a:t>
            </a:r>
            <a:r>
              <a:rPr sz="2400" spc="-10" dirty="0">
                <a:latin typeface="Microsoft Sans Serif"/>
                <a:cs typeface="Microsoft Sans Serif"/>
              </a:rPr>
              <a:t>real</a:t>
            </a:r>
            <a:r>
              <a:rPr sz="2400" spc="35" dirty="0">
                <a:latin typeface="Microsoft Sans Serif"/>
                <a:cs typeface="Microsoft Sans Serif"/>
              </a:rPr>
              <a:t> </a:t>
            </a:r>
            <a:r>
              <a:rPr sz="2400" spc="-5" dirty="0">
                <a:latin typeface="Microsoft Sans Serif"/>
                <a:cs typeface="Microsoft Sans Serif"/>
              </a:rPr>
              <a:t>number</a:t>
            </a:r>
            <a:r>
              <a:rPr sz="2400" spc="35" dirty="0">
                <a:latin typeface="Microsoft Sans Serif"/>
                <a:cs typeface="Microsoft Sans Serif"/>
              </a:rPr>
              <a:t> </a:t>
            </a:r>
            <a:r>
              <a:rPr sz="2400" i="1" dirty="0">
                <a:latin typeface="Arial"/>
                <a:cs typeface="Arial"/>
              </a:rPr>
              <a:t>y</a:t>
            </a:r>
            <a:r>
              <a:rPr sz="2400" i="1" spc="5" dirty="0">
                <a:latin typeface="Arial"/>
                <a:cs typeface="Arial"/>
              </a:rPr>
              <a:t> </a:t>
            </a:r>
            <a:r>
              <a:rPr sz="2400" spc="-5" dirty="0">
                <a:latin typeface="Microsoft Sans Serif"/>
                <a:cs typeface="Microsoft Sans Serif"/>
              </a:rPr>
              <a:t>such </a:t>
            </a:r>
            <a:r>
              <a:rPr sz="2400" spc="-625" dirty="0">
                <a:latin typeface="Microsoft Sans Serif"/>
                <a:cs typeface="Microsoft Sans Serif"/>
              </a:rPr>
              <a:t> </a:t>
            </a:r>
            <a:r>
              <a:rPr sz="2400" spc="-5" dirty="0">
                <a:latin typeface="Microsoft Sans Serif"/>
                <a:cs typeface="Microsoft Sans Serif"/>
              </a:rPr>
              <a:t>that	2</a:t>
            </a:r>
            <a:r>
              <a:rPr sz="2400" spc="-7" baseline="24305" dirty="0">
                <a:latin typeface="Microsoft Sans Serif"/>
                <a:cs typeface="Microsoft Sans Serif"/>
              </a:rPr>
              <a:t>2</a:t>
            </a:r>
            <a:r>
              <a:rPr sz="2400" baseline="24305" dirty="0">
                <a:latin typeface="Microsoft Sans Serif"/>
                <a:cs typeface="Microsoft Sans Serif"/>
              </a:rPr>
              <a:t> </a:t>
            </a:r>
            <a:r>
              <a:rPr sz="2400" dirty="0">
                <a:latin typeface="Microsoft Sans Serif"/>
                <a:cs typeface="Microsoft Sans Serif"/>
              </a:rPr>
              <a:t>+ </a:t>
            </a:r>
            <a:r>
              <a:rPr sz="2400" i="1" spc="-5" dirty="0">
                <a:latin typeface="Arial"/>
                <a:cs typeface="Arial"/>
              </a:rPr>
              <a:t>y</a:t>
            </a:r>
            <a:r>
              <a:rPr sz="2400" spc="-7" baseline="24305" dirty="0">
                <a:latin typeface="Microsoft Sans Serif"/>
                <a:cs typeface="Microsoft Sans Serif"/>
              </a:rPr>
              <a:t>2</a:t>
            </a:r>
            <a:r>
              <a:rPr sz="2400" baseline="24305" dirty="0">
                <a:latin typeface="Microsoft Sans Serif"/>
                <a:cs typeface="Microsoft Sans Serif"/>
              </a:rPr>
              <a:t> </a:t>
            </a:r>
            <a:r>
              <a:rPr sz="2400" dirty="0">
                <a:latin typeface="Microsoft Sans Serif"/>
                <a:cs typeface="Microsoft Sans Serif"/>
              </a:rPr>
              <a:t>= </a:t>
            </a:r>
            <a:r>
              <a:rPr sz="2400" spc="-5" dirty="0">
                <a:latin typeface="Microsoft Sans Serif"/>
                <a:cs typeface="Microsoft Sans Serif"/>
              </a:rPr>
              <a:t>1, and when </a:t>
            </a:r>
            <a:r>
              <a:rPr sz="2400" i="1" dirty="0">
                <a:latin typeface="Arial"/>
                <a:cs typeface="Arial"/>
              </a:rPr>
              <a:t>x </a:t>
            </a:r>
            <a:r>
              <a:rPr sz="2400" dirty="0">
                <a:latin typeface="Microsoft Sans Serif"/>
                <a:cs typeface="Microsoft Sans Serif"/>
              </a:rPr>
              <a:t>= </a:t>
            </a:r>
            <a:r>
              <a:rPr sz="2400" spc="-5" dirty="0">
                <a:latin typeface="Microsoft Sans Serif"/>
                <a:cs typeface="Microsoft Sans Serif"/>
              </a:rPr>
              <a:t>0, both </a:t>
            </a:r>
            <a:r>
              <a:rPr sz="2400" i="1" dirty="0">
                <a:latin typeface="Arial"/>
                <a:cs typeface="Arial"/>
              </a:rPr>
              <a:t>y </a:t>
            </a:r>
            <a:r>
              <a:rPr sz="2400" dirty="0">
                <a:latin typeface="Microsoft Sans Serif"/>
                <a:cs typeface="Microsoft Sans Serif"/>
              </a:rPr>
              <a:t>= </a:t>
            </a:r>
            <a:r>
              <a:rPr sz="2400" spc="310" dirty="0">
                <a:latin typeface="Microsoft Sans Serif"/>
                <a:cs typeface="Microsoft Sans Serif"/>
              </a:rPr>
              <a:t>–1 </a:t>
            </a:r>
            <a:r>
              <a:rPr sz="2400" spc="-5" dirty="0">
                <a:latin typeface="Microsoft Sans Serif"/>
                <a:cs typeface="Microsoft Sans Serif"/>
              </a:rPr>
              <a:t>and </a:t>
            </a:r>
            <a:r>
              <a:rPr sz="2400" i="1" dirty="0">
                <a:latin typeface="Arial"/>
                <a:cs typeface="Arial"/>
              </a:rPr>
              <a:t>y </a:t>
            </a:r>
            <a:r>
              <a:rPr sz="2400" dirty="0">
                <a:latin typeface="Microsoft Sans Serif"/>
                <a:cs typeface="Microsoft Sans Serif"/>
              </a:rPr>
              <a:t>= </a:t>
            </a:r>
            <a:r>
              <a:rPr sz="2400" spc="-5" dirty="0">
                <a:latin typeface="Microsoft Sans Serif"/>
                <a:cs typeface="Microsoft Sans Serif"/>
              </a:rPr>
              <a:t>1 </a:t>
            </a:r>
            <a:r>
              <a:rPr sz="2400" dirty="0">
                <a:latin typeface="Microsoft Sans Serif"/>
                <a:cs typeface="Microsoft Sans Serif"/>
              </a:rPr>
              <a:t> </a:t>
            </a:r>
            <a:r>
              <a:rPr sz="2400" spc="-5" dirty="0">
                <a:latin typeface="Microsoft Sans Serif"/>
                <a:cs typeface="Microsoft Sans Serif"/>
              </a:rPr>
              <a:t>satisfy</a:t>
            </a:r>
            <a:r>
              <a:rPr sz="2400" spc="15"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10" dirty="0">
                <a:latin typeface="Microsoft Sans Serif"/>
                <a:cs typeface="Microsoft Sans Serif"/>
              </a:rPr>
              <a:t>equation</a:t>
            </a:r>
            <a:r>
              <a:rPr sz="2400" spc="55" dirty="0">
                <a:latin typeface="Microsoft Sans Serif"/>
                <a:cs typeface="Microsoft Sans Serif"/>
              </a:rPr>
              <a:t> </a:t>
            </a:r>
            <a:r>
              <a:rPr sz="2400" spc="-5" dirty="0">
                <a:latin typeface="Microsoft Sans Serif"/>
                <a:cs typeface="Microsoft Sans Serif"/>
              </a:rPr>
              <a:t>0</a:t>
            </a:r>
            <a:r>
              <a:rPr sz="2400" spc="-7" baseline="24305" dirty="0">
                <a:latin typeface="Microsoft Sans Serif"/>
                <a:cs typeface="Microsoft Sans Serif"/>
              </a:rPr>
              <a:t>2</a:t>
            </a:r>
            <a:r>
              <a:rPr sz="2400" spc="367" baseline="24305" dirty="0">
                <a:latin typeface="Microsoft Sans Serif"/>
                <a:cs typeface="Microsoft Sans Serif"/>
              </a:rPr>
              <a:t> </a:t>
            </a:r>
            <a:r>
              <a:rPr sz="2400" dirty="0">
                <a:latin typeface="Microsoft Sans Serif"/>
                <a:cs typeface="Microsoft Sans Serif"/>
              </a:rPr>
              <a:t>+</a:t>
            </a:r>
            <a:r>
              <a:rPr sz="2400" spc="20" dirty="0">
                <a:latin typeface="Microsoft Sans Serif"/>
                <a:cs typeface="Microsoft Sans Serif"/>
              </a:rPr>
              <a:t> </a:t>
            </a:r>
            <a:r>
              <a:rPr sz="2400" i="1" spc="-5" dirty="0">
                <a:latin typeface="Arial"/>
                <a:cs typeface="Arial"/>
              </a:rPr>
              <a:t>y</a:t>
            </a:r>
            <a:r>
              <a:rPr sz="2400" spc="-7" baseline="24305" dirty="0">
                <a:latin typeface="Microsoft Sans Serif"/>
                <a:cs typeface="Microsoft Sans Serif"/>
              </a:rPr>
              <a:t>2</a:t>
            </a:r>
            <a:r>
              <a:rPr sz="2400" spc="352" baseline="24305" dirty="0">
                <a:latin typeface="Microsoft Sans Serif"/>
                <a:cs typeface="Microsoft Sans Serif"/>
              </a:rPr>
              <a:t> </a:t>
            </a:r>
            <a:r>
              <a:rPr sz="2400" dirty="0">
                <a:latin typeface="Microsoft Sans Serif"/>
                <a:cs typeface="Microsoft Sans Serif"/>
              </a:rPr>
              <a:t>=</a:t>
            </a:r>
            <a:r>
              <a:rPr sz="2400" spc="20" dirty="0">
                <a:latin typeface="Microsoft Sans Serif"/>
                <a:cs typeface="Microsoft Sans Serif"/>
              </a:rPr>
              <a:t> </a:t>
            </a:r>
            <a:r>
              <a:rPr sz="2400" spc="-5" dirty="0">
                <a:latin typeface="Microsoft Sans Serif"/>
                <a:cs typeface="Microsoft Sans Serif"/>
              </a:rPr>
              <a:t>1.</a:t>
            </a:r>
            <a:endParaRPr sz="2400" dirty="0">
              <a:latin typeface="Microsoft Sans Serif"/>
              <a:cs typeface="Microsoft Sans Serif"/>
            </a:endParaRPr>
          </a:p>
          <a:p>
            <a:pPr>
              <a:lnSpc>
                <a:spcPct val="100000"/>
              </a:lnSpc>
              <a:spcBef>
                <a:spcPts val="10"/>
              </a:spcBef>
            </a:pPr>
            <a:endParaRPr sz="3550" dirty="0">
              <a:latin typeface="Microsoft Sans Serif"/>
              <a:cs typeface="Microsoft Sans Serif"/>
            </a:endParaRPr>
          </a:p>
          <a:p>
            <a:pPr marL="50800" marR="17780">
              <a:lnSpc>
                <a:spcPct val="100000"/>
              </a:lnSpc>
            </a:pPr>
            <a:r>
              <a:rPr sz="2400" dirty="0">
                <a:latin typeface="Microsoft Sans Serif"/>
                <a:cs typeface="Microsoft Sans Serif"/>
              </a:rPr>
              <a:t>In</a:t>
            </a:r>
            <a:r>
              <a:rPr sz="2400" spc="20" dirty="0">
                <a:latin typeface="Microsoft Sans Serif"/>
                <a:cs typeface="Microsoft Sans Serif"/>
              </a:rPr>
              <a:t> </a:t>
            </a:r>
            <a:r>
              <a:rPr sz="2400" spc="-10" dirty="0">
                <a:latin typeface="Microsoft Sans Serif"/>
                <a:cs typeface="Microsoft Sans Serif"/>
              </a:rPr>
              <a:t>general,</a:t>
            </a:r>
            <a:r>
              <a:rPr sz="2400" spc="50" dirty="0">
                <a:latin typeface="Microsoft Sans Serif"/>
                <a:cs typeface="Microsoft Sans Serif"/>
              </a:rPr>
              <a:t> </a:t>
            </a:r>
            <a:r>
              <a:rPr sz="2400" spc="-5" dirty="0">
                <a:latin typeface="Microsoft Sans Serif"/>
                <a:cs typeface="Microsoft Sans Serif"/>
              </a:rPr>
              <a:t>we</a:t>
            </a:r>
            <a:r>
              <a:rPr sz="2400" spc="40" dirty="0">
                <a:latin typeface="Microsoft Sans Serif"/>
                <a:cs typeface="Microsoft Sans Serif"/>
              </a:rPr>
              <a:t> </a:t>
            </a:r>
            <a:r>
              <a:rPr sz="2400" spc="-5" dirty="0">
                <a:latin typeface="Microsoft Sans Serif"/>
                <a:cs typeface="Microsoft Sans Serif"/>
              </a:rPr>
              <a:t>say</a:t>
            </a:r>
            <a:r>
              <a:rPr sz="2400" spc="20" dirty="0">
                <a:latin typeface="Microsoft Sans Serif"/>
                <a:cs typeface="Microsoft Sans Serif"/>
              </a:rPr>
              <a:t> </a:t>
            </a:r>
            <a:r>
              <a:rPr sz="2400" spc="-5" dirty="0">
                <a:latin typeface="Microsoft Sans Serif"/>
                <a:cs typeface="Microsoft Sans Serif"/>
              </a:rPr>
              <a:t>that</a:t>
            </a:r>
            <a:r>
              <a:rPr sz="2400" spc="25" dirty="0">
                <a:latin typeface="Microsoft Sans Serif"/>
                <a:cs typeface="Microsoft Sans Serif"/>
              </a:rPr>
              <a:t> </a:t>
            </a:r>
            <a:r>
              <a:rPr sz="2400" spc="-5" dirty="0">
                <a:latin typeface="Microsoft Sans Serif"/>
                <a:cs typeface="Microsoft Sans Serif"/>
              </a:rPr>
              <a:t>a</a:t>
            </a:r>
            <a:r>
              <a:rPr sz="2400" spc="20" dirty="0">
                <a:latin typeface="Microsoft Sans Serif"/>
                <a:cs typeface="Microsoft Sans Serif"/>
              </a:rPr>
              <a:t> </a:t>
            </a:r>
            <a:r>
              <a:rPr sz="2400" spc="-5" dirty="0">
                <a:latin typeface="Microsoft Sans Serif"/>
                <a:cs typeface="Microsoft Sans Serif"/>
              </a:rPr>
              <a:t>“function”</a:t>
            </a:r>
            <a:r>
              <a:rPr sz="2400" spc="35" dirty="0">
                <a:latin typeface="Microsoft Sans Serif"/>
                <a:cs typeface="Microsoft Sans Serif"/>
              </a:rPr>
              <a:t> </a:t>
            </a:r>
            <a:r>
              <a:rPr sz="2400" spc="-10" dirty="0">
                <a:latin typeface="Microsoft Sans Serif"/>
                <a:cs typeface="Microsoft Sans Serif"/>
              </a:rPr>
              <a:t>is</a:t>
            </a:r>
            <a:r>
              <a:rPr sz="2400" spc="35" dirty="0">
                <a:latin typeface="Microsoft Sans Serif"/>
                <a:cs typeface="Microsoft Sans Serif"/>
              </a:rPr>
              <a:t> </a:t>
            </a:r>
            <a:r>
              <a:rPr sz="2400" b="1" spc="-5" dirty="0">
                <a:latin typeface="Arial"/>
                <a:cs typeface="Arial"/>
              </a:rPr>
              <a:t>not </a:t>
            </a:r>
            <a:r>
              <a:rPr sz="2400" b="1" dirty="0">
                <a:latin typeface="Arial"/>
                <a:cs typeface="Arial"/>
              </a:rPr>
              <a:t>well</a:t>
            </a:r>
            <a:r>
              <a:rPr sz="2400" b="1" spc="-40" dirty="0">
                <a:latin typeface="Arial"/>
                <a:cs typeface="Arial"/>
              </a:rPr>
              <a:t> </a:t>
            </a:r>
            <a:r>
              <a:rPr sz="2400" b="1" spc="-5" dirty="0">
                <a:latin typeface="Arial"/>
                <a:cs typeface="Arial"/>
              </a:rPr>
              <a:t>defined</a:t>
            </a:r>
            <a:r>
              <a:rPr sz="2400" b="1" spc="-10" dirty="0">
                <a:latin typeface="Arial"/>
                <a:cs typeface="Arial"/>
              </a:rPr>
              <a:t> </a:t>
            </a:r>
            <a:r>
              <a:rPr sz="2400" spc="-10" dirty="0">
                <a:latin typeface="Microsoft Sans Serif"/>
                <a:cs typeface="Microsoft Sans Serif"/>
              </a:rPr>
              <a:t>if</a:t>
            </a:r>
            <a:r>
              <a:rPr sz="2400" spc="25" dirty="0">
                <a:latin typeface="Microsoft Sans Serif"/>
                <a:cs typeface="Microsoft Sans Serif"/>
              </a:rPr>
              <a:t> </a:t>
            </a:r>
            <a:r>
              <a:rPr sz="2400" spc="-10" dirty="0">
                <a:latin typeface="Microsoft Sans Serif"/>
                <a:cs typeface="Microsoft Sans Serif"/>
              </a:rPr>
              <a:t>it </a:t>
            </a:r>
            <a:r>
              <a:rPr sz="2400" spc="-625" dirty="0">
                <a:latin typeface="Microsoft Sans Serif"/>
                <a:cs typeface="Microsoft Sans Serif"/>
              </a:rPr>
              <a:t> </a:t>
            </a:r>
            <a:r>
              <a:rPr sz="2400" spc="-10" dirty="0">
                <a:latin typeface="Microsoft Sans Serif"/>
                <a:cs typeface="Microsoft Sans Serif"/>
              </a:rPr>
              <a:t>fails</a:t>
            </a:r>
            <a:r>
              <a:rPr sz="2400" spc="25" dirty="0">
                <a:latin typeface="Microsoft Sans Serif"/>
                <a:cs typeface="Microsoft Sans Serif"/>
              </a:rPr>
              <a:t> </a:t>
            </a:r>
            <a:r>
              <a:rPr sz="2400" dirty="0">
                <a:latin typeface="Microsoft Sans Serif"/>
                <a:cs typeface="Microsoft Sans Serif"/>
              </a:rPr>
              <a:t>to</a:t>
            </a:r>
            <a:r>
              <a:rPr sz="2400" spc="20" dirty="0">
                <a:latin typeface="Microsoft Sans Serif"/>
                <a:cs typeface="Microsoft Sans Serif"/>
              </a:rPr>
              <a:t> </a:t>
            </a:r>
            <a:r>
              <a:rPr sz="2400" spc="-5" dirty="0">
                <a:latin typeface="Microsoft Sans Serif"/>
                <a:cs typeface="Microsoft Sans Serif"/>
              </a:rPr>
              <a:t>satisfy</a:t>
            </a:r>
            <a:r>
              <a:rPr sz="2400" spc="20" dirty="0">
                <a:latin typeface="Microsoft Sans Serif"/>
                <a:cs typeface="Microsoft Sans Serif"/>
              </a:rPr>
              <a:t> </a:t>
            </a:r>
            <a:r>
              <a:rPr sz="2400" spc="-5" dirty="0">
                <a:latin typeface="Microsoft Sans Serif"/>
                <a:cs typeface="Microsoft Sans Serif"/>
              </a:rPr>
              <a:t>at</a:t>
            </a:r>
            <a:r>
              <a:rPr sz="2400" spc="25" dirty="0">
                <a:latin typeface="Microsoft Sans Serif"/>
                <a:cs typeface="Microsoft Sans Serif"/>
              </a:rPr>
              <a:t> </a:t>
            </a:r>
            <a:r>
              <a:rPr sz="2400" spc="-10" dirty="0">
                <a:latin typeface="Microsoft Sans Serif"/>
                <a:cs typeface="Microsoft Sans Serif"/>
              </a:rPr>
              <a:t>least</a:t>
            </a:r>
            <a:r>
              <a:rPr sz="2400" spc="35" dirty="0">
                <a:latin typeface="Microsoft Sans Serif"/>
                <a:cs typeface="Microsoft Sans Serif"/>
              </a:rPr>
              <a:t> </a:t>
            </a:r>
            <a:r>
              <a:rPr sz="2400" spc="-5" dirty="0">
                <a:latin typeface="Microsoft Sans Serif"/>
                <a:cs typeface="Microsoft Sans Serif"/>
              </a:rPr>
              <a:t>one</a:t>
            </a:r>
            <a:r>
              <a:rPr sz="2400" spc="40" dirty="0">
                <a:latin typeface="Microsoft Sans Serif"/>
                <a:cs typeface="Microsoft Sans Serif"/>
              </a:rPr>
              <a:t> </a:t>
            </a:r>
            <a:r>
              <a:rPr sz="2400" spc="-5" dirty="0">
                <a:latin typeface="Microsoft Sans Serif"/>
                <a:cs typeface="Microsoft Sans Serif"/>
              </a:rPr>
              <a:t>of</a:t>
            </a:r>
            <a:r>
              <a:rPr sz="2400" spc="25"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requirements</a:t>
            </a:r>
            <a:r>
              <a:rPr sz="2400" spc="45" dirty="0">
                <a:latin typeface="Microsoft Sans Serif"/>
                <a:cs typeface="Microsoft Sans Serif"/>
              </a:rPr>
              <a:t> </a:t>
            </a:r>
            <a:r>
              <a:rPr sz="2400" spc="-5" dirty="0">
                <a:latin typeface="Microsoft Sans Serif"/>
                <a:cs typeface="Microsoft Sans Serif"/>
              </a:rPr>
              <a:t>for</a:t>
            </a:r>
            <a:r>
              <a:rPr sz="2400" spc="25" dirty="0">
                <a:latin typeface="Microsoft Sans Serif"/>
                <a:cs typeface="Microsoft Sans Serif"/>
              </a:rPr>
              <a:t> </a:t>
            </a:r>
            <a:r>
              <a:rPr sz="2400" spc="-10" dirty="0">
                <a:latin typeface="Microsoft Sans Serif"/>
                <a:cs typeface="Microsoft Sans Serif"/>
              </a:rPr>
              <a:t>being</a:t>
            </a:r>
            <a:r>
              <a:rPr sz="2400" spc="40" dirty="0">
                <a:latin typeface="Microsoft Sans Serif"/>
                <a:cs typeface="Microsoft Sans Serif"/>
              </a:rPr>
              <a:t> </a:t>
            </a:r>
            <a:r>
              <a:rPr sz="2400" spc="-5" dirty="0">
                <a:latin typeface="Microsoft Sans Serif"/>
                <a:cs typeface="Microsoft Sans Serif"/>
              </a:rPr>
              <a:t>a </a:t>
            </a:r>
            <a:r>
              <a:rPr sz="2400" dirty="0">
                <a:latin typeface="Microsoft Sans Serif"/>
                <a:cs typeface="Microsoft Sans Serif"/>
              </a:rPr>
              <a:t> </a:t>
            </a:r>
            <a:r>
              <a:rPr sz="2400" spc="-5" dirty="0">
                <a:latin typeface="Microsoft Sans Serif"/>
                <a:cs typeface="Microsoft Sans Serif"/>
              </a:rPr>
              <a:t>function.</a:t>
            </a:r>
            <a:endParaRPr sz="2400" dirty="0">
              <a:latin typeface="Microsoft Sans Serif"/>
              <a:cs typeface="Microsoft Sans Serif"/>
            </a:endParaRPr>
          </a:p>
        </p:txBody>
      </p:sp>
    </p:spTree>
    <p:extLst>
      <p:ext uri="{BB962C8B-B14F-4D97-AF65-F5344CB8AC3E}">
        <p14:creationId xmlns:p14="http://schemas.microsoft.com/office/powerpoint/2010/main" val="1448776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4AC28-3A69-9869-AE56-0EE8ED3C34AA}"/>
              </a:ext>
            </a:extLst>
          </p:cNvPr>
          <p:cNvSpPr>
            <a:spLocks noGrp="1"/>
          </p:cNvSpPr>
          <p:nvPr>
            <p:ph type="title"/>
          </p:nvPr>
        </p:nvSpPr>
        <p:spPr/>
        <p:txBody>
          <a:bodyPr/>
          <a:lstStyle/>
          <a:p>
            <a:r>
              <a:rPr lang="en-US" dirty="0"/>
              <a:t>Functions on Sets</a:t>
            </a:r>
          </a:p>
        </p:txBody>
      </p:sp>
      <p:sp>
        <p:nvSpPr>
          <p:cNvPr id="4" name="object 3">
            <a:extLst>
              <a:ext uri="{FF2B5EF4-FFF2-40B4-BE49-F238E27FC236}">
                <a16:creationId xmlns:a16="http://schemas.microsoft.com/office/drawing/2014/main" id="{91BCBF3B-7D07-9862-9CEB-D90C10F37313}"/>
              </a:ext>
            </a:extLst>
          </p:cNvPr>
          <p:cNvSpPr txBox="1"/>
          <p:nvPr/>
        </p:nvSpPr>
        <p:spPr>
          <a:xfrm>
            <a:off x="994664" y="1944117"/>
            <a:ext cx="7795895" cy="1562100"/>
          </a:xfrm>
          <a:prstGeom prst="rect">
            <a:avLst/>
          </a:prstGeom>
        </p:spPr>
        <p:txBody>
          <a:bodyPr vert="horz" wrap="square" lIns="0" tIns="12700" rIns="0" bIns="0" rtlCol="0">
            <a:spAutoFit/>
          </a:bodyPr>
          <a:lstStyle/>
          <a:p>
            <a:pPr marL="12700" marR="5080">
              <a:lnSpc>
                <a:spcPct val="100000"/>
              </a:lnSpc>
              <a:spcBef>
                <a:spcPts val="100"/>
              </a:spcBef>
            </a:pPr>
            <a:r>
              <a:rPr sz="2400" spc="-5" dirty="0">
                <a:latin typeface="Microsoft Sans Serif"/>
                <a:cs typeface="Microsoft Sans Serif"/>
              </a:rPr>
              <a:t>Given</a:t>
            </a:r>
            <a:r>
              <a:rPr sz="2400" spc="30" dirty="0">
                <a:latin typeface="Microsoft Sans Serif"/>
                <a:cs typeface="Microsoft Sans Serif"/>
              </a:rPr>
              <a:t> </a:t>
            </a:r>
            <a:r>
              <a:rPr sz="2400" spc="-5" dirty="0">
                <a:latin typeface="Microsoft Sans Serif"/>
                <a:cs typeface="Microsoft Sans Serif"/>
              </a:rPr>
              <a:t>a</a:t>
            </a:r>
            <a:r>
              <a:rPr sz="2400" spc="30" dirty="0">
                <a:latin typeface="Microsoft Sans Serif"/>
                <a:cs typeface="Microsoft Sans Serif"/>
              </a:rPr>
              <a:t> </a:t>
            </a:r>
            <a:r>
              <a:rPr sz="2400" spc="-5" dirty="0">
                <a:latin typeface="Microsoft Sans Serif"/>
                <a:cs typeface="Microsoft Sans Serif"/>
              </a:rPr>
              <a:t>function</a:t>
            </a:r>
            <a:r>
              <a:rPr sz="2400" spc="30" dirty="0">
                <a:latin typeface="Microsoft Sans Serif"/>
                <a:cs typeface="Microsoft Sans Serif"/>
              </a:rPr>
              <a:t> </a:t>
            </a:r>
            <a:r>
              <a:rPr sz="2400" spc="-5" dirty="0">
                <a:latin typeface="Microsoft Sans Serif"/>
                <a:cs typeface="Microsoft Sans Serif"/>
              </a:rPr>
              <a:t>from</a:t>
            </a:r>
            <a:r>
              <a:rPr sz="2400" spc="20" dirty="0">
                <a:latin typeface="Microsoft Sans Serif"/>
                <a:cs typeface="Microsoft Sans Serif"/>
              </a:rPr>
              <a:t> </a:t>
            </a:r>
            <a:r>
              <a:rPr sz="2400" spc="-5" dirty="0">
                <a:latin typeface="Microsoft Sans Serif"/>
                <a:cs typeface="Microsoft Sans Serif"/>
              </a:rPr>
              <a:t>a</a:t>
            </a:r>
            <a:r>
              <a:rPr sz="2400" spc="30" dirty="0">
                <a:latin typeface="Microsoft Sans Serif"/>
                <a:cs typeface="Microsoft Sans Serif"/>
              </a:rPr>
              <a:t> </a:t>
            </a:r>
            <a:r>
              <a:rPr sz="2400" spc="-5" dirty="0">
                <a:latin typeface="Microsoft Sans Serif"/>
                <a:cs typeface="Microsoft Sans Serif"/>
              </a:rPr>
              <a:t>set</a:t>
            </a:r>
            <a:r>
              <a:rPr sz="2400" spc="25" dirty="0">
                <a:latin typeface="Microsoft Sans Serif"/>
                <a:cs typeface="Microsoft Sans Serif"/>
              </a:rPr>
              <a:t> </a:t>
            </a:r>
            <a:r>
              <a:rPr sz="2400" i="1" dirty="0">
                <a:latin typeface="Arial"/>
                <a:cs typeface="Arial"/>
              </a:rPr>
              <a:t>X</a:t>
            </a:r>
            <a:r>
              <a:rPr sz="2400" i="1" spc="-15" dirty="0">
                <a:latin typeface="Arial"/>
                <a:cs typeface="Arial"/>
              </a:rPr>
              <a:t> </a:t>
            </a:r>
            <a:r>
              <a:rPr sz="2400" dirty="0">
                <a:latin typeface="Microsoft Sans Serif"/>
                <a:cs typeface="Microsoft Sans Serif"/>
              </a:rPr>
              <a:t>to</a:t>
            </a:r>
            <a:r>
              <a:rPr sz="2400" spc="25" dirty="0">
                <a:latin typeface="Microsoft Sans Serif"/>
                <a:cs typeface="Microsoft Sans Serif"/>
              </a:rPr>
              <a:t> </a:t>
            </a:r>
            <a:r>
              <a:rPr sz="2400" spc="-5" dirty="0">
                <a:latin typeface="Microsoft Sans Serif"/>
                <a:cs typeface="Microsoft Sans Serif"/>
              </a:rPr>
              <a:t>a</a:t>
            </a:r>
            <a:r>
              <a:rPr sz="2400" spc="30" dirty="0">
                <a:latin typeface="Microsoft Sans Serif"/>
                <a:cs typeface="Microsoft Sans Serif"/>
              </a:rPr>
              <a:t> </a:t>
            </a:r>
            <a:r>
              <a:rPr sz="2400" spc="-5" dirty="0">
                <a:latin typeface="Microsoft Sans Serif"/>
                <a:cs typeface="Microsoft Sans Serif"/>
              </a:rPr>
              <a:t>set</a:t>
            </a:r>
            <a:r>
              <a:rPr sz="2400" spc="25" dirty="0">
                <a:latin typeface="Microsoft Sans Serif"/>
                <a:cs typeface="Microsoft Sans Serif"/>
              </a:rPr>
              <a:t> </a:t>
            </a:r>
            <a:r>
              <a:rPr sz="2400" i="1" spc="-5" dirty="0">
                <a:latin typeface="Arial"/>
                <a:cs typeface="Arial"/>
              </a:rPr>
              <a:t>Y</a:t>
            </a:r>
            <a:r>
              <a:rPr sz="2400" spc="-5" dirty="0">
                <a:latin typeface="Microsoft Sans Serif"/>
                <a:cs typeface="Microsoft Sans Serif"/>
              </a:rPr>
              <a:t>,</a:t>
            </a:r>
            <a:r>
              <a:rPr sz="2400" spc="25" dirty="0">
                <a:latin typeface="Microsoft Sans Serif"/>
                <a:cs typeface="Microsoft Sans Serif"/>
              </a:rPr>
              <a:t> </a:t>
            </a:r>
            <a:r>
              <a:rPr sz="2400" spc="-5" dirty="0">
                <a:latin typeface="Microsoft Sans Serif"/>
                <a:cs typeface="Microsoft Sans Serif"/>
              </a:rPr>
              <a:t>you</a:t>
            </a:r>
            <a:r>
              <a:rPr sz="2400" spc="35" dirty="0">
                <a:latin typeface="Microsoft Sans Serif"/>
                <a:cs typeface="Microsoft Sans Serif"/>
              </a:rPr>
              <a:t> </a:t>
            </a:r>
            <a:r>
              <a:rPr sz="2400" spc="-5" dirty="0">
                <a:latin typeface="Microsoft Sans Serif"/>
                <a:cs typeface="Microsoft Sans Serif"/>
              </a:rPr>
              <a:t>can</a:t>
            </a:r>
            <a:r>
              <a:rPr sz="2400" spc="30" dirty="0">
                <a:latin typeface="Microsoft Sans Serif"/>
                <a:cs typeface="Microsoft Sans Serif"/>
              </a:rPr>
              <a:t> </a:t>
            </a:r>
            <a:r>
              <a:rPr sz="2400" spc="-10" dirty="0">
                <a:latin typeface="Microsoft Sans Serif"/>
                <a:cs typeface="Microsoft Sans Serif"/>
              </a:rPr>
              <a:t>consider </a:t>
            </a:r>
            <a:r>
              <a:rPr sz="2400" spc="-625"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set</a:t>
            </a:r>
            <a:r>
              <a:rPr sz="2400" spc="25" dirty="0">
                <a:latin typeface="Microsoft Sans Serif"/>
                <a:cs typeface="Microsoft Sans Serif"/>
              </a:rPr>
              <a:t> </a:t>
            </a:r>
            <a:r>
              <a:rPr sz="2400" spc="-5" dirty="0">
                <a:latin typeface="Microsoft Sans Serif"/>
                <a:cs typeface="Microsoft Sans Serif"/>
              </a:rPr>
              <a:t>of</a:t>
            </a:r>
            <a:r>
              <a:rPr sz="2400" spc="30" dirty="0">
                <a:latin typeface="Microsoft Sans Serif"/>
                <a:cs typeface="Microsoft Sans Serif"/>
              </a:rPr>
              <a:t> </a:t>
            </a:r>
            <a:r>
              <a:rPr sz="2400" spc="-10" dirty="0">
                <a:latin typeface="Microsoft Sans Serif"/>
                <a:cs typeface="Microsoft Sans Serif"/>
              </a:rPr>
              <a:t>images</a:t>
            </a:r>
            <a:r>
              <a:rPr sz="2400" spc="45" dirty="0">
                <a:latin typeface="Microsoft Sans Serif"/>
                <a:cs typeface="Microsoft Sans Serif"/>
              </a:rPr>
              <a:t> </a:t>
            </a:r>
            <a:r>
              <a:rPr sz="2400" spc="-10" dirty="0">
                <a:latin typeface="Microsoft Sans Serif"/>
                <a:cs typeface="Microsoft Sans Serif"/>
              </a:rPr>
              <a:t>in</a:t>
            </a:r>
            <a:r>
              <a:rPr sz="2400" spc="45" dirty="0">
                <a:latin typeface="Microsoft Sans Serif"/>
                <a:cs typeface="Microsoft Sans Serif"/>
              </a:rPr>
              <a:t> </a:t>
            </a:r>
            <a:r>
              <a:rPr sz="2400" i="1" dirty="0">
                <a:latin typeface="Arial"/>
                <a:cs typeface="Arial"/>
              </a:rPr>
              <a:t>Y</a:t>
            </a:r>
            <a:r>
              <a:rPr sz="2400" i="1" spc="-15" dirty="0">
                <a:latin typeface="Arial"/>
                <a:cs typeface="Arial"/>
              </a:rPr>
              <a:t> </a:t>
            </a:r>
            <a:r>
              <a:rPr sz="2400" spc="-5" dirty="0">
                <a:latin typeface="Microsoft Sans Serif"/>
                <a:cs typeface="Microsoft Sans Serif"/>
              </a:rPr>
              <a:t>of</a:t>
            </a:r>
            <a:r>
              <a:rPr sz="2400" spc="30" dirty="0">
                <a:latin typeface="Microsoft Sans Serif"/>
                <a:cs typeface="Microsoft Sans Serif"/>
              </a:rPr>
              <a:t> </a:t>
            </a:r>
            <a:r>
              <a:rPr sz="2400" spc="-15" dirty="0">
                <a:latin typeface="Microsoft Sans Serif"/>
                <a:cs typeface="Microsoft Sans Serif"/>
              </a:rPr>
              <a:t>all</a:t>
            </a:r>
            <a:r>
              <a:rPr sz="2400" spc="40" dirty="0">
                <a:latin typeface="Microsoft Sans Serif"/>
                <a:cs typeface="Microsoft Sans Serif"/>
              </a:rPr>
              <a:t> </a:t>
            </a:r>
            <a:r>
              <a:rPr sz="2400" spc="-5" dirty="0">
                <a:latin typeface="Microsoft Sans Serif"/>
                <a:cs typeface="Microsoft Sans Serif"/>
              </a:rPr>
              <a:t>the</a:t>
            </a:r>
            <a:r>
              <a:rPr sz="2400" spc="30" dirty="0">
                <a:latin typeface="Microsoft Sans Serif"/>
                <a:cs typeface="Microsoft Sans Serif"/>
              </a:rPr>
              <a:t> </a:t>
            </a:r>
            <a:r>
              <a:rPr sz="2400" spc="-10" dirty="0">
                <a:latin typeface="Microsoft Sans Serif"/>
                <a:cs typeface="Microsoft Sans Serif"/>
              </a:rPr>
              <a:t>elements</a:t>
            </a:r>
            <a:r>
              <a:rPr sz="2400" spc="35" dirty="0">
                <a:latin typeface="Microsoft Sans Serif"/>
                <a:cs typeface="Microsoft Sans Serif"/>
              </a:rPr>
              <a:t> </a:t>
            </a:r>
            <a:r>
              <a:rPr sz="2400" spc="-10" dirty="0">
                <a:latin typeface="Microsoft Sans Serif"/>
                <a:cs typeface="Microsoft Sans Serif"/>
              </a:rPr>
              <a:t>in</a:t>
            </a:r>
            <a:r>
              <a:rPr sz="2400" spc="40" dirty="0">
                <a:latin typeface="Microsoft Sans Serif"/>
                <a:cs typeface="Microsoft Sans Serif"/>
              </a:rPr>
              <a:t> </a:t>
            </a:r>
            <a:r>
              <a:rPr sz="2400" spc="-5" dirty="0">
                <a:latin typeface="Microsoft Sans Serif"/>
                <a:cs typeface="Microsoft Sans Serif"/>
              </a:rPr>
              <a:t>a</a:t>
            </a:r>
            <a:r>
              <a:rPr sz="2400" spc="25" dirty="0">
                <a:latin typeface="Microsoft Sans Serif"/>
                <a:cs typeface="Microsoft Sans Serif"/>
              </a:rPr>
              <a:t> </a:t>
            </a:r>
            <a:r>
              <a:rPr sz="2400" spc="-5" dirty="0">
                <a:latin typeface="Microsoft Sans Serif"/>
                <a:cs typeface="Microsoft Sans Serif"/>
              </a:rPr>
              <a:t>subset</a:t>
            </a:r>
            <a:r>
              <a:rPr sz="2400" spc="35" dirty="0">
                <a:latin typeface="Microsoft Sans Serif"/>
                <a:cs typeface="Microsoft Sans Serif"/>
              </a:rPr>
              <a:t> </a:t>
            </a:r>
            <a:r>
              <a:rPr sz="2400" spc="-5" dirty="0">
                <a:latin typeface="Microsoft Sans Serif"/>
                <a:cs typeface="Microsoft Sans Serif"/>
              </a:rPr>
              <a:t>of</a:t>
            </a:r>
            <a:r>
              <a:rPr sz="2400" spc="30" dirty="0">
                <a:latin typeface="Microsoft Sans Serif"/>
                <a:cs typeface="Microsoft Sans Serif"/>
              </a:rPr>
              <a:t> </a:t>
            </a:r>
            <a:r>
              <a:rPr sz="2400" i="1" dirty="0">
                <a:latin typeface="Arial"/>
                <a:cs typeface="Arial"/>
              </a:rPr>
              <a:t>X </a:t>
            </a:r>
            <a:r>
              <a:rPr sz="2400" i="1" spc="5" dirty="0">
                <a:latin typeface="Arial"/>
                <a:cs typeface="Arial"/>
              </a:rPr>
              <a:t> </a:t>
            </a:r>
            <a:r>
              <a:rPr sz="2400" spc="-5" dirty="0">
                <a:latin typeface="Microsoft Sans Serif"/>
                <a:cs typeface="Microsoft Sans Serif"/>
              </a:rPr>
              <a:t>and</a:t>
            </a:r>
            <a:r>
              <a:rPr sz="2400" spc="40"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5" dirty="0">
                <a:latin typeface="Microsoft Sans Serif"/>
                <a:cs typeface="Microsoft Sans Serif"/>
              </a:rPr>
              <a:t>set</a:t>
            </a:r>
            <a:r>
              <a:rPr sz="2400" spc="25" dirty="0">
                <a:latin typeface="Microsoft Sans Serif"/>
                <a:cs typeface="Microsoft Sans Serif"/>
              </a:rPr>
              <a:t> </a:t>
            </a:r>
            <a:r>
              <a:rPr sz="2400" spc="-5" dirty="0">
                <a:latin typeface="Microsoft Sans Serif"/>
                <a:cs typeface="Microsoft Sans Serif"/>
              </a:rPr>
              <a:t>of</a:t>
            </a:r>
            <a:r>
              <a:rPr sz="2400" spc="30" dirty="0">
                <a:latin typeface="Microsoft Sans Serif"/>
                <a:cs typeface="Microsoft Sans Serif"/>
              </a:rPr>
              <a:t> </a:t>
            </a:r>
            <a:r>
              <a:rPr sz="2400" spc="-5" dirty="0">
                <a:latin typeface="Microsoft Sans Serif"/>
                <a:cs typeface="Microsoft Sans Serif"/>
              </a:rPr>
              <a:t>inverse</a:t>
            </a:r>
            <a:r>
              <a:rPr sz="2400" spc="40" dirty="0">
                <a:latin typeface="Microsoft Sans Serif"/>
                <a:cs typeface="Microsoft Sans Serif"/>
              </a:rPr>
              <a:t> </a:t>
            </a:r>
            <a:r>
              <a:rPr sz="2400" spc="-10" dirty="0">
                <a:latin typeface="Microsoft Sans Serif"/>
                <a:cs typeface="Microsoft Sans Serif"/>
              </a:rPr>
              <a:t>images</a:t>
            </a:r>
            <a:r>
              <a:rPr sz="2400" spc="45" dirty="0">
                <a:latin typeface="Microsoft Sans Serif"/>
                <a:cs typeface="Microsoft Sans Serif"/>
              </a:rPr>
              <a:t> </a:t>
            </a:r>
            <a:r>
              <a:rPr sz="2400" spc="-10" dirty="0">
                <a:latin typeface="Microsoft Sans Serif"/>
                <a:cs typeface="Microsoft Sans Serif"/>
              </a:rPr>
              <a:t>in</a:t>
            </a:r>
            <a:r>
              <a:rPr sz="2400" spc="35" dirty="0">
                <a:latin typeface="Microsoft Sans Serif"/>
                <a:cs typeface="Microsoft Sans Serif"/>
              </a:rPr>
              <a:t> </a:t>
            </a:r>
            <a:r>
              <a:rPr sz="2400" i="1" dirty="0">
                <a:latin typeface="Arial"/>
                <a:cs typeface="Arial"/>
              </a:rPr>
              <a:t>X </a:t>
            </a:r>
            <a:r>
              <a:rPr sz="2400" spc="-5" dirty="0">
                <a:latin typeface="Microsoft Sans Serif"/>
                <a:cs typeface="Microsoft Sans Serif"/>
              </a:rPr>
              <a:t>of</a:t>
            </a:r>
            <a:r>
              <a:rPr sz="2400" spc="25" dirty="0">
                <a:latin typeface="Microsoft Sans Serif"/>
                <a:cs typeface="Microsoft Sans Serif"/>
              </a:rPr>
              <a:t> </a:t>
            </a:r>
            <a:r>
              <a:rPr sz="2400" spc="-15" dirty="0">
                <a:latin typeface="Microsoft Sans Serif"/>
                <a:cs typeface="Microsoft Sans Serif"/>
              </a:rPr>
              <a:t>all</a:t>
            </a:r>
            <a:r>
              <a:rPr sz="2400" spc="45" dirty="0">
                <a:latin typeface="Microsoft Sans Serif"/>
                <a:cs typeface="Microsoft Sans Serif"/>
              </a:rPr>
              <a:t> </a:t>
            </a:r>
            <a:r>
              <a:rPr sz="2400" spc="-5" dirty="0">
                <a:latin typeface="Microsoft Sans Serif"/>
                <a:cs typeface="Microsoft Sans Serif"/>
              </a:rPr>
              <a:t>the</a:t>
            </a:r>
            <a:r>
              <a:rPr sz="2400" spc="20" dirty="0">
                <a:latin typeface="Microsoft Sans Serif"/>
                <a:cs typeface="Microsoft Sans Serif"/>
              </a:rPr>
              <a:t> </a:t>
            </a:r>
            <a:r>
              <a:rPr sz="2400" spc="-10" dirty="0">
                <a:latin typeface="Microsoft Sans Serif"/>
                <a:cs typeface="Microsoft Sans Serif"/>
              </a:rPr>
              <a:t>elements</a:t>
            </a:r>
            <a:r>
              <a:rPr sz="2400" spc="45" dirty="0">
                <a:latin typeface="Microsoft Sans Serif"/>
                <a:cs typeface="Microsoft Sans Serif"/>
              </a:rPr>
              <a:t> </a:t>
            </a:r>
            <a:r>
              <a:rPr sz="2400" spc="-10" dirty="0">
                <a:latin typeface="Microsoft Sans Serif"/>
                <a:cs typeface="Microsoft Sans Serif"/>
              </a:rPr>
              <a:t>in</a:t>
            </a:r>
            <a:r>
              <a:rPr sz="2400" spc="35" dirty="0">
                <a:latin typeface="Microsoft Sans Serif"/>
                <a:cs typeface="Microsoft Sans Serif"/>
              </a:rPr>
              <a:t> </a:t>
            </a:r>
            <a:r>
              <a:rPr sz="2400" spc="-5" dirty="0">
                <a:latin typeface="Microsoft Sans Serif"/>
                <a:cs typeface="Microsoft Sans Serif"/>
              </a:rPr>
              <a:t>a</a:t>
            </a:r>
            <a:endParaRPr sz="2400" dirty="0">
              <a:latin typeface="Microsoft Sans Serif"/>
              <a:cs typeface="Microsoft Sans Serif"/>
            </a:endParaRPr>
          </a:p>
          <a:p>
            <a:pPr marL="12700">
              <a:lnSpc>
                <a:spcPct val="100000"/>
              </a:lnSpc>
              <a:spcBef>
                <a:spcPts val="575"/>
              </a:spcBef>
            </a:pPr>
            <a:r>
              <a:rPr sz="2400" spc="-5" dirty="0">
                <a:latin typeface="Microsoft Sans Serif"/>
                <a:cs typeface="Microsoft Sans Serif"/>
              </a:rPr>
              <a:t>subset</a:t>
            </a:r>
            <a:r>
              <a:rPr sz="2400" spc="10" dirty="0">
                <a:latin typeface="Microsoft Sans Serif"/>
                <a:cs typeface="Microsoft Sans Serif"/>
              </a:rPr>
              <a:t> </a:t>
            </a:r>
            <a:r>
              <a:rPr sz="2400" spc="-5" dirty="0">
                <a:latin typeface="Microsoft Sans Serif"/>
                <a:cs typeface="Microsoft Sans Serif"/>
              </a:rPr>
              <a:t>of</a:t>
            </a:r>
            <a:r>
              <a:rPr sz="2400" dirty="0">
                <a:latin typeface="Microsoft Sans Serif"/>
                <a:cs typeface="Microsoft Sans Serif"/>
              </a:rPr>
              <a:t> </a:t>
            </a:r>
            <a:r>
              <a:rPr sz="2400" i="1" spc="-5" dirty="0">
                <a:latin typeface="Arial"/>
                <a:cs typeface="Arial"/>
              </a:rPr>
              <a:t>Y</a:t>
            </a:r>
            <a:r>
              <a:rPr sz="2400" spc="-5" dirty="0">
                <a:latin typeface="Microsoft Sans Serif"/>
                <a:cs typeface="Microsoft Sans Serif"/>
              </a:rPr>
              <a:t>.</a:t>
            </a:r>
            <a:endParaRPr sz="2400" dirty="0">
              <a:latin typeface="Microsoft Sans Serif"/>
              <a:cs typeface="Microsoft Sans Serif"/>
            </a:endParaRPr>
          </a:p>
        </p:txBody>
      </p:sp>
      <p:pic>
        <p:nvPicPr>
          <p:cNvPr id="5" name="object 4">
            <a:extLst>
              <a:ext uri="{FF2B5EF4-FFF2-40B4-BE49-F238E27FC236}">
                <a16:creationId xmlns:a16="http://schemas.microsoft.com/office/drawing/2014/main" id="{5573CEDC-F38A-4661-36B5-4E437ACA2DBA}"/>
              </a:ext>
            </a:extLst>
          </p:cNvPr>
          <p:cNvPicPr/>
          <p:nvPr/>
        </p:nvPicPr>
        <p:blipFill>
          <a:blip r:embed="rId2" cstate="print"/>
          <a:stretch>
            <a:fillRect/>
          </a:stretch>
        </p:blipFill>
        <p:spPr>
          <a:xfrm>
            <a:off x="842772" y="3790188"/>
            <a:ext cx="8372856" cy="2311908"/>
          </a:xfrm>
          <a:prstGeom prst="rect">
            <a:avLst/>
          </a:prstGeom>
        </p:spPr>
      </p:pic>
    </p:spTree>
    <p:extLst>
      <p:ext uri="{BB962C8B-B14F-4D97-AF65-F5344CB8AC3E}">
        <p14:creationId xmlns:p14="http://schemas.microsoft.com/office/powerpoint/2010/main" val="833700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4A79B-2A80-8BFB-AF8F-FB89159AAA8F}"/>
              </a:ext>
            </a:extLst>
          </p:cNvPr>
          <p:cNvSpPr>
            <a:spLocks noGrp="1"/>
          </p:cNvSpPr>
          <p:nvPr>
            <p:ph type="title"/>
          </p:nvPr>
        </p:nvSpPr>
        <p:spPr/>
        <p:txBody>
          <a:bodyPr/>
          <a:lstStyle/>
          <a:p>
            <a:r>
              <a:rPr lang="en-US" dirty="0"/>
              <a:t>Functions on Sets</a:t>
            </a:r>
          </a:p>
        </p:txBody>
      </p:sp>
      <p:sp>
        <p:nvSpPr>
          <p:cNvPr id="4" name="object 3">
            <a:extLst>
              <a:ext uri="{FF2B5EF4-FFF2-40B4-BE49-F238E27FC236}">
                <a16:creationId xmlns:a16="http://schemas.microsoft.com/office/drawing/2014/main" id="{2829E186-9FCC-4741-A138-ABFC90733DB6}"/>
              </a:ext>
            </a:extLst>
          </p:cNvPr>
          <p:cNvSpPr txBox="1"/>
          <p:nvPr/>
        </p:nvSpPr>
        <p:spPr>
          <a:xfrm>
            <a:off x="994664" y="1944117"/>
            <a:ext cx="6997065" cy="756920"/>
          </a:xfrm>
          <a:prstGeom prst="rect">
            <a:avLst/>
          </a:prstGeom>
        </p:spPr>
        <p:txBody>
          <a:bodyPr vert="horz" wrap="square" lIns="0" tIns="12700" rIns="0" bIns="0" rtlCol="0">
            <a:spAutoFit/>
          </a:bodyPr>
          <a:lstStyle/>
          <a:p>
            <a:pPr marL="12700">
              <a:lnSpc>
                <a:spcPct val="100000"/>
              </a:lnSpc>
              <a:spcBef>
                <a:spcPts val="100"/>
              </a:spcBef>
            </a:pPr>
            <a:r>
              <a:rPr sz="2400" spc="-5" dirty="0">
                <a:latin typeface="Microsoft Sans Serif"/>
                <a:cs typeface="Microsoft Sans Serif"/>
              </a:rPr>
              <a:t>Let</a:t>
            </a:r>
            <a:r>
              <a:rPr sz="2400" spc="20" dirty="0">
                <a:latin typeface="Microsoft Sans Serif"/>
                <a:cs typeface="Microsoft Sans Serif"/>
              </a:rPr>
              <a:t> </a:t>
            </a:r>
            <a:r>
              <a:rPr sz="2400" i="1" dirty="0">
                <a:latin typeface="Arial"/>
                <a:cs typeface="Arial"/>
              </a:rPr>
              <a:t>X </a:t>
            </a:r>
            <a:r>
              <a:rPr sz="2400" dirty="0">
                <a:latin typeface="Microsoft Sans Serif"/>
                <a:cs typeface="Microsoft Sans Serif"/>
              </a:rPr>
              <a:t>=</a:t>
            </a:r>
            <a:r>
              <a:rPr sz="2400" spc="20" dirty="0">
                <a:latin typeface="Microsoft Sans Serif"/>
                <a:cs typeface="Microsoft Sans Serif"/>
              </a:rPr>
              <a:t> </a:t>
            </a:r>
            <a:r>
              <a:rPr sz="2400" spc="-5" dirty="0">
                <a:latin typeface="Microsoft Sans Serif"/>
                <a:cs typeface="Microsoft Sans Serif"/>
              </a:rPr>
              <a:t>{1,</a:t>
            </a:r>
            <a:r>
              <a:rPr sz="2400" spc="15" dirty="0">
                <a:latin typeface="Microsoft Sans Serif"/>
                <a:cs typeface="Microsoft Sans Serif"/>
              </a:rPr>
              <a:t> </a:t>
            </a:r>
            <a:r>
              <a:rPr sz="2400" spc="-5" dirty="0">
                <a:latin typeface="Microsoft Sans Serif"/>
                <a:cs typeface="Microsoft Sans Serif"/>
              </a:rPr>
              <a:t>2,</a:t>
            </a:r>
            <a:r>
              <a:rPr sz="2400" spc="25" dirty="0">
                <a:latin typeface="Microsoft Sans Serif"/>
                <a:cs typeface="Microsoft Sans Serif"/>
              </a:rPr>
              <a:t> </a:t>
            </a:r>
            <a:r>
              <a:rPr sz="2400" spc="-5" dirty="0">
                <a:latin typeface="Microsoft Sans Serif"/>
                <a:cs typeface="Microsoft Sans Serif"/>
              </a:rPr>
              <a:t>3,</a:t>
            </a:r>
            <a:r>
              <a:rPr sz="2400" spc="25" dirty="0">
                <a:latin typeface="Microsoft Sans Serif"/>
                <a:cs typeface="Microsoft Sans Serif"/>
              </a:rPr>
              <a:t> </a:t>
            </a:r>
            <a:r>
              <a:rPr sz="2400" spc="-5" dirty="0">
                <a:latin typeface="Microsoft Sans Serif"/>
                <a:cs typeface="Microsoft Sans Serif"/>
              </a:rPr>
              <a:t>4}</a:t>
            </a:r>
            <a:r>
              <a:rPr sz="2400" spc="20" dirty="0">
                <a:latin typeface="Microsoft Sans Serif"/>
                <a:cs typeface="Microsoft Sans Serif"/>
              </a:rPr>
              <a:t> </a:t>
            </a:r>
            <a:r>
              <a:rPr sz="2400" spc="-5" dirty="0">
                <a:latin typeface="Microsoft Sans Serif"/>
                <a:cs typeface="Microsoft Sans Serif"/>
              </a:rPr>
              <a:t>and</a:t>
            </a:r>
            <a:r>
              <a:rPr sz="2400" spc="40" dirty="0">
                <a:latin typeface="Microsoft Sans Serif"/>
                <a:cs typeface="Microsoft Sans Serif"/>
              </a:rPr>
              <a:t> </a:t>
            </a:r>
            <a:r>
              <a:rPr sz="2400" i="1" dirty="0">
                <a:latin typeface="Arial"/>
                <a:cs typeface="Arial"/>
              </a:rPr>
              <a:t>Y </a:t>
            </a:r>
            <a:r>
              <a:rPr sz="2400" dirty="0">
                <a:latin typeface="Microsoft Sans Serif"/>
                <a:cs typeface="Microsoft Sans Serif"/>
              </a:rPr>
              <a:t>=</a:t>
            </a:r>
            <a:r>
              <a:rPr sz="2400" spc="10" dirty="0">
                <a:latin typeface="Microsoft Sans Serif"/>
                <a:cs typeface="Microsoft Sans Serif"/>
              </a:rPr>
              <a:t> </a:t>
            </a:r>
            <a:r>
              <a:rPr sz="2400" spc="-5" dirty="0">
                <a:latin typeface="Microsoft Sans Serif"/>
                <a:cs typeface="Microsoft Sans Serif"/>
              </a:rPr>
              <a:t>{</a:t>
            </a:r>
            <a:r>
              <a:rPr sz="2400" i="1" spc="-5" dirty="0">
                <a:latin typeface="Arial"/>
                <a:cs typeface="Arial"/>
              </a:rPr>
              <a:t>a</a:t>
            </a:r>
            <a:r>
              <a:rPr sz="2400" spc="-5" dirty="0">
                <a:latin typeface="Microsoft Sans Serif"/>
                <a:cs typeface="Microsoft Sans Serif"/>
              </a:rPr>
              <a:t>,</a:t>
            </a:r>
            <a:r>
              <a:rPr sz="2400" spc="20" dirty="0">
                <a:latin typeface="Microsoft Sans Serif"/>
                <a:cs typeface="Microsoft Sans Serif"/>
              </a:rPr>
              <a:t> </a:t>
            </a:r>
            <a:r>
              <a:rPr sz="2400" i="1" spc="-5" dirty="0">
                <a:latin typeface="Arial"/>
                <a:cs typeface="Arial"/>
              </a:rPr>
              <a:t>b</a:t>
            </a:r>
            <a:r>
              <a:rPr sz="2400" spc="-5" dirty="0">
                <a:latin typeface="Microsoft Sans Serif"/>
                <a:cs typeface="Microsoft Sans Serif"/>
              </a:rPr>
              <a:t>,</a:t>
            </a:r>
            <a:r>
              <a:rPr sz="2400" spc="25" dirty="0">
                <a:latin typeface="Microsoft Sans Serif"/>
                <a:cs typeface="Microsoft Sans Serif"/>
              </a:rPr>
              <a:t> </a:t>
            </a:r>
            <a:r>
              <a:rPr sz="2400" i="1" dirty="0">
                <a:latin typeface="Arial"/>
                <a:cs typeface="Arial"/>
              </a:rPr>
              <a:t>c</a:t>
            </a:r>
            <a:r>
              <a:rPr sz="2400" dirty="0">
                <a:latin typeface="Microsoft Sans Serif"/>
                <a:cs typeface="Microsoft Sans Serif"/>
              </a:rPr>
              <a:t>,</a:t>
            </a:r>
            <a:r>
              <a:rPr sz="2400" spc="15" dirty="0">
                <a:latin typeface="Microsoft Sans Serif"/>
                <a:cs typeface="Microsoft Sans Serif"/>
              </a:rPr>
              <a:t> </a:t>
            </a:r>
            <a:r>
              <a:rPr sz="2400" i="1" spc="-5" dirty="0">
                <a:latin typeface="Arial"/>
                <a:cs typeface="Arial"/>
              </a:rPr>
              <a:t>d</a:t>
            </a:r>
            <a:r>
              <a:rPr sz="2400" spc="-5" dirty="0">
                <a:latin typeface="Microsoft Sans Serif"/>
                <a:cs typeface="Microsoft Sans Serif"/>
              </a:rPr>
              <a:t>,</a:t>
            </a:r>
            <a:r>
              <a:rPr sz="2400" spc="25" dirty="0">
                <a:latin typeface="Microsoft Sans Serif"/>
                <a:cs typeface="Microsoft Sans Serif"/>
              </a:rPr>
              <a:t> </a:t>
            </a:r>
            <a:r>
              <a:rPr sz="2400" i="1" spc="-5" dirty="0">
                <a:latin typeface="Arial"/>
                <a:cs typeface="Arial"/>
              </a:rPr>
              <a:t>e</a:t>
            </a:r>
            <a:r>
              <a:rPr sz="2400" spc="-5" dirty="0">
                <a:latin typeface="Microsoft Sans Serif"/>
                <a:cs typeface="Microsoft Sans Serif"/>
              </a:rPr>
              <a:t>},</a:t>
            </a:r>
            <a:r>
              <a:rPr sz="2400" spc="25" dirty="0">
                <a:latin typeface="Microsoft Sans Serif"/>
                <a:cs typeface="Microsoft Sans Serif"/>
              </a:rPr>
              <a:t> </a:t>
            </a:r>
            <a:r>
              <a:rPr sz="2400" spc="-5" dirty="0">
                <a:latin typeface="Microsoft Sans Serif"/>
                <a:cs typeface="Microsoft Sans Serif"/>
              </a:rPr>
              <a:t>and</a:t>
            </a:r>
            <a:r>
              <a:rPr sz="2400" spc="30" dirty="0">
                <a:latin typeface="Microsoft Sans Serif"/>
                <a:cs typeface="Microsoft Sans Serif"/>
              </a:rPr>
              <a:t> </a:t>
            </a:r>
            <a:r>
              <a:rPr sz="2400" spc="-10" dirty="0">
                <a:latin typeface="Microsoft Sans Serif"/>
                <a:cs typeface="Microsoft Sans Serif"/>
              </a:rPr>
              <a:t>define</a:t>
            </a:r>
            <a:endParaRPr sz="2400" dirty="0">
              <a:latin typeface="Microsoft Sans Serif"/>
              <a:cs typeface="Microsoft Sans Serif"/>
            </a:endParaRPr>
          </a:p>
          <a:p>
            <a:pPr marL="12700">
              <a:lnSpc>
                <a:spcPct val="100000"/>
              </a:lnSpc>
            </a:pPr>
            <a:r>
              <a:rPr sz="2400" i="1" dirty="0">
                <a:latin typeface="Arial"/>
                <a:cs typeface="Arial"/>
              </a:rPr>
              <a:t>F</a:t>
            </a:r>
            <a:r>
              <a:rPr sz="2400" i="1" spc="-15" dirty="0">
                <a:latin typeface="Arial"/>
                <a:cs typeface="Arial"/>
              </a:rPr>
              <a:t> </a:t>
            </a:r>
            <a:r>
              <a:rPr sz="2400" dirty="0">
                <a:latin typeface="Microsoft Sans Serif"/>
                <a:cs typeface="Microsoft Sans Serif"/>
              </a:rPr>
              <a:t>:</a:t>
            </a:r>
            <a:r>
              <a:rPr sz="2400" spc="15" dirty="0">
                <a:latin typeface="Microsoft Sans Serif"/>
                <a:cs typeface="Microsoft Sans Serif"/>
              </a:rPr>
              <a:t> </a:t>
            </a:r>
            <a:r>
              <a:rPr sz="2400" i="1" dirty="0">
                <a:latin typeface="Arial"/>
                <a:cs typeface="Arial"/>
              </a:rPr>
              <a:t>X</a:t>
            </a:r>
            <a:r>
              <a:rPr sz="2400" i="1" spc="-5" dirty="0">
                <a:latin typeface="Arial"/>
                <a:cs typeface="Arial"/>
              </a:rPr>
              <a:t> </a:t>
            </a:r>
            <a:r>
              <a:rPr sz="2400" dirty="0">
                <a:latin typeface="Microsoft Sans Serif"/>
                <a:cs typeface="Microsoft Sans Serif"/>
              </a:rPr>
              <a:t>→</a:t>
            </a:r>
            <a:r>
              <a:rPr sz="2400" spc="20" dirty="0">
                <a:latin typeface="Microsoft Sans Serif"/>
                <a:cs typeface="Microsoft Sans Serif"/>
              </a:rPr>
              <a:t> </a:t>
            </a:r>
            <a:r>
              <a:rPr sz="2400" i="1" dirty="0">
                <a:latin typeface="Arial"/>
                <a:cs typeface="Arial"/>
              </a:rPr>
              <a:t>Y</a:t>
            </a:r>
            <a:r>
              <a:rPr sz="2400" i="1" spc="-5" dirty="0">
                <a:latin typeface="Arial"/>
                <a:cs typeface="Arial"/>
              </a:rPr>
              <a:t> </a:t>
            </a:r>
            <a:r>
              <a:rPr sz="2400" spc="-5" dirty="0">
                <a:latin typeface="Microsoft Sans Serif"/>
                <a:cs typeface="Microsoft Sans Serif"/>
              </a:rPr>
              <a:t>by</a:t>
            </a:r>
            <a:r>
              <a:rPr sz="2400" spc="20" dirty="0">
                <a:latin typeface="Microsoft Sans Serif"/>
                <a:cs typeface="Microsoft Sans Serif"/>
              </a:rPr>
              <a:t> </a:t>
            </a:r>
            <a:r>
              <a:rPr sz="2400" spc="-5" dirty="0">
                <a:latin typeface="Microsoft Sans Serif"/>
                <a:cs typeface="Microsoft Sans Serif"/>
              </a:rPr>
              <a:t>the</a:t>
            </a:r>
            <a:r>
              <a:rPr sz="2400" spc="30" dirty="0">
                <a:latin typeface="Microsoft Sans Serif"/>
                <a:cs typeface="Microsoft Sans Serif"/>
              </a:rPr>
              <a:t> </a:t>
            </a:r>
            <a:r>
              <a:rPr sz="2400" spc="-10" dirty="0">
                <a:latin typeface="Microsoft Sans Serif"/>
                <a:cs typeface="Microsoft Sans Serif"/>
              </a:rPr>
              <a:t>following</a:t>
            </a:r>
            <a:r>
              <a:rPr sz="2400" spc="60" dirty="0">
                <a:latin typeface="Microsoft Sans Serif"/>
                <a:cs typeface="Microsoft Sans Serif"/>
              </a:rPr>
              <a:t> </a:t>
            </a:r>
            <a:r>
              <a:rPr sz="2400" spc="-5" dirty="0">
                <a:latin typeface="Microsoft Sans Serif"/>
                <a:cs typeface="Microsoft Sans Serif"/>
              </a:rPr>
              <a:t>arrow</a:t>
            </a:r>
            <a:r>
              <a:rPr sz="2400" spc="25" dirty="0">
                <a:latin typeface="Microsoft Sans Serif"/>
                <a:cs typeface="Microsoft Sans Serif"/>
              </a:rPr>
              <a:t> </a:t>
            </a:r>
            <a:r>
              <a:rPr sz="2400" spc="-10" dirty="0">
                <a:latin typeface="Microsoft Sans Serif"/>
                <a:cs typeface="Microsoft Sans Serif"/>
              </a:rPr>
              <a:t>diagram:</a:t>
            </a:r>
            <a:endParaRPr sz="2400" dirty="0">
              <a:latin typeface="Microsoft Sans Serif"/>
              <a:cs typeface="Microsoft Sans Serif"/>
            </a:endParaRPr>
          </a:p>
        </p:txBody>
      </p:sp>
      <p:sp>
        <p:nvSpPr>
          <p:cNvPr id="5" name="object 4">
            <a:extLst>
              <a:ext uri="{FF2B5EF4-FFF2-40B4-BE49-F238E27FC236}">
                <a16:creationId xmlns:a16="http://schemas.microsoft.com/office/drawing/2014/main" id="{57900E4A-E5C2-F7D6-37E0-29FA22193733}"/>
              </a:ext>
            </a:extLst>
          </p:cNvPr>
          <p:cNvSpPr txBox="1"/>
          <p:nvPr/>
        </p:nvSpPr>
        <p:spPr>
          <a:xfrm>
            <a:off x="969264" y="5382264"/>
            <a:ext cx="7598409" cy="756920"/>
          </a:xfrm>
          <a:prstGeom prst="rect">
            <a:avLst/>
          </a:prstGeom>
        </p:spPr>
        <p:txBody>
          <a:bodyPr vert="horz" wrap="square" lIns="0" tIns="12700" rIns="0" bIns="0" rtlCol="0">
            <a:spAutoFit/>
          </a:bodyPr>
          <a:lstStyle/>
          <a:p>
            <a:pPr marL="38100" marR="30480">
              <a:lnSpc>
                <a:spcPct val="100000"/>
              </a:lnSpc>
              <a:spcBef>
                <a:spcPts val="100"/>
              </a:spcBef>
            </a:pPr>
            <a:r>
              <a:rPr sz="2400" spc="-5" dirty="0">
                <a:latin typeface="Microsoft Sans Serif"/>
                <a:cs typeface="Microsoft Sans Serif"/>
              </a:rPr>
              <a:t>Let</a:t>
            </a:r>
            <a:r>
              <a:rPr sz="2400" spc="25" dirty="0">
                <a:latin typeface="Microsoft Sans Serif"/>
                <a:cs typeface="Microsoft Sans Serif"/>
              </a:rPr>
              <a:t> </a:t>
            </a:r>
            <a:r>
              <a:rPr sz="2400" i="1" dirty="0">
                <a:latin typeface="Arial"/>
                <a:cs typeface="Arial"/>
              </a:rPr>
              <a:t>A </a:t>
            </a:r>
            <a:r>
              <a:rPr sz="2400" dirty="0">
                <a:latin typeface="Microsoft Sans Serif"/>
                <a:cs typeface="Microsoft Sans Serif"/>
              </a:rPr>
              <a:t>=</a:t>
            </a:r>
            <a:r>
              <a:rPr sz="2400" spc="20" dirty="0">
                <a:latin typeface="Microsoft Sans Serif"/>
                <a:cs typeface="Microsoft Sans Serif"/>
              </a:rPr>
              <a:t> </a:t>
            </a:r>
            <a:r>
              <a:rPr sz="2400" spc="-5" dirty="0">
                <a:latin typeface="Microsoft Sans Serif"/>
                <a:cs typeface="Microsoft Sans Serif"/>
              </a:rPr>
              <a:t>{1,</a:t>
            </a:r>
            <a:r>
              <a:rPr sz="2400" spc="15" dirty="0">
                <a:latin typeface="Microsoft Sans Serif"/>
                <a:cs typeface="Microsoft Sans Serif"/>
              </a:rPr>
              <a:t> </a:t>
            </a:r>
            <a:r>
              <a:rPr sz="2400" spc="-5" dirty="0">
                <a:latin typeface="Microsoft Sans Serif"/>
                <a:cs typeface="Microsoft Sans Serif"/>
              </a:rPr>
              <a:t>4},</a:t>
            </a:r>
            <a:r>
              <a:rPr sz="2400" spc="25" dirty="0">
                <a:latin typeface="Microsoft Sans Serif"/>
                <a:cs typeface="Microsoft Sans Serif"/>
              </a:rPr>
              <a:t> </a:t>
            </a:r>
            <a:r>
              <a:rPr sz="2400" i="1" spc="-5" dirty="0">
                <a:latin typeface="Arial"/>
                <a:cs typeface="Arial"/>
              </a:rPr>
              <a:t>C</a:t>
            </a:r>
            <a:r>
              <a:rPr sz="2400" i="1" dirty="0">
                <a:latin typeface="Arial"/>
                <a:cs typeface="Arial"/>
              </a:rPr>
              <a:t> </a:t>
            </a:r>
            <a:r>
              <a:rPr sz="2400" dirty="0">
                <a:latin typeface="Microsoft Sans Serif"/>
                <a:cs typeface="Microsoft Sans Serif"/>
              </a:rPr>
              <a:t>=</a:t>
            </a:r>
            <a:r>
              <a:rPr sz="2400" spc="20" dirty="0">
                <a:latin typeface="Microsoft Sans Serif"/>
                <a:cs typeface="Microsoft Sans Serif"/>
              </a:rPr>
              <a:t> </a:t>
            </a:r>
            <a:r>
              <a:rPr sz="2400" spc="-5" dirty="0">
                <a:latin typeface="Microsoft Sans Serif"/>
                <a:cs typeface="Microsoft Sans Serif"/>
              </a:rPr>
              <a:t>{</a:t>
            </a:r>
            <a:r>
              <a:rPr sz="2400" i="1" spc="-5" dirty="0">
                <a:latin typeface="Arial"/>
                <a:cs typeface="Arial"/>
              </a:rPr>
              <a:t>a</a:t>
            </a:r>
            <a:r>
              <a:rPr sz="2400" spc="-5" dirty="0">
                <a:latin typeface="Microsoft Sans Serif"/>
                <a:cs typeface="Microsoft Sans Serif"/>
              </a:rPr>
              <a:t>,</a:t>
            </a:r>
            <a:r>
              <a:rPr sz="2400" spc="20" dirty="0">
                <a:latin typeface="Microsoft Sans Serif"/>
                <a:cs typeface="Microsoft Sans Serif"/>
              </a:rPr>
              <a:t> </a:t>
            </a:r>
            <a:r>
              <a:rPr sz="2400" i="1" spc="-5" dirty="0">
                <a:latin typeface="Arial"/>
                <a:cs typeface="Arial"/>
              </a:rPr>
              <a:t>b</a:t>
            </a:r>
            <a:r>
              <a:rPr sz="2400" spc="-5" dirty="0">
                <a:latin typeface="Microsoft Sans Serif"/>
                <a:cs typeface="Microsoft Sans Serif"/>
              </a:rPr>
              <a:t>},</a:t>
            </a:r>
            <a:r>
              <a:rPr sz="2400" spc="25" dirty="0">
                <a:latin typeface="Microsoft Sans Serif"/>
                <a:cs typeface="Microsoft Sans Serif"/>
              </a:rPr>
              <a:t> </a:t>
            </a:r>
            <a:r>
              <a:rPr sz="2400" spc="-5" dirty="0">
                <a:latin typeface="Microsoft Sans Serif"/>
                <a:cs typeface="Microsoft Sans Serif"/>
              </a:rPr>
              <a:t>and</a:t>
            </a:r>
            <a:r>
              <a:rPr sz="2400" spc="30" dirty="0">
                <a:latin typeface="Microsoft Sans Serif"/>
                <a:cs typeface="Microsoft Sans Serif"/>
              </a:rPr>
              <a:t> </a:t>
            </a:r>
            <a:r>
              <a:rPr sz="2400" i="1" spc="-5" dirty="0">
                <a:latin typeface="Arial"/>
                <a:cs typeface="Arial"/>
              </a:rPr>
              <a:t>D</a:t>
            </a:r>
            <a:r>
              <a:rPr sz="2400" i="1" dirty="0">
                <a:latin typeface="Arial"/>
                <a:cs typeface="Arial"/>
              </a:rPr>
              <a:t> </a:t>
            </a:r>
            <a:r>
              <a:rPr sz="2400" dirty="0">
                <a:latin typeface="Microsoft Sans Serif"/>
                <a:cs typeface="Microsoft Sans Serif"/>
              </a:rPr>
              <a:t>=</a:t>
            </a:r>
            <a:r>
              <a:rPr sz="2400" spc="20" dirty="0">
                <a:latin typeface="Microsoft Sans Serif"/>
                <a:cs typeface="Microsoft Sans Serif"/>
              </a:rPr>
              <a:t> </a:t>
            </a:r>
            <a:r>
              <a:rPr sz="2400" dirty="0">
                <a:latin typeface="Microsoft Sans Serif"/>
                <a:cs typeface="Microsoft Sans Serif"/>
              </a:rPr>
              <a:t>{</a:t>
            </a:r>
            <a:r>
              <a:rPr sz="2400" i="1" dirty="0">
                <a:latin typeface="Arial"/>
                <a:cs typeface="Arial"/>
              </a:rPr>
              <a:t>c</a:t>
            </a:r>
            <a:r>
              <a:rPr sz="2400" dirty="0">
                <a:latin typeface="Microsoft Sans Serif"/>
                <a:cs typeface="Microsoft Sans Serif"/>
              </a:rPr>
              <a:t>,</a:t>
            </a:r>
            <a:r>
              <a:rPr sz="2400" spc="15" dirty="0">
                <a:latin typeface="Microsoft Sans Serif"/>
                <a:cs typeface="Microsoft Sans Serif"/>
              </a:rPr>
              <a:t> </a:t>
            </a:r>
            <a:r>
              <a:rPr sz="2400" i="1" spc="-5" dirty="0">
                <a:latin typeface="Arial"/>
                <a:cs typeface="Arial"/>
              </a:rPr>
              <a:t>e</a:t>
            </a:r>
            <a:r>
              <a:rPr sz="2400" spc="-5" dirty="0">
                <a:latin typeface="Microsoft Sans Serif"/>
                <a:cs typeface="Microsoft Sans Serif"/>
              </a:rPr>
              <a:t>}.</a:t>
            </a:r>
            <a:r>
              <a:rPr sz="2400" spc="25" dirty="0">
                <a:latin typeface="Microsoft Sans Serif"/>
                <a:cs typeface="Microsoft Sans Serif"/>
              </a:rPr>
              <a:t> </a:t>
            </a:r>
            <a:r>
              <a:rPr sz="2400" spc="-10" dirty="0">
                <a:latin typeface="Microsoft Sans Serif"/>
                <a:cs typeface="Microsoft Sans Serif"/>
              </a:rPr>
              <a:t>Find</a:t>
            </a:r>
            <a:r>
              <a:rPr sz="2400" spc="40" dirty="0">
                <a:latin typeface="Microsoft Sans Serif"/>
                <a:cs typeface="Microsoft Sans Serif"/>
              </a:rPr>
              <a:t> </a:t>
            </a:r>
            <a:r>
              <a:rPr sz="2400" i="1" spc="-5" dirty="0">
                <a:latin typeface="Arial"/>
                <a:cs typeface="Arial"/>
              </a:rPr>
              <a:t>F</a:t>
            </a:r>
            <a:r>
              <a:rPr sz="2400" spc="-5" dirty="0">
                <a:latin typeface="Microsoft Sans Serif"/>
                <a:cs typeface="Microsoft Sans Serif"/>
              </a:rPr>
              <a:t>(</a:t>
            </a:r>
            <a:r>
              <a:rPr sz="2400" i="1" spc="-5" dirty="0">
                <a:latin typeface="Arial"/>
                <a:cs typeface="Arial"/>
              </a:rPr>
              <a:t>A</a:t>
            </a:r>
            <a:r>
              <a:rPr sz="2400" spc="-5" dirty="0">
                <a:latin typeface="Microsoft Sans Serif"/>
                <a:cs typeface="Microsoft Sans Serif"/>
              </a:rPr>
              <a:t>),</a:t>
            </a:r>
            <a:r>
              <a:rPr sz="2400" spc="20" dirty="0">
                <a:latin typeface="Microsoft Sans Serif"/>
                <a:cs typeface="Microsoft Sans Serif"/>
              </a:rPr>
              <a:t> </a:t>
            </a:r>
            <a:r>
              <a:rPr sz="2400" i="1" spc="-5" dirty="0">
                <a:latin typeface="Arial"/>
                <a:cs typeface="Arial"/>
              </a:rPr>
              <a:t>F</a:t>
            </a:r>
            <a:r>
              <a:rPr sz="2400" spc="-5" dirty="0">
                <a:latin typeface="Microsoft Sans Serif"/>
                <a:cs typeface="Microsoft Sans Serif"/>
              </a:rPr>
              <a:t>(</a:t>
            </a:r>
            <a:r>
              <a:rPr sz="2400" i="1" spc="-5" dirty="0">
                <a:latin typeface="Arial"/>
                <a:cs typeface="Arial"/>
              </a:rPr>
              <a:t>X</a:t>
            </a:r>
            <a:r>
              <a:rPr sz="2400" spc="-5" dirty="0">
                <a:latin typeface="Microsoft Sans Serif"/>
                <a:cs typeface="Microsoft Sans Serif"/>
              </a:rPr>
              <a:t>), </a:t>
            </a:r>
            <a:r>
              <a:rPr sz="2400" spc="-625" dirty="0">
                <a:latin typeface="Microsoft Sans Serif"/>
                <a:cs typeface="Microsoft Sans Serif"/>
              </a:rPr>
              <a:t> </a:t>
            </a:r>
            <a:r>
              <a:rPr sz="2400" i="1" spc="-5" dirty="0">
                <a:latin typeface="Arial"/>
                <a:cs typeface="Arial"/>
              </a:rPr>
              <a:t>F</a:t>
            </a:r>
            <a:r>
              <a:rPr sz="2400" spc="-7" baseline="24305" dirty="0">
                <a:latin typeface="Microsoft Sans Serif"/>
                <a:cs typeface="Microsoft Sans Serif"/>
              </a:rPr>
              <a:t>−1</a:t>
            </a:r>
            <a:r>
              <a:rPr sz="2400" spc="-5" dirty="0">
                <a:latin typeface="Microsoft Sans Serif"/>
                <a:cs typeface="Microsoft Sans Serif"/>
              </a:rPr>
              <a:t>(</a:t>
            </a:r>
            <a:r>
              <a:rPr sz="2400" i="1" spc="-5" dirty="0">
                <a:latin typeface="Arial"/>
                <a:cs typeface="Arial"/>
              </a:rPr>
              <a:t>C</a:t>
            </a:r>
            <a:r>
              <a:rPr sz="2400" spc="-5" dirty="0">
                <a:latin typeface="Microsoft Sans Serif"/>
                <a:cs typeface="Microsoft Sans Serif"/>
              </a:rPr>
              <a:t>),</a:t>
            </a:r>
            <a:r>
              <a:rPr sz="2400" spc="10" dirty="0">
                <a:latin typeface="Microsoft Sans Serif"/>
                <a:cs typeface="Microsoft Sans Serif"/>
              </a:rPr>
              <a:t> </a:t>
            </a:r>
            <a:r>
              <a:rPr sz="2400" spc="-5" dirty="0">
                <a:latin typeface="Microsoft Sans Serif"/>
                <a:cs typeface="Microsoft Sans Serif"/>
              </a:rPr>
              <a:t>and</a:t>
            </a:r>
            <a:r>
              <a:rPr sz="2400" spc="40" dirty="0">
                <a:latin typeface="Microsoft Sans Serif"/>
                <a:cs typeface="Microsoft Sans Serif"/>
              </a:rPr>
              <a:t> </a:t>
            </a:r>
            <a:r>
              <a:rPr sz="2400" i="1" spc="-5" dirty="0">
                <a:latin typeface="Arial"/>
                <a:cs typeface="Arial"/>
              </a:rPr>
              <a:t>F</a:t>
            </a:r>
            <a:r>
              <a:rPr sz="2400" spc="-7" baseline="24305" dirty="0">
                <a:latin typeface="Microsoft Sans Serif"/>
                <a:cs typeface="Microsoft Sans Serif"/>
              </a:rPr>
              <a:t>−1</a:t>
            </a:r>
            <a:r>
              <a:rPr sz="2400" spc="-5" dirty="0">
                <a:latin typeface="Microsoft Sans Serif"/>
                <a:cs typeface="Microsoft Sans Serif"/>
              </a:rPr>
              <a:t>(</a:t>
            </a:r>
            <a:r>
              <a:rPr sz="2400" i="1" spc="-5" dirty="0">
                <a:latin typeface="Arial"/>
                <a:cs typeface="Arial"/>
              </a:rPr>
              <a:t>D</a:t>
            </a:r>
            <a:r>
              <a:rPr sz="2400" spc="-5" dirty="0">
                <a:latin typeface="Microsoft Sans Serif"/>
                <a:cs typeface="Microsoft Sans Serif"/>
              </a:rPr>
              <a:t>).</a:t>
            </a:r>
            <a:endParaRPr sz="2400">
              <a:latin typeface="Microsoft Sans Serif"/>
              <a:cs typeface="Microsoft Sans Serif"/>
            </a:endParaRPr>
          </a:p>
        </p:txBody>
      </p:sp>
      <p:pic>
        <p:nvPicPr>
          <p:cNvPr id="6" name="object 5">
            <a:extLst>
              <a:ext uri="{FF2B5EF4-FFF2-40B4-BE49-F238E27FC236}">
                <a16:creationId xmlns:a16="http://schemas.microsoft.com/office/drawing/2014/main" id="{894F4508-74C9-AABB-EA0E-8D6992E22579}"/>
              </a:ext>
            </a:extLst>
          </p:cNvPr>
          <p:cNvPicPr/>
          <p:nvPr/>
        </p:nvPicPr>
        <p:blipFill>
          <a:blip r:embed="rId2" cstate="print"/>
          <a:stretch>
            <a:fillRect/>
          </a:stretch>
        </p:blipFill>
        <p:spPr>
          <a:xfrm>
            <a:off x="3735156" y="3108438"/>
            <a:ext cx="2719634" cy="1842165"/>
          </a:xfrm>
          <a:prstGeom prst="rect">
            <a:avLst/>
          </a:prstGeom>
        </p:spPr>
      </p:pic>
    </p:spTree>
    <p:extLst>
      <p:ext uri="{BB962C8B-B14F-4D97-AF65-F5344CB8AC3E}">
        <p14:creationId xmlns:p14="http://schemas.microsoft.com/office/powerpoint/2010/main" val="11701683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AB279-7B7C-92A7-0972-938FAF38CA4E}"/>
              </a:ext>
            </a:extLst>
          </p:cNvPr>
          <p:cNvSpPr>
            <a:spLocks noGrp="1"/>
          </p:cNvSpPr>
          <p:nvPr>
            <p:ph type="title"/>
          </p:nvPr>
        </p:nvSpPr>
        <p:spPr/>
        <p:txBody>
          <a:bodyPr/>
          <a:lstStyle/>
          <a:p>
            <a:r>
              <a:rPr lang="en-US" dirty="0"/>
              <a:t>Functions on Sets</a:t>
            </a:r>
          </a:p>
        </p:txBody>
      </p:sp>
      <p:pic>
        <p:nvPicPr>
          <p:cNvPr id="4" name="object 3">
            <a:extLst>
              <a:ext uri="{FF2B5EF4-FFF2-40B4-BE49-F238E27FC236}">
                <a16:creationId xmlns:a16="http://schemas.microsoft.com/office/drawing/2014/main" id="{31686B23-87F1-72F8-0E24-54848CD230DC}"/>
              </a:ext>
            </a:extLst>
          </p:cNvPr>
          <p:cNvPicPr/>
          <p:nvPr/>
        </p:nvPicPr>
        <p:blipFill>
          <a:blip r:embed="rId2" cstate="print"/>
          <a:stretch>
            <a:fillRect/>
          </a:stretch>
        </p:blipFill>
        <p:spPr>
          <a:xfrm>
            <a:off x="4018729" y="2418978"/>
            <a:ext cx="1373358" cy="262596"/>
          </a:xfrm>
          <a:prstGeom prst="rect">
            <a:avLst/>
          </a:prstGeom>
        </p:spPr>
      </p:pic>
      <p:pic>
        <p:nvPicPr>
          <p:cNvPr id="5" name="object 4">
            <a:extLst>
              <a:ext uri="{FF2B5EF4-FFF2-40B4-BE49-F238E27FC236}">
                <a16:creationId xmlns:a16="http://schemas.microsoft.com/office/drawing/2014/main" id="{9B2922C4-18E6-842B-6D38-B7873B0E5506}"/>
              </a:ext>
            </a:extLst>
          </p:cNvPr>
          <p:cNvPicPr/>
          <p:nvPr/>
        </p:nvPicPr>
        <p:blipFill>
          <a:blip r:embed="rId3" cstate="print"/>
          <a:stretch>
            <a:fillRect/>
          </a:stretch>
        </p:blipFill>
        <p:spPr>
          <a:xfrm>
            <a:off x="3997892" y="3237068"/>
            <a:ext cx="2004574" cy="262820"/>
          </a:xfrm>
          <a:prstGeom prst="rect">
            <a:avLst/>
          </a:prstGeom>
        </p:spPr>
      </p:pic>
      <p:pic>
        <p:nvPicPr>
          <p:cNvPr id="6" name="object 5">
            <a:extLst>
              <a:ext uri="{FF2B5EF4-FFF2-40B4-BE49-F238E27FC236}">
                <a16:creationId xmlns:a16="http://schemas.microsoft.com/office/drawing/2014/main" id="{67993A22-6BB1-63C9-3166-AF9BDA7EA872}"/>
              </a:ext>
            </a:extLst>
          </p:cNvPr>
          <p:cNvPicPr/>
          <p:nvPr/>
        </p:nvPicPr>
        <p:blipFill>
          <a:blip r:embed="rId4" cstate="print"/>
          <a:stretch>
            <a:fillRect/>
          </a:stretch>
        </p:blipFill>
        <p:spPr>
          <a:xfrm>
            <a:off x="3773163" y="4160135"/>
            <a:ext cx="2224734" cy="304774"/>
          </a:xfrm>
          <a:prstGeom prst="rect">
            <a:avLst/>
          </a:prstGeom>
        </p:spPr>
      </p:pic>
      <p:pic>
        <p:nvPicPr>
          <p:cNvPr id="7" name="object 6">
            <a:extLst>
              <a:ext uri="{FF2B5EF4-FFF2-40B4-BE49-F238E27FC236}">
                <a16:creationId xmlns:a16="http://schemas.microsoft.com/office/drawing/2014/main" id="{4D43067B-763A-36D7-9E63-5BA326348F7F}"/>
              </a:ext>
            </a:extLst>
          </p:cNvPr>
          <p:cNvPicPr/>
          <p:nvPr/>
        </p:nvPicPr>
        <p:blipFill>
          <a:blip r:embed="rId5" cstate="print"/>
          <a:stretch>
            <a:fillRect/>
          </a:stretch>
        </p:blipFill>
        <p:spPr>
          <a:xfrm>
            <a:off x="3740592" y="5058184"/>
            <a:ext cx="1484486" cy="303882"/>
          </a:xfrm>
          <a:prstGeom prst="rect">
            <a:avLst/>
          </a:prstGeom>
        </p:spPr>
      </p:pic>
    </p:spTree>
    <p:extLst>
      <p:ext uri="{BB962C8B-B14F-4D97-AF65-F5344CB8AC3E}">
        <p14:creationId xmlns:p14="http://schemas.microsoft.com/office/powerpoint/2010/main" val="3862228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AB279-7B7C-92A7-0972-938FAF38CA4E}"/>
              </a:ext>
            </a:extLst>
          </p:cNvPr>
          <p:cNvSpPr>
            <a:spLocks noGrp="1"/>
          </p:cNvSpPr>
          <p:nvPr>
            <p:ph type="title"/>
          </p:nvPr>
        </p:nvSpPr>
        <p:spPr/>
        <p:txBody>
          <a:bodyPr/>
          <a:lstStyle/>
          <a:p>
            <a:r>
              <a:rPr lang="en-US" dirty="0"/>
              <a:t>Functions on Power Sets</a:t>
            </a:r>
          </a:p>
        </p:txBody>
      </p:sp>
      <p:pic>
        <p:nvPicPr>
          <p:cNvPr id="3" name="Picture 2">
            <a:extLst>
              <a:ext uri="{FF2B5EF4-FFF2-40B4-BE49-F238E27FC236}">
                <a16:creationId xmlns:a16="http://schemas.microsoft.com/office/drawing/2014/main" id="{7DF5ED00-2F03-1069-440A-4F58BC563982}"/>
              </a:ext>
            </a:extLst>
          </p:cNvPr>
          <p:cNvPicPr>
            <a:picLocks noChangeAspect="1"/>
          </p:cNvPicPr>
          <p:nvPr/>
        </p:nvPicPr>
        <p:blipFill>
          <a:blip r:embed="rId2"/>
          <a:stretch>
            <a:fillRect/>
          </a:stretch>
        </p:blipFill>
        <p:spPr>
          <a:xfrm>
            <a:off x="1772401" y="1867059"/>
            <a:ext cx="8234241" cy="2209481"/>
          </a:xfrm>
          <a:prstGeom prst="rect">
            <a:avLst/>
          </a:prstGeom>
        </p:spPr>
      </p:pic>
    </p:spTree>
    <p:extLst>
      <p:ext uri="{BB962C8B-B14F-4D97-AF65-F5344CB8AC3E}">
        <p14:creationId xmlns:p14="http://schemas.microsoft.com/office/powerpoint/2010/main" val="34191326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AB279-7B7C-92A7-0972-938FAF38CA4E}"/>
              </a:ext>
            </a:extLst>
          </p:cNvPr>
          <p:cNvSpPr>
            <a:spLocks noGrp="1"/>
          </p:cNvSpPr>
          <p:nvPr>
            <p:ph type="title"/>
          </p:nvPr>
        </p:nvSpPr>
        <p:spPr/>
        <p:txBody>
          <a:bodyPr/>
          <a:lstStyle/>
          <a:p>
            <a:r>
              <a:rPr lang="en-US" dirty="0"/>
              <a:t>Functions on Power Sets</a:t>
            </a:r>
          </a:p>
        </p:txBody>
      </p:sp>
      <p:pic>
        <p:nvPicPr>
          <p:cNvPr id="4" name="Picture 3">
            <a:extLst>
              <a:ext uri="{FF2B5EF4-FFF2-40B4-BE49-F238E27FC236}">
                <a16:creationId xmlns:a16="http://schemas.microsoft.com/office/drawing/2014/main" id="{3E4FD0F8-62F3-C045-A0C0-A6A5831B67F2}"/>
              </a:ext>
            </a:extLst>
          </p:cNvPr>
          <p:cNvPicPr>
            <a:picLocks noChangeAspect="1"/>
          </p:cNvPicPr>
          <p:nvPr/>
        </p:nvPicPr>
        <p:blipFill>
          <a:blip r:embed="rId2"/>
          <a:stretch>
            <a:fillRect/>
          </a:stretch>
        </p:blipFill>
        <p:spPr>
          <a:xfrm>
            <a:off x="3619500" y="1665294"/>
            <a:ext cx="4953000" cy="3527413"/>
          </a:xfrm>
          <a:prstGeom prst="rect">
            <a:avLst/>
          </a:prstGeom>
        </p:spPr>
      </p:pic>
    </p:spTree>
    <p:extLst>
      <p:ext uri="{BB962C8B-B14F-4D97-AF65-F5344CB8AC3E}">
        <p14:creationId xmlns:p14="http://schemas.microsoft.com/office/powerpoint/2010/main" val="13466483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3A706-B010-0B2E-E945-23014E158843}"/>
              </a:ext>
            </a:extLst>
          </p:cNvPr>
          <p:cNvSpPr>
            <a:spLocks noGrp="1"/>
          </p:cNvSpPr>
          <p:nvPr>
            <p:ph type="title"/>
          </p:nvPr>
        </p:nvSpPr>
        <p:spPr/>
        <p:txBody>
          <a:bodyPr/>
          <a:lstStyle/>
          <a:p>
            <a:r>
              <a:rPr lang="en-US" dirty="0"/>
              <a:t>Inverse Functions</a:t>
            </a:r>
          </a:p>
        </p:txBody>
      </p:sp>
      <p:sp>
        <p:nvSpPr>
          <p:cNvPr id="4" name="object 3">
            <a:extLst>
              <a:ext uri="{FF2B5EF4-FFF2-40B4-BE49-F238E27FC236}">
                <a16:creationId xmlns:a16="http://schemas.microsoft.com/office/drawing/2014/main" id="{79DA9C8C-4744-9761-3B20-A47451907D62}"/>
              </a:ext>
            </a:extLst>
          </p:cNvPr>
          <p:cNvSpPr txBox="1">
            <a:spLocks noGrp="1"/>
          </p:cNvSpPr>
          <p:nvPr>
            <p:ph idx="1"/>
          </p:nvPr>
        </p:nvSpPr>
        <p:spPr>
          <a:xfrm>
            <a:off x="838200" y="1825625"/>
            <a:ext cx="10515600" cy="4351338"/>
          </a:xfrm>
          <a:prstGeom prst="rect">
            <a:avLst/>
          </a:prstGeom>
        </p:spPr>
        <p:txBody>
          <a:bodyPr vert="horz" wrap="square" lIns="0" tIns="85852" rIns="0" bIns="0" rtlCol="0">
            <a:spAutoFit/>
          </a:bodyPr>
          <a:lstStyle/>
          <a:p>
            <a:pPr marL="88900" marR="5080">
              <a:lnSpc>
                <a:spcPct val="100000"/>
              </a:lnSpc>
              <a:spcBef>
                <a:spcPts val="100"/>
              </a:spcBef>
            </a:pPr>
            <a:r>
              <a:rPr dirty="0"/>
              <a:t>If</a:t>
            </a:r>
            <a:r>
              <a:rPr spc="-35" dirty="0"/>
              <a:t> </a:t>
            </a:r>
            <a:r>
              <a:rPr i="1" dirty="0">
                <a:latin typeface="Arial"/>
                <a:cs typeface="Arial"/>
              </a:rPr>
              <a:t>F</a:t>
            </a:r>
            <a:r>
              <a:rPr i="1" spc="-30" dirty="0">
                <a:latin typeface="Arial"/>
                <a:cs typeface="Arial"/>
              </a:rPr>
              <a:t> </a:t>
            </a:r>
            <a:r>
              <a:rPr dirty="0"/>
              <a:t>is</a:t>
            </a:r>
            <a:r>
              <a:rPr spc="-15" dirty="0"/>
              <a:t> </a:t>
            </a:r>
            <a:r>
              <a:rPr dirty="0"/>
              <a:t>a</a:t>
            </a:r>
            <a:r>
              <a:rPr spc="-30" dirty="0"/>
              <a:t> </a:t>
            </a:r>
            <a:r>
              <a:rPr spc="-25" dirty="0"/>
              <a:t>one-</a:t>
            </a:r>
            <a:r>
              <a:rPr spc="-10" dirty="0"/>
              <a:t>to-</a:t>
            </a:r>
            <a:r>
              <a:rPr dirty="0"/>
              <a:t>one</a:t>
            </a:r>
            <a:r>
              <a:rPr spc="-10" dirty="0"/>
              <a:t> correspondence</a:t>
            </a:r>
            <a:r>
              <a:rPr spc="15" dirty="0"/>
              <a:t> </a:t>
            </a:r>
            <a:r>
              <a:rPr dirty="0"/>
              <a:t>from</a:t>
            </a:r>
            <a:r>
              <a:rPr spc="-35" dirty="0"/>
              <a:t> </a:t>
            </a:r>
            <a:r>
              <a:rPr dirty="0"/>
              <a:t>a</a:t>
            </a:r>
            <a:r>
              <a:rPr spc="-20" dirty="0"/>
              <a:t> </a:t>
            </a:r>
            <a:r>
              <a:rPr dirty="0"/>
              <a:t>set</a:t>
            </a:r>
            <a:r>
              <a:rPr spc="-25" dirty="0"/>
              <a:t> </a:t>
            </a:r>
            <a:r>
              <a:rPr i="1" dirty="0">
                <a:latin typeface="Arial"/>
                <a:cs typeface="Arial"/>
              </a:rPr>
              <a:t>X</a:t>
            </a:r>
            <a:r>
              <a:rPr i="1" spc="-30" dirty="0">
                <a:latin typeface="Arial"/>
                <a:cs typeface="Arial"/>
              </a:rPr>
              <a:t> </a:t>
            </a:r>
            <a:r>
              <a:rPr dirty="0"/>
              <a:t>to</a:t>
            </a:r>
            <a:r>
              <a:rPr spc="-30" dirty="0"/>
              <a:t> </a:t>
            </a:r>
            <a:r>
              <a:rPr dirty="0"/>
              <a:t>a</a:t>
            </a:r>
            <a:r>
              <a:rPr spc="-20" dirty="0"/>
              <a:t> </a:t>
            </a:r>
            <a:r>
              <a:rPr dirty="0"/>
              <a:t>set</a:t>
            </a:r>
            <a:r>
              <a:rPr spc="-25" dirty="0"/>
              <a:t> </a:t>
            </a:r>
            <a:r>
              <a:rPr i="1" spc="-25" dirty="0">
                <a:latin typeface="Arial"/>
                <a:cs typeface="Arial"/>
              </a:rPr>
              <a:t>Y</a:t>
            </a:r>
            <a:r>
              <a:rPr spc="-25" dirty="0"/>
              <a:t>, </a:t>
            </a:r>
            <a:r>
              <a:rPr dirty="0"/>
              <a:t>then</a:t>
            </a:r>
            <a:r>
              <a:rPr spc="-40" dirty="0"/>
              <a:t> </a:t>
            </a:r>
            <a:r>
              <a:rPr dirty="0"/>
              <a:t>there</a:t>
            </a:r>
            <a:r>
              <a:rPr spc="-50" dirty="0"/>
              <a:t> </a:t>
            </a:r>
            <a:r>
              <a:rPr dirty="0"/>
              <a:t>is</a:t>
            </a:r>
            <a:r>
              <a:rPr spc="-30" dirty="0"/>
              <a:t> </a:t>
            </a:r>
            <a:r>
              <a:rPr dirty="0"/>
              <a:t>a</a:t>
            </a:r>
            <a:r>
              <a:rPr spc="-40" dirty="0"/>
              <a:t> </a:t>
            </a:r>
            <a:r>
              <a:rPr dirty="0"/>
              <a:t>function</a:t>
            </a:r>
            <a:r>
              <a:rPr spc="-40" dirty="0"/>
              <a:t> </a:t>
            </a:r>
            <a:r>
              <a:rPr dirty="0"/>
              <a:t>from</a:t>
            </a:r>
            <a:r>
              <a:rPr spc="-50" dirty="0"/>
              <a:t> </a:t>
            </a:r>
            <a:r>
              <a:rPr i="1" dirty="0">
                <a:latin typeface="Arial"/>
                <a:cs typeface="Arial"/>
              </a:rPr>
              <a:t>Y</a:t>
            </a:r>
            <a:r>
              <a:rPr i="1" spc="-40" dirty="0">
                <a:latin typeface="Arial"/>
                <a:cs typeface="Arial"/>
              </a:rPr>
              <a:t> </a:t>
            </a:r>
            <a:r>
              <a:rPr dirty="0"/>
              <a:t>to</a:t>
            </a:r>
            <a:r>
              <a:rPr spc="-50" dirty="0"/>
              <a:t> </a:t>
            </a:r>
            <a:r>
              <a:rPr i="1" dirty="0">
                <a:latin typeface="Arial"/>
                <a:cs typeface="Arial"/>
              </a:rPr>
              <a:t>X</a:t>
            </a:r>
            <a:r>
              <a:rPr i="1" spc="-50" dirty="0">
                <a:latin typeface="Arial"/>
                <a:cs typeface="Arial"/>
              </a:rPr>
              <a:t> </a:t>
            </a:r>
            <a:r>
              <a:rPr dirty="0"/>
              <a:t>that</a:t>
            </a:r>
            <a:r>
              <a:rPr spc="-45" dirty="0"/>
              <a:t> </a:t>
            </a:r>
            <a:r>
              <a:rPr dirty="0"/>
              <a:t>“undoes”</a:t>
            </a:r>
            <a:r>
              <a:rPr spc="-20" dirty="0"/>
              <a:t> </a:t>
            </a:r>
            <a:r>
              <a:rPr dirty="0"/>
              <a:t>the</a:t>
            </a:r>
            <a:r>
              <a:rPr spc="-45" dirty="0"/>
              <a:t> </a:t>
            </a:r>
            <a:r>
              <a:rPr spc="-10" dirty="0"/>
              <a:t>action </a:t>
            </a:r>
            <a:r>
              <a:rPr dirty="0"/>
              <a:t>of</a:t>
            </a:r>
            <a:r>
              <a:rPr spc="-40" dirty="0"/>
              <a:t> </a:t>
            </a:r>
            <a:r>
              <a:rPr i="1" dirty="0">
                <a:latin typeface="Arial"/>
                <a:cs typeface="Arial"/>
              </a:rPr>
              <a:t>F</a:t>
            </a:r>
            <a:r>
              <a:rPr dirty="0"/>
              <a:t>;</a:t>
            </a:r>
            <a:r>
              <a:rPr spc="-45" dirty="0"/>
              <a:t> </a:t>
            </a:r>
            <a:r>
              <a:rPr dirty="0"/>
              <a:t>that</a:t>
            </a:r>
            <a:r>
              <a:rPr spc="-35" dirty="0"/>
              <a:t> </a:t>
            </a:r>
            <a:r>
              <a:rPr dirty="0"/>
              <a:t>is,</a:t>
            </a:r>
            <a:r>
              <a:rPr spc="-40" dirty="0"/>
              <a:t> </a:t>
            </a:r>
            <a:r>
              <a:rPr dirty="0"/>
              <a:t>it</a:t>
            </a:r>
            <a:r>
              <a:rPr spc="-35" dirty="0"/>
              <a:t> </a:t>
            </a:r>
            <a:r>
              <a:rPr dirty="0"/>
              <a:t>sends</a:t>
            </a:r>
            <a:r>
              <a:rPr spc="-20" dirty="0"/>
              <a:t> </a:t>
            </a:r>
            <a:r>
              <a:rPr dirty="0"/>
              <a:t>each</a:t>
            </a:r>
            <a:r>
              <a:rPr spc="-30" dirty="0"/>
              <a:t> </a:t>
            </a:r>
            <a:r>
              <a:rPr dirty="0"/>
              <a:t>element</a:t>
            </a:r>
            <a:r>
              <a:rPr spc="-15" dirty="0"/>
              <a:t> </a:t>
            </a:r>
            <a:r>
              <a:rPr dirty="0"/>
              <a:t>of</a:t>
            </a:r>
            <a:r>
              <a:rPr spc="-35" dirty="0"/>
              <a:t> </a:t>
            </a:r>
            <a:r>
              <a:rPr i="1" dirty="0">
                <a:latin typeface="Arial"/>
                <a:cs typeface="Arial"/>
              </a:rPr>
              <a:t>Y</a:t>
            </a:r>
            <a:r>
              <a:rPr i="1" spc="-45" dirty="0">
                <a:latin typeface="Arial"/>
                <a:cs typeface="Arial"/>
              </a:rPr>
              <a:t> </a:t>
            </a:r>
            <a:r>
              <a:rPr dirty="0"/>
              <a:t>back</a:t>
            </a:r>
            <a:r>
              <a:rPr spc="-20" dirty="0"/>
              <a:t> </a:t>
            </a:r>
            <a:r>
              <a:rPr dirty="0"/>
              <a:t>to</a:t>
            </a:r>
            <a:r>
              <a:rPr spc="-55" dirty="0"/>
              <a:t> </a:t>
            </a:r>
            <a:r>
              <a:rPr dirty="0"/>
              <a:t>the</a:t>
            </a:r>
            <a:r>
              <a:rPr spc="-30" dirty="0"/>
              <a:t> </a:t>
            </a:r>
            <a:r>
              <a:rPr spc="-10" dirty="0"/>
              <a:t>element </a:t>
            </a:r>
            <a:r>
              <a:rPr dirty="0"/>
              <a:t>of</a:t>
            </a:r>
            <a:r>
              <a:rPr spc="-45" dirty="0"/>
              <a:t> </a:t>
            </a:r>
            <a:r>
              <a:rPr i="1" dirty="0">
                <a:latin typeface="Arial"/>
                <a:cs typeface="Arial"/>
              </a:rPr>
              <a:t>X</a:t>
            </a:r>
            <a:r>
              <a:rPr i="1" spc="-50" dirty="0">
                <a:latin typeface="Arial"/>
                <a:cs typeface="Arial"/>
              </a:rPr>
              <a:t> </a:t>
            </a:r>
            <a:r>
              <a:rPr dirty="0"/>
              <a:t>that</a:t>
            </a:r>
            <a:r>
              <a:rPr spc="-45" dirty="0"/>
              <a:t> </a:t>
            </a:r>
            <a:r>
              <a:rPr dirty="0"/>
              <a:t>it</a:t>
            </a:r>
            <a:r>
              <a:rPr spc="-40" dirty="0"/>
              <a:t> </a:t>
            </a:r>
            <a:r>
              <a:rPr dirty="0"/>
              <a:t>came</a:t>
            </a:r>
            <a:r>
              <a:rPr spc="-40" dirty="0"/>
              <a:t> </a:t>
            </a:r>
            <a:r>
              <a:rPr dirty="0"/>
              <a:t>from.</a:t>
            </a:r>
            <a:r>
              <a:rPr spc="-65" dirty="0"/>
              <a:t> </a:t>
            </a:r>
            <a:r>
              <a:rPr dirty="0"/>
              <a:t>This</a:t>
            </a:r>
            <a:r>
              <a:rPr spc="-25" dirty="0"/>
              <a:t> </a:t>
            </a:r>
            <a:r>
              <a:rPr dirty="0"/>
              <a:t>function</a:t>
            </a:r>
            <a:r>
              <a:rPr spc="-35" dirty="0"/>
              <a:t> </a:t>
            </a:r>
            <a:r>
              <a:rPr dirty="0"/>
              <a:t>is</a:t>
            </a:r>
            <a:r>
              <a:rPr spc="-35" dirty="0"/>
              <a:t> </a:t>
            </a:r>
            <a:r>
              <a:rPr dirty="0"/>
              <a:t>called</a:t>
            </a:r>
            <a:r>
              <a:rPr spc="-15" dirty="0"/>
              <a:t> </a:t>
            </a:r>
            <a:r>
              <a:rPr dirty="0"/>
              <a:t>the</a:t>
            </a:r>
            <a:r>
              <a:rPr spc="-45" dirty="0"/>
              <a:t> </a:t>
            </a:r>
            <a:r>
              <a:rPr i="1" spc="-10" dirty="0">
                <a:latin typeface="Arial"/>
                <a:cs typeface="Arial"/>
              </a:rPr>
              <a:t>inverse </a:t>
            </a:r>
            <a:r>
              <a:rPr i="1" dirty="0">
                <a:latin typeface="Arial"/>
                <a:cs typeface="Arial"/>
              </a:rPr>
              <a:t>function</a:t>
            </a:r>
            <a:r>
              <a:rPr i="1" spc="-55" dirty="0">
                <a:latin typeface="Arial"/>
                <a:cs typeface="Arial"/>
              </a:rPr>
              <a:t> </a:t>
            </a:r>
            <a:r>
              <a:rPr dirty="0"/>
              <a:t>for</a:t>
            </a:r>
            <a:r>
              <a:rPr spc="-60" dirty="0"/>
              <a:t> </a:t>
            </a:r>
            <a:r>
              <a:rPr i="1" spc="-25" dirty="0">
                <a:latin typeface="Arial"/>
                <a:cs typeface="Arial"/>
              </a:rPr>
              <a:t>F</a:t>
            </a:r>
            <a:r>
              <a:rPr spc="-25" dirty="0"/>
              <a:t>.</a:t>
            </a:r>
          </a:p>
        </p:txBody>
      </p:sp>
      <p:pic>
        <p:nvPicPr>
          <p:cNvPr id="5" name="object 4">
            <a:extLst>
              <a:ext uri="{FF2B5EF4-FFF2-40B4-BE49-F238E27FC236}">
                <a16:creationId xmlns:a16="http://schemas.microsoft.com/office/drawing/2014/main" id="{2B22F30B-15CA-1747-C9B2-7B17A2E846E9}"/>
              </a:ext>
            </a:extLst>
          </p:cNvPr>
          <p:cNvPicPr/>
          <p:nvPr/>
        </p:nvPicPr>
        <p:blipFill>
          <a:blip r:embed="rId2" cstate="print"/>
          <a:stretch>
            <a:fillRect/>
          </a:stretch>
        </p:blipFill>
        <p:spPr>
          <a:xfrm>
            <a:off x="1773395" y="3591180"/>
            <a:ext cx="8281416" cy="2901695"/>
          </a:xfrm>
          <a:prstGeom prst="rect">
            <a:avLst/>
          </a:prstGeom>
        </p:spPr>
      </p:pic>
    </p:spTree>
    <p:extLst>
      <p:ext uri="{BB962C8B-B14F-4D97-AF65-F5344CB8AC3E}">
        <p14:creationId xmlns:p14="http://schemas.microsoft.com/office/powerpoint/2010/main" val="11070829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743F-4952-A703-B161-C9F40EF048C6}"/>
              </a:ext>
            </a:extLst>
          </p:cNvPr>
          <p:cNvSpPr>
            <a:spLocks noGrp="1"/>
          </p:cNvSpPr>
          <p:nvPr>
            <p:ph type="title"/>
          </p:nvPr>
        </p:nvSpPr>
        <p:spPr/>
        <p:txBody>
          <a:bodyPr/>
          <a:lstStyle/>
          <a:p>
            <a:r>
              <a:rPr lang="en-US" dirty="0"/>
              <a:t>Inverse Function</a:t>
            </a:r>
          </a:p>
        </p:txBody>
      </p:sp>
      <p:sp>
        <p:nvSpPr>
          <p:cNvPr id="4" name="object 3">
            <a:extLst>
              <a:ext uri="{FF2B5EF4-FFF2-40B4-BE49-F238E27FC236}">
                <a16:creationId xmlns:a16="http://schemas.microsoft.com/office/drawing/2014/main" id="{5D16F229-BD73-D82B-7D14-6E67F53D64BF}"/>
              </a:ext>
            </a:extLst>
          </p:cNvPr>
          <p:cNvSpPr txBox="1"/>
          <p:nvPr/>
        </p:nvSpPr>
        <p:spPr>
          <a:xfrm>
            <a:off x="994664" y="1944117"/>
            <a:ext cx="7886700" cy="756920"/>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Arial MT"/>
                <a:cs typeface="Arial MT"/>
              </a:rPr>
              <a:t>The</a:t>
            </a:r>
            <a:r>
              <a:rPr sz="2400" spc="-55" dirty="0">
                <a:latin typeface="Arial MT"/>
                <a:cs typeface="Arial MT"/>
              </a:rPr>
              <a:t> </a:t>
            </a:r>
            <a:r>
              <a:rPr sz="2400" dirty="0">
                <a:latin typeface="Arial MT"/>
                <a:cs typeface="Arial MT"/>
              </a:rPr>
              <a:t>diagram</a:t>
            </a:r>
            <a:r>
              <a:rPr sz="2400" spc="-35" dirty="0">
                <a:latin typeface="Arial MT"/>
                <a:cs typeface="Arial MT"/>
              </a:rPr>
              <a:t> </a:t>
            </a:r>
            <a:r>
              <a:rPr sz="2400" dirty="0">
                <a:latin typeface="Arial MT"/>
                <a:cs typeface="Arial MT"/>
              </a:rPr>
              <a:t>that</a:t>
            </a:r>
            <a:r>
              <a:rPr sz="2400" spc="-55" dirty="0">
                <a:latin typeface="Arial MT"/>
                <a:cs typeface="Arial MT"/>
              </a:rPr>
              <a:t> </a:t>
            </a:r>
            <a:r>
              <a:rPr sz="2400" dirty="0">
                <a:latin typeface="Arial MT"/>
                <a:cs typeface="Arial MT"/>
              </a:rPr>
              <a:t>follows</a:t>
            </a:r>
            <a:r>
              <a:rPr sz="2400" spc="-40" dirty="0">
                <a:latin typeface="Arial MT"/>
                <a:cs typeface="Arial MT"/>
              </a:rPr>
              <a:t> </a:t>
            </a:r>
            <a:r>
              <a:rPr sz="2400" dirty="0">
                <a:latin typeface="Arial MT"/>
                <a:cs typeface="Arial MT"/>
              </a:rPr>
              <a:t>illustrates</a:t>
            </a:r>
            <a:r>
              <a:rPr sz="2400" spc="-40" dirty="0">
                <a:latin typeface="Arial MT"/>
                <a:cs typeface="Arial MT"/>
              </a:rPr>
              <a:t> </a:t>
            </a:r>
            <a:r>
              <a:rPr sz="2400" dirty="0">
                <a:latin typeface="Arial MT"/>
                <a:cs typeface="Arial MT"/>
              </a:rPr>
              <a:t>the</a:t>
            </a:r>
            <a:r>
              <a:rPr sz="2400" spc="-55" dirty="0">
                <a:latin typeface="Arial MT"/>
                <a:cs typeface="Arial MT"/>
              </a:rPr>
              <a:t> </a:t>
            </a:r>
            <a:r>
              <a:rPr sz="2400" dirty="0">
                <a:latin typeface="Arial MT"/>
                <a:cs typeface="Arial MT"/>
              </a:rPr>
              <a:t>fact</a:t>
            </a:r>
            <a:r>
              <a:rPr sz="2400" spc="-65" dirty="0">
                <a:latin typeface="Arial MT"/>
                <a:cs typeface="Arial MT"/>
              </a:rPr>
              <a:t> </a:t>
            </a:r>
            <a:r>
              <a:rPr sz="2400" dirty="0">
                <a:latin typeface="Arial MT"/>
                <a:cs typeface="Arial MT"/>
              </a:rPr>
              <a:t>that</a:t>
            </a:r>
            <a:r>
              <a:rPr sz="2400" spc="-65" dirty="0">
                <a:latin typeface="Arial MT"/>
                <a:cs typeface="Arial MT"/>
              </a:rPr>
              <a:t> </a:t>
            </a:r>
            <a:r>
              <a:rPr sz="2400" dirty="0">
                <a:latin typeface="Arial MT"/>
                <a:cs typeface="Arial MT"/>
              </a:rPr>
              <a:t>an</a:t>
            </a:r>
            <a:r>
              <a:rPr sz="2400" spc="-45" dirty="0">
                <a:latin typeface="Arial MT"/>
                <a:cs typeface="Arial MT"/>
              </a:rPr>
              <a:t> </a:t>
            </a:r>
            <a:r>
              <a:rPr sz="2400" spc="-10" dirty="0">
                <a:latin typeface="Arial MT"/>
                <a:cs typeface="Arial MT"/>
              </a:rPr>
              <a:t>inverse </a:t>
            </a:r>
            <a:r>
              <a:rPr sz="2400" dirty="0">
                <a:latin typeface="Arial MT"/>
                <a:cs typeface="Arial MT"/>
              </a:rPr>
              <a:t>function</a:t>
            </a:r>
            <a:r>
              <a:rPr sz="2400" spc="-60" dirty="0">
                <a:latin typeface="Arial MT"/>
                <a:cs typeface="Arial MT"/>
              </a:rPr>
              <a:t> </a:t>
            </a:r>
            <a:r>
              <a:rPr sz="2400" dirty="0">
                <a:latin typeface="Arial MT"/>
                <a:cs typeface="Arial MT"/>
              </a:rPr>
              <a:t>sends</a:t>
            </a:r>
            <a:r>
              <a:rPr sz="2400" spc="-45" dirty="0">
                <a:latin typeface="Arial MT"/>
                <a:cs typeface="Arial MT"/>
              </a:rPr>
              <a:t> </a:t>
            </a:r>
            <a:r>
              <a:rPr sz="2400" dirty="0">
                <a:latin typeface="Arial MT"/>
                <a:cs typeface="Arial MT"/>
              </a:rPr>
              <a:t>each</a:t>
            </a:r>
            <a:r>
              <a:rPr sz="2400" spc="-55" dirty="0">
                <a:latin typeface="Arial MT"/>
                <a:cs typeface="Arial MT"/>
              </a:rPr>
              <a:t> </a:t>
            </a:r>
            <a:r>
              <a:rPr sz="2400" dirty="0">
                <a:latin typeface="Arial MT"/>
                <a:cs typeface="Arial MT"/>
              </a:rPr>
              <a:t>element</a:t>
            </a:r>
            <a:r>
              <a:rPr sz="2400" spc="-40" dirty="0">
                <a:latin typeface="Arial MT"/>
                <a:cs typeface="Arial MT"/>
              </a:rPr>
              <a:t> </a:t>
            </a:r>
            <a:r>
              <a:rPr sz="2400" dirty="0">
                <a:latin typeface="Arial MT"/>
                <a:cs typeface="Arial MT"/>
              </a:rPr>
              <a:t>back</a:t>
            </a:r>
            <a:r>
              <a:rPr sz="2400" spc="-50" dirty="0">
                <a:latin typeface="Arial MT"/>
                <a:cs typeface="Arial MT"/>
              </a:rPr>
              <a:t> </a:t>
            </a:r>
            <a:r>
              <a:rPr sz="2400" dirty="0">
                <a:latin typeface="Arial MT"/>
                <a:cs typeface="Arial MT"/>
              </a:rPr>
              <a:t>to</a:t>
            </a:r>
            <a:r>
              <a:rPr sz="2400" spc="-70" dirty="0">
                <a:latin typeface="Arial MT"/>
                <a:cs typeface="Arial MT"/>
              </a:rPr>
              <a:t> </a:t>
            </a:r>
            <a:r>
              <a:rPr sz="2400" dirty="0">
                <a:latin typeface="Arial MT"/>
                <a:cs typeface="Arial MT"/>
              </a:rPr>
              <a:t>where</a:t>
            </a:r>
            <a:r>
              <a:rPr sz="2400" spc="-45" dirty="0">
                <a:latin typeface="Arial MT"/>
                <a:cs typeface="Arial MT"/>
              </a:rPr>
              <a:t> </a:t>
            </a:r>
            <a:r>
              <a:rPr sz="2400" dirty="0">
                <a:latin typeface="Arial MT"/>
                <a:cs typeface="Arial MT"/>
              </a:rPr>
              <a:t>it</a:t>
            </a:r>
            <a:r>
              <a:rPr sz="2400" spc="-60" dirty="0">
                <a:latin typeface="Arial MT"/>
                <a:cs typeface="Arial MT"/>
              </a:rPr>
              <a:t> </a:t>
            </a:r>
            <a:r>
              <a:rPr sz="2400" dirty="0">
                <a:latin typeface="Arial MT"/>
                <a:cs typeface="Arial MT"/>
              </a:rPr>
              <a:t>came</a:t>
            </a:r>
            <a:r>
              <a:rPr sz="2400" spc="-60" dirty="0">
                <a:latin typeface="Arial MT"/>
                <a:cs typeface="Arial MT"/>
              </a:rPr>
              <a:t> </a:t>
            </a:r>
            <a:r>
              <a:rPr sz="2400" spc="-10" dirty="0">
                <a:latin typeface="Arial MT"/>
                <a:cs typeface="Arial MT"/>
              </a:rPr>
              <a:t>from.</a:t>
            </a:r>
            <a:endParaRPr sz="2400" dirty="0">
              <a:latin typeface="Arial MT"/>
              <a:cs typeface="Arial MT"/>
            </a:endParaRPr>
          </a:p>
        </p:txBody>
      </p:sp>
      <p:pic>
        <p:nvPicPr>
          <p:cNvPr id="5" name="object 4">
            <a:extLst>
              <a:ext uri="{FF2B5EF4-FFF2-40B4-BE49-F238E27FC236}">
                <a16:creationId xmlns:a16="http://schemas.microsoft.com/office/drawing/2014/main" id="{F2A382EB-C50D-D74C-E611-B94DD5F2CC17}"/>
              </a:ext>
            </a:extLst>
          </p:cNvPr>
          <p:cNvPicPr/>
          <p:nvPr/>
        </p:nvPicPr>
        <p:blipFill>
          <a:blip r:embed="rId2" cstate="print"/>
          <a:stretch>
            <a:fillRect/>
          </a:stretch>
        </p:blipFill>
        <p:spPr>
          <a:xfrm>
            <a:off x="3071332" y="3108659"/>
            <a:ext cx="4053738" cy="1680536"/>
          </a:xfrm>
          <a:prstGeom prst="rect">
            <a:avLst/>
          </a:prstGeom>
        </p:spPr>
      </p:pic>
    </p:spTree>
    <p:extLst>
      <p:ext uri="{BB962C8B-B14F-4D97-AF65-F5344CB8AC3E}">
        <p14:creationId xmlns:p14="http://schemas.microsoft.com/office/powerpoint/2010/main" val="2467599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7A98-2D05-42F8-4DF6-73586CBBD9D6}"/>
              </a:ext>
            </a:extLst>
          </p:cNvPr>
          <p:cNvSpPr>
            <a:spLocks noGrp="1"/>
          </p:cNvSpPr>
          <p:nvPr>
            <p:ph type="title"/>
          </p:nvPr>
        </p:nvSpPr>
        <p:spPr/>
        <p:txBody>
          <a:bodyPr/>
          <a:lstStyle/>
          <a:p>
            <a:r>
              <a:rPr lang="en-US" dirty="0"/>
              <a:t>Inverse Function</a:t>
            </a:r>
          </a:p>
        </p:txBody>
      </p:sp>
      <p:sp>
        <p:nvSpPr>
          <p:cNvPr id="4" name="Content Placeholder 2">
            <a:extLst>
              <a:ext uri="{FF2B5EF4-FFF2-40B4-BE49-F238E27FC236}">
                <a16:creationId xmlns:a16="http://schemas.microsoft.com/office/drawing/2014/main" id="{90180EEF-DB7B-9459-5C7D-D820C2F57157}"/>
              </a:ext>
            </a:extLst>
          </p:cNvPr>
          <p:cNvSpPr txBox="1">
            <a:spLocks/>
          </p:cNvSpPr>
          <p:nvPr/>
        </p:nvSpPr>
        <p:spPr>
          <a:xfrm>
            <a:off x="2109020" y="1773802"/>
            <a:ext cx="8229600" cy="487680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Can we define the inverse of the following functions?</a:t>
            </a:r>
          </a:p>
          <a:p>
            <a:endParaRPr lang="en-US" dirty="0"/>
          </a:p>
          <a:p>
            <a:endParaRPr lang="en-US" dirty="0"/>
          </a:p>
          <a:p>
            <a:endParaRPr lang="en-US" dirty="0"/>
          </a:p>
          <a:p>
            <a:endParaRPr lang="en-US" dirty="0"/>
          </a:p>
          <a:p>
            <a:endParaRPr lang="en-US" dirty="0"/>
          </a:p>
          <a:p>
            <a:endParaRPr lang="en-US" dirty="0"/>
          </a:p>
          <a:p>
            <a:endParaRPr lang="en-US" dirty="0"/>
          </a:p>
          <a:p>
            <a:r>
              <a:rPr lang="en-US" dirty="0"/>
              <a:t>An inverse function can ONLY be done defined on a bijection</a:t>
            </a:r>
          </a:p>
          <a:p>
            <a:endParaRPr lang="en-US" dirty="0"/>
          </a:p>
        </p:txBody>
      </p:sp>
      <p:grpSp>
        <p:nvGrpSpPr>
          <p:cNvPr id="5" name="Group 4">
            <a:extLst>
              <a:ext uri="{FF2B5EF4-FFF2-40B4-BE49-F238E27FC236}">
                <a16:creationId xmlns:a16="http://schemas.microsoft.com/office/drawing/2014/main" id="{02237BF3-E5EA-2EC0-8DC8-63164DCB9A04}"/>
              </a:ext>
            </a:extLst>
          </p:cNvPr>
          <p:cNvGrpSpPr>
            <a:grpSpLocks/>
          </p:cNvGrpSpPr>
          <p:nvPr/>
        </p:nvGrpSpPr>
        <p:grpSpPr bwMode="auto">
          <a:xfrm>
            <a:off x="2375361" y="2903179"/>
            <a:ext cx="2046287" cy="1625600"/>
            <a:chOff x="863" y="1776"/>
            <a:chExt cx="1289" cy="1024"/>
          </a:xfrm>
        </p:grpSpPr>
        <p:grpSp>
          <p:nvGrpSpPr>
            <p:cNvPr id="6" name="Group 5">
              <a:extLst>
                <a:ext uri="{FF2B5EF4-FFF2-40B4-BE49-F238E27FC236}">
                  <a16:creationId xmlns:a16="http://schemas.microsoft.com/office/drawing/2014/main" id="{5FC300C0-9C08-39D4-F348-F4ED3E673B8E}"/>
                </a:ext>
              </a:extLst>
            </p:cNvPr>
            <p:cNvGrpSpPr>
              <a:grpSpLocks/>
            </p:cNvGrpSpPr>
            <p:nvPr/>
          </p:nvGrpSpPr>
          <p:grpSpPr bwMode="auto">
            <a:xfrm>
              <a:off x="1848" y="1920"/>
              <a:ext cx="96" cy="816"/>
              <a:chOff x="1848" y="1920"/>
              <a:chExt cx="96" cy="816"/>
            </a:xfrm>
          </p:grpSpPr>
          <p:sp>
            <p:nvSpPr>
              <p:cNvPr id="16" name="Oval 6">
                <a:extLst>
                  <a:ext uri="{FF2B5EF4-FFF2-40B4-BE49-F238E27FC236}">
                    <a16:creationId xmlns:a16="http://schemas.microsoft.com/office/drawing/2014/main" id="{95D8A5C1-D446-8BE9-BFF9-DD033B6E3296}"/>
                  </a:ext>
                </a:extLst>
              </p:cNvPr>
              <p:cNvSpPr>
                <a:spLocks noChangeArrowheads="1"/>
              </p:cNvSpPr>
              <p:nvPr/>
            </p:nvSpPr>
            <p:spPr bwMode="auto">
              <a:xfrm>
                <a:off x="1848" y="192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17" name="Oval 7">
                <a:extLst>
                  <a:ext uri="{FF2B5EF4-FFF2-40B4-BE49-F238E27FC236}">
                    <a16:creationId xmlns:a16="http://schemas.microsoft.com/office/drawing/2014/main" id="{95A4435E-0D18-D46E-74AE-95A1E84DC638}"/>
                  </a:ext>
                </a:extLst>
              </p:cNvPr>
              <p:cNvSpPr>
                <a:spLocks noChangeArrowheads="1"/>
              </p:cNvSpPr>
              <p:nvPr/>
            </p:nvSpPr>
            <p:spPr bwMode="auto">
              <a:xfrm>
                <a:off x="1848" y="216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18" name="Oval 8">
                <a:extLst>
                  <a:ext uri="{FF2B5EF4-FFF2-40B4-BE49-F238E27FC236}">
                    <a16:creationId xmlns:a16="http://schemas.microsoft.com/office/drawing/2014/main" id="{61077704-15CD-2901-E83E-41EA40037A06}"/>
                  </a:ext>
                </a:extLst>
              </p:cNvPr>
              <p:cNvSpPr>
                <a:spLocks noChangeArrowheads="1"/>
              </p:cNvSpPr>
              <p:nvPr/>
            </p:nvSpPr>
            <p:spPr bwMode="auto">
              <a:xfrm>
                <a:off x="1848" y="240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19" name="Oval 9">
                <a:extLst>
                  <a:ext uri="{FF2B5EF4-FFF2-40B4-BE49-F238E27FC236}">
                    <a16:creationId xmlns:a16="http://schemas.microsoft.com/office/drawing/2014/main" id="{02BA8FA8-977B-B48F-BE26-045E7CC2A05E}"/>
                  </a:ext>
                </a:extLst>
              </p:cNvPr>
              <p:cNvSpPr>
                <a:spLocks noChangeArrowheads="1"/>
              </p:cNvSpPr>
              <p:nvPr/>
            </p:nvSpPr>
            <p:spPr bwMode="auto">
              <a:xfrm>
                <a:off x="1848" y="264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grpSp>
        <p:sp>
          <p:nvSpPr>
            <p:cNvPr id="7" name="Text Box 10">
              <a:extLst>
                <a:ext uri="{FF2B5EF4-FFF2-40B4-BE49-F238E27FC236}">
                  <a16:creationId xmlns:a16="http://schemas.microsoft.com/office/drawing/2014/main" id="{4DAF3C70-0FDF-26DE-48DF-5FBA7DDD8228}"/>
                </a:ext>
              </a:extLst>
            </p:cNvPr>
            <p:cNvSpPr txBox="1">
              <a:spLocks noChangeArrowheads="1"/>
            </p:cNvSpPr>
            <p:nvPr/>
          </p:nvSpPr>
          <p:spPr bwMode="auto">
            <a:xfrm>
              <a:off x="1955" y="1776"/>
              <a:ext cx="197" cy="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lgn="ctr">
                <a:lnSpc>
                  <a:spcPct val="140000"/>
                </a:lnSpc>
              </a:pPr>
              <a:r>
                <a:rPr lang="en-US" sz="1800"/>
                <a:t>1</a:t>
              </a:r>
            </a:p>
            <a:p>
              <a:pPr algn="ctr">
                <a:lnSpc>
                  <a:spcPct val="140000"/>
                </a:lnSpc>
              </a:pPr>
              <a:r>
                <a:rPr lang="en-US" sz="1800"/>
                <a:t>2</a:t>
              </a:r>
            </a:p>
            <a:p>
              <a:pPr algn="ctr">
                <a:lnSpc>
                  <a:spcPct val="140000"/>
                </a:lnSpc>
              </a:pPr>
              <a:r>
                <a:rPr lang="en-US" sz="1800"/>
                <a:t>3</a:t>
              </a:r>
            </a:p>
            <a:p>
              <a:pPr algn="ctr">
                <a:lnSpc>
                  <a:spcPct val="140000"/>
                </a:lnSpc>
              </a:pPr>
              <a:r>
                <a:rPr lang="en-US" sz="1800"/>
                <a:t>4</a:t>
              </a:r>
            </a:p>
          </p:txBody>
        </p:sp>
        <p:sp>
          <p:nvSpPr>
            <p:cNvPr id="8" name="Text Box 11">
              <a:extLst>
                <a:ext uri="{FF2B5EF4-FFF2-40B4-BE49-F238E27FC236}">
                  <a16:creationId xmlns:a16="http://schemas.microsoft.com/office/drawing/2014/main" id="{23D26F73-B23A-8006-64B9-080FF2D80D43}"/>
                </a:ext>
              </a:extLst>
            </p:cNvPr>
            <p:cNvSpPr txBox="1">
              <a:spLocks noChangeArrowheads="1"/>
            </p:cNvSpPr>
            <p:nvPr/>
          </p:nvSpPr>
          <p:spPr bwMode="auto">
            <a:xfrm>
              <a:off x="863" y="1776"/>
              <a:ext cx="197" cy="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lgn="ctr">
                <a:lnSpc>
                  <a:spcPct val="140000"/>
                </a:lnSpc>
              </a:pPr>
              <a:r>
                <a:rPr lang="en-US" sz="1800"/>
                <a:t>a</a:t>
              </a:r>
            </a:p>
            <a:p>
              <a:pPr algn="ctr">
                <a:lnSpc>
                  <a:spcPct val="140000"/>
                </a:lnSpc>
              </a:pPr>
              <a:r>
                <a:rPr lang="en-US" sz="1800"/>
                <a:t>b</a:t>
              </a:r>
            </a:p>
            <a:p>
              <a:pPr algn="ctr">
                <a:lnSpc>
                  <a:spcPct val="140000"/>
                </a:lnSpc>
              </a:pPr>
              <a:r>
                <a:rPr lang="en-US" sz="1800"/>
                <a:t>c</a:t>
              </a:r>
            </a:p>
          </p:txBody>
        </p:sp>
        <p:sp>
          <p:nvSpPr>
            <p:cNvPr id="9" name="Line 12">
              <a:extLst>
                <a:ext uri="{FF2B5EF4-FFF2-40B4-BE49-F238E27FC236}">
                  <a16:creationId xmlns:a16="http://schemas.microsoft.com/office/drawing/2014/main" id="{FFBD69EB-5F54-6B58-3EA0-B0EBA7F368A9}"/>
                </a:ext>
              </a:extLst>
            </p:cNvPr>
            <p:cNvSpPr>
              <a:spLocks noChangeShapeType="1"/>
            </p:cNvSpPr>
            <p:nvPr/>
          </p:nvSpPr>
          <p:spPr bwMode="auto">
            <a:xfrm>
              <a:off x="1152" y="2208"/>
              <a:ext cx="696" cy="480"/>
            </a:xfrm>
            <a:prstGeom prst="line">
              <a:avLst/>
            </a:prstGeom>
            <a:noFill/>
            <a:ln w="25400">
              <a:solidFill>
                <a:schemeClr val="bg1">
                  <a:lumMod val="65000"/>
                </a:schemeClr>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10" name="Line 13">
              <a:extLst>
                <a:ext uri="{FF2B5EF4-FFF2-40B4-BE49-F238E27FC236}">
                  <a16:creationId xmlns:a16="http://schemas.microsoft.com/office/drawing/2014/main" id="{15F5A9FC-AC47-F5C6-E2C0-08C9230F3309}"/>
                </a:ext>
              </a:extLst>
            </p:cNvPr>
            <p:cNvSpPr>
              <a:spLocks noChangeShapeType="1"/>
            </p:cNvSpPr>
            <p:nvPr/>
          </p:nvSpPr>
          <p:spPr bwMode="auto">
            <a:xfrm>
              <a:off x="1152" y="1968"/>
              <a:ext cx="696" cy="480"/>
            </a:xfrm>
            <a:prstGeom prst="line">
              <a:avLst/>
            </a:prstGeom>
            <a:noFill/>
            <a:ln w="25400">
              <a:solidFill>
                <a:schemeClr val="bg1">
                  <a:lumMod val="65000"/>
                </a:schemeClr>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11" name="Line 14">
              <a:extLst>
                <a:ext uri="{FF2B5EF4-FFF2-40B4-BE49-F238E27FC236}">
                  <a16:creationId xmlns:a16="http://schemas.microsoft.com/office/drawing/2014/main" id="{4D8D061E-E07E-1AA9-30CB-C634CB67C6A4}"/>
                </a:ext>
              </a:extLst>
            </p:cNvPr>
            <p:cNvSpPr>
              <a:spLocks noChangeShapeType="1"/>
            </p:cNvSpPr>
            <p:nvPr/>
          </p:nvSpPr>
          <p:spPr bwMode="auto">
            <a:xfrm flipV="1">
              <a:off x="1152" y="1968"/>
              <a:ext cx="672" cy="480"/>
            </a:xfrm>
            <a:prstGeom prst="line">
              <a:avLst/>
            </a:prstGeom>
            <a:noFill/>
            <a:ln w="25400">
              <a:solidFill>
                <a:schemeClr val="bg1">
                  <a:lumMod val="65000"/>
                </a:schemeClr>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US"/>
            </a:p>
          </p:txBody>
        </p:sp>
        <p:grpSp>
          <p:nvGrpSpPr>
            <p:cNvPr id="12" name="Group 15">
              <a:extLst>
                <a:ext uri="{FF2B5EF4-FFF2-40B4-BE49-F238E27FC236}">
                  <a16:creationId xmlns:a16="http://schemas.microsoft.com/office/drawing/2014/main" id="{E6BB0E58-F54E-0152-046B-4FCAFC6B8A3E}"/>
                </a:ext>
              </a:extLst>
            </p:cNvPr>
            <p:cNvGrpSpPr>
              <a:grpSpLocks/>
            </p:cNvGrpSpPr>
            <p:nvPr/>
          </p:nvGrpSpPr>
          <p:grpSpPr bwMode="auto">
            <a:xfrm>
              <a:off x="1084" y="1920"/>
              <a:ext cx="96" cy="576"/>
              <a:chOff x="1084" y="1920"/>
              <a:chExt cx="96" cy="576"/>
            </a:xfrm>
          </p:grpSpPr>
          <p:sp>
            <p:nvSpPr>
              <p:cNvPr id="13" name="Oval 16">
                <a:extLst>
                  <a:ext uri="{FF2B5EF4-FFF2-40B4-BE49-F238E27FC236}">
                    <a16:creationId xmlns:a16="http://schemas.microsoft.com/office/drawing/2014/main" id="{230A7FD6-D8BC-CF75-8789-3EA4D652F6A4}"/>
                  </a:ext>
                </a:extLst>
              </p:cNvPr>
              <p:cNvSpPr>
                <a:spLocks noChangeArrowheads="1"/>
              </p:cNvSpPr>
              <p:nvPr/>
            </p:nvSpPr>
            <p:spPr bwMode="auto">
              <a:xfrm>
                <a:off x="1084" y="192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14" name="Oval 17">
                <a:extLst>
                  <a:ext uri="{FF2B5EF4-FFF2-40B4-BE49-F238E27FC236}">
                    <a16:creationId xmlns:a16="http://schemas.microsoft.com/office/drawing/2014/main" id="{E4789E2F-3ABB-78E1-71E1-CCC772230966}"/>
                  </a:ext>
                </a:extLst>
              </p:cNvPr>
              <p:cNvSpPr>
                <a:spLocks noChangeArrowheads="1"/>
              </p:cNvSpPr>
              <p:nvPr/>
            </p:nvSpPr>
            <p:spPr bwMode="auto">
              <a:xfrm>
                <a:off x="1084" y="216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15" name="Oval 18">
                <a:extLst>
                  <a:ext uri="{FF2B5EF4-FFF2-40B4-BE49-F238E27FC236}">
                    <a16:creationId xmlns:a16="http://schemas.microsoft.com/office/drawing/2014/main" id="{0D3A0F54-489B-72BD-A864-A8A74CEB98CD}"/>
                  </a:ext>
                </a:extLst>
              </p:cNvPr>
              <p:cNvSpPr>
                <a:spLocks noChangeArrowheads="1"/>
              </p:cNvSpPr>
              <p:nvPr/>
            </p:nvSpPr>
            <p:spPr bwMode="auto">
              <a:xfrm>
                <a:off x="1084" y="240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grpSp>
      </p:grpSp>
      <p:grpSp>
        <p:nvGrpSpPr>
          <p:cNvPr id="20" name="Group 19">
            <a:extLst>
              <a:ext uri="{FF2B5EF4-FFF2-40B4-BE49-F238E27FC236}">
                <a16:creationId xmlns:a16="http://schemas.microsoft.com/office/drawing/2014/main" id="{370F6049-5143-4F82-54CF-71C061095A2C}"/>
              </a:ext>
            </a:extLst>
          </p:cNvPr>
          <p:cNvGrpSpPr>
            <a:grpSpLocks/>
          </p:cNvGrpSpPr>
          <p:nvPr/>
        </p:nvGrpSpPr>
        <p:grpSpPr bwMode="auto">
          <a:xfrm>
            <a:off x="7023561" y="2903179"/>
            <a:ext cx="2046287" cy="1625600"/>
            <a:chOff x="1679" y="1872"/>
            <a:chExt cx="1289" cy="1024"/>
          </a:xfrm>
        </p:grpSpPr>
        <p:sp>
          <p:nvSpPr>
            <p:cNvPr id="21" name="Oval 20">
              <a:extLst>
                <a:ext uri="{FF2B5EF4-FFF2-40B4-BE49-F238E27FC236}">
                  <a16:creationId xmlns:a16="http://schemas.microsoft.com/office/drawing/2014/main" id="{620C01D9-15B8-5D1F-4C79-04E74892B314}"/>
                </a:ext>
              </a:extLst>
            </p:cNvPr>
            <p:cNvSpPr>
              <a:spLocks noChangeArrowheads="1"/>
            </p:cNvSpPr>
            <p:nvPr/>
          </p:nvSpPr>
          <p:spPr bwMode="auto">
            <a:xfrm>
              <a:off x="2664" y="2016"/>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22" name="Oval 21">
              <a:extLst>
                <a:ext uri="{FF2B5EF4-FFF2-40B4-BE49-F238E27FC236}">
                  <a16:creationId xmlns:a16="http://schemas.microsoft.com/office/drawing/2014/main" id="{706E56B2-1DF9-0853-09EE-1BBBACB82361}"/>
                </a:ext>
              </a:extLst>
            </p:cNvPr>
            <p:cNvSpPr>
              <a:spLocks noChangeArrowheads="1"/>
            </p:cNvSpPr>
            <p:nvPr/>
          </p:nvSpPr>
          <p:spPr bwMode="auto">
            <a:xfrm>
              <a:off x="2664" y="2256"/>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23" name="Oval 22">
              <a:extLst>
                <a:ext uri="{FF2B5EF4-FFF2-40B4-BE49-F238E27FC236}">
                  <a16:creationId xmlns:a16="http://schemas.microsoft.com/office/drawing/2014/main" id="{17962201-2C57-37A3-1157-0B8DE949680F}"/>
                </a:ext>
              </a:extLst>
            </p:cNvPr>
            <p:cNvSpPr>
              <a:spLocks noChangeArrowheads="1"/>
            </p:cNvSpPr>
            <p:nvPr/>
          </p:nvSpPr>
          <p:spPr bwMode="auto">
            <a:xfrm>
              <a:off x="2664" y="2496"/>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24" name="Text Box 23">
              <a:extLst>
                <a:ext uri="{FF2B5EF4-FFF2-40B4-BE49-F238E27FC236}">
                  <a16:creationId xmlns:a16="http://schemas.microsoft.com/office/drawing/2014/main" id="{3C7BD69F-13F2-BCA7-75F8-C7C5E81AC001}"/>
                </a:ext>
              </a:extLst>
            </p:cNvPr>
            <p:cNvSpPr txBox="1">
              <a:spLocks noChangeArrowheads="1"/>
            </p:cNvSpPr>
            <p:nvPr/>
          </p:nvSpPr>
          <p:spPr bwMode="auto">
            <a:xfrm>
              <a:off x="2771" y="1872"/>
              <a:ext cx="197" cy="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lgn="ctr">
                <a:lnSpc>
                  <a:spcPct val="140000"/>
                </a:lnSpc>
              </a:pPr>
              <a:r>
                <a:rPr lang="en-US" sz="1800"/>
                <a:t>1</a:t>
              </a:r>
            </a:p>
            <a:p>
              <a:pPr algn="ctr">
                <a:lnSpc>
                  <a:spcPct val="140000"/>
                </a:lnSpc>
              </a:pPr>
              <a:r>
                <a:rPr lang="en-US" sz="1800"/>
                <a:t>2</a:t>
              </a:r>
            </a:p>
            <a:p>
              <a:pPr algn="ctr">
                <a:lnSpc>
                  <a:spcPct val="140000"/>
                </a:lnSpc>
              </a:pPr>
              <a:r>
                <a:rPr lang="en-US" sz="1800"/>
                <a:t>3</a:t>
              </a:r>
            </a:p>
          </p:txBody>
        </p:sp>
        <p:sp>
          <p:nvSpPr>
            <p:cNvPr id="25" name="Text Box 24">
              <a:extLst>
                <a:ext uri="{FF2B5EF4-FFF2-40B4-BE49-F238E27FC236}">
                  <a16:creationId xmlns:a16="http://schemas.microsoft.com/office/drawing/2014/main" id="{DF89A86F-AE98-762D-C2C8-51DA09FDA9EB}"/>
                </a:ext>
              </a:extLst>
            </p:cNvPr>
            <p:cNvSpPr txBox="1">
              <a:spLocks noChangeArrowheads="1"/>
            </p:cNvSpPr>
            <p:nvPr/>
          </p:nvSpPr>
          <p:spPr bwMode="auto">
            <a:xfrm>
              <a:off x="1679" y="1872"/>
              <a:ext cx="197" cy="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lgn="ctr">
                <a:lnSpc>
                  <a:spcPct val="140000"/>
                </a:lnSpc>
              </a:pPr>
              <a:r>
                <a:rPr lang="en-US" sz="1800"/>
                <a:t>a</a:t>
              </a:r>
            </a:p>
            <a:p>
              <a:pPr algn="ctr">
                <a:lnSpc>
                  <a:spcPct val="140000"/>
                </a:lnSpc>
              </a:pPr>
              <a:r>
                <a:rPr lang="en-US" sz="1800"/>
                <a:t>b</a:t>
              </a:r>
            </a:p>
            <a:p>
              <a:pPr algn="ctr">
                <a:lnSpc>
                  <a:spcPct val="140000"/>
                </a:lnSpc>
              </a:pPr>
              <a:r>
                <a:rPr lang="en-US" sz="1800"/>
                <a:t>c</a:t>
              </a:r>
            </a:p>
            <a:p>
              <a:pPr algn="ctr">
                <a:lnSpc>
                  <a:spcPct val="140000"/>
                </a:lnSpc>
              </a:pPr>
              <a:r>
                <a:rPr lang="en-US" sz="1800"/>
                <a:t>d</a:t>
              </a:r>
            </a:p>
          </p:txBody>
        </p:sp>
        <p:sp>
          <p:nvSpPr>
            <p:cNvPr id="26" name="Line 25">
              <a:extLst>
                <a:ext uri="{FF2B5EF4-FFF2-40B4-BE49-F238E27FC236}">
                  <a16:creationId xmlns:a16="http://schemas.microsoft.com/office/drawing/2014/main" id="{D03C700B-D074-1B2D-595D-C2B9BDE69AA9}"/>
                </a:ext>
              </a:extLst>
            </p:cNvPr>
            <p:cNvSpPr>
              <a:spLocks noChangeShapeType="1"/>
            </p:cNvSpPr>
            <p:nvPr/>
          </p:nvSpPr>
          <p:spPr bwMode="auto">
            <a:xfrm flipV="1">
              <a:off x="1968" y="2064"/>
              <a:ext cx="672" cy="240"/>
            </a:xfrm>
            <a:prstGeom prst="line">
              <a:avLst/>
            </a:prstGeom>
            <a:noFill/>
            <a:ln w="25400">
              <a:solidFill>
                <a:schemeClr val="bg1">
                  <a:lumMod val="65000"/>
                </a:schemeClr>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6">
              <a:extLst>
                <a:ext uri="{FF2B5EF4-FFF2-40B4-BE49-F238E27FC236}">
                  <a16:creationId xmlns:a16="http://schemas.microsoft.com/office/drawing/2014/main" id="{3D257B8C-8D7D-9D90-845C-D8FB378E889C}"/>
                </a:ext>
              </a:extLst>
            </p:cNvPr>
            <p:cNvSpPr>
              <a:spLocks noChangeShapeType="1"/>
            </p:cNvSpPr>
            <p:nvPr/>
          </p:nvSpPr>
          <p:spPr bwMode="auto">
            <a:xfrm>
              <a:off x="1968" y="2064"/>
              <a:ext cx="720" cy="240"/>
            </a:xfrm>
            <a:prstGeom prst="line">
              <a:avLst/>
            </a:prstGeom>
            <a:noFill/>
            <a:ln w="25400">
              <a:solidFill>
                <a:schemeClr val="bg1">
                  <a:lumMod val="65000"/>
                </a:schemeClr>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28" name="Line 27">
              <a:extLst>
                <a:ext uri="{FF2B5EF4-FFF2-40B4-BE49-F238E27FC236}">
                  <a16:creationId xmlns:a16="http://schemas.microsoft.com/office/drawing/2014/main" id="{F2F8B8F5-999B-2B8E-7DB3-285E6A1F1239}"/>
                </a:ext>
              </a:extLst>
            </p:cNvPr>
            <p:cNvSpPr>
              <a:spLocks noChangeShapeType="1"/>
            </p:cNvSpPr>
            <p:nvPr/>
          </p:nvSpPr>
          <p:spPr bwMode="auto">
            <a:xfrm flipV="1">
              <a:off x="1968" y="2544"/>
              <a:ext cx="672" cy="0"/>
            </a:xfrm>
            <a:prstGeom prst="line">
              <a:avLst/>
            </a:prstGeom>
            <a:noFill/>
            <a:ln w="25400">
              <a:solidFill>
                <a:schemeClr val="bg1">
                  <a:lumMod val="65000"/>
                </a:schemeClr>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8">
              <a:extLst>
                <a:ext uri="{FF2B5EF4-FFF2-40B4-BE49-F238E27FC236}">
                  <a16:creationId xmlns:a16="http://schemas.microsoft.com/office/drawing/2014/main" id="{6AEB63CF-E93A-9273-6AEE-9CD354CA35D0}"/>
                </a:ext>
              </a:extLst>
            </p:cNvPr>
            <p:cNvSpPr>
              <a:spLocks noChangeShapeType="1"/>
            </p:cNvSpPr>
            <p:nvPr/>
          </p:nvSpPr>
          <p:spPr bwMode="auto">
            <a:xfrm flipV="1">
              <a:off x="1968" y="2304"/>
              <a:ext cx="720" cy="480"/>
            </a:xfrm>
            <a:prstGeom prst="line">
              <a:avLst/>
            </a:prstGeom>
            <a:noFill/>
            <a:ln w="25400">
              <a:solidFill>
                <a:schemeClr val="bg1">
                  <a:lumMod val="65000"/>
                </a:schemeClr>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US"/>
            </a:p>
          </p:txBody>
        </p:sp>
        <p:grpSp>
          <p:nvGrpSpPr>
            <p:cNvPr id="30" name="Group 29">
              <a:extLst>
                <a:ext uri="{FF2B5EF4-FFF2-40B4-BE49-F238E27FC236}">
                  <a16:creationId xmlns:a16="http://schemas.microsoft.com/office/drawing/2014/main" id="{7DE9C7D8-4B7D-5C9F-66D1-E6C8DBA9D045}"/>
                </a:ext>
              </a:extLst>
            </p:cNvPr>
            <p:cNvGrpSpPr>
              <a:grpSpLocks/>
            </p:cNvGrpSpPr>
            <p:nvPr/>
          </p:nvGrpSpPr>
          <p:grpSpPr bwMode="auto">
            <a:xfrm>
              <a:off x="1920" y="2016"/>
              <a:ext cx="96" cy="816"/>
              <a:chOff x="1848" y="1920"/>
              <a:chExt cx="96" cy="816"/>
            </a:xfrm>
          </p:grpSpPr>
          <p:sp>
            <p:nvSpPr>
              <p:cNvPr id="31" name="Oval 30">
                <a:extLst>
                  <a:ext uri="{FF2B5EF4-FFF2-40B4-BE49-F238E27FC236}">
                    <a16:creationId xmlns:a16="http://schemas.microsoft.com/office/drawing/2014/main" id="{CBF206EC-7EF5-DAA2-912F-874DD5C7A84D}"/>
                  </a:ext>
                </a:extLst>
              </p:cNvPr>
              <p:cNvSpPr>
                <a:spLocks noChangeArrowheads="1"/>
              </p:cNvSpPr>
              <p:nvPr/>
            </p:nvSpPr>
            <p:spPr bwMode="auto">
              <a:xfrm>
                <a:off x="1848" y="192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32" name="Oval 31">
                <a:extLst>
                  <a:ext uri="{FF2B5EF4-FFF2-40B4-BE49-F238E27FC236}">
                    <a16:creationId xmlns:a16="http://schemas.microsoft.com/office/drawing/2014/main" id="{5A5332CA-465C-F0E8-1692-AEFB145EB939}"/>
                  </a:ext>
                </a:extLst>
              </p:cNvPr>
              <p:cNvSpPr>
                <a:spLocks noChangeArrowheads="1"/>
              </p:cNvSpPr>
              <p:nvPr/>
            </p:nvSpPr>
            <p:spPr bwMode="auto">
              <a:xfrm>
                <a:off x="1848" y="216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33" name="Oval 32">
                <a:extLst>
                  <a:ext uri="{FF2B5EF4-FFF2-40B4-BE49-F238E27FC236}">
                    <a16:creationId xmlns:a16="http://schemas.microsoft.com/office/drawing/2014/main" id="{A8FBBD93-ACD5-2177-1DC8-5EE5381F17AD}"/>
                  </a:ext>
                </a:extLst>
              </p:cNvPr>
              <p:cNvSpPr>
                <a:spLocks noChangeArrowheads="1"/>
              </p:cNvSpPr>
              <p:nvPr/>
            </p:nvSpPr>
            <p:spPr bwMode="auto">
              <a:xfrm>
                <a:off x="1848" y="240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sp>
            <p:nvSpPr>
              <p:cNvPr id="34" name="Oval 33">
                <a:extLst>
                  <a:ext uri="{FF2B5EF4-FFF2-40B4-BE49-F238E27FC236}">
                    <a16:creationId xmlns:a16="http://schemas.microsoft.com/office/drawing/2014/main" id="{E562AC53-A37F-1F3F-91FD-570002E63B59}"/>
                  </a:ext>
                </a:extLst>
              </p:cNvPr>
              <p:cNvSpPr>
                <a:spLocks noChangeArrowheads="1"/>
              </p:cNvSpPr>
              <p:nvPr/>
            </p:nvSpPr>
            <p:spPr bwMode="auto">
              <a:xfrm>
                <a:off x="1848" y="2640"/>
                <a:ext cx="96" cy="96"/>
              </a:xfrm>
              <a:prstGeom prst="ellipse">
                <a:avLst/>
              </a:prstGeom>
              <a:solidFill>
                <a:schemeClr val="tx1"/>
              </a:solidFill>
              <a:ln w="25400">
                <a:solidFill>
                  <a:schemeClr val="tx1"/>
                </a:solidFill>
                <a:round/>
                <a:headEnd/>
                <a:tailEnd/>
              </a:ln>
            </p:spPr>
            <p:txBody>
              <a:bodyPr wrap="none" anchor="ctr"/>
              <a:lstStyle/>
              <a:p>
                <a:endParaRPr lang="en-US" sz="1800"/>
              </a:p>
            </p:txBody>
          </p:sp>
        </p:grpSp>
      </p:grpSp>
      <p:sp>
        <p:nvSpPr>
          <p:cNvPr id="65" name="Text Box 34">
            <a:extLst>
              <a:ext uri="{FF2B5EF4-FFF2-40B4-BE49-F238E27FC236}">
                <a16:creationId xmlns:a16="http://schemas.microsoft.com/office/drawing/2014/main" id="{43F37E87-2989-B9D0-209D-D9E91834898B}"/>
              </a:ext>
            </a:extLst>
          </p:cNvPr>
          <p:cNvSpPr txBox="1">
            <a:spLocks noChangeArrowheads="1"/>
          </p:cNvSpPr>
          <p:nvPr/>
        </p:nvSpPr>
        <p:spPr bwMode="auto">
          <a:xfrm>
            <a:off x="2531729" y="4673037"/>
            <a:ext cx="16160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lgn="ctr"/>
            <a:r>
              <a:rPr lang="en-US" dirty="0"/>
              <a:t>What is f</a:t>
            </a:r>
            <a:r>
              <a:rPr lang="en-US" baseline="30000" dirty="0"/>
              <a:t>-1</a:t>
            </a:r>
            <a:r>
              <a:rPr lang="en-US" dirty="0"/>
              <a:t>(2)?</a:t>
            </a:r>
          </a:p>
          <a:p>
            <a:pPr algn="ctr"/>
            <a:r>
              <a:rPr lang="en-US" dirty="0"/>
              <a:t>Not onto!</a:t>
            </a:r>
          </a:p>
        </p:txBody>
      </p:sp>
      <p:sp>
        <p:nvSpPr>
          <p:cNvPr id="66" name="Text Box 35">
            <a:extLst>
              <a:ext uri="{FF2B5EF4-FFF2-40B4-BE49-F238E27FC236}">
                <a16:creationId xmlns:a16="http://schemas.microsoft.com/office/drawing/2014/main" id="{480AF598-06C9-2B69-6D01-15C949521571}"/>
              </a:ext>
            </a:extLst>
          </p:cNvPr>
          <p:cNvSpPr txBox="1">
            <a:spLocks noChangeArrowheads="1"/>
          </p:cNvSpPr>
          <p:nvPr/>
        </p:nvSpPr>
        <p:spPr bwMode="auto">
          <a:xfrm>
            <a:off x="7297404" y="4596734"/>
            <a:ext cx="16160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lgn="ctr"/>
            <a:r>
              <a:rPr lang="en-US" dirty="0"/>
              <a:t>What is f</a:t>
            </a:r>
            <a:r>
              <a:rPr lang="en-US" baseline="30000" dirty="0"/>
              <a:t>-1</a:t>
            </a:r>
            <a:r>
              <a:rPr lang="en-US" dirty="0"/>
              <a:t>(2)?</a:t>
            </a:r>
          </a:p>
          <a:p>
            <a:pPr algn="ctr"/>
            <a:r>
              <a:rPr lang="en-US" dirty="0"/>
              <a:t>Not 1-to-1!</a:t>
            </a:r>
          </a:p>
        </p:txBody>
      </p:sp>
    </p:spTree>
    <p:extLst>
      <p:ext uri="{BB962C8B-B14F-4D97-AF65-F5344CB8AC3E}">
        <p14:creationId xmlns:p14="http://schemas.microsoft.com/office/powerpoint/2010/main" val="3582522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DB16B-86D4-F781-CDA7-2EF7FFCECED3}"/>
              </a:ext>
            </a:extLst>
          </p:cNvPr>
          <p:cNvSpPr>
            <a:spLocks noGrp="1"/>
          </p:cNvSpPr>
          <p:nvPr>
            <p:ph type="title"/>
          </p:nvPr>
        </p:nvSpPr>
        <p:spPr/>
        <p:txBody>
          <a:bodyPr/>
          <a:lstStyle/>
          <a:p>
            <a:r>
              <a:rPr lang="en-US" dirty="0"/>
              <a:t>Inverse Function</a:t>
            </a:r>
          </a:p>
        </p:txBody>
      </p:sp>
      <p:sp>
        <p:nvSpPr>
          <p:cNvPr id="4" name="Content Placeholder 2">
            <a:extLst>
              <a:ext uri="{FF2B5EF4-FFF2-40B4-BE49-F238E27FC236}">
                <a16:creationId xmlns:a16="http://schemas.microsoft.com/office/drawing/2014/main" id="{245D8069-9EE3-ECED-0ED7-87EDC7499CA8}"/>
              </a:ext>
            </a:extLst>
          </p:cNvPr>
          <p:cNvSpPr>
            <a:spLocks noGrp="1"/>
          </p:cNvSpPr>
          <p:nvPr>
            <p:ph idx="1"/>
          </p:nvPr>
        </p:nvSpPr>
        <p:spPr>
          <a:xfrm>
            <a:off x="838200" y="1825625"/>
            <a:ext cx="10515600" cy="4351338"/>
          </a:xfrm>
        </p:spPr>
        <p:txBody>
          <a:bodyPr/>
          <a:lstStyle/>
          <a:p>
            <a:endParaRPr lang="en-US" dirty="0"/>
          </a:p>
          <a:p>
            <a:r>
              <a:rPr lang="en-US" dirty="0"/>
              <a:t>A one-to-one correspondence is called </a:t>
            </a:r>
            <a:r>
              <a:rPr lang="en-US" b="1" dirty="0"/>
              <a:t>invertible </a:t>
            </a:r>
            <a:r>
              <a:rPr lang="en-US" dirty="0"/>
              <a:t>because we can define an inverse of this function. </a:t>
            </a:r>
          </a:p>
          <a:p>
            <a:endParaRPr lang="en-US" dirty="0"/>
          </a:p>
          <a:p>
            <a:r>
              <a:rPr lang="en-US" dirty="0"/>
              <a:t>A function is </a:t>
            </a:r>
            <a:r>
              <a:rPr lang="en-US" b="1" dirty="0"/>
              <a:t>not invertible </a:t>
            </a:r>
            <a:r>
              <a:rPr lang="en-US" dirty="0"/>
              <a:t>if it is not a one-to-one correspondence, because the inverse of such a function does not exist.</a:t>
            </a:r>
          </a:p>
        </p:txBody>
      </p:sp>
    </p:spTree>
    <p:extLst>
      <p:ext uri="{BB962C8B-B14F-4D97-AF65-F5344CB8AC3E}">
        <p14:creationId xmlns:p14="http://schemas.microsoft.com/office/powerpoint/2010/main" val="10255021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F2645-924A-EBB0-1592-BED60953D029}"/>
              </a:ext>
            </a:extLst>
          </p:cNvPr>
          <p:cNvSpPr>
            <a:spLocks noGrp="1"/>
          </p:cNvSpPr>
          <p:nvPr>
            <p:ph type="title"/>
          </p:nvPr>
        </p:nvSpPr>
        <p:spPr/>
        <p:txBody>
          <a:bodyPr/>
          <a:lstStyle/>
          <a:p>
            <a:r>
              <a:rPr lang="en-US" dirty="0"/>
              <a:t>Inverse Functions</a:t>
            </a:r>
          </a:p>
        </p:txBody>
      </p:sp>
      <p:sp>
        <p:nvSpPr>
          <p:cNvPr id="4" name="Content Placeholder 2">
            <a:extLst>
              <a:ext uri="{FF2B5EF4-FFF2-40B4-BE49-F238E27FC236}">
                <a16:creationId xmlns:a16="http://schemas.microsoft.com/office/drawing/2014/main" id="{34AC5F4A-2E5F-6AC2-A131-29504BC6BC1B}"/>
              </a:ext>
            </a:extLst>
          </p:cNvPr>
          <p:cNvSpPr>
            <a:spLocks noGrp="1"/>
          </p:cNvSpPr>
          <p:nvPr>
            <p:ph idx="1"/>
          </p:nvPr>
        </p:nvSpPr>
        <p:spPr>
          <a:xfrm>
            <a:off x="838200" y="1825625"/>
            <a:ext cx="10515600" cy="4351338"/>
          </a:xfrm>
        </p:spPr>
        <p:txBody>
          <a:bodyPr/>
          <a:lstStyle/>
          <a:p>
            <a:r>
              <a:rPr lang="en-US" dirty="0"/>
              <a:t>Let </a:t>
            </a:r>
            <a:r>
              <a:rPr lang="en-US" i="1" dirty="0"/>
              <a:t>f </a:t>
            </a:r>
            <a:r>
              <a:rPr lang="en-US" dirty="0"/>
              <a:t>be the function from {</a:t>
            </a:r>
            <a:r>
              <a:rPr lang="en-US" i="1" dirty="0"/>
              <a:t>a, b, c</a:t>
            </a:r>
            <a:r>
              <a:rPr lang="en-US" dirty="0"/>
              <a:t>} to {1</a:t>
            </a:r>
            <a:r>
              <a:rPr lang="en-US" i="1" dirty="0"/>
              <a:t>, </a:t>
            </a:r>
            <a:r>
              <a:rPr lang="en-US" dirty="0"/>
              <a:t>2</a:t>
            </a:r>
            <a:r>
              <a:rPr lang="en-US" i="1" dirty="0"/>
              <a:t>, </a:t>
            </a:r>
            <a:r>
              <a:rPr lang="en-US" dirty="0"/>
              <a:t>3} such that </a:t>
            </a:r>
          </a:p>
          <a:p>
            <a:pPr marL="0" indent="0">
              <a:buNone/>
            </a:pPr>
            <a:r>
              <a:rPr lang="en-US" i="1" dirty="0"/>
              <a:t>   f (a) </a:t>
            </a:r>
            <a:r>
              <a:rPr lang="en-US" dirty="0"/>
              <a:t>= 2, </a:t>
            </a:r>
            <a:r>
              <a:rPr lang="en-US" i="1" dirty="0"/>
              <a:t>f (b) </a:t>
            </a:r>
            <a:r>
              <a:rPr lang="en-US" dirty="0"/>
              <a:t>= 3, and </a:t>
            </a:r>
            <a:r>
              <a:rPr lang="en-US" i="1" dirty="0"/>
              <a:t>f (c) </a:t>
            </a:r>
            <a:r>
              <a:rPr lang="en-US" dirty="0"/>
              <a:t>= 1.</a:t>
            </a:r>
          </a:p>
          <a:p>
            <a:r>
              <a:rPr lang="en-US" dirty="0"/>
              <a:t>Is </a:t>
            </a:r>
            <a:r>
              <a:rPr lang="en-US" i="1" dirty="0"/>
              <a:t>f </a:t>
            </a:r>
            <a:r>
              <a:rPr lang="en-US" dirty="0"/>
              <a:t>invertible, and if it is, what is its inverse?</a:t>
            </a:r>
          </a:p>
          <a:p>
            <a:endParaRPr lang="en-US" dirty="0"/>
          </a:p>
          <a:p>
            <a:r>
              <a:rPr lang="en-US" dirty="0"/>
              <a:t>So, here </a:t>
            </a:r>
            <a:r>
              <a:rPr lang="en-US" i="1" dirty="0"/>
              <a:t>f</a:t>
            </a:r>
            <a:r>
              <a:rPr lang="en-US" dirty="0"/>
              <a:t>(</a:t>
            </a:r>
            <a:r>
              <a:rPr lang="en-US" i="1" dirty="0"/>
              <a:t>a</a:t>
            </a:r>
            <a:r>
              <a:rPr lang="en-US" dirty="0"/>
              <a:t>)=2⟹  </a:t>
            </a:r>
            <a:r>
              <a:rPr lang="en-US" i="1" dirty="0"/>
              <a:t>f</a:t>
            </a:r>
            <a:r>
              <a:rPr lang="en-US" baseline="30000" dirty="0"/>
              <a:t>-1</a:t>
            </a:r>
            <a:r>
              <a:rPr lang="en-US" dirty="0"/>
              <a:t>(2)=a </a:t>
            </a:r>
          </a:p>
          <a:p>
            <a:r>
              <a:rPr lang="en-US" dirty="0"/>
              <a:t>f(b)=3  ⟹</a:t>
            </a:r>
            <a:r>
              <a:rPr lang="en-US" i="1" dirty="0"/>
              <a:t>f</a:t>
            </a:r>
            <a:r>
              <a:rPr lang="en-US" baseline="30000" dirty="0"/>
              <a:t>-1</a:t>
            </a:r>
            <a:r>
              <a:rPr lang="en-US" dirty="0"/>
              <a:t>(3) = b</a:t>
            </a:r>
          </a:p>
          <a:p>
            <a:r>
              <a:rPr lang="en-US" dirty="0"/>
              <a:t>f(c)=1 ⟹</a:t>
            </a:r>
            <a:r>
              <a:rPr lang="en-US" i="1" dirty="0"/>
              <a:t>f</a:t>
            </a:r>
            <a:r>
              <a:rPr lang="en-US" baseline="30000" dirty="0"/>
              <a:t>-1</a:t>
            </a:r>
            <a:r>
              <a:rPr lang="en-US" dirty="0"/>
              <a:t>(1)=c</a:t>
            </a:r>
          </a:p>
          <a:p>
            <a:endParaRPr lang="en-US" dirty="0"/>
          </a:p>
          <a:p>
            <a:endParaRPr lang="en-US" dirty="0"/>
          </a:p>
          <a:p>
            <a:endParaRPr lang="en-US" dirty="0"/>
          </a:p>
        </p:txBody>
      </p:sp>
    </p:spTree>
    <p:extLst>
      <p:ext uri="{BB962C8B-B14F-4D97-AF65-F5344CB8AC3E}">
        <p14:creationId xmlns:p14="http://schemas.microsoft.com/office/powerpoint/2010/main" val="1460118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EBE5D-7430-E02B-1B9D-98E9EDEAB51A}"/>
              </a:ext>
            </a:extLst>
          </p:cNvPr>
          <p:cNvSpPr>
            <a:spLocks noGrp="1"/>
          </p:cNvSpPr>
          <p:nvPr>
            <p:ph type="title"/>
          </p:nvPr>
        </p:nvSpPr>
        <p:spPr/>
        <p:txBody>
          <a:bodyPr/>
          <a:lstStyle/>
          <a:p>
            <a:r>
              <a:rPr lang="en-US" dirty="0"/>
              <a:t>Compositions of Functions</a:t>
            </a:r>
          </a:p>
        </p:txBody>
      </p:sp>
      <p:pic>
        <p:nvPicPr>
          <p:cNvPr id="7" name="Content Placeholder 6">
            <a:extLst>
              <a:ext uri="{FF2B5EF4-FFF2-40B4-BE49-F238E27FC236}">
                <a16:creationId xmlns:a16="http://schemas.microsoft.com/office/drawing/2014/main" id="{C29F94A0-6EFC-E239-629C-0C202FEDD7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1200" y="1356852"/>
            <a:ext cx="8229600" cy="3362632"/>
          </a:xfrm>
        </p:spPr>
      </p:pic>
      <p:sp>
        <p:nvSpPr>
          <p:cNvPr id="9" name="TextBox 8">
            <a:extLst>
              <a:ext uri="{FF2B5EF4-FFF2-40B4-BE49-F238E27FC236}">
                <a16:creationId xmlns:a16="http://schemas.microsoft.com/office/drawing/2014/main" id="{B1DC0CCB-C62C-8E77-E273-6639A68087E2}"/>
              </a:ext>
            </a:extLst>
          </p:cNvPr>
          <p:cNvSpPr txBox="1"/>
          <p:nvPr/>
        </p:nvSpPr>
        <p:spPr>
          <a:xfrm>
            <a:off x="501445" y="4719484"/>
            <a:ext cx="10774926" cy="1938992"/>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Combining functions in this way is called composing them; the resulting function is called the composition of the two functions. Note that the composition can be formed only if the output of the first function is acceptable input to the second function. That is, the range of the first function must be contained in the domain of the second function</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42819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EBE5D-7430-E02B-1B9D-98E9EDEAB51A}"/>
              </a:ext>
            </a:extLst>
          </p:cNvPr>
          <p:cNvSpPr>
            <a:spLocks noGrp="1"/>
          </p:cNvSpPr>
          <p:nvPr>
            <p:ph type="title"/>
          </p:nvPr>
        </p:nvSpPr>
        <p:spPr/>
        <p:txBody>
          <a:bodyPr/>
          <a:lstStyle/>
          <a:p>
            <a:r>
              <a:rPr lang="en-US" dirty="0"/>
              <a:t>Compositions of Functions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DE14762-F922-AC5F-F883-A248EB23310A}"/>
                  </a:ext>
                </a:extLst>
              </p:cNvPr>
              <p:cNvSpPr>
                <a:spLocks noGrp="1"/>
              </p:cNvSpPr>
              <p:nvPr>
                <p:ph idx="1"/>
              </p:nvPr>
            </p:nvSpPr>
            <p:spPr>
              <a:xfrm>
                <a:off x="838200" y="1825625"/>
                <a:ext cx="10515600" cy="4351338"/>
              </a:xfrm>
            </p:spPr>
            <p:txBody>
              <a:bodyPr/>
              <a:lstStyle/>
              <a:p>
                <a:r>
                  <a:rPr lang="en-US" dirty="0"/>
                  <a:t>Let </a:t>
                </a:r>
                <a:r>
                  <a:rPr lang="en-US" b="1" i="1" dirty="0"/>
                  <a:t>g</a:t>
                </a:r>
                <a:r>
                  <a:rPr lang="en-US" dirty="0"/>
                  <a:t> be a function from the set </a:t>
                </a:r>
                <a:r>
                  <a:rPr lang="en-US" b="1" dirty="0"/>
                  <a:t>A</a:t>
                </a:r>
                <a:r>
                  <a:rPr lang="en-US" dirty="0"/>
                  <a:t> to the set </a:t>
                </a:r>
                <a:r>
                  <a:rPr lang="en-US" b="1" dirty="0"/>
                  <a:t>B</a:t>
                </a:r>
                <a:r>
                  <a:rPr lang="en-US" dirty="0"/>
                  <a:t> and let </a:t>
                </a:r>
                <a:r>
                  <a:rPr lang="en-US" b="1" i="1" dirty="0"/>
                  <a:t>f</a:t>
                </a:r>
                <a:r>
                  <a:rPr lang="en-US" dirty="0"/>
                  <a:t> be a function from the set </a:t>
                </a:r>
                <a:r>
                  <a:rPr lang="en-US" b="1" dirty="0"/>
                  <a:t>B</a:t>
                </a:r>
                <a:r>
                  <a:rPr lang="en-US" dirty="0"/>
                  <a:t> to the set </a:t>
                </a:r>
                <a:r>
                  <a:rPr lang="en-US" b="1" dirty="0"/>
                  <a:t>C</a:t>
                </a:r>
                <a:r>
                  <a:rPr lang="en-US" dirty="0"/>
                  <a:t>. the compositions of the functions f and g, denoted by </a:t>
                </a:r>
                <a:r>
                  <a:rPr lang="en-US" b="1" i="1" dirty="0"/>
                  <a:t>f</a:t>
                </a:r>
                <a:r>
                  <a:rPr lang="en-US" dirty="0"/>
                  <a:t> </a:t>
                </a:r>
                <a14:m>
                  <m:oMath xmlns:m="http://schemas.openxmlformats.org/officeDocument/2006/math">
                    <m:r>
                      <a:rPr lang="en-US" i="1" smtClean="0">
                        <a:latin typeface="Cambria Math"/>
                        <a:ea typeface="Cambria Math"/>
                      </a:rPr>
                      <m:t>°</m:t>
                    </m:r>
                  </m:oMath>
                </a14:m>
                <a:r>
                  <a:rPr lang="en-US" b="1" i="1" dirty="0"/>
                  <a:t>g</a:t>
                </a:r>
                <a:r>
                  <a:rPr lang="en-US" dirty="0"/>
                  <a:t>, is defined by </a:t>
                </a:r>
              </a:p>
              <a:p>
                <a:pPr marL="0" indent="0">
                  <a:buNone/>
                </a:pPr>
                <a:endParaRPr lang="en-US" b="1" i="0" dirty="0"/>
              </a:p>
              <a:p>
                <a:pPr marL="0" indent="0">
                  <a:buNone/>
                </a:pPr>
                <a14:m>
                  <m:oMathPara xmlns:m="http://schemas.openxmlformats.org/officeDocument/2006/math">
                    <m:oMathParaPr>
                      <m:jc m:val="centerGroup"/>
                    </m:oMathParaPr>
                    <m:oMath xmlns:m="http://schemas.openxmlformats.org/officeDocument/2006/math">
                      <m:r>
                        <m:rPr>
                          <m:nor/>
                        </m:rPr>
                        <a:rPr lang="en-US" b="1" i="0" dirty="0" smtClean="0"/>
                        <m:t>(</m:t>
                      </m:r>
                      <m:r>
                        <m:rPr>
                          <m:nor/>
                        </m:rPr>
                        <a:rPr lang="en-US" b="1" i="1" dirty="0"/>
                        <m:t>f</m:t>
                      </m:r>
                      <m:r>
                        <m:rPr>
                          <m:nor/>
                        </m:rPr>
                        <a:rPr lang="en-US" b="1" dirty="0"/>
                        <m:t> </m:t>
                      </m:r>
                      <m:r>
                        <a:rPr lang="en-US" b="1" i="1">
                          <a:latin typeface="Cambria Math"/>
                          <a:ea typeface="Cambria Math"/>
                        </a:rPr>
                        <m:t>°</m:t>
                      </m:r>
                      <m:r>
                        <m:rPr>
                          <m:nor/>
                        </m:rPr>
                        <a:rPr lang="en-US" b="1" i="1" dirty="0"/>
                        <m:t>g</m:t>
                      </m:r>
                      <m:r>
                        <m:rPr>
                          <m:nor/>
                        </m:rPr>
                        <a:rPr lang="en-US" b="1" i="1" dirty="0" smtClean="0"/>
                        <m:t>)(</m:t>
                      </m:r>
                      <m:r>
                        <a:rPr lang="en-US" b="1" i="1" dirty="0" smtClean="0">
                          <a:latin typeface="Cambria Math"/>
                        </a:rPr>
                        <m:t>𝒂</m:t>
                      </m:r>
                      <m:r>
                        <m:rPr>
                          <m:nor/>
                        </m:rPr>
                        <a:rPr lang="en-US" b="1" i="1" dirty="0"/>
                        <m:t>)</m:t>
                      </m:r>
                      <m:r>
                        <a:rPr lang="en-US" b="1" i="1" smtClean="0">
                          <a:latin typeface="Cambria Math"/>
                          <a:ea typeface="Cambria Math"/>
                        </a:rPr>
                        <m:t>=</m:t>
                      </m:r>
                      <m:r>
                        <m:rPr>
                          <m:nor/>
                        </m:rPr>
                        <a:rPr lang="en-US" b="1" i="1" dirty="0"/>
                        <m:t>f</m:t>
                      </m:r>
                      <m:r>
                        <m:rPr>
                          <m:nor/>
                        </m:rPr>
                        <a:rPr lang="en-US" dirty="0"/>
                        <m:t> </m:t>
                      </m:r>
                      <m:r>
                        <m:rPr>
                          <m:nor/>
                        </m:rPr>
                        <a:rPr lang="en-US" b="1" i="1" dirty="0" smtClean="0"/>
                        <m:t>(</m:t>
                      </m:r>
                      <m:r>
                        <m:rPr>
                          <m:nor/>
                        </m:rPr>
                        <a:rPr lang="en-US" b="1" i="1" dirty="0"/>
                        <m:t>g</m:t>
                      </m:r>
                      <m:r>
                        <m:rPr>
                          <m:nor/>
                        </m:rPr>
                        <a:rPr lang="en-US" b="1" i="1" dirty="0" smtClean="0"/>
                        <m:t>(</m:t>
                      </m:r>
                      <m:r>
                        <m:rPr>
                          <m:nor/>
                        </m:rPr>
                        <a:rPr lang="en-US" b="1" i="1" dirty="0" smtClean="0"/>
                        <m:t>a</m:t>
                      </m:r>
                      <m:r>
                        <m:rPr>
                          <m:nor/>
                        </m:rPr>
                        <a:rPr lang="en-US" b="1" i="1" dirty="0" smtClean="0"/>
                        <m:t>))</m:t>
                      </m:r>
                    </m:oMath>
                  </m:oMathPara>
                </a14:m>
                <a:endParaRPr lang="en-US" dirty="0"/>
              </a:p>
            </p:txBody>
          </p:sp>
        </mc:Choice>
        <mc:Fallback xmlns="">
          <p:sp>
            <p:nvSpPr>
              <p:cNvPr id="4" name="Content Placeholder 2">
                <a:extLst>
                  <a:ext uri="{FF2B5EF4-FFF2-40B4-BE49-F238E27FC236}">
                    <a16:creationId xmlns:a16="http://schemas.microsoft.com/office/drawing/2014/main" id="{BDE14762-F922-AC5F-F883-A248EB23310A}"/>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1043" t="-238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2EC62158-1332-0FED-6ADF-E55F047BA12B}"/>
              </a:ext>
            </a:extLst>
          </p:cNvPr>
          <p:cNvSpPr txBox="1"/>
          <p:nvPr/>
        </p:nvSpPr>
        <p:spPr>
          <a:xfrm>
            <a:off x="604684" y="4834572"/>
            <a:ext cx="10884310" cy="1569660"/>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 composition of functions is a mathematical operation that involves applying one function to the result of another function. Given two functions f and g, the composition of f and g is a new function that is formed by applying g first and then applying f to the result of g.</a:t>
            </a:r>
          </a:p>
        </p:txBody>
      </p:sp>
    </p:spTree>
    <p:extLst>
      <p:ext uri="{BB962C8B-B14F-4D97-AF65-F5344CB8AC3E}">
        <p14:creationId xmlns:p14="http://schemas.microsoft.com/office/powerpoint/2010/main" val="36755775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EBE5D-7430-E02B-1B9D-98E9EDEAB51A}"/>
              </a:ext>
            </a:extLst>
          </p:cNvPr>
          <p:cNvSpPr>
            <a:spLocks noGrp="1"/>
          </p:cNvSpPr>
          <p:nvPr>
            <p:ph type="title"/>
          </p:nvPr>
        </p:nvSpPr>
        <p:spPr/>
        <p:txBody>
          <a:bodyPr/>
          <a:lstStyle/>
          <a:p>
            <a:r>
              <a:rPr lang="en-US" dirty="0"/>
              <a:t>Compositions of Functions</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DE14762-F922-AC5F-F883-A248EB23310A}"/>
                  </a:ext>
                </a:extLst>
              </p:cNvPr>
              <p:cNvSpPr>
                <a:spLocks noGrp="1"/>
              </p:cNvSpPr>
              <p:nvPr>
                <p:ph idx="1"/>
              </p:nvPr>
            </p:nvSpPr>
            <p:spPr>
              <a:xfrm>
                <a:off x="838200" y="1825625"/>
                <a:ext cx="10515600" cy="4351338"/>
              </a:xfrm>
            </p:spPr>
            <p:txBody>
              <a:bodyPr/>
              <a:lstStyle/>
              <a:p>
                <a:r>
                  <a:rPr lang="en-US" dirty="0"/>
                  <a:t>Let </a:t>
                </a:r>
                <a:r>
                  <a:rPr lang="en-US" b="1" i="1" dirty="0"/>
                  <a:t>g</a:t>
                </a:r>
                <a:r>
                  <a:rPr lang="en-US" dirty="0"/>
                  <a:t> be a function from the set </a:t>
                </a:r>
                <a:r>
                  <a:rPr lang="en-US" b="1" dirty="0"/>
                  <a:t>A</a:t>
                </a:r>
                <a:r>
                  <a:rPr lang="en-US" dirty="0"/>
                  <a:t> to the set </a:t>
                </a:r>
                <a:r>
                  <a:rPr lang="en-US" b="1" dirty="0"/>
                  <a:t>B</a:t>
                </a:r>
                <a:r>
                  <a:rPr lang="en-US" dirty="0"/>
                  <a:t> and let </a:t>
                </a:r>
                <a:r>
                  <a:rPr lang="en-US" b="1" i="1" dirty="0"/>
                  <a:t>f</a:t>
                </a:r>
                <a:r>
                  <a:rPr lang="en-US" dirty="0"/>
                  <a:t> be a function from the set </a:t>
                </a:r>
                <a:r>
                  <a:rPr lang="en-US" b="1" dirty="0"/>
                  <a:t>B</a:t>
                </a:r>
                <a:r>
                  <a:rPr lang="en-US" dirty="0"/>
                  <a:t> to the set </a:t>
                </a:r>
                <a:r>
                  <a:rPr lang="en-US" b="1" dirty="0"/>
                  <a:t>C</a:t>
                </a:r>
                <a:r>
                  <a:rPr lang="en-US" dirty="0"/>
                  <a:t>. the compositions of the functions f and g, denoted by </a:t>
                </a:r>
                <a:r>
                  <a:rPr lang="en-US" b="1" i="1" dirty="0"/>
                  <a:t>f</a:t>
                </a:r>
                <a:r>
                  <a:rPr lang="en-US" dirty="0"/>
                  <a:t> </a:t>
                </a:r>
                <a14:m>
                  <m:oMath xmlns:m="http://schemas.openxmlformats.org/officeDocument/2006/math">
                    <m:r>
                      <a:rPr lang="en-US" i="1" smtClean="0">
                        <a:latin typeface="Cambria Math"/>
                        <a:ea typeface="Cambria Math"/>
                      </a:rPr>
                      <m:t>°</m:t>
                    </m:r>
                  </m:oMath>
                </a14:m>
                <a:r>
                  <a:rPr lang="en-US" b="1" i="1" dirty="0"/>
                  <a:t>g</a:t>
                </a:r>
                <a:r>
                  <a:rPr lang="en-US" dirty="0"/>
                  <a:t>, is defined by </a:t>
                </a:r>
              </a:p>
              <a:p>
                <a:pPr marL="0" indent="0">
                  <a:buNone/>
                </a:pPr>
                <a:endParaRPr lang="en-US" b="1" i="0" dirty="0"/>
              </a:p>
              <a:p>
                <a:pPr marL="0" indent="0">
                  <a:buNone/>
                </a:pPr>
                <a14:m>
                  <m:oMathPara xmlns:m="http://schemas.openxmlformats.org/officeDocument/2006/math">
                    <m:oMathParaPr>
                      <m:jc m:val="centerGroup"/>
                    </m:oMathParaPr>
                    <m:oMath xmlns:m="http://schemas.openxmlformats.org/officeDocument/2006/math">
                      <m:r>
                        <m:rPr>
                          <m:nor/>
                        </m:rPr>
                        <a:rPr lang="en-US" b="1" i="0" dirty="0" smtClean="0"/>
                        <m:t>(</m:t>
                      </m:r>
                      <m:r>
                        <m:rPr>
                          <m:nor/>
                        </m:rPr>
                        <a:rPr lang="en-US" b="1" i="1" dirty="0"/>
                        <m:t>f</m:t>
                      </m:r>
                      <m:r>
                        <m:rPr>
                          <m:nor/>
                        </m:rPr>
                        <a:rPr lang="en-US" b="1" dirty="0"/>
                        <m:t> </m:t>
                      </m:r>
                      <m:r>
                        <a:rPr lang="en-US" b="1" i="1">
                          <a:latin typeface="Cambria Math"/>
                          <a:ea typeface="Cambria Math"/>
                        </a:rPr>
                        <m:t>°</m:t>
                      </m:r>
                      <m:r>
                        <m:rPr>
                          <m:nor/>
                        </m:rPr>
                        <a:rPr lang="en-US" b="1" i="1" dirty="0"/>
                        <m:t>g</m:t>
                      </m:r>
                      <m:r>
                        <m:rPr>
                          <m:nor/>
                        </m:rPr>
                        <a:rPr lang="en-US" b="1" i="1" dirty="0" smtClean="0"/>
                        <m:t>)(</m:t>
                      </m:r>
                      <m:r>
                        <a:rPr lang="en-US" b="1" i="1" dirty="0" smtClean="0">
                          <a:latin typeface="Cambria Math"/>
                        </a:rPr>
                        <m:t>𝒂</m:t>
                      </m:r>
                      <m:r>
                        <m:rPr>
                          <m:nor/>
                        </m:rPr>
                        <a:rPr lang="en-US" b="1" i="1" dirty="0"/>
                        <m:t>)</m:t>
                      </m:r>
                      <m:r>
                        <a:rPr lang="en-US" b="1" i="1" smtClean="0">
                          <a:latin typeface="Cambria Math"/>
                          <a:ea typeface="Cambria Math"/>
                        </a:rPr>
                        <m:t>=</m:t>
                      </m:r>
                      <m:r>
                        <m:rPr>
                          <m:nor/>
                        </m:rPr>
                        <a:rPr lang="en-US" b="1" i="1" dirty="0"/>
                        <m:t>f</m:t>
                      </m:r>
                      <m:r>
                        <m:rPr>
                          <m:nor/>
                        </m:rPr>
                        <a:rPr lang="en-US" dirty="0"/>
                        <m:t> </m:t>
                      </m:r>
                      <m:r>
                        <m:rPr>
                          <m:nor/>
                        </m:rPr>
                        <a:rPr lang="en-US" b="1" i="1" dirty="0" smtClean="0"/>
                        <m:t>(</m:t>
                      </m:r>
                      <m:r>
                        <m:rPr>
                          <m:nor/>
                        </m:rPr>
                        <a:rPr lang="en-US" b="1" i="1" dirty="0"/>
                        <m:t>g</m:t>
                      </m:r>
                      <m:r>
                        <m:rPr>
                          <m:nor/>
                        </m:rPr>
                        <a:rPr lang="en-US" b="1" i="1" dirty="0" smtClean="0"/>
                        <m:t>(</m:t>
                      </m:r>
                      <m:r>
                        <m:rPr>
                          <m:nor/>
                        </m:rPr>
                        <a:rPr lang="en-US" b="1" i="1" dirty="0" smtClean="0"/>
                        <m:t>a</m:t>
                      </m:r>
                      <m:r>
                        <m:rPr>
                          <m:nor/>
                        </m:rPr>
                        <a:rPr lang="en-US" b="1" i="1" dirty="0" smtClean="0"/>
                        <m:t>))</m:t>
                      </m:r>
                    </m:oMath>
                  </m:oMathPara>
                </a14:m>
                <a:endParaRPr lang="en-US" dirty="0"/>
              </a:p>
            </p:txBody>
          </p:sp>
        </mc:Choice>
        <mc:Fallback xmlns="">
          <p:sp>
            <p:nvSpPr>
              <p:cNvPr id="4" name="Content Placeholder 2">
                <a:extLst>
                  <a:ext uri="{FF2B5EF4-FFF2-40B4-BE49-F238E27FC236}">
                    <a16:creationId xmlns:a16="http://schemas.microsoft.com/office/drawing/2014/main" id="{BDE14762-F922-AC5F-F883-A248EB23310A}"/>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1043" t="-238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2EC62158-1332-0FED-6ADF-E55F047BA12B}"/>
              </a:ext>
            </a:extLst>
          </p:cNvPr>
          <p:cNvSpPr txBox="1"/>
          <p:nvPr/>
        </p:nvSpPr>
        <p:spPr>
          <a:xfrm>
            <a:off x="604684" y="4834572"/>
            <a:ext cx="10884310" cy="1569660"/>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 composition of functions is a mathematical operation that involves applying one function to the result of another function. Given two functions f and g, the composition of f and g is a new function that is formed by applying g first and then applying f to the result of g.</a:t>
            </a:r>
          </a:p>
        </p:txBody>
      </p:sp>
    </p:spTree>
    <p:extLst>
      <p:ext uri="{BB962C8B-B14F-4D97-AF65-F5344CB8AC3E}">
        <p14:creationId xmlns:p14="http://schemas.microsoft.com/office/powerpoint/2010/main" val="18615432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23C92-D8BE-98AF-9714-11D83B295079}"/>
              </a:ext>
            </a:extLst>
          </p:cNvPr>
          <p:cNvSpPr>
            <a:spLocks noGrp="1"/>
          </p:cNvSpPr>
          <p:nvPr>
            <p:ph type="title"/>
          </p:nvPr>
        </p:nvSpPr>
        <p:spPr/>
        <p:txBody>
          <a:bodyPr/>
          <a:lstStyle/>
          <a:p>
            <a:r>
              <a:rPr lang="en-US" dirty="0"/>
              <a:t>Compositions of Functions</a:t>
            </a:r>
          </a:p>
        </p:txBody>
      </p:sp>
      <p:sp>
        <p:nvSpPr>
          <p:cNvPr id="3" name="Content Placeholder 2">
            <a:extLst>
              <a:ext uri="{FF2B5EF4-FFF2-40B4-BE49-F238E27FC236}">
                <a16:creationId xmlns:a16="http://schemas.microsoft.com/office/drawing/2014/main" id="{3D02DD80-5101-6C27-839B-7F604584C2D4}"/>
              </a:ext>
            </a:extLst>
          </p:cNvPr>
          <p:cNvSpPr>
            <a:spLocks noGrp="1"/>
          </p:cNvSpPr>
          <p:nvPr>
            <p:ph idx="1"/>
          </p:nvPr>
        </p:nvSpPr>
        <p:spPr/>
        <p:txBody>
          <a:bodyPr>
            <a:normAutofit/>
          </a:bodyPr>
          <a:lstStyle/>
          <a:p>
            <a:pPr>
              <a:buFont typeface="Arial" panose="020B0604020202020204" pitchFamily="34" charset="0"/>
              <a:buChar char="•"/>
            </a:pPr>
            <a:r>
              <a:rPr lang="en-US" b="1" dirty="0"/>
              <a:t>Set X:</a:t>
            </a:r>
            <a:r>
              <a:rPr lang="en-US" dirty="0"/>
              <a:t> {1,2,3}</a:t>
            </a:r>
          </a:p>
          <a:p>
            <a:pPr>
              <a:buFont typeface="Arial" panose="020B0604020202020204" pitchFamily="34" charset="0"/>
              <a:buChar char="•"/>
            </a:pPr>
            <a:r>
              <a:rPr lang="en-US" b="1" dirty="0"/>
              <a:t>Set Y:</a:t>
            </a:r>
            <a:r>
              <a:rPr lang="en-US" dirty="0"/>
              <a:t> {4,5,6}</a:t>
            </a:r>
          </a:p>
          <a:p>
            <a:pPr>
              <a:buFont typeface="Arial" panose="020B0604020202020204" pitchFamily="34" charset="0"/>
              <a:buChar char="•"/>
            </a:pPr>
            <a:r>
              <a:rPr lang="en-US" b="1" dirty="0"/>
              <a:t>Set Z:</a:t>
            </a:r>
            <a:r>
              <a:rPr lang="en-US" dirty="0"/>
              <a:t> {7,8,9}</a:t>
            </a:r>
          </a:p>
          <a:p>
            <a:r>
              <a:rPr lang="en-US" b="1" dirty="0"/>
              <a:t>Functions</a:t>
            </a:r>
          </a:p>
          <a:p>
            <a:pPr>
              <a:buFont typeface="+mj-lt"/>
              <a:buAutoNum type="arabicPeriod"/>
            </a:pPr>
            <a:r>
              <a:rPr lang="en-US" b="1" dirty="0"/>
              <a:t>Function f:X→Y</a:t>
            </a:r>
          </a:p>
          <a:p>
            <a:pPr marL="0" indent="0">
              <a:buNone/>
            </a:pPr>
            <a:r>
              <a:rPr lang="en-US" dirty="0"/>
              <a:t>      f(1)=4,f(2)=5,f(3)=6</a:t>
            </a:r>
          </a:p>
          <a:p>
            <a:pPr marL="0" indent="0">
              <a:buNone/>
            </a:pPr>
            <a:r>
              <a:rPr lang="en-US" b="1" dirty="0"/>
              <a:t>2. Function g:Y→Z </a:t>
            </a:r>
            <a:endParaRPr lang="en-US" dirty="0"/>
          </a:p>
          <a:p>
            <a:r>
              <a:rPr lang="en-US" dirty="0"/>
              <a:t>g(4)=8,g(5)=7,g(6)=9</a:t>
            </a:r>
          </a:p>
          <a:p>
            <a:endParaRPr lang="en-US" dirty="0"/>
          </a:p>
        </p:txBody>
      </p:sp>
    </p:spTree>
    <p:extLst>
      <p:ext uri="{BB962C8B-B14F-4D97-AF65-F5344CB8AC3E}">
        <p14:creationId xmlns:p14="http://schemas.microsoft.com/office/powerpoint/2010/main" val="8446115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23C92-D8BE-98AF-9714-11D83B295079}"/>
              </a:ext>
            </a:extLst>
          </p:cNvPr>
          <p:cNvSpPr>
            <a:spLocks noGrp="1"/>
          </p:cNvSpPr>
          <p:nvPr>
            <p:ph type="title"/>
          </p:nvPr>
        </p:nvSpPr>
        <p:spPr/>
        <p:txBody>
          <a:bodyPr/>
          <a:lstStyle/>
          <a:p>
            <a:r>
              <a:rPr lang="en-US" dirty="0"/>
              <a:t>Compositions of Functions</a:t>
            </a:r>
          </a:p>
        </p:txBody>
      </p:sp>
      <p:sp>
        <p:nvSpPr>
          <p:cNvPr id="3" name="Content Placeholder 2">
            <a:extLst>
              <a:ext uri="{FF2B5EF4-FFF2-40B4-BE49-F238E27FC236}">
                <a16:creationId xmlns:a16="http://schemas.microsoft.com/office/drawing/2014/main" id="{3D02DD80-5101-6C27-839B-7F604584C2D4}"/>
              </a:ext>
            </a:extLst>
          </p:cNvPr>
          <p:cNvSpPr>
            <a:spLocks noGrp="1"/>
          </p:cNvSpPr>
          <p:nvPr>
            <p:ph idx="1"/>
          </p:nvPr>
        </p:nvSpPr>
        <p:spPr/>
        <p:txBody>
          <a:bodyPr>
            <a:normAutofit fontScale="70000" lnSpcReduction="20000"/>
          </a:bodyPr>
          <a:lstStyle/>
          <a:p>
            <a:r>
              <a:rPr lang="en-US" dirty="0"/>
              <a:t>The composition of g and f is denoted by </a:t>
            </a:r>
            <a:r>
              <a:rPr lang="en-US" dirty="0" err="1"/>
              <a:t>g∘f</a:t>
            </a:r>
            <a:r>
              <a:rPr lang="en-US" dirty="0"/>
              <a:t>  , which is a function from X to Z. The composition is defined as:</a:t>
            </a:r>
          </a:p>
          <a:p>
            <a:r>
              <a:rPr lang="en-US" dirty="0"/>
              <a:t>(</a:t>
            </a:r>
            <a:r>
              <a:rPr lang="en-US" dirty="0" err="1"/>
              <a:t>g∘f</a:t>
            </a:r>
            <a:r>
              <a:rPr lang="en-US" dirty="0"/>
              <a:t>)(x)=g(f(x))</a:t>
            </a:r>
          </a:p>
          <a:p>
            <a:r>
              <a:rPr lang="en-US" dirty="0"/>
              <a:t>Let’s compute </a:t>
            </a:r>
            <a:r>
              <a:rPr lang="en-US" dirty="0" err="1"/>
              <a:t>g∘fg</a:t>
            </a:r>
            <a:r>
              <a:rPr lang="en-US" dirty="0"/>
              <a:t> \circ </a:t>
            </a:r>
            <a:r>
              <a:rPr lang="en-US" dirty="0" err="1"/>
              <a:t>fg∘f</a:t>
            </a:r>
            <a:r>
              <a:rPr lang="en-US" dirty="0"/>
              <a:t> for each element in XXX:</a:t>
            </a:r>
          </a:p>
          <a:p>
            <a:pPr>
              <a:buFont typeface="+mj-lt"/>
              <a:buAutoNum type="arabicPeriod"/>
            </a:pPr>
            <a:r>
              <a:rPr lang="en-US" b="1" dirty="0"/>
              <a:t>For x=1</a:t>
            </a:r>
            <a:endParaRPr lang="en-US" dirty="0"/>
          </a:p>
          <a:p>
            <a:pPr>
              <a:buFont typeface="+mj-lt"/>
              <a:buAutoNum type="arabicPeriod"/>
            </a:pPr>
            <a:r>
              <a:rPr lang="en-US" dirty="0"/>
              <a:t>   f(1)=4  and  g(4)=8 </a:t>
            </a:r>
          </a:p>
          <a:p>
            <a:pPr marL="0" indent="0">
              <a:buNone/>
            </a:pPr>
            <a:r>
              <a:rPr lang="en-US" dirty="0"/>
              <a:t> (</a:t>
            </a:r>
            <a:r>
              <a:rPr lang="en-US" dirty="0" err="1"/>
              <a:t>g∘f</a:t>
            </a:r>
            <a:r>
              <a:rPr lang="en-US" dirty="0"/>
              <a:t>)(1)=g(f(1))=g(4)=8</a:t>
            </a:r>
          </a:p>
          <a:p>
            <a:pPr marL="0" indent="0">
              <a:buNone/>
            </a:pPr>
            <a:r>
              <a:rPr lang="en-US" b="1" dirty="0"/>
              <a:t>For x=2</a:t>
            </a:r>
            <a:endParaRPr lang="en-US" dirty="0"/>
          </a:p>
          <a:p>
            <a:pPr>
              <a:buFont typeface="+mj-lt"/>
              <a:buAutoNum type="arabicPeriod"/>
            </a:pPr>
            <a:r>
              <a:rPr lang="en-US" dirty="0"/>
              <a:t>f(2)=5 and g(5)=7 </a:t>
            </a:r>
          </a:p>
          <a:p>
            <a:pPr>
              <a:buFont typeface="+mj-lt"/>
              <a:buAutoNum type="arabicPeriod"/>
            </a:pPr>
            <a:r>
              <a:rPr lang="en-US" dirty="0"/>
              <a:t>So, (</a:t>
            </a:r>
            <a:r>
              <a:rPr lang="en-US" dirty="0" err="1"/>
              <a:t>g∘f</a:t>
            </a:r>
            <a:r>
              <a:rPr lang="en-US" dirty="0"/>
              <a:t>)(2)=g(f(2))=g(5)=7</a:t>
            </a:r>
          </a:p>
          <a:p>
            <a:pPr>
              <a:buFont typeface="+mj-lt"/>
              <a:buAutoNum type="arabicPeriod"/>
            </a:pPr>
            <a:r>
              <a:rPr lang="en-US" b="1" dirty="0"/>
              <a:t>For x=3</a:t>
            </a:r>
            <a:endParaRPr lang="en-US" dirty="0"/>
          </a:p>
          <a:p>
            <a:pPr>
              <a:buFont typeface="+mj-lt"/>
              <a:buAutoNum type="arabicPeriod"/>
            </a:pPr>
            <a:r>
              <a:rPr lang="en-US" dirty="0"/>
              <a:t>f(3)=6 and g(6)=9</a:t>
            </a:r>
          </a:p>
          <a:p>
            <a:pPr>
              <a:buFont typeface="+mj-lt"/>
              <a:buAutoNum type="arabicPeriod"/>
            </a:pPr>
            <a:r>
              <a:rPr lang="en-US" dirty="0"/>
              <a:t>, (</a:t>
            </a:r>
            <a:r>
              <a:rPr lang="en-US" dirty="0" err="1"/>
              <a:t>g∘f</a:t>
            </a:r>
            <a:r>
              <a:rPr lang="en-US" dirty="0"/>
              <a:t>)(3)=g(f(3))=g(6)=9</a:t>
            </a:r>
          </a:p>
        </p:txBody>
      </p:sp>
    </p:spTree>
    <p:extLst>
      <p:ext uri="{BB962C8B-B14F-4D97-AF65-F5344CB8AC3E}">
        <p14:creationId xmlns:p14="http://schemas.microsoft.com/office/powerpoint/2010/main" val="32804114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2C8D0-F800-7160-BE13-ADB1981AC3D6}"/>
              </a:ext>
            </a:extLst>
          </p:cNvPr>
          <p:cNvSpPr>
            <a:spLocks noGrp="1"/>
          </p:cNvSpPr>
          <p:nvPr>
            <p:ph type="title"/>
          </p:nvPr>
        </p:nvSpPr>
        <p:spPr/>
        <p:txBody>
          <a:bodyPr/>
          <a:lstStyle/>
          <a:p>
            <a:r>
              <a:rPr lang="en-US" dirty="0"/>
              <a:t>Compositions of Functions</a:t>
            </a:r>
          </a:p>
        </p:txBody>
      </p:sp>
      <p:sp>
        <p:nvSpPr>
          <p:cNvPr id="3" name="Content Placeholder 2">
            <a:extLst>
              <a:ext uri="{FF2B5EF4-FFF2-40B4-BE49-F238E27FC236}">
                <a16:creationId xmlns:a16="http://schemas.microsoft.com/office/drawing/2014/main" id="{13F27543-6DA2-F23B-C469-8E2DA2229559}"/>
              </a:ext>
            </a:extLst>
          </p:cNvPr>
          <p:cNvSpPr>
            <a:spLocks noGrp="1"/>
          </p:cNvSpPr>
          <p:nvPr>
            <p:ph idx="1"/>
          </p:nvPr>
        </p:nvSpPr>
        <p:spPr/>
        <p:txBody>
          <a:bodyPr/>
          <a:lstStyle/>
          <a:p>
            <a:r>
              <a:rPr lang="en-US" dirty="0"/>
              <a:t>The composition function </a:t>
            </a:r>
            <a:r>
              <a:rPr lang="en-US" dirty="0" err="1"/>
              <a:t>g∘f</a:t>
            </a:r>
            <a:r>
              <a:rPr lang="en-US" dirty="0"/>
              <a:t>: X→Z:</a:t>
            </a:r>
          </a:p>
          <a:p>
            <a:r>
              <a:rPr lang="en-US" dirty="0"/>
              <a:t>(</a:t>
            </a:r>
            <a:r>
              <a:rPr lang="en-US" dirty="0" err="1"/>
              <a:t>g∘f</a:t>
            </a:r>
            <a:r>
              <a:rPr lang="en-US" dirty="0"/>
              <a:t>)(1)=8,(</a:t>
            </a:r>
            <a:r>
              <a:rPr lang="en-US" dirty="0" err="1"/>
              <a:t>g∘f</a:t>
            </a:r>
            <a:r>
              <a:rPr lang="en-US" dirty="0"/>
              <a:t>)(2)=7,(</a:t>
            </a:r>
            <a:r>
              <a:rPr lang="en-US" dirty="0" err="1"/>
              <a:t>g∘f</a:t>
            </a:r>
            <a:r>
              <a:rPr lang="en-US" dirty="0"/>
              <a:t>)(3)=9</a:t>
            </a:r>
          </a:p>
          <a:p>
            <a:r>
              <a:rPr lang="en-US" dirty="0"/>
              <a:t>So, the function </a:t>
            </a:r>
            <a:r>
              <a:rPr lang="en-US" dirty="0" err="1"/>
              <a:t>g∘f</a:t>
            </a:r>
            <a:r>
              <a:rPr lang="en-US" dirty="0"/>
              <a:t> maps:</a:t>
            </a:r>
          </a:p>
          <a:p>
            <a:r>
              <a:rPr lang="en-US" dirty="0"/>
              <a:t>1↦8,2↦7,3↦9</a:t>
            </a:r>
          </a:p>
        </p:txBody>
      </p:sp>
    </p:spTree>
    <p:extLst>
      <p:ext uri="{BB962C8B-B14F-4D97-AF65-F5344CB8AC3E}">
        <p14:creationId xmlns:p14="http://schemas.microsoft.com/office/powerpoint/2010/main" val="665862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TotalTime>
  <Words>2453</Words>
  <Application>Microsoft Office PowerPoint</Application>
  <PresentationFormat>Widescreen</PresentationFormat>
  <Paragraphs>228</Paragraphs>
  <Slides>39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39</vt:i4>
      </vt:variant>
    </vt:vector>
  </HeadingPairs>
  <TitlesOfParts>
    <vt:vector size="48" baseType="lpstr">
      <vt:lpstr>Aptos</vt:lpstr>
      <vt:lpstr>Aptos Display</vt:lpstr>
      <vt:lpstr>Arial</vt:lpstr>
      <vt:lpstr>Arial MT</vt:lpstr>
      <vt:lpstr>Cambria Math</vt:lpstr>
      <vt:lpstr>Microsoft Sans Serif</vt:lpstr>
      <vt:lpstr>Symbol</vt:lpstr>
      <vt:lpstr>Times New Roman</vt:lpstr>
      <vt:lpstr>Office Theme</vt:lpstr>
      <vt:lpstr>PowerPoint Presentation</vt:lpstr>
      <vt:lpstr>Functions</vt:lpstr>
      <vt:lpstr>Functions</vt:lpstr>
      <vt:lpstr>Functions</vt:lpstr>
      <vt:lpstr>Functions</vt:lpstr>
      <vt:lpstr>Equality of Functions</vt:lpstr>
      <vt:lpstr>Equality of Functions</vt:lpstr>
      <vt:lpstr>Equality of Functions</vt:lpstr>
      <vt:lpstr>Equality of Functions</vt:lpstr>
      <vt:lpstr>Identity Functions</vt:lpstr>
      <vt:lpstr>Functions</vt:lpstr>
      <vt:lpstr>Functions</vt:lpstr>
      <vt:lpstr>Functions</vt:lpstr>
      <vt:lpstr>Encoding and Decoding Functions</vt:lpstr>
      <vt:lpstr>Encoding and Decoding Functions</vt:lpstr>
      <vt:lpstr>Encoding and Decoding Functions</vt:lpstr>
      <vt:lpstr>Encoding and Decoding Functions</vt:lpstr>
      <vt:lpstr>Boolean Functions</vt:lpstr>
      <vt:lpstr>Boolean Functions</vt:lpstr>
      <vt:lpstr>Boolean Functions</vt:lpstr>
      <vt:lpstr>Boolean Functions</vt:lpstr>
      <vt:lpstr>Checking whether the function is well defined</vt:lpstr>
      <vt:lpstr>Checking whether the function is well defined</vt:lpstr>
      <vt:lpstr>Functions on Sets</vt:lpstr>
      <vt:lpstr>Functions on Sets</vt:lpstr>
      <vt:lpstr>Functions on Sets</vt:lpstr>
      <vt:lpstr>Functions on Power Sets</vt:lpstr>
      <vt:lpstr>Functions on Power Sets</vt:lpstr>
      <vt:lpstr>Inverse Functions</vt:lpstr>
      <vt:lpstr>Inverse Function</vt:lpstr>
      <vt:lpstr>Inverse Function</vt:lpstr>
      <vt:lpstr>Inverse Function</vt:lpstr>
      <vt:lpstr>Inverse Functions</vt:lpstr>
      <vt:lpstr>Compositions of Functions</vt:lpstr>
      <vt:lpstr>Compositions of Functions</vt:lpstr>
      <vt:lpstr>Compositions of Functions</vt:lpstr>
      <vt:lpstr>Compositions of Functions</vt:lpstr>
      <vt:lpstr>Compositions of Functions</vt:lpstr>
      <vt:lpstr>Compositions of Functions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Fehmida Usmani</dc:creator>
  <cp:lastModifiedBy>Fehmida Usmani</cp:lastModifiedBy>
  <cp:revision>1</cp:revision>
  <dcterms:created xsi:type="dcterms:W3CDTF">2024-08-28T00:08:26Z</dcterms:created>
  <dcterms:modified xsi:type="dcterms:W3CDTF">2024-08-29T08:38:29Z</dcterms:modified>
</cp:coreProperties>
</file>