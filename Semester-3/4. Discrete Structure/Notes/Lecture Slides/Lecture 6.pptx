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315" r:id="rId2"/>
    <p:sldId id="290" r:id="rId3"/>
    <p:sldId id="291" r:id="rId4"/>
    <p:sldId id="292" r:id="rId5"/>
    <p:sldId id="294" r:id="rId6"/>
    <p:sldId id="295" r:id="rId7"/>
    <p:sldId id="296" r:id="rId8"/>
    <p:sldId id="317" r:id="rId9"/>
    <p:sldId id="298" r:id="rId10"/>
    <p:sldId id="297" r:id="rId11"/>
    <p:sldId id="303" r:id="rId12"/>
    <p:sldId id="299" r:id="rId13"/>
    <p:sldId id="300" r:id="rId14"/>
    <p:sldId id="301" r:id="rId15"/>
    <p:sldId id="302" r:id="rId16"/>
    <p:sldId id="304" r:id="rId17"/>
    <p:sldId id="305" r:id="rId18"/>
    <p:sldId id="306" r:id="rId19"/>
    <p:sldId id="307" r:id="rId20"/>
    <p:sldId id="309" r:id="rId21"/>
    <p:sldId id="310" r:id="rId22"/>
    <p:sldId id="311" r:id="rId23"/>
    <p:sldId id="312" r:id="rId24"/>
    <p:sldId id="313" r:id="rId25"/>
    <p:sldId id="314" r:id="rId26"/>
    <p:sldId id="316" r:id="rId27"/>
    <p:sldId id="318" r:id="rId28"/>
    <p:sldId id="319" r:id="rId29"/>
    <p:sldId id="320" r:id="rId30"/>
    <p:sldId id="321" r:id="rId31"/>
    <p:sldId id="322" r:id="rId32"/>
    <p:sldId id="323" r:id="rId33"/>
    <p:sldId id="324" r:id="rId34"/>
    <p:sldId id="325" r:id="rId35"/>
    <p:sldId id="350" r:id="rId36"/>
    <p:sldId id="288" r:id="rId37"/>
    <p:sldId id="327"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59033C-4EA5-4C12-8423-AF8A8F952192}" v="121" dt="2024-09-04T04:57:16.731"/>
  </p1510:revLst>
</p1510:revInfo>
</file>

<file path=ppt/tableStyles.xml><?xml version="1.0" encoding="utf-8"?>
<a:tblStyleLst xmlns:a="http://schemas.openxmlformats.org/drawingml/2006/main" def="{5C22544A-7EE6-4342-B048-85BDC9FD1C3A}">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hmida Usmani" userId="1f7d48bb-60b3-4b90-bf30-0f63161838be" providerId="ADAL" clId="{9959033C-4EA5-4C12-8423-AF8A8F952192}"/>
    <pc:docChg chg="undo custSel addSld delSld modSld delMainMaster">
      <pc:chgData name="Fehmida Usmani" userId="1f7d48bb-60b3-4b90-bf30-0f63161838be" providerId="ADAL" clId="{9959033C-4EA5-4C12-8423-AF8A8F952192}" dt="2024-09-04T04:57:34.582" v="728" actId="20577"/>
      <pc:docMkLst>
        <pc:docMk/>
      </pc:docMkLst>
      <pc:sldChg chg="new del">
        <pc:chgData name="Fehmida Usmani" userId="1f7d48bb-60b3-4b90-bf30-0f63161838be" providerId="ADAL" clId="{9959033C-4EA5-4C12-8423-AF8A8F952192}" dt="2024-09-03T23:47:37.220" v="4" actId="47"/>
        <pc:sldMkLst>
          <pc:docMk/>
          <pc:sldMk cId="256259365" sldId="256"/>
        </pc:sldMkLst>
      </pc:sldChg>
      <pc:sldChg chg="new del">
        <pc:chgData name="Fehmida Usmani" userId="1f7d48bb-60b3-4b90-bf30-0f63161838be" providerId="ADAL" clId="{9959033C-4EA5-4C12-8423-AF8A8F952192}" dt="2024-09-03T23:47:38.988" v="5" actId="47"/>
        <pc:sldMkLst>
          <pc:docMk/>
          <pc:sldMk cId="3062790556" sldId="257"/>
        </pc:sldMkLst>
      </pc:sldChg>
      <pc:sldChg chg="addSp delSp modSp add del mod">
        <pc:chgData name="Fehmida Usmani" userId="1f7d48bb-60b3-4b90-bf30-0f63161838be" providerId="ADAL" clId="{9959033C-4EA5-4C12-8423-AF8A8F952192}" dt="2024-09-04T02:08:54.029" v="477" actId="47"/>
        <pc:sldMkLst>
          <pc:docMk/>
          <pc:sldMk cId="0" sldId="287"/>
        </pc:sldMkLst>
        <pc:spChg chg="del">
          <ac:chgData name="Fehmida Usmani" userId="1f7d48bb-60b3-4b90-bf30-0f63161838be" providerId="ADAL" clId="{9959033C-4EA5-4C12-8423-AF8A8F952192}" dt="2024-09-04T02:08:34.047" v="474" actId="478"/>
          <ac:spMkLst>
            <pc:docMk/>
            <pc:sldMk cId="0" sldId="287"/>
            <ac:spMk id="2" creationId="{00000000-0000-0000-0000-000000000000}"/>
          </ac:spMkLst>
        </pc:spChg>
        <pc:spChg chg="add del mod">
          <ac:chgData name="Fehmida Usmani" userId="1f7d48bb-60b3-4b90-bf30-0f63161838be" providerId="ADAL" clId="{9959033C-4EA5-4C12-8423-AF8A8F952192}" dt="2024-09-04T02:08:36.177" v="475" actId="478"/>
          <ac:spMkLst>
            <pc:docMk/>
            <pc:sldMk cId="0" sldId="287"/>
            <ac:spMk id="20" creationId="{F913FE05-B643-A0AE-335E-859EAAC2CE72}"/>
          </ac:spMkLst>
        </pc:spChg>
        <pc:spChg chg="mod">
          <ac:chgData name="Fehmida Usmani" userId="1f7d48bb-60b3-4b90-bf30-0f63161838be" providerId="ADAL" clId="{9959033C-4EA5-4C12-8423-AF8A8F952192}" dt="2024-09-04T02:08:48.495" v="476"/>
          <ac:spMkLst>
            <pc:docMk/>
            <pc:sldMk cId="0" sldId="287"/>
            <ac:spMk id="22" creationId="{55680419-2E1C-7AB3-24E8-46C0E6C2E778}"/>
          </ac:spMkLst>
        </pc:spChg>
        <pc:spChg chg="mod">
          <ac:chgData name="Fehmida Usmani" userId="1f7d48bb-60b3-4b90-bf30-0f63161838be" providerId="ADAL" clId="{9959033C-4EA5-4C12-8423-AF8A8F952192}" dt="2024-09-04T02:08:48.495" v="476"/>
          <ac:spMkLst>
            <pc:docMk/>
            <pc:sldMk cId="0" sldId="287"/>
            <ac:spMk id="23" creationId="{644F9BC8-9562-1266-47E1-B2757A1FB327}"/>
          </ac:spMkLst>
        </pc:spChg>
        <pc:spChg chg="mod">
          <ac:chgData name="Fehmida Usmani" userId="1f7d48bb-60b3-4b90-bf30-0f63161838be" providerId="ADAL" clId="{9959033C-4EA5-4C12-8423-AF8A8F952192}" dt="2024-09-04T02:08:48.495" v="476"/>
          <ac:spMkLst>
            <pc:docMk/>
            <pc:sldMk cId="0" sldId="287"/>
            <ac:spMk id="24" creationId="{D34AF821-6446-2CDD-4076-D6C4D81B4D1E}"/>
          </ac:spMkLst>
        </pc:spChg>
        <pc:grpChg chg="add mod">
          <ac:chgData name="Fehmida Usmani" userId="1f7d48bb-60b3-4b90-bf30-0f63161838be" providerId="ADAL" clId="{9959033C-4EA5-4C12-8423-AF8A8F952192}" dt="2024-09-04T02:08:48.495" v="476"/>
          <ac:grpSpMkLst>
            <pc:docMk/>
            <pc:sldMk cId="0" sldId="287"/>
            <ac:grpSpMk id="21" creationId="{4C26FDC2-A080-E893-31B9-11DBCA82C8A2}"/>
          </ac:grpSpMkLst>
        </pc:grpChg>
      </pc:sldChg>
      <pc:sldChg chg="addSp modSp add mod">
        <pc:chgData name="Fehmida Usmani" userId="1f7d48bb-60b3-4b90-bf30-0f63161838be" providerId="ADAL" clId="{9959033C-4EA5-4C12-8423-AF8A8F952192}" dt="2024-09-04T01:32:36.776" v="335" actId="20577"/>
        <pc:sldMkLst>
          <pc:docMk/>
          <pc:sldMk cId="0" sldId="288"/>
        </pc:sldMkLst>
        <pc:spChg chg="add mod">
          <ac:chgData name="Fehmida Usmani" userId="1f7d48bb-60b3-4b90-bf30-0f63161838be" providerId="ADAL" clId="{9959033C-4EA5-4C12-8423-AF8A8F952192}" dt="2024-09-04T01:32:36.776" v="335" actId="20577"/>
          <ac:spMkLst>
            <pc:docMk/>
            <pc:sldMk cId="0" sldId="288"/>
            <ac:spMk id="16" creationId="{C0B5570F-BDD4-C5E8-537E-4AC8F59F2B69}"/>
          </ac:spMkLst>
        </pc:spChg>
      </pc:sldChg>
      <pc:sldChg chg="addSp modSp add">
        <pc:chgData name="Fehmida Usmani" userId="1f7d48bb-60b3-4b90-bf30-0f63161838be" providerId="ADAL" clId="{9959033C-4EA5-4C12-8423-AF8A8F952192}" dt="2024-09-04T01:56:24.265" v="414"/>
        <pc:sldMkLst>
          <pc:docMk/>
          <pc:sldMk cId="0" sldId="289"/>
        </pc:sldMkLst>
        <pc:spChg chg="add mod">
          <ac:chgData name="Fehmida Usmani" userId="1f7d48bb-60b3-4b90-bf30-0f63161838be" providerId="ADAL" clId="{9959033C-4EA5-4C12-8423-AF8A8F952192}" dt="2024-09-04T01:56:24.265" v="414"/>
          <ac:spMkLst>
            <pc:docMk/>
            <pc:sldMk cId="0" sldId="289"/>
            <ac:spMk id="17" creationId="{92FB476A-1383-2268-192B-BD9E3620A024}"/>
          </ac:spMkLst>
        </pc:spChg>
      </pc:sldChg>
      <pc:sldChg chg="add">
        <pc:chgData name="Fehmida Usmani" userId="1f7d48bb-60b3-4b90-bf30-0f63161838be" providerId="ADAL" clId="{9959033C-4EA5-4C12-8423-AF8A8F952192}" dt="2024-09-02T08:08:21.619" v="2"/>
        <pc:sldMkLst>
          <pc:docMk/>
          <pc:sldMk cId="864093753" sldId="290"/>
        </pc:sldMkLst>
      </pc:sldChg>
      <pc:sldChg chg="add">
        <pc:chgData name="Fehmida Usmani" userId="1f7d48bb-60b3-4b90-bf30-0f63161838be" providerId="ADAL" clId="{9959033C-4EA5-4C12-8423-AF8A8F952192}" dt="2024-09-02T08:08:21.619" v="2"/>
        <pc:sldMkLst>
          <pc:docMk/>
          <pc:sldMk cId="2377125469" sldId="291"/>
        </pc:sldMkLst>
      </pc:sldChg>
      <pc:sldChg chg="add">
        <pc:chgData name="Fehmida Usmani" userId="1f7d48bb-60b3-4b90-bf30-0f63161838be" providerId="ADAL" clId="{9959033C-4EA5-4C12-8423-AF8A8F952192}" dt="2024-09-02T08:08:21.619" v="2"/>
        <pc:sldMkLst>
          <pc:docMk/>
          <pc:sldMk cId="3956318874" sldId="292"/>
        </pc:sldMkLst>
      </pc:sldChg>
      <pc:sldChg chg="add">
        <pc:chgData name="Fehmida Usmani" userId="1f7d48bb-60b3-4b90-bf30-0f63161838be" providerId="ADAL" clId="{9959033C-4EA5-4C12-8423-AF8A8F952192}" dt="2024-09-02T08:08:21.619" v="2"/>
        <pc:sldMkLst>
          <pc:docMk/>
          <pc:sldMk cId="1868821025" sldId="294"/>
        </pc:sldMkLst>
      </pc:sldChg>
      <pc:sldChg chg="add">
        <pc:chgData name="Fehmida Usmani" userId="1f7d48bb-60b3-4b90-bf30-0f63161838be" providerId="ADAL" clId="{9959033C-4EA5-4C12-8423-AF8A8F952192}" dt="2024-09-02T08:08:21.619" v="2"/>
        <pc:sldMkLst>
          <pc:docMk/>
          <pc:sldMk cId="1265210014" sldId="295"/>
        </pc:sldMkLst>
      </pc:sldChg>
      <pc:sldChg chg="add">
        <pc:chgData name="Fehmida Usmani" userId="1f7d48bb-60b3-4b90-bf30-0f63161838be" providerId="ADAL" clId="{9959033C-4EA5-4C12-8423-AF8A8F952192}" dt="2024-09-02T08:08:21.619" v="2"/>
        <pc:sldMkLst>
          <pc:docMk/>
          <pc:sldMk cId="4148304465" sldId="296"/>
        </pc:sldMkLst>
      </pc:sldChg>
      <pc:sldChg chg="add">
        <pc:chgData name="Fehmida Usmani" userId="1f7d48bb-60b3-4b90-bf30-0f63161838be" providerId="ADAL" clId="{9959033C-4EA5-4C12-8423-AF8A8F952192}" dt="2024-09-02T08:08:21.619" v="2"/>
        <pc:sldMkLst>
          <pc:docMk/>
          <pc:sldMk cId="1966290555" sldId="297"/>
        </pc:sldMkLst>
      </pc:sldChg>
      <pc:sldChg chg="add">
        <pc:chgData name="Fehmida Usmani" userId="1f7d48bb-60b3-4b90-bf30-0f63161838be" providerId="ADAL" clId="{9959033C-4EA5-4C12-8423-AF8A8F952192}" dt="2024-09-02T08:08:21.619" v="2"/>
        <pc:sldMkLst>
          <pc:docMk/>
          <pc:sldMk cId="1691418705" sldId="298"/>
        </pc:sldMkLst>
      </pc:sldChg>
      <pc:sldChg chg="add">
        <pc:chgData name="Fehmida Usmani" userId="1f7d48bb-60b3-4b90-bf30-0f63161838be" providerId="ADAL" clId="{9959033C-4EA5-4C12-8423-AF8A8F952192}" dt="2024-09-02T08:08:21.619" v="2"/>
        <pc:sldMkLst>
          <pc:docMk/>
          <pc:sldMk cId="843972671" sldId="299"/>
        </pc:sldMkLst>
      </pc:sldChg>
      <pc:sldChg chg="add">
        <pc:chgData name="Fehmida Usmani" userId="1f7d48bb-60b3-4b90-bf30-0f63161838be" providerId="ADAL" clId="{9959033C-4EA5-4C12-8423-AF8A8F952192}" dt="2024-09-02T08:08:21.619" v="2"/>
        <pc:sldMkLst>
          <pc:docMk/>
          <pc:sldMk cId="3905784192" sldId="300"/>
        </pc:sldMkLst>
      </pc:sldChg>
      <pc:sldChg chg="add">
        <pc:chgData name="Fehmida Usmani" userId="1f7d48bb-60b3-4b90-bf30-0f63161838be" providerId="ADAL" clId="{9959033C-4EA5-4C12-8423-AF8A8F952192}" dt="2024-09-02T08:08:21.619" v="2"/>
        <pc:sldMkLst>
          <pc:docMk/>
          <pc:sldMk cId="1930998569" sldId="301"/>
        </pc:sldMkLst>
      </pc:sldChg>
      <pc:sldChg chg="add">
        <pc:chgData name="Fehmida Usmani" userId="1f7d48bb-60b3-4b90-bf30-0f63161838be" providerId="ADAL" clId="{9959033C-4EA5-4C12-8423-AF8A8F952192}" dt="2024-09-02T08:08:21.619" v="2"/>
        <pc:sldMkLst>
          <pc:docMk/>
          <pc:sldMk cId="1652612558" sldId="302"/>
        </pc:sldMkLst>
      </pc:sldChg>
      <pc:sldChg chg="add">
        <pc:chgData name="Fehmida Usmani" userId="1f7d48bb-60b3-4b90-bf30-0f63161838be" providerId="ADAL" clId="{9959033C-4EA5-4C12-8423-AF8A8F952192}" dt="2024-09-02T08:08:21.619" v="2"/>
        <pc:sldMkLst>
          <pc:docMk/>
          <pc:sldMk cId="813142256" sldId="303"/>
        </pc:sldMkLst>
      </pc:sldChg>
      <pc:sldChg chg="add">
        <pc:chgData name="Fehmida Usmani" userId="1f7d48bb-60b3-4b90-bf30-0f63161838be" providerId="ADAL" clId="{9959033C-4EA5-4C12-8423-AF8A8F952192}" dt="2024-09-02T08:08:21.619" v="2"/>
        <pc:sldMkLst>
          <pc:docMk/>
          <pc:sldMk cId="2262826376" sldId="304"/>
        </pc:sldMkLst>
      </pc:sldChg>
      <pc:sldChg chg="add">
        <pc:chgData name="Fehmida Usmani" userId="1f7d48bb-60b3-4b90-bf30-0f63161838be" providerId="ADAL" clId="{9959033C-4EA5-4C12-8423-AF8A8F952192}" dt="2024-09-02T08:08:21.619" v="2"/>
        <pc:sldMkLst>
          <pc:docMk/>
          <pc:sldMk cId="3623752656" sldId="305"/>
        </pc:sldMkLst>
      </pc:sldChg>
      <pc:sldChg chg="add">
        <pc:chgData name="Fehmida Usmani" userId="1f7d48bb-60b3-4b90-bf30-0f63161838be" providerId="ADAL" clId="{9959033C-4EA5-4C12-8423-AF8A8F952192}" dt="2024-09-02T08:08:21.619" v="2"/>
        <pc:sldMkLst>
          <pc:docMk/>
          <pc:sldMk cId="3794206607" sldId="306"/>
        </pc:sldMkLst>
      </pc:sldChg>
      <pc:sldChg chg="add">
        <pc:chgData name="Fehmida Usmani" userId="1f7d48bb-60b3-4b90-bf30-0f63161838be" providerId="ADAL" clId="{9959033C-4EA5-4C12-8423-AF8A8F952192}" dt="2024-09-02T08:08:21.619" v="2"/>
        <pc:sldMkLst>
          <pc:docMk/>
          <pc:sldMk cId="3467445469" sldId="307"/>
        </pc:sldMkLst>
      </pc:sldChg>
      <pc:sldChg chg="add">
        <pc:chgData name="Fehmida Usmani" userId="1f7d48bb-60b3-4b90-bf30-0f63161838be" providerId="ADAL" clId="{9959033C-4EA5-4C12-8423-AF8A8F952192}" dt="2024-09-02T08:08:21.619" v="2"/>
        <pc:sldMkLst>
          <pc:docMk/>
          <pc:sldMk cId="1427030358" sldId="309"/>
        </pc:sldMkLst>
      </pc:sldChg>
      <pc:sldChg chg="add">
        <pc:chgData name="Fehmida Usmani" userId="1f7d48bb-60b3-4b90-bf30-0f63161838be" providerId="ADAL" clId="{9959033C-4EA5-4C12-8423-AF8A8F952192}" dt="2024-09-02T08:08:21.619" v="2"/>
        <pc:sldMkLst>
          <pc:docMk/>
          <pc:sldMk cId="2877462743" sldId="310"/>
        </pc:sldMkLst>
      </pc:sldChg>
      <pc:sldChg chg="add">
        <pc:chgData name="Fehmida Usmani" userId="1f7d48bb-60b3-4b90-bf30-0f63161838be" providerId="ADAL" clId="{9959033C-4EA5-4C12-8423-AF8A8F952192}" dt="2024-09-02T08:08:21.619" v="2"/>
        <pc:sldMkLst>
          <pc:docMk/>
          <pc:sldMk cId="3004674269" sldId="311"/>
        </pc:sldMkLst>
      </pc:sldChg>
      <pc:sldChg chg="add">
        <pc:chgData name="Fehmida Usmani" userId="1f7d48bb-60b3-4b90-bf30-0f63161838be" providerId="ADAL" clId="{9959033C-4EA5-4C12-8423-AF8A8F952192}" dt="2024-09-02T08:08:21.619" v="2"/>
        <pc:sldMkLst>
          <pc:docMk/>
          <pc:sldMk cId="501914792" sldId="312"/>
        </pc:sldMkLst>
      </pc:sldChg>
      <pc:sldChg chg="add">
        <pc:chgData name="Fehmida Usmani" userId="1f7d48bb-60b3-4b90-bf30-0f63161838be" providerId="ADAL" clId="{9959033C-4EA5-4C12-8423-AF8A8F952192}" dt="2024-09-02T08:08:21.619" v="2"/>
        <pc:sldMkLst>
          <pc:docMk/>
          <pc:sldMk cId="499891409" sldId="313"/>
        </pc:sldMkLst>
      </pc:sldChg>
      <pc:sldChg chg="add">
        <pc:chgData name="Fehmida Usmani" userId="1f7d48bb-60b3-4b90-bf30-0f63161838be" providerId="ADAL" clId="{9959033C-4EA5-4C12-8423-AF8A8F952192}" dt="2024-09-02T08:08:21.619" v="2"/>
        <pc:sldMkLst>
          <pc:docMk/>
          <pc:sldMk cId="4206275191" sldId="314"/>
        </pc:sldMkLst>
      </pc:sldChg>
      <pc:sldChg chg="modSp add mod">
        <pc:chgData name="Fehmida Usmani" userId="1f7d48bb-60b3-4b90-bf30-0f63161838be" providerId="ADAL" clId="{9959033C-4EA5-4C12-8423-AF8A8F952192}" dt="2024-09-03T23:47:44.253" v="7" actId="20577"/>
        <pc:sldMkLst>
          <pc:docMk/>
          <pc:sldMk cId="2059971297" sldId="315"/>
        </pc:sldMkLst>
        <pc:spChg chg="mod">
          <ac:chgData name="Fehmida Usmani" userId="1f7d48bb-60b3-4b90-bf30-0f63161838be" providerId="ADAL" clId="{9959033C-4EA5-4C12-8423-AF8A8F952192}" dt="2024-09-03T23:47:44.253" v="7" actId="20577"/>
          <ac:spMkLst>
            <pc:docMk/>
            <pc:sldMk cId="2059971297" sldId="315"/>
            <ac:spMk id="8" creationId="{4AA6C14E-444A-E20F-4DFC-2A4BD236BB0A}"/>
          </ac:spMkLst>
        </pc:spChg>
      </pc:sldChg>
      <pc:sldChg chg="addSp delSp modSp new mod">
        <pc:chgData name="Fehmida Usmani" userId="1f7d48bb-60b3-4b90-bf30-0f63161838be" providerId="ADAL" clId="{9959033C-4EA5-4C12-8423-AF8A8F952192}" dt="2024-09-04T00:51:11.159" v="109" actId="20577"/>
        <pc:sldMkLst>
          <pc:docMk/>
          <pc:sldMk cId="3151382028" sldId="316"/>
        </pc:sldMkLst>
        <pc:spChg chg="mod">
          <ac:chgData name="Fehmida Usmani" userId="1f7d48bb-60b3-4b90-bf30-0f63161838be" providerId="ADAL" clId="{9959033C-4EA5-4C12-8423-AF8A8F952192}" dt="2024-09-04T00:51:11.159" v="109" actId="20577"/>
          <ac:spMkLst>
            <pc:docMk/>
            <pc:sldMk cId="3151382028" sldId="316"/>
            <ac:spMk id="2" creationId="{E7D88A49-8FB1-015B-EEC7-5D567C878417}"/>
          </ac:spMkLst>
        </pc:spChg>
        <pc:spChg chg="del">
          <ac:chgData name="Fehmida Usmani" userId="1f7d48bb-60b3-4b90-bf30-0f63161838be" providerId="ADAL" clId="{9959033C-4EA5-4C12-8423-AF8A8F952192}" dt="2024-09-04T00:47:25.335" v="60" actId="478"/>
          <ac:spMkLst>
            <pc:docMk/>
            <pc:sldMk cId="3151382028" sldId="316"/>
            <ac:spMk id="3" creationId="{2AB34FD6-7FC8-5ED0-B4A5-2BCBD7D84B11}"/>
          </ac:spMkLst>
        </pc:spChg>
        <pc:spChg chg="add mod">
          <ac:chgData name="Fehmida Usmani" userId="1f7d48bb-60b3-4b90-bf30-0f63161838be" providerId="ADAL" clId="{9959033C-4EA5-4C12-8423-AF8A8F952192}" dt="2024-09-04T00:47:26.124" v="61"/>
          <ac:spMkLst>
            <pc:docMk/>
            <pc:sldMk cId="3151382028" sldId="316"/>
            <ac:spMk id="4" creationId="{D8A381BA-9CB3-6BD7-0052-2F02D7246F45}"/>
          </ac:spMkLst>
        </pc:spChg>
        <pc:spChg chg="add mod">
          <ac:chgData name="Fehmida Usmani" userId="1f7d48bb-60b3-4b90-bf30-0f63161838be" providerId="ADAL" clId="{9959033C-4EA5-4C12-8423-AF8A8F952192}" dt="2024-09-04T00:47:26.124" v="61"/>
          <ac:spMkLst>
            <pc:docMk/>
            <pc:sldMk cId="3151382028" sldId="316"/>
            <ac:spMk id="5" creationId="{AA8685D7-4730-0E5D-7F85-467BBC63B9CE}"/>
          </ac:spMkLst>
        </pc:spChg>
        <pc:picChg chg="add mod">
          <ac:chgData name="Fehmida Usmani" userId="1f7d48bb-60b3-4b90-bf30-0f63161838be" providerId="ADAL" clId="{9959033C-4EA5-4C12-8423-AF8A8F952192}" dt="2024-09-04T00:47:26.124" v="61"/>
          <ac:picMkLst>
            <pc:docMk/>
            <pc:sldMk cId="3151382028" sldId="316"/>
            <ac:picMk id="6" creationId="{C9419DE0-CFC6-2972-8E39-0723536F5C38}"/>
          </ac:picMkLst>
        </pc:picChg>
        <pc:picChg chg="add mod">
          <ac:chgData name="Fehmida Usmani" userId="1f7d48bb-60b3-4b90-bf30-0f63161838be" providerId="ADAL" clId="{9959033C-4EA5-4C12-8423-AF8A8F952192}" dt="2024-09-04T00:47:26.124" v="61"/>
          <ac:picMkLst>
            <pc:docMk/>
            <pc:sldMk cId="3151382028" sldId="316"/>
            <ac:picMk id="7" creationId="{77FE3C90-5C44-BCDF-77CB-6C09E4BBF5D9}"/>
          </ac:picMkLst>
        </pc:picChg>
      </pc:sldChg>
      <pc:sldChg chg="addSp delSp modSp new mod modAnim">
        <pc:chgData name="Fehmida Usmani" userId="1f7d48bb-60b3-4b90-bf30-0f63161838be" providerId="ADAL" clId="{9959033C-4EA5-4C12-8423-AF8A8F952192}" dt="2024-09-04T04:32:55.280" v="598"/>
        <pc:sldMkLst>
          <pc:docMk/>
          <pc:sldMk cId="3615458315" sldId="317"/>
        </pc:sldMkLst>
        <pc:spChg chg="mod">
          <ac:chgData name="Fehmida Usmani" userId="1f7d48bb-60b3-4b90-bf30-0f63161838be" providerId="ADAL" clId="{9959033C-4EA5-4C12-8423-AF8A8F952192}" dt="2024-09-04T00:35:21.586" v="10"/>
          <ac:spMkLst>
            <pc:docMk/>
            <pc:sldMk cId="3615458315" sldId="317"/>
            <ac:spMk id="2" creationId="{AAFBB437-78E2-0F4E-BB55-7C46106F32E0}"/>
          </ac:spMkLst>
        </pc:spChg>
        <pc:spChg chg="del">
          <ac:chgData name="Fehmida Usmani" userId="1f7d48bb-60b3-4b90-bf30-0f63161838be" providerId="ADAL" clId="{9959033C-4EA5-4C12-8423-AF8A8F952192}" dt="2024-09-04T00:35:38.170" v="11" actId="478"/>
          <ac:spMkLst>
            <pc:docMk/>
            <pc:sldMk cId="3615458315" sldId="317"/>
            <ac:spMk id="3" creationId="{46A6EEE0-25AD-AE61-2258-FAE11CAA2C54}"/>
          </ac:spMkLst>
        </pc:spChg>
        <pc:spChg chg="add mod">
          <ac:chgData name="Fehmida Usmani" userId="1f7d48bb-60b3-4b90-bf30-0f63161838be" providerId="ADAL" clId="{9959033C-4EA5-4C12-8423-AF8A8F952192}" dt="2024-09-04T04:32:45.883" v="596" actId="5793"/>
          <ac:spMkLst>
            <pc:docMk/>
            <pc:sldMk cId="3615458315" sldId="317"/>
            <ac:spMk id="4" creationId="{E188A067-D018-83E2-4C23-A41BC2546298}"/>
          </ac:spMkLst>
        </pc:spChg>
      </pc:sldChg>
      <pc:sldChg chg="modSp new mod modAnim">
        <pc:chgData name="Fehmida Usmani" userId="1f7d48bb-60b3-4b90-bf30-0f63161838be" providerId="ADAL" clId="{9959033C-4EA5-4C12-8423-AF8A8F952192}" dt="2024-09-04T00:51:23.891" v="130" actId="20577"/>
        <pc:sldMkLst>
          <pc:docMk/>
          <pc:sldMk cId="3967324884" sldId="318"/>
        </pc:sldMkLst>
        <pc:spChg chg="mod">
          <ac:chgData name="Fehmida Usmani" userId="1f7d48bb-60b3-4b90-bf30-0f63161838be" providerId="ADAL" clId="{9959033C-4EA5-4C12-8423-AF8A8F952192}" dt="2024-09-04T00:51:23.891" v="130" actId="20577"/>
          <ac:spMkLst>
            <pc:docMk/>
            <pc:sldMk cId="3967324884" sldId="318"/>
            <ac:spMk id="2" creationId="{0FFE3B22-6D91-B0F5-BC17-3855949B9ECC}"/>
          </ac:spMkLst>
        </pc:spChg>
        <pc:spChg chg="mod">
          <ac:chgData name="Fehmida Usmani" userId="1f7d48bb-60b3-4b90-bf30-0f63161838be" providerId="ADAL" clId="{9959033C-4EA5-4C12-8423-AF8A8F952192}" dt="2024-09-04T00:48:51.427" v="67"/>
          <ac:spMkLst>
            <pc:docMk/>
            <pc:sldMk cId="3967324884" sldId="318"/>
            <ac:spMk id="3" creationId="{AA1F0A58-CF7B-1468-C094-ECC25F31465A}"/>
          </ac:spMkLst>
        </pc:spChg>
      </pc:sldChg>
      <pc:sldChg chg="addSp delSp modSp new modAnim">
        <pc:chgData name="Fehmida Usmani" userId="1f7d48bb-60b3-4b90-bf30-0f63161838be" providerId="ADAL" clId="{9959033C-4EA5-4C12-8423-AF8A8F952192}" dt="2024-09-04T00:51:42.147" v="132"/>
        <pc:sldMkLst>
          <pc:docMk/>
          <pc:sldMk cId="2686785198" sldId="319"/>
        </pc:sldMkLst>
        <pc:spChg chg="mod">
          <ac:chgData name="Fehmida Usmani" userId="1f7d48bb-60b3-4b90-bf30-0f63161838be" providerId="ADAL" clId="{9959033C-4EA5-4C12-8423-AF8A8F952192}" dt="2024-09-04T00:50:45.208" v="89" actId="20577"/>
          <ac:spMkLst>
            <pc:docMk/>
            <pc:sldMk cId="2686785198" sldId="319"/>
            <ac:spMk id="2" creationId="{385318D1-6769-D7EB-504D-8422777F1693}"/>
          </ac:spMkLst>
        </pc:spChg>
        <pc:spChg chg="del">
          <ac:chgData name="Fehmida Usmani" userId="1f7d48bb-60b3-4b90-bf30-0f63161838be" providerId="ADAL" clId="{9959033C-4EA5-4C12-8423-AF8A8F952192}" dt="2024-09-04T00:50:38.363" v="70"/>
          <ac:spMkLst>
            <pc:docMk/>
            <pc:sldMk cId="2686785198" sldId="319"/>
            <ac:spMk id="3" creationId="{9FC23DAA-E6F9-72AA-FDE8-E2466CC5A3B2}"/>
          </ac:spMkLst>
        </pc:spChg>
        <pc:spChg chg="add mod">
          <ac:chgData name="Fehmida Usmani" userId="1f7d48bb-60b3-4b90-bf30-0f63161838be" providerId="ADAL" clId="{9959033C-4EA5-4C12-8423-AF8A8F952192}" dt="2024-09-04T00:50:38.363" v="70"/>
          <ac:spMkLst>
            <pc:docMk/>
            <pc:sldMk cId="2686785198" sldId="319"/>
            <ac:spMk id="4" creationId="{132C107E-A8DD-33B3-CDC7-9E7AE1AA3537}"/>
          </ac:spMkLst>
        </pc:spChg>
      </pc:sldChg>
      <pc:sldChg chg="addSp modSp new mod">
        <pc:chgData name="Fehmida Usmani" userId="1f7d48bb-60b3-4b90-bf30-0f63161838be" providerId="ADAL" clId="{9959033C-4EA5-4C12-8423-AF8A8F952192}" dt="2024-09-04T00:55:27.709" v="171" actId="1076"/>
        <pc:sldMkLst>
          <pc:docMk/>
          <pc:sldMk cId="4287572764" sldId="320"/>
        </pc:sldMkLst>
        <pc:spChg chg="mod">
          <ac:chgData name="Fehmida Usmani" userId="1f7d48bb-60b3-4b90-bf30-0f63161838be" providerId="ADAL" clId="{9959033C-4EA5-4C12-8423-AF8A8F952192}" dt="2024-09-04T00:53:12.586" v="152" actId="20577"/>
          <ac:spMkLst>
            <pc:docMk/>
            <pc:sldMk cId="4287572764" sldId="320"/>
            <ac:spMk id="2" creationId="{399203D7-5621-23E0-39F4-891DFFF3C952}"/>
          </ac:spMkLst>
        </pc:spChg>
        <pc:spChg chg="mod">
          <ac:chgData name="Fehmida Usmani" userId="1f7d48bb-60b3-4b90-bf30-0f63161838be" providerId="ADAL" clId="{9959033C-4EA5-4C12-8423-AF8A8F952192}" dt="2024-09-04T00:54:45.549" v="163" actId="1076"/>
          <ac:spMkLst>
            <pc:docMk/>
            <pc:sldMk cId="4287572764" sldId="320"/>
            <ac:spMk id="3" creationId="{50F75700-0E9B-C6D2-69B2-621D8CBE0F2D}"/>
          </ac:spMkLst>
        </pc:spChg>
        <pc:spChg chg="add mod">
          <ac:chgData name="Fehmida Usmani" userId="1f7d48bb-60b3-4b90-bf30-0f63161838be" providerId="ADAL" clId="{9959033C-4EA5-4C12-8423-AF8A8F952192}" dt="2024-09-04T00:54:48.984" v="164" actId="1076"/>
          <ac:spMkLst>
            <pc:docMk/>
            <pc:sldMk cId="4287572764" sldId="320"/>
            <ac:spMk id="4" creationId="{1F52D055-DFCF-4955-F4D8-19FA3A912DA5}"/>
          </ac:spMkLst>
        </pc:spChg>
        <pc:spChg chg="add mod">
          <ac:chgData name="Fehmida Usmani" userId="1f7d48bb-60b3-4b90-bf30-0f63161838be" providerId="ADAL" clId="{9959033C-4EA5-4C12-8423-AF8A8F952192}" dt="2024-09-04T00:54:52.517" v="165" actId="1076"/>
          <ac:spMkLst>
            <pc:docMk/>
            <pc:sldMk cId="4287572764" sldId="320"/>
            <ac:spMk id="5" creationId="{93D34969-A8D6-B3AD-91C5-1EEB04F24ACA}"/>
          </ac:spMkLst>
        </pc:spChg>
        <pc:spChg chg="add mod">
          <ac:chgData name="Fehmida Usmani" userId="1f7d48bb-60b3-4b90-bf30-0f63161838be" providerId="ADAL" clId="{9959033C-4EA5-4C12-8423-AF8A8F952192}" dt="2024-09-04T00:55:08.551" v="169" actId="1076"/>
          <ac:spMkLst>
            <pc:docMk/>
            <pc:sldMk cId="4287572764" sldId="320"/>
            <ac:spMk id="6" creationId="{F9D1F10E-29F8-21FD-2129-BC7749AABD4D}"/>
          </ac:spMkLst>
        </pc:spChg>
        <pc:spChg chg="add mod">
          <ac:chgData name="Fehmida Usmani" userId="1f7d48bb-60b3-4b90-bf30-0f63161838be" providerId="ADAL" clId="{9959033C-4EA5-4C12-8423-AF8A8F952192}" dt="2024-09-04T00:55:27.709" v="171" actId="1076"/>
          <ac:spMkLst>
            <pc:docMk/>
            <pc:sldMk cId="4287572764" sldId="320"/>
            <ac:spMk id="7" creationId="{8EE8052A-1C1A-D3EE-5946-2CE3514E3FB7}"/>
          </ac:spMkLst>
        </pc:spChg>
      </pc:sldChg>
      <pc:sldChg chg="modSp new mod">
        <pc:chgData name="Fehmida Usmani" userId="1f7d48bb-60b3-4b90-bf30-0f63161838be" providerId="ADAL" clId="{9959033C-4EA5-4C12-8423-AF8A8F952192}" dt="2024-09-04T01:15:42.366" v="239" actId="5793"/>
        <pc:sldMkLst>
          <pc:docMk/>
          <pc:sldMk cId="947393216" sldId="321"/>
        </pc:sldMkLst>
        <pc:spChg chg="mod">
          <ac:chgData name="Fehmida Usmani" userId="1f7d48bb-60b3-4b90-bf30-0f63161838be" providerId="ADAL" clId="{9959033C-4EA5-4C12-8423-AF8A8F952192}" dt="2024-09-04T01:01:23.700" v="198" actId="20577"/>
          <ac:spMkLst>
            <pc:docMk/>
            <pc:sldMk cId="947393216" sldId="321"/>
            <ac:spMk id="2" creationId="{546D2DE1-5AD1-BA8C-821F-DEA9F5C35D65}"/>
          </ac:spMkLst>
        </pc:spChg>
        <pc:spChg chg="mod">
          <ac:chgData name="Fehmida Usmani" userId="1f7d48bb-60b3-4b90-bf30-0f63161838be" providerId="ADAL" clId="{9959033C-4EA5-4C12-8423-AF8A8F952192}" dt="2024-09-04T01:15:42.366" v="239" actId="5793"/>
          <ac:spMkLst>
            <pc:docMk/>
            <pc:sldMk cId="947393216" sldId="321"/>
            <ac:spMk id="3" creationId="{626339A2-AB16-0027-DA9F-356018CBF90C}"/>
          </ac:spMkLst>
        </pc:spChg>
      </pc:sldChg>
      <pc:sldChg chg="addSp delSp modSp new mod">
        <pc:chgData name="Fehmida Usmani" userId="1f7d48bb-60b3-4b90-bf30-0f63161838be" providerId="ADAL" clId="{9959033C-4EA5-4C12-8423-AF8A8F952192}" dt="2024-09-04T01:15:35.851" v="237"/>
        <pc:sldMkLst>
          <pc:docMk/>
          <pc:sldMk cId="1176201222" sldId="322"/>
        </pc:sldMkLst>
        <pc:spChg chg="mod">
          <ac:chgData name="Fehmida Usmani" userId="1f7d48bb-60b3-4b90-bf30-0f63161838be" providerId="ADAL" clId="{9959033C-4EA5-4C12-8423-AF8A8F952192}" dt="2024-09-04T01:14:00.588" v="224"/>
          <ac:spMkLst>
            <pc:docMk/>
            <pc:sldMk cId="1176201222" sldId="322"/>
            <ac:spMk id="2" creationId="{51A343AB-A733-670C-A908-47F4B036934B}"/>
          </ac:spMkLst>
        </pc:spChg>
        <pc:spChg chg="mod">
          <ac:chgData name="Fehmida Usmani" userId="1f7d48bb-60b3-4b90-bf30-0f63161838be" providerId="ADAL" clId="{9959033C-4EA5-4C12-8423-AF8A8F952192}" dt="2024-09-04T01:15:35.851" v="237"/>
          <ac:spMkLst>
            <pc:docMk/>
            <pc:sldMk cId="1176201222" sldId="322"/>
            <ac:spMk id="3" creationId="{390A82F6-55D5-AB70-C469-8940D65F2381}"/>
          </ac:spMkLst>
        </pc:spChg>
        <pc:spChg chg="add">
          <ac:chgData name="Fehmida Usmani" userId="1f7d48bb-60b3-4b90-bf30-0f63161838be" providerId="ADAL" clId="{9959033C-4EA5-4C12-8423-AF8A8F952192}" dt="2024-09-04T01:14:31.624" v="226"/>
          <ac:spMkLst>
            <pc:docMk/>
            <pc:sldMk cId="1176201222" sldId="322"/>
            <ac:spMk id="4" creationId="{0C58ED88-F8A0-1B4B-89EF-73E18FF1E0DF}"/>
          </ac:spMkLst>
        </pc:spChg>
        <pc:spChg chg="add">
          <ac:chgData name="Fehmida Usmani" userId="1f7d48bb-60b3-4b90-bf30-0f63161838be" providerId="ADAL" clId="{9959033C-4EA5-4C12-8423-AF8A8F952192}" dt="2024-09-04T01:14:34.455" v="227"/>
          <ac:spMkLst>
            <pc:docMk/>
            <pc:sldMk cId="1176201222" sldId="322"/>
            <ac:spMk id="5" creationId="{7017DF9F-DAFF-99A5-D8B3-BBDE54C8EA50}"/>
          </ac:spMkLst>
        </pc:spChg>
        <pc:spChg chg="add del mod">
          <ac:chgData name="Fehmida Usmani" userId="1f7d48bb-60b3-4b90-bf30-0f63161838be" providerId="ADAL" clId="{9959033C-4EA5-4C12-8423-AF8A8F952192}" dt="2024-09-04T01:15:05.243" v="230" actId="478"/>
          <ac:spMkLst>
            <pc:docMk/>
            <pc:sldMk cId="1176201222" sldId="322"/>
            <ac:spMk id="6" creationId="{C07ED46D-F202-D6F3-F9F3-FC1D58C290F8}"/>
          </ac:spMkLst>
        </pc:spChg>
      </pc:sldChg>
      <pc:sldChg chg="addSp delSp modSp new mod">
        <pc:chgData name="Fehmida Usmani" userId="1f7d48bb-60b3-4b90-bf30-0f63161838be" providerId="ADAL" clId="{9959033C-4EA5-4C12-8423-AF8A8F952192}" dt="2024-09-04T01:18:45.017" v="259" actId="20577"/>
        <pc:sldMkLst>
          <pc:docMk/>
          <pc:sldMk cId="819743263" sldId="323"/>
        </pc:sldMkLst>
        <pc:spChg chg="mod">
          <ac:chgData name="Fehmida Usmani" userId="1f7d48bb-60b3-4b90-bf30-0f63161838be" providerId="ADAL" clId="{9959033C-4EA5-4C12-8423-AF8A8F952192}" dt="2024-09-04T01:16:04.749" v="241"/>
          <ac:spMkLst>
            <pc:docMk/>
            <pc:sldMk cId="819743263" sldId="323"/>
            <ac:spMk id="2" creationId="{D6490029-1634-7499-020D-AD096F7B9216}"/>
          </ac:spMkLst>
        </pc:spChg>
        <pc:spChg chg="del">
          <ac:chgData name="Fehmida Usmani" userId="1f7d48bb-60b3-4b90-bf30-0f63161838be" providerId="ADAL" clId="{9959033C-4EA5-4C12-8423-AF8A8F952192}" dt="2024-09-04T01:17:03.970" v="242"/>
          <ac:spMkLst>
            <pc:docMk/>
            <pc:sldMk cId="819743263" sldId="323"/>
            <ac:spMk id="3" creationId="{889CB678-5315-046F-8656-67800C0FC8BC}"/>
          </ac:spMkLst>
        </pc:spChg>
        <pc:spChg chg="add del mod">
          <ac:chgData name="Fehmida Usmani" userId="1f7d48bb-60b3-4b90-bf30-0f63161838be" providerId="ADAL" clId="{9959033C-4EA5-4C12-8423-AF8A8F952192}" dt="2024-09-04T01:17:06.963" v="243" actId="478"/>
          <ac:spMkLst>
            <pc:docMk/>
            <pc:sldMk cId="819743263" sldId="323"/>
            <ac:spMk id="4" creationId="{44465F88-FE57-28B7-80C7-0670EE7C4FD0}"/>
          </ac:spMkLst>
        </pc:spChg>
        <pc:spChg chg="add del mod">
          <ac:chgData name="Fehmida Usmani" userId="1f7d48bb-60b3-4b90-bf30-0f63161838be" providerId="ADAL" clId="{9959033C-4EA5-4C12-8423-AF8A8F952192}" dt="2024-09-04T01:17:08.677" v="244" actId="478"/>
          <ac:spMkLst>
            <pc:docMk/>
            <pc:sldMk cId="819743263" sldId="323"/>
            <ac:spMk id="6" creationId="{7852ADA7-8334-3743-4559-DFF810B281BF}"/>
          </ac:spMkLst>
        </pc:spChg>
        <pc:spChg chg="add del mod">
          <ac:chgData name="Fehmida Usmani" userId="1f7d48bb-60b3-4b90-bf30-0f63161838be" providerId="ADAL" clId="{9959033C-4EA5-4C12-8423-AF8A8F952192}" dt="2024-09-04T01:17:42.992" v="250" actId="478"/>
          <ac:spMkLst>
            <pc:docMk/>
            <pc:sldMk cId="819743263" sldId="323"/>
            <ac:spMk id="7" creationId="{7F6DB8FF-C490-8AA7-AF99-C45DD3DEFACA}"/>
          </ac:spMkLst>
        </pc:spChg>
        <pc:spChg chg="add mod">
          <ac:chgData name="Fehmida Usmani" userId="1f7d48bb-60b3-4b90-bf30-0f63161838be" providerId="ADAL" clId="{9959033C-4EA5-4C12-8423-AF8A8F952192}" dt="2024-09-04T01:18:45.017" v="259" actId="20577"/>
          <ac:spMkLst>
            <pc:docMk/>
            <pc:sldMk cId="819743263" sldId="323"/>
            <ac:spMk id="8" creationId="{19FC3BEE-F54C-8588-2511-7C7C4FC20FD1}"/>
          </ac:spMkLst>
        </pc:spChg>
      </pc:sldChg>
      <pc:sldChg chg="addSp delSp modSp new mod">
        <pc:chgData name="Fehmida Usmani" userId="1f7d48bb-60b3-4b90-bf30-0f63161838be" providerId="ADAL" clId="{9959033C-4EA5-4C12-8423-AF8A8F952192}" dt="2024-09-04T04:41:28.326" v="603" actId="5793"/>
        <pc:sldMkLst>
          <pc:docMk/>
          <pc:sldMk cId="2337562066" sldId="324"/>
        </pc:sldMkLst>
        <pc:spChg chg="mod">
          <ac:chgData name="Fehmida Usmani" userId="1f7d48bb-60b3-4b90-bf30-0f63161838be" providerId="ADAL" clId="{9959033C-4EA5-4C12-8423-AF8A8F952192}" dt="2024-09-04T01:21:07.614" v="269"/>
          <ac:spMkLst>
            <pc:docMk/>
            <pc:sldMk cId="2337562066" sldId="324"/>
            <ac:spMk id="2" creationId="{AD4050B3-0795-5FBE-9369-2737EE853000}"/>
          </ac:spMkLst>
        </pc:spChg>
        <pc:spChg chg="mod">
          <ac:chgData name="Fehmida Usmani" userId="1f7d48bb-60b3-4b90-bf30-0f63161838be" providerId="ADAL" clId="{9959033C-4EA5-4C12-8423-AF8A8F952192}" dt="2024-09-04T04:41:28.326" v="603" actId="5793"/>
          <ac:spMkLst>
            <pc:docMk/>
            <pc:sldMk cId="2337562066" sldId="324"/>
            <ac:spMk id="3" creationId="{BA9D13B1-7430-73E7-6D78-B7D7167DAFDB}"/>
          </ac:spMkLst>
        </pc:spChg>
        <pc:picChg chg="add del mod">
          <ac:chgData name="Fehmida Usmani" userId="1f7d48bb-60b3-4b90-bf30-0f63161838be" providerId="ADAL" clId="{9959033C-4EA5-4C12-8423-AF8A8F952192}" dt="2024-09-04T01:20:49.606" v="264" actId="21"/>
          <ac:picMkLst>
            <pc:docMk/>
            <pc:sldMk cId="2337562066" sldId="324"/>
            <ac:picMk id="4" creationId="{6D296B85-4A15-002E-9535-A9C2AAF4C2EC}"/>
          </ac:picMkLst>
        </pc:picChg>
      </pc:sldChg>
      <pc:sldChg chg="addSp delSp modSp new mod">
        <pc:chgData name="Fehmida Usmani" userId="1f7d48bb-60b3-4b90-bf30-0f63161838be" providerId="ADAL" clId="{9959033C-4EA5-4C12-8423-AF8A8F952192}" dt="2024-09-04T01:26:31.603" v="278" actId="1076"/>
        <pc:sldMkLst>
          <pc:docMk/>
          <pc:sldMk cId="3800539777" sldId="325"/>
        </pc:sldMkLst>
        <pc:spChg chg="mod">
          <ac:chgData name="Fehmida Usmani" userId="1f7d48bb-60b3-4b90-bf30-0f63161838be" providerId="ADAL" clId="{9959033C-4EA5-4C12-8423-AF8A8F952192}" dt="2024-09-04T01:21:11.443" v="270"/>
          <ac:spMkLst>
            <pc:docMk/>
            <pc:sldMk cId="3800539777" sldId="325"/>
            <ac:spMk id="2" creationId="{CABCF97B-E20F-7206-A345-D08560C0490F}"/>
          </ac:spMkLst>
        </pc:spChg>
        <pc:spChg chg="del">
          <ac:chgData name="Fehmida Usmani" userId="1f7d48bb-60b3-4b90-bf30-0f63161838be" providerId="ADAL" clId="{9959033C-4EA5-4C12-8423-AF8A8F952192}" dt="2024-09-04T01:20:54.251" v="266"/>
          <ac:spMkLst>
            <pc:docMk/>
            <pc:sldMk cId="3800539777" sldId="325"/>
            <ac:spMk id="3" creationId="{A484E6E8-5111-2CE3-3B6B-2307836E5C93}"/>
          </ac:spMkLst>
        </pc:spChg>
        <pc:picChg chg="add mod">
          <ac:chgData name="Fehmida Usmani" userId="1f7d48bb-60b3-4b90-bf30-0f63161838be" providerId="ADAL" clId="{9959033C-4EA5-4C12-8423-AF8A8F952192}" dt="2024-09-04T01:26:31.603" v="278" actId="1076"/>
          <ac:picMkLst>
            <pc:docMk/>
            <pc:sldMk cId="3800539777" sldId="325"/>
            <ac:picMk id="4" creationId="{6D296B85-4A15-002E-9535-A9C2AAF4C2EC}"/>
          </ac:picMkLst>
        </pc:picChg>
      </pc:sldChg>
      <pc:sldChg chg="addSp delSp modSp new mod">
        <pc:chgData name="Fehmida Usmani" userId="1f7d48bb-60b3-4b90-bf30-0f63161838be" providerId="ADAL" clId="{9959033C-4EA5-4C12-8423-AF8A8F952192}" dt="2024-09-04T01:52:04.434" v="371" actId="20577"/>
        <pc:sldMkLst>
          <pc:docMk/>
          <pc:sldMk cId="1207489322" sldId="326"/>
        </pc:sldMkLst>
        <pc:spChg chg="mod">
          <ac:chgData name="Fehmida Usmani" userId="1f7d48bb-60b3-4b90-bf30-0f63161838be" providerId="ADAL" clId="{9959033C-4EA5-4C12-8423-AF8A8F952192}" dt="2024-09-04T01:52:04.434" v="371" actId="20577"/>
          <ac:spMkLst>
            <pc:docMk/>
            <pc:sldMk cId="1207489322" sldId="326"/>
            <ac:spMk id="2" creationId="{29FFB00A-F7D1-050C-3DC7-671DE1981E61}"/>
          </ac:spMkLst>
        </pc:spChg>
        <pc:spChg chg="del">
          <ac:chgData name="Fehmida Usmani" userId="1f7d48bb-60b3-4b90-bf30-0f63161838be" providerId="ADAL" clId="{9959033C-4EA5-4C12-8423-AF8A8F952192}" dt="2024-09-04T01:51:45.056" v="344" actId="478"/>
          <ac:spMkLst>
            <pc:docMk/>
            <pc:sldMk cId="1207489322" sldId="326"/>
            <ac:spMk id="3" creationId="{DE95BA90-AC90-968A-DD3E-9FB80A417312}"/>
          </ac:spMkLst>
        </pc:spChg>
        <pc:spChg chg="add mod">
          <ac:chgData name="Fehmida Usmani" userId="1f7d48bb-60b3-4b90-bf30-0f63161838be" providerId="ADAL" clId="{9959033C-4EA5-4C12-8423-AF8A8F952192}" dt="2024-09-04T01:51:53.483" v="348" actId="20577"/>
          <ac:spMkLst>
            <pc:docMk/>
            <pc:sldMk cId="1207489322" sldId="326"/>
            <ac:spMk id="4" creationId="{17A28ED7-0EEB-74AC-E2CE-FAE2D7A0180E}"/>
          </ac:spMkLst>
        </pc:spChg>
      </pc:sldChg>
      <pc:sldChg chg="addSp delSp modSp new del mod">
        <pc:chgData name="Fehmida Usmani" userId="1f7d48bb-60b3-4b90-bf30-0f63161838be" providerId="ADAL" clId="{9959033C-4EA5-4C12-8423-AF8A8F952192}" dt="2024-09-04T01:32:03.660" v="315" actId="47"/>
        <pc:sldMkLst>
          <pc:docMk/>
          <pc:sldMk cId="1417627594" sldId="326"/>
        </pc:sldMkLst>
        <pc:spChg chg="mod">
          <ac:chgData name="Fehmida Usmani" userId="1f7d48bb-60b3-4b90-bf30-0f63161838be" providerId="ADAL" clId="{9959033C-4EA5-4C12-8423-AF8A8F952192}" dt="2024-09-04T01:29:57.598" v="297" actId="20577"/>
          <ac:spMkLst>
            <pc:docMk/>
            <pc:sldMk cId="1417627594" sldId="326"/>
            <ac:spMk id="2" creationId="{9CDA4741-5F8F-1CE9-79EF-1C20A485B670}"/>
          </ac:spMkLst>
        </pc:spChg>
        <pc:spChg chg="del">
          <ac:chgData name="Fehmida Usmani" userId="1f7d48bb-60b3-4b90-bf30-0f63161838be" providerId="ADAL" clId="{9959033C-4EA5-4C12-8423-AF8A8F952192}" dt="2024-09-04T01:30:58.032" v="299" actId="478"/>
          <ac:spMkLst>
            <pc:docMk/>
            <pc:sldMk cId="1417627594" sldId="326"/>
            <ac:spMk id="3" creationId="{BCFE03F3-D618-0BF5-BDDA-DE185326B3DC}"/>
          </ac:spMkLst>
        </pc:spChg>
        <pc:spChg chg="mod">
          <ac:chgData name="Fehmida Usmani" userId="1f7d48bb-60b3-4b90-bf30-0f63161838be" providerId="ADAL" clId="{9959033C-4EA5-4C12-8423-AF8A8F952192}" dt="2024-09-04T01:30:55.074" v="298"/>
          <ac:spMkLst>
            <pc:docMk/>
            <pc:sldMk cId="1417627594" sldId="326"/>
            <ac:spMk id="5" creationId="{048D0701-8307-1844-0AF5-3513AE1A9DF1}"/>
          </ac:spMkLst>
        </pc:spChg>
        <pc:spChg chg="mod">
          <ac:chgData name="Fehmida Usmani" userId="1f7d48bb-60b3-4b90-bf30-0f63161838be" providerId="ADAL" clId="{9959033C-4EA5-4C12-8423-AF8A8F952192}" dt="2024-09-04T01:30:55.074" v="298"/>
          <ac:spMkLst>
            <pc:docMk/>
            <pc:sldMk cId="1417627594" sldId="326"/>
            <ac:spMk id="6" creationId="{F511F0EF-3B49-81C8-ED7F-6458F191F942}"/>
          </ac:spMkLst>
        </pc:spChg>
        <pc:spChg chg="mod">
          <ac:chgData name="Fehmida Usmani" userId="1f7d48bb-60b3-4b90-bf30-0f63161838be" providerId="ADAL" clId="{9959033C-4EA5-4C12-8423-AF8A8F952192}" dt="2024-09-04T01:30:55.074" v="298"/>
          <ac:spMkLst>
            <pc:docMk/>
            <pc:sldMk cId="1417627594" sldId="326"/>
            <ac:spMk id="7" creationId="{59A25427-F8A4-84B7-E1CC-BD536D8E7020}"/>
          </ac:spMkLst>
        </pc:spChg>
        <pc:spChg chg="mod">
          <ac:chgData name="Fehmida Usmani" userId="1f7d48bb-60b3-4b90-bf30-0f63161838be" providerId="ADAL" clId="{9959033C-4EA5-4C12-8423-AF8A8F952192}" dt="2024-09-04T01:30:55.074" v="298"/>
          <ac:spMkLst>
            <pc:docMk/>
            <pc:sldMk cId="1417627594" sldId="326"/>
            <ac:spMk id="8" creationId="{BAF6B0EB-83A4-C639-719E-5F1769537D43}"/>
          </ac:spMkLst>
        </pc:spChg>
        <pc:spChg chg="mod">
          <ac:chgData name="Fehmida Usmani" userId="1f7d48bb-60b3-4b90-bf30-0f63161838be" providerId="ADAL" clId="{9959033C-4EA5-4C12-8423-AF8A8F952192}" dt="2024-09-04T01:30:55.074" v="298"/>
          <ac:spMkLst>
            <pc:docMk/>
            <pc:sldMk cId="1417627594" sldId="326"/>
            <ac:spMk id="9" creationId="{B7B9D4AF-C861-B954-C6AD-B508AC7E194C}"/>
          </ac:spMkLst>
        </pc:spChg>
        <pc:spChg chg="mod">
          <ac:chgData name="Fehmida Usmani" userId="1f7d48bb-60b3-4b90-bf30-0f63161838be" providerId="ADAL" clId="{9959033C-4EA5-4C12-8423-AF8A8F952192}" dt="2024-09-04T01:30:55.074" v="298"/>
          <ac:spMkLst>
            <pc:docMk/>
            <pc:sldMk cId="1417627594" sldId="326"/>
            <ac:spMk id="10" creationId="{0BF59145-2522-48BD-444C-1788760A09B4}"/>
          </ac:spMkLst>
        </pc:spChg>
        <pc:spChg chg="mod">
          <ac:chgData name="Fehmida Usmani" userId="1f7d48bb-60b3-4b90-bf30-0f63161838be" providerId="ADAL" clId="{9959033C-4EA5-4C12-8423-AF8A8F952192}" dt="2024-09-04T01:30:55.074" v="298"/>
          <ac:spMkLst>
            <pc:docMk/>
            <pc:sldMk cId="1417627594" sldId="326"/>
            <ac:spMk id="11" creationId="{7CDCD9D0-8FDA-C8C5-8A38-1CE047D76840}"/>
          </ac:spMkLst>
        </pc:spChg>
        <pc:spChg chg="mod">
          <ac:chgData name="Fehmida Usmani" userId="1f7d48bb-60b3-4b90-bf30-0f63161838be" providerId="ADAL" clId="{9959033C-4EA5-4C12-8423-AF8A8F952192}" dt="2024-09-04T01:30:55.074" v="298"/>
          <ac:spMkLst>
            <pc:docMk/>
            <pc:sldMk cId="1417627594" sldId="326"/>
            <ac:spMk id="12" creationId="{1EB55009-732A-A582-B717-5714BA5B7B5D}"/>
          </ac:spMkLst>
        </pc:spChg>
        <pc:spChg chg="mod">
          <ac:chgData name="Fehmida Usmani" userId="1f7d48bb-60b3-4b90-bf30-0f63161838be" providerId="ADAL" clId="{9959033C-4EA5-4C12-8423-AF8A8F952192}" dt="2024-09-04T01:30:55.074" v="298"/>
          <ac:spMkLst>
            <pc:docMk/>
            <pc:sldMk cId="1417627594" sldId="326"/>
            <ac:spMk id="13" creationId="{96E42778-4EB7-98C4-95E1-098FC271A3D1}"/>
          </ac:spMkLst>
        </pc:spChg>
        <pc:spChg chg="mod">
          <ac:chgData name="Fehmida Usmani" userId="1f7d48bb-60b3-4b90-bf30-0f63161838be" providerId="ADAL" clId="{9959033C-4EA5-4C12-8423-AF8A8F952192}" dt="2024-09-04T01:30:59.048" v="300"/>
          <ac:spMkLst>
            <pc:docMk/>
            <pc:sldMk cId="1417627594" sldId="326"/>
            <ac:spMk id="16" creationId="{DD61C8BF-5343-50E5-38D9-FC002A32AA51}"/>
          </ac:spMkLst>
        </pc:spChg>
        <pc:spChg chg="mod">
          <ac:chgData name="Fehmida Usmani" userId="1f7d48bb-60b3-4b90-bf30-0f63161838be" providerId="ADAL" clId="{9959033C-4EA5-4C12-8423-AF8A8F952192}" dt="2024-09-04T01:30:59.048" v="300"/>
          <ac:spMkLst>
            <pc:docMk/>
            <pc:sldMk cId="1417627594" sldId="326"/>
            <ac:spMk id="17" creationId="{4B0B5298-0E10-C3DE-E422-C8383ED27261}"/>
          </ac:spMkLst>
        </pc:spChg>
        <pc:spChg chg="mod">
          <ac:chgData name="Fehmida Usmani" userId="1f7d48bb-60b3-4b90-bf30-0f63161838be" providerId="ADAL" clId="{9959033C-4EA5-4C12-8423-AF8A8F952192}" dt="2024-09-04T01:30:59.048" v="300"/>
          <ac:spMkLst>
            <pc:docMk/>
            <pc:sldMk cId="1417627594" sldId="326"/>
            <ac:spMk id="18" creationId="{2C423D22-12C1-3C30-27D0-82136A2AF152}"/>
          </ac:spMkLst>
        </pc:spChg>
        <pc:spChg chg="mod">
          <ac:chgData name="Fehmida Usmani" userId="1f7d48bb-60b3-4b90-bf30-0f63161838be" providerId="ADAL" clId="{9959033C-4EA5-4C12-8423-AF8A8F952192}" dt="2024-09-04T01:30:59.048" v="300"/>
          <ac:spMkLst>
            <pc:docMk/>
            <pc:sldMk cId="1417627594" sldId="326"/>
            <ac:spMk id="19" creationId="{E434BB69-15F3-2E23-BCC5-FE3B9E783A01}"/>
          </ac:spMkLst>
        </pc:spChg>
        <pc:spChg chg="mod">
          <ac:chgData name="Fehmida Usmani" userId="1f7d48bb-60b3-4b90-bf30-0f63161838be" providerId="ADAL" clId="{9959033C-4EA5-4C12-8423-AF8A8F952192}" dt="2024-09-04T01:30:59.048" v="300"/>
          <ac:spMkLst>
            <pc:docMk/>
            <pc:sldMk cId="1417627594" sldId="326"/>
            <ac:spMk id="20" creationId="{49C3D277-EC43-ED5A-E8CC-000465C6DBB3}"/>
          </ac:spMkLst>
        </pc:spChg>
        <pc:spChg chg="mod">
          <ac:chgData name="Fehmida Usmani" userId="1f7d48bb-60b3-4b90-bf30-0f63161838be" providerId="ADAL" clId="{9959033C-4EA5-4C12-8423-AF8A8F952192}" dt="2024-09-04T01:30:59.048" v="300"/>
          <ac:spMkLst>
            <pc:docMk/>
            <pc:sldMk cId="1417627594" sldId="326"/>
            <ac:spMk id="21" creationId="{F85BA383-AF99-EA07-1BB5-FBE6409AD471}"/>
          </ac:spMkLst>
        </pc:spChg>
        <pc:spChg chg="mod">
          <ac:chgData name="Fehmida Usmani" userId="1f7d48bb-60b3-4b90-bf30-0f63161838be" providerId="ADAL" clId="{9959033C-4EA5-4C12-8423-AF8A8F952192}" dt="2024-09-04T01:30:59.048" v="300"/>
          <ac:spMkLst>
            <pc:docMk/>
            <pc:sldMk cId="1417627594" sldId="326"/>
            <ac:spMk id="22" creationId="{4D69A9A4-377E-4BB9-9B3A-B2B398558EB2}"/>
          </ac:spMkLst>
        </pc:spChg>
        <pc:spChg chg="mod">
          <ac:chgData name="Fehmida Usmani" userId="1f7d48bb-60b3-4b90-bf30-0f63161838be" providerId="ADAL" clId="{9959033C-4EA5-4C12-8423-AF8A8F952192}" dt="2024-09-04T01:30:59.048" v="300"/>
          <ac:spMkLst>
            <pc:docMk/>
            <pc:sldMk cId="1417627594" sldId="326"/>
            <ac:spMk id="23" creationId="{8ED9CA6E-FF1B-661C-B705-FE96F66B370F}"/>
          </ac:spMkLst>
        </pc:spChg>
        <pc:spChg chg="mod">
          <ac:chgData name="Fehmida Usmani" userId="1f7d48bb-60b3-4b90-bf30-0f63161838be" providerId="ADAL" clId="{9959033C-4EA5-4C12-8423-AF8A8F952192}" dt="2024-09-04T01:30:59.048" v="300"/>
          <ac:spMkLst>
            <pc:docMk/>
            <pc:sldMk cId="1417627594" sldId="326"/>
            <ac:spMk id="24" creationId="{E6D4A4A8-1E7E-6359-4ABB-4BDE4F15367B}"/>
          </ac:spMkLst>
        </pc:spChg>
        <pc:spChg chg="add mod">
          <ac:chgData name="Fehmida Usmani" userId="1f7d48bb-60b3-4b90-bf30-0f63161838be" providerId="ADAL" clId="{9959033C-4EA5-4C12-8423-AF8A8F952192}" dt="2024-09-04T01:31:48.929" v="313" actId="14100"/>
          <ac:spMkLst>
            <pc:docMk/>
            <pc:sldMk cId="1417627594" sldId="326"/>
            <ac:spMk id="26" creationId="{D0B35FA0-17C5-945E-E89C-EC2D78D522F6}"/>
          </ac:spMkLst>
        </pc:spChg>
        <pc:spChg chg="mod">
          <ac:chgData name="Fehmida Usmani" userId="1f7d48bb-60b3-4b90-bf30-0f63161838be" providerId="ADAL" clId="{9959033C-4EA5-4C12-8423-AF8A8F952192}" dt="2024-09-04T01:31:36.577" v="308"/>
          <ac:spMkLst>
            <pc:docMk/>
            <pc:sldMk cId="1417627594" sldId="326"/>
            <ac:spMk id="28" creationId="{5B4D9AC9-757E-0593-1098-0357180952F0}"/>
          </ac:spMkLst>
        </pc:spChg>
        <pc:spChg chg="mod">
          <ac:chgData name="Fehmida Usmani" userId="1f7d48bb-60b3-4b90-bf30-0f63161838be" providerId="ADAL" clId="{9959033C-4EA5-4C12-8423-AF8A8F952192}" dt="2024-09-04T01:31:36.577" v="308"/>
          <ac:spMkLst>
            <pc:docMk/>
            <pc:sldMk cId="1417627594" sldId="326"/>
            <ac:spMk id="29" creationId="{21CFA992-B5D2-E3F3-F043-E108662AD67D}"/>
          </ac:spMkLst>
        </pc:spChg>
        <pc:spChg chg="mod">
          <ac:chgData name="Fehmida Usmani" userId="1f7d48bb-60b3-4b90-bf30-0f63161838be" providerId="ADAL" clId="{9959033C-4EA5-4C12-8423-AF8A8F952192}" dt="2024-09-04T01:31:36.577" v="308"/>
          <ac:spMkLst>
            <pc:docMk/>
            <pc:sldMk cId="1417627594" sldId="326"/>
            <ac:spMk id="30" creationId="{1C8B4E4D-31FE-BDE9-E40C-FE47B8754279}"/>
          </ac:spMkLst>
        </pc:spChg>
        <pc:spChg chg="mod">
          <ac:chgData name="Fehmida Usmani" userId="1f7d48bb-60b3-4b90-bf30-0f63161838be" providerId="ADAL" clId="{9959033C-4EA5-4C12-8423-AF8A8F952192}" dt="2024-09-04T01:31:36.577" v="308"/>
          <ac:spMkLst>
            <pc:docMk/>
            <pc:sldMk cId="1417627594" sldId="326"/>
            <ac:spMk id="31" creationId="{C53C84B9-6586-117C-6F8A-6C7000C2CE27}"/>
          </ac:spMkLst>
        </pc:spChg>
        <pc:spChg chg="mod">
          <ac:chgData name="Fehmida Usmani" userId="1f7d48bb-60b3-4b90-bf30-0f63161838be" providerId="ADAL" clId="{9959033C-4EA5-4C12-8423-AF8A8F952192}" dt="2024-09-04T01:31:36.577" v="308"/>
          <ac:spMkLst>
            <pc:docMk/>
            <pc:sldMk cId="1417627594" sldId="326"/>
            <ac:spMk id="32" creationId="{A621D14E-C738-2F40-BBD4-3A1AAE750640}"/>
          </ac:spMkLst>
        </pc:spChg>
        <pc:spChg chg="mod">
          <ac:chgData name="Fehmida Usmani" userId="1f7d48bb-60b3-4b90-bf30-0f63161838be" providerId="ADAL" clId="{9959033C-4EA5-4C12-8423-AF8A8F952192}" dt="2024-09-04T01:31:36.577" v="308"/>
          <ac:spMkLst>
            <pc:docMk/>
            <pc:sldMk cId="1417627594" sldId="326"/>
            <ac:spMk id="33" creationId="{D0A1B946-4EEA-6ABD-5631-1CB4E4B46BF0}"/>
          </ac:spMkLst>
        </pc:spChg>
        <pc:spChg chg="mod">
          <ac:chgData name="Fehmida Usmani" userId="1f7d48bb-60b3-4b90-bf30-0f63161838be" providerId="ADAL" clId="{9959033C-4EA5-4C12-8423-AF8A8F952192}" dt="2024-09-04T01:31:36.577" v="308"/>
          <ac:spMkLst>
            <pc:docMk/>
            <pc:sldMk cId="1417627594" sldId="326"/>
            <ac:spMk id="34" creationId="{2297E938-35BF-EFB5-C8BD-09C2833008B7}"/>
          </ac:spMkLst>
        </pc:spChg>
        <pc:spChg chg="mod">
          <ac:chgData name="Fehmida Usmani" userId="1f7d48bb-60b3-4b90-bf30-0f63161838be" providerId="ADAL" clId="{9959033C-4EA5-4C12-8423-AF8A8F952192}" dt="2024-09-04T01:31:36.577" v="308"/>
          <ac:spMkLst>
            <pc:docMk/>
            <pc:sldMk cId="1417627594" sldId="326"/>
            <ac:spMk id="35" creationId="{8032FE5F-D38C-FD2E-D9D9-850C4CD86316}"/>
          </ac:spMkLst>
        </pc:spChg>
        <pc:spChg chg="mod">
          <ac:chgData name="Fehmida Usmani" userId="1f7d48bb-60b3-4b90-bf30-0f63161838be" providerId="ADAL" clId="{9959033C-4EA5-4C12-8423-AF8A8F952192}" dt="2024-09-04T01:31:36.577" v="308"/>
          <ac:spMkLst>
            <pc:docMk/>
            <pc:sldMk cId="1417627594" sldId="326"/>
            <ac:spMk id="36" creationId="{E8C22696-7451-4F74-0A8F-BF2B1AC80B39}"/>
          </ac:spMkLst>
        </pc:spChg>
        <pc:spChg chg="add mod">
          <ac:chgData name="Fehmida Usmani" userId="1f7d48bb-60b3-4b90-bf30-0f63161838be" providerId="ADAL" clId="{9959033C-4EA5-4C12-8423-AF8A8F952192}" dt="2024-09-04T01:31:46.848" v="312" actId="14100"/>
          <ac:spMkLst>
            <pc:docMk/>
            <pc:sldMk cId="1417627594" sldId="326"/>
            <ac:spMk id="37" creationId="{D0E88D3A-47DF-7913-0C9D-5D9851F617C6}"/>
          </ac:spMkLst>
        </pc:spChg>
        <pc:spChg chg="add mod">
          <ac:chgData name="Fehmida Usmani" userId="1f7d48bb-60b3-4b90-bf30-0f63161838be" providerId="ADAL" clId="{9959033C-4EA5-4C12-8423-AF8A8F952192}" dt="2024-09-04T01:31:46.848" v="312" actId="14100"/>
          <ac:spMkLst>
            <pc:docMk/>
            <pc:sldMk cId="1417627594" sldId="326"/>
            <ac:spMk id="38" creationId="{11A0C03D-9657-167D-E93D-D4A2F9BC0B22}"/>
          </ac:spMkLst>
        </pc:spChg>
        <pc:spChg chg="add mod">
          <ac:chgData name="Fehmida Usmani" userId="1f7d48bb-60b3-4b90-bf30-0f63161838be" providerId="ADAL" clId="{9959033C-4EA5-4C12-8423-AF8A8F952192}" dt="2024-09-04T01:31:56.773" v="314" actId="1076"/>
          <ac:spMkLst>
            <pc:docMk/>
            <pc:sldMk cId="1417627594" sldId="326"/>
            <ac:spMk id="39" creationId="{E53D79B1-3558-B78F-9BBC-EB27B37AFC8A}"/>
          </ac:spMkLst>
        </pc:spChg>
        <pc:grpChg chg="add mod">
          <ac:chgData name="Fehmida Usmani" userId="1f7d48bb-60b3-4b90-bf30-0f63161838be" providerId="ADAL" clId="{9959033C-4EA5-4C12-8423-AF8A8F952192}" dt="2024-09-04T01:30:55.074" v="298"/>
          <ac:grpSpMkLst>
            <pc:docMk/>
            <pc:sldMk cId="1417627594" sldId="326"/>
            <ac:grpSpMk id="4" creationId="{5D8D6635-5DE2-0BE4-0FF2-85ADC4F51711}"/>
          </ac:grpSpMkLst>
        </pc:grpChg>
        <pc:grpChg chg="add del mod">
          <ac:chgData name="Fehmida Usmani" userId="1f7d48bb-60b3-4b90-bf30-0f63161838be" providerId="ADAL" clId="{9959033C-4EA5-4C12-8423-AF8A8F952192}" dt="2024-09-04T01:31:10.135" v="305" actId="478"/>
          <ac:grpSpMkLst>
            <pc:docMk/>
            <pc:sldMk cId="1417627594" sldId="326"/>
            <ac:grpSpMk id="15" creationId="{4958ED7B-B6D6-6671-46F9-0ABAFC78E7DF}"/>
          </ac:grpSpMkLst>
        </pc:grpChg>
        <pc:grpChg chg="add mod">
          <ac:chgData name="Fehmida Usmani" userId="1f7d48bb-60b3-4b90-bf30-0f63161838be" providerId="ADAL" clId="{9959033C-4EA5-4C12-8423-AF8A8F952192}" dt="2024-09-04T01:31:48.929" v="313" actId="14100"/>
          <ac:grpSpMkLst>
            <pc:docMk/>
            <pc:sldMk cId="1417627594" sldId="326"/>
            <ac:grpSpMk id="27" creationId="{FB6B2FFD-46E7-737E-BEC2-0E84C348CE99}"/>
          </ac:grpSpMkLst>
        </pc:grpChg>
        <pc:picChg chg="add mod">
          <ac:chgData name="Fehmida Usmani" userId="1f7d48bb-60b3-4b90-bf30-0f63161838be" providerId="ADAL" clId="{9959033C-4EA5-4C12-8423-AF8A8F952192}" dt="2024-09-04T01:30:55.074" v="298"/>
          <ac:picMkLst>
            <pc:docMk/>
            <pc:sldMk cId="1417627594" sldId="326"/>
            <ac:picMk id="14" creationId="{78FB5D7B-5795-BB90-4C26-34855CBCBFDD}"/>
          </ac:picMkLst>
        </pc:picChg>
        <pc:picChg chg="add mod">
          <ac:chgData name="Fehmida Usmani" userId="1f7d48bb-60b3-4b90-bf30-0f63161838be" providerId="ADAL" clId="{9959033C-4EA5-4C12-8423-AF8A8F952192}" dt="2024-09-04T01:31:14.473" v="307" actId="1076"/>
          <ac:picMkLst>
            <pc:docMk/>
            <pc:sldMk cId="1417627594" sldId="326"/>
            <ac:picMk id="25" creationId="{943C4827-26B9-AFEC-86A8-CFFD04947397}"/>
          </ac:picMkLst>
        </pc:picChg>
      </pc:sldChg>
      <pc:sldChg chg="addSp modSp add mod">
        <pc:chgData name="Fehmida Usmani" userId="1f7d48bb-60b3-4b90-bf30-0f63161838be" providerId="ADAL" clId="{9959033C-4EA5-4C12-8423-AF8A8F952192}" dt="2024-09-04T01:48:18.185" v="343" actId="12385"/>
        <pc:sldMkLst>
          <pc:docMk/>
          <pc:sldMk cId="2542872234" sldId="327"/>
        </pc:sldMkLst>
        <pc:spChg chg="add mod">
          <ac:chgData name="Fehmida Usmani" userId="1f7d48bb-60b3-4b90-bf30-0f63161838be" providerId="ADAL" clId="{9959033C-4EA5-4C12-8423-AF8A8F952192}" dt="2024-09-04T01:34:01.357" v="338"/>
          <ac:spMkLst>
            <pc:docMk/>
            <pc:sldMk cId="2542872234" sldId="327"/>
            <ac:spMk id="3" creationId="{56E27E2D-ABCA-A9C1-69F5-15875AE44CBB}"/>
          </ac:spMkLst>
        </pc:spChg>
        <pc:graphicFrameChg chg="modGraphic">
          <ac:chgData name="Fehmida Usmani" userId="1f7d48bb-60b3-4b90-bf30-0f63161838be" providerId="ADAL" clId="{9959033C-4EA5-4C12-8423-AF8A8F952192}" dt="2024-09-04T01:48:18.185" v="343" actId="12385"/>
          <ac:graphicFrameMkLst>
            <pc:docMk/>
            <pc:sldMk cId="2542872234" sldId="327"/>
            <ac:graphicFrameMk id="68" creationId="{E0813080-AEAC-45C9-B274-35BD39788690}"/>
          </ac:graphicFrameMkLst>
        </pc:graphicFrameChg>
      </pc:sldChg>
      <pc:sldChg chg="addSp delSp modSp new mod">
        <pc:chgData name="Fehmida Usmani" userId="1f7d48bb-60b3-4b90-bf30-0f63161838be" providerId="ADAL" clId="{9959033C-4EA5-4C12-8423-AF8A8F952192}" dt="2024-09-04T01:52:33.886" v="391" actId="478"/>
        <pc:sldMkLst>
          <pc:docMk/>
          <pc:sldMk cId="370529120" sldId="328"/>
        </pc:sldMkLst>
        <pc:spChg chg="mod">
          <ac:chgData name="Fehmida Usmani" userId="1f7d48bb-60b3-4b90-bf30-0f63161838be" providerId="ADAL" clId="{9959033C-4EA5-4C12-8423-AF8A8F952192}" dt="2024-09-04T01:52:14.564" v="389" actId="20577"/>
          <ac:spMkLst>
            <pc:docMk/>
            <pc:sldMk cId="370529120" sldId="328"/>
            <ac:spMk id="2" creationId="{1BE4BA93-BA6A-AE10-8AC2-1C090DC96BFA}"/>
          </ac:spMkLst>
        </pc:spChg>
        <pc:spChg chg="del">
          <ac:chgData name="Fehmida Usmani" userId="1f7d48bb-60b3-4b90-bf30-0f63161838be" providerId="ADAL" clId="{9959033C-4EA5-4C12-8423-AF8A8F952192}" dt="2024-09-04T01:52:33.886" v="391" actId="478"/>
          <ac:spMkLst>
            <pc:docMk/>
            <pc:sldMk cId="370529120" sldId="328"/>
            <ac:spMk id="3" creationId="{8DC32D9B-5BB7-754C-11EF-C913BF9FE35D}"/>
          </ac:spMkLst>
        </pc:spChg>
        <pc:spChg chg="add mod">
          <ac:chgData name="Fehmida Usmani" userId="1f7d48bb-60b3-4b90-bf30-0f63161838be" providerId="ADAL" clId="{9959033C-4EA5-4C12-8423-AF8A8F952192}" dt="2024-09-04T01:52:31.495" v="390"/>
          <ac:spMkLst>
            <pc:docMk/>
            <pc:sldMk cId="370529120" sldId="328"/>
            <ac:spMk id="4" creationId="{7AA892FE-8A6A-F856-9359-AF65C2FB5EE2}"/>
          </ac:spMkLst>
        </pc:spChg>
        <pc:picChg chg="add mod">
          <ac:chgData name="Fehmida Usmani" userId="1f7d48bb-60b3-4b90-bf30-0f63161838be" providerId="ADAL" clId="{9959033C-4EA5-4C12-8423-AF8A8F952192}" dt="2024-09-04T01:52:31.495" v="390"/>
          <ac:picMkLst>
            <pc:docMk/>
            <pc:sldMk cId="370529120" sldId="328"/>
            <ac:picMk id="5" creationId="{4D2CD581-D629-AB83-CE50-D4CE28C442F4}"/>
          </ac:picMkLst>
        </pc:picChg>
        <pc:picChg chg="add mod">
          <ac:chgData name="Fehmida Usmani" userId="1f7d48bb-60b3-4b90-bf30-0f63161838be" providerId="ADAL" clId="{9959033C-4EA5-4C12-8423-AF8A8F952192}" dt="2024-09-04T01:52:31.495" v="390"/>
          <ac:picMkLst>
            <pc:docMk/>
            <pc:sldMk cId="370529120" sldId="328"/>
            <ac:picMk id="6" creationId="{210F2B18-815C-4DE0-A7DC-362150087254}"/>
          </ac:picMkLst>
        </pc:picChg>
      </pc:sldChg>
      <pc:sldChg chg="addSp delSp modSp del mod">
        <pc:chgData name="Fehmida Usmani" userId="1f7d48bb-60b3-4b90-bf30-0f63161838be" providerId="ADAL" clId="{9959033C-4EA5-4C12-8423-AF8A8F952192}" dt="2024-09-04T01:48:06.940" v="342" actId="47"/>
        <pc:sldMkLst>
          <pc:docMk/>
          <pc:sldMk cId="2693000808" sldId="328"/>
        </pc:sldMkLst>
        <pc:spChg chg="del">
          <ac:chgData name="Fehmida Usmani" userId="1f7d48bb-60b3-4b90-bf30-0f63161838be" providerId="ADAL" clId="{9959033C-4EA5-4C12-8423-AF8A8F952192}" dt="2024-09-04T01:47:55.649" v="341" actId="478"/>
          <ac:spMkLst>
            <pc:docMk/>
            <pc:sldMk cId="2693000808" sldId="328"/>
            <ac:spMk id="2" creationId="{00000000-0000-0000-0000-000000000000}"/>
          </ac:spMkLst>
        </pc:spChg>
        <pc:spChg chg="add mod">
          <ac:chgData name="Fehmida Usmani" userId="1f7d48bb-60b3-4b90-bf30-0f63161838be" providerId="ADAL" clId="{9959033C-4EA5-4C12-8423-AF8A8F952192}" dt="2024-09-04T01:47:55.649" v="341" actId="478"/>
          <ac:spMkLst>
            <pc:docMk/>
            <pc:sldMk cId="2693000808" sldId="328"/>
            <ac:spMk id="4" creationId="{E7D15543-0891-BE0F-AF7D-6A316F503E4E}"/>
          </ac:spMkLst>
        </pc:spChg>
      </pc:sldChg>
      <pc:sldChg chg="add del">
        <pc:chgData name="Fehmida Usmani" userId="1f7d48bb-60b3-4b90-bf30-0f63161838be" providerId="ADAL" clId="{9959033C-4EA5-4C12-8423-AF8A8F952192}" dt="2024-09-04T01:34:15.919" v="340"/>
        <pc:sldMkLst>
          <pc:docMk/>
          <pc:sldMk cId="3278197245" sldId="328"/>
        </pc:sldMkLst>
      </pc:sldChg>
      <pc:sldChg chg="addSp delSp modSp new mod">
        <pc:chgData name="Fehmida Usmani" userId="1f7d48bb-60b3-4b90-bf30-0f63161838be" providerId="ADAL" clId="{9959033C-4EA5-4C12-8423-AF8A8F952192}" dt="2024-09-04T01:53:15.182" v="410"/>
        <pc:sldMkLst>
          <pc:docMk/>
          <pc:sldMk cId="2796744557" sldId="329"/>
        </pc:sldMkLst>
        <pc:spChg chg="mod">
          <ac:chgData name="Fehmida Usmani" userId="1f7d48bb-60b3-4b90-bf30-0f63161838be" providerId="ADAL" clId="{9959033C-4EA5-4C12-8423-AF8A8F952192}" dt="2024-09-04T01:53:02.190" v="409" actId="20577"/>
          <ac:spMkLst>
            <pc:docMk/>
            <pc:sldMk cId="2796744557" sldId="329"/>
            <ac:spMk id="2" creationId="{1258A72B-F862-8999-5C83-2AFCFF43A8E5}"/>
          </ac:spMkLst>
        </pc:spChg>
        <pc:spChg chg="del">
          <ac:chgData name="Fehmida Usmani" userId="1f7d48bb-60b3-4b90-bf30-0f63161838be" providerId="ADAL" clId="{9959033C-4EA5-4C12-8423-AF8A8F952192}" dt="2024-09-04T01:53:15.182" v="410"/>
          <ac:spMkLst>
            <pc:docMk/>
            <pc:sldMk cId="2796744557" sldId="329"/>
            <ac:spMk id="3" creationId="{F3DED1DC-1560-7CBD-AECF-9635A8BD2F2F}"/>
          </ac:spMkLst>
        </pc:spChg>
        <pc:spChg chg="add mod">
          <ac:chgData name="Fehmida Usmani" userId="1f7d48bb-60b3-4b90-bf30-0f63161838be" providerId="ADAL" clId="{9959033C-4EA5-4C12-8423-AF8A8F952192}" dt="2024-09-04T01:53:15.182" v="410"/>
          <ac:spMkLst>
            <pc:docMk/>
            <pc:sldMk cId="2796744557" sldId="329"/>
            <ac:spMk id="4" creationId="{7825C8C4-3073-2EE7-96EE-DE32FB2EF360}"/>
          </ac:spMkLst>
        </pc:spChg>
      </pc:sldChg>
      <pc:sldChg chg="addSp modSp add">
        <pc:chgData name="Fehmida Usmani" userId="1f7d48bb-60b3-4b90-bf30-0f63161838be" providerId="ADAL" clId="{9959033C-4EA5-4C12-8423-AF8A8F952192}" dt="2024-09-04T01:55:59.342" v="412"/>
        <pc:sldMkLst>
          <pc:docMk/>
          <pc:sldMk cId="2224341488" sldId="330"/>
        </pc:sldMkLst>
        <pc:spChg chg="add mod">
          <ac:chgData name="Fehmida Usmani" userId="1f7d48bb-60b3-4b90-bf30-0f63161838be" providerId="ADAL" clId="{9959033C-4EA5-4C12-8423-AF8A8F952192}" dt="2024-09-04T01:55:59.342" v="412"/>
          <ac:spMkLst>
            <pc:docMk/>
            <pc:sldMk cId="2224341488" sldId="330"/>
            <ac:spMk id="3" creationId="{CB8691A0-6CEF-496A-FC45-3A84B930B916}"/>
          </ac:spMkLst>
        </pc:spChg>
      </pc:sldChg>
      <pc:sldChg chg="addSp modSp add">
        <pc:chgData name="Fehmida Usmani" userId="1f7d48bb-60b3-4b90-bf30-0f63161838be" providerId="ADAL" clId="{9959033C-4EA5-4C12-8423-AF8A8F952192}" dt="2024-09-04T01:57:13.193" v="416"/>
        <pc:sldMkLst>
          <pc:docMk/>
          <pc:sldMk cId="2296082703" sldId="331"/>
        </pc:sldMkLst>
        <pc:spChg chg="add mod">
          <ac:chgData name="Fehmida Usmani" userId="1f7d48bb-60b3-4b90-bf30-0f63161838be" providerId="ADAL" clId="{9959033C-4EA5-4C12-8423-AF8A8F952192}" dt="2024-09-04T01:57:13.193" v="416"/>
          <ac:spMkLst>
            <pc:docMk/>
            <pc:sldMk cId="2296082703" sldId="331"/>
            <ac:spMk id="15" creationId="{1B6C5473-7C30-6D1E-C928-972DE482ED5C}"/>
          </ac:spMkLst>
        </pc:spChg>
      </pc:sldChg>
      <pc:sldChg chg="addSp modSp add mod">
        <pc:chgData name="Fehmida Usmani" userId="1f7d48bb-60b3-4b90-bf30-0f63161838be" providerId="ADAL" clId="{9959033C-4EA5-4C12-8423-AF8A8F952192}" dt="2024-09-04T01:57:48.838" v="419" actId="1076"/>
        <pc:sldMkLst>
          <pc:docMk/>
          <pc:sldMk cId="3560607667" sldId="332"/>
        </pc:sldMkLst>
        <pc:spChg chg="add mod">
          <ac:chgData name="Fehmida Usmani" userId="1f7d48bb-60b3-4b90-bf30-0f63161838be" providerId="ADAL" clId="{9959033C-4EA5-4C12-8423-AF8A8F952192}" dt="2024-09-04T01:57:48.838" v="419" actId="1076"/>
          <ac:spMkLst>
            <pc:docMk/>
            <pc:sldMk cId="3560607667" sldId="332"/>
            <ac:spMk id="2" creationId="{30BD456F-B9F0-DDA2-9BFB-97C284DDF665}"/>
          </ac:spMkLst>
        </pc:spChg>
      </pc:sldChg>
      <pc:sldChg chg="addSp delSp modSp add mod">
        <pc:chgData name="Fehmida Usmani" userId="1f7d48bb-60b3-4b90-bf30-0f63161838be" providerId="ADAL" clId="{9959033C-4EA5-4C12-8423-AF8A8F952192}" dt="2024-09-04T01:58:55.692" v="423"/>
        <pc:sldMkLst>
          <pc:docMk/>
          <pc:sldMk cId="0" sldId="333"/>
        </pc:sldMkLst>
        <pc:spChg chg="add del">
          <ac:chgData name="Fehmida Usmani" userId="1f7d48bb-60b3-4b90-bf30-0f63161838be" providerId="ADAL" clId="{9959033C-4EA5-4C12-8423-AF8A8F952192}" dt="2024-09-04T01:58:48.689" v="422" actId="22"/>
          <ac:spMkLst>
            <pc:docMk/>
            <pc:sldMk cId="0" sldId="333"/>
            <ac:spMk id="5" creationId="{4D7349DD-EA34-FA1F-48F2-E166DAC9FC92}"/>
          </ac:spMkLst>
        </pc:spChg>
        <pc:spChg chg="add mod">
          <ac:chgData name="Fehmida Usmani" userId="1f7d48bb-60b3-4b90-bf30-0f63161838be" providerId="ADAL" clId="{9959033C-4EA5-4C12-8423-AF8A8F952192}" dt="2024-09-04T01:58:55.692" v="423"/>
          <ac:spMkLst>
            <pc:docMk/>
            <pc:sldMk cId="0" sldId="333"/>
            <ac:spMk id="6" creationId="{FF3FDD31-09AE-B366-FAB3-F6DEC20F10C8}"/>
          </ac:spMkLst>
        </pc:spChg>
      </pc:sldChg>
      <pc:sldChg chg="addSp delSp modSp new mod">
        <pc:chgData name="Fehmida Usmani" userId="1f7d48bb-60b3-4b90-bf30-0f63161838be" providerId="ADAL" clId="{9959033C-4EA5-4C12-8423-AF8A8F952192}" dt="2024-09-04T02:05:16.065" v="451" actId="20577"/>
        <pc:sldMkLst>
          <pc:docMk/>
          <pc:sldMk cId="2281468185" sldId="334"/>
        </pc:sldMkLst>
        <pc:spChg chg="mod">
          <ac:chgData name="Fehmida Usmani" userId="1f7d48bb-60b3-4b90-bf30-0f63161838be" providerId="ADAL" clId="{9959033C-4EA5-4C12-8423-AF8A8F952192}" dt="2024-09-04T02:05:16.065" v="451" actId="20577"/>
          <ac:spMkLst>
            <pc:docMk/>
            <pc:sldMk cId="2281468185" sldId="334"/>
            <ac:spMk id="2" creationId="{984C6980-CA5F-A9D6-C9AE-E001C6ADF087}"/>
          </ac:spMkLst>
        </pc:spChg>
        <pc:spChg chg="del">
          <ac:chgData name="Fehmida Usmani" userId="1f7d48bb-60b3-4b90-bf30-0f63161838be" providerId="ADAL" clId="{9959033C-4EA5-4C12-8423-AF8A8F952192}" dt="2024-09-04T02:04:07.349" v="425"/>
          <ac:spMkLst>
            <pc:docMk/>
            <pc:sldMk cId="2281468185" sldId="334"/>
            <ac:spMk id="3" creationId="{69DE9131-4238-9091-D09C-E935201C434C}"/>
          </ac:spMkLst>
        </pc:spChg>
        <pc:spChg chg="add mod">
          <ac:chgData name="Fehmida Usmani" userId="1f7d48bb-60b3-4b90-bf30-0f63161838be" providerId="ADAL" clId="{9959033C-4EA5-4C12-8423-AF8A8F952192}" dt="2024-09-04T02:04:07.349" v="425"/>
          <ac:spMkLst>
            <pc:docMk/>
            <pc:sldMk cId="2281468185" sldId="334"/>
            <ac:spMk id="4" creationId="{6329F5F7-12D3-9C40-9E25-D7FF39134C32}"/>
          </ac:spMkLst>
        </pc:spChg>
        <pc:spChg chg="add mod">
          <ac:chgData name="Fehmida Usmani" userId="1f7d48bb-60b3-4b90-bf30-0f63161838be" providerId="ADAL" clId="{9959033C-4EA5-4C12-8423-AF8A8F952192}" dt="2024-09-04T02:04:24.468" v="427" actId="1076"/>
          <ac:spMkLst>
            <pc:docMk/>
            <pc:sldMk cId="2281468185" sldId="334"/>
            <ac:spMk id="5" creationId="{0091EC55-390F-01E1-5CCA-81B1310BC1CF}"/>
          </ac:spMkLst>
        </pc:spChg>
      </pc:sldChg>
      <pc:sldChg chg="addSp delSp modSp new mod">
        <pc:chgData name="Fehmida Usmani" userId="1f7d48bb-60b3-4b90-bf30-0f63161838be" providerId="ADAL" clId="{9959033C-4EA5-4C12-8423-AF8A8F952192}" dt="2024-09-04T02:05:18.583" v="452"/>
        <pc:sldMkLst>
          <pc:docMk/>
          <pc:sldMk cId="1358963190" sldId="335"/>
        </pc:sldMkLst>
        <pc:spChg chg="mod">
          <ac:chgData name="Fehmida Usmani" userId="1f7d48bb-60b3-4b90-bf30-0f63161838be" providerId="ADAL" clId="{9959033C-4EA5-4C12-8423-AF8A8F952192}" dt="2024-09-04T02:05:18.583" v="452"/>
          <ac:spMkLst>
            <pc:docMk/>
            <pc:sldMk cId="1358963190" sldId="335"/>
            <ac:spMk id="2" creationId="{A33A63DB-C884-C35B-B250-F0F81A87B60B}"/>
          </ac:spMkLst>
        </pc:spChg>
        <pc:spChg chg="del">
          <ac:chgData name="Fehmida Usmani" userId="1f7d48bb-60b3-4b90-bf30-0f63161838be" providerId="ADAL" clId="{9959033C-4EA5-4C12-8423-AF8A8F952192}" dt="2024-09-04T02:04:56.250" v="447" actId="478"/>
          <ac:spMkLst>
            <pc:docMk/>
            <pc:sldMk cId="1358963190" sldId="335"/>
            <ac:spMk id="3" creationId="{4A639066-903A-4774-8082-61DCFBBBC385}"/>
          </ac:spMkLst>
        </pc:spChg>
        <pc:spChg chg="add mod">
          <ac:chgData name="Fehmida Usmani" userId="1f7d48bb-60b3-4b90-bf30-0f63161838be" providerId="ADAL" clId="{9959033C-4EA5-4C12-8423-AF8A8F952192}" dt="2024-09-04T02:05:02.538" v="450" actId="20577"/>
          <ac:spMkLst>
            <pc:docMk/>
            <pc:sldMk cId="1358963190" sldId="335"/>
            <ac:spMk id="4" creationId="{B6BC2FAB-C6DA-89B9-4515-8F2FCB89ACEA}"/>
          </ac:spMkLst>
        </pc:spChg>
      </pc:sldChg>
      <pc:sldChg chg="addSp delSp modSp new mod">
        <pc:chgData name="Fehmida Usmani" userId="1f7d48bb-60b3-4b90-bf30-0f63161838be" providerId="ADAL" clId="{9959033C-4EA5-4C12-8423-AF8A8F952192}" dt="2024-09-04T02:10:54.104" v="482" actId="14100"/>
        <pc:sldMkLst>
          <pc:docMk/>
          <pc:sldMk cId="186246491" sldId="336"/>
        </pc:sldMkLst>
        <pc:spChg chg="mod">
          <ac:chgData name="Fehmida Usmani" userId="1f7d48bb-60b3-4b90-bf30-0f63161838be" providerId="ADAL" clId="{9959033C-4EA5-4C12-8423-AF8A8F952192}" dt="2024-09-04T02:05:26.661" v="470" actId="20577"/>
          <ac:spMkLst>
            <pc:docMk/>
            <pc:sldMk cId="186246491" sldId="336"/>
            <ac:spMk id="2" creationId="{5CC6EE31-5C5B-657A-5F90-29156C581ECE}"/>
          </ac:spMkLst>
        </pc:spChg>
        <pc:spChg chg="del">
          <ac:chgData name="Fehmida Usmani" userId="1f7d48bb-60b3-4b90-bf30-0f63161838be" providerId="ADAL" clId="{9959033C-4EA5-4C12-8423-AF8A8F952192}" dt="2024-09-04T02:10:44.816" v="479" actId="478"/>
          <ac:spMkLst>
            <pc:docMk/>
            <pc:sldMk cId="186246491" sldId="336"/>
            <ac:spMk id="3" creationId="{967051CC-30E6-A894-45D5-56E396F14757}"/>
          </ac:spMkLst>
        </pc:spChg>
        <pc:picChg chg="add mod">
          <ac:chgData name="Fehmida Usmani" userId="1f7d48bb-60b3-4b90-bf30-0f63161838be" providerId="ADAL" clId="{9959033C-4EA5-4C12-8423-AF8A8F952192}" dt="2024-09-04T02:10:54.104" v="482" actId="14100"/>
          <ac:picMkLst>
            <pc:docMk/>
            <pc:sldMk cId="186246491" sldId="336"/>
            <ac:picMk id="4" creationId="{C4E33ABF-C1D5-BF22-FC03-3836B39A6C58}"/>
          </ac:picMkLst>
        </pc:picChg>
      </pc:sldChg>
      <pc:sldChg chg="add del">
        <pc:chgData name="Fehmida Usmani" userId="1f7d48bb-60b3-4b90-bf30-0f63161838be" providerId="ADAL" clId="{9959033C-4EA5-4C12-8423-AF8A8F952192}" dt="2024-09-04T02:07:30.276" v="472"/>
        <pc:sldMkLst>
          <pc:docMk/>
          <pc:sldMk cId="4200087616" sldId="342"/>
        </pc:sldMkLst>
      </pc:sldChg>
      <pc:sldChg chg="add del">
        <pc:chgData name="Fehmida Usmani" userId="1f7d48bb-60b3-4b90-bf30-0f63161838be" providerId="ADAL" clId="{9959033C-4EA5-4C12-8423-AF8A8F952192}" dt="2024-09-04T02:08:58.561" v="478" actId="47"/>
        <pc:sldMkLst>
          <pc:docMk/>
          <pc:sldMk cId="0" sldId="343"/>
        </pc:sldMkLst>
      </pc:sldChg>
      <pc:sldChg chg="addSp delSp modSp new mod">
        <pc:chgData name="Fehmida Usmani" userId="1f7d48bb-60b3-4b90-bf30-0f63161838be" providerId="ADAL" clId="{9959033C-4EA5-4C12-8423-AF8A8F952192}" dt="2024-09-04T03:43:33.416" v="504" actId="1076"/>
        <pc:sldMkLst>
          <pc:docMk/>
          <pc:sldMk cId="2292354377" sldId="344"/>
        </pc:sldMkLst>
        <pc:spChg chg="mod">
          <ac:chgData name="Fehmida Usmani" userId="1f7d48bb-60b3-4b90-bf30-0f63161838be" providerId="ADAL" clId="{9959033C-4EA5-4C12-8423-AF8A8F952192}" dt="2024-09-04T03:38:37.423" v="497" actId="20577"/>
          <ac:spMkLst>
            <pc:docMk/>
            <pc:sldMk cId="2292354377" sldId="344"/>
            <ac:spMk id="2" creationId="{E17FFFCA-6A81-B368-B764-BFD1DA3D3B11}"/>
          </ac:spMkLst>
        </pc:spChg>
        <pc:spChg chg="del">
          <ac:chgData name="Fehmida Usmani" userId="1f7d48bb-60b3-4b90-bf30-0f63161838be" providerId="ADAL" clId="{9959033C-4EA5-4C12-8423-AF8A8F952192}" dt="2024-09-04T03:37:16.500" v="484"/>
          <ac:spMkLst>
            <pc:docMk/>
            <pc:sldMk cId="2292354377" sldId="344"/>
            <ac:spMk id="3" creationId="{04514F88-0CC8-9416-BBA0-9A019D1D2FBD}"/>
          </ac:spMkLst>
        </pc:spChg>
        <pc:spChg chg="add del mod">
          <ac:chgData name="Fehmida Usmani" userId="1f7d48bb-60b3-4b90-bf30-0f63161838be" providerId="ADAL" clId="{9959033C-4EA5-4C12-8423-AF8A8F952192}" dt="2024-09-04T03:37:22.909" v="485" actId="478"/>
          <ac:spMkLst>
            <pc:docMk/>
            <pc:sldMk cId="2292354377" sldId="344"/>
            <ac:spMk id="4" creationId="{EF52B318-A8CD-CA7F-0672-EDCD335B515C}"/>
          </ac:spMkLst>
        </pc:spChg>
        <pc:spChg chg="add del mod">
          <ac:chgData name="Fehmida Usmani" userId="1f7d48bb-60b3-4b90-bf30-0f63161838be" providerId="ADAL" clId="{9959033C-4EA5-4C12-8423-AF8A8F952192}" dt="2024-09-04T03:38:21.386" v="486" actId="478"/>
          <ac:spMkLst>
            <pc:docMk/>
            <pc:sldMk cId="2292354377" sldId="344"/>
            <ac:spMk id="6" creationId="{D5BCA232-DDBA-5299-9205-090B754CD977}"/>
          </ac:spMkLst>
        </pc:spChg>
        <pc:spChg chg="add mod">
          <ac:chgData name="Fehmida Usmani" userId="1f7d48bb-60b3-4b90-bf30-0f63161838be" providerId="ADAL" clId="{9959033C-4EA5-4C12-8423-AF8A8F952192}" dt="2024-09-04T03:43:06.419" v="502" actId="20577"/>
          <ac:spMkLst>
            <pc:docMk/>
            <pc:sldMk cId="2292354377" sldId="344"/>
            <ac:spMk id="7" creationId="{E07204B8-920D-F03C-F0C6-2FF22F57D46A}"/>
          </ac:spMkLst>
        </pc:spChg>
        <pc:picChg chg="add mod">
          <ac:chgData name="Fehmida Usmani" userId="1f7d48bb-60b3-4b90-bf30-0f63161838be" providerId="ADAL" clId="{9959033C-4EA5-4C12-8423-AF8A8F952192}" dt="2024-09-04T03:43:33.416" v="504" actId="1076"/>
          <ac:picMkLst>
            <pc:docMk/>
            <pc:sldMk cId="2292354377" sldId="344"/>
            <ac:picMk id="8" creationId="{8668552D-3238-166B-A51C-800DF8DDB462}"/>
          </ac:picMkLst>
        </pc:picChg>
      </pc:sldChg>
      <pc:sldChg chg="addSp delSp modSp new mod">
        <pc:chgData name="Fehmida Usmani" userId="1f7d48bb-60b3-4b90-bf30-0f63161838be" providerId="ADAL" clId="{9959033C-4EA5-4C12-8423-AF8A8F952192}" dt="2024-09-04T03:45:12.276" v="544"/>
        <pc:sldMkLst>
          <pc:docMk/>
          <pc:sldMk cId="3754292632" sldId="345"/>
        </pc:sldMkLst>
        <pc:spChg chg="mod">
          <ac:chgData name="Fehmida Usmani" userId="1f7d48bb-60b3-4b90-bf30-0f63161838be" providerId="ADAL" clId="{9959033C-4EA5-4C12-8423-AF8A8F952192}" dt="2024-09-04T03:44:34.406" v="523" actId="20577"/>
          <ac:spMkLst>
            <pc:docMk/>
            <pc:sldMk cId="3754292632" sldId="345"/>
            <ac:spMk id="2" creationId="{991BD94A-C8BC-F78B-21E6-0F26E19E2C35}"/>
          </ac:spMkLst>
        </pc:spChg>
        <pc:spChg chg="del">
          <ac:chgData name="Fehmida Usmani" userId="1f7d48bb-60b3-4b90-bf30-0f63161838be" providerId="ADAL" clId="{9959033C-4EA5-4C12-8423-AF8A8F952192}" dt="2024-09-04T03:42:24.865" v="499" actId="478"/>
          <ac:spMkLst>
            <pc:docMk/>
            <pc:sldMk cId="3754292632" sldId="345"/>
            <ac:spMk id="3" creationId="{B61876A6-647D-4424-0196-6FEBC6BFEF7C}"/>
          </ac:spMkLst>
        </pc:spChg>
        <pc:spChg chg="add mod">
          <ac:chgData name="Fehmida Usmani" userId="1f7d48bb-60b3-4b90-bf30-0f63161838be" providerId="ADAL" clId="{9959033C-4EA5-4C12-8423-AF8A8F952192}" dt="2024-09-04T03:45:12.276" v="544"/>
          <ac:spMkLst>
            <pc:docMk/>
            <pc:sldMk cId="3754292632" sldId="345"/>
            <ac:spMk id="4" creationId="{7B26A188-A649-50D7-E0E0-516F72D135C6}"/>
          </ac:spMkLst>
        </pc:spChg>
        <pc:spChg chg="add mod">
          <ac:chgData name="Fehmida Usmani" userId="1f7d48bb-60b3-4b90-bf30-0f63161838be" providerId="ADAL" clId="{9959033C-4EA5-4C12-8423-AF8A8F952192}" dt="2024-09-04T03:44:12.970" v="505"/>
          <ac:spMkLst>
            <pc:docMk/>
            <pc:sldMk cId="3754292632" sldId="345"/>
            <ac:spMk id="5" creationId="{625797C7-401F-6172-B1C3-E49F8C511CAE}"/>
          </ac:spMkLst>
        </pc:spChg>
      </pc:sldChg>
      <pc:sldChg chg="addSp delSp modSp new mod">
        <pc:chgData name="Fehmida Usmani" userId="1f7d48bb-60b3-4b90-bf30-0f63161838be" providerId="ADAL" clId="{9959033C-4EA5-4C12-8423-AF8A8F952192}" dt="2024-09-04T03:45:07.358" v="542"/>
        <pc:sldMkLst>
          <pc:docMk/>
          <pc:sldMk cId="2089476197" sldId="346"/>
        </pc:sldMkLst>
        <pc:spChg chg="mod">
          <ac:chgData name="Fehmida Usmani" userId="1f7d48bb-60b3-4b90-bf30-0f63161838be" providerId="ADAL" clId="{9959033C-4EA5-4C12-8423-AF8A8F952192}" dt="2024-09-04T03:44:40.505" v="537" actId="20577"/>
          <ac:spMkLst>
            <pc:docMk/>
            <pc:sldMk cId="2089476197" sldId="346"/>
            <ac:spMk id="2" creationId="{023282AF-A376-815D-84D2-05D725CCC733}"/>
          </ac:spMkLst>
        </pc:spChg>
        <pc:spChg chg="del">
          <ac:chgData name="Fehmida Usmani" userId="1f7d48bb-60b3-4b90-bf30-0f63161838be" providerId="ADAL" clId="{9959033C-4EA5-4C12-8423-AF8A8F952192}" dt="2024-09-04T03:44:19.850" v="507" actId="478"/>
          <ac:spMkLst>
            <pc:docMk/>
            <pc:sldMk cId="2089476197" sldId="346"/>
            <ac:spMk id="3" creationId="{8482DD63-02B2-214A-F8A1-69E60DE4AA91}"/>
          </ac:spMkLst>
        </pc:spChg>
        <pc:spChg chg="add mod">
          <ac:chgData name="Fehmida Usmani" userId="1f7d48bb-60b3-4b90-bf30-0f63161838be" providerId="ADAL" clId="{9959033C-4EA5-4C12-8423-AF8A8F952192}" dt="2024-09-04T03:45:07.358" v="542"/>
          <ac:spMkLst>
            <pc:docMk/>
            <pc:sldMk cId="2089476197" sldId="346"/>
            <ac:spMk id="4" creationId="{88E8D49D-3CCA-B374-504C-06B6CCA9E370}"/>
          </ac:spMkLst>
        </pc:spChg>
      </pc:sldChg>
      <pc:sldChg chg="addSp delSp modSp new mod">
        <pc:chgData name="Fehmida Usmani" userId="1f7d48bb-60b3-4b90-bf30-0f63161838be" providerId="ADAL" clId="{9959033C-4EA5-4C12-8423-AF8A8F952192}" dt="2024-09-04T03:46:00.561" v="557" actId="20577"/>
        <pc:sldMkLst>
          <pc:docMk/>
          <pc:sldMk cId="1622917895" sldId="347"/>
        </pc:sldMkLst>
        <pc:spChg chg="mod">
          <ac:chgData name="Fehmida Usmani" userId="1f7d48bb-60b3-4b90-bf30-0f63161838be" providerId="ADAL" clId="{9959033C-4EA5-4C12-8423-AF8A8F952192}" dt="2024-09-04T03:46:00.561" v="557" actId="20577"/>
          <ac:spMkLst>
            <pc:docMk/>
            <pc:sldMk cId="1622917895" sldId="347"/>
            <ac:spMk id="2" creationId="{37C4DCD3-D5E7-F0EE-9B0B-78725E42AFAE}"/>
          </ac:spMkLst>
        </pc:spChg>
        <pc:spChg chg="del">
          <ac:chgData name="Fehmida Usmani" userId="1f7d48bb-60b3-4b90-bf30-0f63161838be" providerId="ADAL" clId="{9959033C-4EA5-4C12-8423-AF8A8F952192}" dt="2024-09-04T03:45:52.546" v="546" actId="478"/>
          <ac:spMkLst>
            <pc:docMk/>
            <pc:sldMk cId="1622917895" sldId="347"/>
            <ac:spMk id="3" creationId="{E323C9C5-443B-E822-08F7-1430A38CA3B0}"/>
          </ac:spMkLst>
        </pc:spChg>
        <pc:spChg chg="add mod">
          <ac:chgData name="Fehmida Usmani" userId="1f7d48bb-60b3-4b90-bf30-0f63161838be" providerId="ADAL" clId="{9959033C-4EA5-4C12-8423-AF8A8F952192}" dt="2024-09-04T03:45:56.776" v="548" actId="14100"/>
          <ac:spMkLst>
            <pc:docMk/>
            <pc:sldMk cId="1622917895" sldId="347"/>
            <ac:spMk id="4" creationId="{4B2340A6-1E84-6F02-F7F0-11EF7CFD5CCF}"/>
          </ac:spMkLst>
        </pc:spChg>
      </pc:sldChg>
      <pc:sldChg chg="addSp delSp modSp new mod">
        <pc:chgData name="Fehmida Usmani" userId="1f7d48bb-60b3-4b90-bf30-0f63161838be" providerId="ADAL" clId="{9959033C-4EA5-4C12-8423-AF8A8F952192}" dt="2024-09-04T03:47:02.199" v="579" actId="1076"/>
        <pc:sldMkLst>
          <pc:docMk/>
          <pc:sldMk cId="1473756065" sldId="348"/>
        </pc:sldMkLst>
        <pc:spChg chg="mod">
          <ac:chgData name="Fehmida Usmani" userId="1f7d48bb-60b3-4b90-bf30-0f63161838be" providerId="ADAL" clId="{9959033C-4EA5-4C12-8423-AF8A8F952192}" dt="2024-09-04T03:46:22.191" v="571" actId="20577"/>
          <ac:spMkLst>
            <pc:docMk/>
            <pc:sldMk cId="1473756065" sldId="348"/>
            <ac:spMk id="2" creationId="{CC14D008-8DE1-D6FB-35D8-11DFE5E6A449}"/>
          </ac:spMkLst>
        </pc:spChg>
        <pc:spChg chg="del">
          <ac:chgData name="Fehmida Usmani" userId="1f7d48bb-60b3-4b90-bf30-0f63161838be" providerId="ADAL" clId="{9959033C-4EA5-4C12-8423-AF8A8F952192}" dt="2024-09-04T03:46:33.215" v="572"/>
          <ac:spMkLst>
            <pc:docMk/>
            <pc:sldMk cId="1473756065" sldId="348"/>
            <ac:spMk id="3" creationId="{5884FB25-4B85-1F05-0309-5D2AE9402198}"/>
          </ac:spMkLst>
        </pc:spChg>
        <pc:spChg chg="add mod">
          <ac:chgData name="Fehmida Usmani" userId="1f7d48bb-60b3-4b90-bf30-0f63161838be" providerId="ADAL" clId="{9959033C-4EA5-4C12-8423-AF8A8F952192}" dt="2024-09-04T03:46:48.375" v="577" actId="5793"/>
          <ac:spMkLst>
            <pc:docMk/>
            <pc:sldMk cId="1473756065" sldId="348"/>
            <ac:spMk id="4" creationId="{A2658846-72CE-28F9-71CC-9C1209BEF153}"/>
          </ac:spMkLst>
        </pc:spChg>
        <pc:spChg chg="add mod">
          <ac:chgData name="Fehmida Usmani" userId="1f7d48bb-60b3-4b90-bf30-0f63161838be" providerId="ADAL" clId="{9959033C-4EA5-4C12-8423-AF8A8F952192}" dt="2024-09-04T03:47:02.199" v="579" actId="1076"/>
          <ac:spMkLst>
            <pc:docMk/>
            <pc:sldMk cId="1473756065" sldId="348"/>
            <ac:spMk id="6" creationId="{E904BEC6-D6B5-CB3F-B5F3-AE17FE160B45}"/>
          </ac:spMkLst>
        </pc:spChg>
      </pc:sldChg>
      <pc:sldChg chg="addSp delSp modSp new mod">
        <pc:chgData name="Fehmida Usmani" userId="1f7d48bb-60b3-4b90-bf30-0f63161838be" providerId="ADAL" clId="{9959033C-4EA5-4C12-8423-AF8A8F952192}" dt="2024-09-04T03:47:40.716" v="592" actId="20577"/>
        <pc:sldMkLst>
          <pc:docMk/>
          <pc:sldMk cId="881587140" sldId="349"/>
        </pc:sldMkLst>
        <pc:spChg chg="mod">
          <ac:chgData name="Fehmida Usmani" userId="1f7d48bb-60b3-4b90-bf30-0f63161838be" providerId="ADAL" clId="{9959033C-4EA5-4C12-8423-AF8A8F952192}" dt="2024-09-04T03:47:40.716" v="592" actId="20577"/>
          <ac:spMkLst>
            <pc:docMk/>
            <pc:sldMk cId="881587140" sldId="349"/>
            <ac:spMk id="2" creationId="{F93A4E4D-C40D-B2C5-2751-B813AC25D53F}"/>
          </ac:spMkLst>
        </pc:spChg>
        <pc:spChg chg="del">
          <ac:chgData name="Fehmida Usmani" userId="1f7d48bb-60b3-4b90-bf30-0f63161838be" providerId="ADAL" clId="{9959033C-4EA5-4C12-8423-AF8A8F952192}" dt="2024-09-04T03:47:28.330" v="581" actId="478"/>
          <ac:spMkLst>
            <pc:docMk/>
            <pc:sldMk cId="881587140" sldId="349"/>
            <ac:spMk id="3" creationId="{D5344642-26AA-F68F-3711-B5DD2F009B4E}"/>
          </ac:spMkLst>
        </pc:spChg>
        <pc:spChg chg="add mod">
          <ac:chgData name="Fehmida Usmani" userId="1f7d48bb-60b3-4b90-bf30-0f63161838be" providerId="ADAL" clId="{9959033C-4EA5-4C12-8423-AF8A8F952192}" dt="2024-09-04T03:47:32.482" v="583" actId="14100"/>
          <ac:spMkLst>
            <pc:docMk/>
            <pc:sldMk cId="881587140" sldId="349"/>
            <ac:spMk id="4" creationId="{99CD091A-4BD9-C691-7091-C72B6AEE63B1}"/>
          </ac:spMkLst>
        </pc:spChg>
      </pc:sldChg>
      <pc:sldChg chg="modSp new mod">
        <pc:chgData name="Fehmida Usmani" userId="1f7d48bb-60b3-4b90-bf30-0f63161838be" providerId="ADAL" clId="{9959033C-4EA5-4C12-8423-AF8A8F952192}" dt="2024-09-04T04:44:24.731" v="622"/>
        <pc:sldMkLst>
          <pc:docMk/>
          <pc:sldMk cId="192234663" sldId="350"/>
        </pc:sldMkLst>
        <pc:spChg chg="mod">
          <ac:chgData name="Fehmida Usmani" userId="1f7d48bb-60b3-4b90-bf30-0f63161838be" providerId="ADAL" clId="{9959033C-4EA5-4C12-8423-AF8A8F952192}" dt="2024-09-04T04:44:15.275" v="621" actId="20577"/>
          <ac:spMkLst>
            <pc:docMk/>
            <pc:sldMk cId="192234663" sldId="350"/>
            <ac:spMk id="2" creationId="{E8F373CA-F3C9-7335-D33C-352333C331D7}"/>
          </ac:spMkLst>
        </pc:spChg>
        <pc:spChg chg="mod">
          <ac:chgData name="Fehmida Usmani" userId="1f7d48bb-60b3-4b90-bf30-0f63161838be" providerId="ADAL" clId="{9959033C-4EA5-4C12-8423-AF8A8F952192}" dt="2024-09-04T04:44:24.731" v="622"/>
          <ac:spMkLst>
            <pc:docMk/>
            <pc:sldMk cId="192234663" sldId="350"/>
            <ac:spMk id="3" creationId="{4EF0FD03-0052-7A39-6AC8-E073E089EB41}"/>
          </ac:spMkLst>
        </pc:spChg>
      </pc:sldChg>
      <pc:sldChg chg="addSp delSp modSp add del mod">
        <pc:chgData name="Fehmida Usmani" userId="1f7d48bb-60b3-4b90-bf30-0f63161838be" providerId="ADAL" clId="{9959033C-4EA5-4C12-8423-AF8A8F952192}" dt="2024-09-04T04:55:27.116" v="632" actId="47"/>
        <pc:sldMkLst>
          <pc:docMk/>
          <pc:sldMk cId="2738980829" sldId="351"/>
        </pc:sldMkLst>
        <pc:spChg chg="add del mod">
          <ac:chgData name="Fehmida Usmani" userId="1f7d48bb-60b3-4b90-bf30-0f63161838be" providerId="ADAL" clId="{9959033C-4EA5-4C12-8423-AF8A8F952192}" dt="2024-09-04T04:55:17.860" v="627" actId="1076"/>
          <ac:spMkLst>
            <pc:docMk/>
            <pc:sldMk cId="2738980829" sldId="351"/>
            <ac:spMk id="2" creationId="{00000000-0000-0000-0000-000000000000}"/>
          </ac:spMkLst>
        </pc:spChg>
        <pc:spChg chg="add del mod">
          <ac:chgData name="Fehmida Usmani" userId="1f7d48bb-60b3-4b90-bf30-0f63161838be" providerId="ADAL" clId="{9959033C-4EA5-4C12-8423-AF8A8F952192}" dt="2024-09-04T04:55:17.383" v="626" actId="478"/>
          <ac:spMkLst>
            <pc:docMk/>
            <pc:sldMk cId="2738980829" sldId="351"/>
            <ac:spMk id="5" creationId="{F0C62A1B-B0A1-6BAB-330E-15A56E1A6475}"/>
          </ac:spMkLst>
        </pc:spChg>
        <pc:spChg chg="del">
          <ac:chgData name="Fehmida Usmani" userId="1f7d48bb-60b3-4b90-bf30-0f63161838be" providerId="ADAL" clId="{9959033C-4EA5-4C12-8423-AF8A8F952192}" dt="2024-09-04T04:55:22.199" v="630" actId="478"/>
          <ac:spMkLst>
            <pc:docMk/>
            <pc:sldMk cId="2738980829" sldId="351"/>
            <ac:spMk id="42" creationId="{00000000-0000-0000-0000-000000000000}"/>
          </ac:spMkLst>
        </pc:spChg>
        <pc:grpChg chg="del">
          <ac:chgData name="Fehmida Usmani" userId="1f7d48bb-60b3-4b90-bf30-0f63161838be" providerId="ADAL" clId="{9959033C-4EA5-4C12-8423-AF8A8F952192}" dt="2024-09-04T04:55:19.550" v="628" actId="478"/>
          <ac:grpSpMkLst>
            <pc:docMk/>
            <pc:sldMk cId="2738980829" sldId="351"/>
            <ac:grpSpMk id="44" creationId="{00000000-0000-0000-0000-000000000000}"/>
          </ac:grpSpMkLst>
        </pc:grpChg>
        <pc:grpChg chg="del">
          <ac:chgData name="Fehmida Usmani" userId="1f7d48bb-60b3-4b90-bf30-0f63161838be" providerId="ADAL" clId="{9959033C-4EA5-4C12-8423-AF8A8F952192}" dt="2024-09-04T04:55:20.700" v="629" actId="478"/>
          <ac:grpSpMkLst>
            <pc:docMk/>
            <pc:sldMk cId="2738980829" sldId="351"/>
            <ac:grpSpMk id="64" creationId="{CF3BA785-6EA0-4697-B023-4B14A2B19D4B}"/>
          </ac:grpSpMkLst>
        </pc:grpChg>
      </pc:sldChg>
      <pc:sldChg chg="addSp delSp modSp new mod">
        <pc:chgData name="Fehmida Usmani" userId="1f7d48bb-60b3-4b90-bf30-0f63161838be" providerId="ADAL" clId="{9959033C-4EA5-4C12-8423-AF8A8F952192}" dt="2024-09-04T04:57:34.582" v="728" actId="20577"/>
        <pc:sldMkLst>
          <pc:docMk/>
          <pc:sldMk cId="261889056" sldId="352"/>
        </pc:sldMkLst>
        <pc:spChg chg="mod">
          <ac:chgData name="Fehmida Usmani" userId="1f7d48bb-60b3-4b90-bf30-0f63161838be" providerId="ADAL" clId="{9959033C-4EA5-4C12-8423-AF8A8F952192}" dt="2024-09-04T04:55:32.248" v="649" actId="20577"/>
          <ac:spMkLst>
            <pc:docMk/>
            <pc:sldMk cId="261889056" sldId="352"/>
            <ac:spMk id="2" creationId="{2B4410F2-16A6-DCB9-DF5B-96C365A33B5E}"/>
          </ac:spMkLst>
        </pc:spChg>
        <pc:spChg chg="del">
          <ac:chgData name="Fehmida Usmani" userId="1f7d48bb-60b3-4b90-bf30-0f63161838be" providerId="ADAL" clId="{9959033C-4EA5-4C12-8423-AF8A8F952192}" dt="2024-09-04T04:55:44.906" v="650"/>
          <ac:spMkLst>
            <pc:docMk/>
            <pc:sldMk cId="261889056" sldId="352"/>
            <ac:spMk id="3" creationId="{CCFA1FEB-471F-3010-B1EA-5D281398A6CD}"/>
          </ac:spMkLst>
        </pc:spChg>
        <pc:spChg chg="add mod">
          <ac:chgData name="Fehmida Usmani" userId="1f7d48bb-60b3-4b90-bf30-0f63161838be" providerId="ADAL" clId="{9959033C-4EA5-4C12-8423-AF8A8F952192}" dt="2024-09-04T04:57:34.582" v="728" actId="20577"/>
          <ac:spMkLst>
            <pc:docMk/>
            <pc:sldMk cId="261889056" sldId="352"/>
            <ac:spMk id="4" creationId="{D0B55993-27C4-8A7F-1734-765B085C371B}"/>
          </ac:spMkLst>
        </pc:spChg>
      </pc:sldChg>
      <pc:sldMasterChg chg="del delSldLayout">
        <pc:chgData name="Fehmida Usmani" userId="1f7d48bb-60b3-4b90-bf30-0f63161838be" providerId="ADAL" clId="{9959033C-4EA5-4C12-8423-AF8A8F952192}" dt="2024-09-04T01:48:06.940" v="342" actId="47"/>
        <pc:sldMasterMkLst>
          <pc:docMk/>
          <pc:sldMasterMk cId="4035734939" sldId="2147483660"/>
        </pc:sldMasterMkLst>
        <pc:sldLayoutChg chg="del">
          <pc:chgData name="Fehmida Usmani" userId="1f7d48bb-60b3-4b90-bf30-0f63161838be" providerId="ADAL" clId="{9959033C-4EA5-4C12-8423-AF8A8F952192}" dt="2024-09-04T01:48:06.940" v="342" actId="47"/>
          <pc:sldLayoutMkLst>
            <pc:docMk/>
            <pc:sldMasterMk cId="4035734939" sldId="2147483660"/>
            <pc:sldLayoutMk cId="3999407606" sldId="2147483661"/>
          </pc:sldLayoutMkLst>
        </pc:sldLayoutChg>
        <pc:sldLayoutChg chg="del">
          <pc:chgData name="Fehmida Usmani" userId="1f7d48bb-60b3-4b90-bf30-0f63161838be" providerId="ADAL" clId="{9959033C-4EA5-4C12-8423-AF8A8F952192}" dt="2024-09-04T01:48:06.940" v="342" actId="47"/>
          <pc:sldLayoutMkLst>
            <pc:docMk/>
            <pc:sldMasterMk cId="4035734939" sldId="2147483660"/>
            <pc:sldLayoutMk cId="2829554323" sldId="2147483662"/>
          </pc:sldLayoutMkLst>
        </pc:sldLayoutChg>
        <pc:sldLayoutChg chg="del">
          <pc:chgData name="Fehmida Usmani" userId="1f7d48bb-60b3-4b90-bf30-0f63161838be" providerId="ADAL" clId="{9959033C-4EA5-4C12-8423-AF8A8F952192}" dt="2024-09-04T01:48:06.940" v="342" actId="47"/>
          <pc:sldLayoutMkLst>
            <pc:docMk/>
            <pc:sldMasterMk cId="4035734939" sldId="2147483660"/>
            <pc:sldLayoutMk cId="2935685445" sldId="2147483663"/>
          </pc:sldLayoutMkLst>
        </pc:sldLayoutChg>
        <pc:sldLayoutChg chg="del">
          <pc:chgData name="Fehmida Usmani" userId="1f7d48bb-60b3-4b90-bf30-0f63161838be" providerId="ADAL" clId="{9959033C-4EA5-4C12-8423-AF8A8F952192}" dt="2024-09-04T01:48:06.940" v="342" actId="47"/>
          <pc:sldLayoutMkLst>
            <pc:docMk/>
            <pc:sldMasterMk cId="4035734939" sldId="2147483660"/>
            <pc:sldLayoutMk cId="2132839138" sldId="2147483664"/>
          </pc:sldLayoutMkLst>
        </pc:sldLayoutChg>
        <pc:sldLayoutChg chg="del">
          <pc:chgData name="Fehmida Usmani" userId="1f7d48bb-60b3-4b90-bf30-0f63161838be" providerId="ADAL" clId="{9959033C-4EA5-4C12-8423-AF8A8F952192}" dt="2024-09-04T01:48:06.940" v="342" actId="47"/>
          <pc:sldLayoutMkLst>
            <pc:docMk/>
            <pc:sldMasterMk cId="4035734939" sldId="2147483660"/>
            <pc:sldLayoutMk cId="860546225" sldId="214748366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ECE0D0-DC79-4EE6-9DC5-E62A88BDAFF5}" type="datetimeFigureOut">
              <a:rPr lang="en-US" smtClean="0"/>
              <a:t>9/6/2024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B53A87-1BEA-4DE3-9B2A-327C8C420594}" type="slidenum">
              <a:rPr lang="en-US" smtClean="0"/>
              <a:t>‹#›</a:t>
            </a:fld>
            <a:endParaRPr lang="en-US"/>
          </a:p>
        </p:txBody>
      </p:sp>
    </p:spTree>
    <p:extLst>
      <p:ext uri="{BB962C8B-B14F-4D97-AF65-F5344CB8AC3E}">
        <p14:creationId xmlns:p14="http://schemas.microsoft.com/office/powerpoint/2010/main" val="503915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DB8902-9EC2-4F51-806C-E59FF5BD1AAA}" type="slidenum">
              <a:rPr lang="en-US" smtClean="0"/>
              <a:t>13</a:t>
            </a:fld>
            <a:endParaRPr lang="en-US"/>
          </a:p>
        </p:txBody>
      </p:sp>
    </p:spTree>
    <p:extLst>
      <p:ext uri="{BB962C8B-B14F-4D97-AF65-F5344CB8AC3E}">
        <p14:creationId xmlns:p14="http://schemas.microsoft.com/office/powerpoint/2010/main" val="87278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F2063-FC45-A169-3BE1-0EDB1B5074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DCF143B-9B46-90D3-D32B-5B3F275606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9740F0-3CD0-F7AD-E1F0-E260CBEFF308}"/>
              </a:ext>
            </a:extLst>
          </p:cNvPr>
          <p:cNvSpPr>
            <a:spLocks noGrp="1"/>
          </p:cNvSpPr>
          <p:nvPr>
            <p:ph type="dt" sz="half" idx="10"/>
          </p:nvPr>
        </p:nvSpPr>
        <p:spPr/>
        <p:txBody>
          <a:bodyPr/>
          <a:lstStyle/>
          <a:p>
            <a:fld id="{EE994807-904B-4216-A8C5-B1FE4CB2EDCE}" type="datetimeFigureOut">
              <a:rPr lang="en-US" smtClean="0"/>
              <a:t>9/6/2024</a:t>
            </a:fld>
            <a:endParaRPr lang="en-US"/>
          </a:p>
        </p:txBody>
      </p:sp>
      <p:sp>
        <p:nvSpPr>
          <p:cNvPr id="5" name="Footer Placeholder 4">
            <a:extLst>
              <a:ext uri="{FF2B5EF4-FFF2-40B4-BE49-F238E27FC236}">
                <a16:creationId xmlns:a16="http://schemas.microsoft.com/office/drawing/2014/main" id="{5F4C2ADF-98B6-C432-16D7-96AF6E1DDD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4F0E1B-45DB-FC12-FA4E-F7C97B1FB0D0}"/>
              </a:ext>
            </a:extLst>
          </p:cNvPr>
          <p:cNvSpPr>
            <a:spLocks noGrp="1"/>
          </p:cNvSpPr>
          <p:nvPr>
            <p:ph type="sldNum" sz="quarter" idx="12"/>
          </p:nvPr>
        </p:nvSpPr>
        <p:spPr/>
        <p:txBody>
          <a:bodyPr/>
          <a:lstStyle/>
          <a:p>
            <a:fld id="{1589DDAB-16BA-4296-9E93-CA8BEEFCA5DD}" type="slidenum">
              <a:rPr lang="en-US" smtClean="0"/>
              <a:t>‹#›</a:t>
            </a:fld>
            <a:endParaRPr lang="en-US"/>
          </a:p>
        </p:txBody>
      </p:sp>
    </p:spTree>
    <p:extLst>
      <p:ext uri="{BB962C8B-B14F-4D97-AF65-F5344CB8AC3E}">
        <p14:creationId xmlns:p14="http://schemas.microsoft.com/office/powerpoint/2010/main" val="1736405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2D595-B3AC-5550-A7EA-3422651F41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4ED4EC-F266-593E-4980-21688E8ADD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6D0E25-EC6D-CC74-5F85-7614E6BB0C17}"/>
              </a:ext>
            </a:extLst>
          </p:cNvPr>
          <p:cNvSpPr>
            <a:spLocks noGrp="1"/>
          </p:cNvSpPr>
          <p:nvPr>
            <p:ph type="dt" sz="half" idx="10"/>
          </p:nvPr>
        </p:nvSpPr>
        <p:spPr/>
        <p:txBody>
          <a:bodyPr/>
          <a:lstStyle/>
          <a:p>
            <a:fld id="{EE994807-904B-4216-A8C5-B1FE4CB2EDCE}" type="datetimeFigureOut">
              <a:rPr lang="en-US" smtClean="0"/>
              <a:t>9/6/2024</a:t>
            </a:fld>
            <a:endParaRPr lang="en-US"/>
          </a:p>
        </p:txBody>
      </p:sp>
      <p:sp>
        <p:nvSpPr>
          <p:cNvPr id="5" name="Footer Placeholder 4">
            <a:extLst>
              <a:ext uri="{FF2B5EF4-FFF2-40B4-BE49-F238E27FC236}">
                <a16:creationId xmlns:a16="http://schemas.microsoft.com/office/drawing/2014/main" id="{5838B71F-742E-1C9C-9FA4-A6FC7C89A4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7F5DD6-5DB6-95F9-B2DD-59728FA503F1}"/>
              </a:ext>
            </a:extLst>
          </p:cNvPr>
          <p:cNvSpPr>
            <a:spLocks noGrp="1"/>
          </p:cNvSpPr>
          <p:nvPr>
            <p:ph type="sldNum" sz="quarter" idx="12"/>
          </p:nvPr>
        </p:nvSpPr>
        <p:spPr/>
        <p:txBody>
          <a:bodyPr/>
          <a:lstStyle/>
          <a:p>
            <a:fld id="{1589DDAB-16BA-4296-9E93-CA8BEEFCA5DD}" type="slidenum">
              <a:rPr lang="en-US" smtClean="0"/>
              <a:t>‹#›</a:t>
            </a:fld>
            <a:endParaRPr lang="en-US"/>
          </a:p>
        </p:txBody>
      </p:sp>
    </p:spTree>
    <p:extLst>
      <p:ext uri="{BB962C8B-B14F-4D97-AF65-F5344CB8AC3E}">
        <p14:creationId xmlns:p14="http://schemas.microsoft.com/office/powerpoint/2010/main" val="2439662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4D515-1B58-976D-0A7B-4078F05188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6DC8B2-B0C1-C4A7-AA11-08F03F846B8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BE6AB7-1612-3DE4-98EC-85AD6D78DA7B}"/>
              </a:ext>
            </a:extLst>
          </p:cNvPr>
          <p:cNvSpPr>
            <a:spLocks noGrp="1"/>
          </p:cNvSpPr>
          <p:nvPr>
            <p:ph type="dt" sz="half" idx="10"/>
          </p:nvPr>
        </p:nvSpPr>
        <p:spPr/>
        <p:txBody>
          <a:bodyPr/>
          <a:lstStyle/>
          <a:p>
            <a:fld id="{EE994807-904B-4216-A8C5-B1FE4CB2EDCE}" type="datetimeFigureOut">
              <a:rPr lang="en-US" smtClean="0"/>
              <a:t>9/6/2024</a:t>
            </a:fld>
            <a:endParaRPr lang="en-US"/>
          </a:p>
        </p:txBody>
      </p:sp>
      <p:sp>
        <p:nvSpPr>
          <p:cNvPr id="5" name="Footer Placeholder 4">
            <a:extLst>
              <a:ext uri="{FF2B5EF4-FFF2-40B4-BE49-F238E27FC236}">
                <a16:creationId xmlns:a16="http://schemas.microsoft.com/office/drawing/2014/main" id="{2C723333-6B3E-68E7-3A86-8649338327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E8F8BF-2572-34A8-CCFD-A0C0AF0BD304}"/>
              </a:ext>
            </a:extLst>
          </p:cNvPr>
          <p:cNvSpPr>
            <a:spLocks noGrp="1"/>
          </p:cNvSpPr>
          <p:nvPr>
            <p:ph type="sldNum" sz="quarter" idx="12"/>
          </p:nvPr>
        </p:nvSpPr>
        <p:spPr/>
        <p:txBody>
          <a:bodyPr/>
          <a:lstStyle/>
          <a:p>
            <a:fld id="{1589DDAB-16BA-4296-9E93-CA8BEEFCA5DD}" type="slidenum">
              <a:rPr lang="en-US" smtClean="0"/>
              <a:t>‹#›</a:t>
            </a:fld>
            <a:endParaRPr lang="en-US"/>
          </a:p>
        </p:txBody>
      </p:sp>
    </p:spTree>
    <p:extLst>
      <p:ext uri="{BB962C8B-B14F-4D97-AF65-F5344CB8AC3E}">
        <p14:creationId xmlns:p14="http://schemas.microsoft.com/office/powerpoint/2010/main" val="4259907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DBA26-884B-3E85-A7A5-C1AB8ED6A0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13233C-6804-8E92-99E3-A540063A68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456879E-8EB1-551F-6A95-1C761E880E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F307E8B-54FF-3CA4-0E17-68B99032F15F}"/>
              </a:ext>
            </a:extLst>
          </p:cNvPr>
          <p:cNvSpPr>
            <a:spLocks noGrp="1"/>
          </p:cNvSpPr>
          <p:nvPr>
            <p:ph type="dt" sz="half" idx="10"/>
          </p:nvPr>
        </p:nvSpPr>
        <p:spPr/>
        <p:txBody>
          <a:bodyPr/>
          <a:lstStyle/>
          <a:p>
            <a:fld id="{EE994807-904B-4216-A8C5-B1FE4CB2EDCE}" type="datetimeFigureOut">
              <a:rPr lang="en-US" smtClean="0"/>
              <a:t>9/6/2024</a:t>
            </a:fld>
            <a:endParaRPr lang="en-US"/>
          </a:p>
        </p:txBody>
      </p:sp>
      <p:sp>
        <p:nvSpPr>
          <p:cNvPr id="6" name="Footer Placeholder 5">
            <a:extLst>
              <a:ext uri="{FF2B5EF4-FFF2-40B4-BE49-F238E27FC236}">
                <a16:creationId xmlns:a16="http://schemas.microsoft.com/office/drawing/2014/main" id="{78591FE0-5A29-C872-62A9-A68B174A32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649F10-2F1B-44DB-1A65-3B4CEC46650D}"/>
              </a:ext>
            </a:extLst>
          </p:cNvPr>
          <p:cNvSpPr>
            <a:spLocks noGrp="1"/>
          </p:cNvSpPr>
          <p:nvPr>
            <p:ph type="sldNum" sz="quarter" idx="12"/>
          </p:nvPr>
        </p:nvSpPr>
        <p:spPr/>
        <p:txBody>
          <a:bodyPr/>
          <a:lstStyle/>
          <a:p>
            <a:fld id="{1589DDAB-16BA-4296-9E93-CA8BEEFCA5DD}" type="slidenum">
              <a:rPr lang="en-US" smtClean="0"/>
              <a:t>‹#›</a:t>
            </a:fld>
            <a:endParaRPr lang="en-US"/>
          </a:p>
        </p:txBody>
      </p:sp>
    </p:spTree>
    <p:extLst>
      <p:ext uri="{BB962C8B-B14F-4D97-AF65-F5344CB8AC3E}">
        <p14:creationId xmlns:p14="http://schemas.microsoft.com/office/powerpoint/2010/main" val="2224077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21A88-1394-AA28-FBD2-B15E701B9FC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0CCC047-1564-CC5E-78BC-D1D8918376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52A596-B2F0-C346-7494-3365E6663D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622379-FB90-3696-B852-2ECCEB664D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3D4C60-15D5-8367-02DF-1C26B64034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8F6E83-7495-FAC7-20A9-BB2380074C80}"/>
              </a:ext>
            </a:extLst>
          </p:cNvPr>
          <p:cNvSpPr>
            <a:spLocks noGrp="1"/>
          </p:cNvSpPr>
          <p:nvPr>
            <p:ph type="dt" sz="half" idx="10"/>
          </p:nvPr>
        </p:nvSpPr>
        <p:spPr/>
        <p:txBody>
          <a:bodyPr/>
          <a:lstStyle/>
          <a:p>
            <a:fld id="{EE994807-904B-4216-A8C5-B1FE4CB2EDCE}" type="datetimeFigureOut">
              <a:rPr lang="en-US" smtClean="0"/>
              <a:t>9/6/2024</a:t>
            </a:fld>
            <a:endParaRPr lang="en-US"/>
          </a:p>
        </p:txBody>
      </p:sp>
      <p:sp>
        <p:nvSpPr>
          <p:cNvPr id="8" name="Footer Placeholder 7">
            <a:extLst>
              <a:ext uri="{FF2B5EF4-FFF2-40B4-BE49-F238E27FC236}">
                <a16:creationId xmlns:a16="http://schemas.microsoft.com/office/drawing/2014/main" id="{62F18DFD-BC36-35C3-255D-76D2DE67F3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7A6AF15-EEA2-2430-0C8D-0B5E58C19B9F}"/>
              </a:ext>
            </a:extLst>
          </p:cNvPr>
          <p:cNvSpPr>
            <a:spLocks noGrp="1"/>
          </p:cNvSpPr>
          <p:nvPr>
            <p:ph type="sldNum" sz="quarter" idx="12"/>
          </p:nvPr>
        </p:nvSpPr>
        <p:spPr/>
        <p:txBody>
          <a:bodyPr/>
          <a:lstStyle/>
          <a:p>
            <a:fld id="{1589DDAB-16BA-4296-9E93-CA8BEEFCA5DD}" type="slidenum">
              <a:rPr lang="en-US" smtClean="0"/>
              <a:t>‹#›</a:t>
            </a:fld>
            <a:endParaRPr lang="en-US"/>
          </a:p>
        </p:txBody>
      </p:sp>
    </p:spTree>
    <p:extLst>
      <p:ext uri="{BB962C8B-B14F-4D97-AF65-F5344CB8AC3E}">
        <p14:creationId xmlns:p14="http://schemas.microsoft.com/office/powerpoint/2010/main" val="1682589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64D23-5F38-434D-9EA1-AD20819F74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FA66149-E4E8-5017-C7A3-ACC274B0F031}"/>
              </a:ext>
            </a:extLst>
          </p:cNvPr>
          <p:cNvSpPr>
            <a:spLocks noGrp="1"/>
          </p:cNvSpPr>
          <p:nvPr>
            <p:ph type="dt" sz="half" idx="10"/>
          </p:nvPr>
        </p:nvSpPr>
        <p:spPr/>
        <p:txBody>
          <a:bodyPr/>
          <a:lstStyle/>
          <a:p>
            <a:fld id="{EE994807-904B-4216-A8C5-B1FE4CB2EDCE}" type="datetimeFigureOut">
              <a:rPr lang="en-US" smtClean="0"/>
              <a:t>9/6/2024</a:t>
            </a:fld>
            <a:endParaRPr lang="en-US"/>
          </a:p>
        </p:txBody>
      </p:sp>
      <p:sp>
        <p:nvSpPr>
          <p:cNvPr id="4" name="Footer Placeholder 3">
            <a:extLst>
              <a:ext uri="{FF2B5EF4-FFF2-40B4-BE49-F238E27FC236}">
                <a16:creationId xmlns:a16="http://schemas.microsoft.com/office/drawing/2014/main" id="{1737D223-B0D8-D1C9-4D0F-6F90C60EE61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9E4D90-E113-0756-E7B7-01DE6DA3AB1F}"/>
              </a:ext>
            </a:extLst>
          </p:cNvPr>
          <p:cNvSpPr>
            <a:spLocks noGrp="1"/>
          </p:cNvSpPr>
          <p:nvPr>
            <p:ph type="sldNum" sz="quarter" idx="12"/>
          </p:nvPr>
        </p:nvSpPr>
        <p:spPr/>
        <p:txBody>
          <a:bodyPr/>
          <a:lstStyle/>
          <a:p>
            <a:fld id="{1589DDAB-16BA-4296-9E93-CA8BEEFCA5DD}" type="slidenum">
              <a:rPr lang="en-US" smtClean="0"/>
              <a:t>‹#›</a:t>
            </a:fld>
            <a:endParaRPr lang="en-US"/>
          </a:p>
        </p:txBody>
      </p:sp>
    </p:spTree>
    <p:extLst>
      <p:ext uri="{BB962C8B-B14F-4D97-AF65-F5344CB8AC3E}">
        <p14:creationId xmlns:p14="http://schemas.microsoft.com/office/powerpoint/2010/main" val="9984324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B48C54-587F-5EC7-605F-EA78452E746F}"/>
              </a:ext>
            </a:extLst>
          </p:cNvPr>
          <p:cNvSpPr>
            <a:spLocks noGrp="1"/>
          </p:cNvSpPr>
          <p:nvPr>
            <p:ph type="dt" sz="half" idx="10"/>
          </p:nvPr>
        </p:nvSpPr>
        <p:spPr/>
        <p:txBody>
          <a:bodyPr/>
          <a:lstStyle/>
          <a:p>
            <a:fld id="{EE994807-904B-4216-A8C5-B1FE4CB2EDCE}" type="datetimeFigureOut">
              <a:rPr lang="en-US" smtClean="0"/>
              <a:t>9/6/2024</a:t>
            </a:fld>
            <a:endParaRPr lang="en-US"/>
          </a:p>
        </p:txBody>
      </p:sp>
      <p:sp>
        <p:nvSpPr>
          <p:cNvPr id="3" name="Footer Placeholder 2">
            <a:extLst>
              <a:ext uri="{FF2B5EF4-FFF2-40B4-BE49-F238E27FC236}">
                <a16:creationId xmlns:a16="http://schemas.microsoft.com/office/drawing/2014/main" id="{D3F4A7E4-AFE6-F04D-3FDB-57F85BABCA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33B59BC-9CB9-3AD2-5C91-08722FA6B4F2}"/>
              </a:ext>
            </a:extLst>
          </p:cNvPr>
          <p:cNvSpPr>
            <a:spLocks noGrp="1"/>
          </p:cNvSpPr>
          <p:nvPr>
            <p:ph type="sldNum" sz="quarter" idx="12"/>
          </p:nvPr>
        </p:nvSpPr>
        <p:spPr/>
        <p:txBody>
          <a:bodyPr/>
          <a:lstStyle/>
          <a:p>
            <a:fld id="{1589DDAB-16BA-4296-9E93-CA8BEEFCA5DD}" type="slidenum">
              <a:rPr lang="en-US" smtClean="0"/>
              <a:t>‹#›</a:t>
            </a:fld>
            <a:endParaRPr lang="en-US"/>
          </a:p>
        </p:txBody>
      </p:sp>
    </p:spTree>
    <p:extLst>
      <p:ext uri="{BB962C8B-B14F-4D97-AF65-F5344CB8AC3E}">
        <p14:creationId xmlns:p14="http://schemas.microsoft.com/office/powerpoint/2010/main" val="3862551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10EA9-0CBE-8B34-A806-0C3D3C9B22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1F6135C-3CBF-B7F4-E1B5-81C5ED62EE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370095-836B-B435-3033-4B9D88B179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EA02F6-B2D5-AEF2-6188-979AD307D324}"/>
              </a:ext>
            </a:extLst>
          </p:cNvPr>
          <p:cNvSpPr>
            <a:spLocks noGrp="1"/>
          </p:cNvSpPr>
          <p:nvPr>
            <p:ph type="dt" sz="half" idx="10"/>
          </p:nvPr>
        </p:nvSpPr>
        <p:spPr/>
        <p:txBody>
          <a:bodyPr/>
          <a:lstStyle/>
          <a:p>
            <a:fld id="{EE994807-904B-4216-A8C5-B1FE4CB2EDCE}" type="datetimeFigureOut">
              <a:rPr lang="en-US" smtClean="0"/>
              <a:t>9/6/2024</a:t>
            </a:fld>
            <a:endParaRPr lang="en-US"/>
          </a:p>
        </p:txBody>
      </p:sp>
      <p:sp>
        <p:nvSpPr>
          <p:cNvPr id="6" name="Footer Placeholder 5">
            <a:extLst>
              <a:ext uri="{FF2B5EF4-FFF2-40B4-BE49-F238E27FC236}">
                <a16:creationId xmlns:a16="http://schemas.microsoft.com/office/drawing/2014/main" id="{4CEBCB9D-A7B8-06A7-4F9D-E64923553E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816541-D651-C908-3B15-FACADDE45104}"/>
              </a:ext>
            </a:extLst>
          </p:cNvPr>
          <p:cNvSpPr>
            <a:spLocks noGrp="1"/>
          </p:cNvSpPr>
          <p:nvPr>
            <p:ph type="sldNum" sz="quarter" idx="12"/>
          </p:nvPr>
        </p:nvSpPr>
        <p:spPr/>
        <p:txBody>
          <a:bodyPr/>
          <a:lstStyle/>
          <a:p>
            <a:fld id="{1589DDAB-16BA-4296-9E93-CA8BEEFCA5DD}" type="slidenum">
              <a:rPr lang="en-US" smtClean="0"/>
              <a:t>‹#›</a:t>
            </a:fld>
            <a:endParaRPr lang="en-US"/>
          </a:p>
        </p:txBody>
      </p:sp>
    </p:spTree>
    <p:extLst>
      <p:ext uri="{BB962C8B-B14F-4D97-AF65-F5344CB8AC3E}">
        <p14:creationId xmlns:p14="http://schemas.microsoft.com/office/powerpoint/2010/main" val="3001005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950CE-9CBD-1F37-AA30-0372EAA512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3FE7E54-7AB9-74B5-D0A6-E17043DDE6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AB2B3D-F23E-4412-BD7A-2D239BE7D2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8D3C9A-7173-452F-A964-F0B78D74D01E}"/>
              </a:ext>
            </a:extLst>
          </p:cNvPr>
          <p:cNvSpPr>
            <a:spLocks noGrp="1"/>
          </p:cNvSpPr>
          <p:nvPr>
            <p:ph type="dt" sz="half" idx="10"/>
          </p:nvPr>
        </p:nvSpPr>
        <p:spPr/>
        <p:txBody>
          <a:bodyPr/>
          <a:lstStyle/>
          <a:p>
            <a:fld id="{EE994807-904B-4216-A8C5-B1FE4CB2EDCE}" type="datetimeFigureOut">
              <a:rPr lang="en-US" smtClean="0"/>
              <a:t>9/6/2024</a:t>
            </a:fld>
            <a:endParaRPr lang="en-US"/>
          </a:p>
        </p:txBody>
      </p:sp>
      <p:sp>
        <p:nvSpPr>
          <p:cNvPr id="6" name="Footer Placeholder 5">
            <a:extLst>
              <a:ext uri="{FF2B5EF4-FFF2-40B4-BE49-F238E27FC236}">
                <a16:creationId xmlns:a16="http://schemas.microsoft.com/office/drawing/2014/main" id="{46BD2654-C42E-35A5-26F2-F46862A19C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99CDCD-62D5-164E-A5BC-E675D5FF657A}"/>
              </a:ext>
            </a:extLst>
          </p:cNvPr>
          <p:cNvSpPr>
            <a:spLocks noGrp="1"/>
          </p:cNvSpPr>
          <p:nvPr>
            <p:ph type="sldNum" sz="quarter" idx="12"/>
          </p:nvPr>
        </p:nvSpPr>
        <p:spPr/>
        <p:txBody>
          <a:bodyPr/>
          <a:lstStyle/>
          <a:p>
            <a:fld id="{1589DDAB-16BA-4296-9E93-CA8BEEFCA5DD}" type="slidenum">
              <a:rPr lang="en-US" smtClean="0"/>
              <a:t>‹#›</a:t>
            </a:fld>
            <a:endParaRPr lang="en-US"/>
          </a:p>
        </p:txBody>
      </p:sp>
    </p:spTree>
    <p:extLst>
      <p:ext uri="{BB962C8B-B14F-4D97-AF65-F5344CB8AC3E}">
        <p14:creationId xmlns:p14="http://schemas.microsoft.com/office/powerpoint/2010/main" val="3675626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1ECF0-5AAD-4A42-57C0-F5E408F5630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45FA0E-27F9-9D74-ED68-77C79858AB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ECBBB4-B055-6546-EF63-8057D3DFF2E0}"/>
              </a:ext>
            </a:extLst>
          </p:cNvPr>
          <p:cNvSpPr>
            <a:spLocks noGrp="1"/>
          </p:cNvSpPr>
          <p:nvPr>
            <p:ph type="dt" sz="half" idx="10"/>
          </p:nvPr>
        </p:nvSpPr>
        <p:spPr/>
        <p:txBody>
          <a:bodyPr/>
          <a:lstStyle/>
          <a:p>
            <a:fld id="{EE994807-904B-4216-A8C5-B1FE4CB2EDCE}" type="datetimeFigureOut">
              <a:rPr lang="en-US" smtClean="0"/>
              <a:t>9/6/2024</a:t>
            </a:fld>
            <a:endParaRPr lang="en-US"/>
          </a:p>
        </p:txBody>
      </p:sp>
      <p:sp>
        <p:nvSpPr>
          <p:cNvPr id="5" name="Footer Placeholder 4">
            <a:extLst>
              <a:ext uri="{FF2B5EF4-FFF2-40B4-BE49-F238E27FC236}">
                <a16:creationId xmlns:a16="http://schemas.microsoft.com/office/drawing/2014/main" id="{D72C4372-EC71-FBF2-E6B7-7FBD77C8B3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EFB1E4-E3F3-4053-5FE2-2411FA989C84}"/>
              </a:ext>
            </a:extLst>
          </p:cNvPr>
          <p:cNvSpPr>
            <a:spLocks noGrp="1"/>
          </p:cNvSpPr>
          <p:nvPr>
            <p:ph type="sldNum" sz="quarter" idx="12"/>
          </p:nvPr>
        </p:nvSpPr>
        <p:spPr/>
        <p:txBody>
          <a:bodyPr/>
          <a:lstStyle/>
          <a:p>
            <a:fld id="{1589DDAB-16BA-4296-9E93-CA8BEEFCA5DD}" type="slidenum">
              <a:rPr lang="en-US" smtClean="0"/>
              <a:t>‹#›</a:t>
            </a:fld>
            <a:endParaRPr lang="en-US"/>
          </a:p>
        </p:txBody>
      </p:sp>
    </p:spTree>
    <p:extLst>
      <p:ext uri="{BB962C8B-B14F-4D97-AF65-F5344CB8AC3E}">
        <p14:creationId xmlns:p14="http://schemas.microsoft.com/office/powerpoint/2010/main" val="2073390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3D83A8-78B6-CBAE-164D-0132E16105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10809F-1E8F-D739-3AD1-AF700D95E7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68CAE1-C1A1-3850-A8F1-3DBA6512AD1A}"/>
              </a:ext>
            </a:extLst>
          </p:cNvPr>
          <p:cNvSpPr>
            <a:spLocks noGrp="1"/>
          </p:cNvSpPr>
          <p:nvPr>
            <p:ph type="dt" sz="half" idx="10"/>
          </p:nvPr>
        </p:nvSpPr>
        <p:spPr/>
        <p:txBody>
          <a:bodyPr/>
          <a:lstStyle/>
          <a:p>
            <a:fld id="{EE994807-904B-4216-A8C5-B1FE4CB2EDCE}" type="datetimeFigureOut">
              <a:rPr lang="en-US" smtClean="0"/>
              <a:t>9/6/2024</a:t>
            </a:fld>
            <a:endParaRPr lang="en-US"/>
          </a:p>
        </p:txBody>
      </p:sp>
      <p:sp>
        <p:nvSpPr>
          <p:cNvPr id="5" name="Footer Placeholder 4">
            <a:extLst>
              <a:ext uri="{FF2B5EF4-FFF2-40B4-BE49-F238E27FC236}">
                <a16:creationId xmlns:a16="http://schemas.microsoft.com/office/drawing/2014/main" id="{03EB81A4-B84E-2185-4389-C1C34EE562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1837AF-19D7-4348-AF63-B128DC36D15E}"/>
              </a:ext>
            </a:extLst>
          </p:cNvPr>
          <p:cNvSpPr>
            <a:spLocks noGrp="1"/>
          </p:cNvSpPr>
          <p:nvPr>
            <p:ph type="sldNum" sz="quarter" idx="12"/>
          </p:nvPr>
        </p:nvSpPr>
        <p:spPr/>
        <p:txBody>
          <a:bodyPr/>
          <a:lstStyle/>
          <a:p>
            <a:fld id="{1589DDAB-16BA-4296-9E93-CA8BEEFCA5DD}" type="slidenum">
              <a:rPr lang="en-US" smtClean="0"/>
              <a:t>‹#›</a:t>
            </a:fld>
            <a:endParaRPr lang="en-US"/>
          </a:p>
        </p:txBody>
      </p:sp>
    </p:spTree>
    <p:extLst>
      <p:ext uri="{BB962C8B-B14F-4D97-AF65-F5344CB8AC3E}">
        <p14:creationId xmlns:p14="http://schemas.microsoft.com/office/powerpoint/2010/main" val="1498075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4F447-CAD4-DBD9-9D31-409AECDD14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D4E112-0309-9C4B-DD5D-475B7D70F2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69100C-B10B-D6AC-25B4-58BAC011FA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994807-904B-4216-A8C5-B1FE4CB2EDCE}" type="datetimeFigureOut">
              <a:rPr lang="en-US" smtClean="0"/>
              <a:t>9/6/2024</a:t>
            </a:fld>
            <a:endParaRPr lang="en-US"/>
          </a:p>
        </p:txBody>
      </p:sp>
      <p:sp>
        <p:nvSpPr>
          <p:cNvPr id="5" name="Footer Placeholder 4">
            <a:extLst>
              <a:ext uri="{FF2B5EF4-FFF2-40B4-BE49-F238E27FC236}">
                <a16:creationId xmlns:a16="http://schemas.microsoft.com/office/drawing/2014/main" id="{A3276094-5347-F2BB-B4D5-65F4B16C76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2D26E65-B6EE-D084-63FD-C158F3673B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89DDAB-16BA-4296-9E93-CA8BEEFCA5DD}" type="slidenum">
              <a:rPr lang="en-US" smtClean="0"/>
              <a:t>‹#›</a:t>
            </a:fld>
            <a:endParaRPr lang="en-US"/>
          </a:p>
        </p:txBody>
      </p:sp>
    </p:spTree>
    <p:extLst>
      <p:ext uri="{BB962C8B-B14F-4D97-AF65-F5344CB8AC3E}">
        <p14:creationId xmlns:p14="http://schemas.microsoft.com/office/powerpoint/2010/main" val="15584202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86;p13">
            <a:extLst>
              <a:ext uri="{FF2B5EF4-FFF2-40B4-BE49-F238E27FC236}">
                <a16:creationId xmlns:a16="http://schemas.microsoft.com/office/drawing/2014/main" id="{10D37D5E-7F81-AFB2-896C-680ABF7E96C1}"/>
              </a:ext>
            </a:extLst>
          </p:cNvPr>
          <p:cNvSpPr txBox="1">
            <a:spLocks/>
          </p:cNvSpPr>
          <p:nvPr/>
        </p:nvSpPr>
        <p:spPr>
          <a:xfrm>
            <a:off x="4075834" y="1334823"/>
            <a:ext cx="7688100" cy="1664700"/>
          </a:xfrm>
          <a:prstGeom prst="rect">
            <a:avLst/>
          </a:prstGeom>
        </p:spPr>
        <p:txBody>
          <a:bodyPr spcFirstLastPara="1" vert="horz" wrap="square" lIns="91425" tIns="91425" rIns="91425" bIns="91425"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b="1" dirty="0">
                <a:latin typeface="Times New Roman" panose="02020603050405020304" pitchFamily="18" charset="0"/>
                <a:cs typeface="Times New Roman" panose="02020603050405020304" pitchFamily="18" charset="0"/>
              </a:rPr>
              <a:t>Discrete Structures</a:t>
            </a:r>
          </a:p>
        </p:txBody>
      </p:sp>
      <p:sp>
        <p:nvSpPr>
          <p:cNvPr id="6" name="TextBox 5">
            <a:extLst>
              <a:ext uri="{FF2B5EF4-FFF2-40B4-BE49-F238E27FC236}">
                <a16:creationId xmlns:a16="http://schemas.microsoft.com/office/drawing/2014/main" id="{9E3032FB-F200-E1DC-7917-01517F6E864B}"/>
              </a:ext>
            </a:extLst>
          </p:cNvPr>
          <p:cNvSpPr txBox="1"/>
          <p:nvPr/>
        </p:nvSpPr>
        <p:spPr>
          <a:xfrm>
            <a:off x="5357352" y="2414748"/>
            <a:ext cx="6098458" cy="1077218"/>
          </a:xfrm>
          <a:prstGeom prst="rect">
            <a:avLst/>
          </a:prstGeom>
          <a:noFill/>
        </p:spPr>
        <p:txBody>
          <a:bodyPr wrap="square">
            <a:spAutoFit/>
          </a:bodyPr>
          <a:lstStyle/>
          <a:p>
            <a:pPr marL="0" lvl="0" indent="0" algn="l" rtl="0">
              <a:spcBef>
                <a:spcPts val="0"/>
              </a:spcBef>
              <a:spcAft>
                <a:spcPts val="0"/>
              </a:spcAft>
              <a:buNone/>
            </a:pPr>
            <a:r>
              <a:rPr lang="en-US" sz="3200" b="1" dirty="0">
                <a:latin typeface="Times New Roman" panose="02020603050405020304" pitchFamily="18" charset="0"/>
                <a:ea typeface="Raleway"/>
                <a:cs typeface="Times New Roman" panose="02020603050405020304" pitchFamily="18" charset="0"/>
                <a:sym typeface="Raleway"/>
              </a:rPr>
              <a:t>CS-1005</a:t>
            </a:r>
          </a:p>
          <a:p>
            <a:pPr marL="0" lvl="0" indent="0" algn="l" rtl="0">
              <a:spcBef>
                <a:spcPts val="0"/>
              </a:spcBef>
              <a:spcAft>
                <a:spcPts val="0"/>
              </a:spcAft>
              <a:buNone/>
            </a:pPr>
            <a:r>
              <a:rPr lang="en-US" sz="3200" b="1" dirty="0">
                <a:latin typeface="Times New Roman" panose="02020603050405020304" pitchFamily="18" charset="0"/>
                <a:ea typeface="Raleway"/>
                <a:cs typeface="Times New Roman" panose="02020603050405020304" pitchFamily="18" charset="0"/>
                <a:sym typeface="Raleway"/>
              </a:rPr>
              <a:t>GCR: e2d2awt</a:t>
            </a:r>
          </a:p>
        </p:txBody>
      </p:sp>
      <p:sp>
        <p:nvSpPr>
          <p:cNvPr id="8" name="TextBox 7">
            <a:extLst>
              <a:ext uri="{FF2B5EF4-FFF2-40B4-BE49-F238E27FC236}">
                <a16:creationId xmlns:a16="http://schemas.microsoft.com/office/drawing/2014/main" id="{4AA6C14E-444A-E20F-4DFC-2A4BD236BB0A}"/>
              </a:ext>
            </a:extLst>
          </p:cNvPr>
          <p:cNvSpPr txBox="1"/>
          <p:nvPr/>
        </p:nvSpPr>
        <p:spPr>
          <a:xfrm>
            <a:off x="3240959" y="4188231"/>
            <a:ext cx="6098458" cy="769441"/>
          </a:xfrm>
          <a:prstGeom prst="rect">
            <a:avLst/>
          </a:prstGeom>
          <a:noFill/>
        </p:spPr>
        <p:txBody>
          <a:bodyPr wrap="square">
            <a:spAutoFit/>
          </a:bodyPr>
          <a:lstStyle/>
          <a:p>
            <a:pPr marL="0" lvl="0" indent="0" algn="ctr" rtl="0">
              <a:spcBef>
                <a:spcPts val="0"/>
              </a:spcBef>
              <a:spcAft>
                <a:spcPts val="0"/>
              </a:spcAft>
              <a:buNone/>
            </a:pPr>
            <a:r>
              <a:rPr lang="en-US" sz="4400" b="1" dirty="0">
                <a:latin typeface="Times New Roman" panose="02020603050405020304" pitchFamily="18" charset="0"/>
                <a:ea typeface="Raleway"/>
                <a:cs typeface="Times New Roman" panose="02020603050405020304" pitchFamily="18" charset="0"/>
                <a:sym typeface="Raleway"/>
              </a:rPr>
              <a:t>Lecture-6</a:t>
            </a:r>
          </a:p>
        </p:txBody>
      </p:sp>
    </p:spTree>
    <p:extLst>
      <p:ext uri="{BB962C8B-B14F-4D97-AF65-F5344CB8AC3E}">
        <p14:creationId xmlns:p14="http://schemas.microsoft.com/office/powerpoint/2010/main" val="2059971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C82B5-950E-EC51-5A17-188443DD82A4}"/>
              </a:ext>
            </a:extLst>
          </p:cNvPr>
          <p:cNvSpPr>
            <a:spLocks noGrp="1"/>
          </p:cNvSpPr>
          <p:nvPr>
            <p:ph type="title"/>
          </p:nvPr>
        </p:nvSpPr>
        <p:spPr/>
        <p:txBody>
          <a:bodyPr/>
          <a:lstStyle/>
          <a:p>
            <a:r>
              <a:rPr lang="en-US" dirty="0"/>
              <a:t>Propositional Logic</a:t>
            </a:r>
          </a:p>
        </p:txBody>
      </p:sp>
      <p:sp>
        <p:nvSpPr>
          <p:cNvPr id="4" name="Content Placeholder 2">
            <a:extLst>
              <a:ext uri="{FF2B5EF4-FFF2-40B4-BE49-F238E27FC236}">
                <a16:creationId xmlns:a16="http://schemas.microsoft.com/office/drawing/2014/main" id="{B2FDBE1A-6691-DAA6-D1F5-2744BC526B0E}"/>
              </a:ext>
            </a:extLst>
          </p:cNvPr>
          <p:cNvSpPr>
            <a:spLocks noGrp="1"/>
          </p:cNvSpPr>
          <p:nvPr>
            <p:ph idx="1"/>
          </p:nvPr>
        </p:nvSpPr>
        <p:spPr>
          <a:xfrm>
            <a:off x="501445" y="1757056"/>
            <a:ext cx="8229600" cy="4876800"/>
          </a:xfrm>
        </p:spPr>
        <p:txBody>
          <a:bodyPr>
            <a:normAutofit/>
          </a:bodyPr>
          <a:lstStyle/>
          <a:p>
            <a:r>
              <a:rPr lang="en-US" dirty="0"/>
              <a:t>Just as in algebra, operators have precedence</a:t>
            </a:r>
          </a:p>
          <a:p>
            <a:pPr marL="0" lvl="1" indent="0">
              <a:buNone/>
            </a:pPr>
            <a:r>
              <a:rPr lang="en-US" dirty="0"/>
              <a:t>	</a:t>
            </a:r>
          </a:p>
          <a:p>
            <a:pPr marL="0" lvl="1" indent="0">
              <a:buNone/>
            </a:pPr>
            <a:r>
              <a:rPr lang="en-US" dirty="0"/>
              <a:t>	 </a:t>
            </a:r>
            <a:r>
              <a:rPr lang="en-US" sz="2600" dirty="0">
                <a:ea typeface="ＭＳ Ｐゴシック" pitchFamily="34" charset="-128"/>
                <a:cs typeface="Arial" charset="0"/>
              </a:rPr>
              <a:t>4+3*2 = 4+(3*2),         not (4+3)*2</a:t>
            </a:r>
          </a:p>
          <a:p>
            <a:endParaRPr lang="en-US" dirty="0"/>
          </a:p>
          <a:p>
            <a:r>
              <a:rPr lang="en-US" dirty="0"/>
              <a:t>Example</a:t>
            </a:r>
          </a:p>
          <a:p>
            <a:pPr marL="0" indent="0">
              <a:buNone/>
            </a:pPr>
            <a:r>
              <a:rPr lang="en-US" dirty="0">
                <a:latin typeface="+mj-lt"/>
                <a:ea typeface="ＭＳ Ｐゴシック" pitchFamily="34" charset="-128"/>
                <a:cs typeface="Arial" charset="0"/>
                <a:sym typeface="Symbol" pitchFamily="18" charset="2"/>
              </a:rPr>
              <a:t>This means that</a:t>
            </a:r>
          </a:p>
          <a:p>
            <a:pPr marL="0" indent="0">
              <a:buNone/>
            </a:pPr>
            <a:r>
              <a:rPr lang="en-US" dirty="0">
                <a:latin typeface="+mj-lt"/>
                <a:ea typeface="ＭＳ Ｐゴシック" pitchFamily="34" charset="-128"/>
                <a:cs typeface="Arial" charset="0"/>
                <a:sym typeface="Symbol" pitchFamily="18" charset="2"/>
              </a:rPr>
              <a:t>p  q  </a:t>
            </a:r>
            <a:r>
              <a:rPr lang="en-US" dirty="0">
                <a:latin typeface="+mj-lt"/>
                <a:ea typeface="ＭＳ Ｐゴシック" pitchFamily="34" charset="-128"/>
                <a:cs typeface="Arial" charset="0"/>
              </a:rPr>
              <a:t>¬</a:t>
            </a:r>
            <a:r>
              <a:rPr lang="en-US" dirty="0">
                <a:latin typeface="+mj-lt"/>
                <a:ea typeface="ＭＳ Ｐゴシック" pitchFamily="34" charset="-128"/>
                <a:cs typeface="Arial" charset="0"/>
                <a:sym typeface="Symbol" pitchFamily="18" charset="2"/>
              </a:rPr>
              <a:t>r </a:t>
            </a:r>
            <a:r>
              <a:rPr lang="en-US" dirty="0">
                <a:latin typeface="+mj-lt"/>
                <a:ea typeface="ＭＳ Ｐゴシック" pitchFamily="34" charset="-128"/>
                <a:cs typeface="Arial" charset="0"/>
              </a:rPr>
              <a:t>→</a:t>
            </a:r>
            <a:r>
              <a:rPr lang="en-US" dirty="0">
                <a:latin typeface="+mj-lt"/>
                <a:ea typeface="ＭＳ Ｐゴシック" pitchFamily="34" charset="-128"/>
                <a:cs typeface="Arial" charset="0"/>
                <a:sym typeface="Symbol" pitchFamily="18" charset="2"/>
              </a:rPr>
              <a:t> s </a:t>
            </a:r>
            <a:r>
              <a:rPr lang="en-US" dirty="0">
                <a:latin typeface="+mj-lt"/>
                <a:ea typeface="ＭＳ Ｐゴシック" pitchFamily="34" charset="-128"/>
                <a:cs typeface="Arial" charset="0"/>
              </a:rPr>
              <a:t>↔</a:t>
            </a:r>
            <a:r>
              <a:rPr lang="en-US" dirty="0">
                <a:latin typeface="+mj-lt"/>
                <a:ea typeface="ＭＳ Ｐゴシック" pitchFamily="34" charset="-128"/>
                <a:cs typeface="Arial" charset="0"/>
                <a:sym typeface="Symbol" pitchFamily="18" charset="2"/>
              </a:rPr>
              <a:t> t </a:t>
            </a:r>
            <a:br>
              <a:rPr lang="en-US" dirty="0">
                <a:latin typeface="+mj-lt"/>
                <a:ea typeface="ＭＳ Ｐゴシック" pitchFamily="34" charset="-128"/>
                <a:cs typeface="Arial" charset="0"/>
                <a:sym typeface="Symbol" pitchFamily="18" charset="2"/>
              </a:rPr>
            </a:br>
            <a:r>
              <a:rPr lang="en-US" dirty="0">
                <a:latin typeface="+mj-lt"/>
                <a:ea typeface="ＭＳ Ｐゴシック" pitchFamily="34" charset="-128"/>
                <a:cs typeface="Arial" charset="0"/>
                <a:sym typeface="Symbol" pitchFamily="18" charset="2"/>
              </a:rPr>
              <a:t>yields: (p  (q  (</a:t>
            </a:r>
            <a:r>
              <a:rPr lang="en-US" dirty="0">
                <a:latin typeface="+mj-lt"/>
                <a:ea typeface="ＭＳ Ｐゴシック" pitchFamily="34" charset="-128"/>
                <a:cs typeface="Arial" charset="0"/>
              </a:rPr>
              <a:t>¬</a:t>
            </a:r>
            <a:r>
              <a:rPr lang="en-US" dirty="0">
                <a:latin typeface="+mj-lt"/>
                <a:ea typeface="ＭＳ Ｐゴシック" pitchFamily="34" charset="-128"/>
                <a:cs typeface="Arial" charset="0"/>
                <a:sym typeface="Symbol" pitchFamily="18" charset="2"/>
              </a:rPr>
              <a:t>r)) </a:t>
            </a:r>
            <a:r>
              <a:rPr lang="en-US" dirty="0">
                <a:latin typeface="+mj-lt"/>
                <a:ea typeface="ＭＳ Ｐゴシック" pitchFamily="34" charset="-128"/>
                <a:cs typeface="Arial" charset="0"/>
              </a:rPr>
              <a:t>→</a:t>
            </a:r>
            <a:r>
              <a:rPr lang="en-US" dirty="0">
                <a:latin typeface="+mj-lt"/>
                <a:ea typeface="ＭＳ Ｐゴシック" pitchFamily="34" charset="-128"/>
                <a:cs typeface="Arial" charset="0"/>
                <a:sym typeface="Symbol" pitchFamily="18" charset="2"/>
              </a:rPr>
              <a:t> s) </a:t>
            </a:r>
            <a:r>
              <a:rPr lang="en-US" dirty="0">
                <a:latin typeface="+mj-lt"/>
                <a:ea typeface="ＭＳ Ｐゴシック" pitchFamily="34" charset="-128"/>
                <a:cs typeface="Arial" charset="0"/>
              </a:rPr>
              <a:t>↔</a:t>
            </a:r>
            <a:r>
              <a:rPr lang="en-US" dirty="0">
                <a:latin typeface="+mj-lt"/>
                <a:ea typeface="ＭＳ Ｐゴシック" pitchFamily="34" charset="-128"/>
                <a:cs typeface="Arial" charset="0"/>
                <a:sym typeface="Symbol" pitchFamily="18" charset="2"/>
              </a:rPr>
              <a:t> (t)</a:t>
            </a:r>
            <a:endParaRPr lang="en-US" dirty="0">
              <a:latin typeface="+mj-lt"/>
            </a:endParaRPr>
          </a:p>
          <a:p>
            <a:pPr marL="0" indent="0">
              <a:buNone/>
            </a:pPr>
            <a:r>
              <a:rPr lang="en-US" dirty="0"/>
              <a:t>						</a:t>
            </a:r>
          </a:p>
          <a:p>
            <a:pPr marL="0" indent="0">
              <a:buNone/>
            </a:pPr>
            <a:r>
              <a:rPr lang="en-US" dirty="0"/>
              <a:t>					</a:t>
            </a:r>
          </a:p>
        </p:txBody>
      </p:sp>
      <p:graphicFrame>
        <p:nvGraphicFramePr>
          <p:cNvPr id="5" name="Table 4">
            <a:extLst>
              <a:ext uri="{FF2B5EF4-FFF2-40B4-BE49-F238E27FC236}">
                <a16:creationId xmlns:a16="http://schemas.microsoft.com/office/drawing/2014/main" id="{094043AD-1038-DCAD-A72A-FD819D61FC97}"/>
              </a:ext>
            </a:extLst>
          </p:cNvPr>
          <p:cNvGraphicFramePr>
            <a:graphicFrameLocks noGrp="1"/>
          </p:cNvGraphicFramePr>
          <p:nvPr/>
        </p:nvGraphicFramePr>
        <p:xfrm>
          <a:off x="8305800" y="3748548"/>
          <a:ext cx="3048000" cy="234188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370840">
                <a:tc>
                  <a:txBody>
                    <a:bodyPr/>
                    <a:lstStyle/>
                    <a:p>
                      <a:pPr algn="ctr"/>
                      <a:r>
                        <a:rPr lang="en-US" dirty="0"/>
                        <a:t>Operator</a:t>
                      </a:r>
                    </a:p>
                  </a:txBody>
                  <a:tcPr/>
                </a:tc>
                <a:tc>
                  <a:txBody>
                    <a:bodyPr/>
                    <a:lstStyle/>
                    <a:p>
                      <a:pPr algn="ctr"/>
                      <a:r>
                        <a:rPr lang="en-US" dirty="0"/>
                        <a:t>Precedence</a:t>
                      </a:r>
                    </a:p>
                  </a:txBody>
                  <a:tcPr/>
                </a:tc>
                <a:extLst>
                  <a:ext uri="{0D108BD9-81ED-4DB2-BD59-A6C34878D82A}">
                    <a16:rowId xmlns:a16="http://schemas.microsoft.com/office/drawing/2014/main" val="10000"/>
                  </a:ext>
                </a:extLst>
              </a:tr>
              <a:tr h="370840">
                <a:tc>
                  <a:txBody>
                    <a:bodyPr/>
                    <a:lstStyle/>
                    <a:p>
                      <a:pPr algn="ctr"/>
                      <a:r>
                        <a:rPr lang="en-US" sz="1800" dirty="0">
                          <a:ea typeface="ＭＳ Ｐゴシック" pitchFamily="34" charset="-128"/>
                          <a:cs typeface="Arial" charset="0"/>
                        </a:rPr>
                        <a:t>¬</a:t>
                      </a:r>
                      <a:endParaRPr lang="en-US" dirty="0"/>
                    </a:p>
                  </a:txBody>
                  <a:tcPr/>
                </a:tc>
                <a:tc>
                  <a:txBody>
                    <a:bodyPr/>
                    <a:lstStyle/>
                    <a:p>
                      <a:pPr algn="ctr"/>
                      <a:r>
                        <a:rPr lang="en-US" dirty="0"/>
                        <a:t>1</a:t>
                      </a:r>
                    </a:p>
                  </a:txBody>
                  <a:tcPr/>
                </a:tc>
                <a:extLst>
                  <a:ext uri="{0D108BD9-81ED-4DB2-BD59-A6C34878D82A}">
                    <a16:rowId xmlns:a16="http://schemas.microsoft.com/office/drawing/2014/main" val="10001"/>
                  </a:ext>
                </a:extLst>
              </a:tr>
              <a:tr h="370840">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US" sz="1800" dirty="0">
                          <a:ea typeface="ＭＳ Ｐゴシック" pitchFamily="34" charset="-128"/>
                          <a:cs typeface="Arial" charset="0"/>
                          <a:sym typeface="Symbol" pitchFamily="18" charset="2"/>
                        </a:rPr>
                        <a:t></a:t>
                      </a:r>
                      <a:endParaRPr lang="en-US" sz="1800" dirty="0"/>
                    </a:p>
                  </a:txBody>
                  <a:tcPr/>
                </a:tc>
                <a:tc>
                  <a:txBody>
                    <a:bodyPr/>
                    <a:lstStyle/>
                    <a:p>
                      <a:pPr algn="ctr"/>
                      <a:r>
                        <a:rPr lang="en-US" dirty="0"/>
                        <a:t>2</a:t>
                      </a:r>
                    </a:p>
                  </a:txBody>
                  <a:tcPr/>
                </a:tc>
                <a:extLst>
                  <a:ext uri="{0D108BD9-81ED-4DB2-BD59-A6C34878D82A}">
                    <a16:rowId xmlns:a16="http://schemas.microsoft.com/office/drawing/2014/main" val="10002"/>
                  </a:ext>
                </a:extLst>
              </a:tr>
              <a:tr h="370840">
                <a:tc>
                  <a:txBody>
                    <a:bodyPr/>
                    <a:lstStyle/>
                    <a:p>
                      <a:pPr algn="ctr"/>
                      <a:r>
                        <a:rPr lang="en-US" sz="1800" dirty="0">
                          <a:ea typeface="ＭＳ Ｐゴシック" pitchFamily="34" charset="-128"/>
                          <a:cs typeface="Arial" charset="0"/>
                          <a:sym typeface="Symbol" pitchFamily="18" charset="2"/>
                        </a:rPr>
                        <a:t></a:t>
                      </a:r>
                      <a:endParaRPr lang="en-US" dirty="0"/>
                    </a:p>
                  </a:txBody>
                  <a:tcPr/>
                </a:tc>
                <a:tc>
                  <a:txBody>
                    <a:bodyPr/>
                    <a:lstStyle/>
                    <a:p>
                      <a:pPr algn="ctr"/>
                      <a:r>
                        <a:rPr lang="en-US" dirty="0"/>
                        <a:t>3</a:t>
                      </a:r>
                    </a:p>
                  </a:txBody>
                  <a:tcPr/>
                </a:tc>
                <a:extLst>
                  <a:ext uri="{0D108BD9-81ED-4DB2-BD59-A6C34878D82A}">
                    <a16:rowId xmlns:a16="http://schemas.microsoft.com/office/drawing/2014/main" val="10003"/>
                  </a:ext>
                </a:extLst>
              </a:tr>
              <a:tr h="370840">
                <a:tc>
                  <a:txBody>
                    <a:bodyPr/>
                    <a:lstStyle/>
                    <a:p>
                      <a:pPr algn="ctr"/>
                      <a:r>
                        <a:rPr lang="en-US" sz="1800" dirty="0">
                          <a:ea typeface="ＭＳ Ｐゴシック" pitchFamily="34" charset="-128"/>
                          <a:cs typeface="Arial" charset="0"/>
                        </a:rPr>
                        <a:t>→</a:t>
                      </a:r>
                      <a:endParaRPr lang="en-US" dirty="0"/>
                    </a:p>
                  </a:txBody>
                  <a:tcPr/>
                </a:tc>
                <a:tc>
                  <a:txBody>
                    <a:bodyPr/>
                    <a:lstStyle/>
                    <a:p>
                      <a:pPr algn="ctr"/>
                      <a:r>
                        <a:rPr lang="en-US" dirty="0"/>
                        <a:t>4</a:t>
                      </a:r>
                    </a:p>
                  </a:txBody>
                  <a:tcPr/>
                </a:tc>
                <a:extLst>
                  <a:ext uri="{0D108BD9-81ED-4DB2-BD59-A6C34878D82A}">
                    <a16:rowId xmlns:a16="http://schemas.microsoft.com/office/drawing/2014/main" val="10004"/>
                  </a:ext>
                </a:extLst>
              </a:tr>
              <a:tr h="370840">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US" sz="2600" dirty="0">
                          <a:ea typeface="ＭＳ Ｐゴシック" pitchFamily="34" charset="-128"/>
                          <a:cs typeface="Arial" charset="0"/>
                        </a:rPr>
                        <a:t>↔</a:t>
                      </a:r>
                    </a:p>
                  </a:txBody>
                  <a:tcPr/>
                </a:tc>
                <a:tc>
                  <a:txBody>
                    <a:bodyPr/>
                    <a:lstStyle/>
                    <a:p>
                      <a:pPr algn="ctr"/>
                      <a:r>
                        <a:rPr lang="en-US" dirty="0"/>
                        <a:t>5</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64093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65ACD-1A88-6709-90C1-B9EA0C6F04C1}"/>
              </a:ext>
            </a:extLst>
          </p:cNvPr>
          <p:cNvSpPr>
            <a:spLocks noGrp="1"/>
          </p:cNvSpPr>
          <p:nvPr>
            <p:ph type="title"/>
          </p:nvPr>
        </p:nvSpPr>
        <p:spPr/>
        <p:txBody>
          <a:bodyPr/>
          <a:lstStyle/>
          <a:p>
            <a:r>
              <a:rPr lang="en-US" dirty="0"/>
              <a:t>Propositional Logic</a:t>
            </a:r>
          </a:p>
        </p:txBody>
      </p:sp>
      <p:sp>
        <p:nvSpPr>
          <p:cNvPr id="4" name="Content Placeholder 2">
            <a:extLst>
              <a:ext uri="{FF2B5EF4-FFF2-40B4-BE49-F238E27FC236}">
                <a16:creationId xmlns:a16="http://schemas.microsoft.com/office/drawing/2014/main" id="{64C4077E-E7C7-52E3-B6FC-9DFCA503A930}"/>
              </a:ext>
            </a:extLst>
          </p:cNvPr>
          <p:cNvSpPr>
            <a:spLocks noGrp="1"/>
          </p:cNvSpPr>
          <p:nvPr>
            <p:ph idx="1"/>
          </p:nvPr>
        </p:nvSpPr>
        <p:spPr>
          <a:xfrm>
            <a:off x="838200" y="1825625"/>
            <a:ext cx="10515600" cy="4351338"/>
          </a:xfrm>
        </p:spPr>
        <p:txBody>
          <a:bodyPr/>
          <a:lstStyle/>
          <a:p>
            <a:r>
              <a:rPr lang="en-US" dirty="0"/>
              <a:t>Construct the truth table of following compound propositions</a:t>
            </a:r>
          </a:p>
          <a:p>
            <a:pPr lvl="1"/>
            <a:r>
              <a:rPr lang="en-US" i="1" dirty="0"/>
              <a:t>p </a:t>
            </a:r>
            <a:r>
              <a:rPr lang="en-US" dirty="0"/>
              <a:t>→￢</a:t>
            </a:r>
            <a:r>
              <a:rPr lang="en-US" i="1" dirty="0"/>
              <a:t>p</a:t>
            </a:r>
          </a:p>
          <a:p>
            <a:pPr lvl="1"/>
            <a:r>
              <a:rPr lang="en-US" i="1" dirty="0"/>
              <a:t>p </a:t>
            </a:r>
            <a:r>
              <a:rPr lang="en-US" dirty="0"/>
              <a:t>⊕ </a:t>
            </a:r>
            <a:r>
              <a:rPr lang="en-US" i="1" dirty="0"/>
              <a:t>p</a:t>
            </a:r>
            <a:endParaRPr lang="en-US" dirty="0"/>
          </a:p>
          <a:p>
            <a:pPr lvl="1"/>
            <a:r>
              <a:rPr lang="en-US" i="1" dirty="0"/>
              <a:t>(q </a:t>
            </a:r>
            <a:r>
              <a:rPr lang="en-US" dirty="0"/>
              <a:t>→￢</a:t>
            </a:r>
            <a:r>
              <a:rPr lang="en-US" i="1" dirty="0"/>
              <a:t>p) </a:t>
            </a:r>
            <a:r>
              <a:rPr lang="en-US" dirty="0"/>
              <a:t>↔ </a:t>
            </a:r>
            <a:r>
              <a:rPr lang="en-US" i="1" dirty="0"/>
              <a:t>(p </a:t>
            </a:r>
            <a:r>
              <a:rPr lang="en-US" dirty="0"/>
              <a:t>↔ </a:t>
            </a:r>
            <a:r>
              <a:rPr lang="en-US" i="1" dirty="0"/>
              <a:t>q)</a:t>
            </a:r>
          </a:p>
          <a:p>
            <a:pPr lvl="1"/>
            <a:endParaRPr lang="en-US" i="1" dirty="0"/>
          </a:p>
          <a:p>
            <a:pPr lvl="1"/>
            <a:endParaRPr lang="en-US" dirty="0"/>
          </a:p>
        </p:txBody>
      </p:sp>
    </p:spTree>
    <p:extLst>
      <p:ext uri="{BB962C8B-B14F-4D97-AF65-F5344CB8AC3E}">
        <p14:creationId xmlns:p14="http://schemas.microsoft.com/office/powerpoint/2010/main" val="2377125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D5EB0-89F7-2AF7-E692-00D590FB3349}"/>
              </a:ext>
            </a:extLst>
          </p:cNvPr>
          <p:cNvSpPr>
            <a:spLocks noGrp="1"/>
          </p:cNvSpPr>
          <p:nvPr>
            <p:ph type="title"/>
          </p:nvPr>
        </p:nvSpPr>
        <p:spPr/>
        <p:txBody>
          <a:bodyPr/>
          <a:lstStyle/>
          <a:p>
            <a:r>
              <a:rPr lang="en-US" dirty="0"/>
              <a:t>Propositional Logic</a:t>
            </a:r>
          </a:p>
        </p:txBody>
      </p:sp>
      <p:sp>
        <p:nvSpPr>
          <p:cNvPr id="3" name="Content Placeholder 2">
            <a:extLst>
              <a:ext uri="{FF2B5EF4-FFF2-40B4-BE49-F238E27FC236}">
                <a16:creationId xmlns:a16="http://schemas.microsoft.com/office/drawing/2014/main" id="{A29E3E00-3F45-0F96-1E63-83B8E8514847}"/>
              </a:ext>
            </a:extLst>
          </p:cNvPr>
          <p:cNvSpPr>
            <a:spLocks noGrp="1"/>
          </p:cNvSpPr>
          <p:nvPr>
            <p:ph idx="1"/>
          </p:nvPr>
        </p:nvSpPr>
        <p:spPr/>
        <p:txBody>
          <a:bodyPr/>
          <a:lstStyle/>
          <a:p>
            <a:r>
              <a:rPr lang="en-US" dirty="0">
                <a:solidFill>
                  <a:srgbClr val="C00000"/>
                </a:solidFill>
              </a:rPr>
              <a:t>Translating English Sentences</a:t>
            </a:r>
          </a:p>
          <a:p>
            <a:pPr marL="354013" lvl="1" indent="-342900">
              <a:spcBef>
                <a:spcPts val="600"/>
              </a:spcBef>
            </a:pPr>
            <a:r>
              <a:rPr lang="en-US" sz="2800" dirty="0">
                <a:latin typeface="+mj-lt"/>
                <a:ea typeface="ＭＳ Ｐゴシック" pitchFamily="34" charset="-128"/>
                <a:cs typeface="Arial" charset="0"/>
              </a:rPr>
              <a:t>“I have neither given nor received help on this exam”</a:t>
            </a:r>
          </a:p>
          <a:p>
            <a:pPr marL="357188" lvl="1" indent="-346075">
              <a:spcBef>
                <a:spcPts val="600"/>
              </a:spcBef>
              <a:buClr>
                <a:schemeClr val="folHlink"/>
              </a:buClr>
              <a:buNone/>
            </a:pPr>
            <a:r>
              <a:rPr lang="en-US" sz="2800" dirty="0">
                <a:latin typeface="+mj-lt"/>
                <a:ea typeface="ＭＳ Ｐゴシック" pitchFamily="34" charset="-128"/>
                <a:cs typeface="Arial" charset="0"/>
              </a:rPr>
              <a:t>	Let p = I have given help on this exam</a:t>
            </a:r>
          </a:p>
          <a:p>
            <a:pPr marL="357188" lvl="1" indent="-346075">
              <a:spcBef>
                <a:spcPts val="600"/>
              </a:spcBef>
              <a:buClr>
                <a:schemeClr val="folHlink"/>
              </a:buClr>
              <a:buNone/>
            </a:pPr>
            <a:r>
              <a:rPr lang="en-US" sz="2800" dirty="0">
                <a:latin typeface="+mj-lt"/>
                <a:ea typeface="ＭＳ Ｐゴシック" pitchFamily="34" charset="-128"/>
                <a:cs typeface="Arial" charset="0"/>
              </a:rPr>
              <a:t>		q = I have received help on this exam</a:t>
            </a:r>
          </a:p>
          <a:p>
            <a:pPr marL="0" indent="0">
              <a:buNone/>
            </a:pPr>
            <a:r>
              <a:rPr lang="en-US" dirty="0">
                <a:sym typeface="Symbol" pitchFamily="18" charset="2"/>
              </a:rPr>
              <a:t> ¬</a:t>
            </a:r>
            <a:r>
              <a:rPr lang="en-US" dirty="0"/>
              <a:t>p </a:t>
            </a:r>
            <a:r>
              <a:rPr lang="en-US" dirty="0">
                <a:sym typeface="Symbol" pitchFamily="18" charset="2"/>
              </a:rPr>
              <a:t>¬q</a:t>
            </a:r>
          </a:p>
          <a:p>
            <a:pPr marL="0" indent="0">
              <a:buNone/>
            </a:pPr>
            <a:r>
              <a:rPr lang="en-US" sz="3200" dirty="0">
                <a:ea typeface="ＭＳ Ｐゴシック" pitchFamily="34" charset="-128"/>
                <a:cs typeface="Arial" charset="0"/>
              </a:rPr>
              <a:t>Rephrase: It is not the case that either I have given or received help on this exams</a:t>
            </a:r>
          </a:p>
          <a:p>
            <a:pPr marL="0" indent="0">
              <a:buNone/>
            </a:pPr>
            <a:r>
              <a:rPr lang="en-US" sz="3200" dirty="0">
                <a:sym typeface="Symbol" pitchFamily="18" charset="2"/>
              </a:rPr>
              <a:t>¬(</a:t>
            </a:r>
            <a:r>
              <a:rPr lang="en-US" sz="3200" dirty="0"/>
              <a:t>p ∨ </a:t>
            </a:r>
            <a:r>
              <a:rPr lang="en-US" sz="3200" dirty="0">
                <a:sym typeface="Symbol" pitchFamily="18" charset="2"/>
              </a:rPr>
              <a:t>q)</a:t>
            </a:r>
            <a:endParaRPr lang="en-US" sz="3600" dirty="0">
              <a:ea typeface="ＭＳ Ｐゴシック" pitchFamily="34" charset="-128"/>
              <a:cs typeface="Arial" charset="0"/>
            </a:endParaRPr>
          </a:p>
          <a:p>
            <a:pPr marL="0" indent="0">
              <a:buNone/>
            </a:pPr>
            <a:endParaRPr lang="en-US" sz="3200" dirty="0">
              <a:ea typeface="ＭＳ Ｐゴシック" pitchFamily="34" charset="-128"/>
              <a:cs typeface="Arial" charset="0"/>
            </a:endParaRPr>
          </a:p>
          <a:p>
            <a:pPr marL="0" indent="0">
              <a:buNone/>
            </a:pPr>
            <a:endParaRPr lang="en-US" sz="3200" dirty="0">
              <a:latin typeface="+mj-lt"/>
              <a:ea typeface="ＭＳ Ｐゴシック" pitchFamily="34" charset="-128"/>
              <a:cs typeface="Arial" charset="0"/>
            </a:endParaRPr>
          </a:p>
          <a:p>
            <a:pPr marL="0" indent="0">
              <a:buNone/>
            </a:pPr>
            <a:endParaRPr lang="en-US" dirty="0"/>
          </a:p>
        </p:txBody>
      </p:sp>
    </p:spTree>
    <p:extLst>
      <p:ext uri="{BB962C8B-B14F-4D97-AF65-F5344CB8AC3E}">
        <p14:creationId xmlns:p14="http://schemas.microsoft.com/office/powerpoint/2010/main" val="3956318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A778B-B5ED-F169-66E0-9759EC60886A}"/>
              </a:ext>
            </a:extLst>
          </p:cNvPr>
          <p:cNvSpPr>
            <a:spLocks noGrp="1"/>
          </p:cNvSpPr>
          <p:nvPr>
            <p:ph type="title"/>
          </p:nvPr>
        </p:nvSpPr>
        <p:spPr/>
        <p:txBody>
          <a:bodyPr/>
          <a:lstStyle/>
          <a:p>
            <a:r>
              <a:rPr lang="en-US" dirty="0"/>
              <a:t>Propositional Logic</a:t>
            </a:r>
          </a:p>
        </p:txBody>
      </p:sp>
      <p:sp>
        <p:nvSpPr>
          <p:cNvPr id="3" name="Content Placeholder 2">
            <a:extLst>
              <a:ext uri="{FF2B5EF4-FFF2-40B4-BE49-F238E27FC236}">
                <a16:creationId xmlns:a16="http://schemas.microsoft.com/office/drawing/2014/main" id="{A81E331A-4D95-100B-DD80-8984808595B9}"/>
              </a:ext>
            </a:extLst>
          </p:cNvPr>
          <p:cNvSpPr>
            <a:spLocks noGrp="1"/>
          </p:cNvSpPr>
          <p:nvPr>
            <p:ph idx="1"/>
          </p:nvPr>
        </p:nvSpPr>
        <p:spPr/>
        <p:txBody>
          <a:bodyPr/>
          <a:lstStyle/>
          <a:p>
            <a:r>
              <a:rPr lang="en-US" dirty="0"/>
              <a:t>“If I go to Harry’s or to the country, I will not go shopping.”</a:t>
            </a:r>
          </a:p>
          <a:p>
            <a:pPr lvl="1"/>
            <a:r>
              <a:rPr lang="en-US" sz="2800" dirty="0"/>
              <a:t>Let  </a:t>
            </a:r>
            <a:r>
              <a:rPr lang="en-US" sz="2800" i="1" dirty="0"/>
              <a:t>p =</a:t>
            </a:r>
            <a:r>
              <a:rPr lang="en-US" sz="2800" dirty="0"/>
              <a:t> I go to Harry’s</a:t>
            </a:r>
          </a:p>
          <a:p>
            <a:pPr lvl="1"/>
            <a:r>
              <a:rPr lang="en-US" sz="2800" dirty="0"/>
              <a:t> q = I go to the country.</a:t>
            </a:r>
          </a:p>
          <a:p>
            <a:pPr lvl="1"/>
            <a:r>
              <a:rPr lang="en-US" sz="2800" dirty="0"/>
              <a:t> </a:t>
            </a:r>
            <a:r>
              <a:rPr lang="en-US" sz="2800" i="1" dirty="0"/>
              <a:t>r </a:t>
            </a:r>
            <a:r>
              <a:rPr lang="en-US" sz="2800" dirty="0"/>
              <a:t>= I will go shopping.</a:t>
            </a:r>
          </a:p>
          <a:p>
            <a:r>
              <a:rPr lang="en-US" dirty="0"/>
              <a:t>If </a:t>
            </a:r>
            <a:r>
              <a:rPr lang="en-US" i="1" dirty="0"/>
              <a:t>p </a:t>
            </a:r>
            <a:r>
              <a:rPr lang="en-US" dirty="0"/>
              <a:t>or </a:t>
            </a:r>
            <a:r>
              <a:rPr lang="en-US" i="1" dirty="0"/>
              <a:t>q </a:t>
            </a:r>
            <a:r>
              <a:rPr lang="en-US" dirty="0"/>
              <a:t>then not </a:t>
            </a:r>
            <a:r>
              <a:rPr lang="en-US" i="1" dirty="0"/>
              <a:t>r</a:t>
            </a:r>
          </a:p>
          <a:p>
            <a:pPr marL="0" indent="0">
              <a:buNone/>
            </a:pPr>
            <a:r>
              <a:rPr lang="en-US" dirty="0"/>
              <a:t>	(p ∨ q) → ￢r</a:t>
            </a:r>
          </a:p>
          <a:p>
            <a:endParaRPr lang="en-US" dirty="0"/>
          </a:p>
        </p:txBody>
      </p:sp>
    </p:spTree>
    <p:extLst>
      <p:ext uri="{BB962C8B-B14F-4D97-AF65-F5344CB8AC3E}">
        <p14:creationId xmlns:p14="http://schemas.microsoft.com/office/powerpoint/2010/main" val="1868821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CB06B-6331-948E-60C1-4BAE1BDB1DB4}"/>
              </a:ext>
            </a:extLst>
          </p:cNvPr>
          <p:cNvSpPr>
            <a:spLocks noGrp="1"/>
          </p:cNvSpPr>
          <p:nvPr>
            <p:ph type="title"/>
          </p:nvPr>
        </p:nvSpPr>
        <p:spPr/>
        <p:txBody>
          <a:bodyPr/>
          <a:lstStyle/>
          <a:p>
            <a:r>
              <a:rPr lang="en-US" dirty="0"/>
              <a:t>Propositional Logic</a:t>
            </a:r>
          </a:p>
        </p:txBody>
      </p:sp>
      <p:sp>
        <p:nvSpPr>
          <p:cNvPr id="3" name="Content Placeholder 2">
            <a:extLst>
              <a:ext uri="{FF2B5EF4-FFF2-40B4-BE49-F238E27FC236}">
                <a16:creationId xmlns:a16="http://schemas.microsoft.com/office/drawing/2014/main" id="{6C58DBF0-6656-4856-C960-18637FF3D9BE}"/>
              </a:ext>
            </a:extLst>
          </p:cNvPr>
          <p:cNvSpPr>
            <a:spLocks noGrp="1"/>
          </p:cNvSpPr>
          <p:nvPr>
            <p:ph idx="1"/>
          </p:nvPr>
        </p:nvSpPr>
        <p:spPr/>
        <p:txBody>
          <a:bodyPr/>
          <a:lstStyle/>
          <a:p>
            <a:r>
              <a:rPr lang="en-US" dirty="0"/>
              <a:t>“You can access the Internet from campus only if you are a computer science major or you are not a freshman.”</a:t>
            </a:r>
          </a:p>
          <a:p>
            <a:endParaRPr lang="en-US" dirty="0"/>
          </a:p>
          <a:p>
            <a:r>
              <a:rPr lang="en-US" dirty="0"/>
              <a:t>Let    a = You can access the Internet from campus</a:t>
            </a:r>
          </a:p>
          <a:p>
            <a:pPr marL="0" indent="0">
              <a:buNone/>
            </a:pPr>
            <a:r>
              <a:rPr lang="en-US" dirty="0"/>
              <a:t>	 c = You are a computer science major</a:t>
            </a:r>
          </a:p>
          <a:p>
            <a:pPr marL="0" indent="0">
              <a:buNone/>
            </a:pPr>
            <a:r>
              <a:rPr lang="en-US" dirty="0"/>
              <a:t>	 and f = You are a freshman” respectively</a:t>
            </a:r>
          </a:p>
          <a:p>
            <a:r>
              <a:rPr lang="en-US" dirty="0"/>
              <a:t> a only if c or not f</a:t>
            </a:r>
          </a:p>
          <a:p>
            <a:pPr marL="0" indent="0">
              <a:buNone/>
            </a:pPr>
            <a:r>
              <a:rPr lang="en-US" dirty="0"/>
              <a:t>		a → (c ∨￢f ).</a:t>
            </a:r>
          </a:p>
          <a:p>
            <a:endParaRPr lang="en-US" dirty="0"/>
          </a:p>
        </p:txBody>
      </p:sp>
    </p:spTree>
    <p:extLst>
      <p:ext uri="{BB962C8B-B14F-4D97-AF65-F5344CB8AC3E}">
        <p14:creationId xmlns:p14="http://schemas.microsoft.com/office/powerpoint/2010/main" val="1265210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9D8F6-BE81-B7DA-3674-ACFE809722D3}"/>
              </a:ext>
            </a:extLst>
          </p:cNvPr>
          <p:cNvSpPr>
            <a:spLocks noGrp="1"/>
          </p:cNvSpPr>
          <p:nvPr>
            <p:ph type="title"/>
          </p:nvPr>
        </p:nvSpPr>
        <p:spPr/>
        <p:txBody>
          <a:bodyPr/>
          <a:lstStyle/>
          <a:p>
            <a:r>
              <a:rPr lang="en-US" dirty="0"/>
              <a:t>Propositional Logic</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4A1B5C59-9CC6-4062-DCDA-8D3A43DF703D}"/>
                  </a:ext>
                </a:extLst>
              </p:cNvPr>
              <p:cNvSpPr>
                <a:spLocks noGrp="1"/>
              </p:cNvSpPr>
              <p:nvPr>
                <p:ph idx="1"/>
              </p:nvPr>
            </p:nvSpPr>
            <p:spPr>
              <a:xfrm>
                <a:off x="454742" y="1981200"/>
                <a:ext cx="11282516" cy="4876800"/>
              </a:xfrm>
            </p:spPr>
            <p:txBody>
              <a:bodyPr/>
              <a:lstStyle/>
              <a:p>
                <a:r>
                  <a:rPr lang="en-US" dirty="0"/>
                  <a:t>System and Software engineers take requirements in English and express them in a precise specification language based on logic.</a:t>
                </a:r>
              </a:p>
              <a:p>
                <a:pPr marL="0" indent="0">
                  <a:buNone/>
                </a:pPr>
                <a:endParaRPr lang="en-US" dirty="0"/>
              </a:p>
              <a:p>
                <a:r>
                  <a:rPr lang="en-US" dirty="0"/>
                  <a:t>The automated reply cannot be sent when the file system is full</a:t>
                </a:r>
              </a:p>
              <a:p>
                <a:pPr lvl="1" indent="0">
                  <a:buNone/>
                </a:pPr>
                <a:r>
                  <a:rPr lang="en-US" dirty="0"/>
                  <a:t>p = The automated reply can be sent</a:t>
                </a:r>
              </a:p>
              <a:p>
                <a:pPr lvl="1" indent="0">
                  <a:buNone/>
                </a:pPr>
                <a:r>
                  <a:rPr lang="en-US" dirty="0"/>
                  <a:t>q = The system is full</a:t>
                </a:r>
              </a:p>
              <a:p>
                <a:pPr lvl="1" indent="0">
                  <a:buNone/>
                </a:pPr>
                <a14:m>
                  <m:oMathPara xmlns:m="http://schemas.openxmlformats.org/officeDocument/2006/math">
                    <m:oMathParaPr>
                      <m:jc m:val="left"/>
                    </m:oMathParaPr>
                    <m:oMath xmlns:m="http://schemas.openxmlformats.org/officeDocument/2006/math">
                      <m:r>
                        <a:rPr lang="en-US" sz="3200" i="1" dirty="0">
                          <a:latin typeface="Cambria Math"/>
                        </a:rPr>
                        <m:t>𝑞</m:t>
                      </m:r>
                      <m:r>
                        <a:rPr lang="en-US" sz="3200" i="1" dirty="0">
                          <a:latin typeface="Cambria Math"/>
                        </a:rPr>
                        <m:t> ⟶¬</m:t>
                      </m:r>
                      <m:r>
                        <a:rPr lang="en-US" sz="3200" i="1" dirty="0">
                          <a:latin typeface="Cambria Math"/>
                          <a:ea typeface="Cambria Math"/>
                        </a:rPr>
                        <m:t>𝑝</m:t>
                      </m:r>
                      <m:r>
                        <a:rPr lang="en-US" sz="3200" i="1" dirty="0">
                          <a:latin typeface="Cambria Math"/>
                        </a:rPr>
                        <m:t> </m:t>
                      </m:r>
                    </m:oMath>
                  </m:oMathPara>
                </a14:m>
                <a:endParaRPr lang="en-US" sz="3200" dirty="0"/>
              </a:p>
              <a:p>
                <a:endParaRPr lang="en-US" dirty="0"/>
              </a:p>
            </p:txBody>
          </p:sp>
        </mc:Choice>
        <mc:Fallback xmlns="">
          <p:sp>
            <p:nvSpPr>
              <p:cNvPr id="4" name="Content Placeholder 2">
                <a:extLst>
                  <a:ext uri="{FF2B5EF4-FFF2-40B4-BE49-F238E27FC236}">
                    <a16:creationId xmlns:a16="http://schemas.microsoft.com/office/drawing/2014/main" id="{4A1B5C59-9CC6-4062-DCDA-8D3A43DF703D}"/>
                  </a:ext>
                </a:extLst>
              </p:cNvPr>
              <p:cNvSpPr>
                <a:spLocks noGrp="1" noRot="1" noChangeAspect="1" noMove="1" noResize="1" noEditPoints="1" noAdjustHandles="1" noChangeArrowheads="1" noChangeShapeType="1" noTextEdit="1"/>
              </p:cNvSpPr>
              <p:nvPr>
                <p:ph idx="1"/>
              </p:nvPr>
            </p:nvSpPr>
            <p:spPr>
              <a:xfrm>
                <a:off x="454742" y="1981200"/>
                <a:ext cx="11282516" cy="4876800"/>
              </a:xfrm>
              <a:blipFill>
                <a:blip r:embed="rId2"/>
                <a:stretch>
                  <a:fillRect l="-973" t="-2125"/>
                </a:stretch>
              </a:blipFill>
            </p:spPr>
            <p:txBody>
              <a:bodyPr/>
              <a:lstStyle/>
              <a:p>
                <a:r>
                  <a:rPr lang="en-US">
                    <a:noFill/>
                  </a:rPr>
                  <a:t> </a:t>
                </a:r>
              </a:p>
            </p:txBody>
          </p:sp>
        </mc:Fallback>
      </mc:AlternateContent>
    </p:spTree>
    <p:extLst>
      <p:ext uri="{BB962C8B-B14F-4D97-AF65-F5344CB8AC3E}">
        <p14:creationId xmlns:p14="http://schemas.microsoft.com/office/powerpoint/2010/main" val="4148304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BB437-78E2-0F4E-BB55-7C46106F32E0}"/>
              </a:ext>
            </a:extLst>
          </p:cNvPr>
          <p:cNvSpPr>
            <a:spLocks noGrp="1"/>
          </p:cNvSpPr>
          <p:nvPr>
            <p:ph type="title"/>
          </p:nvPr>
        </p:nvSpPr>
        <p:spPr/>
        <p:txBody>
          <a:bodyPr/>
          <a:lstStyle/>
          <a:p>
            <a:r>
              <a:rPr lang="en-US" dirty="0"/>
              <a:t>Propositional Logic</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E188A067-D018-83E2-4C23-A41BC2546298}"/>
                  </a:ext>
                </a:extLst>
              </p:cNvPr>
              <p:cNvSpPr>
                <a:spLocks noGrp="1"/>
              </p:cNvSpPr>
              <p:nvPr>
                <p:ph idx="1"/>
              </p:nvPr>
            </p:nvSpPr>
            <p:spPr>
              <a:xfrm>
                <a:off x="457199" y="1600200"/>
                <a:ext cx="11149781" cy="4876800"/>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Let </a:t>
                </a:r>
                <a:r>
                  <a:rPr lang="en-US" i="1" dirty="0">
                    <a:latin typeface="Times New Roman" panose="02020603050405020304" pitchFamily="18" charset="0"/>
                    <a:cs typeface="Times New Roman" panose="02020603050405020304" pitchFamily="18" charset="0"/>
                  </a:rPr>
                  <a:t>p </a:t>
                </a:r>
                <a:r>
                  <a:rPr lang="en-US" dirty="0">
                    <a:latin typeface="Times New Roman" panose="02020603050405020304" pitchFamily="18" charset="0"/>
                    <a:cs typeface="Times New Roman" panose="02020603050405020304" pitchFamily="18" charset="0"/>
                  </a:rPr>
                  <a:t>and </a:t>
                </a:r>
                <a:r>
                  <a:rPr lang="en-US" i="1" dirty="0">
                    <a:latin typeface="Times New Roman" panose="02020603050405020304" pitchFamily="18" charset="0"/>
                    <a:cs typeface="Times New Roman" panose="02020603050405020304" pitchFamily="18" charset="0"/>
                  </a:rPr>
                  <a:t>q </a:t>
                </a:r>
                <a:r>
                  <a:rPr lang="en-US" dirty="0">
                    <a:latin typeface="Times New Roman" panose="02020603050405020304" pitchFamily="18" charset="0"/>
                    <a:cs typeface="Times New Roman" panose="02020603050405020304" pitchFamily="18" charset="0"/>
                  </a:rPr>
                  <a:t>be the propositions “The election is decided” and “The votes have been counted,” respectively. Express each of these compound propositions as an English sentence.</a:t>
                </a:r>
              </a:p>
              <a:p>
                <a:pPr marL="457200" indent="-457200">
                  <a:buFont typeface="+mj-lt"/>
                  <a:buAutoNum type="arabicPeriod"/>
                </a:pPr>
                <a14:m>
                  <m:oMath xmlns:m="http://schemas.openxmlformats.org/officeDocument/2006/math">
                    <m:r>
                      <a:rPr lang="en-US" i="0">
                        <a:latin typeface="Cambria Math"/>
                      </a:rPr>
                      <m:t>¬</m:t>
                    </m:r>
                    <m:r>
                      <m:rPr>
                        <m:sty m:val="p"/>
                      </m:rPr>
                      <a:rPr lang="en-US" i="0">
                        <a:latin typeface="Cambria Math"/>
                      </a:rPr>
                      <m:t>p</m:t>
                    </m:r>
                  </m:oMath>
                </a14:m>
                <a:r>
                  <a:rPr lang="en-US" dirty="0">
                    <a:latin typeface="Times New Roman" panose="02020603050405020304" pitchFamily="18" charset="0"/>
                    <a:cs typeface="Times New Roman" panose="02020603050405020304" pitchFamily="18" charset="0"/>
                  </a:rPr>
                  <a:t>    </a:t>
                </a:r>
              </a:p>
              <a:p>
                <a:pPr marL="457200" indent="-457200">
                  <a:buFont typeface="+mj-lt"/>
                  <a:buAutoNum type="arabicPeriod"/>
                </a:pPr>
                <a14:m>
                  <m:oMath xmlns:m="http://schemas.openxmlformats.org/officeDocument/2006/math">
                    <m:r>
                      <m:rPr>
                        <m:sty m:val="p"/>
                      </m:rPr>
                      <a:rPr lang="en-US" i="0">
                        <a:latin typeface="Cambria Math"/>
                      </a:rPr>
                      <m:t>p</m:t>
                    </m:r>
                    <m:r>
                      <a:rPr lang="en-US" i="0">
                        <a:latin typeface="Cambria Math"/>
                      </a:rPr>
                      <m:t>∨</m:t>
                    </m:r>
                    <m:r>
                      <m:rPr>
                        <m:sty m:val="p"/>
                      </m:rPr>
                      <a:rPr lang="en-US" i="0">
                        <a:latin typeface="Cambria Math"/>
                      </a:rPr>
                      <m:t>q</m:t>
                    </m:r>
                    <m:r>
                      <a:rPr lang="en-US" i="0">
                        <a:latin typeface="Cambria Math"/>
                      </a:rPr>
                      <m:t> </m:t>
                    </m:r>
                  </m:oMath>
                </a14:m>
                <a:endParaRPr lang="en-US" dirty="0">
                  <a:latin typeface="Times New Roman" panose="02020603050405020304" pitchFamily="18" charset="0"/>
                  <a:cs typeface="Times New Roman" panose="02020603050405020304" pitchFamily="18" charset="0"/>
                </a:endParaRPr>
              </a:p>
              <a:p>
                <a:pPr marL="457200" indent="-457200">
                  <a:buFont typeface="+mj-lt"/>
                  <a:buAutoNum type="arabicPeriod"/>
                </a:pPr>
                <a14:m>
                  <m:oMath xmlns:m="http://schemas.openxmlformats.org/officeDocument/2006/math">
                    <m:r>
                      <a:rPr lang="en-US" i="0">
                        <a:latin typeface="Cambria Math"/>
                      </a:rPr>
                      <m:t>¬</m:t>
                    </m:r>
                    <m:r>
                      <m:rPr>
                        <m:sty m:val="p"/>
                      </m:rPr>
                      <a:rPr lang="en-US" i="0">
                        <a:latin typeface="Cambria Math"/>
                      </a:rPr>
                      <m:t>p</m:t>
                    </m:r>
                    <m:r>
                      <a:rPr lang="en-US" i="0">
                        <a:latin typeface="Cambria Math"/>
                      </a:rPr>
                      <m:t>∧</m:t>
                    </m:r>
                    <m:r>
                      <m:rPr>
                        <m:sty m:val="p"/>
                      </m:rPr>
                      <a:rPr lang="en-US" i="0">
                        <a:latin typeface="Cambria Math"/>
                      </a:rPr>
                      <m:t>q</m:t>
                    </m:r>
                  </m:oMath>
                </a14:m>
                <a:endParaRPr lang="en-US" dirty="0">
                  <a:latin typeface="Times New Roman" panose="02020603050405020304" pitchFamily="18" charset="0"/>
                  <a:cs typeface="Times New Roman" panose="02020603050405020304" pitchFamily="18" charset="0"/>
                </a:endParaRPr>
              </a:p>
              <a:p>
                <a:pPr marL="457200" indent="-457200">
                  <a:buFont typeface="+mj-lt"/>
                  <a:buAutoNum type="arabicPeriod"/>
                </a:pPr>
                <a14:m>
                  <m:oMath xmlns:m="http://schemas.openxmlformats.org/officeDocument/2006/math">
                    <m:r>
                      <m:rPr>
                        <m:sty m:val="p"/>
                      </m:rPr>
                      <a:rPr lang="en-US" i="0">
                        <a:latin typeface="Cambria Math"/>
                      </a:rPr>
                      <m:t>q</m:t>
                    </m:r>
                    <m:r>
                      <a:rPr lang="en-US" i="0">
                        <a:latin typeface="Cambria Math"/>
                      </a:rPr>
                      <m:t>→</m:t>
                    </m:r>
                    <m:r>
                      <m:rPr>
                        <m:sty m:val="p"/>
                      </m:rPr>
                      <a:rPr lang="en-US" i="0">
                        <a:latin typeface="Cambria Math"/>
                      </a:rPr>
                      <m:t>p</m:t>
                    </m:r>
                  </m:oMath>
                </a14:m>
                <a:endParaRPr lang="en-US" dirty="0">
                  <a:latin typeface="Times New Roman" panose="02020603050405020304" pitchFamily="18" charset="0"/>
                  <a:cs typeface="Times New Roman" panose="02020603050405020304" pitchFamily="18" charset="0"/>
                </a:endParaRPr>
              </a:p>
              <a:p>
                <a:pPr marL="457200" indent="-457200">
                  <a:buFont typeface="+mj-lt"/>
                  <a:buAutoNum type="arabicPeriod"/>
                </a:pPr>
                <a14:m>
                  <m:oMath xmlns:m="http://schemas.openxmlformats.org/officeDocument/2006/math">
                    <m:r>
                      <a:rPr lang="en-US" i="0">
                        <a:latin typeface="Cambria Math"/>
                      </a:rPr>
                      <m:t>¬</m:t>
                    </m:r>
                    <m:r>
                      <m:rPr>
                        <m:sty m:val="p"/>
                      </m:rPr>
                      <a:rPr lang="en-US" i="0">
                        <a:latin typeface="Cambria Math"/>
                      </a:rPr>
                      <m:t>q</m:t>
                    </m:r>
                    <m:r>
                      <a:rPr lang="en-US" i="0">
                        <a:latin typeface="Cambria Math"/>
                      </a:rPr>
                      <m:t>→¬</m:t>
                    </m:r>
                    <m:r>
                      <m:rPr>
                        <m:sty m:val="p"/>
                      </m:rPr>
                      <a:rPr lang="en-US" i="0">
                        <a:latin typeface="Cambria Math"/>
                      </a:rPr>
                      <m:t>p</m:t>
                    </m:r>
                  </m:oMath>
                </a14:m>
                <a:endParaRPr lang="en-US" dirty="0">
                  <a:latin typeface="Times New Roman" panose="02020603050405020304" pitchFamily="18" charset="0"/>
                  <a:cs typeface="Times New Roman" panose="02020603050405020304" pitchFamily="18" charset="0"/>
                </a:endParaRPr>
              </a:p>
              <a:p>
                <a:pPr marL="457200" indent="-457200">
                  <a:buFont typeface="+mj-lt"/>
                  <a:buAutoNum type="arabicPeriod"/>
                </a:pPr>
                <a14:m>
                  <m:oMath xmlns:m="http://schemas.openxmlformats.org/officeDocument/2006/math">
                    <m:r>
                      <a:rPr lang="en-US" i="0">
                        <a:latin typeface="Cambria Math"/>
                      </a:rPr>
                      <m:t>¬</m:t>
                    </m:r>
                    <m:r>
                      <m:rPr>
                        <m:sty m:val="p"/>
                      </m:rPr>
                      <a:rPr lang="en-US" i="0">
                        <a:latin typeface="Cambria Math"/>
                      </a:rPr>
                      <m:t>p</m:t>
                    </m:r>
                    <m:r>
                      <a:rPr lang="en-US" i="0">
                        <a:latin typeface="Cambria Math"/>
                      </a:rPr>
                      <m:t>→¬</m:t>
                    </m:r>
                    <m:r>
                      <m:rPr>
                        <m:sty m:val="p"/>
                      </m:rPr>
                      <a:rPr lang="en-US" i="0">
                        <a:latin typeface="Cambria Math"/>
                      </a:rPr>
                      <m:t>q</m:t>
                    </m:r>
                  </m:oMath>
                </a14:m>
                <a:endParaRPr lang="en-US" dirty="0">
                  <a:latin typeface="Times New Roman" panose="02020603050405020304" pitchFamily="18" charset="0"/>
                  <a:cs typeface="Times New Roman" panose="02020603050405020304" pitchFamily="18" charset="0"/>
                </a:endParaRPr>
              </a:p>
              <a:p>
                <a:pPr marL="457200" indent="-457200">
                  <a:buFont typeface="+mj-lt"/>
                  <a:buAutoNum type="arabicPeriod"/>
                </a:pPr>
                <a14:m>
                  <m:oMath xmlns:m="http://schemas.openxmlformats.org/officeDocument/2006/math">
                    <m:r>
                      <m:rPr>
                        <m:sty m:val="p"/>
                      </m:rPr>
                      <a:rPr lang="en-US" i="0">
                        <a:latin typeface="Cambria Math"/>
                      </a:rPr>
                      <m:t>p</m:t>
                    </m:r>
                    <m:r>
                      <a:rPr lang="en-US" i="0">
                        <a:latin typeface="Cambria Math"/>
                      </a:rPr>
                      <m:t>↔</m:t>
                    </m:r>
                    <m:r>
                      <m:rPr>
                        <m:sty m:val="p"/>
                      </m:rPr>
                      <a:rPr lang="en-US" i="0">
                        <a:latin typeface="Cambria Math"/>
                      </a:rPr>
                      <m:t>q</m:t>
                    </m:r>
                  </m:oMath>
                </a14:m>
                <a:endParaRPr lang="en-US" dirty="0">
                  <a:latin typeface="Times New Roman" panose="02020603050405020304" pitchFamily="18" charset="0"/>
                  <a:cs typeface="Times New Roman" panose="02020603050405020304" pitchFamily="18" charset="0"/>
                </a:endParaRPr>
              </a:p>
              <a:p>
                <a:pPr marL="457200" indent="-457200">
                  <a:buFont typeface="+mj-lt"/>
                  <a:buAutoNum type="arabicPeriod"/>
                </a:pPr>
                <a14:m>
                  <m:oMath xmlns:m="http://schemas.openxmlformats.org/officeDocument/2006/math">
                    <m:r>
                      <a:rPr lang="en-US" i="0">
                        <a:latin typeface="Cambria Math"/>
                      </a:rPr>
                      <m:t>¬</m:t>
                    </m:r>
                    <m:r>
                      <m:rPr>
                        <m:sty m:val="p"/>
                      </m:rPr>
                      <a:rPr lang="en-US" i="0">
                        <a:latin typeface="Cambria Math"/>
                      </a:rPr>
                      <m:t>q</m:t>
                    </m:r>
                    <m:r>
                      <a:rPr lang="en-US" i="0">
                        <a:latin typeface="Cambria Math"/>
                      </a:rPr>
                      <m:t>∨(</m:t>
                    </m:r>
                    <m:r>
                      <m:rPr>
                        <m:sty m:val="p"/>
                      </m:rPr>
                      <a:rPr lang="en-US" i="0">
                        <a:latin typeface="Cambria Math"/>
                      </a:rPr>
                      <m:t>p</m:t>
                    </m:r>
                    <m:r>
                      <a:rPr lang="en-US" i="0">
                        <a:latin typeface="Cambria Math"/>
                      </a:rPr>
                      <m:t>∧</m:t>
                    </m:r>
                    <m:r>
                      <m:rPr>
                        <m:sty m:val="p"/>
                      </m:rPr>
                      <a:rPr lang="en-US" i="0">
                        <a:latin typeface="Cambria Math"/>
                      </a:rPr>
                      <m:t>q</m:t>
                    </m:r>
                    <m:r>
                      <a:rPr lang="en-US" b="0" i="0" smtClean="0">
                        <a:latin typeface="Cambria Math"/>
                      </a:rPr>
                      <m:t>)</m:t>
                    </m:r>
                  </m:oMath>
                </a14:m>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Either the votes have not been counted or both the election is decided and the votes have been counted</a:t>
                </a:r>
              </a:p>
              <a:p>
                <a:pPr marL="457200" indent="-457200">
                  <a:buFont typeface="+mj-lt"/>
                  <a:buAutoNum type="arabicPeriod"/>
                </a:pPr>
                <a:endParaRPr lang="en-US" dirty="0"/>
              </a:p>
            </p:txBody>
          </p:sp>
        </mc:Choice>
        <mc:Fallback xmlns="">
          <p:sp>
            <p:nvSpPr>
              <p:cNvPr id="4" name="Content Placeholder 2">
                <a:extLst>
                  <a:ext uri="{FF2B5EF4-FFF2-40B4-BE49-F238E27FC236}">
                    <a16:creationId xmlns:a16="http://schemas.microsoft.com/office/drawing/2014/main" id="{E188A067-D018-83E2-4C23-A41BC2546298}"/>
                  </a:ext>
                </a:extLst>
              </p:cNvPr>
              <p:cNvSpPr>
                <a:spLocks noGrp="1" noRot="1" noChangeAspect="1" noMove="1" noResize="1" noEditPoints="1" noAdjustHandles="1" noChangeArrowheads="1" noChangeShapeType="1" noTextEdit="1"/>
              </p:cNvSpPr>
              <p:nvPr>
                <p:ph idx="1"/>
              </p:nvPr>
            </p:nvSpPr>
            <p:spPr>
              <a:xfrm>
                <a:off x="457199" y="1600200"/>
                <a:ext cx="11149781" cy="4876800"/>
              </a:xfrm>
              <a:blipFill>
                <a:blip r:embed="rId2"/>
                <a:stretch>
                  <a:fillRect l="-984" t="-3500" r="-437" b="-2625"/>
                </a:stretch>
              </a:blipFill>
            </p:spPr>
            <p:txBody>
              <a:bodyPr/>
              <a:lstStyle/>
              <a:p>
                <a:r>
                  <a:rPr lang="en-US">
                    <a:noFill/>
                  </a:rPr>
                  <a:t> </a:t>
                </a:r>
              </a:p>
            </p:txBody>
          </p:sp>
        </mc:Fallback>
      </mc:AlternateContent>
    </p:spTree>
    <p:extLst>
      <p:ext uri="{BB962C8B-B14F-4D97-AF65-F5344CB8AC3E}">
        <p14:creationId xmlns:p14="http://schemas.microsoft.com/office/powerpoint/2010/main" val="3615458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BB014-7AB8-BC98-8F93-B26AEC6AC3C8}"/>
              </a:ext>
            </a:extLst>
          </p:cNvPr>
          <p:cNvSpPr>
            <a:spLocks noGrp="1"/>
          </p:cNvSpPr>
          <p:nvPr>
            <p:ph type="title"/>
          </p:nvPr>
        </p:nvSpPr>
        <p:spPr/>
        <p:txBody>
          <a:bodyPr/>
          <a:lstStyle/>
          <a:p>
            <a:r>
              <a:rPr lang="en-US" dirty="0"/>
              <a:t>Tautology and Contradiction</a:t>
            </a:r>
          </a:p>
        </p:txBody>
      </p:sp>
      <p:sp>
        <p:nvSpPr>
          <p:cNvPr id="3" name="Content Placeholder 2">
            <a:extLst>
              <a:ext uri="{FF2B5EF4-FFF2-40B4-BE49-F238E27FC236}">
                <a16:creationId xmlns:a16="http://schemas.microsoft.com/office/drawing/2014/main" id="{48FDDDBA-83E7-7C0A-7CF3-EAA6BBFEB156}"/>
              </a:ext>
            </a:extLst>
          </p:cNvPr>
          <p:cNvSpPr>
            <a:spLocks noGrp="1"/>
          </p:cNvSpPr>
          <p:nvPr>
            <p:ph idx="1"/>
          </p:nvPr>
        </p:nvSpPr>
        <p:spPr/>
        <p:txBody>
          <a:bodyPr/>
          <a:lstStyle/>
          <a:p>
            <a:r>
              <a:rPr lang="en-US"/>
              <a:t>A compound proposition that is always true, no matter what the truth values of the propositional variables that occur in it, is called a </a:t>
            </a:r>
            <a:r>
              <a:rPr lang="en-US" i="1"/>
              <a:t>tautology. A</a:t>
            </a:r>
            <a:r>
              <a:rPr lang="en-US"/>
              <a:t> compound proposition that is always false is called a </a:t>
            </a:r>
            <a:r>
              <a:rPr lang="en-US" i="1"/>
              <a:t>contradiction.</a:t>
            </a:r>
          </a:p>
          <a:p>
            <a:endParaRPr lang="en-US" dirty="0"/>
          </a:p>
        </p:txBody>
      </p:sp>
      <p:pic>
        <p:nvPicPr>
          <p:cNvPr id="4" name="Picture 3">
            <a:extLst>
              <a:ext uri="{FF2B5EF4-FFF2-40B4-BE49-F238E27FC236}">
                <a16:creationId xmlns:a16="http://schemas.microsoft.com/office/drawing/2014/main" id="{B22C2450-9E49-019F-E115-FEC72B15C939}"/>
              </a:ext>
            </a:extLst>
          </p:cNvPr>
          <p:cNvPicPr>
            <a:picLocks noChangeAspect="1"/>
          </p:cNvPicPr>
          <p:nvPr/>
        </p:nvPicPr>
        <p:blipFill>
          <a:blip r:embed="rId2"/>
          <a:stretch>
            <a:fillRect/>
          </a:stretch>
        </p:blipFill>
        <p:spPr>
          <a:xfrm>
            <a:off x="3191678" y="4001294"/>
            <a:ext cx="6133108" cy="1243692"/>
          </a:xfrm>
          <a:prstGeom prst="rect">
            <a:avLst/>
          </a:prstGeom>
        </p:spPr>
      </p:pic>
    </p:spTree>
    <p:extLst>
      <p:ext uri="{BB962C8B-B14F-4D97-AF65-F5344CB8AC3E}">
        <p14:creationId xmlns:p14="http://schemas.microsoft.com/office/powerpoint/2010/main" val="1691418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8D139-191C-0E67-7816-A92B12661B75}"/>
              </a:ext>
            </a:extLst>
          </p:cNvPr>
          <p:cNvSpPr>
            <a:spLocks noGrp="1"/>
          </p:cNvSpPr>
          <p:nvPr>
            <p:ph type="title"/>
          </p:nvPr>
        </p:nvSpPr>
        <p:spPr/>
        <p:txBody>
          <a:bodyPr/>
          <a:lstStyle/>
          <a:p>
            <a:r>
              <a:rPr lang="en-US" dirty="0"/>
              <a:t>Logical Equivalence </a:t>
            </a:r>
          </a:p>
        </p:txBody>
      </p:sp>
      <p:sp>
        <p:nvSpPr>
          <p:cNvPr id="4" name="Content Placeholder 2">
            <a:extLst>
              <a:ext uri="{FF2B5EF4-FFF2-40B4-BE49-F238E27FC236}">
                <a16:creationId xmlns:a16="http://schemas.microsoft.com/office/drawing/2014/main" id="{D4901874-83CF-279F-B3DC-67785583FCDB}"/>
              </a:ext>
            </a:extLst>
          </p:cNvPr>
          <p:cNvSpPr>
            <a:spLocks noGrp="1"/>
          </p:cNvSpPr>
          <p:nvPr>
            <p:ph idx="1"/>
          </p:nvPr>
        </p:nvSpPr>
        <p:spPr>
          <a:xfrm>
            <a:off x="432619" y="1981200"/>
            <a:ext cx="11326761" cy="4876800"/>
          </a:xfrm>
        </p:spPr>
        <p:txBody>
          <a:bodyPr/>
          <a:lstStyle/>
          <a:p>
            <a:r>
              <a:rPr lang="en-US" dirty="0"/>
              <a:t>An important type of step used in a mathematical argument is the replacement of a statement with another statement with the same truth value</a:t>
            </a:r>
          </a:p>
          <a:p>
            <a:endParaRPr lang="en-US" dirty="0"/>
          </a:p>
          <a:p>
            <a:r>
              <a:rPr lang="en-US" dirty="0"/>
              <a:t>Propositional Equivalence is extensively used in the construction of mathematical arguments.</a:t>
            </a:r>
          </a:p>
          <a:p>
            <a:endParaRPr lang="en-US" dirty="0"/>
          </a:p>
        </p:txBody>
      </p:sp>
    </p:spTree>
    <p:extLst>
      <p:ext uri="{BB962C8B-B14F-4D97-AF65-F5344CB8AC3E}">
        <p14:creationId xmlns:p14="http://schemas.microsoft.com/office/powerpoint/2010/main" val="1966290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3288A-01CB-0A74-01BA-736C928B817A}"/>
              </a:ext>
            </a:extLst>
          </p:cNvPr>
          <p:cNvSpPr>
            <a:spLocks noGrp="1"/>
          </p:cNvSpPr>
          <p:nvPr>
            <p:ph type="title"/>
          </p:nvPr>
        </p:nvSpPr>
        <p:spPr/>
        <p:txBody>
          <a:bodyPr/>
          <a:lstStyle/>
          <a:p>
            <a:r>
              <a:rPr lang="en-US" dirty="0"/>
              <a:t>Logical Equivalence </a:t>
            </a:r>
          </a:p>
        </p:txBody>
      </p:sp>
      <p:pic>
        <p:nvPicPr>
          <p:cNvPr id="4" name="Picture 2">
            <a:extLst>
              <a:ext uri="{FF2B5EF4-FFF2-40B4-BE49-F238E27FC236}">
                <a16:creationId xmlns:a16="http://schemas.microsoft.com/office/drawing/2014/main" id="{EBC7C341-EA0D-5385-ABCA-6884162AEC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799" y="1909763"/>
            <a:ext cx="10515599" cy="411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13142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C0516-D479-D06A-1891-7B7861358E64}"/>
              </a:ext>
            </a:extLst>
          </p:cNvPr>
          <p:cNvSpPr>
            <a:spLocks noGrp="1"/>
          </p:cNvSpPr>
          <p:nvPr>
            <p:ph type="title"/>
          </p:nvPr>
        </p:nvSpPr>
        <p:spPr/>
        <p:txBody>
          <a:bodyPr/>
          <a:lstStyle/>
          <a:p>
            <a:r>
              <a:rPr lang="en-US" dirty="0"/>
              <a:t>Logical Equivalence </a:t>
            </a:r>
          </a:p>
        </p:txBody>
      </p:sp>
      <p:sp>
        <p:nvSpPr>
          <p:cNvPr id="4" name="Content Placeholder 2">
            <a:extLst>
              <a:ext uri="{FF2B5EF4-FFF2-40B4-BE49-F238E27FC236}">
                <a16:creationId xmlns:a16="http://schemas.microsoft.com/office/drawing/2014/main" id="{ABABF8B7-E0CC-BE82-C0F5-05A69940E006}"/>
              </a:ext>
            </a:extLst>
          </p:cNvPr>
          <p:cNvSpPr>
            <a:spLocks noGrp="1"/>
          </p:cNvSpPr>
          <p:nvPr>
            <p:ph idx="1"/>
          </p:nvPr>
        </p:nvSpPr>
        <p:spPr>
          <a:xfrm>
            <a:off x="457200" y="1600200"/>
            <a:ext cx="11208774" cy="4876800"/>
          </a:xfrm>
        </p:spPr>
        <p:txBody>
          <a:bodyPr>
            <a:normAutofit/>
          </a:bodyPr>
          <a:lstStyle/>
          <a:p>
            <a:r>
              <a:rPr lang="en-US" dirty="0"/>
              <a:t>Compound propositions that have the same truth values in all possible cases are called </a:t>
            </a:r>
            <a:r>
              <a:rPr lang="en-US" b="1" dirty="0"/>
              <a:t>logically equivalent</a:t>
            </a:r>
            <a:r>
              <a:rPr lang="en-US" dirty="0"/>
              <a:t>.</a:t>
            </a:r>
          </a:p>
          <a:p>
            <a:pPr marL="0" indent="0">
              <a:buNone/>
            </a:pPr>
            <a:endParaRPr lang="en-US" dirty="0"/>
          </a:p>
          <a:p>
            <a:r>
              <a:rPr lang="en-US" dirty="0"/>
              <a:t>The compound propositions </a:t>
            </a:r>
            <a:r>
              <a:rPr lang="en-US" i="1" dirty="0"/>
              <a:t>p </a:t>
            </a:r>
            <a:r>
              <a:rPr lang="en-US" dirty="0"/>
              <a:t>and </a:t>
            </a:r>
            <a:r>
              <a:rPr lang="en-US" i="1" dirty="0"/>
              <a:t>q </a:t>
            </a:r>
            <a:r>
              <a:rPr lang="en-US" dirty="0"/>
              <a:t>are called </a:t>
            </a:r>
            <a:r>
              <a:rPr lang="en-US" i="1" dirty="0"/>
              <a:t>logically equivalent </a:t>
            </a:r>
            <a:r>
              <a:rPr lang="en-US" dirty="0"/>
              <a:t>if </a:t>
            </a:r>
            <a:r>
              <a:rPr lang="en-US" i="1" dirty="0"/>
              <a:t>p </a:t>
            </a:r>
            <a:r>
              <a:rPr lang="en-US" dirty="0"/>
              <a:t>↔ </a:t>
            </a:r>
            <a:r>
              <a:rPr lang="en-US" i="1" dirty="0"/>
              <a:t>q </a:t>
            </a:r>
            <a:r>
              <a:rPr lang="en-US" dirty="0"/>
              <a:t>is a tautology.</a:t>
            </a:r>
          </a:p>
          <a:p>
            <a:endParaRPr lang="en-US" dirty="0"/>
          </a:p>
          <a:p>
            <a:r>
              <a:rPr lang="en-US" dirty="0"/>
              <a:t>The notation </a:t>
            </a:r>
            <a:r>
              <a:rPr lang="en-US" i="1" dirty="0"/>
              <a:t>p </a:t>
            </a:r>
            <a:r>
              <a:rPr lang="en-US" dirty="0"/>
              <a:t>≡ </a:t>
            </a:r>
            <a:r>
              <a:rPr lang="en-US" i="1" dirty="0"/>
              <a:t>q </a:t>
            </a:r>
            <a:r>
              <a:rPr lang="en-US" dirty="0"/>
              <a:t>denotes that </a:t>
            </a:r>
            <a:r>
              <a:rPr lang="en-US" i="1" dirty="0"/>
              <a:t>p </a:t>
            </a:r>
            <a:r>
              <a:rPr lang="en-US" dirty="0"/>
              <a:t>and </a:t>
            </a:r>
            <a:r>
              <a:rPr lang="en-US" i="1" dirty="0"/>
              <a:t>q </a:t>
            </a:r>
            <a:r>
              <a:rPr lang="en-US" dirty="0"/>
              <a:t>are logically equivalent.</a:t>
            </a:r>
          </a:p>
          <a:p>
            <a:endParaRPr lang="en-US" dirty="0"/>
          </a:p>
        </p:txBody>
      </p:sp>
    </p:spTree>
    <p:extLst>
      <p:ext uri="{BB962C8B-B14F-4D97-AF65-F5344CB8AC3E}">
        <p14:creationId xmlns:p14="http://schemas.microsoft.com/office/powerpoint/2010/main" val="843972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4E37E-9199-BDE5-34E2-332FED7B6D3D}"/>
              </a:ext>
            </a:extLst>
          </p:cNvPr>
          <p:cNvSpPr>
            <a:spLocks noGrp="1"/>
          </p:cNvSpPr>
          <p:nvPr>
            <p:ph type="title"/>
          </p:nvPr>
        </p:nvSpPr>
        <p:spPr/>
        <p:txBody>
          <a:bodyPr/>
          <a:lstStyle/>
          <a:p>
            <a:r>
              <a:rPr lang="en-US" dirty="0"/>
              <a:t>Logical Equivalence </a:t>
            </a:r>
          </a:p>
        </p:txBody>
      </p:sp>
      <p:pic>
        <p:nvPicPr>
          <p:cNvPr id="4" name="Picture 3">
            <a:extLst>
              <a:ext uri="{FF2B5EF4-FFF2-40B4-BE49-F238E27FC236}">
                <a16:creationId xmlns:a16="http://schemas.microsoft.com/office/drawing/2014/main" id="{9C27259E-2268-DDDC-62D0-0A76D6C179D5}"/>
              </a:ext>
            </a:extLst>
          </p:cNvPr>
          <p:cNvPicPr>
            <a:picLocks noChangeAspect="1"/>
          </p:cNvPicPr>
          <p:nvPr/>
        </p:nvPicPr>
        <p:blipFill>
          <a:blip r:embed="rId3"/>
          <a:stretch>
            <a:fillRect/>
          </a:stretch>
        </p:blipFill>
        <p:spPr>
          <a:xfrm>
            <a:off x="973394" y="2407831"/>
            <a:ext cx="9704438" cy="3019575"/>
          </a:xfrm>
          <a:prstGeom prst="rect">
            <a:avLst/>
          </a:prstGeom>
        </p:spPr>
      </p:pic>
      <p:sp>
        <p:nvSpPr>
          <p:cNvPr id="5" name="Oval 4">
            <a:extLst>
              <a:ext uri="{FF2B5EF4-FFF2-40B4-BE49-F238E27FC236}">
                <a16:creationId xmlns:a16="http://schemas.microsoft.com/office/drawing/2014/main" id="{E7ACD7D4-C8B5-6A92-AD62-0428F1B75B72}"/>
              </a:ext>
            </a:extLst>
          </p:cNvPr>
          <p:cNvSpPr/>
          <p:nvPr/>
        </p:nvSpPr>
        <p:spPr>
          <a:xfrm>
            <a:off x="3878826" y="2918951"/>
            <a:ext cx="838200" cy="256621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6" name="Oval 5">
            <a:extLst>
              <a:ext uri="{FF2B5EF4-FFF2-40B4-BE49-F238E27FC236}">
                <a16:creationId xmlns:a16="http://schemas.microsoft.com/office/drawing/2014/main" id="{13794D43-BC92-C7DB-B2AB-4BF8150CA01D}"/>
              </a:ext>
            </a:extLst>
          </p:cNvPr>
          <p:cNvSpPr/>
          <p:nvPr/>
        </p:nvSpPr>
        <p:spPr>
          <a:xfrm>
            <a:off x="9298857" y="2976716"/>
            <a:ext cx="990600" cy="256621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5784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1E52F-F7AF-E834-5DC5-7ED53295B1A2}"/>
              </a:ext>
            </a:extLst>
          </p:cNvPr>
          <p:cNvSpPr>
            <a:spLocks noGrp="1"/>
          </p:cNvSpPr>
          <p:nvPr>
            <p:ph type="title"/>
          </p:nvPr>
        </p:nvSpPr>
        <p:spPr/>
        <p:txBody>
          <a:bodyPr/>
          <a:lstStyle/>
          <a:p>
            <a:r>
              <a:rPr lang="en-US" dirty="0"/>
              <a:t>Logical Equivalence </a:t>
            </a:r>
          </a:p>
        </p:txBody>
      </p:sp>
      <p:sp>
        <p:nvSpPr>
          <p:cNvPr id="4" name="Content Placeholder 2">
            <a:extLst>
              <a:ext uri="{FF2B5EF4-FFF2-40B4-BE49-F238E27FC236}">
                <a16:creationId xmlns:a16="http://schemas.microsoft.com/office/drawing/2014/main" id="{8EA9C267-C780-2102-FDFA-8B728AE79002}"/>
              </a:ext>
            </a:extLst>
          </p:cNvPr>
          <p:cNvSpPr>
            <a:spLocks noGrp="1"/>
          </p:cNvSpPr>
          <p:nvPr>
            <p:ph idx="1"/>
          </p:nvPr>
        </p:nvSpPr>
        <p:spPr>
          <a:xfrm>
            <a:off x="838200" y="1825625"/>
            <a:ext cx="10515600" cy="4351338"/>
          </a:xfrm>
        </p:spPr>
        <p:txBody>
          <a:bodyPr/>
          <a:lstStyle/>
          <a:p>
            <a:r>
              <a:rPr lang="en-US" dirty="0"/>
              <a:t>Converse</a:t>
            </a:r>
          </a:p>
          <a:p>
            <a:pPr marL="0" indent="0">
              <a:buNone/>
            </a:pPr>
            <a:r>
              <a:rPr lang="en-US" dirty="0"/>
              <a:t>  The proposition </a:t>
            </a:r>
            <a:r>
              <a:rPr lang="en-US" i="1" dirty="0"/>
              <a:t>q </a:t>
            </a:r>
            <a:r>
              <a:rPr lang="en-US" dirty="0"/>
              <a:t>→ </a:t>
            </a:r>
            <a:r>
              <a:rPr lang="en-US" i="1" dirty="0"/>
              <a:t>p </a:t>
            </a:r>
            <a:r>
              <a:rPr lang="en-US" dirty="0"/>
              <a:t>is </a:t>
            </a:r>
            <a:r>
              <a:rPr lang="en-US" b="1" dirty="0"/>
              <a:t>converse </a:t>
            </a:r>
            <a:r>
              <a:rPr lang="en-US" dirty="0"/>
              <a:t>of </a:t>
            </a:r>
            <a:r>
              <a:rPr lang="en-US" i="1" dirty="0"/>
              <a:t>p </a:t>
            </a:r>
            <a:r>
              <a:rPr lang="en-US" dirty="0"/>
              <a:t>→ </a:t>
            </a:r>
            <a:r>
              <a:rPr lang="en-US" i="1" dirty="0"/>
              <a:t>q</a:t>
            </a:r>
            <a:r>
              <a:rPr lang="en-US" dirty="0"/>
              <a:t>. </a:t>
            </a:r>
          </a:p>
          <a:p>
            <a:endParaRPr lang="en-US" dirty="0"/>
          </a:p>
          <a:p>
            <a:r>
              <a:rPr lang="en-US" dirty="0"/>
              <a:t>Contrapositive</a:t>
            </a:r>
          </a:p>
          <a:p>
            <a:pPr marL="0" indent="0">
              <a:buNone/>
            </a:pPr>
            <a:r>
              <a:rPr lang="en-US" dirty="0"/>
              <a:t>  The </a:t>
            </a:r>
            <a:r>
              <a:rPr lang="en-US" b="1" dirty="0"/>
              <a:t>contrapositive </a:t>
            </a:r>
            <a:r>
              <a:rPr lang="en-US" dirty="0"/>
              <a:t>of </a:t>
            </a:r>
            <a:r>
              <a:rPr lang="en-US" i="1" dirty="0"/>
              <a:t>p </a:t>
            </a:r>
            <a:r>
              <a:rPr lang="en-US" dirty="0"/>
              <a:t>→ </a:t>
            </a:r>
            <a:r>
              <a:rPr lang="en-US" i="1" dirty="0"/>
              <a:t>q </a:t>
            </a:r>
            <a:r>
              <a:rPr lang="en-US" dirty="0"/>
              <a:t>is the proposition ￢</a:t>
            </a:r>
            <a:r>
              <a:rPr lang="en-US" i="1" dirty="0"/>
              <a:t>q </a:t>
            </a:r>
            <a:r>
              <a:rPr lang="en-US" dirty="0"/>
              <a:t>→￢</a:t>
            </a:r>
            <a:r>
              <a:rPr lang="en-US" i="1" dirty="0"/>
              <a:t>p</a:t>
            </a:r>
            <a:r>
              <a:rPr lang="en-US" dirty="0"/>
              <a:t>.</a:t>
            </a:r>
          </a:p>
          <a:p>
            <a:endParaRPr lang="en-US" dirty="0"/>
          </a:p>
          <a:p>
            <a:r>
              <a:rPr lang="en-US" dirty="0"/>
              <a:t>Inverse</a:t>
            </a:r>
          </a:p>
          <a:p>
            <a:pPr marL="0" indent="0">
              <a:buNone/>
            </a:pPr>
            <a:r>
              <a:rPr lang="en-US" dirty="0"/>
              <a:t>  The proposition ￢</a:t>
            </a:r>
            <a:r>
              <a:rPr lang="en-US" i="1" dirty="0"/>
              <a:t>p </a:t>
            </a:r>
            <a:r>
              <a:rPr lang="en-US" dirty="0"/>
              <a:t>→￢</a:t>
            </a:r>
            <a:r>
              <a:rPr lang="en-US" i="1" dirty="0"/>
              <a:t>q </a:t>
            </a:r>
            <a:r>
              <a:rPr lang="en-US" dirty="0"/>
              <a:t>is called the </a:t>
            </a:r>
            <a:r>
              <a:rPr lang="en-US" b="1" dirty="0"/>
              <a:t>inverse </a:t>
            </a:r>
            <a:r>
              <a:rPr lang="en-US" dirty="0"/>
              <a:t>of </a:t>
            </a:r>
            <a:r>
              <a:rPr lang="en-US" i="1" dirty="0"/>
              <a:t>p </a:t>
            </a:r>
            <a:r>
              <a:rPr lang="en-US" dirty="0"/>
              <a:t>→ </a:t>
            </a:r>
            <a:r>
              <a:rPr lang="en-US" i="1" dirty="0"/>
              <a:t>q</a:t>
            </a:r>
            <a:r>
              <a:rPr lang="en-US" dirty="0"/>
              <a:t>.</a:t>
            </a:r>
          </a:p>
          <a:p>
            <a:endParaRPr lang="en-US" dirty="0"/>
          </a:p>
        </p:txBody>
      </p:sp>
    </p:spTree>
    <p:extLst>
      <p:ext uri="{BB962C8B-B14F-4D97-AF65-F5344CB8AC3E}">
        <p14:creationId xmlns:p14="http://schemas.microsoft.com/office/powerpoint/2010/main" val="1930998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D5195-9A83-8E8C-5EE0-DA0EFAD07ED1}"/>
              </a:ext>
            </a:extLst>
          </p:cNvPr>
          <p:cNvSpPr>
            <a:spLocks noGrp="1"/>
          </p:cNvSpPr>
          <p:nvPr>
            <p:ph type="title"/>
          </p:nvPr>
        </p:nvSpPr>
        <p:spPr/>
        <p:txBody>
          <a:bodyPr/>
          <a:lstStyle/>
          <a:p>
            <a:r>
              <a:rPr lang="en-US" dirty="0"/>
              <a:t>Logical Equivalence </a:t>
            </a:r>
          </a:p>
        </p:txBody>
      </p:sp>
      <p:graphicFrame>
        <p:nvGraphicFramePr>
          <p:cNvPr id="4" name="Content Placeholder 3">
            <a:extLst>
              <a:ext uri="{FF2B5EF4-FFF2-40B4-BE49-F238E27FC236}">
                <a16:creationId xmlns:a16="http://schemas.microsoft.com/office/drawing/2014/main" id="{127F5A38-2AF0-31BA-A953-DA06E5DFB4AE}"/>
              </a:ext>
            </a:extLst>
          </p:cNvPr>
          <p:cNvGraphicFramePr>
            <a:graphicFrameLocks/>
          </p:cNvGraphicFramePr>
          <p:nvPr/>
        </p:nvGraphicFramePr>
        <p:xfrm>
          <a:off x="2019300" y="2780071"/>
          <a:ext cx="8153400" cy="2225040"/>
        </p:xfrm>
        <a:graphic>
          <a:graphicData uri="http://schemas.openxmlformats.org/drawingml/2006/table">
            <a:tbl>
              <a:tblPr firstRow="1" bandRow="1"/>
              <a:tblGrid>
                <a:gridCol w="665584">
                  <a:extLst>
                    <a:ext uri="{9D8B030D-6E8A-4147-A177-3AD203B41FA5}">
                      <a16:colId xmlns:a16="http://schemas.microsoft.com/office/drawing/2014/main" val="20000"/>
                    </a:ext>
                  </a:extLst>
                </a:gridCol>
                <a:gridCol w="665584">
                  <a:extLst>
                    <a:ext uri="{9D8B030D-6E8A-4147-A177-3AD203B41FA5}">
                      <a16:colId xmlns:a16="http://schemas.microsoft.com/office/drawing/2014/main" val="20001"/>
                    </a:ext>
                  </a:extLst>
                </a:gridCol>
                <a:gridCol w="573832">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gridCol w="1219200">
                  <a:extLst>
                    <a:ext uri="{9D8B030D-6E8A-4147-A177-3AD203B41FA5}">
                      <a16:colId xmlns:a16="http://schemas.microsoft.com/office/drawing/2014/main" val="20006"/>
                    </a:ext>
                  </a:extLst>
                </a:gridCol>
                <a:gridCol w="1905000">
                  <a:extLst>
                    <a:ext uri="{9D8B030D-6E8A-4147-A177-3AD203B41FA5}">
                      <a16:colId xmlns:a16="http://schemas.microsoft.com/office/drawing/2014/main" val="20007"/>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endParaRPr lang="en-US" sz="1800" b="0"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7A7A7A"/>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endParaRPr lang="en-US" sz="1800" b="0"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7A7A7A"/>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endParaRPr lang="en-US" sz="1800" b="0"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7A7A7A"/>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endParaRPr lang="en-US" sz="1800" b="0"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7A7A7A"/>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r>
                        <a:rPr lang="en-US" sz="1800" b="0" dirty="0"/>
                        <a:t>Implication</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0000">
                        <a:lumMod val="50000"/>
                        <a:lumOff val="50000"/>
                      </a:srgbClr>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r>
                        <a:rPr lang="en-US" sz="1800" b="0" dirty="0"/>
                        <a:t>Inverse</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1282E"/>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r>
                        <a:rPr lang="en-US" sz="1800" b="0" dirty="0"/>
                        <a:t>Converse</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1282E"/>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0" dirty="0"/>
                        <a:t>Contrapositive</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0000">
                        <a:lumMod val="50000"/>
                        <a:lumOff val="5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b="1" dirty="0"/>
                        <a:t>p</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7A7A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b="1" dirty="0"/>
                        <a:t>q</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7A7A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kumimoji="0" lang="en-US" sz="1800" b="1" i="0" u="none" strike="noStrike" cap="none" normalizeH="0" baseline="0" dirty="0">
                          <a:ln>
                            <a:noFill/>
                          </a:ln>
                          <a:solidFill>
                            <a:schemeClr val="tx1"/>
                          </a:solidFill>
                          <a:effectLst/>
                          <a:latin typeface="Verdana" charset="0"/>
                          <a:ea typeface="Osaka" charset="-128"/>
                          <a:cs typeface="Osaka" charset="-128"/>
                          <a:sym typeface="Symbol" charset="2"/>
                        </a:rPr>
                        <a:t></a:t>
                      </a:r>
                      <a:r>
                        <a:rPr lang="en-US" b="1" dirty="0"/>
                        <a:t>p</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7A7A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kumimoji="0" lang="en-US" sz="1800" b="1" i="0" u="none" strike="noStrike" cap="none" normalizeH="0" baseline="0" dirty="0">
                          <a:ln>
                            <a:noFill/>
                          </a:ln>
                          <a:solidFill>
                            <a:schemeClr val="tx1"/>
                          </a:solidFill>
                          <a:effectLst/>
                          <a:latin typeface="Verdana" charset="0"/>
                          <a:ea typeface="Osaka" charset="-128"/>
                          <a:cs typeface="Osaka" charset="-128"/>
                          <a:sym typeface="Symbol" charset="2"/>
                        </a:rPr>
                        <a:t></a:t>
                      </a:r>
                      <a:r>
                        <a:rPr lang="en-US" b="1" dirty="0"/>
                        <a:t>q</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7A7A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b="1" dirty="0"/>
                        <a:t>p </a:t>
                      </a:r>
                      <a:r>
                        <a:rPr kumimoji="0" lang="en-US" sz="1800" b="1" i="0" u="none" strike="noStrike" cap="none" normalizeH="0" baseline="0" dirty="0">
                          <a:ln>
                            <a:noFill/>
                          </a:ln>
                          <a:solidFill>
                            <a:schemeClr val="tx1"/>
                          </a:solidFill>
                          <a:effectLst/>
                          <a:latin typeface="Verdana" charset="0"/>
                          <a:ea typeface="Osaka" charset="-128"/>
                          <a:cs typeface="Osaka" charset="-128"/>
                          <a:sym typeface="Symbol" charset="2"/>
                        </a:rPr>
                        <a:t> </a:t>
                      </a:r>
                      <a:r>
                        <a:rPr lang="en-US" b="1" dirty="0"/>
                        <a:t>q</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lumMod val="50000"/>
                        <a:lumOff val="5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kumimoji="0" lang="en-US" sz="1800" b="1" i="0" u="none" strike="noStrike" cap="none" normalizeH="0" baseline="0" dirty="0">
                          <a:ln>
                            <a:noFill/>
                          </a:ln>
                          <a:solidFill>
                            <a:schemeClr val="tx1"/>
                          </a:solidFill>
                          <a:effectLst/>
                          <a:latin typeface="Verdana" charset="0"/>
                          <a:ea typeface="Osaka" charset="-128"/>
                          <a:cs typeface="Osaka" charset="-128"/>
                          <a:sym typeface="Symbol" charset="2"/>
                        </a:rPr>
                        <a:t></a:t>
                      </a:r>
                      <a:r>
                        <a:rPr lang="en-US" b="1" dirty="0"/>
                        <a:t>p </a:t>
                      </a:r>
                      <a:r>
                        <a:rPr kumimoji="0" lang="en-US" sz="1800" b="1" i="0" u="none" strike="noStrike" cap="none" normalizeH="0" baseline="0" dirty="0">
                          <a:ln>
                            <a:noFill/>
                          </a:ln>
                          <a:solidFill>
                            <a:schemeClr val="tx1"/>
                          </a:solidFill>
                          <a:effectLst/>
                          <a:latin typeface="Verdana" charset="0"/>
                          <a:ea typeface="Osaka" charset="-128"/>
                          <a:cs typeface="Osaka" charset="-128"/>
                          <a:sym typeface="Symbol" charset="2"/>
                        </a:rPr>
                        <a:t> </a:t>
                      </a:r>
                      <a:r>
                        <a:rPr lang="en-US" b="1" dirty="0"/>
                        <a:t>q</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D1282E"/>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b="1" dirty="0"/>
                        <a:t>q </a:t>
                      </a:r>
                      <a:r>
                        <a:rPr kumimoji="0" lang="en-US" sz="1800" b="1" i="0" u="none" strike="noStrike" cap="none" normalizeH="0" baseline="0" dirty="0">
                          <a:ln>
                            <a:noFill/>
                          </a:ln>
                          <a:solidFill>
                            <a:schemeClr val="tx1"/>
                          </a:solidFill>
                          <a:effectLst/>
                          <a:latin typeface="Verdana" charset="0"/>
                          <a:ea typeface="Osaka" charset="-128"/>
                          <a:cs typeface="Osaka" charset="-128"/>
                          <a:sym typeface="Symbol" charset="2"/>
                        </a:rPr>
                        <a:t> </a:t>
                      </a:r>
                      <a:r>
                        <a:rPr kumimoji="0" lang="en-US" sz="1800" b="1" i="0" u="none" strike="noStrike" cap="none" normalizeH="0" baseline="0" dirty="0">
                          <a:ln>
                            <a:noFill/>
                          </a:ln>
                          <a:solidFill>
                            <a:schemeClr val="dk1"/>
                          </a:solidFill>
                          <a:effectLst/>
                          <a:latin typeface="+mn-lt"/>
                          <a:ea typeface="+mn-ea"/>
                          <a:cs typeface="+mn-cs"/>
                          <a:sym typeface="Symbol" charset="2"/>
                        </a:rPr>
                        <a:t>p</a:t>
                      </a:r>
                      <a:endParaRPr lang="en-US" b="1"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D1282E"/>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kumimoji="0" lang="en-US" sz="1800" b="1" i="0" u="none" strike="noStrike" cap="none" normalizeH="0" baseline="0" dirty="0">
                          <a:ln>
                            <a:noFill/>
                          </a:ln>
                          <a:solidFill>
                            <a:schemeClr val="tx1"/>
                          </a:solidFill>
                          <a:effectLst/>
                          <a:latin typeface="Verdana" charset="0"/>
                          <a:ea typeface="Osaka" charset="-128"/>
                          <a:cs typeface="Osaka" charset="-128"/>
                          <a:sym typeface="Symbol" charset="2"/>
                        </a:rPr>
                        <a:t></a:t>
                      </a:r>
                      <a:r>
                        <a:rPr kumimoji="0" lang="en-US" sz="1800" b="1" i="0" u="none" strike="noStrike" cap="none" normalizeH="0" baseline="0" dirty="0">
                          <a:ln>
                            <a:noFill/>
                          </a:ln>
                          <a:solidFill>
                            <a:schemeClr val="dk1"/>
                          </a:solidFill>
                          <a:effectLst/>
                          <a:latin typeface="+mn-lt"/>
                          <a:ea typeface="+mn-ea"/>
                          <a:cs typeface="+mn-cs"/>
                          <a:sym typeface="Symbol" charset="2"/>
                        </a:rPr>
                        <a:t>q</a:t>
                      </a:r>
                      <a:r>
                        <a:rPr lang="en-US" b="1" dirty="0"/>
                        <a:t> </a:t>
                      </a:r>
                      <a:r>
                        <a:rPr kumimoji="0" lang="en-US" sz="1800" b="1" i="0" u="none" strike="noStrike" cap="none" normalizeH="0" baseline="0" dirty="0">
                          <a:ln>
                            <a:noFill/>
                          </a:ln>
                          <a:solidFill>
                            <a:schemeClr val="tx1"/>
                          </a:solidFill>
                          <a:effectLst/>
                          <a:latin typeface="Verdana" charset="0"/>
                          <a:ea typeface="Osaka" charset="-128"/>
                          <a:cs typeface="Osaka" charset="-128"/>
                          <a:sym typeface="Symbol" charset="2"/>
                        </a:rPr>
                        <a:t> p</a:t>
                      </a:r>
                      <a:endParaRPr lang="en-US" b="1"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lumMod val="50000"/>
                        <a:lumOff val="5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A7A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A7A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F</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A7A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F</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A7A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lumMod val="50000"/>
                        <a:lumOff val="5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1282E"/>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1282E"/>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lumMod val="50000"/>
                        <a:lumOff val="5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A7A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F</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A7A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F</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A7A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A7A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F</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lumMod val="50000"/>
                        <a:lumOff val="5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1282E"/>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1282E"/>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F</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lumMod val="50000"/>
                        <a:lumOff val="5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F</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A7A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A7A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A7A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F</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A7A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lumMod val="50000"/>
                        <a:lumOff val="5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F</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1282E"/>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F</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1282E"/>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lumMod val="50000"/>
                        <a:lumOff val="5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F</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A7A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F</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A7A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A7A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A7A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lumMod val="50000"/>
                        <a:lumOff val="5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1282E"/>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1282E"/>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dirty="0"/>
                        <a:t>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lumMod val="50000"/>
                        <a:lumOff val="50000"/>
                      </a:srgb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52612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8A7E8-5B96-C38A-A793-0F26196484F9}"/>
              </a:ext>
            </a:extLst>
          </p:cNvPr>
          <p:cNvSpPr>
            <a:spLocks noGrp="1"/>
          </p:cNvSpPr>
          <p:nvPr>
            <p:ph type="title"/>
          </p:nvPr>
        </p:nvSpPr>
        <p:spPr/>
        <p:txBody>
          <a:bodyPr/>
          <a:lstStyle/>
          <a:p>
            <a:r>
              <a:rPr lang="en-US" dirty="0"/>
              <a:t>Logical Equivalence </a:t>
            </a:r>
          </a:p>
        </p:txBody>
      </p:sp>
      <p:pic>
        <p:nvPicPr>
          <p:cNvPr id="4" name="Picture 2">
            <a:extLst>
              <a:ext uri="{FF2B5EF4-FFF2-40B4-BE49-F238E27FC236}">
                <a16:creationId xmlns:a16="http://schemas.microsoft.com/office/drawing/2014/main" id="{B064BF0F-9386-19D3-443D-794897449C7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1" y="2396331"/>
            <a:ext cx="10515600" cy="3797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2826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97FB9-8D35-E0F0-1692-5DAFBCBF494F}"/>
              </a:ext>
            </a:extLst>
          </p:cNvPr>
          <p:cNvSpPr>
            <a:spLocks noGrp="1"/>
          </p:cNvSpPr>
          <p:nvPr>
            <p:ph type="title"/>
          </p:nvPr>
        </p:nvSpPr>
        <p:spPr/>
        <p:txBody>
          <a:bodyPr/>
          <a:lstStyle/>
          <a:p>
            <a:r>
              <a:rPr lang="en-US" dirty="0"/>
              <a:t>Logical Equivalence </a:t>
            </a:r>
          </a:p>
        </p:txBody>
      </p:sp>
      <p:pic>
        <p:nvPicPr>
          <p:cNvPr id="4" name="Picture 2">
            <a:extLst>
              <a:ext uri="{FF2B5EF4-FFF2-40B4-BE49-F238E27FC236}">
                <a16:creationId xmlns:a16="http://schemas.microsoft.com/office/drawing/2014/main" id="{59F72F69-C6C7-AD84-6E34-E4610C679D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824038"/>
            <a:ext cx="10515600" cy="417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3752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7BCD3-937F-F5CB-C489-9CED15B4BC75}"/>
              </a:ext>
            </a:extLst>
          </p:cNvPr>
          <p:cNvSpPr>
            <a:spLocks noGrp="1"/>
          </p:cNvSpPr>
          <p:nvPr>
            <p:ph type="title"/>
          </p:nvPr>
        </p:nvSpPr>
        <p:spPr/>
        <p:txBody>
          <a:bodyPr/>
          <a:lstStyle/>
          <a:p>
            <a:r>
              <a:rPr lang="en-US" dirty="0"/>
              <a:t>Logical Equivalence </a:t>
            </a:r>
          </a:p>
        </p:txBody>
      </p:sp>
      <p:pic>
        <p:nvPicPr>
          <p:cNvPr id="4" name="Picture 1">
            <a:extLst>
              <a:ext uri="{FF2B5EF4-FFF2-40B4-BE49-F238E27FC236}">
                <a16:creationId xmlns:a16="http://schemas.microsoft.com/office/drawing/2014/main" id="{163D7C46-53C6-F5BB-8972-2733B4CD1C7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8929" y="2482056"/>
            <a:ext cx="10704871" cy="3623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4206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B5A2B-56C0-AD7B-DF99-8DE3C768065F}"/>
              </a:ext>
            </a:extLst>
          </p:cNvPr>
          <p:cNvSpPr>
            <a:spLocks noGrp="1"/>
          </p:cNvSpPr>
          <p:nvPr>
            <p:ph type="title"/>
          </p:nvPr>
        </p:nvSpPr>
        <p:spPr/>
        <p:txBody>
          <a:bodyPr/>
          <a:lstStyle/>
          <a:p>
            <a:r>
              <a:rPr lang="en-US" dirty="0"/>
              <a:t>Logical Equivalence </a:t>
            </a:r>
          </a:p>
        </p:txBody>
      </p:sp>
      <p:graphicFrame>
        <p:nvGraphicFramePr>
          <p:cNvPr id="4" name="Content Placeholder 4">
            <a:extLst>
              <a:ext uri="{FF2B5EF4-FFF2-40B4-BE49-F238E27FC236}">
                <a16:creationId xmlns:a16="http://schemas.microsoft.com/office/drawing/2014/main" id="{6E39EA6F-F0A8-6D8B-6337-E16BE299D77C}"/>
              </a:ext>
            </a:extLst>
          </p:cNvPr>
          <p:cNvGraphicFramePr>
            <a:graphicFrameLocks noGrp="1"/>
          </p:cNvGraphicFramePr>
          <p:nvPr>
            <p:ph idx="1"/>
          </p:nvPr>
        </p:nvGraphicFramePr>
        <p:xfrm>
          <a:off x="1981200" y="1910715"/>
          <a:ext cx="8229600" cy="458216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r>
                        <a:rPr lang="en-US" dirty="0"/>
                        <a:t>Equivalence</a:t>
                      </a:r>
                      <a:r>
                        <a:rPr lang="en-US" baseline="0" dirty="0"/>
                        <a:t> </a:t>
                      </a:r>
                      <a:endParaRPr lang="en-US" dirty="0"/>
                    </a:p>
                  </a:txBody>
                  <a:tcPr/>
                </a:tc>
                <a:tc>
                  <a:txBody>
                    <a:bodyPr/>
                    <a:lstStyle/>
                    <a:p>
                      <a:r>
                        <a:rPr lang="en-US" dirty="0"/>
                        <a:t>Name</a:t>
                      </a:r>
                    </a:p>
                  </a:txBody>
                  <a:tcPr/>
                </a:tc>
                <a:extLst>
                  <a:ext uri="{0D108BD9-81ED-4DB2-BD59-A6C34878D82A}">
                    <a16:rowId xmlns:a16="http://schemas.microsoft.com/office/drawing/2014/main" val="10000"/>
                  </a:ext>
                </a:extLst>
              </a:tr>
              <a:tr h="370840">
                <a:tc>
                  <a:txBody>
                    <a:bodyPr/>
                    <a:lstStyle/>
                    <a:p>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1" i="0" u="none" strike="noStrike" kern="1200" baseline="0" dirty="0">
                          <a:solidFill>
                            <a:schemeClr val="dk1"/>
                          </a:solidFill>
                          <a:latin typeface="+mn-lt"/>
                          <a:ea typeface="+mn-ea"/>
                          <a:cs typeface="+mn-cs"/>
                        </a:rPr>
                        <a:t>T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a:t>
                      </a:r>
                      <a:endParaRPr lang="en-US" sz="1800" b="0" i="0" u="none" strike="noStrike" kern="1200" baseline="0" dirty="0">
                        <a:solidFill>
                          <a:schemeClr val="dk1"/>
                        </a:solidFill>
                        <a:latin typeface="+mn-lt"/>
                        <a:ea typeface="+mn-ea"/>
                        <a:cs typeface="+mn-cs"/>
                      </a:endParaRPr>
                    </a:p>
                    <a:p>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1" i="0" u="none" strike="noStrike" kern="1200" baseline="0" dirty="0">
                          <a:solidFill>
                            <a:schemeClr val="dk1"/>
                          </a:solidFill>
                          <a:latin typeface="+mn-lt"/>
                          <a:ea typeface="+mn-ea"/>
                          <a:cs typeface="+mn-cs"/>
                        </a:rPr>
                        <a:t>F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a:t>
                      </a:r>
                      <a:endParaRPr lang="en-US" dirty="0"/>
                    </a:p>
                  </a:txBody>
                  <a:tcPr/>
                </a:tc>
                <a:tc>
                  <a:txBody>
                    <a:bodyPr/>
                    <a:lstStyle/>
                    <a:p>
                      <a:r>
                        <a:rPr lang="en-US" sz="1800" b="0" i="0" u="none" strike="noStrike" kern="1200" baseline="0" dirty="0">
                          <a:solidFill>
                            <a:schemeClr val="dk1"/>
                          </a:solidFill>
                          <a:latin typeface="+mn-lt"/>
                          <a:ea typeface="+mn-ea"/>
                          <a:cs typeface="+mn-cs"/>
                        </a:rPr>
                        <a:t>Identity laws</a:t>
                      </a:r>
                      <a:endParaRPr lang="en-US" dirty="0"/>
                    </a:p>
                  </a:txBody>
                  <a:tcPr/>
                </a:tc>
                <a:extLst>
                  <a:ext uri="{0D108BD9-81ED-4DB2-BD59-A6C34878D82A}">
                    <a16:rowId xmlns:a16="http://schemas.microsoft.com/office/drawing/2014/main" val="10001"/>
                  </a:ext>
                </a:extLst>
              </a:tr>
              <a:tr h="370840">
                <a:tc>
                  <a:txBody>
                    <a:bodyPr/>
                    <a:lstStyle/>
                    <a:p>
                      <a:r>
                        <a:rPr lang="fr-FR" sz="1800" b="0" i="1" u="none" strike="noStrike" kern="1200" baseline="0" dirty="0">
                          <a:solidFill>
                            <a:schemeClr val="dk1"/>
                          </a:solidFill>
                          <a:latin typeface="+mn-lt"/>
                          <a:ea typeface="+mn-ea"/>
                          <a:cs typeface="+mn-cs"/>
                        </a:rPr>
                        <a:t>p </a:t>
                      </a:r>
                      <a:r>
                        <a:rPr lang="fr-FR" sz="1800" b="0" i="0" u="none" strike="noStrike" kern="1200" baseline="0" dirty="0">
                          <a:solidFill>
                            <a:schemeClr val="dk1"/>
                          </a:solidFill>
                          <a:latin typeface="+mn-lt"/>
                          <a:ea typeface="+mn-ea"/>
                          <a:cs typeface="+mn-cs"/>
                        </a:rPr>
                        <a:t>∨ </a:t>
                      </a:r>
                      <a:r>
                        <a:rPr lang="fr-FR" sz="1800" b="1" i="0" u="none" strike="noStrike" kern="1200" baseline="0" dirty="0">
                          <a:solidFill>
                            <a:schemeClr val="dk1"/>
                          </a:solidFill>
                          <a:latin typeface="+mn-lt"/>
                          <a:ea typeface="+mn-ea"/>
                          <a:cs typeface="+mn-cs"/>
                        </a:rPr>
                        <a:t>T </a:t>
                      </a:r>
                      <a:r>
                        <a:rPr lang="fr-FR" sz="1800" b="0" i="0" u="none" strike="noStrike" kern="1200" baseline="0" dirty="0">
                          <a:solidFill>
                            <a:schemeClr val="dk1"/>
                          </a:solidFill>
                          <a:latin typeface="+mn-lt"/>
                          <a:ea typeface="+mn-ea"/>
                          <a:cs typeface="+mn-cs"/>
                        </a:rPr>
                        <a:t>≡ </a:t>
                      </a:r>
                      <a:r>
                        <a:rPr lang="fr-FR" sz="1800" b="1" i="0" u="none" strike="noStrike" kern="1200" baseline="0" dirty="0">
                          <a:solidFill>
                            <a:schemeClr val="dk1"/>
                          </a:solidFill>
                          <a:latin typeface="+mn-lt"/>
                          <a:ea typeface="+mn-ea"/>
                          <a:cs typeface="+mn-cs"/>
                        </a:rPr>
                        <a:t>T </a:t>
                      </a:r>
                    </a:p>
                    <a:p>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1" i="0" u="none" strike="noStrike" kern="1200" baseline="0" dirty="0">
                          <a:solidFill>
                            <a:schemeClr val="dk1"/>
                          </a:solidFill>
                          <a:latin typeface="+mn-lt"/>
                          <a:ea typeface="+mn-ea"/>
                          <a:cs typeface="+mn-cs"/>
                        </a:rPr>
                        <a:t>F </a:t>
                      </a:r>
                      <a:r>
                        <a:rPr lang="en-US" sz="1800" b="0" i="0" u="none" strike="noStrike" kern="1200" baseline="0" dirty="0">
                          <a:solidFill>
                            <a:schemeClr val="dk1"/>
                          </a:solidFill>
                          <a:latin typeface="+mn-lt"/>
                          <a:ea typeface="+mn-ea"/>
                          <a:cs typeface="+mn-cs"/>
                        </a:rPr>
                        <a:t>≡ </a:t>
                      </a:r>
                      <a:r>
                        <a:rPr lang="en-US" sz="1800" b="1" i="0" u="none" strike="noStrike" kern="1200" baseline="0" dirty="0">
                          <a:solidFill>
                            <a:schemeClr val="dk1"/>
                          </a:solidFill>
                          <a:latin typeface="+mn-lt"/>
                          <a:ea typeface="+mn-ea"/>
                          <a:cs typeface="+mn-cs"/>
                        </a:rPr>
                        <a:t>F</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b="0" i="0" u="none" strike="noStrike" kern="1200" baseline="0" dirty="0">
                          <a:solidFill>
                            <a:schemeClr val="dk1"/>
                          </a:solidFill>
                          <a:latin typeface="+mn-lt"/>
                          <a:ea typeface="+mn-ea"/>
                          <a:cs typeface="+mn-cs"/>
                        </a:rPr>
                        <a:t>Domination laws</a:t>
                      </a:r>
                    </a:p>
                    <a:p>
                      <a:endParaRPr lang="en-US" dirty="0"/>
                    </a:p>
                  </a:txBody>
                  <a:tcPr/>
                </a:tc>
                <a:extLst>
                  <a:ext uri="{0D108BD9-81ED-4DB2-BD59-A6C34878D82A}">
                    <a16:rowId xmlns:a16="http://schemas.microsoft.com/office/drawing/2014/main" val="10002"/>
                  </a:ext>
                </a:extLst>
              </a:tr>
              <a:tr h="370840">
                <a:tc>
                  <a:txBody>
                    <a:bodyPr/>
                    <a:lstStyle/>
                    <a:p>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 </a:t>
                      </a:r>
                    </a:p>
                    <a:p>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Idempotent laws</a:t>
                      </a:r>
                    </a:p>
                    <a:p>
                      <a:endParaRPr lang="en-US" dirty="0"/>
                    </a:p>
                  </a:txBody>
                  <a:tcPr/>
                </a:tc>
                <a:extLst>
                  <a:ext uri="{0D108BD9-81ED-4DB2-BD59-A6C34878D82A}">
                    <a16:rowId xmlns:a16="http://schemas.microsoft.com/office/drawing/2014/main" val="10003"/>
                  </a:ext>
                </a:extLst>
              </a:tr>
              <a:tr h="370840">
                <a:tc>
                  <a:txBody>
                    <a:bodyPr/>
                    <a:lstStyle/>
                    <a:p>
                      <a:r>
                        <a:rPr lang="en-US" sz="1800" b="0" i="0" u="none" strike="noStrike" kern="1200" baseline="0" dirty="0">
                          <a:solidFill>
                            <a:schemeClr val="dk1"/>
                          </a:solidFill>
                          <a:latin typeface="+mn-lt"/>
                          <a:ea typeface="+mn-ea"/>
                          <a:cs typeface="+mn-cs"/>
                        </a:rPr>
                        <a:t>￢</a:t>
                      </a:r>
                      <a:r>
                        <a:rPr lang="en-US" sz="1800" b="0" i="1" u="none" strike="noStrike" kern="1200" baseline="0" dirty="0">
                          <a:solidFill>
                            <a:schemeClr val="dk1"/>
                          </a:solidFill>
                          <a:latin typeface="+mn-lt"/>
                          <a:ea typeface="+mn-ea"/>
                          <a:cs typeface="+mn-cs"/>
                        </a:rPr>
                        <a:t>(</a:t>
                      </a:r>
                      <a:r>
                        <a:rPr lang="en-US" sz="1800" b="0" i="0" u="none" strike="noStrike" kern="1200" baseline="0" dirty="0">
                          <a:solidFill>
                            <a:schemeClr val="dk1"/>
                          </a:solidFill>
                          <a:latin typeface="+mn-lt"/>
                          <a:ea typeface="+mn-ea"/>
                          <a:cs typeface="+mn-cs"/>
                        </a:rPr>
                        <a:t>￢</a:t>
                      </a: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Double negation law</a:t>
                      </a:r>
                      <a:endParaRPr lang="en-US" dirty="0"/>
                    </a:p>
                  </a:txBody>
                  <a:tcPr/>
                </a:tc>
                <a:extLst>
                  <a:ext uri="{0D108BD9-81ED-4DB2-BD59-A6C34878D82A}">
                    <a16:rowId xmlns:a16="http://schemas.microsoft.com/office/drawing/2014/main" val="10004"/>
                  </a:ext>
                </a:extLst>
              </a:tr>
              <a:tr h="370840">
                <a:tc>
                  <a:txBody>
                    <a:bodyPr/>
                    <a:lstStyle/>
                    <a:p>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 </a:t>
                      </a:r>
                    </a:p>
                    <a:p>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Commutative laws</a:t>
                      </a:r>
                    </a:p>
                    <a:p>
                      <a:endParaRPr lang="en-US" dirty="0"/>
                    </a:p>
                  </a:txBody>
                  <a:tcPr/>
                </a:tc>
                <a:extLst>
                  <a:ext uri="{0D108BD9-81ED-4DB2-BD59-A6C34878D82A}">
                    <a16:rowId xmlns:a16="http://schemas.microsoft.com/office/drawing/2014/main" val="10005"/>
                  </a:ext>
                </a:extLst>
              </a:tr>
              <a:tr h="370840">
                <a:tc>
                  <a:txBody>
                    <a:bodyPr/>
                    <a:lstStyle/>
                    <a:p>
                      <a:r>
                        <a:rPr lang="pt-BR" sz="1800" b="0" i="1" u="none" strike="noStrike" kern="1200" baseline="0" dirty="0">
                          <a:solidFill>
                            <a:schemeClr val="dk1"/>
                          </a:solidFill>
                          <a:latin typeface="+mn-lt"/>
                          <a:ea typeface="+mn-ea"/>
                          <a:cs typeface="+mn-cs"/>
                        </a:rPr>
                        <a:t>(p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q)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r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p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(q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r) </a:t>
                      </a:r>
                    </a:p>
                    <a:p>
                      <a:r>
                        <a:rPr lang="pt-BR" sz="1800" b="0" i="1" u="none" strike="noStrike" kern="1200" baseline="0" dirty="0">
                          <a:solidFill>
                            <a:schemeClr val="dk1"/>
                          </a:solidFill>
                          <a:latin typeface="+mn-lt"/>
                          <a:ea typeface="+mn-ea"/>
                          <a:cs typeface="+mn-cs"/>
                        </a:rPr>
                        <a:t>(p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q)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r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p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(q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r)</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800" b="0" i="0" u="none" strike="noStrike" kern="1200" baseline="0" dirty="0">
                          <a:solidFill>
                            <a:schemeClr val="dk1"/>
                          </a:solidFill>
                          <a:latin typeface="+mn-lt"/>
                          <a:ea typeface="+mn-ea"/>
                          <a:cs typeface="+mn-cs"/>
                        </a:rPr>
                        <a:t>Associative laws</a:t>
                      </a:r>
                    </a:p>
                    <a:p>
                      <a:endParaRPr lang="en-US" dirty="0"/>
                    </a:p>
                  </a:txBody>
                  <a:tcPr/>
                </a:tc>
                <a:extLst>
                  <a:ext uri="{0D108BD9-81ED-4DB2-BD59-A6C34878D82A}">
                    <a16:rowId xmlns:a16="http://schemas.microsoft.com/office/drawing/2014/main" val="10006"/>
                  </a:ext>
                </a:extLst>
              </a:tr>
              <a:tr h="370840">
                <a:tc>
                  <a:txBody>
                    <a:bodyPr/>
                    <a:lstStyle/>
                    <a:p>
                      <a:r>
                        <a:rPr lang="pt-BR" sz="1800" b="0" i="1" u="none" strike="noStrike" kern="1200" baseline="0" dirty="0">
                          <a:solidFill>
                            <a:schemeClr val="dk1"/>
                          </a:solidFill>
                          <a:latin typeface="+mn-lt"/>
                          <a:ea typeface="+mn-ea"/>
                          <a:cs typeface="+mn-cs"/>
                        </a:rPr>
                        <a:t>p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(q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r)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(p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q)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(p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r) </a:t>
                      </a:r>
                      <a:endParaRPr lang="pt-BR" sz="1800" b="0" i="0" u="none" strike="noStrike" kern="1200" baseline="0" dirty="0">
                        <a:solidFill>
                          <a:schemeClr val="dk1"/>
                        </a:solidFill>
                        <a:latin typeface="+mn-lt"/>
                        <a:ea typeface="+mn-ea"/>
                        <a:cs typeface="+mn-cs"/>
                      </a:endParaRPr>
                    </a:p>
                    <a:p>
                      <a:r>
                        <a:rPr lang="pt-BR" sz="1800" b="0" i="1" u="none" strike="noStrike" kern="1200" baseline="0" dirty="0">
                          <a:solidFill>
                            <a:schemeClr val="dk1"/>
                          </a:solidFill>
                          <a:latin typeface="+mn-lt"/>
                          <a:ea typeface="+mn-ea"/>
                          <a:cs typeface="+mn-cs"/>
                        </a:rPr>
                        <a:t>p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(q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r)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(p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q)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(p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r)</a:t>
                      </a:r>
                      <a:endParaRPr lang="en-US" dirty="0"/>
                    </a:p>
                  </a:txBody>
                  <a:tcPr/>
                </a:tc>
                <a:tc>
                  <a:txBody>
                    <a:bodyPr/>
                    <a:lstStyle/>
                    <a:p>
                      <a:r>
                        <a:rPr lang="en-US" dirty="0"/>
                        <a:t>Distribution Laws</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467445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9F289-B988-2990-12D8-CB6066906030}"/>
              </a:ext>
            </a:extLst>
          </p:cNvPr>
          <p:cNvSpPr>
            <a:spLocks noGrp="1"/>
          </p:cNvSpPr>
          <p:nvPr>
            <p:ph type="title"/>
          </p:nvPr>
        </p:nvSpPr>
        <p:spPr/>
        <p:txBody>
          <a:bodyPr/>
          <a:lstStyle/>
          <a:p>
            <a:r>
              <a:rPr lang="en-US" dirty="0"/>
              <a:t>Logical Equivalence </a:t>
            </a:r>
          </a:p>
        </p:txBody>
      </p:sp>
      <p:sp>
        <p:nvSpPr>
          <p:cNvPr id="4" name="Content Placeholder 2">
            <a:extLst>
              <a:ext uri="{FF2B5EF4-FFF2-40B4-BE49-F238E27FC236}">
                <a16:creationId xmlns:a16="http://schemas.microsoft.com/office/drawing/2014/main" id="{D7A59661-0A46-14FF-9C2B-417262D11214}"/>
              </a:ext>
            </a:extLst>
          </p:cNvPr>
          <p:cNvSpPr>
            <a:spLocks noGrp="1"/>
          </p:cNvSpPr>
          <p:nvPr>
            <p:ph idx="1"/>
          </p:nvPr>
        </p:nvSpPr>
        <p:spPr>
          <a:xfrm>
            <a:off x="838200" y="1825625"/>
            <a:ext cx="10515600" cy="4351338"/>
          </a:xfrm>
        </p:spPr>
        <p:txBody>
          <a:bodyPr/>
          <a:lstStyle/>
          <a:p>
            <a:r>
              <a:rPr lang="en-US">
                <a:latin typeface="+mj-lt"/>
              </a:rPr>
              <a:t>Distributive: </a:t>
            </a:r>
            <a:r>
              <a:rPr lang="en-US" dirty="0">
                <a:latin typeface="+mj-lt"/>
              </a:rPr>
              <a:t>	   p </a:t>
            </a:r>
            <a:r>
              <a:rPr lang="en-US" dirty="0">
                <a:latin typeface="+mj-lt"/>
                <a:sym typeface="Symbol" pitchFamily="18" charset="2"/>
              </a:rPr>
              <a:t> (q</a:t>
            </a:r>
            <a:r>
              <a:rPr lang="en-US" dirty="0">
                <a:latin typeface="+mj-lt"/>
              </a:rPr>
              <a:t> </a:t>
            </a:r>
            <a:r>
              <a:rPr lang="en-US" dirty="0">
                <a:latin typeface="+mj-lt"/>
                <a:sym typeface="Symbol" pitchFamily="18" charset="2"/>
              </a:rPr>
              <a:t></a:t>
            </a:r>
            <a:r>
              <a:rPr lang="en-US" dirty="0">
                <a:latin typeface="+mj-lt"/>
              </a:rPr>
              <a:t> r) </a:t>
            </a:r>
            <a:r>
              <a:rPr lang="en-US" dirty="0">
                <a:latin typeface="+mj-lt"/>
                <a:sym typeface="Symbol" pitchFamily="18" charset="2"/>
              </a:rPr>
              <a:t> </a:t>
            </a:r>
            <a:r>
              <a:rPr lang="en-US" dirty="0">
                <a:latin typeface="+mj-lt"/>
              </a:rPr>
              <a:t>(p </a:t>
            </a:r>
            <a:r>
              <a:rPr lang="en-US" dirty="0">
                <a:latin typeface="+mj-lt"/>
                <a:sym typeface="Symbol" pitchFamily="18" charset="2"/>
              </a:rPr>
              <a:t> q) </a:t>
            </a:r>
            <a:r>
              <a:rPr lang="en-US" dirty="0">
                <a:latin typeface="+mj-lt"/>
              </a:rPr>
              <a:t> (p </a:t>
            </a:r>
            <a:r>
              <a:rPr lang="en-US" dirty="0">
                <a:latin typeface="+mj-lt"/>
                <a:sym typeface="Symbol" pitchFamily="18" charset="2"/>
              </a:rPr>
              <a:t></a:t>
            </a:r>
            <a:r>
              <a:rPr lang="en-US" dirty="0">
                <a:latin typeface="+mj-lt"/>
              </a:rPr>
              <a:t> r)</a:t>
            </a:r>
          </a:p>
          <a:p>
            <a:endParaRPr lang="en-US" dirty="0">
              <a:latin typeface="+mj-lt"/>
            </a:endParaRPr>
          </a:p>
        </p:txBody>
      </p:sp>
      <p:graphicFrame>
        <p:nvGraphicFramePr>
          <p:cNvPr id="5" name="Table 4">
            <a:extLst>
              <a:ext uri="{FF2B5EF4-FFF2-40B4-BE49-F238E27FC236}">
                <a16:creationId xmlns:a16="http://schemas.microsoft.com/office/drawing/2014/main" id="{ECD4844A-27D7-09DE-3C5F-D8BBBBDC6109}"/>
              </a:ext>
            </a:extLst>
          </p:cNvPr>
          <p:cNvGraphicFramePr>
            <a:graphicFrameLocks noGrp="1"/>
          </p:cNvGraphicFramePr>
          <p:nvPr/>
        </p:nvGraphicFramePr>
        <p:xfrm>
          <a:off x="2153263" y="2674374"/>
          <a:ext cx="7315201" cy="333756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792481">
                  <a:extLst>
                    <a:ext uri="{9D8B030D-6E8A-4147-A177-3AD203B41FA5}">
                      <a16:colId xmlns:a16="http://schemas.microsoft.com/office/drawing/2014/main" val="20003"/>
                    </a:ext>
                  </a:extLst>
                </a:gridCol>
                <a:gridCol w="1337187">
                  <a:extLst>
                    <a:ext uri="{9D8B030D-6E8A-4147-A177-3AD203B41FA5}">
                      <a16:colId xmlns:a16="http://schemas.microsoft.com/office/drawing/2014/main" val="20004"/>
                    </a:ext>
                  </a:extLst>
                </a:gridCol>
                <a:gridCol w="943897">
                  <a:extLst>
                    <a:ext uri="{9D8B030D-6E8A-4147-A177-3AD203B41FA5}">
                      <a16:colId xmlns:a16="http://schemas.microsoft.com/office/drawing/2014/main" val="20005"/>
                    </a:ext>
                  </a:extLst>
                </a:gridCol>
                <a:gridCol w="865239">
                  <a:extLst>
                    <a:ext uri="{9D8B030D-6E8A-4147-A177-3AD203B41FA5}">
                      <a16:colId xmlns:a16="http://schemas.microsoft.com/office/drawing/2014/main" val="20006"/>
                    </a:ext>
                  </a:extLst>
                </a:gridCol>
                <a:gridCol w="1730477">
                  <a:extLst>
                    <a:ext uri="{9D8B030D-6E8A-4147-A177-3AD203B41FA5}">
                      <a16:colId xmlns:a16="http://schemas.microsoft.com/office/drawing/2014/main" val="20007"/>
                    </a:ext>
                  </a:extLst>
                </a:gridCol>
              </a:tblGrid>
              <a:tr h="370840">
                <a:tc>
                  <a:txBody>
                    <a:bodyPr/>
                    <a:lstStyle/>
                    <a:p>
                      <a:pPr algn="ctr"/>
                      <a:r>
                        <a:rPr lang="en-US" dirty="0"/>
                        <a:t>p</a:t>
                      </a:r>
                    </a:p>
                  </a:txBody>
                  <a:tcPr/>
                </a:tc>
                <a:tc>
                  <a:txBody>
                    <a:bodyPr/>
                    <a:lstStyle/>
                    <a:p>
                      <a:pPr algn="ctr"/>
                      <a:r>
                        <a:rPr lang="en-US" dirty="0"/>
                        <a:t>q</a:t>
                      </a:r>
                    </a:p>
                  </a:txBody>
                  <a:tcPr/>
                </a:tc>
                <a:tc>
                  <a:txBody>
                    <a:bodyPr/>
                    <a:lstStyle/>
                    <a:p>
                      <a:pPr algn="ctr"/>
                      <a:r>
                        <a:rPr lang="en-US" dirty="0"/>
                        <a:t>r</a:t>
                      </a:r>
                    </a:p>
                  </a:txBody>
                  <a:tcPr/>
                </a:tc>
                <a:tc>
                  <a:txBody>
                    <a:bodyPr/>
                    <a:lstStyle/>
                    <a:p>
                      <a:pPr algn="ctr"/>
                      <a:r>
                        <a:rPr lang="en-US" dirty="0"/>
                        <a:t>q </a:t>
                      </a:r>
                      <a:r>
                        <a:rPr lang="en-US" sz="1800" b="1" kern="1200" dirty="0">
                          <a:solidFill>
                            <a:schemeClr val="lt1"/>
                          </a:solidFill>
                          <a:latin typeface="+mn-lt"/>
                          <a:ea typeface="+mn-ea"/>
                          <a:cs typeface="+mn-cs"/>
                          <a:sym typeface="Symbol" pitchFamily="18" charset="2"/>
                        </a:rPr>
                        <a:t></a:t>
                      </a:r>
                      <a:r>
                        <a:rPr lang="en-US" sz="1400" b="1" kern="1200" dirty="0">
                          <a:solidFill>
                            <a:schemeClr val="lt1"/>
                          </a:solidFill>
                          <a:latin typeface="+mn-lt"/>
                          <a:ea typeface="+mn-ea"/>
                          <a:cs typeface="+mn-cs"/>
                          <a:sym typeface="Symbol" pitchFamily="18" charset="2"/>
                        </a:rPr>
                        <a:t> </a:t>
                      </a:r>
                      <a:r>
                        <a:rPr lang="en-US" sz="1800" b="1" kern="1200" dirty="0">
                          <a:solidFill>
                            <a:schemeClr val="lt1"/>
                          </a:solidFill>
                          <a:latin typeface="+mn-lt"/>
                          <a:ea typeface="+mn-ea"/>
                          <a:cs typeface="+mn-cs"/>
                          <a:sym typeface="Symbol" pitchFamily="18" charset="2"/>
                        </a:rPr>
                        <a:t> r</a:t>
                      </a:r>
                      <a:endParaRPr lang="en-US" sz="1800" b="1" dirty="0"/>
                    </a:p>
                  </a:txBody>
                  <a:tcPr/>
                </a:tc>
                <a:tc>
                  <a:txBody>
                    <a:bodyPr/>
                    <a:lstStyle/>
                    <a:p>
                      <a:pPr marL="0" algn="ctr" defTabSz="914400" rtl="0" eaLnBrk="1" latinLnBrk="0" hangingPunct="1"/>
                      <a:r>
                        <a:rPr lang="en-US" sz="1800" b="1" kern="1200" dirty="0">
                          <a:solidFill>
                            <a:schemeClr val="lt1"/>
                          </a:solidFill>
                          <a:latin typeface="+mn-lt"/>
                          <a:ea typeface="+mn-ea"/>
                          <a:cs typeface="+mn-cs"/>
                        </a:rPr>
                        <a:t>p </a:t>
                      </a:r>
                      <a:r>
                        <a:rPr lang="en-US" sz="1800" b="1" kern="1200" dirty="0">
                          <a:solidFill>
                            <a:schemeClr val="lt1"/>
                          </a:solidFill>
                          <a:latin typeface="+mn-lt"/>
                          <a:ea typeface="+mn-ea"/>
                          <a:cs typeface="+mn-cs"/>
                          <a:sym typeface="Symbol" pitchFamily="18" charset="2"/>
                        </a:rPr>
                        <a:t> (q</a:t>
                      </a:r>
                      <a:r>
                        <a:rPr lang="en-US" sz="1800" b="1" kern="1200" dirty="0">
                          <a:solidFill>
                            <a:schemeClr val="lt1"/>
                          </a:solidFill>
                          <a:latin typeface="+mn-lt"/>
                          <a:ea typeface="+mn-ea"/>
                          <a:cs typeface="+mn-cs"/>
                        </a:rPr>
                        <a:t> </a:t>
                      </a:r>
                      <a:r>
                        <a:rPr lang="en-US" sz="1800" b="1" kern="1200" dirty="0">
                          <a:solidFill>
                            <a:schemeClr val="lt1"/>
                          </a:solidFill>
                          <a:latin typeface="+mn-lt"/>
                          <a:ea typeface="+mn-ea"/>
                          <a:cs typeface="+mn-cs"/>
                          <a:sym typeface="Symbol" pitchFamily="18" charset="2"/>
                        </a:rPr>
                        <a:t></a:t>
                      </a:r>
                      <a:r>
                        <a:rPr lang="en-US" sz="1800" b="1" kern="1200" dirty="0">
                          <a:solidFill>
                            <a:schemeClr val="lt1"/>
                          </a:solidFill>
                          <a:latin typeface="+mn-lt"/>
                          <a:ea typeface="+mn-ea"/>
                          <a:cs typeface="+mn-cs"/>
                        </a:rPr>
                        <a:t> r) </a:t>
                      </a:r>
                    </a:p>
                  </a:txBody>
                  <a:tcPr/>
                </a:tc>
                <a:tc>
                  <a:txBody>
                    <a:bodyPr/>
                    <a:lstStyle/>
                    <a:p>
                      <a:pPr marL="0" algn="ctr" defTabSz="914400" rtl="0" eaLnBrk="1" latinLnBrk="0" hangingPunct="1"/>
                      <a:r>
                        <a:rPr lang="en-US" sz="1800" b="1" kern="1200" dirty="0">
                          <a:solidFill>
                            <a:schemeClr val="lt1"/>
                          </a:solidFill>
                          <a:latin typeface="+mn-lt"/>
                          <a:ea typeface="+mn-ea"/>
                          <a:cs typeface="+mn-cs"/>
                        </a:rPr>
                        <a:t>(p </a:t>
                      </a:r>
                      <a:r>
                        <a:rPr lang="en-US" sz="1800" b="1" kern="1200" dirty="0">
                          <a:solidFill>
                            <a:schemeClr val="lt1"/>
                          </a:solidFill>
                          <a:latin typeface="+mn-lt"/>
                          <a:ea typeface="+mn-ea"/>
                          <a:cs typeface="+mn-cs"/>
                          <a:sym typeface="Symbol" pitchFamily="18" charset="2"/>
                        </a:rPr>
                        <a:t> q) </a:t>
                      </a:r>
                      <a:endParaRPr lang="en-US" sz="1800" b="1" kern="1200" dirty="0">
                        <a:solidFill>
                          <a:schemeClr val="lt1"/>
                        </a:solidFill>
                        <a:latin typeface="+mn-lt"/>
                        <a:ea typeface="+mn-ea"/>
                        <a:cs typeface="+mn-cs"/>
                      </a:endParaRPr>
                    </a:p>
                  </a:txBody>
                  <a:tcPr/>
                </a:tc>
                <a:tc>
                  <a:txBody>
                    <a:bodyPr/>
                    <a:lstStyle/>
                    <a:p>
                      <a:pPr marL="0" algn="ctr" defTabSz="914400" rtl="0" eaLnBrk="1" latinLnBrk="0" hangingPunct="1"/>
                      <a:r>
                        <a:rPr lang="en-US" sz="1800" b="1" kern="1200" dirty="0">
                          <a:solidFill>
                            <a:schemeClr val="lt1"/>
                          </a:solidFill>
                          <a:latin typeface="+mn-lt"/>
                          <a:ea typeface="+mn-ea"/>
                          <a:cs typeface="+mn-cs"/>
                        </a:rPr>
                        <a:t>(p </a:t>
                      </a:r>
                      <a:r>
                        <a:rPr lang="en-US" sz="1800" b="1" kern="1200" dirty="0">
                          <a:solidFill>
                            <a:schemeClr val="lt1"/>
                          </a:solidFill>
                          <a:latin typeface="+mn-lt"/>
                          <a:ea typeface="+mn-ea"/>
                          <a:cs typeface="+mn-cs"/>
                          <a:sym typeface="Symbol" pitchFamily="18" charset="2"/>
                        </a:rPr>
                        <a:t></a:t>
                      </a:r>
                      <a:r>
                        <a:rPr lang="en-US" sz="1800" b="1" kern="1200" dirty="0">
                          <a:solidFill>
                            <a:schemeClr val="lt1"/>
                          </a:solidFill>
                          <a:latin typeface="+mn-lt"/>
                          <a:ea typeface="+mn-ea"/>
                          <a:cs typeface="+mn-cs"/>
                        </a:rPr>
                        <a:t> r)</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latin typeface="+mn-lt"/>
                          <a:ea typeface="+mn-ea"/>
                          <a:cs typeface="+mn-cs"/>
                        </a:rPr>
                        <a:t>(p </a:t>
                      </a:r>
                      <a:r>
                        <a:rPr lang="en-US" sz="1800" b="1" kern="1200" dirty="0">
                          <a:solidFill>
                            <a:schemeClr val="lt1"/>
                          </a:solidFill>
                          <a:latin typeface="+mn-lt"/>
                          <a:ea typeface="+mn-ea"/>
                          <a:cs typeface="+mn-cs"/>
                          <a:sym typeface="Symbol" pitchFamily="18" charset="2"/>
                        </a:rPr>
                        <a:t> q) </a:t>
                      </a:r>
                      <a:r>
                        <a:rPr lang="en-US" sz="1800" b="1" kern="1200" dirty="0">
                          <a:solidFill>
                            <a:schemeClr val="lt1"/>
                          </a:solidFill>
                          <a:latin typeface="+mn-lt"/>
                          <a:ea typeface="+mn-ea"/>
                          <a:cs typeface="+mn-cs"/>
                        </a:rPr>
                        <a:t> (p </a:t>
                      </a:r>
                      <a:r>
                        <a:rPr lang="en-US" sz="1800" b="1" kern="1200" dirty="0">
                          <a:solidFill>
                            <a:schemeClr val="lt1"/>
                          </a:solidFill>
                          <a:latin typeface="+mn-lt"/>
                          <a:ea typeface="+mn-ea"/>
                          <a:cs typeface="+mn-cs"/>
                          <a:sym typeface="Symbol" pitchFamily="18" charset="2"/>
                        </a:rPr>
                        <a:t></a:t>
                      </a:r>
                      <a:r>
                        <a:rPr lang="en-US" sz="1800" b="1" kern="1200" dirty="0">
                          <a:solidFill>
                            <a:schemeClr val="lt1"/>
                          </a:solidFill>
                          <a:latin typeface="+mn-lt"/>
                          <a:ea typeface="+mn-ea"/>
                          <a:cs typeface="+mn-cs"/>
                        </a:rPr>
                        <a:t> r)</a:t>
                      </a:r>
                    </a:p>
                  </a:txBody>
                  <a:tcPr/>
                </a:tc>
                <a:extLst>
                  <a:ext uri="{0D108BD9-81ED-4DB2-BD59-A6C34878D82A}">
                    <a16:rowId xmlns:a16="http://schemas.microsoft.com/office/drawing/2014/main" val="10000"/>
                  </a:ext>
                </a:extLst>
              </a:tr>
              <a:tr h="370840">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extLst>
                  <a:ext uri="{0D108BD9-81ED-4DB2-BD59-A6C34878D82A}">
                    <a16:rowId xmlns:a16="http://schemas.microsoft.com/office/drawing/2014/main" val="10001"/>
                  </a:ext>
                </a:extLst>
              </a:tr>
              <a:tr h="370840">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extLst>
                  <a:ext uri="{0D108BD9-81ED-4DB2-BD59-A6C34878D82A}">
                    <a16:rowId xmlns:a16="http://schemas.microsoft.com/office/drawing/2014/main" val="10002"/>
                  </a:ext>
                </a:extLst>
              </a:tr>
              <a:tr h="370840">
                <a:tc>
                  <a:txBody>
                    <a:bodyPr/>
                    <a:lstStyle/>
                    <a:p>
                      <a:pPr algn="ctr"/>
                      <a:r>
                        <a:rPr lang="en-US" dirty="0"/>
                        <a:t>T</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extLst>
                  <a:ext uri="{0D108BD9-81ED-4DB2-BD59-A6C34878D82A}">
                    <a16:rowId xmlns:a16="http://schemas.microsoft.com/office/drawing/2014/main" val="10003"/>
                  </a:ext>
                </a:extLst>
              </a:tr>
              <a:tr h="370840">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extLst>
                  <a:ext uri="{0D108BD9-81ED-4DB2-BD59-A6C34878D82A}">
                    <a16:rowId xmlns:a16="http://schemas.microsoft.com/office/drawing/2014/main" val="10004"/>
                  </a:ext>
                </a:extLst>
              </a:tr>
              <a:tr h="370840">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extLst>
                  <a:ext uri="{0D108BD9-81ED-4DB2-BD59-A6C34878D82A}">
                    <a16:rowId xmlns:a16="http://schemas.microsoft.com/office/drawing/2014/main" val="10005"/>
                  </a:ext>
                </a:extLst>
              </a:tr>
              <a:tr h="370840">
                <a:tc>
                  <a:txBody>
                    <a:bodyPr/>
                    <a:lstStyle/>
                    <a:p>
                      <a:pPr algn="ctr"/>
                      <a:r>
                        <a:rPr lang="en-US" dirty="0"/>
                        <a:t>F</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10006"/>
                  </a:ext>
                </a:extLst>
              </a:tr>
              <a:tr h="370840">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F</a:t>
                      </a:r>
                    </a:p>
                  </a:txBody>
                  <a:tcPr/>
                </a:tc>
                <a:extLst>
                  <a:ext uri="{0D108BD9-81ED-4DB2-BD59-A6C34878D82A}">
                    <a16:rowId xmlns:a16="http://schemas.microsoft.com/office/drawing/2014/main" val="10007"/>
                  </a:ext>
                </a:extLst>
              </a:tr>
              <a:tr h="370840">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427030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B4227-C6D4-5796-40C9-A571FD6A3ECE}"/>
              </a:ext>
            </a:extLst>
          </p:cNvPr>
          <p:cNvSpPr>
            <a:spLocks noGrp="1"/>
          </p:cNvSpPr>
          <p:nvPr>
            <p:ph type="title"/>
          </p:nvPr>
        </p:nvSpPr>
        <p:spPr/>
        <p:txBody>
          <a:bodyPr/>
          <a:lstStyle/>
          <a:p>
            <a:r>
              <a:rPr lang="en-US" dirty="0"/>
              <a:t>Logical Equivalence </a:t>
            </a:r>
          </a:p>
        </p:txBody>
      </p:sp>
      <p:graphicFrame>
        <p:nvGraphicFramePr>
          <p:cNvPr id="4" name="Content Placeholder 3">
            <a:extLst>
              <a:ext uri="{FF2B5EF4-FFF2-40B4-BE49-F238E27FC236}">
                <a16:creationId xmlns:a16="http://schemas.microsoft.com/office/drawing/2014/main" id="{402ECE83-516D-02B3-1418-AECB48DFDC3B}"/>
              </a:ext>
            </a:extLst>
          </p:cNvPr>
          <p:cNvGraphicFramePr>
            <a:graphicFrameLocks/>
          </p:cNvGraphicFramePr>
          <p:nvPr/>
        </p:nvGraphicFramePr>
        <p:xfrm>
          <a:off x="1981200" y="2622591"/>
          <a:ext cx="8229600" cy="229108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Equivalence</a:t>
                      </a:r>
                      <a:r>
                        <a:rPr lang="en-US" baseline="0" dirty="0"/>
                        <a:t> </a:t>
                      </a:r>
                      <a:endParaRPr lang="en-US" dirty="0"/>
                    </a:p>
                  </a:txBody>
                  <a:tcPr/>
                </a:tc>
                <a:tc>
                  <a:txBody>
                    <a:bodyPr/>
                    <a:lstStyle/>
                    <a:p>
                      <a:r>
                        <a:rPr lang="en-US" dirty="0"/>
                        <a:t>Name</a:t>
                      </a:r>
                    </a:p>
                  </a:txBody>
                  <a:tcPr/>
                </a:tc>
                <a:extLst>
                  <a:ext uri="{0D108BD9-81ED-4DB2-BD59-A6C34878D82A}">
                    <a16:rowId xmlns:a16="http://schemas.microsoft.com/office/drawing/2014/main" val="10000"/>
                  </a:ext>
                </a:extLst>
              </a:tr>
              <a:tr h="370840">
                <a:tc>
                  <a:txBody>
                    <a:bodyPr/>
                    <a:lstStyle/>
                    <a:p>
                      <a:r>
                        <a:rPr lang="en-US" sz="1800" b="0" i="0" u="none" strike="noStrike" kern="1200" baseline="0" dirty="0">
                          <a:solidFill>
                            <a:schemeClr val="dk1"/>
                          </a:solidFill>
                          <a:latin typeface="+mn-lt"/>
                          <a:ea typeface="+mn-ea"/>
                          <a:cs typeface="+mn-cs"/>
                        </a:rPr>
                        <a:t>￢</a:t>
                      </a: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a:t>
                      </a:r>
                      <a:r>
                        <a:rPr lang="en-US" sz="1800" b="0" i="1" u="none" strike="noStrike" kern="1200" baseline="0" dirty="0">
                          <a:solidFill>
                            <a:schemeClr val="dk1"/>
                          </a:solidFill>
                          <a:latin typeface="+mn-lt"/>
                          <a:ea typeface="+mn-ea"/>
                          <a:cs typeface="+mn-cs"/>
                        </a:rPr>
                        <a:t>q </a:t>
                      </a:r>
                    </a:p>
                    <a:p>
                      <a:r>
                        <a:rPr lang="en-US" sz="1800" b="0" i="0" u="none" strike="noStrike" kern="1200" baseline="0" dirty="0">
                          <a:solidFill>
                            <a:schemeClr val="dk1"/>
                          </a:solidFill>
                          <a:latin typeface="+mn-lt"/>
                          <a:ea typeface="+mn-ea"/>
                          <a:cs typeface="+mn-cs"/>
                        </a:rPr>
                        <a:t>￢</a:t>
                      </a: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a:t>
                      </a:r>
                      <a:r>
                        <a:rPr lang="en-US" sz="1800" b="0" i="1" u="none" strike="noStrike" kern="1200" baseline="0" dirty="0">
                          <a:solidFill>
                            <a:schemeClr val="dk1"/>
                          </a:solidFill>
                          <a:latin typeface="+mn-lt"/>
                          <a:ea typeface="+mn-ea"/>
                          <a:cs typeface="+mn-cs"/>
                        </a:rPr>
                        <a:t>q</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De Morgan’s laws</a:t>
                      </a:r>
                    </a:p>
                    <a:p>
                      <a:endParaRPr lang="en-US" dirty="0"/>
                    </a:p>
                  </a:txBody>
                  <a:tcPr/>
                </a:tc>
                <a:extLst>
                  <a:ext uri="{0D108BD9-81ED-4DB2-BD59-A6C34878D82A}">
                    <a16:rowId xmlns:a16="http://schemas.microsoft.com/office/drawing/2014/main" val="10001"/>
                  </a:ext>
                </a:extLst>
              </a:tr>
              <a:tr h="370840">
                <a:tc>
                  <a:txBody>
                    <a:bodyPr/>
                    <a:lstStyle/>
                    <a:p>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 </a:t>
                      </a:r>
                    </a:p>
                    <a:p>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Absorption laws</a:t>
                      </a:r>
                    </a:p>
                    <a:p>
                      <a:endParaRPr lang="en-US" dirty="0"/>
                    </a:p>
                  </a:txBody>
                  <a:tcPr/>
                </a:tc>
                <a:extLst>
                  <a:ext uri="{0D108BD9-81ED-4DB2-BD59-A6C34878D82A}">
                    <a16:rowId xmlns:a16="http://schemas.microsoft.com/office/drawing/2014/main" val="10002"/>
                  </a:ext>
                </a:extLst>
              </a:tr>
              <a:tr h="370840">
                <a:tc>
                  <a:txBody>
                    <a:bodyPr/>
                    <a:lstStyle/>
                    <a:p>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a:t>
                      </a: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1" i="0" u="none" strike="noStrike" kern="1200" baseline="0" dirty="0">
                          <a:solidFill>
                            <a:schemeClr val="dk1"/>
                          </a:solidFill>
                          <a:latin typeface="+mn-lt"/>
                          <a:ea typeface="+mn-ea"/>
                          <a:cs typeface="+mn-cs"/>
                        </a:rPr>
                        <a:t>T</a:t>
                      </a:r>
                      <a:endParaRPr lang="en-US" sz="1800" b="0" i="0" u="none" strike="noStrike" kern="1200" baseline="0" dirty="0">
                        <a:solidFill>
                          <a:schemeClr val="dk1"/>
                        </a:solidFill>
                        <a:latin typeface="+mn-lt"/>
                        <a:ea typeface="+mn-ea"/>
                        <a:cs typeface="+mn-cs"/>
                      </a:endParaRPr>
                    </a:p>
                    <a:p>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a:t>
                      </a: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1" i="0" u="none" strike="noStrike" kern="1200" baseline="0" dirty="0">
                          <a:solidFill>
                            <a:schemeClr val="dk1"/>
                          </a:solidFill>
                          <a:latin typeface="+mn-lt"/>
                          <a:ea typeface="+mn-ea"/>
                          <a:cs typeface="+mn-cs"/>
                        </a:rPr>
                        <a:t>F</a:t>
                      </a:r>
                      <a:endParaRPr lang="en-US" dirty="0"/>
                    </a:p>
                  </a:txBody>
                  <a:tcPr/>
                </a:tc>
                <a:tc>
                  <a:txBody>
                    <a:bodyPr/>
                    <a:lstStyle/>
                    <a:p>
                      <a:r>
                        <a:rPr lang="en-US" sz="1800" b="0" i="0" u="none" strike="noStrike" kern="1200" baseline="0" dirty="0">
                          <a:solidFill>
                            <a:schemeClr val="dk1"/>
                          </a:solidFill>
                          <a:latin typeface="+mn-lt"/>
                          <a:ea typeface="+mn-ea"/>
                          <a:cs typeface="+mn-cs"/>
                        </a:rPr>
                        <a:t>Negation laws</a:t>
                      </a:r>
                      <a:endParaRPr lang="en-US"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8774627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5F1CB-D858-851B-8E7B-AFF52006DF36}"/>
              </a:ext>
            </a:extLst>
          </p:cNvPr>
          <p:cNvSpPr>
            <a:spLocks noGrp="1"/>
          </p:cNvSpPr>
          <p:nvPr>
            <p:ph type="title"/>
          </p:nvPr>
        </p:nvSpPr>
        <p:spPr/>
        <p:txBody>
          <a:bodyPr/>
          <a:lstStyle/>
          <a:p>
            <a:r>
              <a:rPr lang="en-US" dirty="0"/>
              <a:t>Logical Equivalence </a:t>
            </a:r>
          </a:p>
        </p:txBody>
      </p:sp>
      <p:graphicFrame>
        <p:nvGraphicFramePr>
          <p:cNvPr id="4" name="Content Placeholder 3">
            <a:extLst>
              <a:ext uri="{FF2B5EF4-FFF2-40B4-BE49-F238E27FC236}">
                <a16:creationId xmlns:a16="http://schemas.microsoft.com/office/drawing/2014/main" id="{31AB5F98-1EC2-498B-5631-E9C155324A1B}"/>
              </a:ext>
            </a:extLst>
          </p:cNvPr>
          <p:cNvGraphicFramePr>
            <a:graphicFrameLocks noGrp="1"/>
          </p:cNvGraphicFramePr>
          <p:nvPr>
            <p:ph idx="1"/>
          </p:nvPr>
        </p:nvGraphicFramePr>
        <p:xfrm>
          <a:off x="2689123" y="2443316"/>
          <a:ext cx="6172200" cy="3708400"/>
        </p:xfrm>
        <a:graphic>
          <a:graphicData uri="http://schemas.openxmlformats.org/drawingml/2006/table">
            <a:tbl>
              <a:tblPr firstRow="1" bandRow="1">
                <a:tableStyleId>{5C22544A-7EE6-4342-B048-85BDC9FD1C3A}</a:tableStyleId>
              </a:tblPr>
              <a:tblGrid>
                <a:gridCol w="6172200">
                  <a:extLst>
                    <a:ext uri="{9D8B030D-6E8A-4147-A177-3AD203B41FA5}">
                      <a16:colId xmlns:a16="http://schemas.microsoft.com/office/drawing/2014/main" val="20000"/>
                    </a:ext>
                  </a:extLst>
                </a:gridCol>
              </a:tblGrid>
              <a:tr h="370840">
                <a:tc>
                  <a:txBody>
                    <a:bodyPr/>
                    <a:lstStyle/>
                    <a:p>
                      <a:r>
                        <a:rPr lang="en-US" dirty="0"/>
                        <a:t>Logical Equivalence involving Implication</a:t>
                      </a:r>
                    </a:p>
                  </a:txBody>
                  <a:tcPr/>
                </a:tc>
                <a:extLst>
                  <a:ext uri="{0D108BD9-81ED-4DB2-BD59-A6C34878D82A}">
                    <a16:rowId xmlns:a16="http://schemas.microsoft.com/office/drawing/2014/main" val="10000"/>
                  </a:ext>
                </a:extLst>
              </a:tr>
              <a:tr h="370840">
                <a:tc>
                  <a:txBody>
                    <a:bodyPr/>
                    <a:lstStyle/>
                    <a:p>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 </a:t>
                      </a:r>
                      <a:r>
                        <a:rPr lang="en-US" sz="1800" b="0" i="0" u="none" strike="noStrike" kern="1200" baseline="0" dirty="0">
                          <a:solidFill>
                            <a:schemeClr val="dk1"/>
                          </a:solidFill>
                          <a:latin typeface="+mn-lt"/>
                          <a:ea typeface="+mn-ea"/>
                          <a:cs typeface="+mn-cs"/>
                        </a:rPr>
                        <a:t>→￢</a:t>
                      </a:r>
                      <a:r>
                        <a:rPr lang="en-US" sz="1800" b="0" i="1" u="none" strike="noStrike" kern="1200" baseline="0" dirty="0">
                          <a:solidFill>
                            <a:schemeClr val="dk1"/>
                          </a:solidFill>
                          <a:latin typeface="+mn-lt"/>
                          <a:ea typeface="+mn-ea"/>
                          <a:cs typeface="+mn-cs"/>
                        </a:rPr>
                        <a:t>p</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a:t>
                      </a:r>
                      <a:r>
                        <a:rPr lang="en-US" sz="1800" b="0" i="1" u="none" strike="noStrike" kern="1200" baseline="0" dirty="0">
                          <a:solidFill>
                            <a:schemeClr val="dk1"/>
                          </a:solidFill>
                          <a:latin typeface="+mn-lt"/>
                          <a:ea typeface="+mn-ea"/>
                          <a:cs typeface="+mn-cs"/>
                        </a:rPr>
                        <a:t>q)</a:t>
                      </a: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a:t>
                      </a: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a:t>
                      </a:r>
                      <a:r>
                        <a:rPr lang="en-US" sz="1800" b="0" i="1" u="none" strike="noStrike" kern="1200" baseline="0" dirty="0">
                          <a:solidFill>
                            <a:schemeClr val="dk1"/>
                          </a:solidFill>
                          <a:latin typeface="+mn-lt"/>
                          <a:ea typeface="+mn-ea"/>
                          <a:cs typeface="+mn-cs"/>
                        </a:rPr>
                        <a:t>q</a:t>
                      </a:r>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800" b="0" i="1" u="none" strike="noStrike" kern="1200" baseline="0" dirty="0">
                          <a:solidFill>
                            <a:schemeClr val="dk1"/>
                          </a:solidFill>
                          <a:latin typeface="+mn-lt"/>
                          <a:ea typeface="+mn-ea"/>
                          <a:cs typeface="+mn-cs"/>
                        </a:rPr>
                        <a:t>(p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q)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(p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r)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p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(q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r)</a:t>
                      </a:r>
                    </a:p>
                  </a:txBody>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800" b="0" i="1" u="none" strike="noStrike" kern="1200" baseline="0" dirty="0">
                          <a:solidFill>
                            <a:schemeClr val="dk1"/>
                          </a:solidFill>
                          <a:latin typeface="+mn-lt"/>
                          <a:ea typeface="+mn-ea"/>
                          <a:cs typeface="+mn-cs"/>
                        </a:rPr>
                        <a:t>(p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r)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(q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r)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(p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q)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r</a:t>
                      </a:r>
                    </a:p>
                  </a:txBody>
                  <a:tcPr/>
                </a:tc>
                <a:extLst>
                  <a:ext uri="{0D108BD9-81ED-4DB2-BD59-A6C34878D82A}">
                    <a16:rowId xmlns:a16="http://schemas.microsoft.com/office/drawing/2014/main" val="10007"/>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800" b="0" i="1" u="none" strike="noStrike" kern="1200" baseline="0" dirty="0">
                          <a:solidFill>
                            <a:schemeClr val="dk1"/>
                          </a:solidFill>
                          <a:latin typeface="+mn-lt"/>
                          <a:ea typeface="+mn-ea"/>
                          <a:cs typeface="+mn-cs"/>
                        </a:rPr>
                        <a:t>(p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q)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(p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r)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p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(q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r)</a:t>
                      </a:r>
                    </a:p>
                  </a:txBody>
                  <a:tcPr/>
                </a:tc>
                <a:extLst>
                  <a:ext uri="{0D108BD9-81ED-4DB2-BD59-A6C34878D82A}">
                    <a16:rowId xmlns:a16="http://schemas.microsoft.com/office/drawing/2014/main" val="10008"/>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800" b="0" i="1" u="none" strike="noStrike" kern="1200" baseline="0" dirty="0">
                          <a:solidFill>
                            <a:schemeClr val="dk1"/>
                          </a:solidFill>
                          <a:latin typeface="+mn-lt"/>
                          <a:ea typeface="+mn-ea"/>
                          <a:cs typeface="+mn-cs"/>
                        </a:rPr>
                        <a:t>(p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r)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(q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r)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(p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q) </a:t>
                      </a:r>
                      <a:r>
                        <a:rPr lang="pt-BR" sz="1800" b="0" i="0" u="none" strike="noStrike" kern="1200" baseline="0" dirty="0">
                          <a:solidFill>
                            <a:schemeClr val="dk1"/>
                          </a:solidFill>
                          <a:latin typeface="+mn-lt"/>
                          <a:ea typeface="+mn-ea"/>
                          <a:cs typeface="+mn-cs"/>
                        </a:rPr>
                        <a:t>→ </a:t>
                      </a:r>
                      <a:r>
                        <a:rPr lang="pt-BR" sz="1800" b="0" i="1" u="none" strike="noStrike" kern="1200" baseline="0" dirty="0">
                          <a:solidFill>
                            <a:schemeClr val="dk1"/>
                          </a:solidFill>
                          <a:latin typeface="+mn-lt"/>
                          <a:ea typeface="+mn-ea"/>
                          <a:cs typeface="+mn-cs"/>
                        </a:rPr>
                        <a:t>r</a:t>
                      </a:r>
                      <a:endParaRPr lang="en-US"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0046742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DEC7C-4DAE-6A0B-B3E5-3D7024B81D99}"/>
              </a:ext>
            </a:extLst>
          </p:cNvPr>
          <p:cNvSpPr>
            <a:spLocks noGrp="1"/>
          </p:cNvSpPr>
          <p:nvPr>
            <p:ph type="title"/>
          </p:nvPr>
        </p:nvSpPr>
        <p:spPr/>
        <p:txBody>
          <a:bodyPr/>
          <a:lstStyle/>
          <a:p>
            <a:r>
              <a:rPr lang="en-US" dirty="0"/>
              <a:t>Logical Equivalence </a:t>
            </a:r>
          </a:p>
        </p:txBody>
      </p:sp>
      <p:graphicFrame>
        <p:nvGraphicFramePr>
          <p:cNvPr id="4" name="Content Placeholder 3">
            <a:extLst>
              <a:ext uri="{FF2B5EF4-FFF2-40B4-BE49-F238E27FC236}">
                <a16:creationId xmlns:a16="http://schemas.microsoft.com/office/drawing/2014/main" id="{C2D1619D-386B-2CBF-7FAC-8F71A19094D4}"/>
              </a:ext>
            </a:extLst>
          </p:cNvPr>
          <p:cNvGraphicFramePr>
            <a:graphicFrameLocks noGrp="1"/>
          </p:cNvGraphicFramePr>
          <p:nvPr>
            <p:ph idx="1"/>
          </p:nvPr>
        </p:nvGraphicFramePr>
        <p:xfrm>
          <a:off x="1524000" y="2094271"/>
          <a:ext cx="8991600" cy="2655530"/>
        </p:xfrm>
        <a:graphic>
          <a:graphicData uri="http://schemas.openxmlformats.org/drawingml/2006/table">
            <a:tbl>
              <a:tblPr firstRow="1" bandRow="1">
                <a:tableStyleId>{5C22544A-7EE6-4342-B048-85BDC9FD1C3A}</a:tableStyleId>
              </a:tblPr>
              <a:tblGrid>
                <a:gridCol w="8991600">
                  <a:extLst>
                    <a:ext uri="{9D8B030D-6E8A-4147-A177-3AD203B41FA5}">
                      <a16:colId xmlns:a16="http://schemas.microsoft.com/office/drawing/2014/main" val="20000"/>
                    </a:ext>
                  </a:extLst>
                </a:gridCol>
              </a:tblGrid>
              <a:tr h="531106">
                <a:tc>
                  <a:txBody>
                    <a:bodyPr/>
                    <a:lstStyle/>
                    <a:p>
                      <a:r>
                        <a:rPr lang="en-US" sz="1800" dirty="0"/>
                        <a:t>Logical Equivalence involving Bi-conditional</a:t>
                      </a:r>
                      <a:endParaRPr lang="en-US" dirty="0"/>
                    </a:p>
                  </a:txBody>
                  <a:tcPr/>
                </a:tc>
                <a:extLst>
                  <a:ext uri="{0D108BD9-81ED-4DB2-BD59-A6C34878D82A}">
                    <a16:rowId xmlns:a16="http://schemas.microsoft.com/office/drawing/2014/main" val="10000"/>
                  </a:ext>
                </a:extLst>
              </a:tr>
              <a:tr h="531106">
                <a:tc>
                  <a:txBody>
                    <a:bodyPr/>
                    <a:lstStyle/>
                    <a:p>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a:t>
                      </a:r>
                    </a:p>
                  </a:txBody>
                  <a:tcPr/>
                </a:tc>
                <a:extLst>
                  <a:ext uri="{0D108BD9-81ED-4DB2-BD59-A6C34878D82A}">
                    <a16:rowId xmlns:a16="http://schemas.microsoft.com/office/drawing/2014/main" val="10001"/>
                  </a:ext>
                </a:extLst>
              </a:tr>
              <a:tr h="53110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a:t>
                      </a:r>
                      <a:r>
                        <a:rPr lang="en-US" sz="1800" b="0" i="1" u="none" strike="noStrike" kern="1200" baseline="0" dirty="0">
                          <a:solidFill>
                            <a:schemeClr val="dk1"/>
                          </a:solidFill>
                          <a:latin typeface="+mn-lt"/>
                          <a:ea typeface="+mn-ea"/>
                          <a:cs typeface="+mn-cs"/>
                        </a:rPr>
                        <a:t>q</a:t>
                      </a:r>
                    </a:p>
                  </a:txBody>
                  <a:tcPr/>
                </a:tc>
                <a:extLst>
                  <a:ext uri="{0D108BD9-81ED-4DB2-BD59-A6C34878D82A}">
                    <a16:rowId xmlns:a16="http://schemas.microsoft.com/office/drawing/2014/main" val="10002"/>
                  </a:ext>
                </a:extLst>
              </a:tr>
              <a:tr h="53110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a:t>
                      </a:r>
                      <a:r>
                        <a:rPr lang="en-US" sz="1800" b="0" i="0" u="none" strike="noStrike" kern="1200" baseline="0" dirty="0">
                          <a:solidFill>
                            <a:schemeClr val="dk1"/>
                          </a:solidFill>
                          <a:latin typeface="+mn-lt"/>
                          <a:ea typeface="+mn-ea"/>
                          <a:cs typeface="+mn-cs"/>
                        </a:rPr>
                        <a:t>￢</a:t>
                      </a: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a:t>
                      </a:r>
                      <a:r>
                        <a:rPr lang="en-US" sz="1800" b="0" i="1" u="none" strike="noStrike" kern="1200" baseline="0" dirty="0">
                          <a:solidFill>
                            <a:schemeClr val="dk1"/>
                          </a:solidFill>
                          <a:latin typeface="+mn-lt"/>
                          <a:ea typeface="+mn-ea"/>
                          <a:cs typeface="+mn-cs"/>
                        </a:rPr>
                        <a:t>q)</a:t>
                      </a:r>
                    </a:p>
                  </a:txBody>
                  <a:tcPr/>
                </a:tc>
                <a:extLst>
                  <a:ext uri="{0D108BD9-81ED-4DB2-BD59-A6C34878D82A}">
                    <a16:rowId xmlns:a16="http://schemas.microsoft.com/office/drawing/2014/main" val="10003"/>
                  </a:ext>
                </a:extLst>
              </a:tr>
              <a:tr h="53110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a:t>
                      </a: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q) </a:t>
                      </a:r>
                      <a:r>
                        <a:rPr lang="en-US" sz="1800" b="0" i="0" u="none" strike="noStrike" kern="1200" baseline="0" dirty="0">
                          <a:solidFill>
                            <a:schemeClr val="dk1"/>
                          </a:solidFill>
                          <a:latin typeface="+mn-lt"/>
                          <a:ea typeface="+mn-ea"/>
                          <a:cs typeface="+mn-cs"/>
                        </a:rPr>
                        <a:t>≡ </a:t>
                      </a:r>
                      <a:r>
                        <a:rPr lang="en-US" sz="1800" b="0" i="1" u="none" strike="noStrike" kern="1200" baseline="0" dirty="0">
                          <a:solidFill>
                            <a:schemeClr val="dk1"/>
                          </a:solidFill>
                          <a:latin typeface="+mn-lt"/>
                          <a:ea typeface="+mn-ea"/>
                          <a:cs typeface="+mn-cs"/>
                        </a:rPr>
                        <a:t>p </a:t>
                      </a:r>
                      <a:r>
                        <a:rPr lang="en-US" sz="1800" b="0" i="0" u="none" strike="noStrike" kern="1200" baseline="0" dirty="0">
                          <a:solidFill>
                            <a:schemeClr val="dk1"/>
                          </a:solidFill>
                          <a:latin typeface="+mn-lt"/>
                          <a:ea typeface="+mn-ea"/>
                          <a:cs typeface="+mn-cs"/>
                        </a:rPr>
                        <a:t>↔￢</a:t>
                      </a:r>
                      <a:r>
                        <a:rPr lang="en-US" sz="1800" b="0" i="1" u="none" strike="noStrike" kern="1200" baseline="0" dirty="0">
                          <a:solidFill>
                            <a:schemeClr val="dk1"/>
                          </a:solidFill>
                          <a:latin typeface="+mn-lt"/>
                          <a:ea typeface="+mn-ea"/>
                          <a:cs typeface="+mn-cs"/>
                        </a:rPr>
                        <a:t>q</a:t>
                      </a:r>
                      <a:endParaRPr 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019147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16906-4719-7722-67F2-279946C89B48}"/>
              </a:ext>
            </a:extLst>
          </p:cNvPr>
          <p:cNvSpPr>
            <a:spLocks noGrp="1"/>
          </p:cNvSpPr>
          <p:nvPr>
            <p:ph type="title"/>
          </p:nvPr>
        </p:nvSpPr>
        <p:spPr/>
        <p:txBody>
          <a:bodyPr/>
          <a:lstStyle/>
          <a:p>
            <a:r>
              <a:rPr lang="en-US" dirty="0"/>
              <a:t>Logical Equivalence </a:t>
            </a:r>
          </a:p>
        </p:txBody>
      </p:sp>
      <p:sp>
        <p:nvSpPr>
          <p:cNvPr id="3" name="Content Placeholder 2">
            <a:extLst>
              <a:ext uri="{FF2B5EF4-FFF2-40B4-BE49-F238E27FC236}">
                <a16:creationId xmlns:a16="http://schemas.microsoft.com/office/drawing/2014/main" id="{6FA408CA-D36A-199C-2358-C23B36B4814D}"/>
              </a:ext>
            </a:extLst>
          </p:cNvPr>
          <p:cNvSpPr>
            <a:spLocks noGrp="1"/>
          </p:cNvSpPr>
          <p:nvPr>
            <p:ph idx="1"/>
          </p:nvPr>
        </p:nvSpPr>
        <p:spPr/>
        <p:txBody>
          <a:bodyPr/>
          <a:lstStyle/>
          <a:p>
            <a:r>
              <a:rPr lang="en-US" sz="2800" dirty="0">
                <a:latin typeface="+mj-lt"/>
                <a:sym typeface="Symbol" pitchFamily="18" charset="2"/>
              </a:rPr>
              <a:t>Show that (p  q)  q  p  q is logically equivalent.</a:t>
            </a:r>
          </a:p>
          <a:p>
            <a:pPr lvl="0">
              <a:buNone/>
            </a:pPr>
            <a:r>
              <a:rPr lang="en-US" sz="2800" dirty="0">
                <a:latin typeface="+mj-lt"/>
                <a:sym typeface="Symbol" pitchFamily="1" charset="2"/>
              </a:rPr>
              <a:t></a:t>
            </a:r>
            <a:r>
              <a:rPr lang="en-US" sz="2800" dirty="0">
                <a:latin typeface="+mj-lt"/>
                <a:sym typeface="Symbol" pitchFamily="18" charset="2"/>
              </a:rPr>
              <a:t>(p </a:t>
            </a:r>
            <a:r>
              <a:rPr lang="en-US" sz="2800" dirty="0">
                <a:latin typeface="+mj-lt"/>
                <a:sym typeface="Symbol" pitchFamily="1" charset="2"/>
              </a:rPr>
              <a:t></a:t>
            </a:r>
            <a:r>
              <a:rPr lang="en-US" sz="2800" dirty="0">
                <a:latin typeface="+mj-lt"/>
                <a:sym typeface="Symbol" pitchFamily="18" charset="2"/>
              </a:rPr>
              <a:t> </a:t>
            </a:r>
            <a:r>
              <a:rPr lang="en-US" sz="2800" dirty="0">
                <a:latin typeface="+mj-lt"/>
                <a:sym typeface="Symbol" pitchFamily="1" charset="2"/>
              </a:rPr>
              <a:t></a:t>
            </a:r>
            <a:r>
              <a:rPr lang="en-US" sz="2800" dirty="0">
                <a:latin typeface="+mj-lt"/>
                <a:sym typeface="Symbol" pitchFamily="18" charset="2"/>
              </a:rPr>
              <a:t>q) </a:t>
            </a:r>
            <a:r>
              <a:rPr lang="en-US" sz="2800" dirty="0">
                <a:latin typeface="+mj-lt"/>
                <a:sym typeface="Symbol" pitchFamily="1" charset="2"/>
              </a:rPr>
              <a:t> q</a:t>
            </a:r>
          </a:p>
          <a:p>
            <a:pPr>
              <a:buFont typeface="Symbol" pitchFamily="18" charset="2"/>
              <a:buChar char="º"/>
            </a:pPr>
            <a:r>
              <a:rPr lang="en-US" sz="2800" dirty="0">
                <a:latin typeface="+mj-lt"/>
                <a:sym typeface="Symbol" pitchFamily="1" charset="2"/>
              </a:rPr>
              <a:t> </a:t>
            </a:r>
            <a:r>
              <a:rPr lang="en-US" sz="2800" dirty="0">
                <a:latin typeface="+mj-lt"/>
                <a:sym typeface="Symbol" pitchFamily="18" charset="2"/>
              </a:rPr>
              <a:t>(p  q)  q		</a:t>
            </a:r>
            <a:r>
              <a:rPr lang="en-US" sz="2800" dirty="0" err="1">
                <a:latin typeface="+mj-lt"/>
                <a:sym typeface="Symbol" pitchFamily="18" charset="2"/>
              </a:rPr>
              <a:t>DeMorgan’s</a:t>
            </a:r>
            <a:endParaRPr lang="en-US" sz="2800" dirty="0">
              <a:latin typeface="+mj-lt"/>
              <a:sym typeface="Symbol" pitchFamily="18" charset="2"/>
            </a:endParaRPr>
          </a:p>
          <a:p>
            <a:pPr lvl="0">
              <a:buFont typeface="Symbol" pitchFamily="18" charset="2"/>
              <a:buChar char="º"/>
            </a:pPr>
            <a:r>
              <a:rPr lang="en-US" sz="2800" dirty="0">
                <a:latin typeface="+mj-lt"/>
                <a:sym typeface="Symbol" pitchFamily="18" charset="2"/>
              </a:rPr>
              <a:t> (p  q)  q		Double negation</a:t>
            </a:r>
          </a:p>
          <a:p>
            <a:pPr lvl="0">
              <a:buFont typeface="Symbol" pitchFamily="18" charset="2"/>
              <a:buChar char="º"/>
            </a:pPr>
            <a:r>
              <a:rPr lang="en-US" sz="2800" dirty="0">
                <a:latin typeface="+mj-lt"/>
                <a:sym typeface="Symbol" pitchFamily="18" charset="2"/>
              </a:rPr>
              <a:t> p  (q  q)		Associative</a:t>
            </a:r>
          </a:p>
          <a:p>
            <a:pPr lvl="0">
              <a:buFont typeface="Symbol" pitchFamily="18" charset="2"/>
              <a:buChar char="º"/>
            </a:pPr>
            <a:r>
              <a:rPr lang="en-US" sz="2800" dirty="0">
                <a:latin typeface="+mj-lt"/>
                <a:sym typeface="Symbol" pitchFamily="18" charset="2"/>
              </a:rPr>
              <a:t> p  q			Idempotent</a:t>
            </a:r>
            <a:endParaRPr lang="en-US" sz="2800" dirty="0">
              <a:latin typeface="+mj-lt"/>
            </a:endParaRPr>
          </a:p>
          <a:p>
            <a:endParaRPr lang="en-US" dirty="0"/>
          </a:p>
        </p:txBody>
      </p:sp>
    </p:spTree>
    <p:extLst>
      <p:ext uri="{BB962C8B-B14F-4D97-AF65-F5344CB8AC3E}">
        <p14:creationId xmlns:p14="http://schemas.microsoft.com/office/powerpoint/2010/main" val="499891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0C927-5E80-CE09-D6B5-C3C35A8D1E28}"/>
              </a:ext>
            </a:extLst>
          </p:cNvPr>
          <p:cNvSpPr>
            <a:spLocks noGrp="1"/>
          </p:cNvSpPr>
          <p:nvPr>
            <p:ph type="title"/>
          </p:nvPr>
        </p:nvSpPr>
        <p:spPr/>
        <p:txBody>
          <a:bodyPr/>
          <a:lstStyle/>
          <a:p>
            <a:r>
              <a:rPr lang="en-US" dirty="0"/>
              <a:t>Logical Equivalence </a:t>
            </a:r>
          </a:p>
        </p:txBody>
      </p:sp>
      <p:sp>
        <p:nvSpPr>
          <p:cNvPr id="3" name="Content Placeholder 2">
            <a:extLst>
              <a:ext uri="{FF2B5EF4-FFF2-40B4-BE49-F238E27FC236}">
                <a16:creationId xmlns:a16="http://schemas.microsoft.com/office/drawing/2014/main" id="{A2119519-5204-62F3-7FFE-E0F8608B6360}"/>
              </a:ext>
            </a:extLst>
          </p:cNvPr>
          <p:cNvSpPr>
            <a:spLocks noGrp="1"/>
          </p:cNvSpPr>
          <p:nvPr>
            <p:ph idx="1"/>
          </p:nvPr>
        </p:nvSpPr>
        <p:spPr/>
        <p:txBody>
          <a:bodyPr/>
          <a:lstStyle/>
          <a:p>
            <a:r>
              <a:rPr lang="en-US" dirty="0">
                <a:latin typeface="+mj-lt"/>
              </a:rPr>
              <a:t>Show that (p </a:t>
            </a:r>
            <a:r>
              <a:rPr lang="en-US" dirty="0">
                <a:latin typeface="+mj-lt"/>
                <a:sym typeface="Symbol" pitchFamily="18" charset="2"/>
              </a:rPr>
              <a:t></a:t>
            </a:r>
            <a:r>
              <a:rPr lang="en-US" dirty="0">
                <a:latin typeface="+mj-lt"/>
              </a:rPr>
              <a:t> q) </a:t>
            </a:r>
            <a:r>
              <a:rPr lang="en-US" dirty="0">
                <a:latin typeface="+mj-lt"/>
                <a:sym typeface="Symbol" pitchFamily="18" charset="2"/>
              </a:rPr>
              <a:t></a:t>
            </a:r>
            <a:r>
              <a:rPr lang="en-US" dirty="0">
                <a:latin typeface="+mj-lt"/>
              </a:rPr>
              <a:t>  q is a Tautology.</a:t>
            </a:r>
          </a:p>
          <a:p>
            <a:pPr>
              <a:buNone/>
            </a:pPr>
            <a:r>
              <a:rPr lang="en-US" dirty="0">
                <a:latin typeface="+mj-lt"/>
              </a:rPr>
              <a:t>Proof:</a:t>
            </a:r>
          </a:p>
          <a:p>
            <a:pPr>
              <a:buNone/>
            </a:pPr>
            <a:r>
              <a:rPr lang="en-US" dirty="0">
                <a:latin typeface="+mj-lt"/>
              </a:rPr>
              <a:t>	(p </a:t>
            </a:r>
            <a:r>
              <a:rPr lang="en-US" dirty="0">
                <a:latin typeface="+mj-lt"/>
                <a:sym typeface="Symbol" pitchFamily="18" charset="2"/>
              </a:rPr>
              <a:t></a:t>
            </a:r>
            <a:r>
              <a:rPr lang="en-US" dirty="0">
                <a:latin typeface="+mj-lt"/>
              </a:rPr>
              <a:t> q) </a:t>
            </a:r>
            <a:r>
              <a:rPr lang="en-US" dirty="0">
                <a:latin typeface="+mj-lt"/>
                <a:sym typeface="Symbol" pitchFamily="18" charset="2"/>
              </a:rPr>
              <a:t></a:t>
            </a:r>
            <a:r>
              <a:rPr lang="en-US" dirty="0">
                <a:latin typeface="+mj-lt"/>
              </a:rPr>
              <a:t> q</a:t>
            </a:r>
          </a:p>
          <a:p>
            <a:pPr>
              <a:buFont typeface="Symbol" pitchFamily="18" charset="2"/>
              <a:buChar char="º"/>
            </a:pPr>
            <a:r>
              <a:rPr lang="en-US" dirty="0">
                <a:latin typeface="+mj-lt"/>
              </a:rPr>
              <a:t> </a:t>
            </a:r>
            <a:r>
              <a:rPr lang="en-US" dirty="0">
                <a:sym typeface="Symbol" pitchFamily="18" charset="2"/>
              </a:rPr>
              <a:t></a:t>
            </a:r>
            <a:r>
              <a:rPr lang="en-US" dirty="0">
                <a:latin typeface="+mj-lt"/>
              </a:rPr>
              <a:t>(p </a:t>
            </a:r>
            <a:r>
              <a:rPr lang="en-US" dirty="0">
                <a:latin typeface="+mj-lt"/>
                <a:sym typeface="Symbol" pitchFamily="18" charset="2"/>
              </a:rPr>
              <a:t></a:t>
            </a:r>
            <a:r>
              <a:rPr lang="en-US" dirty="0">
                <a:latin typeface="+mj-lt"/>
              </a:rPr>
              <a:t> q) </a:t>
            </a:r>
            <a:r>
              <a:rPr lang="en-US" dirty="0">
                <a:latin typeface="+mj-lt"/>
                <a:sym typeface="Symbol" pitchFamily="18" charset="2"/>
              </a:rPr>
              <a:t></a:t>
            </a:r>
            <a:r>
              <a:rPr lang="en-US" dirty="0">
                <a:latin typeface="+mj-lt"/>
              </a:rPr>
              <a:t> q		Implication</a:t>
            </a:r>
          </a:p>
          <a:p>
            <a:pPr>
              <a:buFont typeface="Symbol" pitchFamily="18" charset="2"/>
              <a:buChar char="º"/>
            </a:pPr>
            <a:r>
              <a:rPr lang="en-US" dirty="0">
                <a:latin typeface="+mj-lt"/>
                <a:sym typeface="Symbol" pitchFamily="18" charset="2"/>
              </a:rPr>
              <a:t>(</a:t>
            </a:r>
            <a:r>
              <a:rPr lang="en-US" dirty="0">
                <a:latin typeface="+mj-lt"/>
              </a:rPr>
              <a:t> p </a:t>
            </a:r>
            <a:r>
              <a:rPr lang="en-US" dirty="0">
                <a:latin typeface="+mj-lt"/>
                <a:sym typeface="Symbol" pitchFamily="18" charset="2"/>
              </a:rPr>
              <a:t></a:t>
            </a:r>
            <a:r>
              <a:rPr lang="en-US" dirty="0">
                <a:latin typeface="+mj-lt"/>
              </a:rPr>
              <a:t> </a:t>
            </a:r>
            <a:r>
              <a:rPr lang="en-US" dirty="0">
                <a:latin typeface="+mj-lt"/>
                <a:sym typeface="Symbol" pitchFamily="18" charset="2"/>
              </a:rPr>
              <a:t></a:t>
            </a:r>
            <a:r>
              <a:rPr lang="en-US" dirty="0">
                <a:latin typeface="+mj-lt"/>
              </a:rPr>
              <a:t> q) </a:t>
            </a:r>
            <a:r>
              <a:rPr lang="en-US" dirty="0">
                <a:latin typeface="+mj-lt"/>
                <a:sym typeface="Symbol" pitchFamily="18" charset="2"/>
              </a:rPr>
              <a:t></a:t>
            </a:r>
            <a:r>
              <a:rPr lang="en-US" dirty="0">
                <a:latin typeface="+mj-lt"/>
              </a:rPr>
              <a:t> q		De Morgan</a:t>
            </a:r>
          </a:p>
          <a:p>
            <a:pPr>
              <a:buFont typeface="Symbol" pitchFamily="18" charset="2"/>
              <a:buChar char="º"/>
            </a:pPr>
            <a:r>
              <a:rPr lang="en-US" dirty="0">
                <a:latin typeface="+mj-lt"/>
                <a:sym typeface="Symbol" pitchFamily="18" charset="2"/>
              </a:rPr>
              <a:t></a:t>
            </a:r>
            <a:r>
              <a:rPr lang="en-US" dirty="0">
                <a:latin typeface="+mj-lt"/>
              </a:rPr>
              <a:t> p  </a:t>
            </a:r>
            <a:r>
              <a:rPr lang="en-US" dirty="0">
                <a:latin typeface="+mj-lt"/>
                <a:sym typeface="Symbol" pitchFamily="18" charset="2"/>
              </a:rPr>
              <a:t></a:t>
            </a:r>
            <a:r>
              <a:rPr lang="en-US" dirty="0">
                <a:latin typeface="+mj-lt"/>
              </a:rPr>
              <a:t> (</a:t>
            </a:r>
            <a:r>
              <a:rPr lang="en-US" dirty="0">
                <a:latin typeface="+mj-lt"/>
                <a:sym typeface="Symbol" pitchFamily="18" charset="2"/>
              </a:rPr>
              <a:t></a:t>
            </a:r>
            <a:r>
              <a:rPr lang="en-US" dirty="0">
                <a:latin typeface="+mj-lt"/>
              </a:rPr>
              <a:t> q </a:t>
            </a:r>
            <a:r>
              <a:rPr lang="en-US" dirty="0">
                <a:latin typeface="+mj-lt"/>
                <a:sym typeface="Symbol" pitchFamily="18" charset="2"/>
              </a:rPr>
              <a:t></a:t>
            </a:r>
            <a:r>
              <a:rPr lang="en-US" dirty="0">
                <a:latin typeface="+mj-lt"/>
              </a:rPr>
              <a:t> q)		Associative</a:t>
            </a:r>
          </a:p>
          <a:p>
            <a:pPr>
              <a:buFont typeface="Symbol" pitchFamily="18" charset="2"/>
              <a:buChar char="º"/>
            </a:pPr>
            <a:r>
              <a:rPr lang="en-US" dirty="0">
                <a:sym typeface="Symbol" pitchFamily="18" charset="2"/>
              </a:rPr>
              <a:t></a:t>
            </a:r>
            <a:r>
              <a:rPr lang="en-US" dirty="0"/>
              <a:t> p</a:t>
            </a:r>
            <a:r>
              <a:rPr lang="en-US" dirty="0">
                <a:latin typeface="+mj-lt"/>
              </a:rPr>
              <a:t> </a:t>
            </a:r>
            <a:r>
              <a:rPr lang="en-US" dirty="0">
                <a:latin typeface="+mj-lt"/>
                <a:sym typeface="Symbol" pitchFamily="18" charset="2"/>
              </a:rPr>
              <a:t></a:t>
            </a:r>
            <a:r>
              <a:rPr lang="en-US" dirty="0">
                <a:latin typeface="+mj-lt"/>
              </a:rPr>
              <a:t> T			Negation</a:t>
            </a:r>
          </a:p>
          <a:p>
            <a:pPr>
              <a:buFont typeface="Symbol" pitchFamily="18" charset="2"/>
              <a:buChar char="º"/>
            </a:pPr>
            <a:r>
              <a:rPr lang="en-US" dirty="0">
                <a:latin typeface="+mj-lt"/>
              </a:rPr>
              <a:t> T				Dominations</a:t>
            </a:r>
          </a:p>
          <a:p>
            <a:endParaRPr lang="en-US" dirty="0"/>
          </a:p>
        </p:txBody>
      </p:sp>
    </p:spTree>
    <p:extLst>
      <p:ext uri="{BB962C8B-B14F-4D97-AF65-F5344CB8AC3E}">
        <p14:creationId xmlns:p14="http://schemas.microsoft.com/office/powerpoint/2010/main" val="4206275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88A49-8FB1-015B-EEC7-5D567C878417}"/>
              </a:ext>
            </a:extLst>
          </p:cNvPr>
          <p:cNvSpPr>
            <a:spLocks noGrp="1"/>
          </p:cNvSpPr>
          <p:nvPr>
            <p:ph type="title"/>
          </p:nvPr>
        </p:nvSpPr>
        <p:spPr/>
        <p:txBody>
          <a:bodyPr/>
          <a:lstStyle/>
          <a:p>
            <a:r>
              <a:rPr lang="en-US" dirty="0"/>
              <a:t>Propositional Logic</a:t>
            </a:r>
          </a:p>
        </p:txBody>
      </p:sp>
      <p:sp>
        <p:nvSpPr>
          <p:cNvPr id="4" name="object 3">
            <a:extLst>
              <a:ext uri="{FF2B5EF4-FFF2-40B4-BE49-F238E27FC236}">
                <a16:creationId xmlns:a16="http://schemas.microsoft.com/office/drawing/2014/main" id="{D8A381BA-9CB3-6BD7-0052-2F02D7246F45}"/>
              </a:ext>
            </a:extLst>
          </p:cNvPr>
          <p:cNvSpPr txBox="1"/>
          <p:nvPr/>
        </p:nvSpPr>
        <p:spPr>
          <a:xfrm>
            <a:off x="994664" y="1944117"/>
            <a:ext cx="7936230" cy="756920"/>
          </a:xfrm>
          <a:prstGeom prst="rect">
            <a:avLst/>
          </a:prstGeom>
        </p:spPr>
        <p:txBody>
          <a:bodyPr vert="horz" wrap="square" lIns="0" tIns="12700" rIns="0" bIns="0" rtlCol="0">
            <a:spAutoFit/>
          </a:bodyPr>
          <a:lstStyle/>
          <a:p>
            <a:pPr marL="12700" marR="5080">
              <a:lnSpc>
                <a:spcPct val="100000"/>
              </a:lnSpc>
              <a:spcBef>
                <a:spcPts val="100"/>
              </a:spcBef>
            </a:pPr>
            <a:r>
              <a:rPr sz="2400" spc="-5" dirty="0">
                <a:latin typeface="Arial MT"/>
                <a:cs typeface="Arial MT"/>
              </a:rPr>
              <a:t>By</a:t>
            </a:r>
            <a:r>
              <a:rPr sz="2400" spc="5" dirty="0">
                <a:latin typeface="Arial MT"/>
                <a:cs typeface="Arial MT"/>
              </a:rPr>
              <a:t> </a:t>
            </a:r>
            <a:r>
              <a:rPr sz="2400" spc="-5" dirty="0">
                <a:latin typeface="Arial MT"/>
                <a:cs typeface="Arial MT"/>
              </a:rPr>
              <a:t>definition,</a:t>
            </a:r>
            <a:r>
              <a:rPr sz="2400" spc="20" dirty="0">
                <a:latin typeface="Arial MT"/>
                <a:cs typeface="Arial MT"/>
              </a:rPr>
              <a:t> </a:t>
            </a:r>
            <a:r>
              <a:rPr sz="2400" i="1" spc="-5" dirty="0">
                <a:latin typeface="Arial"/>
                <a:cs typeface="Arial"/>
              </a:rPr>
              <a:t>p</a:t>
            </a:r>
            <a:r>
              <a:rPr sz="2400" i="1" dirty="0">
                <a:latin typeface="Arial"/>
                <a:cs typeface="Arial"/>
              </a:rPr>
              <a:t> </a:t>
            </a:r>
            <a:r>
              <a:rPr sz="2400" dirty="0">
                <a:latin typeface="Microsoft Sans Serif"/>
                <a:cs typeface="Microsoft Sans Serif"/>
              </a:rPr>
              <a:t>→</a:t>
            </a:r>
            <a:r>
              <a:rPr sz="2400" spc="20" dirty="0">
                <a:latin typeface="Microsoft Sans Serif"/>
                <a:cs typeface="Microsoft Sans Serif"/>
              </a:rPr>
              <a:t> </a:t>
            </a:r>
            <a:r>
              <a:rPr sz="2400" i="1" spc="-5" dirty="0">
                <a:latin typeface="Arial"/>
                <a:cs typeface="Arial"/>
              </a:rPr>
              <a:t>q</a:t>
            </a:r>
            <a:r>
              <a:rPr sz="2400" i="1" spc="5" dirty="0">
                <a:latin typeface="Arial"/>
                <a:cs typeface="Arial"/>
              </a:rPr>
              <a:t> </a:t>
            </a:r>
            <a:r>
              <a:rPr sz="2400" spc="-5" dirty="0">
                <a:latin typeface="Arial MT"/>
                <a:cs typeface="Arial MT"/>
              </a:rPr>
              <a:t>is</a:t>
            </a:r>
            <a:r>
              <a:rPr sz="2400" spc="5" dirty="0">
                <a:latin typeface="Arial MT"/>
                <a:cs typeface="Arial MT"/>
              </a:rPr>
              <a:t> </a:t>
            </a:r>
            <a:r>
              <a:rPr sz="2400" spc="-5" dirty="0">
                <a:latin typeface="Arial MT"/>
                <a:cs typeface="Arial MT"/>
              </a:rPr>
              <a:t>false</a:t>
            </a:r>
            <a:r>
              <a:rPr sz="2400" dirty="0">
                <a:latin typeface="Arial MT"/>
                <a:cs typeface="Arial MT"/>
              </a:rPr>
              <a:t> </a:t>
            </a:r>
            <a:r>
              <a:rPr sz="2400" spc="-5" dirty="0">
                <a:latin typeface="Arial MT"/>
                <a:cs typeface="Arial MT"/>
              </a:rPr>
              <a:t>if,</a:t>
            </a:r>
            <a:r>
              <a:rPr sz="2400" spc="-15" dirty="0">
                <a:latin typeface="Arial MT"/>
                <a:cs typeface="Arial MT"/>
              </a:rPr>
              <a:t> </a:t>
            </a:r>
            <a:r>
              <a:rPr sz="2400" spc="-5" dirty="0">
                <a:latin typeface="Arial MT"/>
                <a:cs typeface="Arial MT"/>
              </a:rPr>
              <a:t>and</a:t>
            </a:r>
            <a:r>
              <a:rPr sz="2400" spc="10" dirty="0">
                <a:latin typeface="Arial MT"/>
                <a:cs typeface="Arial MT"/>
              </a:rPr>
              <a:t> </a:t>
            </a:r>
            <a:r>
              <a:rPr sz="2400" spc="-5" dirty="0">
                <a:latin typeface="Arial MT"/>
                <a:cs typeface="Arial MT"/>
              </a:rPr>
              <a:t>only</a:t>
            </a:r>
            <a:r>
              <a:rPr sz="2400" spc="20" dirty="0">
                <a:latin typeface="Arial MT"/>
                <a:cs typeface="Arial MT"/>
              </a:rPr>
              <a:t> </a:t>
            </a:r>
            <a:r>
              <a:rPr sz="2400" spc="-5" dirty="0">
                <a:latin typeface="Arial MT"/>
                <a:cs typeface="Arial MT"/>
              </a:rPr>
              <a:t>if,</a:t>
            </a:r>
            <a:r>
              <a:rPr sz="2400" spc="-15" dirty="0">
                <a:latin typeface="Arial MT"/>
                <a:cs typeface="Arial MT"/>
              </a:rPr>
              <a:t> </a:t>
            </a:r>
            <a:r>
              <a:rPr sz="2400" spc="-5" dirty="0">
                <a:latin typeface="Arial MT"/>
                <a:cs typeface="Arial MT"/>
              </a:rPr>
              <a:t>its</a:t>
            </a:r>
            <a:r>
              <a:rPr sz="2400" spc="-10" dirty="0">
                <a:latin typeface="Arial MT"/>
                <a:cs typeface="Arial MT"/>
              </a:rPr>
              <a:t> </a:t>
            </a:r>
            <a:r>
              <a:rPr sz="2400" spc="-5" dirty="0">
                <a:latin typeface="Arial MT"/>
                <a:cs typeface="Arial MT"/>
              </a:rPr>
              <a:t>hypothesis,</a:t>
            </a:r>
            <a:r>
              <a:rPr sz="2400" spc="20" dirty="0">
                <a:latin typeface="Arial MT"/>
                <a:cs typeface="Arial MT"/>
              </a:rPr>
              <a:t> </a:t>
            </a:r>
            <a:r>
              <a:rPr sz="2400" i="1" spc="-5" dirty="0">
                <a:latin typeface="Arial"/>
                <a:cs typeface="Arial"/>
              </a:rPr>
              <a:t>p</a:t>
            </a:r>
            <a:r>
              <a:rPr sz="2400" spc="-5" dirty="0">
                <a:latin typeface="Arial MT"/>
                <a:cs typeface="Arial MT"/>
              </a:rPr>
              <a:t>, </a:t>
            </a:r>
            <a:r>
              <a:rPr sz="2400" spc="-650" dirty="0">
                <a:latin typeface="Arial MT"/>
                <a:cs typeface="Arial MT"/>
              </a:rPr>
              <a:t> </a:t>
            </a:r>
            <a:r>
              <a:rPr sz="2400" spc="-5" dirty="0">
                <a:latin typeface="Arial MT"/>
                <a:cs typeface="Arial MT"/>
              </a:rPr>
              <a:t>is</a:t>
            </a:r>
            <a:r>
              <a:rPr sz="2400" dirty="0">
                <a:latin typeface="Arial MT"/>
                <a:cs typeface="Arial MT"/>
              </a:rPr>
              <a:t> </a:t>
            </a:r>
            <a:r>
              <a:rPr sz="2400" spc="-5" dirty="0">
                <a:latin typeface="Arial MT"/>
                <a:cs typeface="Arial MT"/>
              </a:rPr>
              <a:t>true</a:t>
            </a:r>
            <a:r>
              <a:rPr sz="2400" spc="-10" dirty="0">
                <a:latin typeface="Arial MT"/>
                <a:cs typeface="Arial MT"/>
              </a:rPr>
              <a:t> </a:t>
            </a:r>
            <a:r>
              <a:rPr sz="2400" spc="-5" dirty="0">
                <a:latin typeface="Arial MT"/>
                <a:cs typeface="Arial MT"/>
              </a:rPr>
              <a:t>and</a:t>
            </a:r>
            <a:r>
              <a:rPr sz="2400" spc="10" dirty="0">
                <a:latin typeface="Arial MT"/>
                <a:cs typeface="Arial MT"/>
              </a:rPr>
              <a:t> </a:t>
            </a:r>
            <a:r>
              <a:rPr sz="2400" spc="-5" dirty="0">
                <a:latin typeface="Arial MT"/>
                <a:cs typeface="Arial MT"/>
              </a:rPr>
              <a:t>its</a:t>
            </a:r>
            <a:r>
              <a:rPr sz="2400" spc="-10" dirty="0">
                <a:latin typeface="Arial MT"/>
                <a:cs typeface="Arial MT"/>
              </a:rPr>
              <a:t> </a:t>
            </a:r>
            <a:r>
              <a:rPr sz="2400" spc="-5" dirty="0">
                <a:latin typeface="Arial MT"/>
                <a:cs typeface="Arial MT"/>
              </a:rPr>
              <a:t>conclusion,</a:t>
            </a:r>
            <a:r>
              <a:rPr sz="2400" spc="30" dirty="0">
                <a:latin typeface="Arial MT"/>
                <a:cs typeface="Arial MT"/>
              </a:rPr>
              <a:t> </a:t>
            </a:r>
            <a:r>
              <a:rPr sz="2400" i="1" spc="-5" dirty="0">
                <a:latin typeface="Arial"/>
                <a:cs typeface="Arial"/>
              </a:rPr>
              <a:t>q</a:t>
            </a:r>
            <a:r>
              <a:rPr sz="2400" spc="-5" dirty="0">
                <a:latin typeface="Arial MT"/>
                <a:cs typeface="Arial MT"/>
              </a:rPr>
              <a:t>, is</a:t>
            </a:r>
            <a:r>
              <a:rPr sz="2400" spc="5" dirty="0">
                <a:latin typeface="Arial MT"/>
                <a:cs typeface="Arial MT"/>
              </a:rPr>
              <a:t> </a:t>
            </a:r>
            <a:r>
              <a:rPr sz="2400" spc="-5" dirty="0">
                <a:latin typeface="Arial MT"/>
                <a:cs typeface="Arial MT"/>
              </a:rPr>
              <a:t>false. </a:t>
            </a:r>
            <a:r>
              <a:rPr sz="2400" dirty="0">
                <a:latin typeface="Arial MT"/>
                <a:cs typeface="Arial MT"/>
              </a:rPr>
              <a:t>It</a:t>
            </a:r>
            <a:r>
              <a:rPr sz="2400" spc="-15" dirty="0">
                <a:latin typeface="Arial MT"/>
                <a:cs typeface="Arial MT"/>
              </a:rPr>
              <a:t> </a:t>
            </a:r>
            <a:r>
              <a:rPr sz="2400" spc="-5" dirty="0">
                <a:latin typeface="Arial MT"/>
                <a:cs typeface="Arial MT"/>
              </a:rPr>
              <a:t>follows</a:t>
            </a:r>
            <a:r>
              <a:rPr sz="2400" spc="25" dirty="0">
                <a:latin typeface="Arial MT"/>
                <a:cs typeface="Arial MT"/>
              </a:rPr>
              <a:t> </a:t>
            </a:r>
            <a:r>
              <a:rPr sz="2400" spc="-5" dirty="0">
                <a:latin typeface="Arial MT"/>
                <a:cs typeface="Arial MT"/>
              </a:rPr>
              <a:t>that</a:t>
            </a:r>
            <a:endParaRPr sz="2400" dirty="0">
              <a:latin typeface="Arial MT"/>
              <a:cs typeface="Arial MT"/>
            </a:endParaRPr>
          </a:p>
        </p:txBody>
      </p:sp>
      <p:sp>
        <p:nvSpPr>
          <p:cNvPr id="5" name="object 4">
            <a:extLst>
              <a:ext uri="{FF2B5EF4-FFF2-40B4-BE49-F238E27FC236}">
                <a16:creationId xmlns:a16="http://schemas.microsoft.com/office/drawing/2014/main" id="{AA8685D7-4730-0E5D-7F85-467BBC63B9CE}"/>
              </a:ext>
            </a:extLst>
          </p:cNvPr>
          <p:cNvSpPr txBox="1"/>
          <p:nvPr/>
        </p:nvSpPr>
        <p:spPr>
          <a:xfrm>
            <a:off x="994664" y="4504439"/>
            <a:ext cx="602361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MT"/>
                <a:cs typeface="Arial MT"/>
              </a:rPr>
              <a:t>This</a:t>
            </a:r>
            <a:r>
              <a:rPr sz="2400" dirty="0">
                <a:latin typeface="Arial MT"/>
                <a:cs typeface="Arial MT"/>
              </a:rPr>
              <a:t> </a:t>
            </a:r>
            <a:r>
              <a:rPr sz="2400" spc="-5" dirty="0">
                <a:latin typeface="Arial MT"/>
                <a:cs typeface="Arial MT"/>
              </a:rPr>
              <a:t>can be</a:t>
            </a:r>
            <a:r>
              <a:rPr sz="2400" spc="10" dirty="0">
                <a:latin typeface="Arial MT"/>
                <a:cs typeface="Arial MT"/>
              </a:rPr>
              <a:t> </a:t>
            </a:r>
            <a:r>
              <a:rPr sz="2400" spc="-5" dirty="0">
                <a:latin typeface="Arial MT"/>
                <a:cs typeface="Arial MT"/>
              </a:rPr>
              <a:t>restated</a:t>
            </a:r>
            <a:r>
              <a:rPr sz="2400" spc="-15" dirty="0">
                <a:latin typeface="Arial MT"/>
                <a:cs typeface="Arial MT"/>
              </a:rPr>
              <a:t> </a:t>
            </a:r>
            <a:r>
              <a:rPr sz="2400" spc="-5" dirty="0">
                <a:latin typeface="Arial MT"/>
                <a:cs typeface="Arial MT"/>
              </a:rPr>
              <a:t>symbolically</a:t>
            </a:r>
            <a:r>
              <a:rPr sz="2400" spc="40" dirty="0">
                <a:latin typeface="Arial MT"/>
                <a:cs typeface="Arial MT"/>
              </a:rPr>
              <a:t> </a:t>
            </a:r>
            <a:r>
              <a:rPr sz="2400" spc="-5" dirty="0">
                <a:latin typeface="Arial MT"/>
                <a:cs typeface="Arial MT"/>
              </a:rPr>
              <a:t>as</a:t>
            </a:r>
            <a:r>
              <a:rPr sz="2400" dirty="0">
                <a:latin typeface="Arial MT"/>
                <a:cs typeface="Arial MT"/>
              </a:rPr>
              <a:t> </a:t>
            </a:r>
            <a:r>
              <a:rPr sz="2400" spc="-5" dirty="0">
                <a:latin typeface="Arial MT"/>
                <a:cs typeface="Arial MT"/>
              </a:rPr>
              <a:t>follows:</a:t>
            </a:r>
            <a:endParaRPr sz="2400">
              <a:latin typeface="Arial MT"/>
              <a:cs typeface="Arial MT"/>
            </a:endParaRPr>
          </a:p>
        </p:txBody>
      </p:sp>
      <p:pic>
        <p:nvPicPr>
          <p:cNvPr id="6" name="object 5">
            <a:extLst>
              <a:ext uri="{FF2B5EF4-FFF2-40B4-BE49-F238E27FC236}">
                <a16:creationId xmlns:a16="http://schemas.microsoft.com/office/drawing/2014/main" id="{C9419DE0-CFC6-2972-8E39-0723536F5C38}"/>
              </a:ext>
            </a:extLst>
          </p:cNvPr>
          <p:cNvPicPr/>
          <p:nvPr/>
        </p:nvPicPr>
        <p:blipFill>
          <a:blip r:embed="rId2" cstate="print"/>
          <a:stretch>
            <a:fillRect/>
          </a:stretch>
        </p:blipFill>
        <p:spPr>
          <a:xfrm>
            <a:off x="1076222" y="3287153"/>
            <a:ext cx="7798166" cy="740893"/>
          </a:xfrm>
          <a:prstGeom prst="rect">
            <a:avLst/>
          </a:prstGeom>
        </p:spPr>
      </p:pic>
      <p:pic>
        <p:nvPicPr>
          <p:cNvPr id="7" name="object 6">
            <a:extLst>
              <a:ext uri="{FF2B5EF4-FFF2-40B4-BE49-F238E27FC236}">
                <a16:creationId xmlns:a16="http://schemas.microsoft.com/office/drawing/2014/main" id="{77FE3C90-5C44-BCDF-77CB-6C09E4BBF5D9}"/>
              </a:ext>
            </a:extLst>
          </p:cNvPr>
          <p:cNvPicPr/>
          <p:nvPr/>
        </p:nvPicPr>
        <p:blipFill>
          <a:blip r:embed="rId3" cstate="print"/>
          <a:stretch>
            <a:fillRect/>
          </a:stretch>
        </p:blipFill>
        <p:spPr>
          <a:xfrm>
            <a:off x="3736303" y="5436289"/>
            <a:ext cx="2378529" cy="620201"/>
          </a:xfrm>
          <a:prstGeom prst="rect">
            <a:avLst/>
          </a:prstGeom>
        </p:spPr>
      </p:pic>
    </p:spTree>
    <p:extLst>
      <p:ext uri="{BB962C8B-B14F-4D97-AF65-F5344CB8AC3E}">
        <p14:creationId xmlns:p14="http://schemas.microsoft.com/office/powerpoint/2010/main" val="31513820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E3B22-6D91-B0F5-BC17-3855949B9ECC}"/>
              </a:ext>
            </a:extLst>
          </p:cNvPr>
          <p:cNvSpPr>
            <a:spLocks noGrp="1"/>
          </p:cNvSpPr>
          <p:nvPr>
            <p:ph type="title"/>
          </p:nvPr>
        </p:nvSpPr>
        <p:spPr/>
        <p:txBody>
          <a:bodyPr/>
          <a:lstStyle/>
          <a:p>
            <a:r>
              <a:rPr lang="en-US" dirty="0"/>
              <a:t>Propositional Logic</a:t>
            </a:r>
          </a:p>
        </p:txBody>
      </p:sp>
      <p:sp>
        <p:nvSpPr>
          <p:cNvPr id="3" name="Content Placeholder 2">
            <a:extLst>
              <a:ext uri="{FF2B5EF4-FFF2-40B4-BE49-F238E27FC236}">
                <a16:creationId xmlns:a16="http://schemas.microsoft.com/office/drawing/2014/main" id="{AA1F0A58-CF7B-1468-C094-ECC25F31465A}"/>
              </a:ext>
            </a:extLst>
          </p:cNvPr>
          <p:cNvSpPr>
            <a:spLocks noGrp="1"/>
          </p:cNvSpPr>
          <p:nvPr>
            <p:ph idx="1"/>
          </p:nvPr>
        </p:nvSpPr>
        <p:spPr/>
        <p:txBody>
          <a:bodyPr/>
          <a:lstStyle/>
          <a:p>
            <a:pPr marL="12700">
              <a:lnSpc>
                <a:spcPct val="100000"/>
              </a:lnSpc>
              <a:spcBef>
                <a:spcPts val="675"/>
              </a:spcBef>
            </a:pPr>
            <a:r>
              <a:rPr lang="en-US" sz="2800" spc="-5" dirty="0">
                <a:latin typeface="Arial MT"/>
                <a:cs typeface="Arial MT"/>
              </a:rPr>
              <a:t>Write</a:t>
            </a:r>
            <a:r>
              <a:rPr lang="en-US" sz="2800" spc="-10" dirty="0">
                <a:latin typeface="Arial MT"/>
                <a:cs typeface="Arial MT"/>
              </a:rPr>
              <a:t> </a:t>
            </a:r>
            <a:r>
              <a:rPr lang="en-US" sz="2800" spc="-5" dirty="0">
                <a:latin typeface="Arial MT"/>
                <a:cs typeface="Arial MT"/>
              </a:rPr>
              <a:t>negations</a:t>
            </a:r>
            <a:r>
              <a:rPr lang="en-US" sz="2800" spc="25" dirty="0">
                <a:latin typeface="Arial MT"/>
                <a:cs typeface="Arial MT"/>
              </a:rPr>
              <a:t> </a:t>
            </a:r>
            <a:r>
              <a:rPr lang="en-US" sz="2800" spc="-5" dirty="0">
                <a:latin typeface="Arial MT"/>
                <a:cs typeface="Arial MT"/>
              </a:rPr>
              <a:t>for</a:t>
            </a:r>
            <a:r>
              <a:rPr lang="en-US" sz="2800" spc="-15" dirty="0">
                <a:latin typeface="Arial MT"/>
                <a:cs typeface="Arial MT"/>
              </a:rPr>
              <a:t> </a:t>
            </a:r>
            <a:r>
              <a:rPr lang="en-US" sz="2800" spc="-5" dirty="0">
                <a:latin typeface="Arial MT"/>
                <a:cs typeface="Arial MT"/>
              </a:rPr>
              <a:t>each</a:t>
            </a:r>
            <a:r>
              <a:rPr lang="en-US" sz="2800" spc="10" dirty="0">
                <a:latin typeface="Arial MT"/>
                <a:cs typeface="Arial MT"/>
              </a:rPr>
              <a:t> </a:t>
            </a:r>
            <a:r>
              <a:rPr lang="en-US" sz="2800" spc="-5" dirty="0">
                <a:latin typeface="Arial MT"/>
                <a:cs typeface="Arial MT"/>
              </a:rPr>
              <a:t>of the</a:t>
            </a:r>
            <a:r>
              <a:rPr lang="en-US" sz="2800" spc="-10" dirty="0">
                <a:latin typeface="Arial MT"/>
                <a:cs typeface="Arial MT"/>
              </a:rPr>
              <a:t> </a:t>
            </a:r>
            <a:r>
              <a:rPr lang="en-US" sz="2800" spc="-5" dirty="0">
                <a:latin typeface="Arial MT"/>
                <a:cs typeface="Arial MT"/>
              </a:rPr>
              <a:t>following</a:t>
            </a:r>
            <a:r>
              <a:rPr lang="en-US" sz="2800" spc="50" dirty="0">
                <a:latin typeface="Arial MT"/>
                <a:cs typeface="Arial MT"/>
              </a:rPr>
              <a:t> </a:t>
            </a:r>
            <a:r>
              <a:rPr lang="en-US" sz="2800" spc="-5" dirty="0">
                <a:latin typeface="Arial MT"/>
                <a:cs typeface="Arial MT"/>
              </a:rPr>
              <a:t>statements:</a:t>
            </a:r>
            <a:endParaRPr lang="en-US" sz="2800" dirty="0">
              <a:latin typeface="Arial MT"/>
              <a:cs typeface="Arial MT"/>
            </a:endParaRPr>
          </a:p>
          <a:p>
            <a:pPr marL="350520" indent="-338455">
              <a:lnSpc>
                <a:spcPct val="100000"/>
              </a:lnSpc>
              <a:spcBef>
                <a:spcPts val="575"/>
              </a:spcBef>
              <a:buFont typeface="Arial"/>
              <a:buAutoNum type="alphaLcPeriod"/>
              <a:tabLst>
                <a:tab pos="351155" algn="l"/>
              </a:tabLst>
            </a:pPr>
            <a:r>
              <a:rPr lang="en-US" sz="2800" dirty="0">
                <a:latin typeface="Arial MT"/>
                <a:cs typeface="Arial MT"/>
              </a:rPr>
              <a:t>If</a:t>
            </a:r>
            <a:r>
              <a:rPr lang="en-US" sz="2800" spc="-35" dirty="0">
                <a:latin typeface="Arial MT"/>
                <a:cs typeface="Arial MT"/>
              </a:rPr>
              <a:t> </a:t>
            </a:r>
            <a:r>
              <a:rPr lang="en-US" sz="2800" dirty="0">
                <a:latin typeface="Arial MT"/>
                <a:cs typeface="Arial MT"/>
              </a:rPr>
              <a:t>my</a:t>
            </a:r>
            <a:r>
              <a:rPr lang="en-US" sz="2800" spc="-10" dirty="0">
                <a:latin typeface="Arial MT"/>
                <a:cs typeface="Arial MT"/>
              </a:rPr>
              <a:t> </a:t>
            </a:r>
            <a:r>
              <a:rPr lang="en-US" sz="2800" spc="-5" dirty="0">
                <a:latin typeface="Arial MT"/>
                <a:cs typeface="Arial MT"/>
              </a:rPr>
              <a:t>car</a:t>
            </a:r>
            <a:r>
              <a:rPr lang="en-US" sz="2800" spc="10" dirty="0">
                <a:latin typeface="Arial MT"/>
                <a:cs typeface="Arial MT"/>
              </a:rPr>
              <a:t> </a:t>
            </a:r>
            <a:r>
              <a:rPr lang="en-US" sz="2800" spc="-5" dirty="0">
                <a:latin typeface="Arial MT"/>
                <a:cs typeface="Arial MT"/>
              </a:rPr>
              <a:t>is</a:t>
            </a:r>
            <a:r>
              <a:rPr lang="en-US" sz="2800" spc="5" dirty="0">
                <a:latin typeface="Arial MT"/>
                <a:cs typeface="Arial MT"/>
              </a:rPr>
              <a:t> </a:t>
            </a:r>
            <a:r>
              <a:rPr lang="en-US" sz="2800" spc="-5" dirty="0">
                <a:latin typeface="Arial MT"/>
                <a:cs typeface="Arial MT"/>
              </a:rPr>
              <a:t>in</a:t>
            </a:r>
            <a:r>
              <a:rPr lang="en-US" sz="2800" dirty="0">
                <a:latin typeface="Arial MT"/>
                <a:cs typeface="Arial MT"/>
              </a:rPr>
              <a:t> </a:t>
            </a:r>
            <a:r>
              <a:rPr lang="en-US" sz="2800" spc="-5" dirty="0">
                <a:latin typeface="Arial MT"/>
                <a:cs typeface="Arial MT"/>
              </a:rPr>
              <a:t>the</a:t>
            </a:r>
            <a:r>
              <a:rPr lang="en-US" sz="2800" dirty="0">
                <a:latin typeface="Arial MT"/>
                <a:cs typeface="Arial MT"/>
              </a:rPr>
              <a:t> </a:t>
            </a:r>
            <a:r>
              <a:rPr lang="en-US" sz="2800" spc="-5" dirty="0">
                <a:latin typeface="Arial MT"/>
                <a:cs typeface="Arial MT"/>
              </a:rPr>
              <a:t>repair</a:t>
            </a:r>
            <a:r>
              <a:rPr lang="en-US" sz="2800" spc="5" dirty="0">
                <a:latin typeface="Arial MT"/>
                <a:cs typeface="Arial MT"/>
              </a:rPr>
              <a:t> </a:t>
            </a:r>
            <a:r>
              <a:rPr lang="en-US" sz="2800" spc="-5" dirty="0">
                <a:latin typeface="Arial MT"/>
                <a:cs typeface="Arial MT"/>
              </a:rPr>
              <a:t>shop,</a:t>
            </a:r>
            <a:r>
              <a:rPr lang="en-US" sz="2800" spc="10" dirty="0">
                <a:latin typeface="Arial MT"/>
                <a:cs typeface="Arial MT"/>
              </a:rPr>
              <a:t> </a:t>
            </a:r>
            <a:r>
              <a:rPr lang="en-US" sz="2800" spc="-5" dirty="0">
                <a:latin typeface="Arial MT"/>
                <a:cs typeface="Arial MT"/>
              </a:rPr>
              <a:t>then</a:t>
            </a:r>
            <a:r>
              <a:rPr lang="en-US" sz="2800" dirty="0">
                <a:latin typeface="Arial MT"/>
                <a:cs typeface="Arial MT"/>
              </a:rPr>
              <a:t> I</a:t>
            </a:r>
            <a:r>
              <a:rPr lang="en-US" sz="2800" spc="-15" dirty="0">
                <a:latin typeface="Arial MT"/>
                <a:cs typeface="Arial MT"/>
              </a:rPr>
              <a:t> </a:t>
            </a:r>
            <a:r>
              <a:rPr lang="en-US" sz="2800" spc="-5" dirty="0">
                <a:latin typeface="Arial MT"/>
                <a:cs typeface="Arial MT"/>
              </a:rPr>
              <a:t>cannot</a:t>
            </a:r>
            <a:r>
              <a:rPr lang="en-US" sz="2800" spc="10" dirty="0">
                <a:latin typeface="Arial MT"/>
                <a:cs typeface="Arial MT"/>
              </a:rPr>
              <a:t> </a:t>
            </a:r>
            <a:r>
              <a:rPr lang="en-US" sz="2800" spc="-5" dirty="0">
                <a:latin typeface="Arial MT"/>
                <a:cs typeface="Arial MT"/>
              </a:rPr>
              <a:t>get</a:t>
            </a:r>
            <a:r>
              <a:rPr lang="en-US" sz="2800" spc="10" dirty="0">
                <a:latin typeface="Arial MT"/>
                <a:cs typeface="Arial MT"/>
              </a:rPr>
              <a:t> </a:t>
            </a:r>
            <a:r>
              <a:rPr lang="en-US" sz="2800" dirty="0">
                <a:latin typeface="Arial MT"/>
                <a:cs typeface="Arial MT"/>
              </a:rPr>
              <a:t>to</a:t>
            </a:r>
            <a:r>
              <a:rPr lang="en-US" sz="2800" spc="-10" dirty="0">
                <a:latin typeface="Arial MT"/>
                <a:cs typeface="Arial MT"/>
              </a:rPr>
              <a:t> </a:t>
            </a:r>
            <a:r>
              <a:rPr lang="en-US" sz="2800" spc="-5" dirty="0">
                <a:latin typeface="Arial MT"/>
                <a:cs typeface="Arial MT"/>
              </a:rPr>
              <a:t>class.</a:t>
            </a:r>
            <a:endParaRPr lang="en-US" sz="2800" dirty="0">
              <a:latin typeface="Arial MT"/>
              <a:cs typeface="Arial MT"/>
            </a:endParaRPr>
          </a:p>
          <a:p>
            <a:pPr marL="365760" indent="-353695">
              <a:lnSpc>
                <a:spcPct val="100000"/>
              </a:lnSpc>
              <a:spcBef>
                <a:spcPts val="575"/>
              </a:spcBef>
              <a:buFont typeface="Arial"/>
              <a:buAutoNum type="alphaLcPeriod"/>
              <a:tabLst>
                <a:tab pos="366395" algn="l"/>
              </a:tabLst>
            </a:pPr>
            <a:r>
              <a:rPr lang="en-US" sz="2800" dirty="0">
                <a:latin typeface="Arial MT"/>
                <a:cs typeface="Arial MT"/>
              </a:rPr>
              <a:t>If</a:t>
            </a:r>
            <a:r>
              <a:rPr lang="en-US" sz="2800" spc="-20" dirty="0">
                <a:latin typeface="Arial MT"/>
                <a:cs typeface="Arial MT"/>
              </a:rPr>
              <a:t> </a:t>
            </a:r>
            <a:r>
              <a:rPr lang="en-US" sz="2800" spc="-5" dirty="0">
                <a:latin typeface="Arial MT"/>
                <a:cs typeface="Arial MT"/>
              </a:rPr>
              <a:t>Sara</a:t>
            </a:r>
            <a:r>
              <a:rPr lang="en-US" sz="2800" dirty="0">
                <a:latin typeface="Arial MT"/>
                <a:cs typeface="Arial MT"/>
              </a:rPr>
              <a:t> </a:t>
            </a:r>
            <a:r>
              <a:rPr lang="en-US" sz="2800" spc="-5" dirty="0">
                <a:latin typeface="Arial MT"/>
                <a:cs typeface="Arial MT"/>
              </a:rPr>
              <a:t>lives</a:t>
            </a:r>
            <a:r>
              <a:rPr lang="en-US" sz="2800" spc="15" dirty="0">
                <a:latin typeface="Arial MT"/>
                <a:cs typeface="Arial MT"/>
              </a:rPr>
              <a:t> </a:t>
            </a:r>
            <a:r>
              <a:rPr lang="en-US" sz="2800" spc="-5" dirty="0">
                <a:latin typeface="Arial MT"/>
                <a:cs typeface="Arial MT"/>
              </a:rPr>
              <a:t>in</a:t>
            </a:r>
            <a:r>
              <a:rPr lang="en-US" sz="2800" spc="10" dirty="0">
                <a:latin typeface="Arial MT"/>
                <a:cs typeface="Arial MT"/>
              </a:rPr>
              <a:t> </a:t>
            </a:r>
            <a:r>
              <a:rPr lang="en-US" sz="2800" spc="-5" dirty="0">
                <a:latin typeface="Arial MT"/>
                <a:cs typeface="Arial MT"/>
              </a:rPr>
              <a:t>Athens,</a:t>
            </a:r>
            <a:r>
              <a:rPr lang="en-US" sz="2800" spc="-10" dirty="0">
                <a:latin typeface="Arial MT"/>
                <a:cs typeface="Arial MT"/>
              </a:rPr>
              <a:t> </a:t>
            </a:r>
            <a:r>
              <a:rPr lang="en-US" sz="2800" spc="-5" dirty="0">
                <a:latin typeface="Arial MT"/>
                <a:cs typeface="Arial MT"/>
              </a:rPr>
              <a:t>then</a:t>
            </a:r>
            <a:r>
              <a:rPr lang="en-US" sz="2800" dirty="0">
                <a:latin typeface="Arial MT"/>
                <a:cs typeface="Arial MT"/>
              </a:rPr>
              <a:t> </a:t>
            </a:r>
            <a:r>
              <a:rPr lang="en-US" sz="2800" spc="-5" dirty="0">
                <a:latin typeface="Arial MT"/>
                <a:cs typeface="Arial MT"/>
              </a:rPr>
              <a:t>she</a:t>
            </a:r>
            <a:r>
              <a:rPr lang="en-US" sz="2800" dirty="0">
                <a:latin typeface="Arial MT"/>
                <a:cs typeface="Arial MT"/>
              </a:rPr>
              <a:t> </a:t>
            </a:r>
            <a:r>
              <a:rPr lang="en-US" sz="2800" spc="-5" dirty="0">
                <a:latin typeface="Arial MT"/>
                <a:cs typeface="Arial MT"/>
              </a:rPr>
              <a:t>lives</a:t>
            </a:r>
            <a:r>
              <a:rPr lang="en-US" sz="2800" spc="15" dirty="0">
                <a:latin typeface="Arial MT"/>
                <a:cs typeface="Arial MT"/>
              </a:rPr>
              <a:t> </a:t>
            </a:r>
            <a:r>
              <a:rPr lang="en-US" sz="2800" spc="-5" dirty="0">
                <a:latin typeface="Arial MT"/>
                <a:cs typeface="Arial MT"/>
              </a:rPr>
              <a:t>in</a:t>
            </a:r>
            <a:r>
              <a:rPr lang="en-US" sz="2800" spc="10" dirty="0">
                <a:latin typeface="Arial MT"/>
                <a:cs typeface="Arial MT"/>
              </a:rPr>
              <a:t> </a:t>
            </a:r>
            <a:r>
              <a:rPr lang="en-US" sz="2800" spc="-5" dirty="0">
                <a:latin typeface="Arial MT"/>
                <a:cs typeface="Arial MT"/>
              </a:rPr>
              <a:t>Greece</a:t>
            </a:r>
          </a:p>
          <a:p>
            <a:pPr marL="12700">
              <a:lnSpc>
                <a:spcPct val="100000"/>
              </a:lnSpc>
            </a:pPr>
            <a:r>
              <a:rPr lang="en-US" sz="2800" spc="-5" dirty="0">
                <a:solidFill>
                  <a:srgbClr val="00ADEE"/>
                </a:solidFill>
                <a:latin typeface="Arial MT"/>
                <a:cs typeface="Arial MT"/>
              </a:rPr>
              <a:t>Solution:</a:t>
            </a:r>
            <a:endParaRPr lang="en-US" sz="2800" dirty="0">
              <a:latin typeface="Arial MT"/>
              <a:cs typeface="Arial MT"/>
            </a:endParaRPr>
          </a:p>
          <a:p>
            <a:pPr marL="350520" indent="-338455">
              <a:lnSpc>
                <a:spcPct val="100000"/>
              </a:lnSpc>
              <a:spcBef>
                <a:spcPts val="575"/>
              </a:spcBef>
              <a:buFont typeface="Arial"/>
              <a:buAutoNum type="alphaLcPeriod"/>
              <a:tabLst>
                <a:tab pos="351155" algn="l"/>
              </a:tabLst>
            </a:pPr>
            <a:r>
              <a:rPr lang="en-US" sz="2800" dirty="0">
                <a:latin typeface="Arial MT"/>
                <a:cs typeface="Arial MT"/>
              </a:rPr>
              <a:t>My</a:t>
            </a:r>
            <a:r>
              <a:rPr lang="en-US" sz="2800" spc="-15" dirty="0">
                <a:latin typeface="Arial MT"/>
                <a:cs typeface="Arial MT"/>
              </a:rPr>
              <a:t> </a:t>
            </a:r>
            <a:r>
              <a:rPr lang="en-US" sz="2800" spc="-5" dirty="0">
                <a:latin typeface="Arial MT"/>
                <a:cs typeface="Arial MT"/>
              </a:rPr>
              <a:t>car is</a:t>
            </a:r>
            <a:r>
              <a:rPr lang="en-US" sz="2800" spc="5" dirty="0">
                <a:latin typeface="Arial MT"/>
                <a:cs typeface="Arial MT"/>
              </a:rPr>
              <a:t> </a:t>
            </a:r>
            <a:r>
              <a:rPr lang="en-US" sz="2800" spc="-5" dirty="0">
                <a:latin typeface="Arial MT"/>
                <a:cs typeface="Arial MT"/>
              </a:rPr>
              <a:t>in</a:t>
            </a:r>
            <a:r>
              <a:rPr lang="en-US" sz="2800" spc="10" dirty="0">
                <a:latin typeface="Arial MT"/>
                <a:cs typeface="Arial MT"/>
              </a:rPr>
              <a:t> </a:t>
            </a:r>
            <a:r>
              <a:rPr lang="en-US" sz="2800" spc="-5" dirty="0">
                <a:latin typeface="Arial MT"/>
                <a:cs typeface="Arial MT"/>
              </a:rPr>
              <a:t>the</a:t>
            </a:r>
            <a:r>
              <a:rPr lang="en-US" sz="2800" spc="-15" dirty="0">
                <a:latin typeface="Arial MT"/>
                <a:cs typeface="Arial MT"/>
              </a:rPr>
              <a:t> </a:t>
            </a:r>
            <a:r>
              <a:rPr lang="en-US" sz="2800" spc="-5" dirty="0">
                <a:latin typeface="Arial MT"/>
                <a:cs typeface="Arial MT"/>
              </a:rPr>
              <a:t>repair</a:t>
            </a:r>
            <a:r>
              <a:rPr lang="en-US" sz="2800" spc="20" dirty="0">
                <a:latin typeface="Arial MT"/>
                <a:cs typeface="Arial MT"/>
              </a:rPr>
              <a:t> </a:t>
            </a:r>
            <a:r>
              <a:rPr lang="en-US" sz="2800" spc="-5" dirty="0">
                <a:latin typeface="Arial MT"/>
                <a:cs typeface="Arial MT"/>
              </a:rPr>
              <a:t>shop</a:t>
            </a:r>
            <a:r>
              <a:rPr lang="en-US" sz="2800" dirty="0">
                <a:latin typeface="Arial MT"/>
                <a:cs typeface="Arial MT"/>
              </a:rPr>
              <a:t> </a:t>
            </a:r>
            <a:r>
              <a:rPr lang="en-US" sz="2800" spc="-5" dirty="0">
                <a:latin typeface="Arial MT"/>
                <a:cs typeface="Arial MT"/>
              </a:rPr>
              <a:t>and</a:t>
            </a:r>
            <a:r>
              <a:rPr lang="en-US" sz="2800" spc="10" dirty="0">
                <a:latin typeface="Arial MT"/>
                <a:cs typeface="Arial MT"/>
              </a:rPr>
              <a:t> </a:t>
            </a:r>
            <a:r>
              <a:rPr lang="en-US" sz="2800" dirty="0">
                <a:latin typeface="Arial MT"/>
                <a:cs typeface="Arial MT"/>
              </a:rPr>
              <a:t>I</a:t>
            </a:r>
            <a:r>
              <a:rPr lang="en-US" sz="2800" spc="-20" dirty="0">
                <a:latin typeface="Arial MT"/>
                <a:cs typeface="Arial MT"/>
              </a:rPr>
              <a:t> </a:t>
            </a:r>
            <a:r>
              <a:rPr lang="en-US" sz="2800" spc="-5" dirty="0">
                <a:latin typeface="Arial MT"/>
                <a:cs typeface="Arial MT"/>
              </a:rPr>
              <a:t>can</a:t>
            </a:r>
            <a:r>
              <a:rPr lang="en-US" sz="2800" dirty="0">
                <a:latin typeface="Arial MT"/>
                <a:cs typeface="Arial MT"/>
              </a:rPr>
              <a:t> </a:t>
            </a:r>
            <a:r>
              <a:rPr lang="en-US" sz="2800" spc="-5" dirty="0">
                <a:latin typeface="Arial MT"/>
                <a:cs typeface="Arial MT"/>
              </a:rPr>
              <a:t>get</a:t>
            </a:r>
            <a:r>
              <a:rPr lang="en-US" sz="2800" spc="10" dirty="0">
                <a:latin typeface="Arial MT"/>
                <a:cs typeface="Arial MT"/>
              </a:rPr>
              <a:t> </a:t>
            </a:r>
            <a:r>
              <a:rPr lang="en-US" sz="2800" dirty="0">
                <a:latin typeface="Arial MT"/>
                <a:cs typeface="Arial MT"/>
              </a:rPr>
              <a:t>to</a:t>
            </a:r>
            <a:r>
              <a:rPr lang="en-US" sz="2800" spc="-10" dirty="0">
                <a:latin typeface="Arial MT"/>
                <a:cs typeface="Arial MT"/>
              </a:rPr>
              <a:t> </a:t>
            </a:r>
            <a:r>
              <a:rPr lang="en-US" sz="2800" spc="-5" dirty="0">
                <a:latin typeface="Arial MT"/>
                <a:cs typeface="Arial MT"/>
              </a:rPr>
              <a:t>class.</a:t>
            </a:r>
            <a:endParaRPr lang="en-US" sz="2800" dirty="0">
              <a:latin typeface="Arial MT"/>
              <a:cs typeface="Arial MT"/>
            </a:endParaRPr>
          </a:p>
          <a:p>
            <a:pPr>
              <a:lnSpc>
                <a:spcPct val="100000"/>
              </a:lnSpc>
              <a:spcBef>
                <a:spcPts val="5"/>
              </a:spcBef>
              <a:buFont typeface="Arial"/>
              <a:buAutoNum type="alphaLcPeriod"/>
            </a:pPr>
            <a:endParaRPr lang="en-US" sz="4000" dirty="0">
              <a:latin typeface="Arial MT"/>
              <a:cs typeface="Arial MT"/>
            </a:endParaRPr>
          </a:p>
          <a:p>
            <a:pPr marL="355600" marR="387350" indent="-342900" algn="just">
              <a:lnSpc>
                <a:spcPct val="100000"/>
              </a:lnSpc>
              <a:buFont typeface="Arial"/>
              <a:buAutoNum type="alphaLcPeriod"/>
              <a:tabLst>
                <a:tab pos="366395" algn="l"/>
              </a:tabLst>
            </a:pPr>
            <a:r>
              <a:rPr lang="en-US" sz="2800" spc="-5" dirty="0">
                <a:latin typeface="Arial MT"/>
                <a:cs typeface="Arial MT"/>
              </a:rPr>
              <a:t>Sara lives in Athens and she does not live in Greece.</a:t>
            </a:r>
            <a:endParaRPr lang="en-US" dirty="0"/>
          </a:p>
        </p:txBody>
      </p:sp>
    </p:spTree>
    <p:extLst>
      <p:ext uri="{BB962C8B-B14F-4D97-AF65-F5344CB8AC3E}">
        <p14:creationId xmlns:p14="http://schemas.microsoft.com/office/powerpoint/2010/main" val="3967324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318D1-6769-D7EB-504D-8422777F1693}"/>
              </a:ext>
            </a:extLst>
          </p:cNvPr>
          <p:cNvSpPr>
            <a:spLocks noGrp="1"/>
          </p:cNvSpPr>
          <p:nvPr>
            <p:ph type="title"/>
          </p:nvPr>
        </p:nvSpPr>
        <p:spPr/>
        <p:txBody>
          <a:bodyPr/>
          <a:lstStyle/>
          <a:p>
            <a:r>
              <a:rPr lang="en-US" dirty="0"/>
              <a:t>Propositional Logic</a:t>
            </a:r>
          </a:p>
        </p:txBody>
      </p:sp>
      <p:sp>
        <p:nvSpPr>
          <p:cNvPr id="4" name="object 3">
            <a:extLst>
              <a:ext uri="{FF2B5EF4-FFF2-40B4-BE49-F238E27FC236}">
                <a16:creationId xmlns:a16="http://schemas.microsoft.com/office/drawing/2014/main" id="{132C107E-A8DD-33B3-CDC7-9E7AE1AA3537}"/>
              </a:ext>
            </a:extLst>
          </p:cNvPr>
          <p:cNvSpPr txBox="1">
            <a:spLocks noGrp="1"/>
          </p:cNvSpPr>
          <p:nvPr>
            <p:ph idx="1"/>
          </p:nvPr>
        </p:nvSpPr>
        <p:spPr>
          <a:xfrm>
            <a:off x="838200" y="1825625"/>
            <a:ext cx="10515600" cy="4351338"/>
          </a:xfrm>
          <a:prstGeom prst="rect">
            <a:avLst/>
          </a:prstGeom>
        </p:spPr>
        <p:txBody>
          <a:bodyPr vert="horz" wrap="square" lIns="0" tIns="12700" rIns="0" bIns="0" rtlCol="0">
            <a:spAutoFit/>
          </a:bodyPr>
          <a:lstStyle/>
          <a:p>
            <a:pPr marL="12700" marR="280035">
              <a:lnSpc>
                <a:spcPct val="100000"/>
              </a:lnSpc>
              <a:spcBef>
                <a:spcPts val="100"/>
              </a:spcBef>
            </a:pPr>
            <a:r>
              <a:rPr sz="2400" spc="-5" dirty="0">
                <a:latin typeface="Arial MT"/>
                <a:cs typeface="Arial MT"/>
              </a:rPr>
              <a:t>Write</a:t>
            </a:r>
            <a:r>
              <a:rPr sz="2400" spc="-10" dirty="0">
                <a:latin typeface="Arial MT"/>
                <a:cs typeface="Arial MT"/>
              </a:rPr>
              <a:t> </a:t>
            </a:r>
            <a:r>
              <a:rPr sz="2400" spc="-5" dirty="0">
                <a:latin typeface="Arial MT"/>
                <a:cs typeface="Arial MT"/>
              </a:rPr>
              <a:t>each</a:t>
            </a:r>
            <a:r>
              <a:rPr sz="2400" dirty="0">
                <a:latin typeface="Arial MT"/>
                <a:cs typeface="Arial MT"/>
              </a:rPr>
              <a:t> </a:t>
            </a:r>
            <a:r>
              <a:rPr sz="2400" spc="-5" dirty="0">
                <a:latin typeface="Arial MT"/>
                <a:cs typeface="Arial MT"/>
              </a:rPr>
              <a:t>of the</a:t>
            </a:r>
            <a:r>
              <a:rPr sz="2400" dirty="0">
                <a:latin typeface="Arial MT"/>
                <a:cs typeface="Arial MT"/>
              </a:rPr>
              <a:t> </a:t>
            </a:r>
            <a:r>
              <a:rPr sz="2400" spc="-5" dirty="0">
                <a:latin typeface="Arial MT"/>
                <a:cs typeface="Arial MT"/>
              </a:rPr>
              <a:t>following</a:t>
            </a:r>
            <a:r>
              <a:rPr sz="2400" spc="35" dirty="0">
                <a:latin typeface="Arial MT"/>
                <a:cs typeface="Arial MT"/>
              </a:rPr>
              <a:t> </a:t>
            </a:r>
            <a:r>
              <a:rPr sz="2400" spc="-5" dirty="0">
                <a:latin typeface="Arial MT"/>
                <a:cs typeface="Arial MT"/>
              </a:rPr>
              <a:t>statements</a:t>
            </a:r>
            <a:r>
              <a:rPr sz="2400" spc="-20" dirty="0">
                <a:latin typeface="Arial MT"/>
                <a:cs typeface="Arial MT"/>
              </a:rPr>
              <a:t> </a:t>
            </a:r>
            <a:r>
              <a:rPr sz="2400" spc="-5" dirty="0">
                <a:latin typeface="Arial MT"/>
                <a:cs typeface="Arial MT"/>
              </a:rPr>
              <a:t>in</a:t>
            </a:r>
            <a:r>
              <a:rPr sz="2400" spc="10" dirty="0">
                <a:latin typeface="Arial MT"/>
                <a:cs typeface="Arial MT"/>
              </a:rPr>
              <a:t> </a:t>
            </a:r>
            <a:r>
              <a:rPr sz="2400" spc="-5" dirty="0">
                <a:latin typeface="Arial MT"/>
                <a:cs typeface="Arial MT"/>
              </a:rPr>
              <a:t>its</a:t>
            </a:r>
            <a:r>
              <a:rPr sz="2400" spc="-10" dirty="0">
                <a:latin typeface="Arial MT"/>
                <a:cs typeface="Arial MT"/>
              </a:rPr>
              <a:t> </a:t>
            </a:r>
            <a:r>
              <a:rPr sz="2400" spc="-5" dirty="0">
                <a:latin typeface="Arial MT"/>
                <a:cs typeface="Arial MT"/>
              </a:rPr>
              <a:t>equivalent </a:t>
            </a:r>
            <a:r>
              <a:rPr sz="2400" spc="-650" dirty="0">
                <a:latin typeface="Arial MT"/>
                <a:cs typeface="Arial MT"/>
              </a:rPr>
              <a:t> </a:t>
            </a:r>
            <a:r>
              <a:rPr sz="2400" spc="-5" dirty="0">
                <a:latin typeface="Arial MT"/>
                <a:cs typeface="Arial MT"/>
              </a:rPr>
              <a:t>contrapositive</a:t>
            </a:r>
            <a:r>
              <a:rPr sz="2400" spc="20" dirty="0">
                <a:latin typeface="Arial MT"/>
                <a:cs typeface="Arial MT"/>
              </a:rPr>
              <a:t> </a:t>
            </a:r>
            <a:r>
              <a:rPr sz="2400" spc="-5" dirty="0">
                <a:latin typeface="Arial MT"/>
                <a:cs typeface="Arial MT"/>
              </a:rPr>
              <a:t>form:</a:t>
            </a:r>
            <a:endParaRPr sz="2400" dirty="0">
              <a:latin typeface="Arial MT"/>
              <a:cs typeface="Arial MT"/>
            </a:endParaRPr>
          </a:p>
          <a:p>
            <a:pPr marL="12700" marR="5080">
              <a:lnSpc>
                <a:spcPct val="100000"/>
              </a:lnSpc>
              <a:spcBef>
                <a:spcPts val="575"/>
              </a:spcBef>
              <a:buFont typeface="Arial"/>
              <a:buAutoNum type="alphaLcPeriod"/>
              <a:tabLst>
                <a:tab pos="351155" algn="l"/>
              </a:tabLst>
            </a:pPr>
            <a:r>
              <a:rPr sz="2400" dirty="0">
                <a:latin typeface="Arial MT"/>
                <a:cs typeface="Arial MT"/>
              </a:rPr>
              <a:t>If</a:t>
            </a:r>
            <a:r>
              <a:rPr sz="2400" spc="-35" dirty="0">
                <a:latin typeface="Arial MT"/>
                <a:cs typeface="Arial MT"/>
              </a:rPr>
              <a:t> </a:t>
            </a:r>
            <a:r>
              <a:rPr sz="2400" spc="-5" dirty="0">
                <a:latin typeface="Arial MT"/>
                <a:cs typeface="Arial MT"/>
              </a:rPr>
              <a:t>Howard</a:t>
            </a:r>
            <a:r>
              <a:rPr sz="2400" spc="25" dirty="0">
                <a:latin typeface="Arial MT"/>
                <a:cs typeface="Arial MT"/>
              </a:rPr>
              <a:t> </a:t>
            </a:r>
            <a:r>
              <a:rPr sz="2400" spc="-5" dirty="0">
                <a:latin typeface="Arial MT"/>
                <a:cs typeface="Arial MT"/>
              </a:rPr>
              <a:t>can</a:t>
            </a:r>
            <a:r>
              <a:rPr sz="2400" dirty="0">
                <a:latin typeface="Arial MT"/>
                <a:cs typeface="Arial MT"/>
              </a:rPr>
              <a:t> </a:t>
            </a:r>
            <a:r>
              <a:rPr sz="2400" spc="-5" dirty="0">
                <a:latin typeface="Arial MT"/>
                <a:cs typeface="Arial MT"/>
              </a:rPr>
              <a:t>swim</a:t>
            </a:r>
            <a:r>
              <a:rPr sz="2400" spc="20" dirty="0">
                <a:latin typeface="Arial MT"/>
                <a:cs typeface="Arial MT"/>
              </a:rPr>
              <a:t> </a:t>
            </a:r>
            <a:r>
              <a:rPr sz="2400" spc="-5" dirty="0">
                <a:latin typeface="Arial MT"/>
                <a:cs typeface="Arial MT"/>
              </a:rPr>
              <a:t>across</a:t>
            </a:r>
            <a:r>
              <a:rPr sz="2400" spc="5" dirty="0">
                <a:latin typeface="Arial MT"/>
                <a:cs typeface="Arial MT"/>
              </a:rPr>
              <a:t> </a:t>
            </a:r>
            <a:r>
              <a:rPr sz="2400" spc="-5" dirty="0">
                <a:latin typeface="Arial MT"/>
                <a:cs typeface="Arial MT"/>
              </a:rPr>
              <a:t>the</a:t>
            </a:r>
            <a:r>
              <a:rPr sz="2400" spc="-10" dirty="0">
                <a:latin typeface="Arial MT"/>
                <a:cs typeface="Arial MT"/>
              </a:rPr>
              <a:t> </a:t>
            </a:r>
            <a:r>
              <a:rPr sz="2400" spc="-5" dirty="0">
                <a:latin typeface="Arial MT"/>
                <a:cs typeface="Arial MT"/>
              </a:rPr>
              <a:t>lake,</a:t>
            </a:r>
            <a:r>
              <a:rPr sz="2400" spc="5" dirty="0">
                <a:latin typeface="Arial MT"/>
                <a:cs typeface="Arial MT"/>
              </a:rPr>
              <a:t> </a:t>
            </a:r>
            <a:r>
              <a:rPr sz="2400" spc="-5" dirty="0">
                <a:latin typeface="Arial MT"/>
                <a:cs typeface="Arial MT"/>
              </a:rPr>
              <a:t>then</a:t>
            </a:r>
            <a:r>
              <a:rPr sz="2400" dirty="0">
                <a:latin typeface="Arial MT"/>
                <a:cs typeface="Arial MT"/>
              </a:rPr>
              <a:t> </a:t>
            </a:r>
            <a:r>
              <a:rPr sz="2400" spc="-5" dirty="0">
                <a:latin typeface="Arial MT"/>
                <a:cs typeface="Arial MT"/>
              </a:rPr>
              <a:t>Howard</a:t>
            </a:r>
            <a:r>
              <a:rPr sz="2400" spc="25" dirty="0">
                <a:latin typeface="Arial MT"/>
                <a:cs typeface="Arial MT"/>
              </a:rPr>
              <a:t> </a:t>
            </a:r>
            <a:r>
              <a:rPr sz="2400" spc="-5" dirty="0">
                <a:latin typeface="Arial MT"/>
                <a:cs typeface="Arial MT"/>
              </a:rPr>
              <a:t>can </a:t>
            </a:r>
            <a:r>
              <a:rPr sz="2400" spc="-650" dirty="0">
                <a:latin typeface="Arial MT"/>
                <a:cs typeface="Arial MT"/>
              </a:rPr>
              <a:t> </a:t>
            </a:r>
            <a:r>
              <a:rPr sz="2400" spc="-5" dirty="0">
                <a:latin typeface="Arial MT"/>
                <a:cs typeface="Arial MT"/>
              </a:rPr>
              <a:t>swim</a:t>
            </a:r>
            <a:r>
              <a:rPr sz="2400" spc="5" dirty="0">
                <a:latin typeface="Arial MT"/>
                <a:cs typeface="Arial MT"/>
              </a:rPr>
              <a:t> </a:t>
            </a:r>
            <a:r>
              <a:rPr sz="2400" dirty="0">
                <a:latin typeface="Arial MT"/>
                <a:cs typeface="Arial MT"/>
              </a:rPr>
              <a:t>to</a:t>
            </a:r>
            <a:r>
              <a:rPr sz="2400" spc="-10" dirty="0">
                <a:latin typeface="Arial MT"/>
                <a:cs typeface="Arial MT"/>
              </a:rPr>
              <a:t> </a:t>
            </a:r>
            <a:r>
              <a:rPr sz="2400" spc="-5" dirty="0">
                <a:latin typeface="Arial MT"/>
                <a:cs typeface="Arial MT"/>
              </a:rPr>
              <a:t>the</a:t>
            </a:r>
            <a:r>
              <a:rPr sz="2400" dirty="0">
                <a:latin typeface="Arial MT"/>
                <a:cs typeface="Arial MT"/>
              </a:rPr>
              <a:t> </a:t>
            </a:r>
            <a:r>
              <a:rPr sz="2400" spc="-5" dirty="0">
                <a:latin typeface="Arial MT"/>
                <a:cs typeface="Arial MT"/>
              </a:rPr>
              <a:t>island.</a:t>
            </a:r>
            <a:endParaRPr sz="2400" dirty="0">
              <a:latin typeface="Arial MT"/>
              <a:cs typeface="Arial MT"/>
            </a:endParaRPr>
          </a:p>
          <a:p>
            <a:pPr marL="365760" indent="-353695">
              <a:lnSpc>
                <a:spcPct val="100000"/>
              </a:lnSpc>
              <a:spcBef>
                <a:spcPts val="575"/>
              </a:spcBef>
              <a:buFont typeface="Arial"/>
              <a:buAutoNum type="alphaLcPeriod"/>
              <a:tabLst>
                <a:tab pos="366395" algn="l"/>
              </a:tabLst>
            </a:pPr>
            <a:r>
              <a:rPr sz="2400" dirty="0">
                <a:latin typeface="Arial MT"/>
                <a:cs typeface="Arial MT"/>
              </a:rPr>
              <a:t>If</a:t>
            </a:r>
            <a:r>
              <a:rPr sz="2400" spc="-20" dirty="0">
                <a:latin typeface="Arial MT"/>
                <a:cs typeface="Arial MT"/>
              </a:rPr>
              <a:t> </a:t>
            </a:r>
            <a:r>
              <a:rPr sz="2400" spc="-5" dirty="0">
                <a:latin typeface="Arial MT"/>
                <a:cs typeface="Arial MT"/>
              </a:rPr>
              <a:t>today</a:t>
            </a:r>
            <a:r>
              <a:rPr sz="2400" spc="5" dirty="0">
                <a:latin typeface="Arial MT"/>
                <a:cs typeface="Arial MT"/>
              </a:rPr>
              <a:t> </a:t>
            </a:r>
            <a:r>
              <a:rPr sz="2400" spc="-5" dirty="0">
                <a:latin typeface="Arial MT"/>
                <a:cs typeface="Arial MT"/>
              </a:rPr>
              <a:t>is</a:t>
            </a:r>
            <a:r>
              <a:rPr sz="2400" spc="5" dirty="0">
                <a:latin typeface="Arial MT"/>
                <a:cs typeface="Arial MT"/>
              </a:rPr>
              <a:t> </a:t>
            </a:r>
            <a:r>
              <a:rPr sz="2400" spc="-5" dirty="0">
                <a:latin typeface="Arial MT"/>
                <a:cs typeface="Arial MT"/>
              </a:rPr>
              <a:t>Easter,</a:t>
            </a:r>
            <a:r>
              <a:rPr sz="2400" spc="-20" dirty="0">
                <a:latin typeface="Arial MT"/>
                <a:cs typeface="Arial MT"/>
              </a:rPr>
              <a:t> </a:t>
            </a:r>
            <a:r>
              <a:rPr sz="2400" spc="-5" dirty="0">
                <a:latin typeface="Arial MT"/>
                <a:cs typeface="Arial MT"/>
              </a:rPr>
              <a:t>then</a:t>
            </a:r>
            <a:r>
              <a:rPr sz="2400" dirty="0">
                <a:latin typeface="Arial MT"/>
                <a:cs typeface="Arial MT"/>
              </a:rPr>
              <a:t> </a:t>
            </a:r>
            <a:r>
              <a:rPr sz="2400" spc="-5" dirty="0">
                <a:latin typeface="Arial MT"/>
                <a:cs typeface="Arial MT"/>
              </a:rPr>
              <a:t>tomorrow</a:t>
            </a:r>
            <a:r>
              <a:rPr sz="2400" dirty="0">
                <a:latin typeface="Arial MT"/>
                <a:cs typeface="Arial MT"/>
              </a:rPr>
              <a:t> </a:t>
            </a:r>
            <a:r>
              <a:rPr sz="2400" spc="-5" dirty="0">
                <a:latin typeface="Arial MT"/>
                <a:cs typeface="Arial MT"/>
              </a:rPr>
              <a:t>is</a:t>
            </a:r>
            <a:r>
              <a:rPr sz="2400" dirty="0">
                <a:latin typeface="Arial MT"/>
                <a:cs typeface="Arial MT"/>
              </a:rPr>
              <a:t> </a:t>
            </a:r>
            <a:r>
              <a:rPr sz="2400" spc="-5" dirty="0">
                <a:latin typeface="Arial MT"/>
                <a:cs typeface="Arial MT"/>
              </a:rPr>
              <a:t>Monday.</a:t>
            </a:r>
            <a:endParaRPr sz="2400" dirty="0">
              <a:latin typeface="Arial MT"/>
              <a:cs typeface="Arial MT"/>
            </a:endParaRPr>
          </a:p>
          <a:p>
            <a:pPr>
              <a:lnSpc>
                <a:spcPct val="100000"/>
              </a:lnSpc>
              <a:spcBef>
                <a:spcPts val="5"/>
              </a:spcBef>
            </a:pPr>
            <a:endParaRPr sz="3500" dirty="0">
              <a:latin typeface="Arial MT"/>
              <a:cs typeface="Arial MT"/>
            </a:endParaRPr>
          </a:p>
          <a:p>
            <a:pPr marL="12700">
              <a:lnSpc>
                <a:spcPct val="100000"/>
              </a:lnSpc>
              <a:spcBef>
                <a:spcPts val="5"/>
              </a:spcBef>
            </a:pPr>
            <a:r>
              <a:rPr sz="2400" spc="-5" dirty="0">
                <a:solidFill>
                  <a:srgbClr val="00ADEE"/>
                </a:solidFill>
                <a:latin typeface="Arial MT"/>
                <a:cs typeface="Arial MT"/>
              </a:rPr>
              <a:t>Solution:</a:t>
            </a:r>
            <a:endParaRPr sz="2400" dirty="0">
              <a:latin typeface="Arial MT"/>
              <a:cs typeface="Arial MT"/>
            </a:endParaRPr>
          </a:p>
          <a:p>
            <a:pPr marL="350520" marR="567055" indent="-338455">
              <a:lnSpc>
                <a:spcPct val="100000"/>
              </a:lnSpc>
              <a:buFont typeface="Arial"/>
              <a:buAutoNum type="alphaLcPeriod"/>
              <a:tabLst>
                <a:tab pos="351155" algn="l"/>
              </a:tabLst>
            </a:pPr>
            <a:r>
              <a:rPr sz="2400" dirty="0">
                <a:latin typeface="Arial MT"/>
                <a:cs typeface="Arial MT"/>
              </a:rPr>
              <a:t>If</a:t>
            </a:r>
            <a:r>
              <a:rPr sz="2400" spc="-35" dirty="0">
                <a:latin typeface="Arial MT"/>
                <a:cs typeface="Arial MT"/>
              </a:rPr>
              <a:t> </a:t>
            </a:r>
            <a:r>
              <a:rPr sz="2400" spc="-5" dirty="0">
                <a:latin typeface="Arial MT"/>
                <a:cs typeface="Arial MT"/>
              </a:rPr>
              <a:t>Howard</a:t>
            </a:r>
            <a:r>
              <a:rPr sz="2400" spc="20" dirty="0">
                <a:latin typeface="Arial MT"/>
                <a:cs typeface="Arial MT"/>
              </a:rPr>
              <a:t> </a:t>
            </a:r>
            <a:r>
              <a:rPr sz="2400" spc="-5" dirty="0">
                <a:latin typeface="Arial MT"/>
                <a:cs typeface="Arial MT"/>
              </a:rPr>
              <a:t>cannot</a:t>
            </a:r>
            <a:r>
              <a:rPr sz="2400" spc="15" dirty="0">
                <a:latin typeface="Arial MT"/>
                <a:cs typeface="Arial MT"/>
              </a:rPr>
              <a:t> </a:t>
            </a:r>
            <a:r>
              <a:rPr sz="2400" spc="-5" dirty="0">
                <a:latin typeface="Arial MT"/>
                <a:cs typeface="Arial MT"/>
              </a:rPr>
              <a:t>swim</a:t>
            </a:r>
            <a:r>
              <a:rPr sz="2400" spc="5" dirty="0">
                <a:latin typeface="Arial MT"/>
                <a:cs typeface="Arial MT"/>
              </a:rPr>
              <a:t> </a:t>
            </a:r>
            <a:r>
              <a:rPr sz="2400" dirty="0">
                <a:latin typeface="Arial MT"/>
                <a:cs typeface="Arial MT"/>
              </a:rPr>
              <a:t>to</a:t>
            </a:r>
            <a:r>
              <a:rPr sz="2400" spc="-15" dirty="0">
                <a:latin typeface="Arial MT"/>
                <a:cs typeface="Arial MT"/>
              </a:rPr>
              <a:t> </a:t>
            </a:r>
            <a:r>
              <a:rPr sz="2400" spc="-5" dirty="0">
                <a:latin typeface="Arial MT"/>
                <a:cs typeface="Arial MT"/>
              </a:rPr>
              <a:t>the</a:t>
            </a:r>
            <a:r>
              <a:rPr sz="2400" spc="-15" dirty="0">
                <a:latin typeface="Arial MT"/>
                <a:cs typeface="Arial MT"/>
              </a:rPr>
              <a:t> </a:t>
            </a:r>
            <a:r>
              <a:rPr sz="2400" spc="-5" dirty="0">
                <a:latin typeface="Arial MT"/>
                <a:cs typeface="Arial MT"/>
              </a:rPr>
              <a:t>island,</a:t>
            </a:r>
            <a:r>
              <a:rPr sz="2400" spc="25" dirty="0">
                <a:latin typeface="Arial MT"/>
                <a:cs typeface="Arial MT"/>
              </a:rPr>
              <a:t> </a:t>
            </a:r>
            <a:r>
              <a:rPr sz="2400" spc="-5" dirty="0">
                <a:latin typeface="Arial MT"/>
                <a:cs typeface="Arial MT"/>
              </a:rPr>
              <a:t>then</a:t>
            </a:r>
            <a:r>
              <a:rPr sz="2400" spc="-15" dirty="0">
                <a:latin typeface="Arial MT"/>
                <a:cs typeface="Arial MT"/>
              </a:rPr>
              <a:t> </a:t>
            </a:r>
            <a:r>
              <a:rPr sz="2400" spc="-5" dirty="0">
                <a:latin typeface="Arial MT"/>
                <a:cs typeface="Arial MT"/>
              </a:rPr>
              <a:t>Howard </a:t>
            </a:r>
            <a:r>
              <a:rPr sz="2400" spc="-650" dirty="0">
                <a:latin typeface="Arial MT"/>
                <a:cs typeface="Arial MT"/>
              </a:rPr>
              <a:t> </a:t>
            </a:r>
            <a:r>
              <a:rPr sz="2400" spc="-5" dirty="0">
                <a:latin typeface="Arial MT"/>
                <a:cs typeface="Arial MT"/>
              </a:rPr>
              <a:t>cannot</a:t>
            </a:r>
            <a:r>
              <a:rPr sz="2400" spc="-10" dirty="0">
                <a:latin typeface="Arial MT"/>
                <a:cs typeface="Arial MT"/>
              </a:rPr>
              <a:t> </a:t>
            </a:r>
            <a:r>
              <a:rPr sz="2400" spc="-5" dirty="0">
                <a:latin typeface="Arial MT"/>
                <a:cs typeface="Arial MT"/>
              </a:rPr>
              <a:t>swim</a:t>
            </a:r>
            <a:r>
              <a:rPr sz="2400" spc="20" dirty="0">
                <a:latin typeface="Arial MT"/>
                <a:cs typeface="Arial MT"/>
              </a:rPr>
              <a:t> </a:t>
            </a:r>
            <a:r>
              <a:rPr sz="2400" spc="-5" dirty="0">
                <a:latin typeface="Arial MT"/>
                <a:cs typeface="Arial MT"/>
              </a:rPr>
              <a:t>across</a:t>
            </a:r>
            <a:r>
              <a:rPr sz="2400" spc="-10" dirty="0">
                <a:latin typeface="Arial MT"/>
                <a:cs typeface="Arial MT"/>
              </a:rPr>
              <a:t> </a:t>
            </a:r>
            <a:r>
              <a:rPr sz="2400" spc="-5" dirty="0">
                <a:latin typeface="Arial MT"/>
                <a:cs typeface="Arial MT"/>
              </a:rPr>
              <a:t>the</a:t>
            </a:r>
            <a:r>
              <a:rPr sz="2400" dirty="0">
                <a:latin typeface="Arial MT"/>
                <a:cs typeface="Arial MT"/>
              </a:rPr>
              <a:t> </a:t>
            </a:r>
            <a:r>
              <a:rPr sz="2400" spc="-5" dirty="0">
                <a:latin typeface="Arial MT"/>
                <a:cs typeface="Arial MT"/>
              </a:rPr>
              <a:t>lake.</a:t>
            </a:r>
            <a:endParaRPr sz="2400" dirty="0">
              <a:latin typeface="Arial MT"/>
              <a:cs typeface="Arial MT"/>
            </a:endParaRPr>
          </a:p>
          <a:p>
            <a:pPr>
              <a:lnSpc>
                <a:spcPct val="100000"/>
              </a:lnSpc>
              <a:spcBef>
                <a:spcPts val="5"/>
              </a:spcBef>
              <a:buFont typeface="Arial"/>
              <a:buAutoNum type="alphaLcPeriod"/>
            </a:pPr>
            <a:endParaRPr sz="3500" dirty="0">
              <a:latin typeface="Arial MT"/>
              <a:cs typeface="Arial MT"/>
            </a:endParaRPr>
          </a:p>
          <a:p>
            <a:pPr marL="365760" indent="-353695">
              <a:lnSpc>
                <a:spcPct val="100000"/>
              </a:lnSpc>
              <a:buFont typeface="Arial"/>
              <a:buAutoNum type="alphaLcPeriod"/>
              <a:tabLst>
                <a:tab pos="366395" algn="l"/>
              </a:tabLst>
            </a:pPr>
            <a:r>
              <a:rPr sz="2400" dirty="0">
                <a:latin typeface="Arial MT"/>
                <a:cs typeface="Arial MT"/>
              </a:rPr>
              <a:t>If</a:t>
            </a:r>
            <a:r>
              <a:rPr sz="2400" spc="-20" dirty="0">
                <a:latin typeface="Arial MT"/>
                <a:cs typeface="Arial MT"/>
              </a:rPr>
              <a:t> </a:t>
            </a:r>
            <a:r>
              <a:rPr sz="2400" spc="-5" dirty="0">
                <a:latin typeface="Arial MT"/>
                <a:cs typeface="Arial MT"/>
              </a:rPr>
              <a:t>tomorrow</a:t>
            </a:r>
            <a:r>
              <a:rPr sz="2400" dirty="0">
                <a:latin typeface="Arial MT"/>
                <a:cs typeface="Arial MT"/>
              </a:rPr>
              <a:t> </a:t>
            </a:r>
            <a:r>
              <a:rPr sz="2400" spc="-5" dirty="0">
                <a:latin typeface="Arial MT"/>
                <a:cs typeface="Arial MT"/>
              </a:rPr>
              <a:t>is</a:t>
            </a:r>
            <a:r>
              <a:rPr sz="2400" spc="5" dirty="0">
                <a:latin typeface="Arial MT"/>
                <a:cs typeface="Arial MT"/>
              </a:rPr>
              <a:t> </a:t>
            </a:r>
            <a:r>
              <a:rPr sz="2400" spc="-5" dirty="0">
                <a:latin typeface="Arial MT"/>
                <a:cs typeface="Arial MT"/>
              </a:rPr>
              <a:t>not Monday,</a:t>
            </a:r>
            <a:r>
              <a:rPr sz="2400" spc="10" dirty="0">
                <a:latin typeface="Arial MT"/>
                <a:cs typeface="Arial MT"/>
              </a:rPr>
              <a:t> </a:t>
            </a:r>
            <a:r>
              <a:rPr sz="2400" spc="-5" dirty="0">
                <a:latin typeface="Arial MT"/>
                <a:cs typeface="Arial MT"/>
              </a:rPr>
              <a:t>then</a:t>
            </a:r>
            <a:r>
              <a:rPr sz="2400" dirty="0">
                <a:latin typeface="Arial MT"/>
                <a:cs typeface="Arial MT"/>
              </a:rPr>
              <a:t> </a:t>
            </a:r>
            <a:r>
              <a:rPr sz="2400" spc="-5" dirty="0">
                <a:latin typeface="Arial MT"/>
                <a:cs typeface="Arial MT"/>
              </a:rPr>
              <a:t>today</a:t>
            </a:r>
            <a:r>
              <a:rPr sz="2400" spc="-10" dirty="0">
                <a:latin typeface="Arial MT"/>
                <a:cs typeface="Arial MT"/>
              </a:rPr>
              <a:t> </a:t>
            </a:r>
            <a:r>
              <a:rPr sz="2400" spc="-5" dirty="0">
                <a:latin typeface="Arial MT"/>
                <a:cs typeface="Arial MT"/>
              </a:rPr>
              <a:t>is</a:t>
            </a:r>
            <a:r>
              <a:rPr sz="2400" spc="5" dirty="0">
                <a:latin typeface="Arial MT"/>
                <a:cs typeface="Arial MT"/>
              </a:rPr>
              <a:t> </a:t>
            </a:r>
            <a:r>
              <a:rPr sz="2400" spc="-5" dirty="0">
                <a:latin typeface="Arial MT"/>
                <a:cs typeface="Arial MT"/>
              </a:rPr>
              <a:t>not</a:t>
            </a:r>
            <a:r>
              <a:rPr sz="2400" spc="10" dirty="0">
                <a:latin typeface="Arial MT"/>
                <a:cs typeface="Arial MT"/>
              </a:rPr>
              <a:t> </a:t>
            </a:r>
            <a:r>
              <a:rPr sz="2400" spc="-5" dirty="0">
                <a:latin typeface="Arial MT"/>
                <a:cs typeface="Arial MT"/>
              </a:rPr>
              <a:t>Easter.</a:t>
            </a:r>
            <a:endParaRPr sz="2400" dirty="0">
              <a:latin typeface="Arial MT"/>
              <a:cs typeface="Arial MT"/>
            </a:endParaRPr>
          </a:p>
        </p:txBody>
      </p:sp>
    </p:spTree>
    <p:extLst>
      <p:ext uri="{BB962C8B-B14F-4D97-AF65-F5344CB8AC3E}">
        <p14:creationId xmlns:p14="http://schemas.microsoft.com/office/powerpoint/2010/main" val="2686785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203D7-5621-23E0-39F4-891DFFF3C952}"/>
              </a:ext>
            </a:extLst>
          </p:cNvPr>
          <p:cNvSpPr>
            <a:spLocks noGrp="1"/>
          </p:cNvSpPr>
          <p:nvPr>
            <p:ph type="title"/>
          </p:nvPr>
        </p:nvSpPr>
        <p:spPr/>
        <p:txBody>
          <a:bodyPr/>
          <a:lstStyle/>
          <a:p>
            <a:r>
              <a:rPr lang="en-US" dirty="0"/>
              <a:t>Propositional Logic</a:t>
            </a:r>
          </a:p>
        </p:txBody>
      </p:sp>
      <p:sp>
        <p:nvSpPr>
          <p:cNvPr id="3" name="Content Placeholder 2">
            <a:extLst>
              <a:ext uri="{FF2B5EF4-FFF2-40B4-BE49-F238E27FC236}">
                <a16:creationId xmlns:a16="http://schemas.microsoft.com/office/drawing/2014/main" id="{50F75700-0E9B-C6D2-69B2-621D8CBE0F2D}"/>
              </a:ext>
            </a:extLst>
          </p:cNvPr>
          <p:cNvSpPr>
            <a:spLocks noGrp="1"/>
          </p:cNvSpPr>
          <p:nvPr>
            <p:ph idx="1"/>
          </p:nvPr>
        </p:nvSpPr>
        <p:spPr>
          <a:xfrm>
            <a:off x="581090" y="1433262"/>
            <a:ext cx="10515600" cy="4351338"/>
          </a:xfrm>
        </p:spPr>
        <p:txBody>
          <a:bodyPr/>
          <a:lstStyle/>
          <a:p>
            <a:pPr marL="12700" marR="212090">
              <a:lnSpc>
                <a:spcPct val="100000"/>
              </a:lnSpc>
              <a:spcBef>
                <a:spcPts val="100"/>
              </a:spcBef>
            </a:pPr>
            <a:r>
              <a:rPr lang="en-US" sz="2800" spc="-5" dirty="0">
                <a:latin typeface="Arial MT"/>
                <a:cs typeface="Arial MT"/>
              </a:rPr>
              <a:t>Write</a:t>
            </a:r>
            <a:r>
              <a:rPr lang="en-US" sz="2800" spc="-10" dirty="0">
                <a:latin typeface="Arial MT"/>
                <a:cs typeface="Arial MT"/>
              </a:rPr>
              <a:t> </a:t>
            </a:r>
            <a:r>
              <a:rPr lang="en-US" sz="2800" spc="-5" dirty="0">
                <a:latin typeface="Arial MT"/>
                <a:cs typeface="Arial MT"/>
              </a:rPr>
              <a:t>the</a:t>
            </a:r>
            <a:r>
              <a:rPr lang="en-US" sz="2800" spc="-10" dirty="0">
                <a:latin typeface="Arial MT"/>
                <a:cs typeface="Arial MT"/>
              </a:rPr>
              <a:t> </a:t>
            </a:r>
            <a:r>
              <a:rPr lang="en-US" sz="2800" spc="-5" dirty="0">
                <a:latin typeface="Arial MT"/>
                <a:cs typeface="Arial MT"/>
              </a:rPr>
              <a:t>converse</a:t>
            </a:r>
            <a:r>
              <a:rPr lang="en-US" sz="2800" spc="10" dirty="0">
                <a:latin typeface="Arial MT"/>
                <a:cs typeface="Arial MT"/>
              </a:rPr>
              <a:t> </a:t>
            </a:r>
            <a:r>
              <a:rPr lang="en-US" sz="2800" spc="-5" dirty="0">
                <a:latin typeface="Arial MT"/>
                <a:cs typeface="Arial MT"/>
              </a:rPr>
              <a:t>and</a:t>
            </a:r>
            <a:r>
              <a:rPr lang="en-US" sz="2800" spc="15" dirty="0">
                <a:latin typeface="Arial MT"/>
                <a:cs typeface="Arial MT"/>
              </a:rPr>
              <a:t> </a:t>
            </a:r>
            <a:r>
              <a:rPr lang="en-US" sz="2800" spc="-5" dirty="0">
                <a:latin typeface="Arial MT"/>
                <a:cs typeface="Arial MT"/>
              </a:rPr>
              <a:t>inverse</a:t>
            </a:r>
            <a:r>
              <a:rPr lang="en-US" sz="2800" spc="10" dirty="0">
                <a:latin typeface="Arial MT"/>
                <a:cs typeface="Arial MT"/>
              </a:rPr>
              <a:t> </a:t>
            </a:r>
            <a:r>
              <a:rPr lang="en-US" sz="2800" spc="-5" dirty="0">
                <a:latin typeface="Arial MT"/>
                <a:cs typeface="Arial MT"/>
              </a:rPr>
              <a:t>of</a:t>
            </a:r>
            <a:r>
              <a:rPr lang="en-US" sz="2800" spc="-15" dirty="0">
                <a:latin typeface="Arial MT"/>
                <a:cs typeface="Arial MT"/>
              </a:rPr>
              <a:t> </a:t>
            </a:r>
            <a:r>
              <a:rPr lang="en-US" sz="2800" spc="-5" dirty="0">
                <a:latin typeface="Arial MT"/>
                <a:cs typeface="Arial MT"/>
              </a:rPr>
              <a:t>each</a:t>
            </a:r>
            <a:r>
              <a:rPr lang="en-US" sz="2800" spc="10" dirty="0">
                <a:latin typeface="Arial MT"/>
                <a:cs typeface="Arial MT"/>
              </a:rPr>
              <a:t> </a:t>
            </a:r>
            <a:r>
              <a:rPr lang="en-US" sz="2800" spc="-5" dirty="0">
                <a:latin typeface="Arial MT"/>
                <a:cs typeface="Arial MT"/>
              </a:rPr>
              <a:t>of</a:t>
            </a:r>
            <a:r>
              <a:rPr lang="en-US" sz="2800" dirty="0">
                <a:latin typeface="Arial MT"/>
                <a:cs typeface="Arial MT"/>
              </a:rPr>
              <a:t> </a:t>
            </a:r>
            <a:r>
              <a:rPr lang="en-US" sz="2800" spc="-5" dirty="0">
                <a:latin typeface="Arial MT"/>
                <a:cs typeface="Arial MT"/>
              </a:rPr>
              <a:t>the</a:t>
            </a:r>
            <a:r>
              <a:rPr lang="en-US" sz="2800" spc="-10" dirty="0">
                <a:latin typeface="Arial MT"/>
                <a:cs typeface="Arial MT"/>
              </a:rPr>
              <a:t> </a:t>
            </a:r>
            <a:r>
              <a:rPr lang="en-US" sz="2800" spc="-5" dirty="0">
                <a:latin typeface="Arial MT"/>
                <a:cs typeface="Arial MT"/>
              </a:rPr>
              <a:t>following </a:t>
            </a:r>
            <a:r>
              <a:rPr lang="en-US" sz="2800" spc="-655" dirty="0">
                <a:latin typeface="Arial MT"/>
                <a:cs typeface="Arial MT"/>
              </a:rPr>
              <a:t> </a:t>
            </a:r>
            <a:r>
              <a:rPr lang="en-US" sz="2800" spc="-5" dirty="0">
                <a:latin typeface="Arial MT"/>
                <a:cs typeface="Arial MT"/>
              </a:rPr>
              <a:t>statements:</a:t>
            </a:r>
            <a:endParaRPr lang="en-US" sz="2800" dirty="0">
              <a:latin typeface="Arial MT"/>
              <a:cs typeface="Arial MT"/>
            </a:endParaRPr>
          </a:p>
          <a:p>
            <a:pPr marL="350520" marR="5080" indent="-338455">
              <a:lnSpc>
                <a:spcPct val="100000"/>
              </a:lnSpc>
              <a:spcBef>
                <a:spcPts val="575"/>
              </a:spcBef>
              <a:buFont typeface="Arial"/>
              <a:buAutoNum type="alphaLcPeriod"/>
              <a:tabLst>
                <a:tab pos="351155" algn="l"/>
              </a:tabLst>
            </a:pPr>
            <a:r>
              <a:rPr lang="en-US" sz="2800" dirty="0">
                <a:latin typeface="Arial MT"/>
                <a:cs typeface="Arial MT"/>
              </a:rPr>
              <a:t>If</a:t>
            </a:r>
            <a:r>
              <a:rPr lang="en-US" sz="2800" spc="-35" dirty="0">
                <a:latin typeface="Arial MT"/>
                <a:cs typeface="Arial MT"/>
              </a:rPr>
              <a:t> </a:t>
            </a:r>
            <a:r>
              <a:rPr lang="en-US" sz="2800" spc="-5" dirty="0">
                <a:latin typeface="Arial MT"/>
                <a:cs typeface="Arial MT"/>
              </a:rPr>
              <a:t>Howard</a:t>
            </a:r>
            <a:r>
              <a:rPr lang="en-US" sz="2800" spc="25" dirty="0">
                <a:latin typeface="Arial MT"/>
                <a:cs typeface="Arial MT"/>
              </a:rPr>
              <a:t> </a:t>
            </a:r>
            <a:r>
              <a:rPr lang="en-US" sz="2800" spc="-5" dirty="0">
                <a:latin typeface="Arial MT"/>
                <a:cs typeface="Arial MT"/>
              </a:rPr>
              <a:t>can</a:t>
            </a:r>
            <a:r>
              <a:rPr lang="en-US" sz="2800" dirty="0">
                <a:latin typeface="Arial MT"/>
                <a:cs typeface="Arial MT"/>
              </a:rPr>
              <a:t> </a:t>
            </a:r>
            <a:r>
              <a:rPr lang="en-US" sz="2800" spc="-5" dirty="0">
                <a:latin typeface="Arial MT"/>
                <a:cs typeface="Arial MT"/>
              </a:rPr>
              <a:t>swim</a:t>
            </a:r>
            <a:r>
              <a:rPr lang="en-US" sz="2800" spc="20" dirty="0">
                <a:latin typeface="Arial MT"/>
                <a:cs typeface="Arial MT"/>
              </a:rPr>
              <a:t> </a:t>
            </a:r>
            <a:r>
              <a:rPr lang="en-US" sz="2800" spc="-5" dirty="0">
                <a:latin typeface="Arial MT"/>
                <a:cs typeface="Arial MT"/>
              </a:rPr>
              <a:t>across</a:t>
            </a:r>
            <a:r>
              <a:rPr lang="en-US" sz="2800" spc="5" dirty="0">
                <a:latin typeface="Arial MT"/>
                <a:cs typeface="Arial MT"/>
              </a:rPr>
              <a:t> </a:t>
            </a:r>
            <a:r>
              <a:rPr lang="en-US" sz="2800" spc="-5" dirty="0">
                <a:latin typeface="Arial MT"/>
                <a:cs typeface="Arial MT"/>
              </a:rPr>
              <a:t>the</a:t>
            </a:r>
            <a:r>
              <a:rPr lang="en-US" sz="2800" spc="-10" dirty="0">
                <a:latin typeface="Arial MT"/>
                <a:cs typeface="Arial MT"/>
              </a:rPr>
              <a:t> </a:t>
            </a:r>
            <a:r>
              <a:rPr lang="en-US" sz="2800" spc="-5" dirty="0">
                <a:latin typeface="Arial MT"/>
                <a:cs typeface="Arial MT"/>
              </a:rPr>
              <a:t>lake,</a:t>
            </a:r>
            <a:r>
              <a:rPr lang="en-US" sz="2800" spc="5" dirty="0">
                <a:latin typeface="Arial MT"/>
                <a:cs typeface="Arial MT"/>
              </a:rPr>
              <a:t> </a:t>
            </a:r>
            <a:r>
              <a:rPr lang="en-US" sz="2800" spc="-5" dirty="0">
                <a:latin typeface="Arial MT"/>
                <a:cs typeface="Arial MT"/>
              </a:rPr>
              <a:t>then</a:t>
            </a:r>
            <a:r>
              <a:rPr lang="en-US" sz="2800" dirty="0">
                <a:latin typeface="Arial MT"/>
                <a:cs typeface="Arial MT"/>
              </a:rPr>
              <a:t> </a:t>
            </a:r>
            <a:r>
              <a:rPr lang="en-US" sz="2800" spc="-5" dirty="0">
                <a:latin typeface="Arial MT"/>
                <a:cs typeface="Arial MT"/>
              </a:rPr>
              <a:t>Howard</a:t>
            </a:r>
            <a:r>
              <a:rPr lang="en-US" sz="2800" spc="25" dirty="0">
                <a:latin typeface="Arial MT"/>
                <a:cs typeface="Arial MT"/>
              </a:rPr>
              <a:t> </a:t>
            </a:r>
            <a:r>
              <a:rPr lang="en-US" sz="2800" spc="-5" dirty="0">
                <a:latin typeface="Arial MT"/>
                <a:cs typeface="Arial MT"/>
              </a:rPr>
              <a:t>can </a:t>
            </a:r>
            <a:r>
              <a:rPr lang="en-US" sz="2800" spc="-650" dirty="0">
                <a:latin typeface="Arial MT"/>
                <a:cs typeface="Arial MT"/>
              </a:rPr>
              <a:t> </a:t>
            </a:r>
            <a:r>
              <a:rPr lang="en-US" sz="2800" spc="-5" dirty="0">
                <a:latin typeface="Arial MT"/>
                <a:cs typeface="Arial MT"/>
              </a:rPr>
              <a:t>swim</a:t>
            </a:r>
            <a:r>
              <a:rPr lang="en-US" sz="2800" spc="-10" dirty="0">
                <a:latin typeface="Arial MT"/>
                <a:cs typeface="Arial MT"/>
              </a:rPr>
              <a:t> </a:t>
            </a:r>
            <a:r>
              <a:rPr lang="en-US" sz="2800" dirty="0">
                <a:latin typeface="Arial MT"/>
                <a:cs typeface="Arial MT"/>
              </a:rPr>
              <a:t>to</a:t>
            </a:r>
            <a:r>
              <a:rPr lang="en-US" sz="2800" spc="-10" dirty="0">
                <a:latin typeface="Arial MT"/>
                <a:cs typeface="Arial MT"/>
              </a:rPr>
              <a:t> </a:t>
            </a:r>
            <a:r>
              <a:rPr lang="en-US" sz="2800" spc="-5" dirty="0">
                <a:latin typeface="Arial MT"/>
                <a:cs typeface="Arial MT"/>
              </a:rPr>
              <a:t>the</a:t>
            </a:r>
            <a:r>
              <a:rPr lang="en-US" sz="2800" dirty="0">
                <a:latin typeface="Arial MT"/>
                <a:cs typeface="Arial MT"/>
              </a:rPr>
              <a:t> </a:t>
            </a:r>
            <a:r>
              <a:rPr lang="en-US" sz="2800" spc="-5" dirty="0">
                <a:latin typeface="Arial MT"/>
                <a:cs typeface="Arial MT"/>
              </a:rPr>
              <a:t>island.</a:t>
            </a:r>
            <a:endParaRPr lang="en-US" sz="2800" dirty="0">
              <a:latin typeface="Arial MT"/>
              <a:cs typeface="Arial MT"/>
            </a:endParaRPr>
          </a:p>
          <a:p>
            <a:pPr marL="365760" indent="-353695">
              <a:lnSpc>
                <a:spcPct val="100000"/>
              </a:lnSpc>
              <a:spcBef>
                <a:spcPts val="575"/>
              </a:spcBef>
              <a:buFont typeface="Arial"/>
              <a:buAutoNum type="alphaLcPeriod"/>
              <a:tabLst>
                <a:tab pos="366395" algn="l"/>
              </a:tabLst>
            </a:pPr>
            <a:r>
              <a:rPr lang="en-US" sz="2800" dirty="0">
                <a:latin typeface="Arial MT"/>
                <a:cs typeface="Arial MT"/>
              </a:rPr>
              <a:t>If</a:t>
            </a:r>
            <a:r>
              <a:rPr lang="en-US" sz="2800" spc="-20" dirty="0">
                <a:latin typeface="Arial MT"/>
                <a:cs typeface="Arial MT"/>
              </a:rPr>
              <a:t> </a:t>
            </a:r>
            <a:r>
              <a:rPr lang="en-US" sz="2800" spc="-5" dirty="0">
                <a:latin typeface="Arial MT"/>
                <a:cs typeface="Arial MT"/>
              </a:rPr>
              <a:t>today</a:t>
            </a:r>
            <a:r>
              <a:rPr lang="en-US" sz="2800" spc="5" dirty="0">
                <a:latin typeface="Arial MT"/>
                <a:cs typeface="Arial MT"/>
              </a:rPr>
              <a:t> </a:t>
            </a:r>
            <a:r>
              <a:rPr lang="en-US" sz="2800" spc="-5" dirty="0">
                <a:latin typeface="Arial MT"/>
                <a:cs typeface="Arial MT"/>
              </a:rPr>
              <a:t>is</a:t>
            </a:r>
            <a:r>
              <a:rPr lang="en-US" sz="2800" spc="5" dirty="0">
                <a:latin typeface="Arial MT"/>
                <a:cs typeface="Arial MT"/>
              </a:rPr>
              <a:t> </a:t>
            </a:r>
            <a:r>
              <a:rPr lang="en-US" sz="2800" spc="-5" dirty="0">
                <a:latin typeface="Arial MT"/>
                <a:cs typeface="Arial MT"/>
              </a:rPr>
              <a:t>Easter,</a:t>
            </a:r>
            <a:r>
              <a:rPr lang="en-US" sz="2800" spc="-20" dirty="0">
                <a:latin typeface="Arial MT"/>
                <a:cs typeface="Arial MT"/>
              </a:rPr>
              <a:t> </a:t>
            </a:r>
            <a:r>
              <a:rPr lang="en-US" sz="2800" spc="-5" dirty="0">
                <a:latin typeface="Arial MT"/>
                <a:cs typeface="Arial MT"/>
              </a:rPr>
              <a:t>then</a:t>
            </a:r>
            <a:r>
              <a:rPr lang="en-US" sz="2800" dirty="0">
                <a:latin typeface="Arial MT"/>
                <a:cs typeface="Arial MT"/>
              </a:rPr>
              <a:t> </a:t>
            </a:r>
            <a:r>
              <a:rPr lang="en-US" sz="2800" spc="-5" dirty="0">
                <a:latin typeface="Arial MT"/>
                <a:cs typeface="Arial MT"/>
              </a:rPr>
              <a:t>tomorrow</a:t>
            </a:r>
            <a:r>
              <a:rPr lang="en-US" sz="2800" dirty="0">
                <a:latin typeface="Arial MT"/>
                <a:cs typeface="Arial MT"/>
              </a:rPr>
              <a:t> </a:t>
            </a:r>
            <a:r>
              <a:rPr lang="en-US" sz="2800" spc="-5" dirty="0">
                <a:latin typeface="Arial MT"/>
                <a:cs typeface="Arial MT"/>
              </a:rPr>
              <a:t>is</a:t>
            </a:r>
            <a:r>
              <a:rPr lang="en-US" sz="2800" dirty="0">
                <a:latin typeface="Arial MT"/>
                <a:cs typeface="Arial MT"/>
              </a:rPr>
              <a:t> </a:t>
            </a:r>
            <a:r>
              <a:rPr lang="en-US" sz="2800" spc="-5" dirty="0">
                <a:latin typeface="Arial MT"/>
                <a:cs typeface="Arial MT"/>
              </a:rPr>
              <a:t>Monday.</a:t>
            </a:r>
          </a:p>
          <a:p>
            <a:pPr marL="12700">
              <a:lnSpc>
                <a:spcPct val="100000"/>
              </a:lnSpc>
              <a:spcBef>
                <a:spcPts val="5"/>
              </a:spcBef>
            </a:pPr>
            <a:r>
              <a:rPr lang="en-US" sz="2800" spc="-5" dirty="0">
                <a:solidFill>
                  <a:srgbClr val="00ADEE"/>
                </a:solidFill>
                <a:latin typeface="Arial MT"/>
                <a:cs typeface="Arial MT"/>
              </a:rPr>
              <a:t>Solution:</a:t>
            </a:r>
            <a:endParaRPr lang="en-US" sz="2800" dirty="0">
              <a:latin typeface="Arial MT"/>
              <a:cs typeface="Arial MT"/>
            </a:endParaRPr>
          </a:p>
          <a:p>
            <a:pPr marL="527050" marR="649605" indent="-514350">
              <a:lnSpc>
                <a:spcPct val="100000"/>
              </a:lnSpc>
              <a:buAutoNum type="alphaLcPeriod"/>
            </a:pPr>
            <a:r>
              <a:rPr lang="en-US" sz="2800" i="1" spc="-5" dirty="0">
                <a:latin typeface="Arial"/>
                <a:cs typeface="Arial"/>
              </a:rPr>
              <a:t>Converse</a:t>
            </a:r>
            <a:r>
              <a:rPr lang="en-US" sz="2800" spc="-5" dirty="0">
                <a:latin typeface="Arial MT"/>
                <a:cs typeface="Arial MT"/>
              </a:rPr>
              <a:t>:</a:t>
            </a:r>
            <a:r>
              <a:rPr lang="en-US" sz="2800" spc="20" dirty="0">
                <a:latin typeface="Arial MT"/>
                <a:cs typeface="Arial MT"/>
              </a:rPr>
              <a:t> </a:t>
            </a:r>
            <a:r>
              <a:rPr lang="en-US" sz="2800" dirty="0">
                <a:latin typeface="Arial MT"/>
                <a:cs typeface="Arial MT"/>
              </a:rPr>
              <a:t>If</a:t>
            </a:r>
            <a:r>
              <a:rPr lang="en-US" sz="2800" spc="-35" dirty="0">
                <a:latin typeface="Arial MT"/>
                <a:cs typeface="Arial MT"/>
              </a:rPr>
              <a:t> </a:t>
            </a:r>
            <a:r>
              <a:rPr lang="en-US" sz="2800" spc="-5" dirty="0">
                <a:latin typeface="Arial MT"/>
                <a:cs typeface="Arial MT"/>
              </a:rPr>
              <a:t>Howard</a:t>
            </a:r>
            <a:r>
              <a:rPr lang="en-US" sz="2800" spc="25" dirty="0">
                <a:latin typeface="Arial MT"/>
                <a:cs typeface="Arial MT"/>
              </a:rPr>
              <a:t> </a:t>
            </a:r>
            <a:r>
              <a:rPr lang="en-US" sz="2800" spc="-5" dirty="0">
                <a:latin typeface="Arial MT"/>
                <a:cs typeface="Arial MT"/>
              </a:rPr>
              <a:t>can swim</a:t>
            </a:r>
            <a:r>
              <a:rPr lang="en-US" sz="2800" spc="20" dirty="0">
                <a:latin typeface="Arial MT"/>
                <a:cs typeface="Arial MT"/>
              </a:rPr>
              <a:t> </a:t>
            </a:r>
            <a:r>
              <a:rPr lang="en-US" sz="2800" dirty="0">
                <a:latin typeface="Arial MT"/>
                <a:cs typeface="Arial MT"/>
              </a:rPr>
              <a:t>to</a:t>
            </a:r>
            <a:r>
              <a:rPr lang="en-US" sz="2800" spc="-15" dirty="0">
                <a:latin typeface="Arial MT"/>
                <a:cs typeface="Arial MT"/>
              </a:rPr>
              <a:t> </a:t>
            </a:r>
            <a:r>
              <a:rPr lang="en-US" sz="2800" spc="-5" dirty="0">
                <a:latin typeface="Arial MT"/>
                <a:cs typeface="Arial MT"/>
              </a:rPr>
              <a:t>the</a:t>
            </a:r>
            <a:r>
              <a:rPr lang="en-US" sz="2800" spc="-10" dirty="0">
                <a:latin typeface="Arial MT"/>
                <a:cs typeface="Arial MT"/>
              </a:rPr>
              <a:t> </a:t>
            </a:r>
            <a:r>
              <a:rPr lang="en-US" sz="2800" spc="-5" dirty="0">
                <a:latin typeface="Arial MT"/>
                <a:cs typeface="Arial MT"/>
              </a:rPr>
              <a:t>island,</a:t>
            </a:r>
            <a:r>
              <a:rPr lang="en-US" sz="2800" spc="15" dirty="0">
                <a:latin typeface="Arial MT"/>
                <a:cs typeface="Arial MT"/>
              </a:rPr>
              <a:t> </a:t>
            </a:r>
            <a:r>
              <a:rPr lang="en-US" sz="2800" spc="-5" dirty="0">
                <a:latin typeface="Arial MT"/>
                <a:cs typeface="Arial MT"/>
              </a:rPr>
              <a:t>then </a:t>
            </a:r>
            <a:r>
              <a:rPr lang="en-US" sz="2800" spc="-650" dirty="0">
                <a:latin typeface="Arial MT"/>
                <a:cs typeface="Arial MT"/>
              </a:rPr>
              <a:t> </a:t>
            </a:r>
            <a:r>
              <a:rPr lang="en-US" sz="2800" spc="-5" dirty="0">
                <a:latin typeface="Arial MT"/>
                <a:cs typeface="Arial MT"/>
              </a:rPr>
              <a:t>Howard</a:t>
            </a:r>
            <a:r>
              <a:rPr lang="en-US" sz="2800" spc="5" dirty="0">
                <a:latin typeface="Arial MT"/>
                <a:cs typeface="Arial MT"/>
              </a:rPr>
              <a:t> </a:t>
            </a:r>
            <a:r>
              <a:rPr lang="en-US" sz="2800" spc="-5" dirty="0">
                <a:latin typeface="Arial MT"/>
                <a:cs typeface="Arial MT"/>
              </a:rPr>
              <a:t>can</a:t>
            </a:r>
            <a:r>
              <a:rPr lang="en-US" sz="2800" spc="5" dirty="0">
                <a:latin typeface="Arial MT"/>
                <a:cs typeface="Arial MT"/>
              </a:rPr>
              <a:t> </a:t>
            </a:r>
            <a:r>
              <a:rPr lang="en-US" sz="2800" spc="-5" dirty="0">
                <a:latin typeface="Arial MT"/>
                <a:cs typeface="Arial MT"/>
              </a:rPr>
              <a:t>swim</a:t>
            </a:r>
            <a:r>
              <a:rPr lang="en-US" sz="2800" spc="10" dirty="0">
                <a:latin typeface="Arial MT"/>
                <a:cs typeface="Arial MT"/>
              </a:rPr>
              <a:t> </a:t>
            </a:r>
            <a:r>
              <a:rPr lang="en-US" sz="2800" spc="-5" dirty="0">
                <a:latin typeface="Arial MT"/>
                <a:cs typeface="Arial MT"/>
              </a:rPr>
              <a:t>across</a:t>
            </a:r>
            <a:r>
              <a:rPr lang="en-US" sz="2800" dirty="0">
                <a:latin typeface="Arial MT"/>
                <a:cs typeface="Arial MT"/>
              </a:rPr>
              <a:t> </a:t>
            </a:r>
            <a:r>
              <a:rPr lang="en-US" sz="2800" spc="-5" dirty="0">
                <a:latin typeface="Arial MT"/>
                <a:cs typeface="Arial MT"/>
              </a:rPr>
              <a:t>the</a:t>
            </a:r>
            <a:r>
              <a:rPr lang="en-US" sz="2800" spc="-15" dirty="0">
                <a:latin typeface="Arial MT"/>
                <a:cs typeface="Arial MT"/>
              </a:rPr>
              <a:t> </a:t>
            </a:r>
            <a:r>
              <a:rPr lang="en-US" sz="2800" spc="-5" dirty="0">
                <a:latin typeface="Arial MT"/>
                <a:cs typeface="Arial MT"/>
              </a:rPr>
              <a:t>lake.</a:t>
            </a:r>
          </a:p>
          <a:p>
            <a:pPr marL="527050" marR="649605" indent="-514350">
              <a:lnSpc>
                <a:spcPct val="100000"/>
              </a:lnSpc>
              <a:buAutoNum type="alphaLcPeriod"/>
            </a:pPr>
            <a:endParaRPr lang="en-US" sz="2800" dirty="0">
              <a:latin typeface="Arial MT"/>
              <a:cs typeface="Arial MT"/>
            </a:endParaRPr>
          </a:p>
          <a:p>
            <a:pPr marL="12065" indent="0">
              <a:lnSpc>
                <a:spcPct val="100000"/>
              </a:lnSpc>
              <a:spcBef>
                <a:spcPts val="575"/>
              </a:spcBef>
              <a:buNone/>
              <a:tabLst>
                <a:tab pos="366395" algn="l"/>
              </a:tabLst>
            </a:pPr>
            <a:endParaRPr lang="en-US" sz="2800" dirty="0">
              <a:latin typeface="Arial MT"/>
              <a:cs typeface="Arial MT"/>
            </a:endParaRPr>
          </a:p>
          <a:p>
            <a:endParaRPr lang="en-US" dirty="0"/>
          </a:p>
        </p:txBody>
      </p:sp>
      <p:sp>
        <p:nvSpPr>
          <p:cNvPr id="4" name="object 5">
            <a:extLst>
              <a:ext uri="{FF2B5EF4-FFF2-40B4-BE49-F238E27FC236}">
                <a16:creationId xmlns:a16="http://schemas.microsoft.com/office/drawing/2014/main" id="{1F52D055-DFCF-4955-F4D8-19FA3A912DA5}"/>
              </a:ext>
            </a:extLst>
          </p:cNvPr>
          <p:cNvSpPr txBox="1"/>
          <p:nvPr/>
        </p:nvSpPr>
        <p:spPr>
          <a:xfrm>
            <a:off x="2835657" y="5220593"/>
            <a:ext cx="6006465" cy="756920"/>
          </a:xfrm>
          <a:prstGeom prst="rect">
            <a:avLst/>
          </a:prstGeom>
        </p:spPr>
        <p:txBody>
          <a:bodyPr vert="horz" wrap="square" lIns="0" tIns="12700" rIns="0" bIns="0" rtlCol="0">
            <a:spAutoFit/>
          </a:bodyPr>
          <a:lstStyle/>
          <a:p>
            <a:pPr marL="21590" marR="5080" indent="-9525">
              <a:lnSpc>
                <a:spcPct val="100000"/>
              </a:lnSpc>
              <a:spcBef>
                <a:spcPts val="100"/>
              </a:spcBef>
            </a:pPr>
            <a:r>
              <a:rPr sz="2400" dirty="0">
                <a:latin typeface="Arial MT"/>
                <a:cs typeface="Arial MT"/>
              </a:rPr>
              <a:t>If</a:t>
            </a:r>
            <a:r>
              <a:rPr sz="2400" spc="-35" dirty="0">
                <a:latin typeface="Arial MT"/>
                <a:cs typeface="Arial MT"/>
              </a:rPr>
              <a:t> </a:t>
            </a:r>
            <a:r>
              <a:rPr sz="2400" spc="-5" dirty="0">
                <a:latin typeface="Arial MT"/>
                <a:cs typeface="Arial MT"/>
              </a:rPr>
              <a:t>Howard</a:t>
            </a:r>
            <a:r>
              <a:rPr sz="2400" spc="20" dirty="0">
                <a:latin typeface="Arial MT"/>
                <a:cs typeface="Arial MT"/>
              </a:rPr>
              <a:t> </a:t>
            </a:r>
            <a:r>
              <a:rPr sz="2400" spc="-5" dirty="0">
                <a:latin typeface="Arial MT"/>
                <a:cs typeface="Arial MT"/>
              </a:rPr>
              <a:t>cannot</a:t>
            </a:r>
            <a:r>
              <a:rPr sz="2400" spc="5" dirty="0">
                <a:latin typeface="Arial MT"/>
                <a:cs typeface="Arial MT"/>
              </a:rPr>
              <a:t> </a:t>
            </a:r>
            <a:r>
              <a:rPr sz="2400" spc="-5" dirty="0">
                <a:latin typeface="Arial MT"/>
                <a:cs typeface="Arial MT"/>
              </a:rPr>
              <a:t>swim</a:t>
            </a:r>
            <a:r>
              <a:rPr sz="2400" spc="20" dirty="0">
                <a:latin typeface="Arial MT"/>
                <a:cs typeface="Arial MT"/>
              </a:rPr>
              <a:t> </a:t>
            </a:r>
            <a:r>
              <a:rPr sz="2400" spc="-5" dirty="0">
                <a:latin typeface="Arial MT"/>
                <a:cs typeface="Arial MT"/>
              </a:rPr>
              <a:t>across</a:t>
            </a:r>
            <a:r>
              <a:rPr sz="2400" spc="-15" dirty="0">
                <a:latin typeface="Arial MT"/>
                <a:cs typeface="Arial MT"/>
              </a:rPr>
              <a:t> </a:t>
            </a:r>
            <a:r>
              <a:rPr sz="2400" spc="-5" dirty="0">
                <a:latin typeface="Arial MT"/>
                <a:cs typeface="Arial MT"/>
              </a:rPr>
              <a:t>the lake,</a:t>
            </a:r>
            <a:r>
              <a:rPr sz="2400" spc="10" dirty="0">
                <a:latin typeface="Arial MT"/>
                <a:cs typeface="Arial MT"/>
              </a:rPr>
              <a:t> </a:t>
            </a:r>
            <a:r>
              <a:rPr sz="2400" spc="-5" dirty="0">
                <a:latin typeface="Arial MT"/>
                <a:cs typeface="Arial MT"/>
              </a:rPr>
              <a:t>then </a:t>
            </a:r>
            <a:r>
              <a:rPr sz="2400" spc="-655" dirty="0">
                <a:latin typeface="Arial MT"/>
                <a:cs typeface="Arial MT"/>
              </a:rPr>
              <a:t> </a:t>
            </a:r>
            <a:r>
              <a:rPr sz="2400" spc="-5" dirty="0">
                <a:latin typeface="Arial MT"/>
                <a:cs typeface="Arial MT"/>
              </a:rPr>
              <a:t>Howard</a:t>
            </a:r>
            <a:r>
              <a:rPr sz="2400" spc="5" dirty="0">
                <a:latin typeface="Arial MT"/>
                <a:cs typeface="Arial MT"/>
              </a:rPr>
              <a:t> </a:t>
            </a:r>
            <a:r>
              <a:rPr sz="2400" spc="-5" dirty="0">
                <a:latin typeface="Arial MT"/>
                <a:cs typeface="Arial MT"/>
              </a:rPr>
              <a:t>cannot</a:t>
            </a:r>
            <a:r>
              <a:rPr sz="2400" spc="15" dirty="0">
                <a:latin typeface="Arial MT"/>
                <a:cs typeface="Arial MT"/>
              </a:rPr>
              <a:t> </a:t>
            </a:r>
            <a:r>
              <a:rPr sz="2400" spc="-5" dirty="0">
                <a:latin typeface="Arial MT"/>
                <a:cs typeface="Arial MT"/>
              </a:rPr>
              <a:t>swim</a:t>
            </a:r>
            <a:r>
              <a:rPr sz="2400" spc="10" dirty="0">
                <a:latin typeface="Arial MT"/>
                <a:cs typeface="Arial MT"/>
              </a:rPr>
              <a:t> </a:t>
            </a:r>
            <a:r>
              <a:rPr sz="2400" dirty="0">
                <a:latin typeface="Arial MT"/>
                <a:cs typeface="Arial MT"/>
              </a:rPr>
              <a:t>to</a:t>
            </a:r>
            <a:r>
              <a:rPr sz="2400" spc="-15" dirty="0">
                <a:latin typeface="Arial MT"/>
                <a:cs typeface="Arial MT"/>
              </a:rPr>
              <a:t> </a:t>
            </a:r>
            <a:r>
              <a:rPr sz="2400" spc="-5" dirty="0">
                <a:latin typeface="Arial MT"/>
                <a:cs typeface="Arial MT"/>
              </a:rPr>
              <a:t>the</a:t>
            </a:r>
            <a:r>
              <a:rPr sz="2400" spc="-10" dirty="0">
                <a:latin typeface="Arial MT"/>
                <a:cs typeface="Arial MT"/>
              </a:rPr>
              <a:t> </a:t>
            </a:r>
            <a:r>
              <a:rPr sz="2400" spc="-5" dirty="0">
                <a:latin typeface="Arial MT"/>
                <a:cs typeface="Arial MT"/>
              </a:rPr>
              <a:t>island.</a:t>
            </a:r>
            <a:endParaRPr sz="2400" dirty="0">
              <a:latin typeface="Arial MT"/>
              <a:cs typeface="Arial MT"/>
            </a:endParaRPr>
          </a:p>
        </p:txBody>
      </p:sp>
      <p:sp>
        <p:nvSpPr>
          <p:cNvPr id="5" name="object 4">
            <a:extLst>
              <a:ext uri="{FF2B5EF4-FFF2-40B4-BE49-F238E27FC236}">
                <a16:creationId xmlns:a16="http://schemas.microsoft.com/office/drawing/2014/main" id="{93D34969-A8D6-B3AD-91C5-1EEB04F24ACA}"/>
              </a:ext>
            </a:extLst>
          </p:cNvPr>
          <p:cNvSpPr txBox="1"/>
          <p:nvPr/>
        </p:nvSpPr>
        <p:spPr>
          <a:xfrm>
            <a:off x="1575997" y="5294317"/>
            <a:ext cx="1109980" cy="391160"/>
          </a:xfrm>
          <a:prstGeom prst="rect">
            <a:avLst/>
          </a:prstGeom>
        </p:spPr>
        <p:txBody>
          <a:bodyPr vert="horz" wrap="square" lIns="0" tIns="12700" rIns="0" bIns="0" rtlCol="0">
            <a:spAutoFit/>
          </a:bodyPr>
          <a:lstStyle/>
          <a:p>
            <a:pPr marL="12700">
              <a:lnSpc>
                <a:spcPct val="100000"/>
              </a:lnSpc>
              <a:spcBef>
                <a:spcPts val="100"/>
              </a:spcBef>
            </a:pPr>
            <a:r>
              <a:rPr sz="2400" i="1" spc="-5" dirty="0">
                <a:latin typeface="Arial"/>
                <a:cs typeface="Arial"/>
              </a:rPr>
              <a:t>Inverse</a:t>
            </a:r>
            <a:r>
              <a:rPr sz="2400" spc="-5" dirty="0">
                <a:latin typeface="Arial MT"/>
                <a:cs typeface="Arial MT"/>
              </a:rPr>
              <a:t>:</a:t>
            </a:r>
            <a:endParaRPr sz="2400" dirty="0">
              <a:latin typeface="Arial MT"/>
              <a:cs typeface="Arial MT"/>
            </a:endParaRPr>
          </a:p>
        </p:txBody>
      </p:sp>
      <p:sp>
        <p:nvSpPr>
          <p:cNvPr id="6" name="object 4">
            <a:extLst>
              <a:ext uri="{FF2B5EF4-FFF2-40B4-BE49-F238E27FC236}">
                <a16:creationId xmlns:a16="http://schemas.microsoft.com/office/drawing/2014/main" id="{F9D1F10E-29F8-21FD-2129-BC7749AABD4D}"/>
              </a:ext>
            </a:extLst>
          </p:cNvPr>
          <p:cNvSpPr txBox="1"/>
          <p:nvPr/>
        </p:nvSpPr>
        <p:spPr>
          <a:xfrm>
            <a:off x="2685977" y="5939051"/>
            <a:ext cx="8775253" cy="902170"/>
          </a:xfrm>
          <a:prstGeom prst="rect">
            <a:avLst/>
          </a:prstGeom>
        </p:spPr>
        <p:txBody>
          <a:bodyPr vert="horz" wrap="square" lIns="0" tIns="85725" rIns="0" bIns="0" rtlCol="0">
            <a:spAutoFit/>
          </a:bodyPr>
          <a:lstStyle/>
          <a:p>
            <a:pPr marL="12700">
              <a:lnSpc>
                <a:spcPct val="100000"/>
              </a:lnSpc>
              <a:spcBef>
                <a:spcPts val="675"/>
              </a:spcBef>
            </a:pPr>
            <a:r>
              <a:rPr sz="2400" dirty="0">
                <a:latin typeface="Arial MT"/>
                <a:cs typeface="Arial MT"/>
              </a:rPr>
              <a:t>If</a:t>
            </a:r>
            <a:r>
              <a:rPr sz="2400" spc="-35" dirty="0">
                <a:latin typeface="Arial MT"/>
                <a:cs typeface="Arial MT"/>
              </a:rPr>
              <a:t> </a:t>
            </a:r>
            <a:r>
              <a:rPr sz="2400" spc="-5" dirty="0">
                <a:latin typeface="Arial MT"/>
                <a:cs typeface="Arial MT"/>
              </a:rPr>
              <a:t>tomorrow</a:t>
            </a:r>
            <a:r>
              <a:rPr sz="2400" dirty="0">
                <a:latin typeface="Arial MT"/>
                <a:cs typeface="Arial MT"/>
              </a:rPr>
              <a:t> </a:t>
            </a:r>
            <a:r>
              <a:rPr sz="2400" spc="-5" dirty="0">
                <a:latin typeface="Arial MT"/>
                <a:cs typeface="Arial MT"/>
              </a:rPr>
              <a:t>is</a:t>
            </a:r>
            <a:r>
              <a:rPr sz="2400" dirty="0">
                <a:latin typeface="Arial MT"/>
                <a:cs typeface="Arial MT"/>
              </a:rPr>
              <a:t> </a:t>
            </a:r>
            <a:r>
              <a:rPr sz="2400" spc="-5" dirty="0">
                <a:latin typeface="Arial MT"/>
                <a:cs typeface="Arial MT"/>
              </a:rPr>
              <a:t>Monday,</a:t>
            </a:r>
            <a:r>
              <a:rPr sz="2400" spc="10" dirty="0">
                <a:latin typeface="Arial MT"/>
                <a:cs typeface="Arial MT"/>
              </a:rPr>
              <a:t> </a:t>
            </a:r>
            <a:r>
              <a:rPr sz="2400" spc="-5" dirty="0">
                <a:latin typeface="Arial MT"/>
                <a:cs typeface="Arial MT"/>
              </a:rPr>
              <a:t>then</a:t>
            </a:r>
            <a:r>
              <a:rPr sz="2400" spc="-10" dirty="0">
                <a:latin typeface="Arial MT"/>
                <a:cs typeface="Arial MT"/>
              </a:rPr>
              <a:t> </a:t>
            </a:r>
            <a:r>
              <a:rPr sz="2400" spc="-5" dirty="0">
                <a:latin typeface="Arial MT"/>
                <a:cs typeface="Arial MT"/>
              </a:rPr>
              <a:t>today</a:t>
            </a:r>
            <a:r>
              <a:rPr sz="2400" dirty="0">
                <a:latin typeface="Arial MT"/>
                <a:cs typeface="Arial MT"/>
              </a:rPr>
              <a:t> </a:t>
            </a:r>
            <a:r>
              <a:rPr sz="2400" spc="-5" dirty="0">
                <a:latin typeface="Arial MT"/>
                <a:cs typeface="Arial MT"/>
              </a:rPr>
              <a:t>is</a:t>
            </a:r>
            <a:r>
              <a:rPr sz="2400" spc="5" dirty="0">
                <a:latin typeface="Arial MT"/>
                <a:cs typeface="Arial MT"/>
              </a:rPr>
              <a:t> </a:t>
            </a:r>
            <a:r>
              <a:rPr sz="2400" spc="-5" dirty="0">
                <a:latin typeface="Arial MT"/>
                <a:cs typeface="Arial MT"/>
              </a:rPr>
              <a:t>Easter.</a:t>
            </a:r>
            <a:endParaRPr sz="2400" dirty="0">
              <a:latin typeface="Arial MT"/>
              <a:cs typeface="Arial MT"/>
            </a:endParaRPr>
          </a:p>
          <a:p>
            <a:pPr marL="35560" marR="231775" indent="-9525">
              <a:lnSpc>
                <a:spcPct val="100000"/>
              </a:lnSpc>
              <a:spcBef>
                <a:spcPts val="575"/>
              </a:spcBef>
            </a:pPr>
            <a:r>
              <a:rPr sz="2400" dirty="0">
                <a:latin typeface="Arial MT"/>
                <a:cs typeface="Arial MT"/>
              </a:rPr>
              <a:t>If </a:t>
            </a:r>
            <a:r>
              <a:rPr sz="2400" spc="-5" dirty="0">
                <a:latin typeface="Arial MT"/>
                <a:cs typeface="Arial MT"/>
              </a:rPr>
              <a:t>today is not Easter, then tomorrow is not </a:t>
            </a:r>
            <a:r>
              <a:rPr sz="2400" spc="-655" dirty="0">
                <a:latin typeface="Arial MT"/>
                <a:cs typeface="Arial MT"/>
              </a:rPr>
              <a:t> </a:t>
            </a:r>
            <a:r>
              <a:rPr sz="2400" spc="-5" dirty="0">
                <a:latin typeface="Arial MT"/>
                <a:cs typeface="Arial MT"/>
              </a:rPr>
              <a:t>Monday.</a:t>
            </a:r>
            <a:endParaRPr sz="2400" dirty="0">
              <a:latin typeface="Arial MT"/>
              <a:cs typeface="Arial MT"/>
            </a:endParaRPr>
          </a:p>
        </p:txBody>
      </p:sp>
      <p:sp>
        <p:nvSpPr>
          <p:cNvPr id="7" name="object 3">
            <a:extLst>
              <a:ext uri="{FF2B5EF4-FFF2-40B4-BE49-F238E27FC236}">
                <a16:creationId xmlns:a16="http://schemas.microsoft.com/office/drawing/2014/main" id="{8EE8052A-1C1A-D3EE-5946-2CE3514E3FB7}"/>
              </a:ext>
            </a:extLst>
          </p:cNvPr>
          <p:cNvSpPr txBox="1"/>
          <p:nvPr/>
        </p:nvSpPr>
        <p:spPr>
          <a:xfrm>
            <a:off x="838200" y="5937616"/>
            <a:ext cx="1767205" cy="903605"/>
          </a:xfrm>
          <a:prstGeom prst="rect">
            <a:avLst/>
          </a:prstGeom>
        </p:spPr>
        <p:txBody>
          <a:bodyPr vert="horz" wrap="square" lIns="0" tIns="12700" rIns="0" bIns="0" rtlCol="0">
            <a:spAutoFit/>
          </a:bodyPr>
          <a:lstStyle/>
          <a:p>
            <a:pPr marL="433070" marR="5080" indent="-421005">
              <a:lnSpc>
                <a:spcPct val="120000"/>
              </a:lnSpc>
              <a:spcBef>
                <a:spcPts val="100"/>
              </a:spcBef>
            </a:pPr>
            <a:r>
              <a:rPr sz="2400" b="1" spc="-5" dirty="0">
                <a:latin typeface="Arial"/>
                <a:cs typeface="Arial"/>
              </a:rPr>
              <a:t>b</a:t>
            </a:r>
            <a:r>
              <a:rPr sz="2400" i="1" spc="-5" dirty="0">
                <a:latin typeface="Arial"/>
                <a:cs typeface="Arial"/>
              </a:rPr>
              <a:t>.</a:t>
            </a:r>
            <a:r>
              <a:rPr sz="2400" i="1" spc="-90" dirty="0">
                <a:latin typeface="Arial"/>
                <a:cs typeface="Arial"/>
              </a:rPr>
              <a:t> </a:t>
            </a:r>
            <a:r>
              <a:rPr sz="2400" i="1" spc="-5" dirty="0">
                <a:latin typeface="Arial"/>
                <a:cs typeface="Arial"/>
              </a:rPr>
              <a:t>Converse</a:t>
            </a:r>
            <a:r>
              <a:rPr sz="2400" spc="-5" dirty="0">
                <a:latin typeface="Arial MT"/>
                <a:cs typeface="Arial MT"/>
              </a:rPr>
              <a:t>: </a:t>
            </a:r>
            <a:r>
              <a:rPr sz="2400" spc="-650" dirty="0">
                <a:latin typeface="Arial MT"/>
                <a:cs typeface="Arial MT"/>
              </a:rPr>
              <a:t> </a:t>
            </a:r>
            <a:r>
              <a:rPr sz="2400" i="1" spc="-5" dirty="0">
                <a:latin typeface="Arial"/>
                <a:cs typeface="Arial"/>
              </a:rPr>
              <a:t>Inverse</a:t>
            </a:r>
            <a:r>
              <a:rPr sz="2400" spc="-5" dirty="0">
                <a:latin typeface="Arial MT"/>
                <a:cs typeface="Arial MT"/>
              </a:rPr>
              <a:t>:</a:t>
            </a:r>
            <a:endParaRPr sz="2400" dirty="0">
              <a:latin typeface="Arial MT"/>
              <a:cs typeface="Arial MT"/>
            </a:endParaRPr>
          </a:p>
        </p:txBody>
      </p:sp>
    </p:spTree>
    <p:extLst>
      <p:ext uri="{BB962C8B-B14F-4D97-AF65-F5344CB8AC3E}">
        <p14:creationId xmlns:p14="http://schemas.microsoft.com/office/powerpoint/2010/main" val="42875727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D2DE1-5AD1-BA8C-821F-DEA9F5C35D65}"/>
              </a:ext>
            </a:extLst>
          </p:cNvPr>
          <p:cNvSpPr>
            <a:spLocks noGrp="1"/>
          </p:cNvSpPr>
          <p:nvPr>
            <p:ph type="title"/>
          </p:nvPr>
        </p:nvSpPr>
        <p:spPr/>
        <p:txBody>
          <a:bodyPr/>
          <a:lstStyle/>
          <a:p>
            <a:r>
              <a:rPr lang="en-US" dirty="0"/>
              <a:t>Valid and Invalid Arguments</a:t>
            </a:r>
          </a:p>
        </p:txBody>
      </p:sp>
      <p:sp>
        <p:nvSpPr>
          <p:cNvPr id="3" name="Content Placeholder 2">
            <a:extLst>
              <a:ext uri="{FF2B5EF4-FFF2-40B4-BE49-F238E27FC236}">
                <a16:creationId xmlns:a16="http://schemas.microsoft.com/office/drawing/2014/main" id="{626339A2-AB16-0027-DA9F-356018CBF90C}"/>
              </a:ext>
            </a:extLst>
          </p:cNvPr>
          <p:cNvSpPr>
            <a:spLocks noGrp="1"/>
          </p:cNvSpPr>
          <p:nvPr>
            <p:ph idx="1"/>
          </p:nvPr>
        </p:nvSpPr>
        <p:spPr/>
        <p:txBody>
          <a:bodyPr/>
          <a:lstStyle/>
          <a:p>
            <a:r>
              <a:rPr lang="en-US" dirty="0"/>
              <a:t>A valid argument has a structure that ensures the truth of the conclusion if the premises are true.</a:t>
            </a:r>
          </a:p>
          <a:p>
            <a:r>
              <a:rPr lang="en-US" b="1" dirty="0"/>
              <a:t>Example of a Valid Argument:</a:t>
            </a:r>
            <a:endParaRPr lang="en-US" dirty="0"/>
          </a:p>
          <a:p>
            <a:pPr>
              <a:buFont typeface="+mj-lt"/>
              <a:buAutoNum type="arabicPeriod"/>
            </a:pPr>
            <a:r>
              <a:rPr lang="en-US" b="1" dirty="0"/>
              <a:t>Premise 1</a:t>
            </a:r>
            <a:r>
              <a:rPr lang="en-US" dirty="0"/>
              <a:t>: All humans are mortal.</a:t>
            </a:r>
          </a:p>
          <a:p>
            <a:pPr>
              <a:buFont typeface="+mj-lt"/>
              <a:buAutoNum type="arabicPeriod"/>
            </a:pPr>
            <a:r>
              <a:rPr lang="en-US" b="1" dirty="0"/>
              <a:t>Premise 2</a:t>
            </a:r>
            <a:r>
              <a:rPr lang="en-US" dirty="0"/>
              <a:t>: Ali is a human.</a:t>
            </a:r>
          </a:p>
          <a:p>
            <a:pPr>
              <a:buFont typeface="+mj-lt"/>
              <a:buAutoNum type="arabicPeriod"/>
            </a:pPr>
            <a:r>
              <a:rPr lang="en-US" b="1" dirty="0"/>
              <a:t>Conclusion</a:t>
            </a:r>
            <a:r>
              <a:rPr lang="en-US" dirty="0"/>
              <a:t>: Therefore, Ali is mortal.</a:t>
            </a:r>
          </a:p>
          <a:p>
            <a:pPr marL="0" indent="0">
              <a:buNone/>
            </a:pPr>
            <a:r>
              <a:rPr lang="en-US" dirty="0"/>
              <a:t>If both premises are true, then the conclusion must be true. There is no way for the premises to be true and the conclusion to be false, so this argument is valid.</a:t>
            </a:r>
          </a:p>
          <a:p>
            <a:endParaRPr lang="en-US" dirty="0"/>
          </a:p>
        </p:txBody>
      </p:sp>
    </p:spTree>
    <p:extLst>
      <p:ext uri="{BB962C8B-B14F-4D97-AF65-F5344CB8AC3E}">
        <p14:creationId xmlns:p14="http://schemas.microsoft.com/office/powerpoint/2010/main" val="9473932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343AB-A733-670C-A908-47F4B036934B}"/>
              </a:ext>
            </a:extLst>
          </p:cNvPr>
          <p:cNvSpPr>
            <a:spLocks noGrp="1"/>
          </p:cNvSpPr>
          <p:nvPr>
            <p:ph type="title"/>
          </p:nvPr>
        </p:nvSpPr>
        <p:spPr/>
        <p:txBody>
          <a:bodyPr/>
          <a:lstStyle/>
          <a:p>
            <a:r>
              <a:rPr lang="en-US" dirty="0"/>
              <a:t>Valid and Invalid Arguments</a:t>
            </a:r>
          </a:p>
        </p:txBody>
      </p:sp>
      <p:sp>
        <p:nvSpPr>
          <p:cNvPr id="3" name="Content Placeholder 2">
            <a:extLst>
              <a:ext uri="{FF2B5EF4-FFF2-40B4-BE49-F238E27FC236}">
                <a16:creationId xmlns:a16="http://schemas.microsoft.com/office/drawing/2014/main" id="{390A82F6-55D5-AB70-C469-8940D65F2381}"/>
              </a:ext>
            </a:extLst>
          </p:cNvPr>
          <p:cNvSpPr>
            <a:spLocks noGrp="1"/>
          </p:cNvSpPr>
          <p:nvPr>
            <p:ph idx="1"/>
          </p:nvPr>
        </p:nvSpPr>
        <p:spPr/>
        <p:txBody>
          <a:bodyPr/>
          <a:lstStyle/>
          <a:p>
            <a:r>
              <a:rPr lang="en-US" dirty="0"/>
              <a:t>An invalid argument has a structure that does not guarantee the truth of the conclusion, even if all the premises are true.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1" i="0" u="none" strike="noStrike" cap="none" normalizeH="0" baseline="0" dirty="0">
                <a:ln>
                  <a:noFill/>
                </a:ln>
                <a:solidFill>
                  <a:schemeClr val="tx1"/>
                </a:solidFill>
                <a:effectLst/>
                <a:latin typeface="Arial" panose="020B0604020202020204" pitchFamily="34" charset="0"/>
              </a:rPr>
              <a:t>Premise 1</a:t>
            </a:r>
            <a:r>
              <a:rPr kumimoji="0" lang="en-US" altLang="en-US" sz="2800" b="0" i="0" u="none" strike="noStrike" cap="none" normalizeH="0" baseline="0" dirty="0">
                <a:ln>
                  <a:noFill/>
                </a:ln>
                <a:solidFill>
                  <a:schemeClr val="tx1"/>
                </a:solidFill>
                <a:effectLst/>
                <a:latin typeface="Arial" panose="020B0604020202020204" pitchFamily="34" charset="0"/>
              </a:rPr>
              <a:t>: All cats are animals.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1" i="0" u="none" strike="noStrike" cap="none" normalizeH="0" baseline="0" dirty="0">
                <a:ln>
                  <a:noFill/>
                </a:ln>
                <a:solidFill>
                  <a:schemeClr val="tx1"/>
                </a:solidFill>
                <a:effectLst/>
                <a:latin typeface="Arial" panose="020B0604020202020204" pitchFamily="34" charset="0"/>
              </a:rPr>
              <a:t>Premise 2</a:t>
            </a:r>
            <a:r>
              <a:rPr kumimoji="0" lang="en-US" altLang="en-US" sz="2800" b="0" i="0" u="none" strike="noStrike" cap="none" normalizeH="0" baseline="0" dirty="0">
                <a:ln>
                  <a:noFill/>
                </a:ln>
                <a:solidFill>
                  <a:schemeClr val="tx1"/>
                </a:solidFill>
                <a:effectLst/>
                <a:latin typeface="Arial" panose="020B0604020202020204" pitchFamily="34" charset="0"/>
              </a:rPr>
              <a:t>: My dog is an animal.</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1" i="0" u="none" strike="noStrike" cap="none" normalizeH="0" baseline="0" dirty="0">
                <a:ln>
                  <a:noFill/>
                </a:ln>
                <a:solidFill>
                  <a:schemeClr val="tx1"/>
                </a:solidFill>
                <a:effectLst/>
                <a:latin typeface="Arial" panose="020B0604020202020204" pitchFamily="34" charset="0"/>
              </a:rPr>
              <a:t>Conclusion</a:t>
            </a:r>
            <a:r>
              <a:rPr kumimoji="0" lang="en-US" altLang="en-US" sz="2800" b="0" i="0" u="none" strike="noStrike" cap="none" normalizeH="0" baseline="0" dirty="0">
                <a:ln>
                  <a:noFill/>
                </a:ln>
                <a:solidFill>
                  <a:schemeClr val="tx1"/>
                </a:solidFill>
                <a:effectLst/>
                <a:latin typeface="Arial" panose="020B0604020202020204" pitchFamily="34" charset="0"/>
              </a:rPr>
              <a:t>: Therefore, my dog is a cat. </a:t>
            </a:r>
          </a:p>
          <a:p>
            <a:pPr marL="0" indent="0">
              <a:buNone/>
            </a:pPr>
            <a:r>
              <a:rPr lang="en-US" dirty="0"/>
              <a:t>Even though both premises are true, the conclusion does not logically follow. The argument incorrectly assumes that because my dog is an animal, it must also be a cat, which is not a valid inference. Therefore, this argument is invalid.</a:t>
            </a:r>
          </a:p>
          <a:p>
            <a:endParaRPr lang="en-US" dirty="0"/>
          </a:p>
        </p:txBody>
      </p:sp>
    </p:spTree>
    <p:extLst>
      <p:ext uri="{BB962C8B-B14F-4D97-AF65-F5344CB8AC3E}">
        <p14:creationId xmlns:p14="http://schemas.microsoft.com/office/powerpoint/2010/main" val="11762012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90029-1634-7499-020D-AD096F7B9216}"/>
              </a:ext>
            </a:extLst>
          </p:cNvPr>
          <p:cNvSpPr>
            <a:spLocks noGrp="1"/>
          </p:cNvSpPr>
          <p:nvPr>
            <p:ph type="title"/>
          </p:nvPr>
        </p:nvSpPr>
        <p:spPr/>
        <p:txBody>
          <a:bodyPr/>
          <a:lstStyle/>
          <a:p>
            <a:r>
              <a:rPr lang="en-US" dirty="0"/>
              <a:t>Valid and Invalid Arguments</a:t>
            </a:r>
          </a:p>
        </p:txBody>
      </p:sp>
      <p:sp>
        <p:nvSpPr>
          <p:cNvPr id="8" name="object 3">
            <a:extLst>
              <a:ext uri="{FF2B5EF4-FFF2-40B4-BE49-F238E27FC236}">
                <a16:creationId xmlns:a16="http://schemas.microsoft.com/office/drawing/2014/main" id="{19FC3BEE-F54C-8588-2511-7C7C4FC20FD1}"/>
              </a:ext>
            </a:extLst>
          </p:cNvPr>
          <p:cNvSpPr txBox="1"/>
          <p:nvPr/>
        </p:nvSpPr>
        <p:spPr>
          <a:xfrm>
            <a:off x="302383" y="1690688"/>
            <a:ext cx="11304598" cy="4077398"/>
          </a:xfrm>
          <a:prstGeom prst="rect">
            <a:avLst/>
          </a:prstGeom>
        </p:spPr>
        <p:txBody>
          <a:bodyPr vert="horz" wrap="square" lIns="0" tIns="85725" rIns="0" bIns="0" rtlCol="0">
            <a:spAutoFit/>
          </a:bodyPr>
          <a:lstStyle/>
          <a:p>
            <a:pPr marL="100330" algn="ctr">
              <a:lnSpc>
                <a:spcPct val="100000"/>
              </a:lnSpc>
              <a:spcBef>
                <a:spcPts val="675"/>
              </a:spcBef>
            </a:pPr>
            <a:r>
              <a:rPr sz="2400" b="1" dirty="0">
                <a:latin typeface="Arial"/>
                <a:cs typeface="Arial"/>
              </a:rPr>
              <a:t>Testing</a:t>
            </a:r>
            <a:r>
              <a:rPr sz="2400" b="1" spc="-60" dirty="0">
                <a:latin typeface="Arial"/>
                <a:cs typeface="Arial"/>
              </a:rPr>
              <a:t> </a:t>
            </a:r>
            <a:r>
              <a:rPr sz="2400" b="1" dirty="0">
                <a:latin typeface="Arial"/>
                <a:cs typeface="Arial"/>
              </a:rPr>
              <a:t>an</a:t>
            </a:r>
            <a:r>
              <a:rPr sz="2400" b="1" spc="-55" dirty="0">
                <a:latin typeface="Arial"/>
                <a:cs typeface="Arial"/>
              </a:rPr>
              <a:t> </a:t>
            </a:r>
            <a:r>
              <a:rPr sz="2400" b="1" dirty="0">
                <a:latin typeface="Arial"/>
                <a:cs typeface="Arial"/>
              </a:rPr>
              <a:t>Argument</a:t>
            </a:r>
            <a:r>
              <a:rPr sz="2400" b="1" spc="-35" dirty="0">
                <a:latin typeface="Arial"/>
                <a:cs typeface="Arial"/>
              </a:rPr>
              <a:t> </a:t>
            </a:r>
            <a:r>
              <a:rPr sz="2400" b="1" dirty="0">
                <a:latin typeface="Arial"/>
                <a:cs typeface="Arial"/>
              </a:rPr>
              <a:t>Form</a:t>
            </a:r>
            <a:r>
              <a:rPr sz="2400" b="1" spc="-50" dirty="0">
                <a:latin typeface="Arial"/>
                <a:cs typeface="Arial"/>
              </a:rPr>
              <a:t> </a:t>
            </a:r>
            <a:r>
              <a:rPr sz="2400" b="1" dirty="0">
                <a:latin typeface="Arial"/>
                <a:cs typeface="Arial"/>
              </a:rPr>
              <a:t>for</a:t>
            </a:r>
            <a:r>
              <a:rPr sz="2400" b="1" spc="-55" dirty="0">
                <a:latin typeface="Arial"/>
                <a:cs typeface="Arial"/>
              </a:rPr>
              <a:t> </a:t>
            </a:r>
            <a:r>
              <a:rPr sz="2400" b="1" spc="-10" dirty="0">
                <a:latin typeface="Arial"/>
                <a:cs typeface="Arial"/>
              </a:rPr>
              <a:t>Validity</a:t>
            </a:r>
            <a:endParaRPr sz="2400" dirty="0">
              <a:latin typeface="Arial"/>
              <a:cs typeface="Arial"/>
            </a:endParaRPr>
          </a:p>
          <a:p>
            <a:pPr marL="348615" marR="462915" indent="-336550">
              <a:lnSpc>
                <a:spcPct val="100000"/>
              </a:lnSpc>
              <a:spcBef>
                <a:spcPts val="575"/>
              </a:spcBef>
              <a:buFont typeface="Arial"/>
              <a:buAutoNum type="arabicPeriod"/>
              <a:tabLst>
                <a:tab pos="350520" algn="l"/>
              </a:tabLst>
            </a:pPr>
            <a:r>
              <a:rPr sz="2400" dirty="0">
                <a:latin typeface="Microsoft Sans Serif"/>
                <a:cs typeface="Microsoft Sans Serif"/>
              </a:rPr>
              <a:t>Identify</a:t>
            </a:r>
            <a:r>
              <a:rPr sz="2400" spc="-50" dirty="0">
                <a:latin typeface="Microsoft Sans Serif"/>
                <a:cs typeface="Microsoft Sans Serif"/>
              </a:rPr>
              <a:t> </a:t>
            </a:r>
            <a:r>
              <a:rPr sz="2400" dirty="0">
                <a:latin typeface="Microsoft Sans Serif"/>
                <a:cs typeface="Microsoft Sans Serif"/>
              </a:rPr>
              <a:t>the</a:t>
            </a:r>
            <a:r>
              <a:rPr sz="2400" spc="-45" dirty="0">
                <a:latin typeface="Microsoft Sans Serif"/>
                <a:cs typeface="Microsoft Sans Serif"/>
              </a:rPr>
              <a:t> </a:t>
            </a:r>
            <a:r>
              <a:rPr sz="2400" dirty="0">
                <a:latin typeface="Microsoft Sans Serif"/>
                <a:cs typeface="Microsoft Sans Serif"/>
              </a:rPr>
              <a:t>premises</a:t>
            </a:r>
            <a:r>
              <a:rPr sz="2400" spc="-25" dirty="0">
                <a:latin typeface="Microsoft Sans Serif"/>
                <a:cs typeface="Microsoft Sans Serif"/>
              </a:rPr>
              <a:t> </a:t>
            </a:r>
            <a:r>
              <a:rPr sz="2400" dirty="0">
                <a:latin typeface="Microsoft Sans Serif"/>
                <a:cs typeface="Microsoft Sans Serif"/>
              </a:rPr>
              <a:t>and</a:t>
            </a:r>
            <a:r>
              <a:rPr sz="2400" spc="-30" dirty="0">
                <a:latin typeface="Microsoft Sans Serif"/>
                <a:cs typeface="Microsoft Sans Serif"/>
              </a:rPr>
              <a:t> </a:t>
            </a:r>
            <a:r>
              <a:rPr sz="2400" dirty="0">
                <a:latin typeface="Microsoft Sans Serif"/>
                <a:cs typeface="Microsoft Sans Serif"/>
              </a:rPr>
              <a:t>conclusion</a:t>
            </a:r>
            <a:r>
              <a:rPr sz="2400" spc="-10" dirty="0">
                <a:latin typeface="Microsoft Sans Serif"/>
                <a:cs typeface="Microsoft Sans Serif"/>
              </a:rPr>
              <a:t> </a:t>
            </a:r>
            <a:r>
              <a:rPr sz="2400" dirty="0">
                <a:latin typeface="Microsoft Sans Serif"/>
                <a:cs typeface="Microsoft Sans Serif"/>
              </a:rPr>
              <a:t>of</a:t>
            </a:r>
            <a:r>
              <a:rPr sz="2400" spc="-50" dirty="0">
                <a:latin typeface="Microsoft Sans Serif"/>
                <a:cs typeface="Microsoft Sans Serif"/>
              </a:rPr>
              <a:t> </a:t>
            </a:r>
            <a:r>
              <a:rPr sz="2400" dirty="0">
                <a:latin typeface="Microsoft Sans Serif"/>
                <a:cs typeface="Microsoft Sans Serif"/>
              </a:rPr>
              <a:t>the</a:t>
            </a:r>
            <a:r>
              <a:rPr sz="2400" spc="-40" dirty="0">
                <a:latin typeface="Microsoft Sans Serif"/>
                <a:cs typeface="Microsoft Sans Serif"/>
              </a:rPr>
              <a:t> </a:t>
            </a:r>
            <a:r>
              <a:rPr sz="2400" spc="-10" dirty="0">
                <a:latin typeface="Microsoft Sans Serif"/>
                <a:cs typeface="Microsoft Sans Serif"/>
              </a:rPr>
              <a:t>argument form.</a:t>
            </a:r>
            <a:endParaRPr sz="2400" dirty="0">
              <a:latin typeface="Microsoft Sans Serif"/>
              <a:cs typeface="Microsoft Sans Serif"/>
            </a:endParaRPr>
          </a:p>
          <a:p>
            <a:pPr marL="348615" marR="6350" indent="-336550">
              <a:lnSpc>
                <a:spcPct val="100000"/>
              </a:lnSpc>
              <a:spcBef>
                <a:spcPts val="2305"/>
              </a:spcBef>
              <a:buFont typeface="Arial"/>
              <a:buAutoNum type="arabicPeriod"/>
              <a:tabLst>
                <a:tab pos="350520" algn="l"/>
              </a:tabLst>
            </a:pPr>
            <a:r>
              <a:rPr sz="2400" dirty="0">
                <a:latin typeface="Microsoft Sans Serif"/>
                <a:cs typeface="Microsoft Sans Serif"/>
              </a:rPr>
              <a:t>Construct</a:t>
            </a:r>
            <a:r>
              <a:rPr sz="2400" spc="-35" dirty="0">
                <a:latin typeface="Microsoft Sans Serif"/>
                <a:cs typeface="Microsoft Sans Serif"/>
              </a:rPr>
              <a:t> </a:t>
            </a:r>
            <a:r>
              <a:rPr sz="2400" dirty="0">
                <a:latin typeface="Microsoft Sans Serif"/>
                <a:cs typeface="Microsoft Sans Serif"/>
              </a:rPr>
              <a:t>a</a:t>
            </a:r>
            <a:r>
              <a:rPr sz="2400" spc="-30" dirty="0">
                <a:latin typeface="Microsoft Sans Serif"/>
                <a:cs typeface="Microsoft Sans Serif"/>
              </a:rPr>
              <a:t> </a:t>
            </a:r>
            <a:r>
              <a:rPr sz="2400" dirty="0">
                <a:latin typeface="Microsoft Sans Serif"/>
                <a:cs typeface="Microsoft Sans Serif"/>
              </a:rPr>
              <a:t>truth</a:t>
            </a:r>
            <a:r>
              <a:rPr sz="2400" spc="-55" dirty="0">
                <a:latin typeface="Microsoft Sans Serif"/>
                <a:cs typeface="Microsoft Sans Serif"/>
              </a:rPr>
              <a:t> </a:t>
            </a:r>
            <a:r>
              <a:rPr sz="2400" dirty="0">
                <a:latin typeface="Microsoft Sans Serif"/>
                <a:cs typeface="Microsoft Sans Serif"/>
              </a:rPr>
              <a:t>table</a:t>
            </a:r>
            <a:r>
              <a:rPr sz="2400" spc="-20" dirty="0">
                <a:latin typeface="Microsoft Sans Serif"/>
                <a:cs typeface="Microsoft Sans Serif"/>
              </a:rPr>
              <a:t> </a:t>
            </a:r>
            <a:r>
              <a:rPr sz="2400" dirty="0">
                <a:latin typeface="Microsoft Sans Serif"/>
                <a:cs typeface="Microsoft Sans Serif"/>
              </a:rPr>
              <a:t>showing</a:t>
            </a:r>
            <a:r>
              <a:rPr sz="2400" spc="-5" dirty="0">
                <a:latin typeface="Microsoft Sans Serif"/>
                <a:cs typeface="Microsoft Sans Serif"/>
              </a:rPr>
              <a:t> </a:t>
            </a:r>
            <a:r>
              <a:rPr sz="2400" dirty="0">
                <a:latin typeface="Microsoft Sans Serif"/>
                <a:cs typeface="Microsoft Sans Serif"/>
              </a:rPr>
              <a:t>the</a:t>
            </a:r>
            <a:r>
              <a:rPr sz="2400" spc="-30" dirty="0">
                <a:latin typeface="Microsoft Sans Serif"/>
                <a:cs typeface="Microsoft Sans Serif"/>
              </a:rPr>
              <a:t> </a:t>
            </a:r>
            <a:r>
              <a:rPr sz="2400" dirty="0">
                <a:latin typeface="Microsoft Sans Serif"/>
                <a:cs typeface="Microsoft Sans Serif"/>
              </a:rPr>
              <a:t>truth</a:t>
            </a:r>
            <a:r>
              <a:rPr sz="2400" spc="-55" dirty="0">
                <a:latin typeface="Microsoft Sans Serif"/>
                <a:cs typeface="Microsoft Sans Serif"/>
              </a:rPr>
              <a:t> </a:t>
            </a:r>
            <a:r>
              <a:rPr sz="2400" dirty="0">
                <a:latin typeface="Microsoft Sans Serif"/>
                <a:cs typeface="Microsoft Sans Serif"/>
              </a:rPr>
              <a:t>values</a:t>
            </a:r>
            <a:r>
              <a:rPr sz="2400" spc="-15" dirty="0">
                <a:latin typeface="Microsoft Sans Serif"/>
                <a:cs typeface="Microsoft Sans Serif"/>
              </a:rPr>
              <a:t> </a:t>
            </a:r>
            <a:r>
              <a:rPr sz="2400" dirty="0">
                <a:latin typeface="Microsoft Sans Serif"/>
                <a:cs typeface="Microsoft Sans Serif"/>
              </a:rPr>
              <a:t>of</a:t>
            </a:r>
            <a:r>
              <a:rPr sz="2400" spc="-35" dirty="0">
                <a:latin typeface="Microsoft Sans Serif"/>
                <a:cs typeface="Microsoft Sans Serif"/>
              </a:rPr>
              <a:t> </a:t>
            </a:r>
            <a:r>
              <a:rPr sz="2400" dirty="0">
                <a:latin typeface="Microsoft Sans Serif"/>
                <a:cs typeface="Microsoft Sans Serif"/>
              </a:rPr>
              <a:t>all</a:t>
            </a:r>
            <a:r>
              <a:rPr sz="2400" spc="-20" dirty="0">
                <a:latin typeface="Microsoft Sans Serif"/>
                <a:cs typeface="Microsoft Sans Serif"/>
              </a:rPr>
              <a:t> </a:t>
            </a:r>
            <a:r>
              <a:rPr sz="2400" spc="-25" dirty="0">
                <a:latin typeface="Microsoft Sans Serif"/>
                <a:cs typeface="Microsoft Sans Serif"/>
              </a:rPr>
              <a:t>the </a:t>
            </a:r>
            <a:r>
              <a:rPr sz="2400" dirty="0">
                <a:latin typeface="Microsoft Sans Serif"/>
                <a:cs typeface="Microsoft Sans Serif"/>
              </a:rPr>
              <a:t>premises</a:t>
            </a:r>
            <a:r>
              <a:rPr sz="2400" spc="-40" dirty="0">
                <a:latin typeface="Microsoft Sans Serif"/>
                <a:cs typeface="Microsoft Sans Serif"/>
              </a:rPr>
              <a:t> </a:t>
            </a:r>
            <a:r>
              <a:rPr sz="2400" dirty="0">
                <a:latin typeface="Microsoft Sans Serif"/>
                <a:cs typeface="Microsoft Sans Serif"/>
              </a:rPr>
              <a:t>and</a:t>
            </a:r>
            <a:r>
              <a:rPr sz="2400" spc="-40" dirty="0">
                <a:latin typeface="Microsoft Sans Serif"/>
                <a:cs typeface="Microsoft Sans Serif"/>
              </a:rPr>
              <a:t> </a:t>
            </a:r>
            <a:r>
              <a:rPr sz="2400" dirty="0">
                <a:latin typeface="Microsoft Sans Serif"/>
                <a:cs typeface="Microsoft Sans Serif"/>
              </a:rPr>
              <a:t>the</a:t>
            </a:r>
            <a:r>
              <a:rPr sz="2400" spc="-45" dirty="0">
                <a:latin typeface="Microsoft Sans Serif"/>
                <a:cs typeface="Microsoft Sans Serif"/>
              </a:rPr>
              <a:t> </a:t>
            </a:r>
            <a:r>
              <a:rPr sz="2400" spc="-10" dirty="0">
                <a:latin typeface="Microsoft Sans Serif"/>
                <a:cs typeface="Microsoft Sans Serif"/>
              </a:rPr>
              <a:t>conclusion.</a:t>
            </a:r>
            <a:endParaRPr sz="2400" dirty="0">
              <a:latin typeface="Microsoft Sans Serif"/>
              <a:cs typeface="Microsoft Sans Serif"/>
            </a:endParaRPr>
          </a:p>
          <a:p>
            <a:pPr marL="348615" marR="5080" indent="-336550">
              <a:lnSpc>
                <a:spcPct val="100000"/>
              </a:lnSpc>
              <a:spcBef>
                <a:spcPts val="2305"/>
              </a:spcBef>
              <a:buFont typeface="Arial"/>
              <a:buAutoNum type="arabicPeriod"/>
              <a:tabLst>
                <a:tab pos="350520" algn="l"/>
              </a:tabLst>
            </a:pPr>
            <a:r>
              <a:rPr sz="2400" dirty="0">
                <a:latin typeface="Microsoft Sans Serif"/>
                <a:cs typeface="Microsoft Sans Serif"/>
              </a:rPr>
              <a:t>A</a:t>
            </a:r>
            <a:r>
              <a:rPr sz="2400" spc="-35" dirty="0">
                <a:latin typeface="Microsoft Sans Serif"/>
                <a:cs typeface="Microsoft Sans Serif"/>
              </a:rPr>
              <a:t> </a:t>
            </a:r>
            <a:r>
              <a:rPr sz="2400" dirty="0">
                <a:latin typeface="Microsoft Sans Serif"/>
                <a:cs typeface="Microsoft Sans Serif"/>
              </a:rPr>
              <a:t>row</a:t>
            </a:r>
            <a:r>
              <a:rPr sz="2400" spc="-15" dirty="0">
                <a:latin typeface="Microsoft Sans Serif"/>
                <a:cs typeface="Microsoft Sans Serif"/>
              </a:rPr>
              <a:t> </a:t>
            </a:r>
            <a:r>
              <a:rPr sz="2400" dirty="0">
                <a:latin typeface="Microsoft Sans Serif"/>
                <a:cs typeface="Microsoft Sans Serif"/>
              </a:rPr>
              <a:t>of</a:t>
            </a:r>
            <a:r>
              <a:rPr sz="2400" spc="-30" dirty="0">
                <a:latin typeface="Microsoft Sans Serif"/>
                <a:cs typeface="Microsoft Sans Serif"/>
              </a:rPr>
              <a:t> </a:t>
            </a:r>
            <a:r>
              <a:rPr sz="2400" dirty="0">
                <a:latin typeface="Microsoft Sans Serif"/>
                <a:cs typeface="Microsoft Sans Serif"/>
              </a:rPr>
              <a:t>the</a:t>
            </a:r>
            <a:r>
              <a:rPr sz="2400" spc="-25" dirty="0">
                <a:latin typeface="Microsoft Sans Serif"/>
                <a:cs typeface="Microsoft Sans Serif"/>
              </a:rPr>
              <a:t> </a:t>
            </a:r>
            <a:r>
              <a:rPr sz="2400" dirty="0">
                <a:latin typeface="Microsoft Sans Serif"/>
                <a:cs typeface="Microsoft Sans Serif"/>
              </a:rPr>
              <a:t>truth</a:t>
            </a:r>
            <a:r>
              <a:rPr sz="2400" spc="-40" dirty="0">
                <a:latin typeface="Microsoft Sans Serif"/>
                <a:cs typeface="Microsoft Sans Serif"/>
              </a:rPr>
              <a:t> </a:t>
            </a:r>
            <a:r>
              <a:rPr sz="2400" dirty="0">
                <a:latin typeface="Microsoft Sans Serif"/>
                <a:cs typeface="Microsoft Sans Serif"/>
              </a:rPr>
              <a:t>table</a:t>
            </a:r>
            <a:r>
              <a:rPr sz="2400" spc="-10" dirty="0">
                <a:latin typeface="Microsoft Sans Serif"/>
                <a:cs typeface="Microsoft Sans Serif"/>
              </a:rPr>
              <a:t> </a:t>
            </a:r>
            <a:r>
              <a:rPr sz="2400" dirty="0">
                <a:latin typeface="Microsoft Sans Serif"/>
                <a:cs typeface="Microsoft Sans Serif"/>
              </a:rPr>
              <a:t>in</a:t>
            </a:r>
            <a:r>
              <a:rPr sz="2400" spc="-25" dirty="0">
                <a:latin typeface="Microsoft Sans Serif"/>
                <a:cs typeface="Microsoft Sans Serif"/>
              </a:rPr>
              <a:t> </a:t>
            </a:r>
            <a:r>
              <a:rPr sz="2400" dirty="0">
                <a:latin typeface="Microsoft Sans Serif"/>
                <a:cs typeface="Microsoft Sans Serif"/>
              </a:rPr>
              <a:t>which</a:t>
            </a:r>
            <a:r>
              <a:rPr sz="2400" spc="5" dirty="0">
                <a:latin typeface="Microsoft Sans Serif"/>
                <a:cs typeface="Microsoft Sans Serif"/>
              </a:rPr>
              <a:t> </a:t>
            </a:r>
            <a:r>
              <a:rPr sz="2400" dirty="0">
                <a:latin typeface="Microsoft Sans Serif"/>
                <a:cs typeface="Microsoft Sans Serif"/>
              </a:rPr>
              <a:t>all</a:t>
            </a:r>
            <a:r>
              <a:rPr sz="2400" spc="-10" dirty="0">
                <a:latin typeface="Microsoft Sans Serif"/>
                <a:cs typeface="Microsoft Sans Serif"/>
              </a:rPr>
              <a:t> </a:t>
            </a:r>
            <a:r>
              <a:rPr sz="2400" dirty="0">
                <a:latin typeface="Microsoft Sans Serif"/>
                <a:cs typeface="Microsoft Sans Serif"/>
              </a:rPr>
              <a:t>the</a:t>
            </a:r>
            <a:r>
              <a:rPr sz="2400" spc="-30" dirty="0">
                <a:latin typeface="Microsoft Sans Serif"/>
                <a:cs typeface="Microsoft Sans Serif"/>
              </a:rPr>
              <a:t> </a:t>
            </a:r>
            <a:r>
              <a:rPr sz="2400" dirty="0">
                <a:latin typeface="Microsoft Sans Serif"/>
                <a:cs typeface="Microsoft Sans Serif"/>
              </a:rPr>
              <a:t>premises</a:t>
            </a:r>
            <a:r>
              <a:rPr sz="2400" spc="-5" dirty="0">
                <a:latin typeface="Microsoft Sans Serif"/>
                <a:cs typeface="Microsoft Sans Serif"/>
              </a:rPr>
              <a:t> </a:t>
            </a:r>
            <a:r>
              <a:rPr sz="2400" dirty="0">
                <a:latin typeface="Microsoft Sans Serif"/>
                <a:cs typeface="Microsoft Sans Serif"/>
              </a:rPr>
              <a:t>are</a:t>
            </a:r>
            <a:r>
              <a:rPr sz="2400" spc="-25" dirty="0">
                <a:latin typeface="Microsoft Sans Serif"/>
                <a:cs typeface="Microsoft Sans Serif"/>
              </a:rPr>
              <a:t> </a:t>
            </a:r>
            <a:r>
              <a:rPr sz="2400" spc="-20" dirty="0">
                <a:latin typeface="Microsoft Sans Serif"/>
                <a:cs typeface="Microsoft Sans Serif"/>
              </a:rPr>
              <a:t>true </a:t>
            </a:r>
            <a:r>
              <a:rPr sz="2400" dirty="0">
                <a:latin typeface="Microsoft Sans Serif"/>
                <a:cs typeface="Microsoft Sans Serif"/>
              </a:rPr>
              <a:t>is</a:t>
            </a:r>
            <a:r>
              <a:rPr sz="2400" spc="-25" dirty="0">
                <a:latin typeface="Microsoft Sans Serif"/>
                <a:cs typeface="Microsoft Sans Serif"/>
              </a:rPr>
              <a:t> </a:t>
            </a:r>
            <a:r>
              <a:rPr sz="2400" dirty="0">
                <a:latin typeface="Microsoft Sans Serif"/>
                <a:cs typeface="Microsoft Sans Serif"/>
              </a:rPr>
              <a:t>called</a:t>
            </a:r>
            <a:r>
              <a:rPr sz="2400" spc="10" dirty="0">
                <a:latin typeface="Microsoft Sans Serif"/>
                <a:cs typeface="Microsoft Sans Serif"/>
              </a:rPr>
              <a:t> </a:t>
            </a:r>
            <a:r>
              <a:rPr sz="2400" dirty="0">
                <a:latin typeface="Microsoft Sans Serif"/>
                <a:cs typeface="Microsoft Sans Serif"/>
              </a:rPr>
              <a:t>a</a:t>
            </a:r>
            <a:r>
              <a:rPr sz="2400" spc="-15" dirty="0">
                <a:latin typeface="Microsoft Sans Serif"/>
                <a:cs typeface="Microsoft Sans Serif"/>
              </a:rPr>
              <a:t> </a:t>
            </a:r>
            <a:r>
              <a:rPr sz="2400" b="1" dirty="0">
                <a:latin typeface="Arial"/>
                <a:cs typeface="Arial"/>
              </a:rPr>
              <a:t>critical</a:t>
            </a:r>
            <a:r>
              <a:rPr sz="2400" b="1" spc="-60" dirty="0">
                <a:latin typeface="Arial"/>
                <a:cs typeface="Arial"/>
              </a:rPr>
              <a:t> </a:t>
            </a:r>
            <a:r>
              <a:rPr sz="2400" b="1" dirty="0">
                <a:latin typeface="Arial"/>
                <a:cs typeface="Arial"/>
              </a:rPr>
              <a:t>row.</a:t>
            </a:r>
            <a:r>
              <a:rPr sz="2400" b="1" spc="-90" dirty="0">
                <a:latin typeface="Arial"/>
                <a:cs typeface="Arial"/>
              </a:rPr>
              <a:t> </a:t>
            </a:r>
            <a:r>
              <a:rPr sz="2400" dirty="0">
                <a:latin typeface="Microsoft Sans Serif"/>
                <a:cs typeface="Microsoft Sans Serif"/>
              </a:rPr>
              <a:t>If</a:t>
            </a:r>
            <a:r>
              <a:rPr sz="2400" spc="-30" dirty="0">
                <a:latin typeface="Microsoft Sans Serif"/>
                <a:cs typeface="Microsoft Sans Serif"/>
              </a:rPr>
              <a:t> </a:t>
            </a:r>
            <a:r>
              <a:rPr sz="2400" dirty="0">
                <a:latin typeface="Microsoft Sans Serif"/>
                <a:cs typeface="Microsoft Sans Serif"/>
              </a:rPr>
              <a:t>there</a:t>
            </a:r>
            <a:r>
              <a:rPr sz="2400" spc="-20" dirty="0">
                <a:latin typeface="Microsoft Sans Serif"/>
                <a:cs typeface="Microsoft Sans Serif"/>
              </a:rPr>
              <a:t> </a:t>
            </a:r>
            <a:r>
              <a:rPr sz="2400" dirty="0">
                <a:latin typeface="Microsoft Sans Serif"/>
                <a:cs typeface="Microsoft Sans Serif"/>
              </a:rPr>
              <a:t>is</a:t>
            </a:r>
            <a:r>
              <a:rPr sz="2400" spc="-15" dirty="0">
                <a:latin typeface="Microsoft Sans Serif"/>
                <a:cs typeface="Microsoft Sans Serif"/>
              </a:rPr>
              <a:t> </a:t>
            </a:r>
            <a:r>
              <a:rPr sz="2400" dirty="0">
                <a:latin typeface="Microsoft Sans Serif"/>
                <a:cs typeface="Microsoft Sans Serif"/>
              </a:rPr>
              <a:t>a</a:t>
            </a:r>
            <a:r>
              <a:rPr sz="2400" spc="-15" dirty="0">
                <a:latin typeface="Microsoft Sans Serif"/>
                <a:cs typeface="Microsoft Sans Serif"/>
              </a:rPr>
              <a:t> </a:t>
            </a:r>
            <a:r>
              <a:rPr sz="2400" dirty="0">
                <a:latin typeface="Microsoft Sans Serif"/>
                <a:cs typeface="Microsoft Sans Serif"/>
              </a:rPr>
              <a:t>critical</a:t>
            </a:r>
            <a:r>
              <a:rPr sz="2400" spc="-5" dirty="0">
                <a:latin typeface="Microsoft Sans Serif"/>
                <a:cs typeface="Microsoft Sans Serif"/>
              </a:rPr>
              <a:t> </a:t>
            </a:r>
            <a:r>
              <a:rPr sz="2400" dirty="0">
                <a:latin typeface="Microsoft Sans Serif"/>
                <a:cs typeface="Microsoft Sans Serif"/>
              </a:rPr>
              <a:t>row</a:t>
            </a:r>
            <a:r>
              <a:rPr sz="2400" spc="-20" dirty="0">
                <a:latin typeface="Microsoft Sans Serif"/>
                <a:cs typeface="Microsoft Sans Serif"/>
              </a:rPr>
              <a:t> </a:t>
            </a:r>
            <a:r>
              <a:rPr sz="2400" dirty="0">
                <a:latin typeface="Microsoft Sans Serif"/>
                <a:cs typeface="Microsoft Sans Serif"/>
              </a:rPr>
              <a:t>in</a:t>
            </a:r>
            <a:r>
              <a:rPr sz="2400" spc="-5" dirty="0">
                <a:latin typeface="Microsoft Sans Serif"/>
                <a:cs typeface="Microsoft Sans Serif"/>
              </a:rPr>
              <a:t> </a:t>
            </a:r>
            <a:r>
              <a:rPr sz="2400" spc="-10" dirty="0">
                <a:latin typeface="Microsoft Sans Serif"/>
                <a:cs typeface="Microsoft Sans Serif"/>
              </a:rPr>
              <a:t>which </a:t>
            </a:r>
            <a:r>
              <a:rPr sz="2400" dirty="0">
                <a:latin typeface="Microsoft Sans Serif"/>
                <a:cs typeface="Microsoft Sans Serif"/>
              </a:rPr>
              <a:t>the</a:t>
            </a:r>
            <a:r>
              <a:rPr sz="2400" spc="-55" dirty="0">
                <a:latin typeface="Microsoft Sans Serif"/>
                <a:cs typeface="Microsoft Sans Serif"/>
              </a:rPr>
              <a:t> </a:t>
            </a:r>
            <a:r>
              <a:rPr sz="2400" dirty="0">
                <a:latin typeface="Microsoft Sans Serif"/>
                <a:cs typeface="Microsoft Sans Serif"/>
              </a:rPr>
              <a:t>conclusion</a:t>
            </a:r>
            <a:r>
              <a:rPr sz="2400" spc="5" dirty="0">
                <a:latin typeface="Microsoft Sans Serif"/>
                <a:cs typeface="Microsoft Sans Serif"/>
              </a:rPr>
              <a:t> </a:t>
            </a:r>
            <a:r>
              <a:rPr sz="2400" dirty="0">
                <a:latin typeface="Microsoft Sans Serif"/>
                <a:cs typeface="Microsoft Sans Serif"/>
              </a:rPr>
              <a:t>is</a:t>
            </a:r>
            <a:r>
              <a:rPr sz="2400" spc="-30" dirty="0">
                <a:latin typeface="Microsoft Sans Serif"/>
                <a:cs typeface="Microsoft Sans Serif"/>
              </a:rPr>
              <a:t> </a:t>
            </a:r>
            <a:r>
              <a:rPr sz="2400" dirty="0">
                <a:latin typeface="Microsoft Sans Serif"/>
                <a:cs typeface="Microsoft Sans Serif"/>
              </a:rPr>
              <a:t>false,</a:t>
            </a:r>
            <a:r>
              <a:rPr sz="2400" spc="-25" dirty="0">
                <a:latin typeface="Microsoft Sans Serif"/>
                <a:cs typeface="Microsoft Sans Serif"/>
              </a:rPr>
              <a:t> </a:t>
            </a:r>
            <a:r>
              <a:rPr sz="2400" dirty="0">
                <a:latin typeface="Microsoft Sans Serif"/>
                <a:cs typeface="Microsoft Sans Serif"/>
              </a:rPr>
              <a:t>then</a:t>
            </a:r>
            <a:r>
              <a:rPr sz="2400" spc="-40" dirty="0">
                <a:latin typeface="Microsoft Sans Serif"/>
                <a:cs typeface="Microsoft Sans Serif"/>
              </a:rPr>
              <a:t> </a:t>
            </a:r>
            <a:r>
              <a:rPr sz="2400" dirty="0">
                <a:latin typeface="Microsoft Sans Serif"/>
                <a:cs typeface="Microsoft Sans Serif"/>
              </a:rPr>
              <a:t>it</a:t>
            </a:r>
            <a:r>
              <a:rPr sz="2400" spc="-25" dirty="0">
                <a:latin typeface="Microsoft Sans Serif"/>
                <a:cs typeface="Microsoft Sans Serif"/>
              </a:rPr>
              <a:t> </a:t>
            </a:r>
            <a:r>
              <a:rPr sz="2400" dirty="0">
                <a:latin typeface="Microsoft Sans Serif"/>
                <a:cs typeface="Microsoft Sans Serif"/>
              </a:rPr>
              <a:t>is</a:t>
            </a:r>
            <a:r>
              <a:rPr sz="2400" spc="-30" dirty="0">
                <a:latin typeface="Microsoft Sans Serif"/>
                <a:cs typeface="Microsoft Sans Serif"/>
              </a:rPr>
              <a:t> </a:t>
            </a:r>
            <a:r>
              <a:rPr sz="2400" dirty="0">
                <a:latin typeface="Microsoft Sans Serif"/>
                <a:cs typeface="Microsoft Sans Serif"/>
              </a:rPr>
              <a:t>possible</a:t>
            </a:r>
            <a:r>
              <a:rPr sz="2400" spc="-5" dirty="0">
                <a:latin typeface="Microsoft Sans Serif"/>
                <a:cs typeface="Microsoft Sans Serif"/>
              </a:rPr>
              <a:t> </a:t>
            </a:r>
            <a:r>
              <a:rPr sz="2400" dirty="0">
                <a:latin typeface="Microsoft Sans Serif"/>
                <a:cs typeface="Microsoft Sans Serif"/>
              </a:rPr>
              <a:t>for</a:t>
            </a:r>
            <a:r>
              <a:rPr sz="2400" spc="-35" dirty="0">
                <a:latin typeface="Microsoft Sans Serif"/>
                <a:cs typeface="Microsoft Sans Serif"/>
              </a:rPr>
              <a:t> </a:t>
            </a:r>
            <a:r>
              <a:rPr sz="2400" spc="-25" dirty="0">
                <a:latin typeface="Microsoft Sans Serif"/>
                <a:cs typeface="Microsoft Sans Serif"/>
              </a:rPr>
              <a:t>an 	</a:t>
            </a:r>
            <a:r>
              <a:rPr sz="2400" dirty="0">
                <a:latin typeface="Microsoft Sans Serif"/>
                <a:cs typeface="Microsoft Sans Serif"/>
              </a:rPr>
              <a:t>argument</a:t>
            </a:r>
            <a:r>
              <a:rPr sz="2400" spc="-35" dirty="0">
                <a:latin typeface="Microsoft Sans Serif"/>
                <a:cs typeface="Microsoft Sans Serif"/>
              </a:rPr>
              <a:t> </a:t>
            </a:r>
            <a:r>
              <a:rPr sz="2400" dirty="0">
                <a:latin typeface="Microsoft Sans Serif"/>
                <a:cs typeface="Microsoft Sans Serif"/>
              </a:rPr>
              <a:t>of</a:t>
            </a:r>
            <a:r>
              <a:rPr sz="2400" spc="-35" dirty="0">
                <a:latin typeface="Microsoft Sans Serif"/>
                <a:cs typeface="Microsoft Sans Serif"/>
              </a:rPr>
              <a:t> </a:t>
            </a:r>
            <a:r>
              <a:rPr sz="2400" dirty="0">
                <a:latin typeface="Microsoft Sans Serif"/>
                <a:cs typeface="Microsoft Sans Serif"/>
              </a:rPr>
              <a:t>the</a:t>
            </a:r>
            <a:r>
              <a:rPr sz="2400" spc="-40" dirty="0">
                <a:latin typeface="Microsoft Sans Serif"/>
                <a:cs typeface="Microsoft Sans Serif"/>
              </a:rPr>
              <a:t> </a:t>
            </a:r>
            <a:r>
              <a:rPr sz="2400" dirty="0">
                <a:latin typeface="Microsoft Sans Serif"/>
                <a:cs typeface="Microsoft Sans Serif"/>
              </a:rPr>
              <a:t>given</a:t>
            </a:r>
            <a:r>
              <a:rPr sz="2400" spc="-20" dirty="0">
                <a:latin typeface="Microsoft Sans Serif"/>
                <a:cs typeface="Microsoft Sans Serif"/>
              </a:rPr>
              <a:t> </a:t>
            </a:r>
            <a:r>
              <a:rPr sz="2400" dirty="0">
                <a:latin typeface="Microsoft Sans Serif"/>
                <a:cs typeface="Microsoft Sans Serif"/>
              </a:rPr>
              <a:t>form</a:t>
            </a:r>
            <a:r>
              <a:rPr sz="2400" spc="-35" dirty="0">
                <a:latin typeface="Microsoft Sans Serif"/>
                <a:cs typeface="Microsoft Sans Serif"/>
              </a:rPr>
              <a:t> </a:t>
            </a:r>
            <a:r>
              <a:rPr sz="2400" dirty="0">
                <a:latin typeface="Microsoft Sans Serif"/>
                <a:cs typeface="Microsoft Sans Serif"/>
              </a:rPr>
              <a:t>to</a:t>
            </a:r>
            <a:r>
              <a:rPr sz="2400" spc="-35" dirty="0">
                <a:latin typeface="Microsoft Sans Serif"/>
                <a:cs typeface="Microsoft Sans Serif"/>
              </a:rPr>
              <a:t> </a:t>
            </a:r>
            <a:r>
              <a:rPr sz="2400" dirty="0">
                <a:latin typeface="Microsoft Sans Serif"/>
                <a:cs typeface="Microsoft Sans Serif"/>
              </a:rPr>
              <a:t>have</a:t>
            </a:r>
            <a:r>
              <a:rPr sz="2400" spc="-30" dirty="0">
                <a:latin typeface="Microsoft Sans Serif"/>
                <a:cs typeface="Microsoft Sans Serif"/>
              </a:rPr>
              <a:t> </a:t>
            </a:r>
            <a:r>
              <a:rPr sz="2400" dirty="0">
                <a:latin typeface="Microsoft Sans Serif"/>
                <a:cs typeface="Microsoft Sans Serif"/>
              </a:rPr>
              <a:t>true</a:t>
            </a:r>
            <a:r>
              <a:rPr sz="2400" spc="-40" dirty="0">
                <a:latin typeface="Microsoft Sans Serif"/>
                <a:cs typeface="Microsoft Sans Serif"/>
              </a:rPr>
              <a:t> </a:t>
            </a:r>
            <a:r>
              <a:rPr sz="2400" dirty="0">
                <a:latin typeface="Microsoft Sans Serif"/>
                <a:cs typeface="Microsoft Sans Serif"/>
              </a:rPr>
              <a:t>premises</a:t>
            </a:r>
            <a:r>
              <a:rPr sz="2400" spc="-15" dirty="0">
                <a:latin typeface="Microsoft Sans Serif"/>
                <a:cs typeface="Microsoft Sans Serif"/>
              </a:rPr>
              <a:t> </a:t>
            </a:r>
            <a:r>
              <a:rPr sz="2400" dirty="0">
                <a:latin typeface="Microsoft Sans Serif"/>
                <a:cs typeface="Microsoft Sans Serif"/>
              </a:rPr>
              <a:t>and</a:t>
            </a:r>
            <a:r>
              <a:rPr sz="2400" spc="-30" dirty="0">
                <a:latin typeface="Microsoft Sans Serif"/>
                <a:cs typeface="Microsoft Sans Serif"/>
              </a:rPr>
              <a:t> </a:t>
            </a:r>
            <a:r>
              <a:rPr sz="2400" spc="-50" dirty="0">
                <a:latin typeface="Microsoft Sans Serif"/>
                <a:cs typeface="Microsoft Sans Serif"/>
              </a:rPr>
              <a:t>a </a:t>
            </a:r>
            <a:r>
              <a:rPr sz="2400" dirty="0">
                <a:latin typeface="Microsoft Sans Serif"/>
                <a:cs typeface="Microsoft Sans Serif"/>
              </a:rPr>
              <a:t>false</a:t>
            </a:r>
            <a:r>
              <a:rPr sz="2400" spc="-45" dirty="0">
                <a:latin typeface="Microsoft Sans Serif"/>
                <a:cs typeface="Microsoft Sans Serif"/>
              </a:rPr>
              <a:t> </a:t>
            </a:r>
            <a:r>
              <a:rPr sz="2400" dirty="0">
                <a:latin typeface="Microsoft Sans Serif"/>
                <a:cs typeface="Microsoft Sans Serif"/>
              </a:rPr>
              <a:t>conclusion,</a:t>
            </a:r>
            <a:r>
              <a:rPr sz="2400" spc="-10" dirty="0">
                <a:latin typeface="Microsoft Sans Serif"/>
                <a:cs typeface="Microsoft Sans Serif"/>
              </a:rPr>
              <a:t> </a:t>
            </a:r>
            <a:r>
              <a:rPr sz="2400" dirty="0">
                <a:latin typeface="Microsoft Sans Serif"/>
                <a:cs typeface="Microsoft Sans Serif"/>
              </a:rPr>
              <a:t>and</a:t>
            </a:r>
            <a:r>
              <a:rPr sz="2400" spc="-25" dirty="0">
                <a:latin typeface="Microsoft Sans Serif"/>
                <a:cs typeface="Microsoft Sans Serif"/>
              </a:rPr>
              <a:t> </a:t>
            </a:r>
            <a:r>
              <a:rPr sz="2400" dirty="0">
                <a:latin typeface="Microsoft Sans Serif"/>
                <a:cs typeface="Microsoft Sans Serif"/>
              </a:rPr>
              <a:t>so</a:t>
            </a:r>
            <a:r>
              <a:rPr sz="2400" spc="-35" dirty="0">
                <a:latin typeface="Microsoft Sans Serif"/>
                <a:cs typeface="Microsoft Sans Serif"/>
              </a:rPr>
              <a:t> </a:t>
            </a:r>
            <a:r>
              <a:rPr sz="2400" dirty="0">
                <a:latin typeface="Microsoft Sans Serif"/>
                <a:cs typeface="Microsoft Sans Serif"/>
              </a:rPr>
              <a:t>the</a:t>
            </a:r>
            <a:r>
              <a:rPr sz="2400" spc="-45" dirty="0">
                <a:latin typeface="Microsoft Sans Serif"/>
                <a:cs typeface="Microsoft Sans Serif"/>
              </a:rPr>
              <a:t> </a:t>
            </a:r>
            <a:r>
              <a:rPr sz="2400" dirty="0">
                <a:latin typeface="Microsoft Sans Serif"/>
                <a:cs typeface="Microsoft Sans Serif"/>
              </a:rPr>
              <a:t>argument</a:t>
            </a:r>
            <a:r>
              <a:rPr sz="2400" spc="-30" dirty="0">
                <a:latin typeface="Microsoft Sans Serif"/>
                <a:cs typeface="Microsoft Sans Serif"/>
              </a:rPr>
              <a:t> </a:t>
            </a:r>
            <a:r>
              <a:rPr sz="2400" dirty="0">
                <a:latin typeface="Microsoft Sans Serif"/>
                <a:cs typeface="Microsoft Sans Serif"/>
              </a:rPr>
              <a:t>form</a:t>
            </a:r>
            <a:r>
              <a:rPr sz="2400" spc="-50" dirty="0">
                <a:latin typeface="Microsoft Sans Serif"/>
                <a:cs typeface="Microsoft Sans Serif"/>
              </a:rPr>
              <a:t> </a:t>
            </a:r>
            <a:r>
              <a:rPr sz="2400" dirty="0">
                <a:latin typeface="Microsoft Sans Serif"/>
                <a:cs typeface="Microsoft Sans Serif"/>
              </a:rPr>
              <a:t>is</a:t>
            </a:r>
            <a:r>
              <a:rPr sz="2400" spc="-35" dirty="0">
                <a:latin typeface="Microsoft Sans Serif"/>
                <a:cs typeface="Microsoft Sans Serif"/>
              </a:rPr>
              <a:t> </a:t>
            </a:r>
            <a:r>
              <a:rPr sz="2400" spc="-10" dirty="0">
                <a:latin typeface="Microsoft Sans Serif"/>
                <a:cs typeface="Microsoft Sans Serif"/>
              </a:rPr>
              <a:t>invalid.</a:t>
            </a:r>
            <a:endParaRPr sz="2400" dirty="0">
              <a:latin typeface="Microsoft Sans Serif"/>
              <a:cs typeface="Microsoft Sans Serif"/>
            </a:endParaRPr>
          </a:p>
          <a:p>
            <a:pPr marL="350520" marR="550545">
              <a:lnSpc>
                <a:spcPct val="100000"/>
              </a:lnSpc>
            </a:pPr>
            <a:r>
              <a:rPr sz="2400" dirty="0">
                <a:latin typeface="Microsoft Sans Serif"/>
                <a:cs typeface="Microsoft Sans Serif"/>
              </a:rPr>
              <a:t>If</a:t>
            </a:r>
            <a:r>
              <a:rPr sz="2400" spc="-65" dirty="0">
                <a:latin typeface="Microsoft Sans Serif"/>
                <a:cs typeface="Microsoft Sans Serif"/>
              </a:rPr>
              <a:t> </a:t>
            </a:r>
            <a:r>
              <a:rPr sz="2400" dirty="0">
                <a:latin typeface="Microsoft Sans Serif"/>
                <a:cs typeface="Microsoft Sans Serif"/>
              </a:rPr>
              <a:t>the</a:t>
            </a:r>
            <a:r>
              <a:rPr sz="2400" spc="-25" dirty="0">
                <a:latin typeface="Microsoft Sans Serif"/>
                <a:cs typeface="Microsoft Sans Serif"/>
              </a:rPr>
              <a:t> </a:t>
            </a:r>
            <a:r>
              <a:rPr sz="2400" dirty="0">
                <a:latin typeface="Microsoft Sans Serif"/>
                <a:cs typeface="Microsoft Sans Serif"/>
              </a:rPr>
              <a:t>conclusion</a:t>
            </a:r>
            <a:r>
              <a:rPr sz="2400" spc="5" dirty="0">
                <a:latin typeface="Microsoft Sans Serif"/>
                <a:cs typeface="Microsoft Sans Serif"/>
              </a:rPr>
              <a:t> </a:t>
            </a:r>
            <a:r>
              <a:rPr sz="2400" dirty="0">
                <a:latin typeface="Microsoft Sans Serif"/>
                <a:cs typeface="Microsoft Sans Serif"/>
              </a:rPr>
              <a:t>in</a:t>
            </a:r>
            <a:r>
              <a:rPr sz="2400" spc="-30" dirty="0">
                <a:latin typeface="Microsoft Sans Serif"/>
                <a:cs typeface="Microsoft Sans Serif"/>
              </a:rPr>
              <a:t> </a:t>
            </a:r>
            <a:r>
              <a:rPr sz="2400" i="1" dirty="0">
                <a:latin typeface="Arial"/>
                <a:cs typeface="Arial"/>
              </a:rPr>
              <a:t>every</a:t>
            </a:r>
            <a:r>
              <a:rPr sz="2400" i="1" spc="-50" dirty="0">
                <a:latin typeface="Arial"/>
                <a:cs typeface="Arial"/>
              </a:rPr>
              <a:t> </a:t>
            </a:r>
            <a:r>
              <a:rPr sz="2400" dirty="0">
                <a:latin typeface="Microsoft Sans Serif"/>
                <a:cs typeface="Microsoft Sans Serif"/>
              </a:rPr>
              <a:t>critical</a:t>
            </a:r>
            <a:r>
              <a:rPr sz="2400" spc="-15" dirty="0">
                <a:latin typeface="Microsoft Sans Serif"/>
                <a:cs typeface="Microsoft Sans Serif"/>
              </a:rPr>
              <a:t> </a:t>
            </a:r>
            <a:r>
              <a:rPr sz="2400" dirty="0">
                <a:latin typeface="Microsoft Sans Serif"/>
                <a:cs typeface="Microsoft Sans Serif"/>
              </a:rPr>
              <a:t>row</a:t>
            </a:r>
            <a:r>
              <a:rPr sz="2400" spc="-35" dirty="0">
                <a:latin typeface="Microsoft Sans Serif"/>
                <a:cs typeface="Microsoft Sans Serif"/>
              </a:rPr>
              <a:t> </a:t>
            </a:r>
            <a:r>
              <a:rPr sz="2400" dirty="0">
                <a:latin typeface="Microsoft Sans Serif"/>
                <a:cs typeface="Microsoft Sans Serif"/>
              </a:rPr>
              <a:t>is</a:t>
            </a:r>
            <a:r>
              <a:rPr sz="2400" spc="-25" dirty="0">
                <a:latin typeface="Microsoft Sans Serif"/>
                <a:cs typeface="Microsoft Sans Serif"/>
              </a:rPr>
              <a:t> </a:t>
            </a:r>
            <a:r>
              <a:rPr sz="2400" dirty="0">
                <a:latin typeface="Microsoft Sans Serif"/>
                <a:cs typeface="Microsoft Sans Serif"/>
              </a:rPr>
              <a:t>true,</a:t>
            </a:r>
            <a:r>
              <a:rPr sz="2400" spc="-40" dirty="0">
                <a:latin typeface="Microsoft Sans Serif"/>
                <a:cs typeface="Microsoft Sans Serif"/>
              </a:rPr>
              <a:t> </a:t>
            </a:r>
            <a:r>
              <a:rPr sz="2400" dirty="0">
                <a:latin typeface="Microsoft Sans Serif"/>
                <a:cs typeface="Microsoft Sans Serif"/>
              </a:rPr>
              <a:t>then</a:t>
            </a:r>
            <a:r>
              <a:rPr sz="2400" spc="-25" dirty="0">
                <a:latin typeface="Microsoft Sans Serif"/>
                <a:cs typeface="Microsoft Sans Serif"/>
              </a:rPr>
              <a:t> the </a:t>
            </a:r>
            <a:r>
              <a:rPr sz="2400" dirty="0">
                <a:latin typeface="Microsoft Sans Serif"/>
                <a:cs typeface="Microsoft Sans Serif"/>
              </a:rPr>
              <a:t>argument</a:t>
            </a:r>
            <a:r>
              <a:rPr sz="2400" spc="-40" dirty="0">
                <a:latin typeface="Microsoft Sans Serif"/>
                <a:cs typeface="Microsoft Sans Serif"/>
              </a:rPr>
              <a:t> </a:t>
            </a:r>
            <a:r>
              <a:rPr sz="2400" dirty="0">
                <a:latin typeface="Microsoft Sans Serif"/>
                <a:cs typeface="Microsoft Sans Serif"/>
              </a:rPr>
              <a:t>form</a:t>
            </a:r>
            <a:r>
              <a:rPr sz="2400" spc="-50" dirty="0">
                <a:latin typeface="Microsoft Sans Serif"/>
                <a:cs typeface="Microsoft Sans Serif"/>
              </a:rPr>
              <a:t> </a:t>
            </a:r>
            <a:r>
              <a:rPr sz="2400" dirty="0">
                <a:latin typeface="Microsoft Sans Serif"/>
                <a:cs typeface="Microsoft Sans Serif"/>
              </a:rPr>
              <a:t>is</a:t>
            </a:r>
            <a:r>
              <a:rPr sz="2400" spc="-35" dirty="0">
                <a:latin typeface="Microsoft Sans Serif"/>
                <a:cs typeface="Microsoft Sans Serif"/>
              </a:rPr>
              <a:t> </a:t>
            </a:r>
            <a:r>
              <a:rPr sz="2400" spc="-10" dirty="0">
                <a:latin typeface="Microsoft Sans Serif"/>
                <a:cs typeface="Microsoft Sans Serif"/>
              </a:rPr>
              <a:t>valid.</a:t>
            </a:r>
            <a:endParaRPr sz="2400" dirty="0">
              <a:latin typeface="Microsoft Sans Serif"/>
              <a:cs typeface="Microsoft Sans Serif"/>
            </a:endParaRPr>
          </a:p>
        </p:txBody>
      </p:sp>
    </p:spTree>
    <p:extLst>
      <p:ext uri="{BB962C8B-B14F-4D97-AF65-F5344CB8AC3E}">
        <p14:creationId xmlns:p14="http://schemas.microsoft.com/office/powerpoint/2010/main" val="8197432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050B3-0795-5FBE-9369-2737EE853000}"/>
              </a:ext>
            </a:extLst>
          </p:cNvPr>
          <p:cNvSpPr>
            <a:spLocks noGrp="1"/>
          </p:cNvSpPr>
          <p:nvPr>
            <p:ph type="title"/>
          </p:nvPr>
        </p:nvSpPr>
        <p:spPr/>
        <p:txBody>
          <a:bodyPr/>
          <a:lstStyle/>
          <a:p>
            <a:r>
              <a:rPr lang="en-US" dirty="0"/>
              <a:t>Valid and Invalid Arguments</a:t>
            </a:r>
          </a:p>
        </p:txBody>
      </p:sp>
      <p:sp>
        <p:nvSpPr>
          <p:cNvPr id="3" name="Content Placeholder 2">
            <a:extLst>
              <a:ext uri="{FF2B5EF4-FFF2-40B4-BE49-F238E27FC236}">
                <a16:creationId xmlns:a16="http://schemas.microsoft.com/office/drawing/2014/main" id="{BA9D13B1-7430-73E7-6D78-B7D7167DAFDB}"/>
              </a:ext>
            </a:extLst>
          </p:cNvPr>
          <p:cNvSpPr>
            <a:spLocks noGrp="1"/>
          </p:cNvSpPr>
          <p:nvPr>
            <p:ph idx="1"/>
          </p:nvPr>
        </p:nvSpPr>
        <p:spPr/>
        <p:txBody>
          <a:bodyPr/>
          <a:lstStyle/>
          <a:p>
            <a:pPr marL="1758950" marR="1536700" indent="0">
              <a:spcBef>
                <a:spcPts val="204"/>
              </a:spcBef>
              <a:buNone/>
            </a:pPr>
            <a:r>
              <a:rPr lang="pt-BR" sz="2800" i="1" spc="-110" dirty="0">
                <a:latin typeface="Georgia"/>
                <a:cs typeface="Georgia"/>
              </a:rPr>
              <a:t>p </a:t>
            </a:r>
            <a:r>
              <a:rPr lang="pt-BR" sz="2800" i="1" spc="190" dirty="0">
                <a:latin typeface="DejaVu Sans"/>
                <a:cs typeface="DejaVu Sans"/>
              </a:rPr>
              <a:t>→ </a:t>
            </a:r>
            <a:r>
              <a:rPr lang="pt-BR" sz="2800" i="1" spc="-150" dirty="0">
                <a:latin typeface="Georgia"/>
                <a:cs typeface="Georgia"/>
              </a:rPr>
              <a:t>q </a:t>
            </a:r>
            <a:r>
              <a:rPr lang="pt-BR" sz="2800" i="1" spc="-85" dirty="0">
                <a:latin typeface="DejaVu Sans"/>
                <a:cs typeface="DejaVu Sans"/>
              </a:rPr>
              <a:t>∨</a:t>
            </a:r>
            <a:r>
              <a:rPr lang="pt-BR" sz="2800" i="1" spc="-270" dirty="0">
                <a:latin typeface="DejaVu Sans"/>
                <a:cs typeface="DejaVu Sans"/>
              </a:rPr>
              <a:t> ~ </a:t>
            </a:r>
            <a:r>
              <a:rPr lang="pt-BR" sz="2800" i="1" spc="-30" dirty="0">
                <a:latin typeface="Georgia"/>
                <a:cs typeface="Georgia"/>
              </a:rPr>
              <a:t>r </a:t>
            </a:r>
          </a:p>
          <a:p>
            <a:pPr marL="1758950" marR="1536700" indent="0">
              <a:spcBef>
                <a:spcPts val="204"/>
              </a:spcBef>
              <a:buNone/>
            </a:pPr>
            <a:r>
              <a:rPr lang="pt-BR" sz="2800" i="1" spc="-150" dirty="0">
                <a:latin typeface="Georgia"/>
                <a:cs typeface="Georgia"/>
              </a:rPr>
              <a:t>q </a:t>
            </a:r>
            <a:r>
              <a:rPr lang="pt-BR" sz="2800" i="1" spc="190" dirty="0">
                <a:latin typeface="DejaVu Sans"/>
                <a:cs typeface="DejaVu Sans"/>
              </a:rPr>
              <a:t>→ </a:t>
            </a:r>
            <a:r>
              <a:rPr lang="pt-BR" sz="2800" i="1" spc="-110" dirty="0">
                <a:latin typeface="Georgia"/>
                <a:cs typeface="Georgia"/>
              </a:rPr>
              <a:t>p </a:t>
            </a:r>
            <a:r>
              <a:rPr lang="pt-BR" sz="2800" i="1" spc="-85" dirty="0">
                <a:latin typeface="DejaVu Sans"/>
                <a:cs typeface="DejaVu Sans"/>
              </a:rPr>
              <a:t>∧</a:t>
            </a:r>
            <a:r>
              <a:rPr lang="pt-BR" sz="2800" i="1" spc="-265" dirty="0">
                <a:latin typeface="DejaVu Sans"/>
                <a:cs typeface="DejaVu Sans"/>
              </a:rPr>
              <a:t> </a:t>
            </a:r>
            <a:r>
              <a:rPr lang="pt-BR" sz="2800" i="1" spc="-30" dirty="0">
                <a:latin typeface="Georgia"/>
                <a:cs typeface="Georgia"/>
              </a:rPr>
              <a:t>r</a:t>
            </a:r>
            <a:endParaRPr lang="pt-BR" i="1" dirty="0">
              <a:latin typeface="Georgia"/>
              <a:cs typeface="Georgia"/>
            </a:endParaRPr>
          </a:p>
          <a:p>
            <a:pPr marL="1758950" marR="1536700" indent="0">
              <a:spcBef>
                <a:spcPts val="204"/>
              </a:spcBef>
              <a:buNone/>
            </a:pPr>
            <a:r>
              <a:rPr lang="pt-BR" sz="2800" spc="-5" dirty="0">
                <a:latin typeface="MathJax_AMS"/>
                <a:cs typeface="MathJax_AMS"/>
              </a:rPr>
              <a:t>∴</a:t>
            </a:r>
            <a:r>
              <a:rPr lang="pt-BR" sz="2800" i="1" spc="-110" dirty="0">
                <a:latin typeface="Georgia"/>
                <a:cs typeface="Georgia"/>
              </a:rPr>
              <a:t>p </a:t>
            </a:r>
            <a:r>
              <a:rPr lang="pt-BR" sz="2800" i="1" spc="190" dirty="0">
                <a:latin typeface="DejaVu Sans"/>
                <a:cs typeface="DejaVu Sans"/>
              </a:rPr>
              <a:t>→</a:t>
            </a:r>
            <a:r>
              <a:rPr lang="pt-BR" sz="2800" i="1" spc="-85" dirty="0">
                <a:latin typeface="DejaVu Sans"/>
                <a:cs typeface="DejaVu Sans"/>
              </a:rPr>
              <a:t> </a:t>
            </a:r>
            <a:r>
              <a:rPr lang="pt-BR" sz="2800" i="1" spc="-30" dirty="0">
                <a:latin typeface="Georgia"/>
                <a:cs typeface="Georgia"/>
              </a:rPr>
              <a:t>r</a:t>
            </a:r>
            <a:endParaRPr lang="pt-BR" sz="2800" dirty="0">
              <a:latin typeface="Georgia"/>
              <a:cs typeface="Georgia"/>
            </a:endParaRPr>
          </a:p>
          <a:p>
            <a:pPr marL="0" indent="0">
              <a:buNone/>
            </a:pPr>
            <a:endParaRPr lang="en-US" dirty="0"/>
          </a:p>
        </p:txBody>
      </p:sp>
    </p:spTree>
    <p:extLst>
      <p:ext uri="{BB962C8B-B14F-4D97-AF65-F5344CB8AC3E}">
        <p14:creationId xmlns:p14="http://schemas.microsoft.com/office/powerpoint/2010/main" val="23375620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CF97B-E20F-7206-A345-D08560C0490F}"/>
              </a:ext>
            </a:extLst>
          </p:cNvPr>
          <p:cNvSpPr>
            <a:spLocks noGrp="1"/>
          </p:cNvSpPr>
          <p:nvPr>
            <p:ph type="title"/>
          </p:nvPr>
        </p:nvSpPr>
        <p:spPr/>
        <p:txBody>
          <a:bodyPr/>
          <a:lstStyle/>
          <a:p>
            <a:r>
              <a:rPr lang="en-US" dirty="0"/>
              <a:t>Valid and Invalid Arguments</a:t>
            </a:r>
          </a:p>
        </p:txBody>
      </p:sp>
      <p:pic>
        <p:nvPicPr>
          <p:cNvPr id="4" name="object 4">
            <a:extLst>
              <a:ext uri="{FF2B5EF4-FFF2-40B4-BE49-F238E27FC236}">
                <a16:creationId xmlns:a16="http://schemas.microsoft.com/office/drawing/2014/main" id="{6D296B85-4A15-002E-9535-A9C2AAF4C2EC}"/>
              </a:ext>
            </a:extLst>
          </p:cNvPr>
          <p:cNvPicPr>
            <a:picLocks noGrp="1"/>
          </p:cNvPicPr>
          <p:nvPr>
            <p:ph idx="1"/>
          </p:nvPr>
        </p:nvPicPr>
        <p:blipFill>
          <a:blip r:embed="rId2" cstate="print"/>
          <a:stretch>
            <a:fillRect/>
          </a:stretch>
        </p:blipFill>
        <p:spPr>
          <a:xfrm>
            <a:off x="773061" y="1831484"/>
            <a:ext cx="10645877" cy="4189441"/>
          </a:xfrm>
          <a:prstGeom prst="rect">
            <a:avLst/>
          </a:prstGeom>
        </p:spPr>
      </p:pic>
    </p:spTree>
    <p:extLst>
      <p:ext uri="{BB962C8B-B14F-4D97-AF65-F5344CB8AC3E}">
        <p14:creationId xmlns:p14="http://schemas.microsoft.com/office/powerpoint/2010/main" val="38005397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373CA-F3C9-7335-D33C-352333C331D7}"/>
              </a:ext>
            </a:extLst>
          </p:cNvPr>
          <p:cNvSpPr>
            <a:spLocks noGrp="1"/>
          </p:cNvSpPr>
          <p:nvPr>
            <p:ph type="title"/>
          </p:nvPr>
        </p:nvSpPr>
        <p:spPr/>
        <p:txBody>
          <a:bodyPr/>
          <a:lstStyle/>
          <a:p>
            <a:r>
              <a:rPr lang="en-US" dirty="0"/>
              <a:t>Rule of Inference</a:t>
            </a:r>
          </a:p>
        </p:txBody>
      </p:sp>
      <p:sp>
        <p:nvSpPr>
          <p:cNvPr id="3" name="Content Placeholder 2">
            <a:extLst>
              <a:ext uri="{FF2B5EF4-FFF2-40B4-BE49-F238E27FC236}">
                <a16:creationId xmlns:a16="http://schemas.microsoft.com/office/drawing/2014/main" id="{4EF0FD03-0052-7A39-6AC8-E073E089EB41}"/>
              </a:ext>
            </a:extLst>
          </p:cNvPr>
          <p:cNvSpPr>
            <a:spLocks noGrp="1"/>
          </p:cNvSpPr>
          <p:nvPr>
            <p:ph idx="1"/>
          </p:nvPr>
        </p:nvSpPr>
        <p:spPr/>
        <p:txBody>
          <a:bodyPr/>
          <a:lstStyle/>
          <a:p>
            <a:r>
              <a:rPr lang="en-US" dirty="0"/>
              <a:t>A rule of inference is a logical tool used in formal reasoning that allows one to derive a conclusion from one or more premises (statements assumed to be true). It is a fundamental concept in logic, mathematics, and computer science, providing a systematic way to determine the validity of arguments.</a:t>
            </a:r>
          </a:p>
        </p:txBody>
      </p:sp>
    </p:spTree>
    <p:extLst>
      <p:ext uri="{BB962C8B-B14F-4D97-AF65-F5344CB8AC3E}">
        <p14:creationId xmlns:p14="http://schemas.microsoft.com/office/powerpoint/2010/main" val="1922346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716" y="725879"/>
            <a:ext cx="5284349" cy="643801"/>
          </a:xfrm>
          <a:prstGeom prst="rect">
            <a:avLst/>
          </a:prstGeom>
        </p:spPr>
        <p:txBody>
          <a:bodyPr vert="horz" wrap="square" lIns="0" tIns="30197" rIns="0" bIns="0" rtlCol="0" anchor="ctr">
            <a:spAutoFit/>
          </a:bodyPr>
          <a:lstStyle/>
          <a:p>
            <a:pPr marL="25164">
              <a:spcBef>
                <a:spcPts val="238"/>
              </a:spcBef>
            </a:pPr>
            <a:r>
              <a:rPr spc="10" dirty="0">
                <a:solidFill>
                  <a:schemeClr val="bg1"/>
                </a:solidFill>
              </a:rPr>
              <a:t>Rules of</a:t>
            </a:r>
            <a:r>
              <a:rPr spc="-40" dirty="0">
                <a:solidFill>
                  <a:schemeClr val="bg1"/>
                </a:solidFill>
              </a:rPr>
              <a:t> </a:t>
            </a:r>
            <a:r>
              <a:rPr spc="10" dirty="0">
                <a:solidFill>
                  <a:schemeClr val="bg1"/>
                </a:solidFill>
              </a:rPr>
              <a:t>Inference</a:t>
            </a:r>
          </a:p>
        </p:txBody>
      </p:sp>
      <p:sp>
        <p:nvSpPr>
          <p:cNvPr id="3" name="object 3"/>
          <p:cNvSpPr/>
          <p:nvPr/>
        </p:nvSpPr>
        <p:spPr>
          <a:xfrm>
            <a:off x="1011167" y="2154515"/>
            <a:ext cx="8355735" cy="413949"/>
          </a:xfrm>
          <a:custGeom>
            <a:avLst/>
            <a:gdLst/>
            <a:ahLst/>
            <a:cxnLst/>
            <a:rect l="l" t="t" r="r" b="b"/>
            <a:pathLst>
              <a:path w="4217035" h="208915">
                <a:moveTo>
                  <a:pt x="4165651" y="0"/>
                </a:moveTo>
                <a:lnTo>
                  <a:pt x="50800" y="0"/>
                </a:lnTo>
                <a:lnTo>
                  <a:pt x="31075" y="4008"/>
                </a:lnTo>
                <a:lnTo>
                  <a:pt x="14922" y="14922"/>
                </a:lnTo>
                <a:lnTo>
                  <a:pt x="4008" y="31075"/>
                </a:lnTo>
                <a:lnTo>
                  <a:pt x="0" y="50800"/>
                </a:lnTo>
                <a:lnTo>
                  <a:pt x="0" y="208911"/>
                </a:lnTo>
                <a:lnTo>
                  <a:pt x="4216451" y="208911"/>
                </a:lnTo>
                <a:lnTo>
                  <a:pt x="4216451" y="50800"/>
                </a:lnTo>
                <a:lnTo>
                  <a:pt x="4212442" y="31075"/>
                </a:lnTo>
                <a:lnTo>
                  <a:pt x="4201528" y="14922"/>
                </a:lnTo>
                <a:lnTo>
                  <a:pt x="4185376" y="4008"/>
                </a:lnTo>
                <a:lnTo>
                  <a:pt x="4165651" y="0"/>
                </a:lnTo>
                <a:close/>
              </a:path>
            </a:pathLst>
          </a:custGeom>
          <a:solidFill>
            <a:srgbClr val="15659D"/>
          </a:solidFill>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lstStyle/>
          <a:p>
            <a:endParaRPr sz="3567"/>
          </a:p>
        </p:txBody>
      </p:sp>
      <p:sp>
        <p:nvSpPr>
          <p:cNvPr id="4" name="object 4"/>
          <p:cNvSpPr txBox="1"/>
          <p:nvPr/>
        </p:nvSpPr>
        <p:spPr>
          <a:xfrm>
            <a:off x="1264493" y="2095664"/>
            <a:ext cx="2486212" cy="461215"/>
          </a:xfrm>
          <a:prstGeom prst="rect">
            <a:avLst/>
          </a:prstGeom>
        </p:spPr>
        <p:txBody>
          <a:bodyPr vert="horz" wrap="square" lIns="0" tIns="33972" rIns="0" bIns="0" rtlCol="0">
            <a:spAutoFit/>
          </a:bodyPr>
          <a:lstStyle/>
          <a:p>
            <a:pPr marL="25164">
              <a:spcBef>
                <a:spcPts val="267"/>
              </a:spcBef>
            </a:pPr>
            <a:r>
              <a:rPr sz="2774" b="1" spc="50" dirty="0">
                <a:solidFill>
                  <a:srgbClr val="FFFFFF"/>
                </a:solidFill>
                <a:latin typeface="LM Sans 10"/>
                <a:cs typeface="LM Sans 10"/>
              </a:rPr>
              <a:t>Modus</a:t>
            </a:r>
            <a:r>
              <a:rPr sz="2774" b="1" spc="-99" dirty="0">
                <a:solidFill>
                  <a:srgbClr val="FFFFFF"/>
                </a:solidFill>
                <a:latin typeface="LM Sans 10"/>
                <a:cs typeface="LM Sans 10"/>
              </a:rPr>
              <a:t> </a:t>
            </a:r>
            <a:r>
              <a:rPr sz="2774" b="1" spc="20" dirty="0">
                <a:solidFill>
                  <a:srgbClr val="FFFFFF"/>
                </a:solidFill>
                <a:latin typeface="LM Sans 10"/>
                <a:cs typeface="LM Sans 10"/>
              </a:rPr>
              <a:t>Ponens</a:t>
            </a:r>
            <a:endParaRPr sz="2774" dirty="0">
              <a:latin typeface="LM Sans 10"/>
              <a:cs typeface="LM Sans 10"/>
            </a:endParaRPr>
          </a:p>
        </p:txBody>
      </p:sp>
      <p:grpSp>
        <p:nvGrpSpPr>
          <p:cNvPr id="5" name="object 5"/>
          <p:cNvGrpSpPr/>
          <p:nvPr/>
        </p:nvGrpSpPr>
        <p:grpSpPr>
          <a:xfrm>
            <a:off x="962524" y="2255773"/>
            <a:ext cx="8455133" cy="1743871"/>
            <a:chOff x="195795" y="597305"/>
            <a:chExt cx="4267200" cy="880110"/>
          </a:xfrm>
        </p:grpSpPr>
        <p:sp>
          <p:nvSpPr>
            <p:cNvPr id="6" name="object 6"/>
            <p:cNvSpPr/>
            <p:nvPr/>
          </p:nvSpPr>
          <p:spPr>
            <a:xfrm>
              <a:off x="195795" y="749338"/>
              <a:ext cx="4216450" cy="50609"/>
            </a:xfrm>
            <a:prstGeom prst="rect">
              <a:avLst/>
            </a:prstGeom>
            <a:blipFill>
              <a:blip r:embed="rId2" cstate="print"/>
              <a:stretch>
                <a:fillRect/>
              </a:stretch>
            </a:blipFill>
          </p:spPr>
          <p:txBody>
            <a:bodyPr wrap="square" lIns="0" tIns="0" rIns="0" bIns="0" rtlCol="0"/>
            <a:lstStyle/>
            <a:p>
              <a:endParaRPr sz="3567"/>
            </a:p>
          </p:txBody>
        </p:sp>
        <p:sp>
          <p:nvSpPr>
            <p:cNvPr id="7" name="object 7"/>
            <p:cNvSpPr/>
            <p:nvPr/>
          </p:nvSpPr>
          <p:spPr>
            <a:xfrm>
              <a:off x="246595" y="1375587"/>
              <a:ext cx="101600" cy="101600"/>
            </a:xfrm>
            <a:prstGeom prst="rect">
              <a:avLst/>
            </a:prstGeom>
            <a:blipFill>
              <a:blip r:embed="rId3" cstate="print"/>
              <a:stretch>
                <a:fillRect/>
              </a:stretch>
            </a:blipFill>
          </p:spPr>
          <p:txBody>
            <a:bodyPr wrap="square" lIns="0" tIns="0" rIns="0" bIns="0" rtlCol="0"/>
            <a:lstStyle/>
            <a:p>
              <a:endParaRPr sz="3567"/>
            </a:p>
          </p:txBody>
        </p:sp>
        <p:sp>
          <p:nvSpPr>
            <p:cNvPr id="8" name="object 8"/>
            <p:cNvSpPr/>
            <p:nvPr/>
          </p:nvSpPr>
          <p:spPr>
            <a:xfrm>
              <a:off x="297396" y="1362887"/>
              <a:ext cx="4165599" cy="114300"/>
            </a:xfrm>
            <a:prstGeom prst="rect">
              <a:avLst/>
            </a:prstGeom>
            <a:blipFill>
              <a:blip r:embed="rId4" cstate="print"/>
              <a:stretch>
                <a:fillRect/>
              </a:stretch>
            </a:blipFill>
          </p:spPr>
          <p:txBody>
            <a:bodyPr wrap="square" lIns="0" tIns="0" rIns="0" bIns="0" rtlCol="0"/>
            <a:lstStyle/>
            <a:p>
              <a:endParaRPr sz="3567"/>
            </a:p>
          </p:txBody>
        </p:sp>
        <p:sp>
          <p:nvSpPr>
            <p:cNvPr id="9" name="object 9"/>
            <p:cNvSpPr/>
            <p:nvPr/>
          </p:nvSpPr>
          <p:spPr>
            <a:xfrm>
              <a:off x="4412246" y="597319"/>
              <a:ext cx="50749" cy="778268"/>
            </a:xfrm>
            <a:prstGeom prst="rect">
              <a:avLst/>
            </a:prstGeom>
            <a:blipFill>
              <a:blip r:embed="rId5" cstate="print"/>
              <a:stretch>
                <a:fillRect/>
              </a:stretch>
            </a:blipFill>
          </p:spPr>
          <p:txBody>
            <a:bodyPr wrap="square" lIns="0" tIns="0" rIns="0" bIns="0" rtlCol="0"/>
            <a:lstStyle/>
            <a:p>
              <a:endParaRPr sz="3567"/>
            </a:p>
          </p:txBody>
        </p:sp>
        <p:sp>
          <p:nvSpPr>
            <p:cNvPr id="10" name="object 10"/>
            <p:cNvSpPr/>
            <p:nvPr/>
          </p:nvSpPr>
          <p:spPr>
            <a:xfrm>
              <a:off x="195795" y="793610"/>
              <a:ext cx="4217035" cy="633095"/>
            </a:xfrm>
            <a:custGeom>
              <a:avLst/>
              <a:gdLst/>
              <a:ahLst/>
              <a:cxnLst/>
              <a:rect l="l" t="t" r="r" b="b"/>
              <a:pathLst>
                <a:path w="4217035" h="633094">
                  <a:moveTo>
                    <a:pt x="4216451" y="0"/>
                  </a:moveTo>
                  <a:lnTo>
                    <a:pt x="0" y="0"/>
                  </a:lnTo>
                  <a:lnTo>
                    <a:pt x="0" y="581977"/>
                  </a:lnTo>
                  <a:lnTo>
                    <a:pt x="4008" y="601702"/>
                  </a:lnTo>
                  <a:lnTo>
                    <a:pt x="14922" y="617855"/>
                  </a:lnTo>
                  <a:lnTo>
                    <a:pt x="31075" y="628769"/>
                  </a:lnTo>
                  <a:lnTo>
                    <a:pt x="50800" y="632777"/>
                  </a:lnTo>
                  <a:lnTo>
                    <a:pt x="4165651" y="632777"/>
                  </a:lnTo>
                  <a:lnTo>
                    <a:pt x="4185376" y="628769"/>
                  </a:lnTo>
                  <a:lnTo>
                    <a:pt x="4201528" y="617855"/>
                  </a:lnTo>
                  <a:lnTo>
                    <a:pt x="4212442" y="601702"/>
                  </a:lnTo>
                  <a:lnTo>
                    <a:pt x="4216451" y="581977"/>
                  </a:lnTo>
                  <a:lnTo>
                    <a:pt x="4216451" y="0"/>
                  </a:lnTo>
                  <a:close/>
                </a:path>
              </a:pathLst>
            </a:custGeom>
            <a:solidFill>
              <a:srgbClr val="E5ECE5"/>
            </a:solidFill>
          </p:spPr>
          <p:txBody>
            <a:bodyPr wrap="square" lIns="0" tIns="0" rIns="0" bIns="0" rtlCol="0"/>
            <a:lstStyle/>
            <a:p>
              <a:endParaRPr sz="3567"/>
            </a:p>
          </p:txBody>
        </p:sp>
        <p:sp>
          <p:nvSpPr>
            <p:cNvPr id="11" name="object 11"/>
            <p:cNvSpPr/>
            <p:nvPr/>
          </p:nvSpPr>
          <p:spPr>
            <a:xfrm>
              <a:off x="4412246" y="635405"/>
              <a:ext cx="0" cy="759460"/>
            </a:xfrm>
            <a:custGeom>
              <a:avLst/>
              <a:gdLst/>
              <a:ahLst/>
              <a:cxnLst/>
              <a:rect l="l" t="t" r="r" b="b"/>
              <a:pathLst>
                <a:path h="759460">
                  <a:moveTo>
                    <a:pt x="0" y="759232"/>
                  </a:moveTo>
                  <a:lnTo>
                    <a:pt x="0" y="0"/>
                  </a:lnTo>
                </a:path>
              </a:pathLst>
            </a:custGeom>
            <a:ln w="3175">
              <a:solidFill>
                <a:srgbClr val="7F7F7F"/>
              </a:solidFill>
            </a:ln>
          </p:spPr>
          <p:txBody>
            <a:bodyPr wrap="square" lIns="0" tIns="0" rIns="0" bIns="0" rtlCol="0"/>
            <a:lstStyle/>
            <a:p>
              <a:endParaRPr sz="3567"/>
            </a:p>
          </p:txBody>
        </p:sp>
        <p:sp>
          <p:nvSpPr>
            <p:cNvPr id="12" name="object 12"/>
            <p:cNvSpPr/>
            <p:nvPr/>
          </p:nvSpPr>
          <p:spPr>
            <a:xfrm>
              <a:off x="4412246" y="622705"/>
              <a:ext cx="0" cy="12700"/>
            </a:xfrm>
            <a:custGeom>
              <a:avLst/>
              <a:gdLst/>
              <a:ahLst/>
              <a:cxnLst/>
              <a:rect l="l" t="t" r="r" b="b"/>
              <a:pathLst>
                <a:path h="12700">
                  <a:moveTo>
                    <a:pt x="0" y="12699"/>
                  </a:moveTo>
                  <a:lnTo>
                    <a:pt x="0" y="0"/>
                  </a:lnTo>
                </a:path>
              </a:pathLst>
            </a:custGeom>
            <a:ln w="3175">
              <a:solidFill>
                <a:srgbClr val="AFAFAF"/>
              </a:solidFill>
            </a:ln>
          </p:spPr>
          <p:txBody>
            <a:bodyPr wrap="square" lIns="0" tIns="0" rIns="0" bIns="0" rtlCol="0"/>
            <a:lstStyle/>
            <a:p>
              <a:endParaRPr sz="3567"/>
            </a:p>
          </p:txBody>
        </p:sp>
        <p:sp>
          <p:nvSpPr>
            <p:cNvPr id="13" name="object 13"/>
            <p:cNvSpPr/>
            <p:nvPr/>
          </p:nvSpPr>
          <p:spPr>
            <a:xfrm>
              <a:off x="4412246" y="610005"/>
              <a:ext cx="0" cy="12700"/>
            </a:xfrm>
            <a:custGeom>
              <a:avLst/>
              <a:gdLst/>
              <a:ahLst/>
              <a:cxnLst/>
              <a:rect l="l" t="t" r="r" b="b"/>
              <a:pathLst>
                <a:path h="12700">
                  <a:moveTo>
                    <a:pt x="0" y="12699"/>
                  </a:moveTo>
                  <a:lnTo>
                    <a:pt x="0" y="0"/>
                  </a:lnTo>
                </a:path>
              </a:pathLst>
            </a:custGeom>
            <a:ln w="3175">
              <a:solidFill>
                <a:srgbClr val="CECECE"/>
              </a:solidFill>
            </a:ln>
          </p:spPr>
          <p:txBody>
            <a:bodyPr wrap="square" lIns="0" tIns="0" rIns="0" bIns="0" rtlCol="0"/>
            <a:lstStyle/>
            <a:p>
              <a:endParaRPr sz="3567"/>
            </a:p>
          </p:txBody>
        </p:sp>
        <p:sp>
          <p:nvSpPr>
            <p:cNvPr id="14" name="object 14"/>
            <p:cNvSpPr/>
            <p:nvPr/>
          </p:nvSpPr>
          <p:spPr>
            <a:xfrm>
              <a:off x="4412246" y="597305"/>
              <a:ext cx="0" cy="12700"/>
            </a:xfrm>
            <a:custGeom>
              <a:avLst/>
              <a:gdLst/>
              <a:ahLst/>
              <a:cxnLst/>
              <a:rect l="l" t="t" r="r" b="b"/>
              <a:pathLst>
                <a:path h="12700">
                  <a:moveTo>
                    <a:pt x="0" y="12699"/>
                  </a:moveTo>
                  <a:lnTo>
                    <a:pt x="0" y="0"/>
                  </a:lnTo>
                </a:path>
              </a:pathLst>
            </a:custGeom>
            <a:ln w="3175">
              <a:solidFill>
                <a:srgbClr val="EFEFEF"/>
              </a:solidFill>
            </a:ln>
          </p:spPr>
          <p:txBody>
            <a:bodyPr wrap="square" lIns="0" tIns="0" rIns="0" bIns="0" rtlCol="0"/>
            <a:lstStyle/>
            <a:p>
              <a:endParaRPr sz="3567"/>
            </a:p>
          </p:txBody>
        </p:sp>
      </p:grpSp>
      <p:sp>
        <p:nvSpPr>
          <p:cNvPr id="15" name="object 15"/>
          <p:cNvSpPr txBox="1"/>
          <p:nvPr/>
        </p:nvSpPr>
        <p:spPr>
          <a:xfrm>
            <a:off x="2418342" y="2648432"/>
            <a:ext cx="797702" cy="390073"/>
          </a:xfrm>
          <a:prstGeom prst="rect">
            <a:avLst/>
          </a:prstGeom>
        </p:spPr>
        <p:txBody>
          <a:bodyPr vert="horz" wrap="square" lIns="0" tIns="23906" rIns="0" bIns="0" rtlCol="0">
            <a:spAutoFit/>
          </a:bodyPr>
          <a:lstStyle/>
          <a:p>
            <a:pPr marL="25164">
              <a:spcBef>
                <a:spcPts val="188"/>
              </a:spcBef>
            </a:pPr>
            <a:r>
              <a:rPr sz="2378" i="1" spc="-218" dirty="0">
                <a:latin typeface="Georgia"/>
                <a:cs typeface="Georgia"/>
              </a:rPr>
              <a:t>p </a:t>
            </a:r>
            <a:r>
              <a:rPr sz="2378" i="1" spc="376" dirty="0">
                <a:latin typeface="DejaVu Sans"/>
                <a:cs typeface="DejaVu Sans"/>
              </a:rPr>
              <a:t>→</a:t>
            </a:r>
            <a:r>
              <a:rPr sz="2378" i="1" spc="-327" dirty="0">
                <a:latin typeface="DejaVu Sans"/>
                <a:cs typeface="DejaVu Sans"/>
              </a:rPr>
              <a:t> </a:t>
            </a:r>
            <a:r>
              <a:rPr sz="2378" i="1" spc="-297" dirty="0">
                <a:latin typeface="Georgia"/>
                <a:cs typeface="Georgia"/>
              </a:rPr>
              <a:t>q</a:t>
            </a:r>
            <a:endParaRPr sz="2378">
              <a:latin typeface="Georgia"/>
              <a:cs typeface="Georgia"/>
            </a:endParaRPr>
          </a:p>
        </p:txBody>
      </p:sp>
      <p:sp>
        <p:nvSpPr>
          <p:cNvPr id="20" name="object 20"/>
          <p:cNvSpPr txBox="1"/>
          <p:nvPr/>
        </p:nvSpPr>
        <p:spPr>
          <a:xfrm>
            <a:off x="1967077" y="3011926"/>
            <a:ext cx="650492" cy="756006"/>
          </a:xfrm>
          <a:prstGeom prst="rect">
            <a:avLst/>
          </a:prstGeom>
        </p:spPr>
        <p:txBody>
          <a:bodyPr vert="horz" wrap="square" lIns="0" tIns="23906" rIns="0" bIns="0" rtlCol="0">
            <a:spAutoFit/>
          </a:bodyPr>
          <a:lstStyle/>
          <a:p>
            <a:pPr marR="10066" algn="r">
              <a:spcBef>
                <a:spcPts val="188"/>
              </a:spcBef>
            </a:pPr>
            <a:r>
              <a:rPr sz="2378" i="1" spc="-218" dirty="0">
                <a:latin typeface="Georgia"/>
                <a:cs typeface="Georgia"/>
              </a:rPr>
              <a:t>p</a:t>
            </a:r>
            <a:endParaRPr sz="2378" dirty="0">
              <a:latin typeface="Georgia"/>
              <a:cs typeface="Georgia"/>
            </a:endParaRPr>
          </a:p>
          <a:p>
            <a:pPr marL="25164">
              <a:spcBef>
                <a:spcPts val="10"/>
              </a:spcBef>
            </a:pPr>
            <a:r>
              <a:rPr sz="2378" spc="-10" dirty="0">
                <a:latin typeface="MathJax_AMS"/>
                <a:cs typeface="MathJax_AMS"/>
              </a:rPr>
              <a:t>∴</a:t>
            </a:r>
            <a:r>
              <a:rPr sz="2378" spc="40" dirty="0">
                <a:latin typeface="MathJax_AMS"/>
                <a:cs typeface="MathJax_AMS"/>
              </a:rPr>
              <a:t> </a:t>
            </a:r>
            <a:r>
              <a:rPr sz="2378" i="1" spc="-297" dirty="0">
                <a:latin typeface="Georgia"/>
                <a:cs typeface="Georgia"/>
              </a:rPr>
              <a:t>q</a:t>
            </a:r>
            <a:endParaRPr sz="2378" dirty="0">
              <a:latin typeface="Georgia"/>
              <a:cs typeface="Georgia"/>
            </a:endParaRPr>
          </a:p>
        </p:txBody>
      </p:sp>
      <p:sp>
        <p:nvSpPr>
          <p:cNvPr id="21" name="object 21"/>
          <p:cNvSpPr txBox="1"/>
          <p:nvPr/>
        </p:nvSpPr>
        <p:spPr>
          <a:xfrm>
            <a:off x="3720811" y="2648433"/>
            <a:ext cx="4592446" cy="1121940"/>
          </a:xfrm>
          <a:prstGeom prst="rect">
            <a:avLst/>
          </a:prstGeom>
        </p:spPr>
        <p:txBody>
          <a:bodyPr vert="horz" wrap="square" lIns="0" tIns="23906" rIns="0" bIns="0" rtlCol="0">
            <a:spAutoFit/>
          </a:bodyPr>
          <a:lstStyle/>
          <a:p>
            <a:pPr marL="475593" marR="10066">
              <a:spcBef>
                <a:spcPts val="188"/>
              </a:spcBef>
            </a:pPr>
            <a:r>
              <a:rPr sz="2378" spc="-10" dirty="0">
                <a:latin typeface="LM Sans 12"/>
                <a:cs typeface="LM Sans 12"/>
              </a:rPr>
              <a:t>If </a:t>
            </a:r>
            <a:r>
              <a:rPr sz="2378" i="1" spc="119" dirty="0">
                <a:latin typeface="Georgia"/>
                <a:cs typeface="Georgia"/>
              </a:rPr>
              <a:t>x </a:t>
            </a:r>
            <a:r>
              <a:rPr sz="2378" spc="-10" dirty="0">
                <a:latin typeface="LM Sans 12"/>
                <a:cs typeface="LM Sans 12"/>
              </a:rPr>
              <a:t>divisible </a:t>
            </a:r>
            <a:r>
              <a:rPr sz="2378" spc="-50" dirty="0">
                <a:latin typeface="LM Sans 12"/>
                <a:cs typeface="LM Sans 12"/>
              </a:rPr>
              <a:t>by </a:t>
            </a:r>
            <a:r>
              <a:rPr sz="2378" spc="-10" dirty="0">
                <a:latin typeface="LM Roman 12"/>
                <a:cs typeface="LM Roman 12"/>
              </a:rPr>
              <a:t>6</a:t>
            </a:r>
            <a:r>
              <a:rPr sz="2378" i="1" spc="-10" dirty="0">
                <a:latin typeface="Georgia"/>
                <a:cs typeface="Georgia"/>
              </a:rPr>
              <a:t>, </a:t>
            </a:r>
            <a:r>
              <a:rPr sz="2378" i="1" spc="119" dirty="0">
                <a:latin typeface="Georgia"/>
                <a:cs typeface="Georgia"/>
              </a:rPr>
              <a:t>x </a:t>
            </a:r>
            <a:r>
              <a:rPr sz="2378" spc="-10" dirty="0">
                <a:latin typeface="LM Sans 12"/>
                <a:cs typeface="LM Sans 12"/>
              </a:rPr>
              <a:t>divisible </a:t>
            </a:r>
            <a:r>
              <a:rPr sz="2378" spc="-50" dirty="0">
                <a:latin typeface="LM Sans 12"/>
                <a:cs typeface="LM Sans 12"/>
              </a:rPr>
              <a:t>by </a:t>
            </a:r>
            <a:r>
              <a:rPr sz="2378" spc="-10" dirty="0">
                <a:latin typeface="LM Roman 12"/>
                <a:cs typeface="LM Roman 12"/>
              </a:rPr>
              <a:t>3  18 </a:t>
            </a:r>
            <a:r>
              <a:rPr sz="2378" spc="-10" dirty="0">
                <a:latin typeface="LM Sans 12"/>
                <a:cs typeface="LM Sans 12"/>
              </a:rPr>
              <a:t>divisible </a:t>
            </a:r>
            <a:r>
              <a:rPr sz="2378" spc="-50" dirty="0">
                <a:latin typeface="LM Sans 12"/>
                <a:cs typeface="LM Sans 12"/>
              </a:rPr>
              <a:t>by</a:t>
            </a:r>
            <a:r>
              <a:rPr sz="2378" spc="-10" dirty="0">
                <a:latin typeface="LM Sans 12"/>
                <a:cs typeface="LM Sans 12"/>
              </a:rPr>
              <a:t> </a:t>
            </a:r>
            <a:r>
              <a:rPr sz="2378" spc="-10" dirty="0">
                <a:latin typeface="LM Roman 12"/>
                <a:cs typeface="LM Roman 12"/>
              </a:rPr>
              <a:t>6</a:t>
            </a:r>
            <a:endParaRPr sz="2378" dirty="0">
              <a:latin typeface="LM Roman 12"/>
              <a:cs typeface="LM Roman 12"/>
            </a:endParaRPr>
          </a:p>
          <a:p>
            <a:pPr marL="25164">
              <a:spcBef>
                <a:spcPts val="20"/>
              </a:spcBef>
            </a:pPr>
            <a:r>
              <a:rPr sz="2378" spc="-10" dirty="0">
                <a:latin typeface="MathJax_AMS"/>
                <a:cs typeface="MathJax_AMS"/>
              </a:rPr>
              <a:t>∴ </a:t>
            </a:r>
            <a:r>
              <a:rPr sz="2378" spc="-10" dirty="0">
                <a:latin typeface="LM Roman 12"/>
                <a:cs typeface="LM Roman 12"/>
              </a:rPr>
              <a:t>6 </a:t>
            </a:r>
            <a:r>
              <a:rPr sz="2378" spc="-10" dirty="0">
                <a:latin typeface="LM Sans 12"/>
                <a:cs typeface="LM Sans 12"/>
              </a:rPr>
              <a:t>divisible</a:t>
            </a:r>
            <a:r>
              <a:rPr sz="2378" spc="-396" dirty="0">
                <a:latin typeface="LM Sans 12"/>
                <a:cs typeface="LM Sans 12"/>
              </a:rPr>
              <a:t> </a:t>
            </a:r>
            <a:r>
              <a:rPr sz="2378" spc="-30" dirty="0">
                <a:latin typeface="LM Sans 12"/>
                <a:cs typeface="LM Sans 12"/>
              </a:rPr>
              <a:t>by</a:t>
            </a:r>
            <a:r>
              <a:rPr lang="en-US" sz="2378" spc="-30" dirty="0">
                <a:latin typeface="LM Sans 12"/>
                <a:cs typeface="LM Sans 12"/>
              </a:rPr>
              <a:t> </a:t>
            </a:r>
            <a:r>
              <a:rPr sz="2378" spc="-30" dirty="0">
                <a:latin typeface="LM Roman 12"/>
                <a:cs typeface="LM Roman 12"/>
              </a:rPr>
              <a:t>3</a:t>
            </a:r>
            <a:endParaRPr sz="2378" dirty="0">
              <a:latin typeface="LM Roman 12"/>
              <a:cs typeface="LM Roman 12"/>
            </a:endParaRPr>
          </a:p>
        </p:txBody>
      </p:sp>
      <p:pic>
        <p:nvPicPr>
          <p:cNvPr id="68" name="Picture 67">
            <a:extLst>
              <a:ext uri="{FF2B5EF4-FFF2-40B4-BE49-F238E27FC236}">
                <a16:creationId xmlns:a16="http://schemas.microsoft.com/office/drawing/2014/main" id="{02A36D50-EC35-4B31-AD36-279BAFEA8B63}"/>
              </a:ext>
            </a:extLst>
          </p:cNvPr>
          <p:cNvPicPr>
            <a:picLocks noChangeAspect="1"/>
          </p:cNvPicPr>
          <p:nvPr/>
        </p:nvPicPr>
        <p:blipFill>
          <a:blip r:embed="rId6"/>
          <a:stretch>
            <a:fillRect/>
          </a:stretch>
        </p:blipFill>
        <p:spPr>
          <a:xfrm>
            <a:off x="2774341" y="4092237"/>
            <a:ext cx="6322473" cy="2715294"/>
          </a:xfrm>
          <a:prstGeom prst="rect">
            <a:avLst/>
          </a:prstGeom>
        </p:spPr>
      </p:pic>
      <p:sp>
        <p:nvSpPr>
          <p:cNvPr id="16" name="Title 1">
            <a:extLst>
              <a:ext uri="{FF2B5EF4-FFF2-40B4-BE49-F238E27FC236}">
                <a16:creationId xmlns:a16="http://schemas.microsoft.com/office/drawing/2014/main" id="{C0B5570F-BDD4-C5E8-537E-4AC8F59F2B69}"/>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Rule of Inference</a:t>
            </a:r>
          </a:p>
        </p:txBody>
      </p:sp>
    </p:spTree>
  </p:cSld>
  <p:clrMapOvr>
    <a:masterClrMapping/>
  </p:clrMapOvr>
  <p:transition>
    <p:cu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71245" y="727492"/>
            <a:ext cx="4982388" cy="643801"/>
          </a:xfrm>
          <a:prstGeom prst="rect">
            <a:avLst/>
          </a:prstGeom>
        </p:spPr>
        <p:txBody>
          <a:bodyPr vert="horz" wrap="square" lIns="0" tIns="30197" rIns="0" bIns="0" rtlCol="0" anchor="ctr">
            <a:spAutoFit/>
          </a:bodyPr>
          <a:lstStyle/>
          <a:p>
            <a:pPr marL="25164">
              <a:spcBef>
                <a:spcPts val="238"/>
              </a:spcBef>
            </a:pPr>
            <a:r>
              <a:rPr spc="10" dirty="0">
                <a:solidFill>
                  <a:schemeClr val="bg1"/>
                </a:solidFill>
              </a:rPr>
              <a:t>Rules of</a:t>
            </a:r>
            <a:r>
              <a:rPr spc="-40" dirty="0">
                <a:solidFill>
                  <a:schemeClr val="bg1"/>
                </a:solidFill>
              </a:rPr>
              <a:t> </a:t>
            </a:r>
            <a:r>
              <a:rPr spc="10" dirty="0">
                <a:solidFill>
                  <a:schemeClr val="bg1"/>
                </a:solidFill>
              </a:rPr>
              <a:t>Inference</a:t>
            </a:r>
          </a:p>
        </p:txBody>
      </p:sp>
      <p:sp>
        <p:nvSpPr>
          <p:cNvPr id="22" name="object 22"/>
          <p:cNvSpPr/>
          <p:nvPr/>
        </p:nvSpPr>
        <p:spPr>
          <a:xfrm>
            <a:off x="962527" y="1867771"/>
            <a:ext cx="8355735" cy="485582"/>
          </a:xfrm>
          <a:custGeom>
            <a:avLst/>
            <a:gdLst/>
            <a:ahLst/>
            <a:cxnLst/>
            <a:rect l="l" t="t" r="r" b="b"/>
            <a:pathLst>
              <a:path w="4217035" h="208914">
                <a:moveTo>
                  <a:pt x="4165651" y="0"/>
                </a:moveTo>
                <a:lnTo>
                  <a:pt x="50800" y="0"/>
                </a:lnTo>
                <a:lnTo>
                  <a:pt x="31075" y="4008"/>
                </a:lnTo>
                <a:lnTo>
                  <a:pt x="14922" y="14922"/>
                </a:lnTo>
                <a:lnTo>
                  <a:pt x="4008" y="31075"/>
                </a:lnTo>
                <a:lnTo>
                  <a:pt x="0" y="50800"/>
                </a:lnTo>
                <a:lnTo>
                  <a:pt x="0" y="208911"/>
                </a:lnTo>
                <a:lnTo>
                  <a:pt x="4216451" y="208911"/>
                </a:lnTo>
                <a:lnTo>
                  <a:pt x="4216451" y="50800"/>
                </a:lnTo>
                <a:lnTo>
                  <a:pt x="4212442" y="31075"/>
                </a:lnTo>
                <a:lnTo>
                  <a:pt x="4201528" y="14922"/>
                </a:lnTo>
                <a:lnTo>
                  <a:pt x="4185376" y="4008"/>
                </a:lnTo>
                <a:lnTo>
                  <a:pt x="4165651"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lstStyle/>
          <a:p>
            <a:endParaRPr sz="3567"/>
          </a:p>
        </p:txBody>
      </p:sp>
      <p:sp>
        <p:nvSpPr>
          <p:cNvPr id="23" name="object 23"/>
          <p:cNvSpPr txBox="1"/>
          <p:nvPr/>
        </p:nvSpPr>
        <p:spPr>
          <a:xfrm>
            <a:off x="1036561" y="1799881"/>
            <a:ext cx="2457273" cy="461215"/>
          </a:xfrm>
          <a:prstGeom prst="rect">
            <a:avLst/>
          </a:prstGeom>
        </p:spPr>
        <p:txBody>
          <a:bodyPr vert="horz" wrap="square" lIns="0" tIns="33972" rIns="0" bIns="0" rtlCol="0">
            <a:spAutoFit/>
          </a:bodyPr>
          <a:lstStyle/>
          <a:p>
            <a:pPr marL="25164">
              <a:spcBef>
                <a:spcPts val="267"/>
              </a:spcBef>
            </a:pPr>
            <a:r>
              <a:rPr sz="2774" b="1" spc="50" dirty="0">
                <a:solidFill>
                  <a:srgbClr val="FFFFFF"/>
                </a:solidFill>
                <a:latin typeface="LM Sans 10"/>
                <a:cs typeface="LM Sans 10"/>
              </a:rPr>
              <a:t>Modus</a:t>
            </a:r>
            <a:r>
              <a:rPr sz="2774" b="1" spc="-99" dirty="0">
                <a:solidFill>
                  <a:srgbClr val="FFFFFF"/>
                </a:solidFill>
                <a:latin typeface="LM Sans 10"/>
                <a:cs typeface="LM Sans 10"/>
              </a:rPr>
              <a:t> </a:t>
            </a:r>
            <a:r>
              <a:rPr sz="2774" b="1" spc="-10" dirty="0">
                <a:solidFill>
                  <a:srgbClr val="FFFFFF"/>
                </a:solidFill>
                <a:latin typeface="LM Sans 10"/>
                <a:cs typeface="LM Sans 10"/>
              </a:rPr>
              <a:t>Tollens</a:t>
            </a:r>
            <a:endParaRPr sz="2774">
              <a:latin typeface="LM Sans 10"/>
              <a:cs typeface="LM Sans 10"/>
            </a:endParaRPr>
          </a:p>
        </p:txBody>
      </p:sp>
      <p:grpSp>
        <p:nvGrpSpPr>
          <p:cNvPr id="24" name="object 24"/>
          <p:cNvGrpSpPr/>
          <p:nvPr/>
        </p:nvGrpSpPr>
        <p:grpSpPr>
          <a:xfrm>
            <a:off x="973244" y="1896291"/>
            <a:ext cx="8455133" cy="2045642"/>
            <a:chOff x="195795" y="1597239"/>
            <a:chExt cx="4267200" cy="880110"/>
          </a:xfrm>
        </p:grpSpPr>
        <p:sp>
          <p:nvSpPr>
            <p:cNvPr id="25" name="object 25"/>
            <p:cNvSpPr/>
            <p:nvPr/>
          </p:nvSpPr>
          <p:spPr>
            <a:xfrm>
              <a:off x="195795" y="1749272"/>
              <a:ext cx="4216450" cy="50609"/>
            </a:xfrm>
            <a:prstGeom prst="rect">
              <a:avLst/>
            </a:prstGeom>
            <a:blipFill>
              <a:blip r:embed="rId2" cstate="print"/>
              <a:stretch>
                <a:fillRect/>
              </a:stretch>
            </a:blipFill>
          </p:spPr>
          <p:txBody>
            <a:bodyPr wrap="square" lIns="0" tIns="0" rIns="0" bIns="0" rtlCol="0"/>
            <a:lstStyle/>
            <a:p>
              <a:endParaRPr sz="3567"/>
            </a:p>
          </p:txBody>
        </p:sp>
        <p:sp>
          <p:nvSpPr>
            <p:cNvPr id="26" name="object 26"/>
            <p:cNvSpPr/>
            <p:nvPr/>
          </p:nvSpPr>
          <p:spPr>
            <a:xfrm>
              <a:off x="246595" y="2375522"/>
              <a:ext cx="101600" cy="101600"/>
            </a:xfrm>
            <a:prstGeom prst="rect">
              <a:avLst/>
            </a:prstGeom>
            <a:blipFill>
              <a:blip r:embed="rId3" cstate="print"/>
              <a:stretch>
                <a:fillRect/>
              </a:stretch>
            </a:blipFill>
          </p:spPr>
          <p:txBody>
            <a:bodyPr wrap="square" lIns="0" tIns="0" rIns="0" bIns="0" rtlCol="0"/>
            <a:lstStyle/>
            <a:p>
              <a:endParaRPr sz="3567"/>
            </a:p>
          </p:txBody>
        </p:sp>
        <p:sp>
          <p:nvSpPr>
            <p:cNvPr id="27" name="object 27"/>
            <p:cNvSpPr/>
            <p:nvPr/>
          </p:nvSpPr>
          <p:spPr>
            <a:xfrm>
              <a:off x="297396" y="2362822"/>
              <a:ext cx="4165599" cy="114300"/>
            </a:xfrm>
            <a:prstGeom prst="rect">
              <a:avLst/>
            </a:prstGeom>
            <a:blipFill>
              <a:blip r:embed="rId4" cstate="print"/>
              <a:stretch>
                <a:fillRect/>
              </a:stretch>
            </a:blipFill>
          </p:spPr>
          <p:txBody>
            <a:bodyPr wrap="square" lIns="0" tIns="0" rIns="0" bIns="0" rtlCol="0"/>
            <a:lstStyle/>
            <a:p>
              <a:endParaRPr sz="3567"/>
            </a:p>
          </p:txBody>
        </p:sp>
        <p:sp>
          <p:nvSpPr>
            <p:cNvPr id="28" name="object 28"/>
            <p:cNvSpPr/>
            <p:nvPr/>
          </p:nvSpPr>
          <p:spPr>
            <a:xfrm>
              <a:off x="4412246" y="1597240"/>
              <a:ext cx="50749" cy="778281"/>
            </a:xfrm>
            <a:prstGeom prst="rect">
              <a:avLst/>
            </a:prstGeom>
            <a:blipFill>
              <a:blip r:embed="rId5" cstate="print"/>
              <a:stretch>
                <a:fillRect/>
              </a:stretch>
            </a:blipFill>
          </p:spPr>
          <p:txBody>
            <a:bodyPr wrap="square" lIns="0" tIns="0" rIns="0" bIns="0" rtlCol="0"/>
            <a:lstStyle/>
            <a:p>
              <a:endParaRPr sz="3567"/>
            </a:p>
          </p:txBody>
        </p:sp>
        <p:sp>
          <p:nvSpPr>
            <p:cNvPr id="29" name="object 29"/>
            <p:cNvSpPr/>
            <p:nvPr/>
          </p:nvSpPr>
          <p:spPr>
            <a:xfrm>
              <a:off x="195795" y="1793544"/>
              <a:ext cx="4217035" cy="633095"/>
            </a:xfrm>
            <a:custGeom>
              <a:avLst/>
              <a:gdLst/>
              <a:ahLst/>
              <a:cxnLst/>
              <a:rect l="l" t="t" r="r" b="b"/>
              <a:pathLst>
                <a:path w="4217035" h="633094">
                  <a:moveTo>
                    <a:pt x="4216451" y="0"/>
                  </a:moveTo>
                  <a:lnTo>
                    <a:pt x="0" y="0"/>
                  </a:lnTo>
                  <a:lnTo>
                    <a:pt x="0" y="581977"/>
                  </a:lnTo>
                  <a:lnTo>
                    <a:pt x="4008" y="601702"/>
                  </a:lnTo>
                  <a:lnTo>
                    <a:pt x="14922" y="617855"/>
                  </a:lnTo>
                  <a:lnTo>
                    <a:pt x="31075" y="628769"/>
                  </a:lnTo>
                  <a:lnTo>
                    <a:pt x="50800" y="632777"/>
                  </a:lnTo>
                  <a:lnTo>
                    <a:pt x="4165651" y="632777"/>
                  </a:lnTo>
                  <a:lnTo>
                    <a:pt x="4185376" y="628769"/>
                  </a:lnTo>
                  <a:lnTo>
                    <a:pt x="4201528" y="617855"/>
                  </a:lnTo>
                  <a:lnTo>
                    <a:pt x="4212442" y="601702"/>
                  </a:lnTo>
                  <a:lnTo>
                    <a:pt x="4216451" y="581977"/>
                  </a:lnTo>
                  <a:lnTo>
                    <a:pt x="4216451" y="0"/>
                  </a:lnTo>
                  <a:close/>
                </a:path>
              </a:pathLst>
            </a:custGeom>
            <a:solidFill>
              <a:srgbClr val="E5ECE5"/>
            </a:solidFill>
          </p:spPr>
          <p:txBody>
            <a:bodyPr wrap="square" lIns="0" tIns="0" rIns="0" bIns="0" rtlCol="0"/>
            <a:lstStyle/>
            <a:p>
              <a:endParaRPr sz="3567"/>
            </a:p>
          </p:txBody>
        </p:sp>
        <p:sp>
          <p:nvSpPr>
            <p:cNvPr id="30" name="object 30"/>
            <p:cNvSpPr/>
            <p:nvPr/>
          </p:nvSpPr>
          <p:spPr>
            <a:xfrm>
              <a:off x="4412246" y="1635339"/>
              <a:ext cx="0" cy="759460"/>
            </a:xfrm>
            <a:custGeom>
              <a:avLst/>
              <a:gdLst/>
              <a:ahLst/>
              <a:cxnLst/>
              <a:rect l="l" t="t" r="r" b="b"/>
              <a:pathLst>
                <a:path h="759460">
                  <a:moveTo>
                    <a:pt x="0" y="759232"/>
                  </a:moveTo>
                  <a:lnTo>
                    <a:pt x="0" y="0"/>
                  </a:lnTo>
                </a:path>
              </a:pathLst>
            </a:custGeom>
            <a:ln w="3175">
              <a:solidFill>
                <a:srgbClr val="7F7F7F"/>
              </a:solidFill>
            </a:ln>
          </p:spPr>
          <p:txBody>
            <a:bodyPr wrap="square" lIns="0" tIns="0" rIns="0" bIns="0" rtlCol="0"/>
            <a:lstStyle/>
            <a:p>
              <a:endParaRPr sz="3567"/>
            </a:p>
          </p:txBody>
        </p:sp>
        <p:sp>
          <p:nvSpPr>
            <p:cNvPr id="31" name="object 31"/>
            <p:cNvSpPr/>
            <p:nvPr/>
          </p:nvSpPr>
          <p:spPr>
            <a:xfrm>
              <a:off x="4412246" y="1622639"/>
              <a:ext cx="0" cy="12700"/>
            </a:xfrm>
            <a:custGeom>
              <a:avLst/>
              <a:gdLst/>
              <a:ahLst/>
              <a:cxnLst/>
              <a:rect l="l" t="t" r="r" b="b"/>
              <a:pathLst>
                <a:path h="12700">
                  <a:moveTo>
                    <a:pt x="0" y="12699"/>
                  </a:moveTo>
                  <a:lnTo>
                    <a:pt x="0" y="0"/>
                  </a:lnTo>
                </a:path>
              </a:pathLst>
            </a:custGeom>
            <a:ln w="3175">
              <a:solidFill>
                <a:srgbClr val="AFAFAF"/>
              </a:solidFill>
            </a:ln>
          </p:spPr>
          <p:txBody>
            <a:bodyPr wrap="square" lIns="0" tIns="0" rIns="0" bIns="0" rtlCol="0"/>
            <a:lstStyle/>
            <a:p>
              <a:endParaRPr sz="3567"/>
            </a:p>
          </p:txBody>
        </p:sp>
        <p:sp>
          <p:nvSpPr>
            <p:cNvPr id="32" name="object 32"/>
            <p:cNvSpPr/>
            <p:nvPr/>
          </p:nvSpPr>
          <p:spPr>
            <a:xfrm>
              <a:off x="4412246" y="1609939"/>
              <a:ext cx="0" cy="12700"/>
            </a:xfrm>
            <a:custGeom>
              <a:avLst/>
              <a:gdLst/>
              <a:ahLst/>
              <a:cxnLst/>
              <a:rect l="l" t="t" r="r" b="b"/>
              <a:pathLst>
                <a:path h="12700">
                  <a:moveTo>
                    <a:pt x="0" y="12699"/>
                  </a:moveTo>
                  <a:lnTo>
                    <a:pt x="0" y="0"/>
                  </a:lnTo>
                </a:path>
              </a:pathLst>
            </a:custGeom>
            <a:ln w="3175">
              <a:solidFill>
                <a:srgbClr val="CECECE"/>
              </a:solidFill>
            </a:ln>
          </p:spPr>
          <p:txBody>
            <a:bodyPr wrap="square" lIns="0" tIns="0" rIns="0" bIns="0" rtlCol="0"/>
            <a:lstStyle/>
            <a:p>
              <a:endParaRPr sz="3567"/>
            </a:p>
          </p:txBody>
        </p:sp>
        <p:sp>
          <p:nvSpPr>
            <p:cNvPr id="33" name="object 33"/>
            <p:cNvSpPr/>
            <p:nvPr/>
          </p:nvSpPr>
          <p:spPr>
            <a:xfrm>
              <a:off x="4412246" y="1597239"/>
              <a:ext cx="0" cy="12700"/>
            </a:xfrm>
            <a:custGeom>
              <a:avLst/>
              <a:gdLst/>
              <a:ahLst/>
              <a:cxnLst/>
              <a:rect l="l" t="t" r="r" b="b"/>
              <a:pathLst>
                <a:path h="12700">
                  <a:moveTo>
                    <a:pt x="0" y="12699"/>
                  </a:moveTo>
                  <a:lnTo>
                    <a:pt x="0" y="0"/>
                  </a:lnTo>
                </a:path>
              </a:pathLst>
            </a:custGeom>
            <a:ln w="3175">
              <a:solidFill>
                <a:srgbClr val="EFEFEF"/>
              </a:solidFill>
            </a:ln>
          </p:spPr>
          <p:txBody>
            <a:bodyPr wrap="square" lIns="0" tIns="0" rIns="0" bIns="0" rtlCol="0"/>
            <a:lstStyle/>
            <a:p>
              <a:endParaRPr sz="3567"/>
            </a:p>
          </p:txBody>
        </p:sp>
      </p:grpSp>
      <p:sp>
        <p:nvSpPr>
          <p:cNvPr id="34" name="object 34"/>
          <p:cNvSpPr txBox="1"/>
          <p:nvPr/>
        </p:nvSpPr>
        <p:spPr>
          <a:xfrm>
            <a:off x="2309132" y="2340130"/>
            <a:ext cx="797702" cy="390073"/>
          </a:xfrm>
          <a:prstGeom prst="rect">
            <a:avLst/>
          </a:prstGeom>
        </p:spPr>
        <p:txBody>
          <a:bodyPr vert="horz" wrap="square" lIns="0" tIns="23906" rIns="0" bIns="0" rtlCol="0">
            <a:spAutoFit/>
          </a:bodyPr>
          <a:lstStyle/>
          <a:p>
            <a:pPr marL="25164">
              <a:spcBef>
                <a:spcPts val="188"/>
              </a:spcBef>
            </a:pPr>
            <a:r>
              <a:rPr sz="2378" i="1" spc="-218" dirty="0">
                <a:latin typeface="Georgia"/>
                <a:cs typeface="Georgia"/>
              </a:rPr>
              <a:t>p </a:t>
            </a:r>
            <a:r>
              <a:rPr sz="2378" i="1" spc="376" dirty="0">
                <a:latin typeface="DejaVu Sans"/>
                <a:cs typeface="DejaVu Sans"/>
              </a:rPr>
              <a:t>→</a:t>
            </a:r>
            <a:r>
              <a:rPr sz="2378" i="1" spc="-327" dirty="0">
                <a:latin typeface="DejaVu Sans"/>
                <a:cs typeface="DejaVu Sans"/>
              </a:rPr>
              <a:t> </a:t>
            </a:r>
            <a:r>
              <a:rPr sz="2378" i="1" spc="-297" dirty="0">
                <a:latin typeface="Georgia"/>
                <a:cs typeface="Georgia"/>
              </a:rPr>
              <a:t>q</a:t>
            </a:r>
            <a:endParaRPr sz="2378">
              <a:latin typeface="Georgia"/>
              <a:cs typeface="Georgia"/>
            </a:endParaRPr>
          </a:p>
        </p:txBody>
      </p:sp>
      <p:grpSp>
        <p:nvGrpSpPr>
          <p:cNvPr id="35" name="object 35"/>
          <p:cNvGrpSpPr/>
          <p:nvPr/>
        </p:nvGrpSpPr>
        <p:grpSpPr>
          <a:xfrm>
            <a:off x="3493833" y="2411685"/>
            <a:ext cx="0" cy="1019106"/>
            <a:chOff x="991769" y="1216948"/>
            <a:chExt cx="0" cy="514330"/>
          </a:xfrm>
        </p:grpSpPr>
        <p:sp>
          <p:nvSpPr>
            <p:cNvPr id="36" name="object 36"/>
            <p:cNvSpPr/>
            <p:nvPr/>
          </p:nvSpPr>
          <p:spPr>
            <a:xfrm>
              <a:off x="991769" y="1547763"/>
              <a:ext cx="0" cy="183515"/>
            </a:xfrm>
            <a:custGeom>
              <a:avLst/>
              <a:gdLst/>
              <a:ahLst/>
              <a:cxnLst/>
              <a:rect l="l" t="t" r="r" b="b"/>
              <a:pathLst>
                <a:path h="183514">
                  <a:moveTo>
                    <a:pt x="0" y="183464"/>
                  </a:moveTo>
                  <a:lnTo>
                    <a:pt x="0" y="0"/>
                  </a:lnTo>
                </a:path>
              </a:pathLst>
            </a:custGeom>
            <a:ln w="5054">
              <a:solidFill>
                <a:srgbClr val="000000"/>
              </a:solidFill>
            </a:ln>
          </p:spPr>
          <p:txBody>
            <a:bodyPr wrap="square" lIns="0" tIns="0" rIns="0" bIns="0" rtlCol="0"/>
            <a:lstStyle/>
            <a:p>
              <a:endParaRPr sz="3567"/>
            </a:p>
          </p:txBody>
        </p:sp>
        <p:sp>
          <p:nvSpPr>
            <p:cNvPr id="37" name="object 37"/>
            <p:cNvSpPr/>
            <p:nvPr/>
          </p:nvSpPr>
          <p:spPr>
            <a:xfrm>
              <a:off x="991769" y="1400463"/>
              <a:ext cx="0" cy="183515"/>
            </a:xfrm>
            <a:custGeom>
              <a:avLst/>
              <a:gdLst/>
              <a:ahLst/>
              <a:cxnLst/>
              <a:rect l="l" t="t" r="r" b="b"/>
              <a:pathLst>
                <a:path h="183514">
                  <a:moveTo>
                    <a:pt x="0" y="183464"/>
                  </a:moveTo>
                  <a:lnTo>
                    <a:pt x="0" y="0"/>
                  </a:lnTo>
                </a:path>
              </a:pathLst>
            </a:custGeom>
            <a:ln w="5054">
              <a:solidFill>
                <a:srgbClr val="000000"/>
              </a:solidFill>
            </a:ln>
          </p:spPr>
          <p:txBody>
            <a:bodyPr wrap="square" lIns="0" tIns="0" rIns="0" bIns="0" rtlCol="0"/>
            <a:lstStyle/>
            <a:p>
              <a:endParaRPr sz="3567"/>
            </a:p>
          </p:txBody>
        </p:sp>
        <p:sp>
          <p:nvSpPr>
            <p:cNvPr id="38" name="object 38"/>
            <p:cNvSpPr/>
            <p:nvPr/>
          </p:nvSpPr>
          <p:spPr>
            <a:xfrm>
              <a:off x="991769" y="1216948"/>
              <a:ext cx="0" cy="183515"/>
            </a:xfrm>
            <a:custGeom>
              <a:avLst/>
              <a:gdLst/>
              <a:ahLst/>
              <a:cxnLst/>
              <a:rect l="l" t="t" r="r" b="b"/>
              <a:pathLst>
                <a:path h="183514">
                  <a:moveTo>
                    <a:pt x="0" y="183464"/>
                  </a:moveTo>
                  <a:lnTo>
                    <a:pt x="0" y="0"/>
                  </a:lnTo>
                </a:path>
              </a:pathLst>
            </a:custGeom>
            <a:ln w="5054">
              <a:solidFill>
                <a:srgbClr val="000000"/>
              </a:solidFill>
            </a:ln>
          </p:spPr>
          <p:txBody>
            <a:bodyPr wrap="square" lIns="0" tIns="0" rIns="0" bIns="0" rtlCol="0"/>
            <a:lstStyle/>
            <a:p>
              <a:endParaRPr sz="3567" dirty="0"/>
            </a:p>
          </p:txBody>
        </p:sp>
      </p:grpSp>
      <p:sp>
        <p:nvSpPr>
          <p:cNvPr id="39" name="object 39"/>
          <p:cNvSpPr txBox="1"/>
          <p:nvPr/>
        </p:nvSpPr>
        <p:spPr>
          <a:xfrm>
            <a:off x="2309135" y="2703650"/>
            <a:ext cx="499507" cy="390073"/>
          </a:xfrm>
          <a:prstGeom prst="rect">
            <a:avLst/>
          </a:prstGeom>
        </p:spPr>
        <p:txBody>
          <a:bodyPr vert="horz" wrap="square" lIns="0" tIns="23906" rIns="0" bIns="0" rtlCol="0">
            <a:spAutoFit/>
          </a:bodyPr>
          <a:lstStyle/>
          <a:p>
            <a:pPr marL="25164">
              <a:spcBef>
                <a:spcPts val="188"/>
              </a:spcBef>
            </a:pPr>
            <a:r>
              <a:rPr sz="2378" i="1" spc="-159" dirty="0">
                <a:latin typeface="DejaVu Sans"/>
                <a:cs typeface="DejaVu Sans"/>
              </a:rPr>
              <a:t>∼</a:t>
            </a:r>
            <a:r>
              <a:rPr sz="2378" i="1" spc="-248" dirty="0">
                <a:latin typeface="DejaVu Sans"/>
                <a:cs typeface="DejaVu Sans"/>
              </a:rPr>
              <a:t> </a:t>
            </a:r>
            <a:r>
              <a:rPr sz="2378" i="1" spc="-297" dirty="0">
                <a:latin typeface="Georgia"/>
                <a:cs typeface="Georgia"/>
              </a:rPr>
              <a:t>q</a:t>
            </a:r>
            <a:endParaRPr sz="2378">
              <a:latin typeface="Georgia"/>
              <a:cs typeface="Georgia"/>
            </a:endParaRPr>
          </a:p>
        </p:txBody>
      </p:sp>
      <p:sp>
        <p:nvSpPr>
          <p:cNvPr id="40" name="object 40"/>
          <p:cNvSpPr txBox="1"/>
          <p:nvPr/>
        </p:nvSpPr>
        <p:spPr>
          <a:xfrm>
            <a:off x="1857893" y="3067170"/>
            <a:ext cx="967559" cy="390073"/>
          </a:xfrm>
          <a:prstGeom prst="rect">
            <a:avLst/>
          </a:prstGeom>
        </p:spPr>
        <p:txBody>
          <a:bodyPr vert="horz" wrap="square" lIns="0" tIns="23906" rIns="0" bIns="0" rtlCol="0">
            <a:spAutoFit/>
          </a:bodyPr>
          <a:lstStyle/>
          <a:p>
            <a:pPr marL="25164">
              <a:spcBef>
                <a:spcPts val="188"/>
              </a:spcBef>
            </a:pPr>
            <a:r>
              <a:rPr sz="2378" spc="-10" dirty="0">
                <a:latin typeface="MathJax_AMS"/>
                <a:cs typeface="MathJax_AMS"/>
              </a:rPr>
              <a:t>∴ </a:t>
            </a:r>
            <a:r>
              <a:rPr sz="2378" i="1" spc="-159" dirty="0">
                <a:latin typeface="DejaVu Sans"/>
                <a:cs typeface="DejaVu Sans"/>
              </a:rPr>
              <a:t>∼</a:t>
            </a:r>
            <a:r>
              <a:rPr sz="2378" i="1" spc="-59" dirty="0">
                <a:latin typeface="DejaVu Sans"/>
                <a:cs typeface="DejaVu Sans"/>
              </a:rPr>
              <a:t> </a:t>
            </a:r>
            <a:r>
              <a:rPr sz="2378" i="1" spc="-218" dirty="0">
                <a:latin typeface="Georgia"/>
                <a:cs typeface="Georgia"/>
              </a:rPr>
              <a:t>p</a:t>
            </a:r>
            <a:endParaRPr sz="2378">
              <a:latin typeface="Georgia"/>
              <a:cs typeface="Georgia"/>
            </a:endParaRPr>
          </a:p>
        </p:txBody>
      </p:sp>
      <p:sp>
        <p:nvSpPr>
          <p:cNvPr id="41" name="object 41"/>
          <p:cNvSpPr txBox="1"/>
          <p:nvPr/>
        </p:nvSpPr>
        <p:spPr>
          <a:xfrm>
            <a:off x="3611628" y="2340130"/>
            <a:ext cx="4807599" cy="1121940"/>
          </a:xfrm>
          <a:prstGeom prst="rect">
            <a:avLst/>
          </a:prstGeom>
        </p:spPr>
        <p:txBody>
          <a:bodyPr vert="horz" wrap="square" lIns="0" tIns="23906" rIns="0" bIns="0" rtlCol="0">
            <a:spAutoFit/>
          </a:bodyPr>
          <a:lstStyle/>
          <a:p>
            <a:pPr marL="475593" marR="10066">
              <a:spcBef>
                <a:spcPts val="188"/>
              </a:spcBef>
            </a:pPr>
            <a:r>
              <a:rPr sz="2378" spc="-10" dirty="0">
                <a:latin typeface="LM Sans 12"/>
                <a:cs typeface="LM Sans 12"/>
              </a:rPr>
              <a:t>if Zeus is human, then he is </a:t>
            </a:r>
            <a:r>
              <a:rPr sz="2378" spc="-20" dirty="0">
                <a:latin typeface="LM Sans 12"/>
                <a:cs typeface="LM Sans 12"/>
              </a:rPr>
              <a:t>mortal  </a:t>
            </a:r>
            <a:r>
              <a:rPr sz="2378" spc="-10" dirty="0">
                <a:latin typeface="LM Sans 12"/>
                <a:cs typeface="LM Sans 12"/>
              </a:rPr>
              <a:t>Zeus is not</a:t>
            </a:r>
            <a:r>
              <a:rPr sz="2378" spc="-20" dirty="0">
                <a:latin typeface="LM Sans 12"/>
                <a:cs typeface="LM Sans 12"/>
              </a:rPr>
              <a:t> </a:t>
            </a:r>
            <a:r>
              <a:rPr sz="2378" spc="-10" dirty="0">
                <a:latin typeface="LM Sans 12"/>
                <a:cs typeface="LM Sans 12"/>
              </a:rPr>
              <a:t>human</a:t>
            </a:r>
            <a:endParaRPr sz="2378">
              <a:latin typeface="LM Sans 12"/>
              <a:cs typeface="LM Sans 12"/>
            </a:endParaRPr>
          </a:p>
          <a:p>
            <a:pPr marL="25164">
              <a:spcBef>
                <a:spcPts val="20"/>
              </a:spcBef>
            </a:pPr>
            <a:r>
              <a:rPr sz="2378" spc="-10" dirty="0">
                <a:latin typeface="MathJax_AMS"/>
                <a:cs typeface="MathJax_AMS"/>
              </a:rPr>
              <a:t>∴   </a:t>
            </a:r>
            <a:r>
              <a:rPr sz="2378" spc="-10" dirty="0">
                <a:latin typeface="LM Sans 12"/>
                <a:cs typeface="LM Sans 12"/>
              </a:rPr>
              <a:t>Zeus is not</a:t>
            </a:r>
            <a:r>
              <a:rPr sz="2378" spc="79" dirty="0">
                <a:latin typeface="LM Sans 12"/>
                <a:cs typeface="LM Sans 12"/>
              </a:rPr>
              <a:t> </a:t>
            </a:r>
            <a:r>
              <a:rPr sz="2378" spc="-20" dirty="0">
                <a:latin typeface="LM Sans 12"/>
                <a:cs typeface="LM Sans 12"/>
              </a:rPr>
              <a:t>mortal</a:t>
            </a:r>
            <a:endParaRPr sz="2378">
              <a:latin typeface="LM Sans 12"/>
              <a:cs typeface="LM Sans 12"/>
            </a:endParaRPr>
          </a:p>
        </p:txBody>
      </p:sp>
      <p:graphicFrame>
        <p:nvGraphicFramePr>
          <p:cNvPr id="68" name="Table 68">
            <a:extLst>
              <a:ext uri="{FF2B5EF4-FFF2-40B4-BE49-F238E27FC236}">
                <a16:creationId xmlns:a16="http://schemas.microsoft.com/office/drawing/2014/main" id="{E0813080-AEAC-45C9-B274-35BD39788690}"/>
              </a:ext>
            </a:extLst>
          </p:cNvPr>
          <p:cNvGraphicFramePr>
            <a:graphicFrameLocks noGrp="1"/>
          </p:cNvGraphicFramePr>
          <p:nvPr>
            <p:extLst>
              <p:ext uri="{D42A27DB-BD31-4B8C-83A1-F6EECF244321}">
                <p14:modId xmlns:p14="http://schemas.microsoft.com/office/powerpoint/2010/main" val="657905238"/>
              </p:ext>
            </p:extLst>
          </p:nvPr>
        </p:nvGraphicFramePr>
        <p:xfrm>
          <a:off x="2292070" y="4132558"/>
          <a:ext cx="4959365" cy="1972710"/>
        </p:xfrm>
        <a:graphic>
          <a:graphicData uri="http://schemas.openxmlformats.org/drawingml/2006/table">
            <a:tbl>
              <a:tblPr firstRow="1" bandRow="1">
                <a:tableStyleId>{17292A2E-F333-43FB-9621-5CBBE7FDCDCB}</a:tableStyleId>
              </a:tblPr>
              <a:tblGrid>
                <a:gridCol w="991873">
                  <a:extLst>
                    <a:ext uri="{9D8B030D-6E8A-4147-A177-3AD203B41FA5}">
                      <a16:colId xmlns:a16="http://schemas.microsoft.com/office/drawing/2014/main" val="877106968"/>
                    </a:ext>
                  </a:extLst>
                </a:gridCol>
                <a:gridCol w="991873">
                  <a:extLst>
                    <a:ext uri="{9D8B030D-6E8A-4147-A177-3AD203B41FA5}">
                      <a16:colId xmlns:a16="http://schemas.microsoft.com/office/drawing/2014/main" val="3569491076"/>
                    </a:ext>
                  </a:extLst>
                </a:gridCol>
                <a:gridCol w="991873">
                  <a:extLst>
                    <a:ext uri="{9D8B030D-6E8A-4147-A177-3AD203B41FA5}">
                      <a16:colId xmlns:a16="http://schemas.microsoft.com/office/drawing/2014/main" val="3361582098"/>
                    </a:ext>
                  </a:extLst>
                </a:gridCol>
                <a:gridCol w="991873">
                  <a:extLst>
                    <a:ext uri="{9D8B030D-6E8A-4147-A177-3AD203B41FA5}">
                      <a16:colId xmlns:a16="http://schemas.microsoft.com/office/drawing/2014/main" val="290429643"/>
                    </a:ext>
                  </a:extLst>
                </a:gridCol>
                <a:gridCol w="991873">
                  <a:extLst>
                    <a:ext uri="{9D8B030D-6E8A-4147-A177-3AD203B41FA5}">
                      <a16:colId xmlns:a16="http://schemas.microsoft.com/office/drawing/2014/main" val="594286215"/>
                    </a:ext>
                  </a:extLst>
                </a:gridCol>
              </a:tblGrid>
              <a:tr h="392560">
                <a:tc>
                  <a:txBody>
                    <a:bodyPr/>
                    <a:lstStyle/>
                    <a:p>
                      <a:r>
                        <a:rPr lang="en-US" sz="1400" dirty="0">
                          <a:solidFill>
                            <a:sysClr val="windowText" lastClr="000000"/>
                          </a:solidFill>
                        </a:rPr>
                        <a:t>p</a:t>
                      </a:r>
                      <a:endParaRPr lang="en-PK" sz="1400" dirty="0">
                        <a:solidFill>
                          <a:sysClr val="windowText" lastClr="000000"/>
                        </a:solidFill>
                      </a:endParaRPr>
                    </a:p>
                  </a:txBody>
                  <a:tcPr marL="181181" marR="181181" marT="90591" marB="90591" anchor="ctr"/>
                </a:tc>
                <a:tc>
                  <a:txBody>
                    <a:bodyPr/>
                    <a:lstStyle/>
                    <a:p>
                      <a:r>
                        <a:rPr lang="en-US" sz="1400" dirty="0">
                          <a:solidFill>
                            <a:sysClr val="windowText" lastClr="000000"/>
                          </a:solidFill>
                        </a:rPr>
                        <a:t>q</a:t>
                      </a:r>
                      <a:endParaRPr lang="en-PK" sz="1400" dirty="0">
                        <a:solidFill>
                          <a:sysClr val="windowText" lastClr="000000"/>
                        </a:solidFill>
                      </a:endParaRPr>
                    </a:p>
                  </a:txBody>
                  <a:tcPr marL="181181" marR="181181" marT="90591" marB="90591" anchor="ctr"/>
                </a:tc>
                <a:tc>
                  <a:txBody>
                    <a:bodyPr/>
                    <a:lstStyle/>
                    <a:p>
                      <a:r>
                        <a:rPr lang="en-US" sz="1400" dirty="0">
                          <a:solidFill>
                            <a:sysClr val="windowText" lastClr="000000"/>
                          </a:solidFill>
                        </a:rPr>
                        <a:t>p-&gt; q</a:t>
                      </a:r>
                      <a:endParaRPr lang="en-PK" sz="1400" dirty="0">
                        <a:solidFill>
                          <a:sysClr val="windowText" lastClr="000000"/>
                        </a:solidFill>
                      </a:endParaRPr>
                    </a:p>
                  </a:txBody>
                  <a:tcPr marL="181181" marR="181181" marT="90591" marB="90591" anchor="ctr"/>
                </a:tc>
                <a:tc>
                  <a:txBody>
                    <a:bodyPr/>
                    <a:lstStyle/>
                    <a:p>
                      <a:r>
                        <a:rPr lang="en-US" sz="1400" dirty="0">
                          <a:solidFill>
                            <a:sysClr val="windowText" lastClr="000000"/>
                          </a:solidFill>
                        </a:rPr>
                        <a:t>~q</a:t>
                      </a:r>
                      <a:endParaRPr lang="en-PK" sz="1400" dirty="0">
                        <a:solidFill>
                          <a:sysClr val="windowText" lastClr="000000"/>
                        </a:solidFill>
                      </a:endParaRPr>
                    </a:p>
                  </a:txBody>
                  <a:tcPr marL="181181" marR="181181" marT="90591" marB="90591" anchor="ctr"/>
                </a:tc>
                <a:tc>
                  <a:txBody>
                    <a:bodyPr/>
                    <a:lstStyle/>
                    <a:p>
                      <a:r>
                        <a:rPr lang="en-US" sz="1400" dirty="0">
                          <a:solidFill>
                            <a:sysClr val="windowText" lastClr="000000"/>
                          </a:solidFill>
                        </a:rPr>
                        <a:t>~p</a:t>
                      </a:r>
                      <a:endParaRPr lang="en-PK" sz="1400" dirty="0">
                        <a:solidFill>
                          <a:sysClr val="windowText" lastClr="000000"/>
                        </a:solidFill>
                      </a:endParaRPr>
                    </a:p>
                  </a:txBody>
                  <a:tcPr marL="181181" marR="181181" marT="90591" marB="90591" anchor="ctr"/>
                </a:tc>
                <a:extLst>
                  <a:ext uri="{0D108BD9-81ED-4DB2-BD59-A6C34878D82A}">
                    <a16:rowId xmlns:a16="http://schemas.microsoft.com/office/drawing/2014/main" val="3985504342"/>
                  </a:ext>
                </a:extLst>
              </a:tr>
              <a:tr h="392560">
                <a:tc>
                  <a:txBody>
                    <a:bodyPr/>
                    <a:lstStyle/>
                    <a:p>
                      <a:r>
                        <a:rPr lang="en-US" sz="1400" dirty="0">
                          <a:solidFill>
                            <a:sysClr val="windowText" lastClr="000000"/>
                          </a:solidFill>
                        </a:rPr>
                        <a:t>T</a:t>
                      </a:r>
                      <a:endParaRPr lang="en-PK" sz="1400" dirty="0">
                        <a:solidFill>
                          <a:sysClr val="windowText" lastClr="000000"/>
                        </a:solidFill>
                      </a:endParaRPr>
                    </a:p>
                  </a:txBody>
                  <a:tcPr marL="181181" marR="181181" marT="90591" marB="90591" anchor="ctr"/>
                </a:tc>
                <a:tc>
                  <a:txBody>
                    <a:bodyPr/>
                    <a:lstStyle/>
                    <a:p>
                      <a:r>
                        <a:rPr lang="en-US" sz="1400" dirty="0">
                          <a:solidFill>
                            <a:sysClr val="windowText" lastClr="000000"/>
                          </a:solidFill>
                        </a:rPr>
                        <a:t>T</a:t>
                      </a:r>
                      <a:endParaRPr lang="en-PK" sz="1400" dirty="0">
                        <a:solidFill>
                          <a:sysClr val="windowText" lastClr="000000"/>
                        </a:solidFill>
                      </a:endParaRPr>
                    </a:p>
                  </a:txBody>
                  <a:tcPr marL="181181" marR="181181" marT="90591" marB="90591" anchor="ctr"/>
                </a:tc>
                <a:tc>
                  <a:txBody>
                    <a:bodyPr/>
                    <a:lstStyle/>
                    <a:p>
                      <a:r>
                        <a:rPr lang="en-US" sz="1400" dirty="0">
                          <a:solidFill>
                            <a:sysClr val="windowText" lastClr="000000"/>
                          </a:solidFill>
                        </a:rPr>
                        <a:t>T</a:t>
                      </a:r>
                      <a:endParaRPr lang="en-PK" sz="1400" dirty="0">
                        <a:solidFill>
                          <a:sysClr val="windowText" lastClr="000000"/>
                        </a:solidFill>
                      </a:endParaRPr>
                    </a:p>
                  </a:txBody>
                  <a:tcPr marL="181181" marR="181181" marT="90591" marB="90591" anchor="ctr"/>
                </a:tc>
                <a:tc>
                  <a:txBody>
                    <a:bodyPr/>
                    <a:lstStyle/>
                    <a:p>
                      <a:r>
                        <a:rPr lang="en-US" sz="1400" dirty="0">
                          <a:solidFill>
                            <a:sysClr val="windowText" lastClr="000000"/>
                          </a:solidFill>
                        </a:rPr>
                        <a:t>F</a:t>
                      </a:r>
                      <a:endParaRPr lang="en-PK" sz="1400" dirty="0">
                        <a:solidFill>
                          <a:sysClr val="windowText" lastClr="000000"/>
                        </a:solidFill>
                      </a:endParaRPr>
                    </a:p>
                  </a:txBody>
                  <a:tcPr marL="181181" marR="181181" marT="90591" marB="90591" anchor="ctr"/>
                </a:tc>
                <a:tc>
                  <a:txBody>
                    <a:bodyPr/>
                    <a:lstStyle/>
                    <a:p>
                      <a:r>
                        <a:rPr lang="en-US" sz="1400" dirty="0">
                          <a:solidFill>
                            <a:sysClr val="windowText" lastClr="000000"/>
                          </a:solidFill>
                        </a:rPr>
                        <a:t>F</a:t>
                      </a:r>
                      <a:endParaRPr lang="en-PK" sz="1400" dirty="0">
                        <a:solidFill>
                          <a:sysClr val="windowText" lastClr="000000"/>
                        </a:solidFill>
                      </a:endParaRPr>
                    </a:p>
                  </a:txBody>
                  <a:tcPr marL="181181" marR="181181" marT="90591" marB="90591" anchor="ctr"/>
                </a:tc>
                <a:extLst>
                  <a:ext uri="{0D108BD9-81ED-4DB2-BD59-A6C34878D82A}">
                    <a16:rowId xmlns:a16="http://schemas.microsoft.com/office/drawing/2014/main" val="3280850388"/>
                  </a:ext>
                </a:extLst>
              </a:tr>
              <a:tr h="392560">
                <a:tc>
                  <a:txBody>
                    <a:bodyPr/>
                    <a:lstStyle/>
                    <a:p>
                      <a:r>
                        <a:rPr lang="en-US" sz="1400" dirty="0">
                          <a:solidFill>
                            <a:sysClr val="windowText" lastClr="000000"/>
                          </a:solidFill>
                        </a:rPr>
                        <a:t>T</a:t>
                      </a:r>
                      <a:endParaRPr lang="en-PK" sz="1400" dirty="0">
                        <a:solidFill>
                          <a:sysClr val="windowText" lastClr="000000"/>
                        </a:solidFill>
                      </a:endParaRPr>
                    </a:p>
                  </a:txBody>
                  <a:tcPr marL="181181" marR="181181" marT="90591" marB="90591" anchor="ctr"/>
                </a:tc>
                <a:tc>
                  <a:txBody>
                    <a:bodyPr/>
                    <a:lstStyle/>
                    <a:p>
                      <a:r>
                        <a:rPr lang="en-US" sz="1400" dirty="0">
                          <a:solidFill>
                            <a:sysClr val="windowText" lastClr="000000"/>
                          </a:solidFill>
                        </a:rPr>
                        <a:t>F</a:t>
                      </a:r>
                      <a:endParaRPr lang="en-PK" sz="1400" dirty="0">
                        <a:solidFill>
                          <a:sysClr val="windowText" lastClr="000000"/>
                        </a:solidFill>
                      </a:endParaRPr>
                    </a:p>
                  </a:txBody>
                  <a:tcPr marL="181181" marR="181181" marT="90591" marB="90591" anchor="ctr"/>
                </a:tc>
                <a:tc>
                  <a:txBody>
                    <a:bodyPr/>
                    <a:lstStyle/>
                    <a:p>
                      <a:r>
                        <a:rPr lang="en-US" sz="1400" dirty="0">
                          <a:solidFill>
                            <a:sysClr val="windowText" lastClr="000000"/>
                          </a:solidFill>
                        </a:rPr>
                        <a:t>F</a:t>
                      </a:r>
                      <a:endParaRPr lang="en-PK" sz="1400" dirty="0">
                        <a:solidFill>
                          <a:sysClr val="windowText" lastClr="000000"/>
                        </a:solidFill>
                      </a:endParaRPr>
                    </a:p>
                  </a:txBody>
                  <a:tcPr marL="181181" marR="181181" marT="90591" marB="90591" anchor="ctr"/>
                </a:tc>
                <a:tc>
                  <a:txBody>
                    <a:bodyPr/>
                    <a:lstStyle/>
                    <a:p>
                      <a:r>
                        <a:rPr lang="en-US" sz="1400" dirty="0">
                          <a:solidFill>
                            <a:sysClr val="windowText" lastClr="000000"/>
                          </a:solidFill>
                        </a:rPr>
                        <a:t>T</a:t>
                      </a:r>
                      <a:endParaRPr lang="en-PK" sz="1400" dirty="0">
                        <a:solidFill>
                          <a:sysClr val="windowText" lastClr="000000"/>
                        </a:solidFill>
                      </a:endParaRPr>
                    </a:p>
                  </a:txBody>
                  <a:tcPr marL="181181" marR="181181" marT="90591" marB="90591" anchor="ctr"/>
                </a:tc>
                <a:tc>
                  <a:txBody>
                    <a:bodyPr/>
                    <a:lstStyle/>
                    <a:p>
                      <a:r>
                        <a:rPr lang="en-US" sz="1400" dirty="0">
                          <a:solidFill>
                            <a:sysClr val="windowText" lastClr="000000"/>
                          </a:solidFill>
                        </a:rPr>
                        <a:t>F</a:t>
                      </a:r>
                      <a:endParaRPr lang="en-PK" sz="1400" dirty="0">
                        <a:solidFill>
                          <a:sysClr val="windowText" lastClr="000000"/>
                        </a:solidFill>
                      </a:endParaRPr>
                    </a:p>
                  </a:txBody>
                  <a:tcPr marL="181181" marR="181181" marT="90591" marB="90591" anchor="ctr"/>
                </a:tc>
                <a:extLst>
                  <a:ext uri="{0D108BD9-81ED-4DB2-BD59-A6C34878D82A}">
                    <a16:rowId xmlns:a16="http://schemas.microsoft.com/office/drawing/2014/main" val="2213542940"/>
                  </a:ext>
                </a:extLst>
              </a:tr>
              <a:tr h="392560">
                <a:tc>
                  <a:txBody>
                    <a:bodyPr/>
                    <a:lstStyle/>
                    <a:p>
                      <a:r>
                        <a:rPr lang="en-US" sz="1400" dirty="0">
                          <a:solidFill>
                            <a:sysClr val="windowText" lastClr="000000"/>
                          </a:solidFill>
                        </a:rPr>
                        <a:t>F</a:t>
                      </a:r>
                      <a:endParaRPr lang="en-PK" sz="1400" dirty="0">
                        <a:solidFill>
                          <a:sysClr val="windowText" lastClr="000000"/>
                        </a:solidFill>
                      </a:endParaRPr>
                    </a:p>
                  </a:txBody>
                  <a:tcPr marL="181181" marR="181181" marT="90591" marB="90591" anchor="ctr"/>
                </a:tc>
                <a:tc>
                  <a:txBody>
                    <a:bodyPr/>
                    <a:lstStyle/>
                    <a:p>
                      <a:r>
                        <a:rPr lang="en-US" sz="1400" dirty="0">
                          <a:solidFill>
                            <a:sysClr val="windowText" lastClr="000000"/>
                          </a:solidFill>
                        </a:rPr>
                        <a:t>T</a:t>
                      </a:r>
                      <a:endParaRPr lang="en-PK" sz="1400" dirty="0">
                        <a:solidFill>
                          <a:sysClr val="windowText" lastClr="000000"/>
                        </a:solidFill>
                      </a:endParaRPr>
                    </a:p>
                  </a:txBody>
                  <a:tcPr marL="181181" marR="181181" marT="90591" marB="90591" anchor="ctr"/>
                </a:tc>
                <a:tc>
                  <a:txBody>
                    <a:bodyPr/>
                    <a:lstStyle/>
                    <a:p>
                      <a:r>
                        <a:rPr lang="en-US" sz="1400" dirty="0">
                          <a:solidFill>
                            <a:sysClr val="windowText" lastClr="000000"/>
                          </a:solidFill>
                        </a:rPr>
                        <a:t>T</a:t>
                      </a:r>
                      <a:endParaRPr lang="en-PK" sz="1400" dirty="0">
                        <a:solidFill>
                          <a:sysClr val="windowText" lastClr="000000"/>
                        </a:solidFill>
                      </a:endParaRPr>
                    </a:p>
                  </a:txBody>
                  <a:tcPr marL="181181" marR="181181" marT="90591" marB="90591" anchor="ctr"/>
                </a:tc>
                <a:tc>
                  <a:txBody>
                    <a:bodyPr/>
                    <a:lstStyle/>
                    <a:p>
                      <a:r>
                        <a:rPr lang="en-US" sz="1400" dirty="0">
                          <a:solidFill>
                            <a:sysClr val="windowText" lastClr="000000"/>
                          </a:solidFill>
                        </a:rPr>
                        <a:t>F</a:t>
                      </a:r>
                      <a:endParaRPr lang="en-PK" sz="1400" dirty="0">
                        <a:solidFill>
                          <a:sysClr val="windowText" lastClr="000000"/>
                        </a:solidFill>
                      </a:endParaRPr>
                    </a:p>
                  </a:txBody>
                  <a:tcPr marL="181181" marR="181181" marT="90591" marB="90591" anchor="ctr"/>
                </a:tc>
                <a:tc>
                  <a:txBody>
                    <a:bodyPr/>
                    <a:lstStyle/>
                    <a:p>
                      <a:r>
                        <a:rPr lang="en-US" sz="1400" dirty="0">
                          <a:solidFill>
                            <a:sysClr val="windowText" lastClr="000000"/>
                          </a:solidFill>
                        </a:rPr>
                        <a:t>T</a:t>
                      </a:r>
                      <a:endParaRPr lang="en-PK" sz="1400" dirty="0">
                        <a:solidFill>
                          <a:sysClr val="windowText" lastClr="000000"/>
                        </a:solidFill>
                      </a:endParaRPr>
                    </a:p>
                  </a:txBody>
                  <a:tcPr marL="181181" marR="181181" marT="90591" marB="90591" anchor="ctr"/>
                </a:tc>
                <a:extLst>
                  <a:ext uri="{0D108BD9-81ED-4DB2-BD59-A6C34878D82A}">
                    <a16:rowId xmlns:a16="http://schemas.microsoft.com/office/drawing/2014/main" val="3662586789"/>
                  </a:ext>
                </a:extLst>
              </a:tr>
              <a:tr h="392560">
                <a:tc>
                  <a:txBody>
                    <a:bodyPr/>
                    <a:lstStyle/>
                    <a:p>
                      <a:r>
                        <a:rPr lang="en-US" sz="1400" dirty="0">
                          <a:solidFill>
                            <a:sysClr val="windowText" lastClr="000000"/>
                          </a:solidFill>
                        </a:rPr>
                        <a:t>F</a:t>
                      </a:r>
                      <a:endParaRPr lang="en-PK" sz="1400" dirty="0">
                        <a:solidFill>
                          <a:sysClr val="windowText" lastClr="000000"/>
                        </a:solidFill>
                      </a:endParaRPr>
                    </a:p>
                  </a:txBody>
                  <a:tcPr marL="181181" marR="181181" marT="90591" marB="90591" anchor="ctr"/>
                </a:tc>
                <a:tc>
                  <a:txBody>
                    <a:bodyPr/>
                    <a:lstStyle/>
                    <a:p>
                      <a:r>
                        <a:rPr lang="en-US" sz="1400" dirty="0">
                          <a:solidFill>
                            <a:sysClr val="windowText" lastClr="000000"/>
                          </a:solidFill>
                        </a:rPr>
                        <a:t>F</a:t>
                      </a:r>
                      <a:endParaRPr lang="en-PK" sz="1400" dirty="0">
                        <a:solidFill>
                          <a:sysClr val="windowText" lastClr="000000"/>
                        </a:solidFill>
                      </a:endParaRPr>
                    </a:p>
                  </a:txBody>
                  <a:tcPr marL="181181" marR="181181" marT="90591" marB="90591" anchor="ctr"/>
                </a:tc>
                <a:tc>
                  <a:txBody>
                    <a:bodyPr/>
                    <a:lstStyle/>
                    <a:p>
                      <a:r>
                        <a:rPr lang="en-US" sz="1400" dirty="0">
                          <a:solidFill>
                            <a:sysClr val="windowText" lastClr="000000"/>
                          </a:solidFill>
                        </a:rPr>
                        <a:t>T</a:t>
                      </a:r>
                      <a:endParaRPr lang="en-PK" sz="1400" dirty="0">
                        <a:solidFill>
                          <a:sysClr val="windowText" lastClr="000000"/>
                        </a:solidFill>
                      </a:endParaRPr>
                    </a:p>
                  </a:txBody>
                  <a:tcPr marL="181181" marR="181181" marT="90591" marB="90591" anchor="ctr"/>
                </a:tc>
                <a:tc>
                  <a:txBody>
                    <a:bodyPr/>
                    <a:lstStyle/>
                    <a:p>
                      <a:r>
                        <a:rPr lang="en-US" sz="1400" dirty="0">
                          <a:solidFill>
                            <a:sysClr val="windowText" lastClr="000000"/>
                          </a:solidFill>
                        </a:rPr>
                        <a:t>T</a:t>
                      </a:r>
                      <a:endParaRPr lang="en-PK" sz="1400" dirty="0">
                        <a:solidFill>
                          <a:sysClr val="windowText" lastClr="000000"/>
                        </a:solidFill>
                      </a:endParaRPr>
                    </a:p>
                  </a:txBody>
                  <a:tcPr marL="181181" marR="181181" marT="90591" marB="90591" anchor="ctr"/>
                </a:tc>
                <a:tc>
                  <a:txBody>
                    <a:bodyPr/>
                    <a:lstStyle/>
                    <a:p>
                      <a:r>
                        <a:rPr lang="en-US" sz="1400" dirty="0">
                          <a:solidFill>
                            <a:sysClr val="windowText" lastClr="000000"/>
                          </a:solidFill>
                        </a:rPr>
                        <a:t>T</a:t>
                      </a:r>
                      <a:endParaRPr lang="en-PK" sz="1400" dirty="0">
                        <a:solidFill>
                          <a:sysClr val="windowText" lastClr="000000"/>
                        </a:solidFill>
                      </a:endParaRPr>
                    </a:p>
                  </a:txBody>
                  <a:tcPr marL="181181" marR="181181" marT="90591" marB="90591" anchor="ctr"/>
                </a:tc>
                <a:extLst>
                  <a:ext uri="{0D108BD9-81ED-4DB2-BD59-A6C34878D82A}">
                    <a16:rowId xmlns:a16="http://schemas.microsoft.com/office/drawing/2014/main" val="2032408918"/>
                  </a:ext>
                </a:extLst>
              </a:tr>
            </a:tbl>
          </a:graphicData>
        </a:graphic>
      </p:graphicFrame>
      <p:sp>
        <p:nvSpPr>
          <p:cNvPr id="74" name="Left Brace 73">
            <a:extLst>
              <a:ext uri="{FF2B5EF4-FFF2-40B4-BE49-F238E27FC236}">
                <a16:creationId xmlns:a16="http://schemas.microsoft.com/office/drawing/2014/main" id="{3D90D474-12F3-4EFC-828A-696C614BD8AA}"/>
              </a:ext>
            </a:extLst>
          </p:cNvPr>
          <p:cNvSpPr/>
          <p:nvPr/>
        </p:nvSpPr>
        <p:spPr>
          <a:xfrm rot="16200000">
            <a:off x="5094524" y="5436012"/>
            <a:ext cx="165471" cy="153552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sz="3567"/>
          </a:p>
        </p:txBody>
      </p:sp>
      <p:sp>
        <p:nvSpPr>
          <p:cNvPr id="76" name="TextBox 75">
            <a:extLst>
              <a:ext uri="{FF2B5EF4-FFF2-40B4-BE49-F238E27FC236}">
                <a16:creationId xmlns:a16="http://schemas.microsoft.com/office/drawing/2014/main" id="{FB992948-938E-4407-9AA3-2883B6D2CD97}"/>
              </a:ext>
            </a:extLst>
          </p:cNvPr>
          <p:cNvSpPr txBox="1"/>
          <p:nvPr/>
        </p:nvSpPr>
        <p:spPr>
          <a:xfrm flipH="1">
            <a:off x="4586156" y="6288373"/>
            <a:ext cx="2325164" cy="336246"/>
          </a:xfrm>
          <a:prstGeom prst="rect">
            <a:avLst/>
          </a:prstGeom>
          <a:noFill/>
        </p:spPr>
        <p:txBody>
          <a:bodyPr wrap="square" rtlCol="0">
            <a:spAutoFit/>
          </a:bodyPr>
          <a:lstStyle/>
          <a:p>
            <a:r>
              <a:rPr lang="en-US" sz="1585" dirty="0">
                <a:solidFill>
                  <a:schemeClr val="accent1"/>
                </a:solidFill>
              </a:rPr>
              <a:t>premises</a:t>
            </a:r>
            <a:endParaRPr lang="en-PK" sz="1585" dirty="0">
              <a:solidFill>
                <a:schemeClr val="accent1"/>
              </a:solidFill>
            </a:endParaRPr>
          </a:p>
        </p:txBody>
      </p:sp>
      <p:sp>
        <p:nvSpPr>
          <p:cNvPr id="78" name="TextBox 77">
            <a:extLst>
              <a:ext uri="{FF2B5EF4-FFF2-40B4-BE49-F238E27FC236}">
                <a16:creationId xmlns:a16="http://schemas.microsoft.com/office/drawing/2014/main" id="{19C0929F-0CB4-454D-8900-7D8CA5D6F27F}"/>
              </a:ext>
            </a:extLst>
          </p:cNvPr>
          <p:cNvSpPr txBox="1"/>
          <p:nvPr/>
        </p:nvSpPr>
        <p:spPr>
          <a:xfrm flipH="1">
            <a:off x="6153829" y="6337748"/>
            <a:ext cx="2325164" cy="336246"/>
          </a:xfrm>
          <a:prstGeom prst="rect">
            <a:avLst/>
          </a:prstGeom>
          <a:noFill/>
        </p:spPr>
        <p:txBody>
          <a:bodyPr wrap="square" rtlCol="0">
            <a:spAutoFit/>
          </a:bodyPr>
          <a:lstStyle/>
          <a:p>
            <a:r>
              <a:rPr lang="en-US" sz="1585" dirty="0">
                <a:solidFill>
                  <a:schemeClr val="accent1"/>
                </a:solidFill>
              </a:rPr>
              <a:t>conclusion</a:t>
            </a:r>
            <a:endParaRPr lang="en-PK" sz="1585" dirty="0">
              <a:solidFill>
                <a:schemeClr val="accent1"/>
              </a:solidFill>
            </a:endParaRPr>
          </a:p>
        </p:txBody>
      </p:sp>
      <p:sp>
        <p:nvSpPr>
          <p:cNvPr id="79" name="Right Brace 78">
            <a:extLst>
              <a:ext uri="{FF2B5EF4-FFF2-40B4-BE49-F238E27FC236}">
                <a16:creationId xmlns:a16="http://schemas.microsoft.com/office/drawing/2014/main" id="{52752380-0DF3-4E02-A9A8-9ED8D8DC05E0}"/>
              </a:ext>
            </a:extLst>
          </p:cNvPr>
          <p:cNvSpPr/>
          <p:nvPr/>
        </p:nvSpPr>
        <p:spPr>
          <a:xfrm rot="5400000">
            <a:off x="6465221" y="5936072"/>
            <a:ext cx="375975" cy="717129"/>
          </a:xfrm>
          <a:prstGeom prst="rightBrace">
            <a:avLst>
              <a:gd name="adj1" fmla="val 154666"/>
              <a:gd name="adj2" fmla="val 10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sz="3567"/>
          </a:p>
        </p:txBody>
      </p:sp>
      <p:sp>
        <p:nvSpPr>
          <p:cNvPr id="3" name="Title 1">
            <a:extLst>
              <a:ext uri="{FF2B5EF4-FFF2-40B4-BE49-F238E27FC236}">
                <a16:creationId xmlns:a16="http://schemas.microsoft.com/office/drawing/2014/main" id="{56E27E2D-ABCA-A9C1-69F5-15875AE44CBB}"/>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Rule of Inference</a:t>
            </a:r>
          </a:p>
        </p:txBody>
      </p:sp>
    </p:spTree>
    <p:extLst>
      <p:ext uri="{BB962C8B-B14F-4D97-AF65-F5344CB8AC3E}">
        <p14:creationId xmlns:p14="http://schemas.microsoft.com/office/powerpoint/2010/main" val="2542872234"/>
      </p:ext>
    </p:extLst>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328</TotalTime>
  <Words>2134</Words>
  <Application>Microsoft Office PowerPoint</Application>
  <PresentationFormat>Widescreen</PresentationFormat>
  <Paragraphs>388</Paragraphs>
  <Slides>37</Slides>
  <Notes>1</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37</vt:i4>
      </vt:variant>
    </vt:vector>
  </HeadingPairs>
  <TitlesOfParts>
    <vt:vector size="54" baseType="lpstr">
      <vt:lpstr>ＭＳ Ｐゴシック</vt:lpstr>
      <vt:lpstr>Aptos</vt:lpstr>
      <vt:lpstr>Aptos Display</vt:lpstr>
      <vt:lpstr>Arial</vt:lpstr>
      <vt:lpstr>Arial MT</vt:lpstr>
      <vt:lpstr>Cambria Math</vt:lpstr>
      <vt:lpstr>DejaVu Sans</vt:lpstr>
      <vt:lpstr>Georgia</vt:lpstr>
      <vt:lpstr>LM Roman 12</vt:lpstr>
      <vt:lpstr>LM Sans 10</vt:lpstr>
      <vt:lpstr>LM Sans 12</vt:lpstr>
      <vt:lpstr>MathJax_AMS</vt:lpstr>
      <vt:lpstr>Microsoft Sans Serif</vt:lpstr>
      <vt:lpstr>Symbol</vt:lpstr>
      <vt:lpstr>Times New Roman</vt:lpstr>
      <vt:lpstr>Verdana</vt:lpstr>
      <vt:lpstr>Office Theme</vt:lpstr>
      <vt:lpstr>PowerPoint Presentation</vt:lpstr>
      <vt:lpstr>Propositional Logic</vt:lpstr>
      <vt:lpstr>Propositional Logic</vt:lpstr>
      <vt:lpstr>Propositional Logic</vt:lpstr>
      <vt:lpstr>Propositional Logic</vt:lpstr>
      <vt:lpstr>Propositional Logic</vt:lpstr>
      <vt:lpstr>Propositional Logic</vt:lpstr>
      <vt:lpstr>Propositional Logic</vt:lpstr>
      <vt:lpstr>Tautology and Contradiction</vt:lpstr>
      <vt:lpstr>Logical Equivalence </vt:lpstr>
      <vt:lpstr>Logical Equivalence </vt:lpstr>
      <vt:lpstr>Logical Equivalence </vt:lpstr>
      <vt:lpstr>Logical Equivalence </vt:lpstr>
      <vt:lpstr>Logical Equivalence </vt:lpstr>
      <vt:lpstr>Logical Equivalence </vt:lpstr>
      <vt:lpstr>Logical Equivalence </vt:lpstr>
      <vt:lpstr>Logical Equivalence </vt:lpstr>
      <vt:lpstr>Logical Equivalence </vt:lpstr>
      <vt:lpstr>Logical Equivalence </vt:lpstr>
      <vt:lpstr>Logical Equivalence </vt:lpstr>
      <vt:lpstr>Logical Equivalence </vt:lpstr>
      <vt:lpstr>Logical Equivalence </vt:lpstr>
      <vt:lpstr>Logical Equivalence </vt:lpstr>
      <vt:lpstr>Logical Equivalence </vt:lpstr>
      <vt:lpstr>Logical Equivalence </vt:lpstr>
      <vt:lpstr>Propositional Logic</vt:lpstr>
      <vt:lpstr>Propositional Logic</vt:lpstr>
      <vt:lpstr>Propositional Logic</vt:lpstr>
      <vt:lpstr>Propositional Logic</vt:lpstr>
      <vt:lpstr>Valid and Invalid Arguments</vt:lpstr>
      <vt:lpstr>Valid and Invalid Arguments</vt:lpstr>
      <vt:lpstr>Valid and Invalid Arguments</vt:lpstr>
      <vt:lpstr>Valid and Invalid Arguments</vt:lpstr>
      <vt:lpstr>Valid and Invalid Arguments</vt:lpstr>
      <vt:lpstr>Rule of Inference</vt:lpstr>
      <vt:lpstr>Rules of Inference</vt:lpstr>
      <vt:lpstr>Rules of Inference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Fehmida Usmani</dc:creator>
  <cp:lastModifiedBy>Fehmida Usmani</cp:lastModifiedBy>
  <cp:revision>2</cp:revision>
  <dcterms:created xsi:type="dcterms:W3CDTF">2024-09-02T08:05:31Z</dcterms:created>
  <dcterms:modified xsi:type="dcterms:W3CDTF">2024-09-06T11:10:54Z</dcterms:modified>
</cp:coreProperties>
</file>