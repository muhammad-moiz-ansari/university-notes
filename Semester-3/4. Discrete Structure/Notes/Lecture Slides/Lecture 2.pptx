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6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300" r:id="rId11"/>
    <p:sldId id="299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1" r:id="rId22"/>
    <p:sldId id="312" r:id="rId23"/>
    <p:sldId id="310" r:id="rId24"/>
    <p:sldId id="31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A7A437-1F4D-4EA4-97DA-32FBD4A49471}" v="153" dt="2024-08-21T01:54:03.2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hmida Usmani" userId="1f7d48bb-60b3-4b90-bf30-0f63161838be" providerId="ADAL" clId="{3EA7A437-1F4D-4EA4-97DA-32FBD4A49471}"/>
    <pc:docChg chg="undo custSel addSld delSld modSld">
      <pc:chgData name="Fehmida Usmani" userId="1f7d48bb-60b3-4b90-bf30-0f63161838be" providerId="ADAL" clId="{3EA7A437-1F4D-4EA4-97DA-32FBD4A49471}" dt="2024-08-23T10:56:07.472" v="1049" actId="2696"/>
      <pc:docMkLst>
        <pc:docMk/>
      </pc:docMkLst>
      <pc:sldChg chg="del">
        <pc:chgData name="Fehmida Usmani" userId="1f7d48bb-60b3-4b90-bf30-0f63161838be" providerId="ADAL" clId="{3EA7A437-1F4D-4EA4-97DA-32FBD4A49471}" dt="2024-08-20T10:52:26.002" v="1" actId="47"/>
        <pc:sldMkLst>
          <pc:docMk/>
          <pc:sldMk cId="642714252" sldId="257"/>
        </pc:sldMkLst>
      </pc:sldChg>
      <pc:sldChg chg="del">
        <pc:chgData name="Fehmida Usmani" userId="1f7d48bb-60b3-4b90-bf30-0f63161838be" providerId="ADAL" clId="{3EA7A437-1F4D-4EA4-97DA-32FBD4A49471}" dt="2024-08-20T10:52:26.462" v="4" actId="47"/>
        <pc:sldMkLst>
          <pc:docMk/>
          <pc:sldMk cId="87966267" sldId="258"/>
        </pc:sldMkLst>
      </pc:sldChg>
      <pc:sldChg chg="del">
        <pc:chgData name="Fehmida Usmani" userId="1f7d48bb-60b3-4b90-bf30-0f63161838be" providerId="ADAL" clId="{3EA7A437-1F4D-4EA4-97DA-32FBD4A49471}" dt="2024-08-20T10:52:27.308" v="6" actId="47"/>
        <pc:sldMkLst>
          <pc:docMk/>
          <pc:sldMk cId="2983866811" sldId="260"/>
        </pc:sldMkLst>
      </pc:sldChg>
      <pc:sldChg chg="del">
        <pc:chgData name="Fehmida Usmani" userId="1f7d48bb-60b3-4b90-bf30-0f63161838be" providerId="ADAL" clId="{3EA7A437-1F4D-4EA4-97DA-32FBD4A49471}" dt="2024-08-20T10:52:28.245" v="12" actId="47"/>
        <pc:sldMkLst>
          <pc:docMk/>
          <pc:sldMk cId="1834990339" sldId="261"/>
        </pc:sldMkLst>
      </pc:sldChg>
      <pc:sldChg chg="del">
        <pc:chgData name="Fehmida Usmani" userId="1f7d48bb-60b3-4b90-bf30-0f63161838be" providerId="ADAL" clId="{3EA7A437-1F4D-4EA4-97DA-32FBD4A49471}" dt="2024-08-20T10:52:27.342" v="7" actId="47"/>
        <pc:sldMkLst>
          <pc:docMk/>
          <pc:sldMk cId="4038253565" sldId="262"/>
        </pc:sldMkLst>
      </pc:sldChg>
      <pc:sldChg chg="del">
        <pc:chgData name="Fehmida Usmani" userId="1f7d48bb-60b3-4b90-bf30-0f63161838be" providerId="ADAL" clId="{3EA7A437-1F4D-4EA4-97DA-32FBD4A49471}" dt="2024-08-20T10:52:28.354" v="14" actId="47"/>
        <pc:sldMkLst>
          <pc:docMk/>
          <pc:sldMk cId="3256134309" sldId="263"/>
        </pc:sldMkLst>
      </pc:sldChg>
      <pc:sldChg chg="del">
        <pc:chgData name="Fehmida Usmani" userId="1f7d48bb-60b3-4b90-bf30-0f63161838be" providerId="ADAL" clId="{3EA7A437-1F4D-4EA4-97DA-32FBD4A49471}" dt="2024-08-20T10:52:28.284" v="13" actId="47"/>
        <pc:sldMkLst>
          <pc:docMk/>
          <pc:sldMk cId="540223354" sldId="264"/>
        </pc:sldMkLst>
      </pc:sldChg>
      <pc:sldChg chg="del">
        <pc:chgData name="Fehmida Usmani" userId="1f7d48bb-60b3-4b90-bf30-0f63161838be" providerId="ADAL" clId="{3EA7A437-1F4D-4EA4-97DA-32FBD4A49471}" dt="2024-08-20T10:52:28.842" v="17" actId="47"/>
        <pc:sldMkLst>
          <pc:docMk/>
          <pc:sldMk cId="297542988" sldId="265"/>
        </pc:sldMkLst>
      </pc:sldChg>
      <pc:sldChg chg="modSp mod">
        <pc:chgData name="Fehmida Usmani" userId="1f7d48bb-60b3-4b90-bf30-0f63161838be" providerId="ADAL" clId="{3EA7A437-1F4D-4EA4-97DA-32FBD4A49471}" dt="2024-08-21T04:56:54.508" v="1048" actId="20577"/>
        <pc:sldMkLst>
          <pc:docMk/>
          <pc:sldMk cId="2059971297" sldId="266"/>
        </pc:sldMkLst>
        <pc:spChg chg="mod">
          <ac:chgData name="Fehmida Usmani" userId="1f7d48bb-60b3-4b90-bf30-0f63161838be" providerId="ADAL" clId="{3EA7A437-1F4D-4EA4-97DA-32FBD4A49471}" dt="2024-08-21T04:56:54.508" v="1048" actId="20577"/>
          <ac:spMkLst>
            <pc:docMk/>
            <pc:sldMk cId="2059971297" sldId="266"/>
            <ac:spMk id="6" creationId="{9E3032FB-F200-E1DC-7917-01517F6E864B}"/>
          </ac:spMkLst>
        </pc:spChg>
        <pc:spChg chg="mod">
          <ac:chgData name="Fehmida Usmani" userId="1f7d48bb-60b3-4b90-bf30-0f63161838be" providerId="ADAL" clId="{3EA7A437-1F4D-4EA4-97DA-32FBD4A49471}" dt="2024-08-20T10:53:05.143" v="52" actId="20577"/>
          <ac:spMkLst>
            <pc:docMk/>
            <pc:sldMk cId="2059971297" sldId="266"/>
            <ac:spMk id="8" creationId="{4AA6C14E-444A-E20F-4DFC-2A4BD236BB0A}"/>
          </ac:spMkLst>
        </pc:spChg>
      </pc:sldChg>
      <pc:sldChg chg="new del">
        <pc:chgData name="Fehmida Usmani" userId="1f7d48bb-60b3-4b90-bf30-0f63161838be" providerId="ADAL" clId="{3EA7A437-1F4D-4EA4-97DA-32FBD4A49471}" dt="2024-08-20T10:52:45.236" v="39" actId="680"/>
        <pc:sldMkLst>
          <pc:docMk/>
          <pc:sldMk cId="93725420" sldId="267"/>
        </pc:sldMkLst>
      </pc:sldChg>
      <pc:sldChg chg="del">
        <pc:chgData name="Fehmida Usmani" userId="1f7d48bb-60b3-4b90-bf30-0f63161838be" providerId="ADAL" clId="{3EA7A437-1F4D-4EA4-97DA-32FBD4A49471}" dt="2024-08-20T10:52:25.945" v="0" actId="47"/>
        <pc:sldMkLst>
          <pc:docMk/>
          <pc:sldMk cId="4085629842" sldId="267"/>
        </pc:sldMkLst>
      </pc:sldChg>
      <pc:sldChg chg="del">
        <pc:chgData name="Fehmida Usmani" userId="1f7d48bb-60b3-4b90-bf30-0f63161838be" providerId="ADAL" clId="{3EA7A437-1F4D-4EA4-97DA-32FBD4A49471}" dt="2024-08-20T10:52:26.117" v="2" actId="47"/>
        <pc:sldMkLst>
          <pc:docMk/>
          <pc:sldMk cId="2785306319" sldId="268"/>
        </pc:sldMkLst>
      </pc:sldChg>
      <pc:sldChg chg="del">
        <pc:chgData name="Fehmida Usmani" userId="1f7d48bb-60b3-4b90-bf30-0f63161838be" providerId="ADAL" clId="{3EA7A437-1F4D-4EA4-97DA-32FBD4A49471}" dt="2024-08-20T10:52:26.332" v="3" actId="47"/>
        <pc:sldMkLst>
          <pc:docMk/>
          <pc:sldMk cId="715034045" sldId="269"/>
        </pc:sldMkLst>
      </pc:sldChg>
      <pc:sldChg chg="del">
        <pc:chgData name="Fehmida Usmani" userId="1f7d48bb-60b3-4b90-bf30-0f63161838be" providerId="ADAL" clId="{3EA7A437-1F4D-4EA4-97DA-32FBD4A49471}" dt="2024-08-20T10:52:26.858" v="5" actId="47"/>
        <pc:sldMkLst>
          <pc:docMk/>
          <pc:sldMk cId="2868358507" sldId="270"/>
        </pc:sldMkLst>
      </pc:sldChg>
      <pc:sldChg chg="del">
        <pc:chgData name="Fehmida Usmani" userId="1f7d48bb-60b3-4b90-bf30-0f63161838be" providerId="ADAL" clId="{3EA7A437-1F4D-4EA4-97DA-32FBD4A49471}" dt="2024-08-20T10:52:27.365" v="8" actId="47"/>
        <pc:sldMkLst>
          <pc:docMk/>
          <pc:sldMk cId="1715170899" sldId="271"/>
        </pc:sldMkLst>
      </pc:sldChg>
      <pc:sldChg chg="del">
        <pc:chgData name="Fehmida Usmani" userId="1f7d48bb-60b3-4b90-bf30-0f63161838be" providerId="ADAL" clId="{3EA7A437-1F4D-4EA4-97DA-32FBD4A49471}" dt="2024-08-20T10:52:27.545" v="9" actId="47"/>
        <pc:sldMkLst>
          <pc:docMk/>
          <pc:sldMk cId="2662282436" sldId="272"/>
        </pc:sldMkLst>
      </pc:sldChg>
      <pc:sldChg chg="del">
        <pc:chgData name="Fehmida Usmani" userId="1f7d48bb-60b3-4b90-bf30-0f63161838be" providerId="ADAL" clId="{3EA7A437-1F4D-4EA4-97DA-32FBD4A49471}" dt="2024-08-20T10:52:27.761" v="10" actId="47"/>
        <pc:sldMkLst>
          <pc:docMk/>
          <pc:sldMk cId="1754351142" sldId="273"/>
        </pc:sldMkLst>
      </pc:sldChg>
      <pc:sldChg chg="del">
        <pc:chgData name="Fehmida Usmani" userId="1f7d48bb-60b3-4b90-bf30-0f63161838be" providerId="ADAL" clId="{3EA7A437-1F4D-4EA4-97DA-32FBD4A49471}" dt="2024-08-20T10:52:27.856" v="11" actId="47"/>
        <pc:sldMkLst>
          <pc:docMk/>
          <pc:sldMk cId="1831815073" sldId="274"/>
        </pc:sldMkLst>
      </pc:sldChg>
      <pc:sldChg chg="del">
        <pc:chgData name="Fehmida Usmani" userId="1f7d48bb-60b3-4b90-bf30-0f63161838be" providerId="ADAL" clId="{3EA7A437-1F4D-4EA4-97DA-32FBD4A49471}" dt="2024-08-20T10:52:28.505" v="15" actId="47"/>
        <pc:sldMkLst>
          <pc:docMk/>
          <pc:sldMk cId="1001281418" sldId="275"/>
        </pc:sldMkLst>
      </pc:sldChg>
      <pc:sldChg chg="del">
        <pc:chgData name="Fehmida Usmani" userId="1f7d48bb-60b3-4b90-bf30-0f63161838be" providerId="ADAL" clId="{3EA7A437-1F4D-4EA4-97DA-32FBD4A49471}" dt="2024-08-20T10:52:28.629" v="16" actId="47"/>
        <pc:sldMkLst>
          <pc:docMk/>
          <pc:sldMk cId="238929032" sldId="276"/>
        </pc:sldMkLst>
      </pc:sldChg>
      <pc:sldChg chg="del">
        <pc:chgData name="Fehmida Usmani" userId="1f7d48bb-60b3-4b90-bf30-0f63161838be" providerId="ADAL" clId="{3EA7A437-1F4D-4EA4-97DA-32FBD4A49471}" dt="2024-08-20T10:52:29.213" v="19" actId="47"/>
        <pc:sldMkLst>
          <pc:docMk/>
          <pc:sldMk cId="1853410623" sldId="277"/>
        </pc:sldMkLst>
      </pc:sldChg>
      <pc:sldChg chg="del">
        <pc:chgData name="Fehmida Usmani" userId="1f7d48bb-60b3-4b90-bf30-0f63161838be" providerId="ADAL" clId="{3EA7A437-1F4D-4EA4-97DA-32FBD4A49471}" dt="2024-08-20T10:52:29.395" v="20" actId="47"/>
        <pc:sldMkLst>
          <pc:docMk/>
          <pc:sldMk cId="177810457" sldId="278"/>
        </pc:sldMkLst>
      </pc:sldChg>
      <pc:sldChg chg="del">
        <pc:chgData name="Fehmida Usmani" userId="1f7d48bb-60b3-4b90-bf30-0f63161838be" providerId="ADAL" clId="{3EA7A437-1F4D-4EA4-97DA-32FBD4A49471}" dt="2024-08-20T10:52:29.560" v="21" actId="47"/>
        <pc:sldMkLst>
          <pc:docMk/>
          <pc:sldMk cId="261958747" sldId="279"/>
        </pc:sldMkLst>
      </pc:sldChg>
      <pc:sldChg chg="del">
        <pc:chgData name="Fehmida Usmani" userId="1f7d48bb-60b3-4b90-bf30-0f63161838be" providerId="ADAL" clId="{3EA7A437-1F4D-4EA4-97DA-32FBD4A49471}" dt="2024-08-20T10:52:29.023" v="18" actId="47"/>
        <pc:sldMkLst>
          <pc:docMk/>
          <pc:sldMk cId="3217814425" sldId="280"/>
        </pc:sldMkLst>
      </pc:sldChg>
      <pc:sldChg chg="del">
        <pc:chgData name="Fehmida Usmani" userId="1f7d48bb-60b3-4b90-bf30-0f63161838be" providerId="ADAL" clId="{3EA7A437-1F4D-4EA4-97DA-32FBD4A49471}" dt="2024-08-20T10:52:29.689" v="22" actId="47"/>
        <pc:sldMkLst>
          <pc:docMk/>
          <pc:sldMk cId="3975661894" sldId="281"/>
        </pc:sldMkLst>
      </pc:sldChg>
      <pc:sldChg chg="del">
        <pc:chgData name="Fehmida Usmani" userId="1f7d48bb-60b3-4b90-bf30-0f63161838be" providerId="ADAL" clId="{3EA7A437-1F4D-4EA4-97DA-32FBD4A49471}" dt="2024-08-20T10:52:29.963" v="23" actId="47"/>
        <pc:sldMkLst>
          <pc:docMk/>
          <pc:sldMk cId="3513721636" sldId="282"/>
        </pc:sldMkLst>
      </pc:sldChg>
      <pc:sldChg chg="del">
        <pc:chgData name="Fehmida Usmani" userId="1f7d48bb-60b3-4b90-bf30-0f63161838be" providerId="ADAL" clId="{3EA7A437-1F4D-4EA4-97DA-32FBD4A49471}" dt="2024-08-20T10:52:30.124" v="24" actId="47"/>
        <pc:sldMkLst>
          <pc:docMk/>
          <pc:sldMk cId="3055886428" sldId="283"/>
        </pc:sldMkLst>
      </pc:sldChg>
      <pc:sldChg chg="del">
        <pc:chgData name="Fehmida Usmani" userId="1f7d48bb-60b3-4b90-bf30-0f63161838be" providerId="ADAL" clId="{3EA7A437-1F4D-4EA4-97DA-32FBD4A49471}" dt="2024-08-20T10:52:30.561" v="25" actId="47"/>
        <pc:sldMkLst>
          <pc:docMk/>
          <pc:sldMk cId="923439481" sldId="284"/>
        </pc:sldMkLst>
      </pc:sldChg>
      <pc:sldChg chg="del">
        <pc:chgData name="Fehmida Usmani" userId="1f7d48bb-60b3-4b90-bf30-0f63161838be" providerId="ADAL" clId="{3EA7A437-1F4D-4EA4-97DA-32FBD4A49471}" dt="2024-08-20T10:52:31.090" v="26" actId="47"/>
        <pc:sldMkLst>
          <pc:docMk/>
          <pc:sldMk cId="2592163571" sldId="285"/>
        </pc:sldMkLst>
      </pc:sldChg>
      <pc:sldChg chg="del">
        <pc:chgData name="Fehmida Usmani" userId="1f7d48bb-60b3-4b90-bf30-0f63161838be" providerId="ADAL" clId="{3EA7A437-1F4D-4EA4-97DA-32FBD4A49471}" dt="2024-08-20T10:52:31.413" v="27" actId="47"/>
        <pc:sldMkLst>
          <pc:docMk/>
          <pc:sldMk cId="3901104971" sldId="286"/>
        </pc:sldMkLst>
      </pc:sldChg>
      <pc:sldChg chg="del">
        <pc:chgData name="Fehmida Usmani" userId="1f7d48bb-60b3-4b90-bf30-0f63161838be" providerId="ADAL" clId="{3EA7A437-1F4D-4EA4-97DA-32FBD4A49471}" dt="2024-08-20T10:52:31.672" v="28" actId="47"/>
        <pc:sldMkLst>
          <pc:docMk/>
          <pc:sldMk cId="3899448973" sldId="287"/>
        </pc:sldMkLst>
      </pc:sldChg>
      <pc:sldChg chg="del">
        <pc:chgData name="Fehmida Usmani" userId="1f7d48bb-60b3-4b90-bf30-0f63161838be" providerId="ADAL" clId="{3EA7A437-1F4D-4EA4-97DA-32FBD4A49471}" dt="2024-08-20T10:52:31.799" v="29" actId="47"/>
        <pc:sldMkLst>
          <pc:docMk/>
          <pc:sldMk cId="1903486476" sldId="288"/>
        </pc:sldMkLst>
      </pc:sldChg>
      <pc:sldChg chg="del">
        <pc:chgData name="Fehmida Usmani" userId="1f7d48bb-60b3-4b90-bf30-0f63161838be" providerId="ADAL" clId="{3EA7A437-1F4D-4EA4-97DA-32FBD4A49471}" dt="2024-08-20T10:52:31.974" v="30" actId="47"/>
        <pc:sldMkLst>
          <pc:docMk/>
          <pc:sldMk cId="3059769884" sldId="289"/>
        </pc:sldMkLst>
      </pc:sldChg>
      <pc:sldChg chg="del">
        <pc:chgData name="Fehmida Usmani" userId="1f7d48bb-60b3-4b90-bf30-0f63161838be" providerId="ADAL" clId="{3EA7A437-1F4D-4EA4-97DA-32FBD4A49471}" dt="2024-08-20T10:52:32.151" v="31" actId="47"/>
        <pc:sldMkLst>
          <pc:docMk/>
          <pc:sldMk cId="1940967061" sldId="290"/>
        </pc:sldMkLst>
      </pc:sldChg>
      <pc:sldChg chg="addSp delSp modSp add del mod">
        <pc:chgData name="Fehmida Usmani" userId="1f7d48bb-60b3-4b90-bf30-0f63161838be" providerId="ADAL" clId="{3EA7A437-1F4D-4EA4-97DA-32FBD4A49471}" dt="2024-08-20T10:54:37.580" v="86" actId="255"/>
        <pc:sldMkLst>
          <pc:docMk/>
          <pc:sldMk cId="3338370134" sldId="291"/>
        </pc:sldMkLst>
        <pc:spChg chg="add del mod">
          <ac:chgData name="Fehmida Usmani" userId="1f7d48bb-60b3-4b90-bf30-0f63161838be" providerId="ADAL" clId="{3EA7A437-1F4D-4EA4-97DA-32FBD4A49471}" dt="2024-08-20T10:53:50.079" v="78" actId="478"/>
          <ac:spMkLst>
            <pc:docMk/>
            <pc:sldMk cId="3338370134" sldId="291"/>
            <ac:spMk id="3" creationId="{0266F4E2-9E31-8283-50E5-422C1A05B285}"/>
          </ac:spMkLst>
        </pc:spChg>
        <pc:spChg chg="mod">
          <ac:chgData name="Fehmida Usmani" userId="1f7d48bb-60b3-4b90-bf30-0f63161838be" providerId="ADAL" clId="{3EA7A437-1F4D-4EA4-97DA-32FBD4A49471}" dt="2024-08-20T10:53:23.623" v="71" actId="20577"/>
          <ac:spMkLst>
            <pc:docMk/>
            <pc:sldMk cId="3338370134" sldId="291"/>
            <ac:spMk id="5" creationId="{66522B1E-4236-2E8A-E527-EC1AE0C306B8}"/>
          </ac:spMkLst>
        </pc:spChg>
        <pc:spChg chg="add mod">
          <ac:chgData name="Fehmida Usmani" userId="1f7d48bb-60b3-4b90-bf30-0f63161838be" providerId="ADAL" clId="{3EA7A437-1F4D-4EA4-97DA-32FBD4A49471}" dt="2024-08-20T10:54:37.580" v="86" actId="255"/>
          <ac:spMkLst>
            <pc:docMk/>
            <pc:sldMk cId="3338370134" sldId="291"/>
            <ac:spMk id="8" creationId="{C2D5F86D-DE13-36BA-F666-F04F7422C376}"/>
          </ac:spMkLst>
        </pc:spChg>
        <pc:picChg chg="del">
          <ac:chgData name="Fehmida Usmani" userId="1f7d48bb-60b3-4b90-bf30-0f63161838be" providerId="ADAL" clId="{3EA7A437-1F4D-4EA4-97DA-32FBD4A49471}" dt="2024-08-20T10:53:25.814" v="72" actId="478"/>
          <ac:picMkLst>
            <pc:docMk/>
            <pc:sldMk cId="3338370134" sldId="291"/>
            <ac:picMk id="4" creationId="{9F27A37A-7632-09FB-F471-B000601B3E38}"/>
          </ac:picMkLst>
        </pc:picChg>
        <pc:picChg chg="add mod">
          <ac:chgData name="Fehmida Usmani" userId="1f7d48bb-60b3-4b90-bf30-0f63161838be" providerId="ADAL" clId="{3EA7A437-1F4D-4EA4-97DA-32FBD4A49471}" dt="2024-08-20T10:54:10.300" v="83" actId="1076"/>
          <ac:picMkLst>
            <pc:docMk/>
            <pc:sldMk cId="3338370134" sldId="291"/>
            <ac:picMk id="6" creationId="{E16B1688-A6D4-7C25-CA9B-2EC7D82E2420}"/>
          </ac:picMkLst>
        </pc:picChg>
      </pc:sldChg>
      <pc:sldChg chg="addSp delSp modSp new mod">
        <pc:chgData name="Fehmida Usmani" userId="1f7d48bb-60b3-4b90-bf30-0f63161838be" providerId="ADAL" clId="{3EA7A437-1F4D-4EA4-97DA-32FBD4A49471}" dt="2024-08-20T11:00:14.293" v="95" actId="255"/>
        <pc:sldMkLst>
          <pc:docMk/>
          <pc:sldMk cId="173188901" sldId="292"/>
        </pc:sldMkLst>
        <pc:spChg chg="mod">
          <ac:chgData name="Fehmida Usmani" userId="1f7d48bb-60b3-4b90-bf30-0f63161838be" providerId="ADAL" clId="{3EA7A437-1F4D-4EA4-97DA-32FBD4A49471}" dt="2024-08-20T10:59:35.912" v="89"/>
          <ac:spMkLst>
            <pc:docMk/>
            <pc:sldMk cId="173188901" sldId="292"/>
            <ac:spMk id="2" creationId="{D586D82D-8ABE-FF3F-7FE3-962DBE0D2F0D}"/>
          </ac:spMkLst>
        </pc:spChg>
        <pc:spChg chg="del">
          <ac:chgData name="Fehmida Usmani" userId="1f7d48bb-60b3-4b90-bf30-0f63161838be" providerId="ADAL" clId="{3EA7A437-1F4D-4EA4-97DA-32FBD4A49471}" dt="2024-08-20T10:59:25.176" v="88"/>
          <ac:spMkLst>
            <pc:docMk/>
            <pc:sldMk cId="173188901" sldId="292"/>
            <ac:spMk id="3" creationId="{66A6678E-FC13-0FC9-7FB5-D960AD9AF958}"/>
          </ac:spMkLst>
        </pc:spChg>
        <pc:spChg chg="add mod">
          <ac:chgData name="Fehmida Usmani" userId="1f7d48bb-60b3-4b90-bf30-0f63161838be" providerId="ADAL" clId="{3EA7A437-1F4D-4EA4-97DA-32FBD4A49471}" dt="2024-08-20T11:00:14.293" v="95" actId="255"/>
          <ac:spMkLst>
            <pc:docMk/>
            <pc:sldMk cId="173188901" sldId="292"/>
            <ac:spMk id="6" creationId="{48669D0E-D275-094E-8D59-75C63CF4DFEF}"/>
          </ac:spMkLst>
        </pc:spChg>
        <pc:picChg chg="add mod">
          <ac:chgData name="Fehmida Usmani" userId="1f7d48bb-60b3-4b90-bf30-0f63161838be" providerId="ADAL" clId="{3EA7A437-1F4D-4EA4-97DA-32FBD4A49471}" dt="2024-08-20T10:59:39.066" v="90" actId="14100"/>
          <ac:picMkLst>
            <pc:docMk/>
            <pc:sldMk cId="173188901" sldId="292"/>
            <ac:picMk id="4" creationId="{D8ED9506-EA79-D4A8-1A34-1BB4FFABA447}"/>
          </ac:picMkLst>
        </pc:picChg>
      </pc:sldChg>
      <pc:sldChg chg="add del">
        <pc:chgData name="Fehmida Usmani" userId="1f7d48bb-60b3-4b90-bf30-0f63161838be" providerId="ADAL" clId="{3EA7A437-1F4D-4EA4-97DA-32FBD4A49471}" dt="2024-08-20T10:52:58.750" v="48" actId="47"/>
        <pc:sldMkLst>
          <pc:docMk/>
          <pc:sldMk cId="1009732266" sldId="292"/>
        </pc:sldMkLst>
      </pc:sldChg>
      <pc:sldChg chg="addSp delSp modSp new mod">
        <pc:chgData name="Fehmida Usmani" userId="1f7d48bb-60b3-4b90-bf30-0f63161838be" providerId="ADAL" clId="{3EA7A437-1F4D-4EA4-97DA-32FBD4A49471}" dt="2024-08-20T11:18:12.288" v="114" actId="1076"/>
        <pc:sldMkLst>
          <pc:docMk/>
          <pc:sldMk cId="340813983" sldId="293"/>
        </pc:sldMkLst>
        <pc:spChg chg="mod">
          <ac:chgData name="Fehmida Usmani" userId="1f7d48bb-60b3-4b90-bf30-0f63161838be" providerId="ADAL" clId="{3EA7A437-1F4D-4EA4-97DA-32FBD4A49471}" dt="2024-08-20T11:16:55.562" v="110" actId="20577"/>
          <ac:spMkLst>
            <pc:docMk/>
            <pc:sldMk cId="340813983" sldId="293"/>
            <ac:spMk id="2" creationId="{8314DA3A-F170-2112-3986-06FDB64D6A7F}"/>
          </ac:spMkLst>
        </pc:spChg>
        <pc:spChg chg="del">
          <ac:chgData name="Fehmida Usmani" userId="1f7d48bb-60b3-4b90-bf30-0f63161838be" providerId="ADAL" clId="{3EA7A437-1F4D-4EA4-97DA-32FBD4A49471}" dt="2024-08-20T11:17:44.938" v="111"/>
          <ac:spMkLst>
            <pc:docMk/>
            <pc:sldMk cId="340813983" sldId="293"/>
            <ac:spMk id="3" creationId="{73C452E2-16E6-E493-B2BD-F374274B2797}"/>
          </ac:spMkLst>
        </pc:spChg>
        <pc:spChg chg="add mod">
          <ac:chgData name="Fehmida Usmani" userId="1f7d48bb-60b3-4b90-bf30-0f63161838be" providerId="ADAL" clId="{3EA7A437-1F4D-4EA4-97DA-32FBD4A49471}" dt="2024-08-20T11:17:48.107" v="112" actId="1076"/>
          <ac:spMkLst>
            <pc:docMk/>
            <pc:sldMk cId="340813983" sldId="293"/>
            <ac:spMk id="4" creationId="{7BE5E8FF-81C4-41AC-72C8-898D03AD20F9}"/>
          </ac:spMkLst>
        </pc:spChg>
        <pc:picChg chg="add mod">
          <ac:chgData name="Fehmida Usmani" userId="1f7d48bb-60b3-4b90-bf30-0f63161838be" providerId="ADAL" clId="{3EA7A437-1F4D-4EA4-97DA-32FBD4A49471}" dt="2024-08-20T11:18:12.288" v="114" actId="1076"/>
          <ac:picMkLst>
            <pc:docMk/>
            <pc:sldMk cId="340813983" sldId="293"/>
            <ac:picMk id="5" creationId="{3D9290B3-5258-F851-2158-266532547AE7}"/>
          </ac:picMkLst>
        </pc:picChg>
      </pc:sldChg>
      <pc:sldChg chg="add del">
        <pc:chgData name="Fehmida Usmani" userId="1f7d48bb-60b3-4b90-bf30-0f63161838be" providerId="ADAL" clId="{3EA7A437-1F4D-4EA4-97DA-32FBD4A49471}" dt="2024-08-20T10:53:00.002" v="49" actId="47"/>
        <pc:sldMkLst>
          <pc:docMk/>
          <pc:sldMk cId="3685559909" sldId="293"/>
        </pc:sldMkLst>
      </pc:sldChg>
      <pc:sldChg chg="addSp delSp modSp add mod">
        <pc:chgData name="Fehmida Usmani" userId="1f7d48bb-60b3-4b90-bf30-0f63161838be" providerId="ADAL" clId="{3EA7A437-1F4D-4EA4-97DA-32FBD4A49471}" dt="2024-08-20T11:18:55.525" v="121" actId="1076"/>
        <pc:sldMkLst>
          <pc:docMk/>
          <pc:sldMk cId="3751074628" sldId="294"/>
        </pc:sldMkLst>
        <pc:spChg chg="del">
          <ac:chgData name="Fehmida Usmani" userId="1f7d48bb-60b3-4b90-bf30-0f63161838be" providerId="ADAL" clId="{3EA7A437-1F4D-4EA4-97DA-32FBD4A49471}" dt="2024-08-20T11:18:26.513" v="116" actId="478"/>
          <ac:spMkLst>
            <pc:docMk/>
            <pc:sldMk cId="3751074628" sldId="294"/>
            <ac:spMk id="4" creationId="{7BE5E8FF-81C4-41AC-72C8-898D03AD20F9}"/>
          </ac:spMkLst>
        </pc:spChg>
        <pc:spChg chg="add del mod">
          <ac:chgData name="Fehmida Usmani" userId="1f7d48bb-60b3-4b90-bf30-0f63161838be" providerId="ADAL" clId="{3EA7A437-1F4D-4EA4-97DA-32FBD4A49471}" dt="2024-08-20T11:18:29.931" v="117" actId="478"/>
          <ac:spMkLst>
            <pc:docMk/>
            <pc:sldMk cId="3751074628" sldId="294"/>
            <ac:spMk id="6" creationId="{D03314BE-5C6E-83F5-AC62-7DCB61347772}"/>
          </ac:spMkLst>
        </pc:spChg>
        <pc:picChg chg="del">
          <ac:chgData name="Fehmida Usmani" userId="1f7d48bb-60b3-4b90-bf30-0f63161838be" providerId="ADAL" clId="{3EA7A437-1F4D-4EA4-97DA-32FBD4A49471}" dt="2024-08-20T11:18:30.693" v="118" actId="478"/>
          <ac:picMkLst>
            <pc:docMk/>
            <pc:sldMk cId="3751074628" sldId="294"/>
            <ac:picMk id="5" creationId="{3D9290B3-5258-F851-2158-266532547AE7}"/>
          </ac:picMkLst>
        </pc:picChg>
        <pc:picChg chg="add mod">
          <ac:chgData name="Fehmida Usmani" userId="1f7d48bb-60b3-4b90-bf30-0f63161838be" providerId="ADAL" clId="{3EA7A437-1F4D-4EA4-97DA-32FBD4A49471}" dt="2024-08-20T11:18:55.525" v="121" actId="1076"/>
          <ac:picMkLst>
            <pc:docMk/>
            <pc:sldMk cId="3751074628" sldId="294"/>
            <ac:picMk id="7" creationId="{1AA432DE-5D7C-4AE6-B318-75A99BBBFD98}"/>
          </ac:picMkLst>
        </pc:picChg>
      </pc:sldChg>
      <pc:sldChg chg="add del">
        <pc:chgData name="Fehmida Usmani" userId="1f7d48bb-60b3-4b90-bf30-0f63161838be" providerId="ADAL" clId="{3EA7A437-1F4D-4EA4-97DA-32FBD4A49471}" dt="2024-08-20T10:53:01.687" v="50" actId="47"/>
        <pc:sldMkLst>
          <pc:docMk/>
          <pc:sldMk cId="3834246135" sldId="294"/>
        </pc:sldMkLst>
      </pc:sldChg>
      <pc:sldChg chg="addSp delSp modSp add mod">
        <pc:chgData name="Fehmida Usmani" userId="1f7d48bb-60b3-4b90-bf30-0f63161838be" providerId="ADAL" clId="{3EA7A437-1F4D-4EA4-97DA-32FBD4A49471}" dt="2024-08-20T11:21:28.256" v="125" actId="1076"/>
        <pc:sldMkLst>
          <pc:docMk/>
          <pc:sldMk cId="2820464108" sldId="295"/>
        </pc:sldMkLst>
        <pc:picChg chg="add mod">
          <ac:chgData name="Fehmida Usmani" userId="1f7d48bb-60b3-4b90-bf30-0f63161838be" providerId="ADAL" clId="{3EA7A437-1F4D-4EA4-97DA-32FBD4A49471}" dt="2024-08-20T11:21:28.256" v="125" actId="1076"/>
          <ac:picMkLst>
            <pc:docMk/>
            <pc:sldMk cId="2820464108" sldId="295"/>
            <ac:picMk id="3" creationId="{CA9ABCE2-3488-74CA-E87D-5C60297F75AE}"/>
          </ac:picMkLst>
        </pc:picChg>
        <pc:picChg chg="del">
          <ac:chgData name="Fehmida Usmani" userId="1f7d48bb-60b3-4b90-bf30-0f63161838be" providerId="ADAL" clId="{3EA7A437-1F4D-4EA4-97DA-32FBD4A49471}" dt="2024-08-20T11:21:16.130" v="123" actId="478"/>
          <ac:picMkLst>
            <pc:docMk/>
            <pc:sldMk cId="2820464108" sldId="295"/>
            <ac:picMk id="7" creationId="{1AA432DE-5D7C-4AE6-B318-75A99BBBFD98}"/>
          </ac:picMkLst>
        </pc:picChg>
      </pc:sldChg>
      <pc:sldChg chg="addSp delSp modSp new mod">
        <pc:chgData name="Fehmida Usmani" userId="1f7d48bb-60b3-4b90-bf30-0f63161838be" providerId="ADAL" clId="{3EA7A437-1F4D-4EA4-97DA-32FBD4A49471}" dt="2024-08-20T11:31:55.275" v="150" actId="1076"/>
        <pc:sldMkLst>
          <pc:docMk/>
          <pc:sldMk cId="2264649759" sldId="296"/>
        </pc:sldMkLst>
        <pc:spChg chg="mod">
          <ac:chgData name="Fehmida Usmani" userId="1f7d48bb-60b3-4b90-bf30-0f63161838be" providerId="ADAL" clId="{3EA7A437-1F4D-4EA4-97DA-32FBD4A49471}" dt="2024-08-20T11:30:47.275" v="148" actId="20577"/>
          <ac:spMkLst>
            <pc:docMk/>
            <pc:sldMk cId="2264649759" sldId="296"/>
            <ac:spMk id="2" creationId="{90A57B79-811C-6CFB-8F26-E70AF0B37099}"/>
          </ac:spMkLst>
        </pc:spChg>
        <pc:spChg chg="del">
          <ac:chgData name="Fehmida Usmani" userId="1f7d48bb-60b3-4b90-bf30-0f63161838be" providerId="ADAL" clId="{3EA7A437-1F4D-4EA4-97DA-32FBD4A49471}" dt="2024-08-20T11:31:53.011" v="149"/>
          <ac:spMkLst>
            <pc:docMk/>
            <pc:sldMk cId="2264649759" sldId="296"/>
            <ac:spMk id="3" creationId="{9EC082CC-9C31-EEA2-7693-EDE3CD800951}"/>
          </ac:spMkLst>
        </pc:spChg>
        <pc:spChg chg="add mod">
          <ac:chgData name="Fehmida Usmani" userId="1f7d48bb-60b3-4b90-bf30-0f63161838be" providerId="ADAL" clId="{3EA7A437-1F4D-4EA4-97DA-32FBD4A49471}" dt="2024-08-20T11:31:55.275" v="150" actId="1076"/>
          <ac:spMkLst>
            <pc:docMk/>
            <pc:sldMk cId="2264649759" sldId="296"/>
            <ac:spMk id="4" creationId="{887A75E8-02EE-0076-6ADD-F151A31D5231}"/>
          </ac:spMkLst>
        </pc:spChg>
      </pc:sldChg>
      <pc:sldChg chg="addSp delSp modSp new mod">
        <pc:chgData name="Fehmida Usmani" userId="1f7d48bb-60b3-4b90-bf30-0f63161838be" providerId="ADAL" clId="{3EA7A437-1F4D-4EA4-97DA-32FBD4A49471}" dt="2024-08-20T11:41:17.706" v="179" actId="1076"/>
        <pc:sldMkLst>
          <pc:docMk/>
          <pc:sldMk cId="1447321195" sldId="297"/>
        </pc:sldMkLst>
        <pc:spChg chg="mod">
          <ac:chgData name="Fehmida Usmani" userId="1f7d48bb-60b3-4b90-bf30-0f63161838be" providerId="ADAL" clId="{3EA7A437-1F4D-4EA4-97DA-32FBD4A49471}" dt="2024-08-20T11:39:59.083" v="174" actId="20577"/>
          <ac:spMkLst>
            <pc:docMk/>
            <pc:sldMk cId="1447321195" sldId="297"/>
            <ac:spMk id="2" creationId="{EA380028-C021-4165-CE4C-EA4DD0DA641B}"/>
          </ac:spMkLst>
        </pc:spChg>
        <pc:spChg chg="del">
          <ac:chgData name="Fehmida Usmani" userId="1f7d48bb-60b3-4b90-bf30-0f63161838be" providerId="ADAL" clId="{3EA7A437-1F4D-4EA4-97DA-32FBD4A49471}" dt="2024-08-20T11:40:55.898" v="176" actId="478"/>
          <ac:spMkLst>
            <pc:docMk/>
            <pc:sldMk cId="1447321195" sldId="297"/>
            <ac:spMk id="3" creationId="{93BC52E4-2231-3B6F-44D6-23FA9449F07A}"/>
          </ac:spMkLst>
        </pc:spChg>
        <pc:spChg chg="add mod">
          <ac:chgData name="Fehmida Usmani" userId="1f7d48bb-60b3-4b90-bf30-0f63161838be" providerId="ADAL" clId="{3EA7A437-1F4D-4EA4-97DA-32FBD4A49471}" dt="2024-08-20T11:41:01.223" v="177" actId="1076"/>
          <ac:spMkLst>
            <pc:docMk/>
            <pc:sldMk cId="1447321195" sldId="297"/>
            <ac:spMk id="4" creationId="{8FD34782-7921-CE52-FC67-4BB682912FB0}"/>
          </ac:spMkLst>
        </pc:spChg>
        <pc:picChg chg="add mod">
          <ac:chgData name="Fehmida Usmani" userId="1f7d48bb-60b3-4b90-bf30-0f63161838be" providerId="ADAL" clId="{3EA7A437-1F4D-4EA4-97DA-32FBD4A49471}" dt="2024-08-20T11:41:17.706" v="179" actId="1076"/>
          <ac:picMkLst>
            <pc:docMk/>
            <pc:sldMk cId="1447321195" sldId="297"/>
            <ac:picMk id="5" creationId="{0C4C5152-38A5-2065-4F24-7AFD6897C408}"/>
          </ac:picMkLst>
        </pc:picChg>
      </pc:sldChg>
      <pc:sldChg chg="addSp delSp modSp new mod">
        <pc:chgData name="Fehmida Usmani" userId="1f7d48bb-60b3-4b90-bf30-0f63161838be" providerId="ADAL" clId="{3EA7A437-1F4D-4EA4-97DA-32FBD4A49471}" dt="2024-08-21T00:33:14.930" v="328" actId="20577"/>
        <pc:sldMkLst>
          <pc:docMk/>
          <pc:sldMk cId="2532582586" sldId="298"/>
        </pc:sldMkLst>
        <pc:spChg chg="mod">
          <ac:chgData name="Fehmida Usmani" userId="1f7d48bb-60b3-4b90-bf30-0f63161838be" providerId="ADAL" clId="{3EA7A437-1F4D-4EA4-97DA-32FBD4A49471}" dt="2024-08-21T00:20:24.924" v="196"/>
          <ac:spMkLst>
            <pc:docMk/>
            <pc:sldMk cId="2532582586" sldId="298"/>
            <ac:spMk id="2" creationId="{FE974574-DBD7-4912-A254-3B23304C454B}"/>
          </ac:spMkLst>
        </pc:spChg>
        <pc:spChg chg="mod">
          <ac:chgData name="Fehmida Usmani" userId="1f7d48bb-60b3-4b90-bf30-0f63161838be" providerId="ADAL" clId="{3EA7A437-1F4D-4EA4-97DA-32FBD4A49471}" dt="2024-08-21T00:33:14.930" v="328" actId="20577"/>
          <ac:spMkLst>
            <pc:docMk/>
            <pc:sldMk cId="2532582586" sldId="298"/>
            <ac:spMk id="3" creationId="{F817008F-6465-79CA-0E4B-679050075F44}"/>
          </ac:spMkLst>
        </pc:spChg>
        <pc:spChg chg="add">
          <ac:chgData name="Fehmida Usmani" userId="1f7d48bb-60b3-4b90-bf30-0f63161838be" providerId="ADAL" clId="{3EA7A437-1F4D-4EA4-97DA-32FBD4A49471}" dt="2024-08-21T00:22:24.442" v="227"/>
          <ac:spMkLst>
            <pc:docMk/>
            <pc:sldMk cId="2532582586" sldId="298"/>
            <ac:spMk id="4" creationId="{F707B6AF-0CA0-7639-D05E-C8BADBACDAEF}"/>
          </ac:spMkLst>
        </pc:spChg>
        <pc:spChg chg="add">
          <ac:chgData name="Fehmida Usmani" userId="1f7d48bb-60b3-4b90-bf30-0f63161838be" providerId="ADAL" clId="{3EA7A437-1F4D-4EA4-97DA-32FBD4A49471}" dt="2024-08-21T00:22:29.927" v="229"/>
          <ac:spMkLst>
            <pc:docMk/>
            <pc:sldMk cId="2532582586" sldId="298"/>
            <ac:spMk id="5" creationId="{22AB29A8-36A5-B7AF-3C2B-83460A127119}"/>
          </ac:spMkLst>
        </pc:spChg>
        <pc:spChg chg="add del mod">
          <ac:chgData name="Fehmida Usmani" userId="1f7d48bb-60b3-4b90-bf30-0f63161838be" providerId="ADAL" clId="{3EA7A437-1F4D-4EA4-97DA-32FBD4A49471}" dt="2024-08-21T00:29:44.350" v="301" actId="478"/>
          <ac:spMkLst>
            <pc:docMk/>
            <pc:sldMk cId="2532582586" sldId="298"/>
            <ac:spMk id="7" creationId="{9C659D6C-B4B3-85F3-F9A4-40D41B0D6293}"/>
          </ac:spMkLst>
        </pc:spChg>
      </pc:sldChg>
      <pc:sldChg chg="modSp new mod modAnim">
        <pc:chgData name="Fehmida Usmani" userId="1f7d48bb-60b3-4b90-bf30-0f63161838be" providerId="ADAL" clId="{3EA7A437-1F4D-4EA4-97DA-32FBD4A49471}" dt="2024-08-21T00:54:44.097" v="605"/>
        <pc:sldMkLst>
          <pc:docMk/>
          <pc:sldMk cId="1040776252" sldId="299"/>
        </pc:sldMkLst>
        <pc:spChg chg="mod">
          <ac:chgData name="Fehmida Usmani" userId="1f7d48bb-60b3-4b90-bf30-0f63161838be" providerId="ADAL" clId="{3EA7A437-1F4D-4EA4-97DA-32FBD4A49471}" dt="2024-08-21T00:54:44.097" v="605"/>
          <ac:spMkLst>
            <pc:docMk/>
            <pc:sldMk cId="1040776252" sldId="299"/>
            <ac:spMk id="2" creationId="{9DC06681-1DD5-55B4-3BD9-CCE58338965D}"/>
          </ac:spMkLst>
        </pc:spChg>
        <pc:spChg chg="mod">
          <ac:chgData name="Fehmida Usmani" userId="1f7d48bb-60b3-4b90-bf30-0f63161838be" providerId="ADAL" clId="{3EA7A437-1F4D-4EA4-97DA-32FBD4A49471}" dt="2024-08-21T00:54:29.822" v="603" actId="20577"/>
          <ac:spMkLst>
            <pc:docMk/>
            <pc:sldMk cId="1040776252" sldId="299"/>
            <ac:spMk id="3" creationId="{A3911678-7504-1F3E-6075-C2AB4E6E9EC1}"/>
          </ac:spMkLst>
        </pc:spChg>
      </pc:sldChg>
      <pc:sldChg chg="modSp add mod modAnim">
        <pc:chgData name="Fehmida Usmani" userId="1f7d48bb-60b3-4b90-bf30-0f63161838be" providerId="ADAL" clId="{3EA7A437-1F4D-4EA4-97DA-32FBD4A49471}" dt="2024-08-21T00:43:53.210" v="440"/>
        <pc:sldMkLst>
          <pc:docMk/>
          <pc:sldMk cId="3004762377" sldId="300"/>
        </pc:sldMkLst>
        <pc:spChg chg="mod">
          <ac:chgData name="Fehmida Usmani" userId="1f7d48bb-60b3-4b90-bf30-0f63161838be" providerId="ADAL" clId="{3EA7A437-1F4D-4EA4-97DA-32FBD4A49471}" dt="2024-08-21T00:43:41.950" v="439" actId="20577"/>
          <ac:spMkLst>
            <pc:docMk/>
            <pc:sldMk cId="3004762377" sldId="300"/>
            <ac:spMk id="3" creationId="{F817008F-6465-79CA-0E4B-679050075F44}"/>
          </ac:spMkLst>
        </pc:spChg>
      </pc:sldChg>
      <pc:sldChg chg="modSp add mod modAnim">
        <pc:chgData name="Fehmida Usmani" userId="1f7d48bb-60b3-4b90-bf30-0f63161838be" providerId="ADAL" clId="{3EA7A437-1F4D-4EA4-97DA-32FBD4A49471}" dt="2024-08-21T01:02:31.988" v="701"/>
        <pc:sldMkLst>
          <pc:docMk/>
          <pc:sldMk cId="774556528" sldId="301"/>
        </pc:sldMkLst>
        <pc:spChg chg="mod">
          <ac:chgData name="Fehmida Usmani" userId="1f7d48bb-60b3-4b90-bf30-0f63161838be" providerId="ADAL" clId="{3EA7A437-1F4D-4EA4-97DA-32FBD4A49471}" dt="2024-08-21T01:00:34.606" v="700" actId="20577"/>
          <ac:spMkLst>
            <pc:docMk/>
            <pc:sldMk cId="774556528" sldId="301"/>
            <ac:spMk id="3" creationId="{A3911678-7504-1F3E-6075-C2AB4E6E9EC1}"/>
          </ac:spMkLst>
        </pc:spChg>
      </pc:sldChg>
      <pc:sldChg chg="addSp delSp modSp new mod">
        <pc:chgData name="Fehmida Usmani" userId="1f7d48bb-60b3-4b90-bf30-0f63161838be" providerId="ADAL" clId="{3EA7A437-1F4D-4EA4-97DA-32FBD4A49471}" dt="2024-08-21T01:09:08.175" v="737" actId="255"/>
        <pc:sldMkLst>
          <pc:docMk/>
          <pc:sldMk cId="2850392935" sldId="302"/>
        </pc:sldMkLst>
        <pc:spChg chg="mod">
          <ac:chgData name="Fehmida Usmani" userId="1f7d48bb-60b3-4b90-bf30-0f63161838be" providerId="ADAL" clId="{3EA7A437-1F4D-4EA4-97DA-32FBD4A49471}" dt="2024-08-21T01:08:02.205" v="730" actId="207"/>
          <ac:spMkLst>
            <pc:docMk/>
            <pc:sldMk cId="2850392935" sldId="302"/>
            <ac:spMk id="2" creationId="{4B320BD3-7463-BFC3-16AB-17A363F57A2E}"/>
          </ac:spMkLst>
        </pc:spChg>
        <pc:spChg chg="del">
          <ac:chgData name="Fehmida Usmani" userId="1f7d48bb-60b3-4b90-bf30-0f63161838be" providerId="ADAL" clId="{3EA7A437-1F4D-4EA4-97DA-32FBD4A49471}" dt="2024-08-21T01:08:12.794" v="731"/>
          <ac:spMkLst>
            <pc:docMk/>
            <pc:sldMk cId="2850392935" sldId="302"/>
            <ac:spMk id="3" creationId="{3E5F9745-0001-AD74-03F2-B2C3B87224C1}"/>
          </ac:spMkLst>
        </pc:spChg>
        <pc:spChg chg="add mod">
          <ac:chgData name="Fehmida Usmani" userId="1f7d48bb-60b3-4b90-bf30-0f63161838be" providerId="ADAL" clId="{3EA7A437-1F4D-4EA4-97DA-32FBD4A49471}" dt="2024-08-21T01:09:08.175" v="737" actId="255"/>
          <ac:spMkLst>
            <pc:docMk/>
            <pc:sldMk cId="2850392935" sldId="302"/>
            <ac:spMk id="4" creationId="{873FF041-DBA7-A13D-78A4-B104E9FC1438}"/>
          </ac:spMkLst>
        </pc:spChg>
      </pc:sldChg>
      <pc:sldChg chg="modSp new del mod">
        <pc:chgData name="Fehmida Usmani" userId="1f7d48bb-60b3-4b90-bf30-0f63161838be" providerId="ADAL" clId="{3EA7A437-1F4D-4EA4-97DA-32FBD4A49471}" dt="2024-08-21T01:07:21.904" v="726" actId="47"/>
        <pc:sldMkLst>
          <pc:docMk/>
          <pc:sldMk cId="3936963638" sldId="302"/>
        </pc:sldMkLst>
        <pc:spChg chg="mod">
          <ac:chgData name="Fehmida Usmani" userId="1f7d48bb-60b3-4b90-bf30-0f63161838be" providerId="ADAL" clId="{3EA7A437-1F4D-4EA4-97DA-32FBD4A49471}" dt="2024-08-21T01:07:12.471" v="725" actId="20577"/>
          <ac:spMkLst>
            <pc:docMk/>
            <pc:sldMk cId="3936963638" sldId="302"/>
            <ac:spMk id="2" creationId="{D38F6C8F-5BF8-15AF-6B75-9587282F9F07}"/>
          </ac:spMkLst>
        </pc:spChg>
      </pc:sldChg>
      <pc:sldChg chg="addSp modSp add mod">
        <pc:chgData name="Fehmida Usmani" userId="1f7d48bb-60b3-4b90-bf30-0f63161838be" providerId="ADAL" clId="{3EA7A437-1F4D-4EA4-97DA-32FBD4A49471}" dt="2024-08-21T01:11:04.538" v="759" actId="20577"/>
        <pc:sldMkLst>
          <pc:docMk/>
          <pc:sldMk cId="682393429" sldId="303"/>
        </pc:sldMkLst>
        <pc:spChg chg="add mod">
          <ac:chgData name="Fehmida Usmani" userId="1f7d48bb-60b3-4b90-bf30-0f63161838be" providerId="ADAL" clId="{3EA7A437-1F4D-4EA4-97DA-32FBD4A49471}" dt="2024-08-21T01:10:33.731" v="757" actId="20577"/>
          <ac:spMkLst>
            <pc:docMk/>
            <pc:sldMk cId="682393429" sldId="303"/>
            <ac:spMk id="3" creationId="{E0FA5F22-AEFB-533A-F10A-F75DF0E39766}"/>
          </ac:spMkLst>
        </pc:spChg>
        <pc:spChg chg="mod">
          <ac:chgData name="Fehmida Usmani" userId="1f7d48bb-60b3-4b90-bf30-0f63161838be" providerId="ADAL" clId="{3EA7A437-1F4D-4EA4-97DA-32FBD4A49471}" dt="2024-08-21T01:11:04.538" v="759" actId="20577"/>
          <ac:spMkLst>
            <pc:docMk/>
            <pc:sldMk cId="682393429" sldId="303"/>
            <ac:spMk id="4" creationId="{873FF041-DBA7-A13D-78A4-B104E9FC1438}"/>
          </ac:spMkLst>
        </pc:spChg>
        <pc:picChg chg="add mod">
          <ac:chgData name="Fehmida Usmani" userId="1f7d48bb-60b3-4b90-bf30-0f63161838be" providerId="ADAL" clId="{3EA7A437-1F4D-4EA4-97DA-32FBD4A49471}" dt="2024-08-21T01:10:48.062" v="758"/>
          <ac:picMkLst>
            <pc:docMk/>
            <pc:sldMk cId="682393429" sldId="303"/>
            <ac:picMk id="5" creationId="{8FCA010A-B3D3-7ACC-1C3A-E5DB63666726}"/>
          </ac:picMkLst>
        </pc:picChg>
      </pc:sldChg>
      <pc:sldChg chg="addSp delSp modSp add mod">
        <pc:chgData name="Fehmida Usmani" userId="1f7d48bb-60b3-4b90-bf30-0f63161838be" providerId="ADAL" clId="{3EA7A437-1F4D-4EA4-97DA-32FBD4A49471}" dt="2024-08-21T01:12:38.828" v="769" actId="1076"/>
        <pc:sldMkLst>
          <pc:docMk/>
          <pc:sldMk cId="652102077" sldId="304"/>
        </pc:sldMkLst>
        <pc:spChg chg="del">
          <ac:chgData name="Fehmida Usmani" userId="1f7d48bb-60b3-4b90-bf30-0f63161838be" providerId="ADAL" clId="{3EA7A437-1F4D-4EA4-97DA-32FBD4A49471}" dt="2024-08-21T01:12:08.672" v="761" actId="478"/>
          <ac:spMkLst>
            <pc:docMk/>
            <pc:sldMk cId="652102077" sldId="304"/>
            <ac:spMk id="3" creationId="{E0FA5F22-AEFB-533A-F10A-F75DF0E39766}"/>
          </ac:spMkLst>
        </pc:spChg>
        <pc:spChg chg="del">
          <ac:chgData name="Fehmida Usmani" userId="1f7d48bb-60b3-4b90-bf30-0f63161838be" providerId="ADAL" clId="{3EA7A437-1F4D-4EA4-97DA-32FBD4A49471}" dt="2024-08-21T01:12:15.633" v="764" actId="478"/>
          <ac:spMkLst>
            <pc:docMk/>
            <pc:sldMk cId="652102077" sldId="304"/>
            <ac:spMk id="4" creationId="{873FF041-DBA7-A13D-78A4-B104E9FC1438}"/>
          </ac:spMkLst>
        </pc:spChg>
        <pc:spChg chg="add mod">
          <ac:chgData name="Fehmida Usmani" userId="1f7d48bb-60b3-4b90-bf30-0f63161838be" providerId="ADAL" clId="{3EA7A437-1F4D-4EA4-97DA-32FBD4A49471}" dt="2024-08-21T01:12:27.308" v="767" actId="20577"/>
          <ac:spMkLst>
            <pc:docMk/>
            <pc:sldMk cId="652102077" sldId="304"/>
            <ac:spMk id="6" creationId="{630DB1D2-C83F-25BD-8AD0-6D271E2ECC43}"/>
          </ac:spMkLst>
        </pc:spChg>
        <pc:spChg chg="add del mod">
          <ac:chgData name="Fehmida Usmani" userId="1f7d48bb-60b3-4b90-bf30-0f63161838be" providerId="ADAL" clId="{3EA7A437-1F4D-4EA4-97DA-32FBD4A49471}" dt="2024-08-21T01:12:21.584" v="765" actId="478"/>
          <ac:spMkLst>
            <pc:docMk/>
            <pc:sldMk cId="652102077" sldId="304"/>
            <ac:spMk id="8" creationId="{E17FA46A-E310-7C00-0DCE-FEA299F54381}"/>
          </ac:spMkLst>
        </pc:spChg>
        <pc:picChg chg="del">
          <ac:chgData name="Fehmida Usmani" userId="1f7d48bb-60b3-4b90-bf30-0f63161838be" providerId="ADAL" clId="{3EA7A437-1F4D-4EA4-97DA-32FBD4A49471}" dt="2024-08-21T01:12:11.497" v="762" actId="478"/>
          <ac:picMkLst>
            <pc:docMk/>
            <pc:sldMk cId="652102077" sldId="304"/>
            <ac:picMk id="5" creationId="{8FCA010A-B3D3-7ACC-1C3A-E5DB63666726}"/>
          </ac:picMkLst>
        </pc:picChg>
        <pc:picChg chg="add mod">
          <ac:chgData name="Fehmida Usmani" userId="1f7d48bb-60b3-4b90-bf30-0f63161838be" providerId="ADAL" clId="{3EA7A437-1F4D-4EA4-97DA-32FBD4A49471}" dt="2024-08-21T01:12:38.828" v="769" actId="1076"/>
          <ac:picMkLst>
            <pc:docMk/>
            <pc:sldMk cId="652102077" sldId="304"/>
            <ac:picMk id="9" creationId="{4DB60F0D-F2D4-882A-FBC4-09EBEAD7C2EB}"/>
          </ac:picMkLst>
        </pc:picChg>
      </pc:sldChg>
      <pc:sldChg chg="addSp delSp modSp new mod modAnim">
        <pc:chgData name="Fehmida Usmani" userId="1f7d48bb-60b3-4b90-bf30-0f63161838be" providerId="ADAL" clId="{3EA7A437-1F4D-4EA4-97DA-32FBD4A49471}" dt="2024-08-21T01:19:51.625" v="790" actId="20577"/>
        <pc:sldMkLst>
          <pc:docMk/>
          <pc:sldMk cId="3492260287" sldId="305"/>
        </pc:sldMkLst>
        <pc:spChg chg="mod">
          <ac:chgData name="Fehmida Usmani" userId="1f7d48bb-60b3-4b90-bf30-0f63161838be" providerId="ADAL" clId="{3EA7A437-1F4D-4EA4-97DA-32FBD4A49471}" dt="2024-08-21T01:17:11.296" v="784"/>
          <ac:spMkLst>
            <pc:docMk/>
            <pc:sldMk cId="3492260287" sldId="305"/>
            <ac:spMk id="2" creationId="{126629FD-2F42-4DD3-5F01-E3EEF985907C}"/>
          </ac:spMkLst>
        </pc:spChg>
        <pc:spChg chg="del">
          <ac:chgData name="Fehmida Usmani" userId="1f7d48bb-60b3-4b90-bf30-0f63161838be" providerId="ADAL" clId="{3EA7A437-1F4D-4EA4-97DA-32FBD4A49471}" dt="2024-08-21T01:15:36.522" v="773" actId="478"/>
          <ac:spMkLst>
            <pc:docMk/>
            <pc:sldMk cId="3492260287" sldId="305"/>
            <ac:spMk id="3" creationId="{1F026464-ABBA-AA5A-E43F-EBD5779EB68D}"/>
          </ac:spMkLst>
        </pc:spChg>
        <pc:spChg chg="add mod">
          <ac:chgData name="Fehmida Usmani" userId="1f7d48bb-60b3-4b90-bf30-0f63161838be" providerId="ADAL" clId="{3EA7A437-1F4D-4EA4-97DA-32FBD4A49471}" dt="2024-08-21T01:19:51.625" v="790" actId="20577"/>
          <ac:spMkLst>
            <pc:docMk/>
            <pc:sldMk cId="3492260287" sldId="305"/>
            <ac:spMk id="6" creationId="{03067A5D-0E9E-C8EF-78FB-AD9EFCAA0990}"/>
          </ac:spMkLst>
        </pc:spChg>
        <pc:picChg chg="add mod">
          <ac:chgData name="Fehmida Usmani" userId="1f7d48bb-60b3-4b90-bf30-0f63161838be" providerId="ADAL" clId="{3EA7A437-1F4D-4EA4-97DA-32FBD4A49471}" dt="2024-08-21T01:15:31.164" v="772" actId="1076"/>
          <ac:picMkLst>
            <pc:docMk/>
            <pc:sldMk cId="3492260287" sldId="305"/>
            <ac:picMk id="4" creationId="{A57F2327-798F-0BBF-7646-9EAE5703D740}"/>
          </ac:picMkLst>
        </pc:picChg>
      </pc:sldChg>
      <pc:sldChg chg="addSp delSp modSp new mod">
        <pc:chgData name="Fehmida Usmani" userId="1f7d48bb-60b3-4b90-bf30-0f63161838be" providerId="ADAL" clId="{3EA7A437-1F4D-4EA4-97DA-32FBD4A49471}" dt="2024-08-21T01:21:19.062" v="797"/>
        <pc:sldMkLst>
          <pc:docMk/>
          <pc:sldMk cId="4052921454" sldId="306"/>
        </pc:sldMkLst>
        <pc:spChg chg="mod">
          <ac:chgData name="Fehmida Usmani" userId="1f7d48bb-60b3-4b90-bf30-0f63161838be" providerId="ADAL" clId="{3EA7A437-1F4D-4EA4-97DA-32FBD4A49471}" dt="2024-08-21T01:21:19.062" v="797"/>
          <ac:spMkLst>
            <pc:docMk/>
            <pc:sldMk cId="4052921454" sldId="306"/>
            <ac:spMk id="2" creationId="{C62D65A1-899B-7B5C-4FA7-810B589A6BD9}"/>
          </ac:spMkLst>
        </pc:spChg>
        <pc:spChg chg="del">
          <ac:chgData name="Fehmida Usmani" userId="1f7d48bb-60b3-4b90-bf30-0f63161838be" providerId="ADAL" clId="{3EA7A437-1F4D-4EA4-97DA-32FBD4A49471}" dt="2024-08-21T01:20:40.336" v="791" actId="478"/>
          <ac:spMkLst>
            <pc:docMk/>
            <pc:sldMk cId="4052921454" sldId="306"/>
            <ac:spMk id="3" creationId="{598526CF-690C-80DE-C02F-2718539A0CE5}"/>
          </ac:spMkLst>
        </pc:spChg>
        <pc:spChg chg="add mod">
          <ac:chgData name="Fehmida Usmani" userId="1f7d48bb-60b3-4b90-bf30-0f63161838be" providerId="ADAL" clId="{3EA7A437-1F4D-4EA4-97DA-32FBD4A49471}" dt="2024-08-21T01:20:52.724" v="796" actId="1076"/>
          <ac:spMkLst>
            <pc:docMk/>
            <pc:sldMk cId="4052921454" sldId="306"/>
            <ac:spMk id="4" creationId="{00A77728-F9D0-E22E-75DA-A746E0C7092C}"/>
          </ac:spMkLst>
        </pc:spChg>
      </pc:sldChg>
      <pc:sldChg chg="addSp delSp modSp new mod">
        <pc:chgData name="Fehmida Usmani" userId="1f7d48bb-60b3-4b90-bf30-0f63161838be" providerId="ADAL" clId="{3EA7A437-1F4D-4EA4-97DA-32FBD4A49471}" dt="2024-08-21T01:24:08.531" v="802"/>
        <pc:sldMkLst>
          <pc:docMk/>
          <pc:sldMk cId="3512867369" sldId="307"/>
        </pc:sldMkLst>
        <pc:spChg chg="mod">
          <ac:chgData name="Fehmida Usmani" userId="1f7d48bb-60b3-4b90-bf30-0f63161838be" providerId="ADAL" clId="{3EA7A437-1F4D-4EA4-97DA-32FBD4A49471}" dt="2024-08-21T01:24:08.531" v="802"/>
          <ac:spMkLst>
            <pc:docMk/>
            <pc:sldMk cId="3512867369" sldId="307"/>
            <ac:spMk id="2" creationId="{75ED67E3-6AFA-DC8B-F539-7157119A365F}"/>
          </ac:spMkLst>
        </pc:spChg>
        <pc:spChg chg="del">
          <ac:chgData name="Fehmida Usmani" userId="1f7d48bb-60b3-4b90-bf30-0f63161838be" providerId="ADAL" clId="{3EA7A437-1F4D-4EA4-97DA-32FBD4A49471}" dt="2024-08-21T01:23:57.641" v="801" actId="478"/>
          <ac:spMkLst>
            <pc:docMk/>
            <pc:sldMk cId="3512867369" sldId="307"/>
            <ac:spMk id="3" creationId="{17C8ED9C-FD23-CBE2-CB37-BF7C0AD32F9B}"/>
          </ac:spMkLst>
        </pc:spChg>
        <pc:spChg chg="add mod">
          <ac:chgData name="Fehmida Usmani" userId="1f7d48bb-60b3-4b90-bf30-0f63161838be" providerId="ADAL" clId="{3EA7A437-1F4D-4EA4-97DA-32FBD4A49471}" dt="2024-08-21T01:23:55.264" v="800" actId="1076"/>
          <ac:spMkLst>
            <pc:docMk/>
            <pc:sldMk cId="3512867369" sldId="307"/>
            <ac:spMk id="4" creationId="{8DC59641-09E0-AFAB-5D4A-89218BCD62E8}"/>
          </ac:spMkLst>
        </pc:spChg>
        <pc:spChg chg="add mod">
          <ac:chgData name="Fehmida Usmani" userId="1f7d48bb-60b3-4b90-bf30-0f63161838be" providerId="ADAL" clId="{3EA7A437-1F4D-4EA4-97DA-32FBD4A49471}" dt="2024-08-21T01:23:55.264" v="800" actId="1076"/>
          <ac:spMkLst>
            <pc:docMk/>
            <pc:sldMk cId="3512867369" sldId="307"/>
            <ac:spMk id="5" creationId="{E752D278-1A2D-31CC-3714-57A83976C769}"/>
          </ac:spMkLst>
        </pc:spChg>
        <pc:picChg chg="add mod">
          <ac:chgData name="Fehmida Usmani" userId="1f7d48bb-60b3-4b90-bf30-0f63161838be" providerId="ADAL" clId="{3EA7A437-1F4D-4EA4-97DA-32FBD4A49471}" dt="2024-08-21T01:23:55.264" v="800" actId="1076"/>
          <ac:picMkLst>
            <pc:docMk/>
            <pc:sldMk cId="3512867369" sldId="307"/>
            <ac:picMk id="6" creationId="{0BA6E8E4-0328-9174-5CED-DED0D58FE750}"/>
          </ac:picMkLst>
        </pc:picChg>
        <pc:picChg chg="add mod">
          <ac:chgData name="Fehmida Usmani" userId="1f7d48bb-60b3-4b90-bf30-0f63161838be" providerId="ADAL" clId="{3EA7A437-1F4D-4EA4-97DA-32FBD4A49471}" dt="2024-08-21T01:23:55.264" v="800" actId="1076"/>
          <ac:picMkLst>
            <pc:docMk/>
            <pc:sldMk cId="3512867369" sldId="307"/>
            <ac:picMk id="7" creationId="{973C6B7C-1659-E954-27C3-CC6225D3C1E1}"/>
          </ac:picMkLst>
        </pc:picChg>
        <pc:picChg chg="add mod">
          <ac:chgData name="Fehmida Usmani" userId="1f7d48bb-60b3-4b90-bf30-0f63161838be" providerId="ADAL" clId="{3EA7A437-1F4D-4EA4-97DA-32FBD4A49471}" dt="2024-08-21T01:23:55.264" v="800" actId="1076"/>
          <ac:picMkLst>
            <pc:docMk/>
            <pc:sldMk cId="3512867369" sldId="307"/>
            <ac:picMk id="8" creationId="{70E1FCE6-0BB2-5CE1-BD36-86A688A6F2C7}"/>
          </ac:picMkLst>
        </pc:picChg>
        <pc:picChg chg="add mod">
          <ac:chgData name="Fehmida Usmani" userId="1f7d48bb-60b3-4b90-bf30-0f63161838be" providerId="ADAL" clId="{3EA7A437-1F4D-4EA4-97DA-32FBD4A49471}" dt="2024-08-21T01:23:55.264" v="800" actId="1076"/>
          <ac:picMkLst>
            <pc:docMk/>
            <pc:sldMk cId="3512867369" sldId="307"/>
            <ac:picMk id="9" creationId="{01A09D3A-BFFC-3AC9-84F7-1EAE04B0546A}"/>
          </ac:picMkLst>
        </pc:picChg>
        <pc:picChg chg="add mod">
          <ac:chgData name="Fehmida Usmani" userId="1f7d48bb-60b3-4b90-bf30-0f63161838be" providerId="ADAL" clId="{3EA7A437-1F4D-4EA4-97DA-32FBD4A49471}" dt="2024-08-21T01:23:55.264" v="800" actId="1076"/>
          <ac:picMkLst>
            <pc:docMk/>
            <pc:sldMk cId="3512867369" sldId="307"/>
            <ac:picMk id="10" creationId="{52E3D724-89E5-B6A2-AF24-059BF4A01B72}"/>
          </ac:picMkLst>
        </pc:picChg>
      </pc:sldChg>
      <pc:sldChg chg="addSp delSp modSp new mod">
        <pc:chgData name="Fehmida Usmani" userId="1f7d48bb-60b3-4b90-bf30-0f63161838be" providerId="ADAL" clId="{3EA7A437-1F4D-4EA4-97DA-32FBD4A49471}" dt="2024-08-21T01:25:58.982" v="832" actId="1076"/>
        <pc:sldMkLst>
          <pc:docMk/>
          <pc:sldMk cId="1703985254" sldId="308"/>
        </pc:sldMkLst>
        <pc:spChg chg="mod">
          <ac:chgData name="Fehmida Usmani" userId="1f7d48bb-60b3-4b90-bf30-0f63161838be" providerId="ADAL" clId="{3EA7A437-1F4D-4EA4-97DA-32FBD4A49471}" dt="2024-08-21T01:25:21.659" v="827" actId="20577"/>
          <ac:spMkLst>
            <pc:docMk/>
            <pc:sldMk cId="1703985254" sldId="308"/>
            <ac:spMk id="2" creationId="{5C77F1F5-3571-FBC0-6DFA-CD70C810E116}"/>
          </ac:spMkLst>
        </pc:spChg>
        <pc:spChg chg="del">
          <ac:chgData name="Fehmida Usmani" userId="1f7d48bb-60b3-4b90-bf30-0f63161838be" providerId="ADAL" clId="{3EA7A437-1F4D-4EA4-97DA-32FBD4A49471}" dt="2024-08-21T01:25:33.792" v="828" actId="478"/>
          <ac:spMkLst>
            <pc:docMk/>
            <pc:sldMk cId="1703985254" sldId="308"/>
            <ac:spMk id="3" creationId="{B60A59F0-C2C3-23D5-B541-DF2BF01FF965}"/>
          </ac:spMkLst>
        </pc:spChg>
        <pc:spChg chg="add mod">
          <ac:chgData name="Fehmida Usmani" userId="1f7d48bb-60b3-4b90-bf30-0f63161838be" providerId="ADAL" clId="{3EA7A437-1F4D-4EA4-97DA-32FBD4A49471}" dt="2024-08-21T01:25:41.108" v="830" actId="14100"/>
          <ac:spMkLst>
            <pc:docMk/>
            <pc:sldMk cId="1703985254" sldId="308"/>
            <ac:spMk id="4" creationId="{E3735CBD-E5AE-3276-BBA4-9592B1355E11}"/>
          </ac:spMkLst>
        </pc:spChg>
        <pc:spChg chg="add mod">
          <ac:chgData name="Fehmida Usmani" userId="1f7d48bb-60b3-4b90-bf30-0f63161838be" providerId="ADAL" clId="{3EA7A437-1F4D-4EA4-97DA-32FBD4A49471}" dt="2024-08-21T01:25:58.982" v="832" actId="1076"/>
          <ac:spMkLst>
            <pc:docMk/>
            <pc:sldMk cId="1703985254" sldId="308"/>
            <ac:spMk id="5" creationId="{F2B08472-AC10-874A-8032-48C317FDE938}"/>
          </ac:spMkLst>
        </pc:spChg>
      </pc:sldChg>
      <pc:sldChg chg="addSp delSp modSp new mod">
        <pc:chgData name="Fehmida Usmani" userId="1f7d48bb-60b3-4b90-bf30-0f63161838be" providerId="ADAL" clId="{3EA7A437-1F4D-4EA4-97DA-32FBD4A49471}" dt="2024-08-21T01:33:56.050" v="881" actId="5793"/>
        <pc:sldMkLst>
          <pc:docMk/>
          <pc:sldMk cId="1832729076" sldId="309"/>
        </pc:sldMkLst>
        <pc:spChg chg="mod">
          <ac:chgData name="Fehmida Usmani" userId="1f7d48bb-60b3-4b90-bf30-0f63161838be" providerId="ADAL" clId="{3EA7A437-1F4D-4EA4-97DA-32FBD4A49471}" dt="2024-08-21T01:30:37.554" v="867" actId="313"/>
          <ac:spMkLst>
            <pc:docMk/>
            <pc:sldMk cId="1832729076" sldId="309"/>
            <ac:spMk id="2" creationId="{0C2E65F3-F65E-C1A8-87B9-6C4729E6B92E}"/>
          </ac:spMkLst>
        </pc:spChg>
        <pc:spChg chg="del">
          <ac:chgData name="Fehmida Usmani" userId="1f7d48bb-60b3-4b90-bf30-0f63161838be" providerId="ADAL" clId="{3EA7A437-1F4D-4EA4-97DA-32FBD4A49471}" dt="2024-08-21T01:32:40.717" v="868"/>
          <ac:spMkLst>
            <pc:docMk/>
            <pc:sldMk cId="1832729076" sldId="309"/>
            <ac:spMk id="3" creationId="{7D5878F8-1385-F93C-3B6A-72EB12B73A29}"/>
          </ac:spMkLst>
        </pc:spChg>
        <pc:spChg chg="add del mod">
          <ac:chgData name="Fehmida Usmani" userId="1f7d48bb-60b3-4b90-bf30-0f63161838be" providerId="ADAL" clId="{3EA7A437-1F4D-4EA4-97DA-32FBD4A49471}" dt="2024-08-21T01:32:51.110" v="873" actId="478"/>
          <ac:spMkLst>
            <pc:docMk/>
            <pc:sldMk cId="1832729076" sldId="309"/>
            <ac:spMk id="4" creationId="{16DB5842-50BC-D4F0-9AB6-3A4215FAFE3E}"/>
          </ac:spMkLst>
        </pc:spChg>
        <pc:spChg chg="add mod">
          <ac:chgData name="Fehmida Usmani" userId="1f7d48bb-60b3-4b90-bf30-0f63161838be" providerId="ADAL" clId="{3EA7A437-1F4D-4EA4-97DA-32FBD4A49471}" dt="2024-08-21T01:33:56.050" v="881" actId="5793"/>
          <ac:spMkLst>
            <pc:docMk/>
            <pc:sldMk cId="1832729076" sldId="309"/>
            <ac:spMk id="6" creationId="{3485CEF5-A624-50BE-FF67-17CB7CE6682A}"/>
          </ac:spMkLst>
        </pc:spChg>
      </pc:sldChg>
      <pc:sldChg chg="addSp delSp modSp new mod">
        <pc:chgData name="Fehmida Usmani" userId="1f7d48bb-60b3-4b90-bf30-0f63161838be" providerId="ADAL" clId="{3EA7A437-1F4D-4EA4-97DA-32FBD4A49471}" dt="2024-08-21T01:41:03.642" v="927" actId="14100"/>
        <pc:sldMkLst>
          <pc:docMk/>
          <pc:sldMk cId="3650952164" sldId="310"/>
        </pc:sldMkLst>
        <pc:spChg chg="mod">
          <ac:chgData name="Fehmida Usmani" userId="1f7d48bb-60b3-4b90-bf30-0f63161838be" providerId="ADAL" clId="{3EA7A437-1F4D-4EA4-97DA-32FBD4A49471}" dt="2024-08-21T01:40:41.362" v="914"/>
          <ac:spMkLst>
            <pc:docMk/>
            <pc:sldMk cId="3650952164" sldId="310"/>
            <ac:spMk id="2" creationId="{46A2B1EE-04C1-90B6-5ECA-35FE3BCFCC2C}"/>
          </ac:spMkLst>
        </pc:spChg>
        <pc:spChg chg="del">
          <ac:chgData name="Fehmida Usmani" userId="1f7d48bb-60b3-4b90-bf30-0f63161838be" providerId="ADAL" clId="{3EA7A437-1F4D-4EA4-97DA-32FBD4A49471}" dt="2024-08-21T01:39:34.062" v="901" actId="478"/>
          <ac:spMkLst>
            <pc:docMk/>
            <pc:sldMk cId="3650952164" sldId="310"/>
            <ac:spMk id="3" creationId="{F7B3CA0B-5663-BF34-FFE9-33C5F9AFCC93}"/>
          </ac:spMkLst>
        </pc:spChg>
        <pc:spChg chg="add mod">
          <ac:chgData name="Fehmida Usmani" userId="1f7d48bb-60b3-4b90-bf30-0f63161838be" providerId="ADAL" clId="{3EA7A437-1F4D-4EA4-97DA-32FBD4A49471}" dt="2024-08-21T01:41:03.642" v="927" actId="14100"/>
          <ac:spMkLst>
            <pc:docMk/>
            <pc:sldMk cId="3650952164" sldId="310"/>
            <ac:spMk id="4" creationId="{D5DF1FAB-A3A3-AC91-C468-331DC3419538}"/>
          </ac:spMkLst>
        </pc:spChg>
        <pc:spChg chg="add mod">
          <ac:chgData name="Fehmida Usmani" userId="1f7d48bb-60b3-4b90-bf30-0f63161838be" providerId="ADAL" clId="{3EA7A437-1F4D-4EA4-97DA-32FBD4A49471}" dt="2024-08-21T01:39:29.933" v="900"/>
          <ac:spMkLst>
            <pc:docMk/>
            <pc:sldMk cId="3650952164" sldId="310"/>
            <ac:spMk id="5" creationId="{06C6CDFC-6CCF-51DB-F535-F48E501CA11E}"/>
          </ac:spMkLst>
        </pc:spChg>
        <pc:picChg chg="add mod">
          <ac:chgData name="Fehmida Usmani" userId="1f7d48bb-60b3-4b90-bf30-0f63161838be" providerId="ADAL" clId="{3EA7A437-1F4D-4EA4-97DA-32FBD4A49471}" dt="2024-08-21T01:39:29.933" v="900"/>
          <ac:picMkLst>
            <pc:docMk/>
            <pc:sldMk cId="3650952164" sldId="310"/>
            <ac:picMk id="6" creationId="{C7D8D2DF-82BE-8E4C-7706-D47F999F3E45}"/>
          </ac:picMkLst>
        </pc:picChg>
        <pc:picChg chg="add mod">
          <ac:chgData name="Fehmida Usmani" userId="1f7d48bb-60b3-4b90-bf30-0f63161838be" providerId="ADAL" clId="{3EA7A437-1F4D-4EA4-97DA-32FBD4A49471}" dt="2024-08-21T01:39:29.933" v="900"/>
          <ac:picMkLst>
            <pc:docMk/>
            <pc:sldMk cId="3650952164" sldId="310"/>
            <ac:picMk id="7" creationId="{1EF1C124-3D60-604E-4F7A-5B42704B7E36}"/>
          </ac:picMkLst>
        </pc:picChg>
        <pc:picChg chg="add mod">
          <ac:chgData name="Fehmida Usmani" userId="1f7d48bb-60b3-4b90-bf30-0f63161838be" providerId="ADAL" clId="{3EA7A437-1F4D-4EA4-97DA-32FBD4A49471}" dt="2024-08-21T01:39:29.933" v="900"/>
          <ac:picMkLst>
            <pc:docMk/>
            <pc:sldMk cId="3650952164" sldId="310"/>
            <ac:picMk id="8" creationId="{575A1254-FBB8-0721-A4BD-EC965D5ECA79}"/>
          </ac:picMkLst>
        </pc:picChg>
      </pc:sldChg>
      <pc:sldChg chg="addSp delSp modSp add mod">
        <pc:chgData name="Fehmida Usmani" userId="1f7d48bb-60b3-4b90-bf30-0f63161838be" providerId="ADAL" clId="{3EA7A437-1F4D-4EA4-97DA-32FBD4A49471}" dt="2024-08-21T01:34:21.645" v="885"/>
        <pc:sldMkLst>
          <pc:docMk/>
          <pc:sldMk cId="29317138" sldId="311"/>
        </pc:sldMkLst>
        <pc:spChg chg="add del mod">
          <ac:chgData name="Fehmida Usmani" userId="1f7d48bb-60b3-4b90-bf30-0f63161838be" providerId="ADAL" clId="{3EA7A437-1F4D-4EA4-97DA-32FBD4A49471}" dt="2024-08-21T01:34:21.645" v="885"/>
          <ac:spMkLst>
            <pc:docMk/>
            <pc:sldMk cId="29317138" sldId="311"/>
            <ac:spMk id="4" creationId="{41400C9B-D30B-26CA-1E1C-F3F8C33475AC}"/>
          </ac:spMkLst>
        </pc:spChg>
        <pc:spChg chg="del">
          <ac:chgData name="Fehmida Usmani" userId="1f7d48bb-60b3-4b90-bf30-0f63161838be" providerId="ADAL" clId="{3EA7A437-1F4D-4EA4-97DA-32FBD4A49471}" dt="2024-08-21T01:34:11.584" v="884" actId="478"/>
          <ac:spMkLst>
            <pc:docMk/>
            <pc:sldMk cId="29317138" sldId="311"/>
            <ac:spMk id="6" creationId="{3485CEF5-A624-50BE-FF67-17CB7CE6682A}"/>
          </ac:spMkLst>
        </pc:spChg>
        <pc:picChg chg="add mod">
          <ac:chgData name="Fehmida Usmani" userId="1f7d48bb-60b3-4b90-bf30-0f63161838be" providerId="ADAL" clId="{3EA7A437-1F4D-4EA4-97DA-32FBD4A49471}" dt="2024-08-21T01:34:21.645" v="885"/>
          <ac:picMkLst>
            <pc:docMk/>
            <pc:sldMk cId="29317138" sldId="311"/>
            <ac:picMk id="5" creationId="{1C158E6D-1C49-EF5D-CFBD-9CD6B560C0A4}"/>
          </ac:picMkLst>
        </pc:picChg>
      </pc:sldChg>
      <pc:sldChg chg="addSp delSp modSp add mod">
        <pc:chgData name="Fehmida Usmani" userId="1f7d48bb-60b3-4b90-bf30-0f63161838be" providerId="ADAL" clId="{3EA7A437-1F4D-4EA4-97DA-32FBD4A49471}" dt="2024-08-21T01:35:46.498" v="892" actId="14100"/>
        <pc:sldMkLst>
          <pc:docMk/>
          <pc:sldMk cId="3981836030" sldId="312"/>
        </pc:sldMkLst>
        <pc:spChg chg="add del mod">
          <ac:chgData name="Fehmida Usmani" userId="1f7d48bb-60b3-4b90-bf30-0f63161838be" providerId="ADAL" clId="{3EA7A437-1F4D-4EA4-97DA-32FBD4A49471}" dt="2024-08-21T01:35:39.727" v="889" actId="478"/>
          <ac:spMkLst>
            <pc:docMk/>
            <pc:sldMk cId="3981836030" sldId="312"/>
            <ac:spMk id="4" creationId="{D8DA3A07-8BCA-DDED-BB63-D71BEC8B2EA4}"/>
          </ac:spMkLst>
        </pc:spChg>
        <pc:picChg chg="del">
          <ac:chgData name="Fehmida Usmani" userId="1f7d48bb-60b3-4b90-bf30-0f63161838be" providerId="ADAL" clId="{3EA7A437-1F4D-4EA4-97DA-32FBD4A49471}" dt="2024-08-21T01:34:34.081" v="887" actId="478"/>
          <ac:picMkLst>
            <pc:docMk/>
            <pc:sldMk cId="3981836030" sldId="312"/>
            <ac:picMk id="5" creationId="{1C158E6D-1C49-EF5D-CFBD-9CD6B560C0A4}"/>
          </ac:picMkLst>
        </pc:picChg>
        <pc:picChg chg="add mod">
          <ac:chgData name="Fehmida Usmani" userId="1f7d48bb-60b3-4b90-bf30-0f63161838be" providerId="ADAL" clId="{3EA7A437-1F4D-4EA4-97DA-32FBD4A49471}" dt="2024-08-21T01:35:46.498" v="892" actId="14100"/>
          <ac:picMkLst>
            <pc:docMk/>
            <pc:sldMk cId="3981836030" sldId="312"/>
            <ac:picMk id="6" creationId="{626E3CF2-0F8C-E4F6-DC1A-0DC0DC64F5E7}"/>
          </ac:picMkLst>
        </pc:picChg>
      </pc:sldChg>
      <pc:sldChg chg="addSp delSp modSp new mod">
        <pc:chgData name="Fehmida Usmani" userId="1f7d48bb-60b3-4b90-bf30-0f63161838be" providerId="ADAL" clId="{3EA7A437-1F4D-4EA4-97DA-32FBD4A49471}" dt="2024-08-21T01:40:46.511" v="915"/>
        <pc:sldMkLst>
          <pc:docMk/>
          <pc:sldMk cId="1816460340" sldId="313"/>
        </pc:sldMkLst>
        <pc:spChg chg="mod">
          <ac:chgData name="Fehmida Usmani" userId="1f7d48bb-60b3-4b90-bf30-0f63161838be" providerId="ADAL" clId="{3EA7A437-1F4D-4EA4-97DA-32FBD4A49471}" dt="2024-08-21T01:40:46.511" v="915"/>
          <ac:spMkLst>
            <pc:docMk/>
            <pc:sldMk cId="1816460340" sldId="313"/>
            <ac:spMk id="2" creationId="{18B92E0F-4F98-151B-D4ED-2CA8039F3A0C}"/>
          </ac:spMkLst>
        </pc:spChg>
        <pc:spChg chg="del">
          <ac:chgData name="Fehmida Usmani" userId="1f7d48bb-60b3-4b90-bf30-0f63161838be" providerId="ADAL" clId="{3EA7A437-1F4D-4EA4-97DA-32FBD4A49471}" dt="2024-08-21T01:40:21.190" v="911" actId="478"/>
          <ac:spMkLst>
            <pc:docMk/>
            <pc:sldMk cId="1816460340" sldId="313"/>
            <ac:spMk id="3" creationId="{6403B1BB-D7AD-502C-7C77-1A1F1F44F08A}"/>
          </ac:spMkLst>
        </pc:spChg>
        <pc:picChg chg="add mod">
          <ac:chgData name="Fehmida Usmani" userId="1f7d48bb-60b3-4b90-bf30-0f63161838be" providerId="ADAL" clId="{3EA7A437-1F4D-4EA4-97DA-32FBD4A49471}" dt="2024-08-21T01:40:14.761" v="910"/>
          <ac:picMkLst>
            <pc:docMk/>
            <pc:sldMk cId="1816460340" sldId="313"/>
            <ac:picMk id="4" creationId="{30677C4F-642B-9851-F8DE-B0A5A3B6AAB2}"/>
          </ac:picMkLst>
        </pc:picChg>
        <pc:picChg chg="add mod">
          <ac:chgData name="Fehmida Usmani" userId="1f7d48bb-60b3-4b90-bf30-0f63161838be" providerId="ADAL" clId="{3EA7A437-1F4D-4EA4-97DA-32FBD4A49471}" dt="2024-08-21T01:40:14.761" v="910"/>
          <ac:picMkLst>
            <pc:docMk/>
            <pc:sldMk cId="1816460340" sldId="313"/>
            <ac:picMk id="5" creationId="{EAE02393-9BAC-7938-9112-001DD73DEE78}"/>
          </ac:picMkLst>
        </pc:picChg>
        <pc:picChg chg="add mod">
          <ac:chgData name="Fehmida Usmani" userId="1f7d48bb-60b3-4b90-bf30-0f63161838be" providerId="ADAL" clId="{3EA7A437-1F4D-4EA4-97DA-32FBD4A49471}" dt="2024-08-21T01:40:14.761" v="910"/>
          <ac:picMkLst>
            <pc:docMk/>
            <pc:sldMk cId="1816460340" sldId="313"/>
            <ac:picMk id="6" creationId="{29D6E205-E846-83FC-F4B7-21CCEB8141F8}"/>
          </ac:picMkLst>
        </pc:picChg>
        <pc:picChg chg="add mod">
          <ac:chgData name="Fehmida Usmani" userId="1f7d48bb-60b3-4b90-bf30-0f63161838be" providerId="ADAL" clId="{3EA7A437-1F4D-4EA4-97DA-32FBD4A49471}" dt="2024-08-21T01:40:14.761" v="910"/>
          <ac:picMkLst>
            <pc:docMk/>
            <pc:sldMk cId="1816460340" sldId="313"/>
            <ac:picMk id="7" creationId="{A35813A0-B406-8FE1-D59C-882BE5BBE3C5}"/>
          </ac:picMkLst>
        </pc:picChg>
        <pc:picChg chg="add mod">
          <ac:chgData name="Fehmida Usmani" userId="1f7d48bb-60b3-4b90-bf30-0f63161838be" providerId="ADAL" clId="{3EA7A437-1F4D-4EA4-97DA-32FBD4A49471}" dt="2024-08-21T01:40:14.761" v="910"/>
          <ac:picMkLst>
            <pc:docMk/>
            <pc:sldMk cId="1816460340" sldId="313"/>
            <ac:picMk id="8" creationId="{017855A7-3620-FE06-90C7-1CDCD7A503BB}"/>
          </ac:picMkLst>
        </pc:picChg>
      </pc:sldChg>
      <pc:sldChg chg="addSp delSp modSp new del mod modAnim">
        <pc:chgData name="Fehmida Usmani" userId="1f7d48bb-60b3-4b90-bf30-0f63161838be" providerId="ADAL" clId="{3EA7A437-1F4D-4EA4-97DA-32FBD4A49471}" dt="2024-08-23T10:56:07.472" v="1049" actId="2696"/>
        <pc:sldMkLst>
          <pc:docMk/>
          <pc:sldMk cId="696382007" sldId="314"/>
        </pc:sldMkLst>
        <pc:spChg chg="mod">
          <ac:chgData name="Fehmida Usmani" userId="1f7d48bb-60b3-4b90-bf30-0f63161838be" providerId="ADAL" clId="{3EA7A437-1F4D-4EA4-97DA-32FBD4A49471}" dt="2024-08-21T01:53:57.004" v="960"/>
          <ac:spMkLst>
            <pc:docMk/>
            <pc:sldMk cId="696382007" sldId="314"/>
            <ac:spMk id="2" creationId="{C667A7A2-ACD0-6185-9E41-A9D6BBFC6468}"/>
          </ac:spMkLst>
        </pc:spChg>
        <pc:spChg chg="del">
          <ac:chgData name="Fehmida Usmani" userId="1f7d48bb-60b3-4b90-bf30-0f63161838be" providerId="ADAL" clId="{3EA7A437-1F4D-4EA4-97DA-32FBD4A49471}" dt="2024-08-21T01:46:26.601" v="928" actId="478"/>
          <ac:spMkLst>
            <pc:docMk/>
            <pc:sldMk cId="696382007" sldId="314"/>
            <ac:spMk id="3" creationId="{E1C4BA86-4E08-D96B-1282-16289291FE51}"/>
          </ac:spMkLst>
        </pc:spChg>
        <pc:spChg chg="add mod">
          <ac:chgData name="Fehmida Usmani" userId="1f7d48bb-60b3-4b90-bf30-0f63161838be" providerId="ADAL" clId="{3EA7A437-1F4D-4EA4-97DA-32FBD4A49471}" dt="2024-08-21T01:46:49.974" v="934" actId="27636"/>
          <ac:spMkLst>
            <pc:docMk/>
            <pc:sldMk cId="696382007" sldId="314"/>
            <ac:spMk id="4" creationId="{A4AD79C6-1546-E2CE-0EF6-1B6BC57B3534}"/>
          </ac:spMkLst>
        </pc:spChg>
      </pc:sldChg>
      <pc:sldChg chg="addSp delSp modSp new del mod modAnim">
        <pc:chgData name="Fehmida Usmani" userId="1f7d48bb-60b3-4b90-bf30-0f63161838be" providerId="ADAL" clId="{3EA7A437-1F4D-4EA4-97DA-32FBD4A49471}" dt="2024-08-23T10:56:07.472" v="1049" actId="2696"/>
        <pc:sldMkLst>
          <pc:docMk/>
          <pc:sldMk cId="2578051417" sldId="315"/>
        </pc:sldMkLst>
        <pc:spChg chg="mod">
          <ac:chgData name="Fehmida Usmani" userId="1f7d48bb-60b3-4b90-bf30-0f63161838be" providerId="ADAL" clId="{3EA7A437-1F4D-4EA4-97DA-32FBD4A49471}" dt="2024-08-21T01:54:03.284" v="961"/>
          <ac:spMkLst>
            <pc:docMk/>
            <pc:sldMk cId="2578051417" sldId="315"/>
            <ac:spMk id="2" creationId="{0FF2C464-3F2F-0793-31FF-69DFCCDB3572}"/>
          </ac:spMkLst>
        </pc:spChg>
        <pc:spChg chg="del">
          <ac:chgData name="Fehmida Usmani" userId="1f7d48bb-60b3-4b90-bf30-0f63161838be" providerId="ADAL" clId="{3EA7A437-1F4D-4EA4-97DA-32FBD4A49471}" dt="2024-08-21T01:49:14.263" v="944"/>
          <ac:spMkLst>
            <pc:docMk/>
            <pc:sldMk cId="2578051417" sldId="315"/>
            <ac:spMk id="3" creationId="{334E8B0E-0620-6799-0160-A65E36AB68E6}"/>
          </ac:spMkLst>
        </pc:spChg>
        <pc:spChg chg="add mod">
          <ac:chgData name="Fehmida Usmani" userId="1f7d48bb-60b3-4b90-bf30-0f63161838be" providerId="ADAL" clId="{3EA7A437-1F4D-4EA4-97DA-32FBD4A49471}" dt="2024-08-21T01:49:15.481" v="945" actId="27636"/>
          <ac:spMkLst>
            <pc:docMk/>
            <pc:sldMk cId="2578051417" sldId="315"/>
            <ac:spMk id="4" creationId="{B96D3A25-CAC1-6B50-ABED-B4C1F986F982}"/>
          </ac:spMkLst>
        </pc:spChg>
      </pc:sldChg>
      <pc:sldChg chg="modSp new del mod">
        <pc:chgData name="Fehmida Usmani" userId="1f7d48bb-60b3-4b90-bf30-0f63161838be" providerId="ADAL" clId="{3EA7A437-1F4D-4EA4-97DA-32FBD4A49471}" dt="2024-08-23T10:56:07.472" v="1049" actId="2696"/>
        <pc:sldMkLst>
          <pc:docMk/>
          <pc:sldMk cId="2577149143" sldId="316"/>
        </pc:sldMkLst>
        <pc:spChg chg="mod">
          <ac:chgData name="Fehmida Usmani" userId="1f7d48bb-60b3-4b90-bf30-0f63161838be" providerId="ADAL" clId="{3EA7A437-1F4D-4EA4-97DA-32FBD4A49471}" dt="2024-08-21T01:54:07.937" v="962"/>
          <ac:spMkLst>
            <pc:docMk/>
            <pc:sldMk cId="2577149143" sldId="316"/>
            <ac:spMk id="2" creationId="{FB52BE7C-A251-53FC-DBC2-366351ED596C}"/>
          </ac:spMkLst>
        </pc:spChg>
        <pc:spChg chg="mod">
          <ac:chgData name="Fehmida Usmani" userId="1f7d48bb-60b3-4b90-bf30-0f63161838be" providerId="ADAL" clId="{3EA7A437-1F4D-4EA4-97DA-32FBD4A49471}" dt="2024-08-21T04:52:32.241" v="1033" actId="20577"/>
          <ac:spMkLst>
            <pc:docMk/>
            <pc:sldMk cId="2577149143" sldId="316"/>
            <ac:spMk id="3" creationId="{7400B24E-5A57-FE0A-F508-BBB07F751BCF}"/>
          </ac:spMkLst>
        </pc:spChg>
      </pc:sldChg>
    </pc:docChg>
  </pc:docChgLst>
  <pc:docChgLst>
    <pc:chgData name="Fehmida Usmani" userId="1f7d48bb-60b3-4b90-bf30-0f63161838be" providerId="ADAL" clId="{38893F8D-FF75-43AF-8623-7CD1B54F7205}"/>
    <pc:docChg chg="undo custSel addSld delSld modSld sldOrd">
      <pc:chgData name="Fehmida Usmani" userId="1f7d48bb-60b3-4b90-bf30-0f63161838be" providerId="ADAL" clId="{38893F8D-FF75-43AF-8623-7CD1B54F7205}" dt="2024-08-19T02:31:20.941" v="1163"/>
      <pc:docMkLst>
        <pc:docMk/>
      </pc:docMkLst>
      <pc:sldChg chg="del">
        <pc:chgData name="Fehmida Usmani" userId="1f7d48bb-60b3-4b90-bf30-0f63161838be" providerId="ADAL" clId="{38893F8D-FF75-43AF-8623-7CD1B54F7205}" dt="2024-08-19T00:45:06.489" v="64" actId="47"/>
        <pc:sldMkLst>
          <pc:docMk/>
          <pc:sldMk cId="1411210378" sldId="256"/>
        </pc:sldMkLst>
      </pc:sldChg>
      <pc:sldChg chg="ord">
        <pc:chgData name="Fehmida Usmani" userId="1f7d48bb-60b3-4b90-bf30-0f63161838be" providerId="ADAL" clId="{38893F8D-FF75-43AF-8623-7CD1B54F7205}" dt="2024-08-19T01:05:44.068" v="437"/>
        <pc:sldMkLst>
          <pc:docMk/>
          <pc:sldMk cId="642714252" sldId="257"/>
        </pc:sldMkLst>
      </pc:sldChg>
      <pc:sldChg chg="del ord">
        <pc:chgData name="Fehmida Usmani" userId="1f7d48bb-60b3-4b90-bf30-0f63161838be" providerId="ADAL" clId="{38893F8D-FF75-43AF-8623-7CD1B54F7205}" dt="2024-08-19T01:29:12.172" v="759" actId="47"/>
        <pc:sldMkLst>
          <pc:docMk/>
          <pc:sldMk cId="346551859" sldId="259"/>
        </pc:sldMkLst>
      </pc:sldChg>
      <pc:sldChg chg="ord">
        <pc:chgData name="Fehmida Usmani" userId="1f7d48bb-60b3-4b90-bf30-0f63161838be" providerId="ADAL" clId="{38893F8D-FF75-43AF-8623-7CD1B54F7205}" dt="2024-08-19T01:28:58.465" v="758"/>
        <pc:sldMkLst>
          <pc:docMk/>
          <pc:sldMk cId="1834990339" sldId="261"/>
        </pc:sldMkLst>
      </pc:sldChg>
      <pc:sldChg chg="modSp mod ord">
        <pc:chgData name="Fehmida Usmani" userId="1f7d48bb-60b3-4b90-bf30-0f63161838be" providerId="ADAL" clId="{38893F8D-FF75-43AF-8623-7CD1B54F7205}" dt="2024-08-19T01:33:20.563" v="804"/>
        <pc:sldMkLst>
          <pc:docMk/>
          <pc:sldMk cId="3256134309" sldId="263"/>
        </pc:sldMkLst>
        <pc:spChg chg="mod">
          <ac:chgData name="Fehmida Usmani" userId="1f7d48bb-60b3-4b90-bf30-0f63161838be" providerId="ADAL" clId="{38893F8D-FF75-43AF-8623-7CD1B54F7205}" dt="2024-08-19T01:31:30.382" v="781" actId="14100"/>
          <ac:spMkLst>
            <pc:docMk/>
            <pc:sldMk cId="3256134309" sldId="263"/>
            <ac:spMk id="4" creationId="{8BBA7268-C113-34CC-9B9D-D2C15DE85EE5}"/>
          </ac:spMkLst>
        </pc:spChg>
        <pc:picChg chg="mod">
          <ac:chgData name="Fehmida Usmani" userId="1f7d48bb-60b3-4b90-bf30-0f63161838be" providerId="ADAL" clId="{38893F8D-FF75-43AF-8623-7CD1B54F7205}" dt="2024-08-19T01:31:38.285" v="783" actId="1076"/>
          <ac:picMkLst>
            <pc:docMk/>
            <pc:sldMk cId="3256134309" sldId="263"/>
            <ac:picMk id="5" creationId="{421E13AA-F4B3-C907-6743-5623B3365F41}"/>
          </ac:picMkLst>
        </pc:picChg>
      </pc:sldChg>
      <pc:sldChg chg="modSp mod">
        <pc:chgData name="Fehmida Usmani" userId="1f7d48bb-60b3-4b90-bf30-0f63161838be" providerId="ADAL" clId="{38893F8D-FF75-43AF-8623-7CD1B54F7205}" dt="2024-08-19T01:31:48.619" v="784" actId="2711"/>
        <pc:sldMkLst>
          <pc:docMk/>
          <pc:sldMk cId="540223354" sldId="264"/>
        </pc:sldMkLst>
        <pc:spChg chg="mod">
          <ac:chgData name="Fehmida Usmani" userId="1f7d48bb-60b3-4b90-bf30-0f63161838be" providerId="ADAL" clId="{38893F8D-FF75-43AF-8623-7CD1B54F7205}" dt="2024-08-19T01:31:48.619" v="784" actId="2711"/>
          <ac:spMkLst>
            <pc:docMk/>
            <pc:sldMk cId="540223354" sldId="264"/>
            <ac:spMk id="4" creationId="{13305B39-CE93-17E7-676C-7853BEC18F6C}"/>
          </ac:spMkLst>
        </pc:spChg>
      </pc:sldChg>
      <pc:sldChg chg="addSp delSp modSp mod">
        <pc:chgData name="Fehmida Usmani" userId="1f7d48bb-60b3-4b90-bf30-0f63161838be" providerId="ADAL" clId="{38893F8D-FF75-43AF-8623-7CD1B54F7205}" dt="2024-08-19T01:37:33.546" v="859" actId="14100"/>
        <pc:sldMkLst>
          <pc:docMk/>
          <pc:sldMk cId="297542988" sldId="265"/>
        </pc:sldMkLst>
        <pc:spChg chg="mod">
          <ac:chgData name="Fehmida Usmani" userId="1f7d48bb-60b3-4b90-bf30-0f63161838be" providerId="ADAL" clId="{38893F8D-FF75-43AF-8623-7CD1B54F7205}" dt="2024-08-19T01:37:06.017" v="856" actId="20577"/>
          <ac:spMkLst>
            <pc:docMk/>
            <pc:sldMk cId="297542988" sldId="265"/>
            <ac:spMk id="2" creationId="{85FD468E-F61F-79A9-CC77-43EF10FC5D4D}"/>
          </ac:spMkLst>
        </pc:spChg>
        <pc:spChg chg="del">
          <ac:chgData name="Fehmida Usmani" userId="1f7d48bb-60b3-4b90-bf30-0f63161838be" providerId="ADAL" clId="{38893F8D-FF75-43AF-8623-7CD1B54F7205}" dt="2024-08-19T01:37:28.148" v="857"/>
          <ac:spMkLst>
            <pc:docMk/>
            <pc:sldMk cId="297542988" sldId="265"/>
            <ac:spMk id="3" creationId="{2EC32B55-F983-520C-6AEB-45D9C18969F2}"/>
          </ac:spMkLst>
        </pc:spChg>
        <pc:picChg chg="add mod">
          <ac:chgData name="Fehmida Usmani" userId="1f7d48bb-60b3-4b90-bf30-0f63161838be" providerId="ADAL" clId="{38893F8D-FF75-43AF-8623-7CD1B54F7205}" dt="2024-08-19T01:37:33.546" v="859" actId="14100"/>
          <ac:picMkLst>
            <pc:docMk/>
            <pc:sldMk cId="297542988" sldId="265"/>
            <ac:picMk id="4" creationId="{CDCEA39C-6146-4B5A-E6AA-8BB254E7C0F0}"/>
          </ac:picMkLst>
        </pc:picChg>
      </pc:sldChg>
      <pc:sldChg chg="addSp delSp modSp new mod">
        <pc:chgData name="Fehmida Usmani" userId="1f7d48bb-60b3-4b90-bf30-0f63161838be" providerId="ADAL" clId="{38893F8D-FF75-43AF-8623-7CD1B54F7205}" dt="2024-08-19T00:44:41.241" v="63" actId="20577"/>
        <pc:sldMkLst>
          <pc:docMk/>
          <pc:sldMk cId="2059971297" sldId="266"/>
        </pc:sldMkLst>
        <pc:spChg chg="del">
          <ac:chgData name="Fehmida Usmani" userId="1f7d48bb-60b3-4b90-bf30-0f63161838be" providerId="ADAL" clId="{38893F8D-FF75-43AF-8623-7CD1B54F7205}" dt="2024-08-19T00:34:24.518" v="1" actId="478"/>
          <ac:spMkLst>
            <pc:docMk/>
            <pc:sldMk cId="2059971297" sldId="266"/>
            <ac:spMk id="2" creationId="{34B9BC05-E0F6-1795-96F9-F80D496BCD8C}"/>
          </ac:spMkLst>
        </pc:spChg>
        <pc:spChg chg="del">
          <ac:chgData name="Fehmida Usmani" userId="1f7d48bb-60b3-4b90-bf30-0f63161838be" providerId="ADAL" clId="{38893F8D-FF75-43AF-8623-7CD1B54F7205}" dt="2024-08-19T00:34:26.286" v="2" actId="478"/>
          <ac:spMkLst>
            <pc:docMk/>
            <pc:sldMk cId="2059971297" sldId="266"/>
            <ac:spMk id="3" creationId="{5E59E527-6386-E041-8624-3D41B38960A1}"/>
          </ac:spMkLst>
        </pc:spChg>
        <pc:spChg chg="add mod">
          <ac:chgData name="Fehmida Usmani" userId="1f7d48bb-60b3-4b90-bf30-0f63161838be" providerId="ADAL" clId="{38893F8D-FF75-43AF-8623-7CD1B54F7205}" dt="2024-08-19T00:38:12.241" v="32" actId="113"/>
          <ac:spMkLst>
            <pc:docMk/>
            <pc:sldMk cId="2059971297" sldId="266"/>
            <ac:spMk id="4" creationId="{10D37D5E-7F81-AFB2-896C-680ABF7E96C1}"/>
          </ac:spMkLst>
        </pc:spChg>
        <pc:spChg chg="add mod">
          <ac:chgData name="Fehmida Usmani" userId="1f7d48bb-60b3-4b90-bf30-0f63161838be" providerId="ADAL" clId="{38893F8D-FF75-43AF-8623-7CD1B54F7205}" dt="2024-08-19T00:37:30.993" v="28" actId="1076"/>
          <ac:spMkLst>
            <pc:docMk/>
            <pc:sldMk cId="2059971297" sldId="266"/>
            <ac:spMk id="6" creationId="{9E3032FB-F200-E1DC-7917-01517F6E864B}"/>
          </ac:spMkLst>
        </pc:spChg>
        <pc:spChg chg="add mod">
          <ac:chgData name="Fehmida Usmani" userId="1f7d48bb-60b3-4b90-bf30-0f63161838be" providerId="ADAL" clId="{38893F8D-FF75-43AF-8623-7CD1B54F7205}" dt="2024-08-19T00:44:41.241" v="63" actId="20577"/>
          <ac:spMkLst>
            <pc:docMk/>
            <pc:sldMk cId="2059971297" sldId="266"/>
            <ac:spMk id="8" creationId="{4AA6C14E-444A-E20F-4DFC-2A4BD236BB0A}"/>
          </ac:spMkLst>
        </pc:spChg>
      </pc:sldChg>
      <pc:sldChg chg="addSp delSp modSp new mod ord">
        <pc:chgData name="Fehmida Usmani" userId="1f7d48bb-60b3-4b90-bf30-0f63161838be" providerId="ADAL" clId="{38893F8D-FF75-43AF-8623-7CD1B54F7205}" dt="2024-08-19T01:05:58.464" v="439"/>
        <pc:sldMkLst>
          <pc:docMk/>
          <pc:sldMk cId="4085629842" sldId="267"/>
        </pc:sldMkLst>
        <pc:spChg chg="del">
          <ac:chgData name="Fehmida Usmani" userId="1f7d48bb-60b3-4b90-bf30-0f63161838be" providerId="ADAL" clId="{38893F8D-FF75-43AF-8623-7CD1B54F7205}" dt="2024-08-19T00:46:01.523" v="66"/>
          <ac:spMkLst>
            <pc:docMk/>
            <pc:sldMk cId="4085629842" sldId="267"/>
            <ac:spMk id="2" creationId="{4B3B2929-1F46-67E7-0415-53084021A6CD}"/>
          </ac:spMkLst>
        </pc:spChg>
        <pc:spChg chg="del">
          <ac:chgData name="Fehmida Usmani" userId="1f7d48bb-60b3-4b90-bf30-0f63161838be" providerId="ADAL" clId="{38893F8D-FF75-43AF-8623-7CD1B54F7205}" dt="2024-08-19T00:46:12.307" v="67"/>
          <ac:spMkLst>
            <pc:docMk/>
            <pc:sldMk cId="4085629842" sldId="267"/>
            <ac:spMk id="3" creationId="{1EACCACE-0EE2-A261-B9BB-ED407A414BE1}"/>
          </ac:spMkLst>
        </pc:spChg>
        <pc:spChg chg="add mod">
          <ac:chgData name="Fehmida Usmani" userId="1f7d48bb-60b3-4b90-bf30-0f63161838be" providerId="ADAL" clId="{38893F8D-FF75-43AF-8623-7CD1B54F7205}" dt="2024-08-19T00:46:01.523" v="66"/>
          <ac:spMkLst>
            <pc:docMk/>
            <pc:sldMk cId="4085629842" sldId="267"/>
            <ac:spMk id="4" creationId="{4A735EF6-CB73-05E8-B567-E529171A4E04}"/>
          </ac:spMkLst>
        </pc:spChg>
        <pc:picChg chg="add mod">
          <ac:chgData name="Fehmida Usmani" userId="1f7d48bb-60b3-4b90-bf30-0f63161838be" providerId="ADAL" clId="{38893F8D-FF75-43AF-8623-7CD1B54F7205}" dt="2024-08-19T00:47:17.833" v="73" actId="1076"/>
          <ac:picMkLst>
            <pc:docMk/>
            <pc:sldMk cId="4085629842" sldId="267"/>
            <ac:picMk id="5" creationId="{3483E44A-2D96-2775-5135-16383F0D5978}"/>
          </ac:picMkLst>
        </pc:picChg>
        <pc:picChg chg="add mod">
          <ac:chgData name="Fehmida Usmani" userId="1f7d48bb-60b3-4b90-bf30-0f63161838be" providerId="ADAL" clId="{38893F8D-FF75-43AF-8623-7CD1B54F7205}" dt="2024-08-19T00:47:14.617" v="72" actId="1076"/>
          <ac:picMkLst>
            <pc:docMk/>
            <pc:sldMk cId="4085629842" sldId="267"/>
            <ac:picMk id="6" creationId="{037083ED-A8F9-9BC1-3642-46706F581357}"/>
          </ac:picMkLst>
        </pc:picChg>
      </pc:sldChg>
      <pc:sldChg chg="addSp delSp modSp new mod">
        <pc:chgData name="Fehmida Usmani" userId="1f7d48bb-60b3-4b90-bf30-0f63161838be" providerId="ADAL" clId="{38893F8D-FF75-43AF-8623-7CD1B54F7205}" dt="2024-08-19T01:10:44.960" v="613" actId="20577"/>
        <pc:sldMkLst>
          <pc:docMk/>
          <pc:sldMk cId="2785306319" sldId="268"/>
        </pc:sldMkLst>
        <pc:spChg chg="mod">
          <ac:chgData name="Fehmida Usmani" userId="1f7d48bb-60b3-4b90-bf30-0f63161838be" providerId="ADAL" clId="{38893F8D-FF75-43AF-8623-7CD1B54F7205}" dt="2024-08-19T01:06:24.007" v="440" actId="2711"/>
          <ac:spMkLst>
            <pc:docMk/>
            <pc:sldMk cId="2785306319" sldId="268"/>
            <ac:spMk id="2" creationId="{5CE1ED50-1C4F-E2EC-A381-194F7B785C5E}"/>
          </ac:spMkLst>
        </pc:spChg>
        <pc:spChg chg="mod">
          <ac:chgData name="Fehmida Usmani" userId="1f7d48bb-60b3-4b90-bf30-0f63161838be" providerId="ADAL" clId="{38893F8D-FF75-43AF-8623-7CD1B54F7205}" dt="2024-08-19T01:09:57.392" v="598" actId="1076"/>
          <ac:spMkLst>
            <pc:docMk/>
            <pc:sldMk cId="2785306319" sldId="268"/>
            <ac:spMk id="3" creationId="{8CFF475A-8CF8-6E82-459D-CC08F61DB9F5}"/>
          </ac:spMkLst>
        </pc:spChg>
        <pc:spChg chg="add mod">
          <ac:chgData name="Fehmida Usmani" userId="1f7d48bb-60b3-4b90-bf30-0f63161838be" providerId="ADAL" clId="{38893F8D-FF75-43AF-8623-7CD1B54F7205}" dt="2024-08-19T01:10:44.960" v="613" actId="20577"/>
          <ac:spMkLst>
            <pc:docMk/>
            <pc:sldMk cId="2785306319" sldId="268"/>
            <ac:spMk id="8" creationId="{E8116679-F73E-32C1-D590-B5699B3AC23B}"/>
          </ac:spMkLst>
        </pc:spChg>
        <pc:picChg chg="add del mod">
          <ac:chgData name="Fehmida Usmani" userId="1f7d48bb-60b3-4b90-bf30-0f63161838be" providerId="ADAL" clId="{38893F8D-FF75-43AF-8623-7CD1B54F7205}" dt="2024-08-19T00:48:50.418" v="78" actId="478"/>
          <ac:picMkLst>
            <pc:docMk/>
            <pc:sldMk cId="2785306319" sldId="268"/>
            <ac:picMk id="4" creationId="{85FD01A4-6FE2-FEEB-60B9-1FAFFFC802A1}"/>
          </ac:picMkLst>
        </pc:picChg>
        <pc:picChg chg="add mod">
          <ac:chgData name="Fehmida Usmani" userId="1f7d48bb-60b3-4b90-bf30-0f63161838be" providerId="ADAL" clId="{38893F8D-FF75-43AF-8623-7CD1B54F7205}" dt="2024-08-19T01:10:15.379" v="604" actId="1076"/>
          <ac:picMkLst>
            <pc:docMk/>
            <pc:sldMk cId="2785306319" sldId="268"/>
            <ac:picMk id="6" creationId="{C42AE87A-41FD-BDEA-E909-F69890D72775}"/>
          </ac:picMkLst>
        </pc:picChg>
      </pc:sldChg>
      <pc:sldChg chg="addSp modSp new mod modAnim">
        <pc:chgData name="Fehmida Usmani" userId="1f7d48bb-60b3-4b90-bf30-0f63161838be" providerId="ADAL" clId="{38893F8D-FF75-43AF-8623-7CD1B54F7205}" dt="2024-08-19T01:13:27.821" v="636" actId="14100"/>
        <pc:sldMkLst>
          <pc:docMk/>
          <pc:sldMk cId="715034045" sldId="269"/>
        </pc:sldMkLst>
        <pc:spChg chg="mod">
          <ac:chgData name="Fehmida Usmani" userId="1f7d48bb-60b3-4b90-bf30-0f63161838be" providerId="ADAL" clId="{38893F8D-FF75-43AF-8623-7CD1B54F7205}" dt="2024-08-19T01:07:29.502" v="471" actId="2711"/>
          <ac:spMkLst>
            <pc:docMk/>
            <pc:sldMk cId="715034045" sldId="269"/>
            <ac:spMk id="2" creationId="{AD311BBF-F4BD-9293-935A-F069D37CDC69}"/>
          </ac:spMkLst>
        </pc:spChg>
        <pc:spChg chg="mod">
          <ac:chgData name="Fehmida Usmani" userId="1f7d48bb-60b3-4b90-bf30-0f63161838be" providerId="ADAL" clId="{38893F8D-FF75-43AF-8623-7CD1B54F7205}" dt="2024-08-19T01:09:46.681" v="596" actId="21"/>
          <ac:spMkLst>
            <pc:docMk/>
            <pc:sldMk cId="715034045" sldId="269"/>
            <ac:spMk id="3" creationId="{12F4B5B8-5C6D-097B-EE2B-D3355FB495C8}"/>
          </ac:spMkLst>
        </pc:spChg>
        <pc:spChg chg="add mod">
          <ac:chgData name="Fehmida Usmani" userId="1f7d48bb-60b3-4b90-bf30-0f63161838be" providerId="ADAL" clId="{38893F8D-FF75-43AF-8623-7CD1B54F7205}" dt="2024-08-19T01:13:27.821" v="636" actId="14100"/>
          <ac:spMkLst>
            <pc:docMk/>
            <pc:sldMk cId="715034045" sldId="269"/>
            <ac:spMk id="5" creationId="{DCC08EFB-0DF8-EA46-534C-0E91EC87D4C1}"/>
          </ac:spMkLst>
        </pc:spChg>
        <pc:spChg chg="add mod">
          <ac:chgData name="Fehmida Usmani" userId="1f7d48bb-60b3-4b90-bf30-0f63161838be" providerId="ADAL" clId="{38893F8D-FF75-43AF-8623-7CD1B54F7205}" dt="2024-08-19T01:13:03.274" v="629" actId="14100"/>
          <ac:spMkLst>
            <pc:docMk/>
            <pc:sldMk cId="715034045" sldId="269"/>
            <ac:spMk id="6" creationId="{45DCC6F8-7682-B0DA-50CD-62A33E5B368E}"/>
          </ac:spMkLst>
        </pc:spChg>
        <pc:spChg chg="add mod">
          <ac:chgData name="Fehmida Usmani" userId="1f7d48bb-60b3-4b90-bf30-0f63161838be" providerId="ADAL" clId="{38893F8D-FF75-43AF-8623-7CD1B54F7205}" dt="2024-08-19T01:12:38.995" v="624" actId="255"/>
          <ac:spMkLst>
            <pc:docMk/>
            <pc:sldMk cId="715034045" sldId="269"/>
            <ac:spMk id="8" creationId="{AAF10206-973A-DC71-8D02-79058572886C}"/>
          </ac:spMkLst>
        </pc:spChg>
        <pc:picChg chg="add mod">
          <ac:chgData name="Fehmida Usmani" userId="1f7d48bb-60b3-4b90-bf30-0f63161838be" providerId="ADAL" clId="{38893F8D-FF75-43AF-8623-7CD1B54F7205}" dt="2024-08-19T01:13:13.954" v="631" actId="14100"/>
          <ac:picMkLst>
            <pc:docMk/>
            <pc:sldMk cId="715034045" sldId="269"/>
            <ac:picMk id="4" creationId="{6C231708-4B53-BB51-D6FF-A82B1D7D8BA7}"/>
          </ac:picMkLst>
        </pc:picChg>
      </pc:sldChg>
      <pc:sldChg chg="addSp delSp modSp new mod">
        <pc:chgData name="Fehmida Usmani" userId="1f7d48bb-60b3-4b90-bf30-0f63161838be" providerId="ADAL" clId="{38893F8D-FF75-43AF-8623-7CD1B54F7205}" dt="2024-08-19T01:18:42.162" v="688" actId="1076"/>
        <pc:sldMkLst>
          <pc:docMk/>
          <pc:sldMk cId="2868358507" sldId="270"/>
        </pc:sldMkLst>
        <pc:spChg chg="mod">
          <ac:chgData name="Fehmida Usmani" userId="1f7d48bb-60b3-4b90-bf30-0f63161838be" providerId="ADAL" clId="{38893F8D-FF75-43AF-8623-7CD1B54F7205}" dt="2024-08-19T01:15:20.998" v="657" actId="20577"/>
          <ac:spMkLst>
            <pc:docMk/>
            <pc:sldMk cId="2868358507" sldId="270"/>
            <ac:spMk id="2" creationId="{36BA72D8-D05C-64ED-EF51-05C7B5D696A5}"/>
          </ac:spMkLst>
        </pc:spChg>
        <pc:spChg chg="del">
          <ac:chgData name="Fehmida Usmani" userId="1f7d48bb-60b3-4b90-bf30-0f63161838be" providerId="ADAL" clId="{38893F8D-FF75-43AF-8623-7CD1B54F7205}" dt="2024-08-19T01:17:44.961" v="658"/>
          <ac:spMkLst>
            <pc:docMk/>
            <pc:sldMk cId="2868358507" sldId="270"/>
            <ac:spMk id="3" creationId="{2BA8F202-DC24-148D-88F6-64A9B5BB1FB5}"/>
          </ac:spMkLst>
        </pc:spChg>
        <pc:spChg chg="add mod">
          <ac:chgData name="Fehmida Usmani" userId="1f7d48bb-60b3-4b90-bf30-0f63161838be" providerId="ADAL" clId="{38893F8D-FF75-43AF-8623-7CD1B54F7205}" dt="2024-08-19T01:18:42.162" v="688" actId="1076"/>
          <ac:spMkLst>
            <pc:docMk/>
            <pc:sldMk cId="2868358507" sldId="270"/>
            <ac:spMk id="4" creationId="{B50AF03F-759E-B276-AD31-3254F7166CCF}"/>
          </ac:spMkLst>
        </pc:spChg>
      </pc:sldChg>
      <pc:sldChg chg="addSp delSp modSp new mod">
        <pc:chgData name="Fehmida Usmani" userId="1f7d48bb-60b3-4b90-bf30-0f63161838be" providerId="ADAL" clId="{38893F8D-FF75-43AF-8623-7CD1B54F7205}" dt="2024-08-19T01:21:37.940" v="707" actId="1076"/>
        <pc:sldMkLst>
          <pc:docMk/>
          <pc:sldMk cId="1715170899" sldId="271"/>
        </pc:sldMkLst>
        <pc:spChg chg="mod">
          <ac:chgData name="Fehmida Usmani" userId="1f7d48bb-60b3-4b90-bf30-0f63161838be" providerId="ADAL" clId="{38893F8D-FF75-43AF-8623-7CD1B54F7205}" dt="2024-08-19T01:20:21.532" v="696" actId="20577"/>
          <ac:spMkLst>
            <pc:docMk/>
            <pc:sldMk cId="1715170899" sldId="271"/>
            <ac:spMk id="2" creationId="{BD81C07E-5FAB-95A7-76E8-83C528E1F370}"/>
          </ac:spMkLst>
        </pc:spChg>
        <pc:spChg chg="del">
          <ac:chgData name="Fehmida Usmani" userId="1f7d48bb-60b3-4b90-bf30-0f63161838be" providerId="ADAL" clId="{38893F8D-FF75-43AF-8623-7CD1B54F7205}" dt="2024-08-19T01:20:47.222" v="697"/>
          <ac:spMkLst>
            <pc:docMk/>
            <pc:sldMk cId="1715170899" sldId="271"/>
            <ac:spMk id="3" creationId="{065A0E84-783A-1388-8CC7-72062BD74355}"/>
          </ac:spMkLst>
        </pc:spChg>
        <pc:spChg chg="add mod">
          <ac:chgData name="Fehmida Usmani" userId="1f7d48bb-60b3-4b90-bf30-0f63161838be" providerId="ADAL" clId="{38893F8D-FF75-43AF-8623-7CD1B54F7205}" dt="2024-08-19T01:20:56.119" v="700" actId="20577"/>
          <ac:spMkLst>
            <pc:docMk/>
            <pc:sldMk cId="1715170899" sldId="271"/>
            <ac:spMk id="4" creationId="{A94A4570-97FA-7C9F-DD10-1F1525B4380A}"/>
          </ac:spMkLst>
        </pc:spChg>
        <pc:spChg chg="add mod">
          <ac:chgData name="Fehmida Usmani" userId="1f7d48bb-60b3-4b90-bf30-0f63161838be" providerId="ADAL" clId="{38893F8D-FF75-43AF-8623-7CD1B54F7205}" dt="2024-08-19T01:21:22.894" v="705" actId="1076"/>
          <ac:spMkLst>
            <pc:docMk/>
            <pc:sldMk cId="1715170899" sldId="271"/>
            <ac:spMk id="6" creationId="{90EB683F-53CA-1924-4258-3290B7FB00CC}"/>
          </ac:spMkLst>
        </pc:spChg>
        <pc:picChg chg="add mod">
          <ac:chgData name="Fehmida Usmani" userId="1f7d48bb-60b3-4b90-bf30-0f63161838be" providerId="ADAL" clId="{38893F8D-FF75-43AF-8623-7CD1B54F7205}" dt="2024-08-19T01:21:09.981" v="703" actId="1076"/>
          <ac:picMkLst>
            <pc:docMk/>
            <pc:sldMk cId="1715170899" sldId="271"/>
            <ac:picMk id="5" creationId="{7A0DAC4A-8AD4-5299-42F8-9DD7DFA83F48}"/>
          </ac:picMkLst>
        </pc:picChg>
        <pc:picChg chg="add mod">
          <ac:chgData name="Fehmida Usmani" userId="1f7d48bb-60b3-4b90-bf30-0f63161838be" providerId="ADAL" clId="{38893F8D-FF75-43AF-8623-7CD1B54F7205}" dt="2024-08-19T01:21:37.940" v="707" actId="1076"/>
          <ac:picMkLst>
            <pc:docMk/>
            <pc:sldMk cId="1715170899" sldId="271"/>
            <ac:picMk id="7" creationId="{15BE8692-D076-4750-9B02-10205CB02AF4}"/>
          </ac:picMkLst>
        </pc:picChg>
      </pc:sldChg>
      <pc:sldChg chg="addSp delSp modSp new mod">
        <pc:chgData name="Fehmida Usmani" userId="1f7d48bb-60b3-4b90-bf30-0f63161838be" providerId="ADAL" clId="{38893F8D-FF75-43AF-8623-7CD1B54F7205}" dt="2024-08-19T01:23:30.492" v="725" actId="1076"/>
        <pc:sldMkLst>
          <pc:docMk/>
          <pc:sldMk cId="2662282436" sldId="272"/>
        </pc:sldMkLst>
        <pc:spChg chg="mod">
          <ac:chgData name="Fehmida Usmani" userId="1f7d48bb-60b3-4b90-bf30-0f63161838be" providerId="ADAL" clId="{38893F8D-FF75-43AF-8623-7CD1B54F7205}" dt="2024-08-19T01:22:38.062" v="721" actId="20577"/>
          <ac:spMkLst>
            <pc:docMk/>
            <pc:sldMk cId="2662282436" sldId="272"/>
            <ac:spMk id="2" creationId="{13EC6337-0B75-5070-0021-82C0EF1AE208}"/>
          </ac:spMkLst>
        </pc:spChg>
        <pc:spChg chg="del">
          <ac:chgData name="Fehmida Usmani" userId="1f7d48bb-60b3-4b90-bf30-0f63161838be" providerId="ADAL" clId="{38893F8D-FF75-43AF-8623-7CD1B54F7205}" dt="2024-08-19T01:23:11.605" v="722"/>
          <ac:spMkLst>
            <pc:docMk/>
            <pc:sldMk cId="2662282436" sldId="272"/>
            <ac:spMk id="3" creationId="{C469B383-2A53-4E40-B5ED-B651B9B7C724}"/>
          </ac:spMkLst>
        </pc:spChg>
        <pc:spChg chg="add mod">
          <ac:chgData name="Fehmida Usmani" userId="1f7d48bb-60b3-4b90-bf30-0f63161838be" providerId="ADAL" clId="{38893F8D-FF75-43AF-8623-7CD1B54F7205}" dt="2024-08-19T01:23:13.524" v="723" actId="5793"/>
          <ac:spMkLst>
            <pc:docMk/>
            <pc:sldMk cId="2662282436" sldId="272"/>
            <ac:spMk id="4" creationId="{2F977A7B-B04F-F4EB-7DFF-F021A3D0575C}"/>
          </ac:spMkLst>
        </pc:spChg>
        <pc:picChg chg="add mod">
          <ac:chgData name="Fehmida Usmani" userId="1f7d48bb-60b3-4b90-bf30-0f63161838be" providerId="ADAL" clId="{38893F8D-FF75-43AF-8623-7CD1B54F7205}" dt="2024-08-19T01:23:30.492" v="725" actId="1076"/>
          <ac:picMkLst>
            <pc:docMk/>
            <pc:sldMk cId="2662282436" sldId="272"/>
            <ac:picMk id="5" creationId="{7E83AA9F-EE25-4214-048A-AC4B5804E4D1}"/>
          </ac:picMkLst>
        </pc:picChg>
      </pc:sldChg>
      <pc:sldChg chg="addSp delSp modSp new mod modAnim">
        <pc:chgData name="Fehmida Usmani" userId="1f7d48bb-60b3-4b90-bf30-0f63161838be" providerId="ADAL" clId="{38893F8D-FF75-43AF-8623-7CD1B54F7205}" dt="2024-08-19T01:28:06.451" v="754"/>
        <pc:sldMkLst>
          <pc:docMk/>
          <pc:sldMk cId="1754351142" sldId="273"/>
        </pc:sldMkLst>
        <pc:spChg chg="del">
          <ac:chgData name="Fehmida Usmani" userId="1f7d48bb-60b3-4b90-bf30-0f63161838be" providerId="ADAL" clId="{38893F8D-FF75-43AF-8623-7CD1B54F7205}" dt="2024-08-19T01:24:12.323" v="727"/>
          <ac:spMkLst>
            <pc:docMk/>
            <pc:sldMk cId="1754351142" sldId="273"/>
            <ac:spMk id="2" creationId="{17B634B4-8F1B-0BA6-FCF0-A6DF7CBA3503}"/>
          </ac:spMkLst>
        </pc:spChg>
        <pc:spChg chg="del">
          <ac:chgData name="Fehmida Usmani" userId="1f7d48bb-60b3-4b90-bf30-0f63161838be" providerId="ADAL" clId="{38893F8D-FF75-43AF-8623-7CD1B54F7205}" dt="2024-08-19T01:24:36.321" v="730"/>
          <ac:spMkLst>
            <pc:docMk/>
            <pc:sldMk cId="1754351142" sldId="273"/>
            <ac:spMk id="3" creationId="{CBA425B6-2546-0712-8D0D-C9C27114E095}"/>
          </ac:spMkLst>
        </pc:spChg>
        <pc:spChg chg="add mod">
          <ac:chgData name="Fehmida Usmani" userId="1f7d48bb-60b3-4b90-bf30-0f63161838be" providerId="ADAL" clId="{38893F8D-FF75-43AF-8623-7CD1B54F7205}" dt="2024-08-19T01:26:31.081" v="734" actId="113"/>
          <ac:spMkLst>
            <pc:docMk/>
            <pc:sldMk cId="1754351142" sldId="273"/>
            <ac:spMk id="4" creationId="{CADE8170-BC97-51DA-4449-7EFCCEBA42C7}"/>
          </ac:spMkLst>
        </pc:spChg>
        <pc:spChg chg="add mod">
          <ac:chgData name="Fehmida Usmani" userId="1f7d48bb-60b3-4b90-bf30-0f63161838be" providerId="ADAL" clId="{38893F8D-FF75-43AF-8623-7CD1B54F7205}" dt="2024-08-19T01:27:56.332" v="752" actId="5793"/>
          <ac:spMkLst>
            <pc:docMk/>
            <pc:sldMk cId="1754351142" sldId="273"/>
            <ac:spMk id="5" creationId="{E0D99D7B-AA4C-F0BE-303F-E47EE26DB1A9}"/>
          </ac:spMkLst>
        </pc:spChg>
        <pc:spChg chg="add mod">
          <ac:chgData name="Fehmida Usmani" userId="1f7d48bb-60b3-4b90-bf30-0f63161838be" providerId="ADAL" clId="{38893F8D-FF75-43AF-8623-7CD1B54F7205}" dt="2024-08-19T01:27:14.847" v="739"/>
          <ac:spMkLst>
            <pc:docMk/>
            <pc:sldMk cId="1754351142" sldId="273"/>
            <ac:spMk id="6" creationId="{EE3224A7-8B85-32FD-1F5C-8619C940B4A7}"/>
          </ac:spMkLst>
        </pc:spChg>
        <pc:spChg chg="add mod">
          <ac:chgData name="Fehmida Usmani" userId="1f7d48bb-60b3-4b90-bf30-0f63161838be" providerId="ADAL" clId="{38893F8D-FF75-43AF-8623-7CD1B54F7205}" dt="2024-08-19T01:28:00.939" v="753" actId="1076"/>
          <ac:spMkLst>
            <pc:docMk/>
            <pc:sldMk cId="1754351142" sldId="273"/>
            <ac:spMk id="7" creationId="{20818116-DB2E-6BB5-2F94-6D028F9B8E99}"/>
          </ac:spMkLst>
        </pc:spChg>
      </pc:sldChg>
      <pc:sldChg chg="addSp delSp modSp new mod ord">
        <pc:chgData name="Fehmida Usmani" userId="1f7d48bb-60b3-4b90-bf30-0f63161838be" providerId="ADAL" clId="{38893F8D-FF75-43AF-8623-7CD1B54F7205}" dt="2024-08-19T01:30:13.682" v="775" actId="1076"/>
        <pc:sldMkLst>
          <pc:docMk/>
          <pc:sldMk cId="1831815073" sldId="274"/>
        </pc:sldMkLst>
        <pc:spChg chg="mod">
          <ac:chgData name="Fehmida Usmani" userId="1f7d48bb-60b3-4b90-bf30-0f63161838be" providerId="ADAL" clId="{38893F8D-FF75-43AF-8623-7CD1B54F7205}" dt="2024-08-19T01:30:06.462" v="772" actId="20577"/>
          <ac:spMkLst>
            <pc:docMk/>
            <pc:sldMk cId="1831815073" sldId="274"/>
            <ac:spMk id="2" creationId="{94F55030-A3ED-FEBF-8FEA-1B08BBBE7E79}"/>
          </ac:spMkLst>
        </pc:spChg>
        <pc:spChg chg="del">
          <ac:chgData name="Fehmida Usmani" userId="1f7d48bb-60b3-4b90-bf30-0f63161838be" providerId="ADAL" clId="{38893F8D-FF75-43AF-8623-7CD1B54F7205}" dt="2024-08-19T01:29:57.583" v="760"/>
          <ac:spMkLst>
            <pc:docMk/>
            <pc:sldMk cId="1831815073" sldId="274"/>
            <ac:spMk id="3" creationId="{233CBF5B-DD98-2871-995D-0F676B0BB8FD}"/>
          </ac:spMkLst>
        </pc:spChg>
        <pc:picChg chg="add mod">
          <ac:chgData name="Fehmida Usmani" userId="1f7d48bb-60b3-4b90-bf30-0f63161838be" providerId="ADAL" clId="{38893F8D-FF75-43AF-8623-7CD1B54F7205}" dt="2024-08-19T01:30:13.682" v="775" actId="1076"/>
          <ac:picMkLst>
            <pc:docMk/>
            <pc:sldMk cId="1831815073" sldId="274"/>
            <ac:picMk id="4" creationId="{BFDA753F-42E7-77F3-5085-63EA77D9A4F8}"/>
          </ac:picMkLst>
        </pc:picChg>
      </pc:sldChg>
      <pc:sldChg chg="addSp delSp modSp new mod">
        <pc:chgData name="Fehmida Usmani" userId="1f7d48bb-60b3-4b90-bf30-0f63161838be" providerId="ADAL" clId="{38893F8D-FF75-43AF-8623-7CD1B54F7205}" dt="2024-08-19T01:33:34.859" v="806" actId="478"/>
        <pc:sldMkLst>
          <pc:docMk/>
          <pc:sldMk cId="1001281418" sldId="275"/>
        </pc:sldMkLst>
        <pc:spChg chg="del">
          <ac:chgData name="Fehmida Usmani" userId="1f7d48bb-60b3-4b90-bf30-0f63161838be" providerId="ADAL" clId="{38893F8D-FF75-43AF-8623-7CD1B54F7205}" dt="2024-08-19T01:33:34.859" v="806" actId="478"/>
          <ac:spMkLst>
            <pc:docMk/>
            <pc:sldMk cId="1001281418" sldId="275"/>
            <ac:spMk id="2" creationId="{AF5E0349-7334-2B31-B81B-1BA26CEE2E83}"/>
          </ac:spMkLst>
        </pc:spChg>
        <pc:spChg chg="del">
          <ac:chgData name="Fehmida Usmani" userId="1f7d48bb-60b3-4b90-bf30-0f63161838be" providerId="ADAL" clId="{38893F8D-FF75-43AF-8623-7CD1B54F7205}" dt="2024-08-19T01:32:25.878" v="786"/>
          <ac:spMkLst>
            <pc:docMk/>
            <pc:sldMk cId="1001281418" sldId="275"/>
            <ac:spMk id="3" creationId="{C6B53B8F-CAD7-5456-887A-0132677C0375}"/>
          </ac:spMkLst>
        </pc:spChg>
        <pc:spChg chg="add mod">
          <ac:chgData name="Fehmida Usmani" userId="1f7d48bb-60b3-4b90-bf30-0f63161838be" providerId="ADAL" clId="{38893F8D-FF75-43AF-8623-7CD1B54F7205}" dt="2024-08-19T01:32:32.127" v="793" actId="20577"/>
          <ac:spMkLst>
            <pc:docMk/>
            <pc:sldMk cId="1001281418" sldId="275"/>
            <ac:spMk id="4" creationId="{A311B51C-ABE0-5907-86B8-834AED0DC6AD}"/>
          </ac:spMkLst>
        </pc:spChg>
        <pc:spChg chg="add mod">
          <ac:chgData name="Fehmida Usmani" userId="1f7d48bb-60b3-4b90-bf30-0f63161838be" providerId="ADAL" clId="{38893F8D-FF75-43AF-8623-7CD1B54F7205}" dt="2024-08-19T01:33:07.386" v="802" actId="20577"/>
          <ac:spMkLst>
            <pc:docMk/>
            <pc:sldMk cId="1001281418" sldId="275"/>
            <ac:spMk id="6" creationId="{5B0B25BE-97B6-A739-6527-CDFD9A378B4F}"/>
          </ac:spMkLst>
        </pc:spChg>
        <pc:spChg chg="add mod">
          <ac:chgData name="Fehmida Usmani" userId="1f7d48bb-60b3-4b90-bf30-0f63161838be" providerId="ADAL" clId="{38893F8D-FF75-43AF-8623-7CD1B54F7205}" dt="2024-08-19T01:33:32.259" v="805"/>
          <ac:spMkLst>
            <pc:docMk/>
            <pc:sldMk cId="1001281418" sldId="275"/>
            <ac:spMk id="7" creationId="{26898CE0-C7B9-E668-5768-78F9BF363FBD}"/>
          </ac:spMkLst>
        </pc:spChg>
        <pc:picChg chg="add mod">
          <ac:chgData name="Fehmida Usmani" userId="1f7d48bb-60b3-4b90-bf30-0f63161838be" providerId="ADAL" clId="{38893F8D-FF75-43AF-8623-7CD1B54F7205}" dt="2024-08-19T01:32:43.234" v="795" actId="1076"/>
          <ac:picMkLst>
            <pc:docMk/>
            <pc:sldMk cId="1001281418" sldId="275"/>
            <ac:picMk id="5" creationId="{2C91DE89-3592-C056-2069-644320878E50}"/>
          </ac:picMkLst>
        </pc:picChg>
      </pc:sldChg>
      <pc:sldChg chg="addSp delSp modSp new mod">
        <pc:chgData name="Fehmida Usmani" userId="1f7d48bb-60b3-4b90-bf30-0f63161838be" providerId="ADAL" clId="{38893F8D-FF75-43AF-8623-7CD1B54F7205}" dt="2024-08-19T01:36:33.093" v="838"/>
        <pc:sldMkLst>
          <pc:docMk/>
          <pc:sldMk cId="238929032" sldId="276"/>
        </pc:sldMkLst>
        <pc:spChg chg="add del">
          <ac:chgData name="Fehmida Usmani" userId="1f7d48bb-60b3-4b90-bf30-0f63161838be" providerId="ADAL" clId="{38893F8D-FF75-43AF-8623-7CD1B54F7205}" dt="2024-08-19T01:36:26.670" v="837" actId="478"/>
          <ac:spMkLst>
            <pc:docMk/>
            <pc:sldMk cId="238929032" sldId="276"/>
            <ac:spMk id="2" creationId="{B4F6C985-6E9D-ECD8-C0F4-1D7291767195}"/>
          </ac:spMkLst>
        </pc:spChg>
        <pc:spChg chg="del">
          <ac:chgData name="Fehmida Usmani" userId="1f7d48bb-60b3-4b90-bf30-0f63161838be" providerId="ADAL" clId="{38893F8D-FF75-43AF-8623-7CD1B54F7205}" dt="2024-08-19T01:34:24.429" v="808"/>
          <ac:spMkLst>
            <pc:docMk/>
            <pc:sldMk cId="238929032" sldId="276"/>
            <ac:spMk id="3" creationId="{43E06788-83F0-19FF-BBB6-716B6A711568}"/>
          </ac:spMkLst>
        </pc:spChg>
        <pc:spChg chg="add del mod">
          <ac:chgData name="Fehmida Usmani" userId="1f7d48bb-60b3-4b90-bf30-0f63161838be" providerId="ADAL" clId="{38893F8D-FF75-43AF-8623-7CD1B54F7205}" dt="2024-08-19T01:36:21.048" v="836" actId="478"/>
          <ac:spMkLst>
            <pc:docMk/>
            <pc:sldMk cId="238929032" sldId="276"/>
            <ac:spMk id="4" creationId="{58145B99-1783-B72E-F14C-34118ED47362}"/>
          </ac:spMkLst>
        </pc:spChg>
        <pc:spChg chg="add mod">
          <ac:chgData name="Fehmida Usmani" userId="1f7d48bb-60b3-4b90-bf30-0f63161838be" providerId="ADAL" clId="{38893F8D-FF75-43AF-8623-7CD1B54F7205}" dt="2024-08-19T01:35:18.033" v="827"/>
          <ac:spMkLst>
            <pc:docMk/>
            <pc:sldMk cId="238929032" sldId="276"/>
            <ac:spMk id="6" creationId="{543367D9-6FA2-94BE-CB4F-ABAA97400ED5}"/>
          </ac:spMkLst>
        </pc:spChg>
        <pc:spChg chg="add del mod">
          <ac:chgData name="Fehmida Usmani" userId="1f7d48bb-60b3-4b90-bf30-0f63161838be" providerId="ADAL" clId="{38893F8D-FF75-43AF-8623-7CD1B54F7205}" dt="2024-08-19T01:36:21.048" v="836" actId="478"/>
          <ac:spMkLst>
            <pc:docMk/>
            <pc:sldMk cId="238929032" sldId="276"/>
            <ac:spMk id="10" creationId="{9EF5C913-5E3C-6E4C-BCBE-1670F56B167D}"/>
          </ac:spMkLst>
        </pc:spChg>
        <pc:spChg chg="add mod">
          <ac:chgData name="Fehmida Usmani" userId="1f7d48bb-60b3-4b90-bf30-0f63161838be" providerId="ADAL" clId="{38893F8D-FF75-43AF-8623-7CD1B54F7205}" dt="2024-08-19T01:36:11.600" v="833"/>
          <ac:spMkLst>
            <pc:docMk/>
            <pc:sldMk cId="238929032" sldId="276"/>
            <ac:spMk id="11" creationId="{999E288E-1248-FA2F-6A3C-4FC683FB78ED}"/>
          </ac:spMkLst>
        </pc:spChg>
        <pc:spChg chg="add mod">
          <ac:chgData name="Fehmida Usmani" userId="1f7d48bb-60b3-4b90-bf30-0f63161838be" providerId="ADAL" clId="{38893F8D-FF75-43AF-8623-7CD1B54F7205}" dt="2024-08-19T01:36:33.093" v="838"/>
          <ac:spMkLst>
            <pc:docMk/>
            <pc:sldMk cId="238929032" sldId="276"/>
            <ac:spMk id="12" creationId="{9C17130D-EC5C-5F7B-7E28-A8E04854CB7E}"/>
          </ac:spMkLst>
        </pc:spChg>
        <pc:picChg chg="add mod">
          <ac:chgData name="Fehmida Usmani" userId="1f7d48bb-60b3-4b90-bf30-0f63161838be" providerId="ADAL" clId="{38893F8D-FF75-43AF-8623-7CD1B54F7205}" dt="2024-08-19T01:34:37.362" v="810" actId="1076"/>
          <ac:picMkLst>
            <pc:docMk/>
            <pc:sldMk cId="238929032" sldId="276"/>
            <ac:picMk id="5" creationId="{D5B9E9C2-AE99-AB3B-C325-458DB71AB403}"/>
          </ac:picMkLst>
        </pc:picChg>
        <pc:picChg chg="add mod">
          <ac:chgData name="Fehmida Usmani" userId="1f7d48bb-60b3-4b90-bf30-0f63161838be" providerId="ADAL" clId="{38893F8D-FF75-43AF-8623-7CD1B54F7205}" dt="2024-08-19T01:35:41.092" v="829" actId="1076"/>
          <ac:picMkLst>
            <pc:docMk/>
            <pc:sldMk cId="238929032" sldId="276"/>
            <ac:picMk id="7" creationId="{8476D1F9-3092-7587-77FE-A132C8AF0B54}"/>
          </ac:picMkLst>
        </pc:picChg>
        <pc:picChg chg="add mod">
          <ac:chgData name="Fehmida Usmani" userId="1f7d48bb-60b3-4b90-bf30-0f63161838be" providerId="ADAL" clId="{38893F8D-FF75-43AF-8623-7CD1B54F7205}" dt="2024-08-19T01:35:49.612" v="831" actId="1076"/>
          <ac:picMkLst>
            <pc:docMk/>
            <pc:sldMk cId="238929032" sldId="276"/>
            <ac:picMk id="8" creationId="{4B65401C-45B5-BCE6-3505-C366A820EA3D}"/>
          </ac:picMkLst>
        </pc:picChg>
      </pc:sldChg>
      <pc:sldChg chg="addSp delSp modSp new mod modAnim">
        <pc:chgData name="Fehmida Usmani" userId="1f7d48bb-60b3-4b90-bf30-0f63161838be" providerId="ADAL" clId="{38893F8D-FF75-43AF-8623-7CD1B54F7205}" dt="2024-08-19T01:41:03.994" v="873"/>
        <pc:sldMkLst>
          <pc:docMk/>
          <pc:sldMk cId="1853410623" sldId="277"/>
        </pc:sldMkLst>
        <pc:spChg chg="del">
          <ac:chgData name="Fehmida Usmani" userId="1f7d48bb-60b3-4b90-bf30-0f63161838be" providerId="ADAL" clId="{38893F8D-FF75-43AF-8623-7CD1B54F7205}" dt="2024-08-19T01:37:50.740" v="861"/>
          <ac:spMkLst>
            <pc:docMk/>
            <pc:sldMk cId="1853410623" sldId="277"/>
            <ac:spMk id="2" creationId="{DF943312-8C5E-9D25-123E-8101E29D01B4}"/>
          </ac:spMkLst>
        </pc:spChg>
        <pc:spChg chg="del">
          <ac:chgData name="Fehmida Usmani" userId="1f7d48bb-60b3-4b90-bf30-0f63161838be" providerId="ADAL" clId="{38893F8D-FF75-43AF-8623-7CD1B54F7205}" dt="2024-08-19T01:39:11.165" v="862"/>
          <ac:spMkLst>
            <pc:docMk/>
            <pc:sldMk cId="1853410623" sldId="277"/>
            <ac:spMk id="3" creationId="{31CB3198-8287-A9B8-98AA-081D7750EEB1}"/>
          </ac:spMkLst>
        </pc:spChg>
        <pc:spChg chg="add mod">
          <ac:chgData name="Fehmida Usmani" userId="1f7d48bb-60b3-4b90-bf30-0f63161838be" providerId="ADAL" clId="{38893F8D-FF75-43AF-8623-7CD1B54F7205}" dt="2024-08-19T01:37:50.740" v="861"/>
          <ac:spMkLst>
            <pc:docMk/>
            <pc:sldMk cId="1853410623" sldId="277"/>
            <ac:spMk id="4" creationId="{7830F108-5080-A03D-8D83-BDD8689A754B}"/>
          </ac:spMkLst>
        </pc:spChg>
        <pc:spChg chg="add mod">
          <ac:chgData name="Fehmida Usmani" userId="1f7d48bb-60b3-4b90-bf30-0f63161838be" providerId="ADAL" clId="{38893F8D-FF75-43AF-8623-7CD1B54F7205}" dt="2024-08-19T01:39:16.941" v="863" actId="20577"/>
          <ac:spMkLst>
            <pc:docMk/>
            <pc:sldMk cId="1853410623" sldId="277"/>
            <ac:spMk id="5" creationId="{D207D961-9917-D202-4CFF-A3CC84DA5230}"/>
          </ac:spMkLst>
        </pc:spChg>
        <pc:picChg chg="add mod">
          <ac:chgData name="Fehmida Usmani" userId="1f7d48bb-60b3-4b90-bf30-0f63161838be" providerId="ADAL" clId="{38893F8D-FF75-43AF-8623-7CD1B54F7205}" dt="2024-08-19T01:40:16.175" v="872" actId="14100"/>
          <ac:picMkLst>
            <pc:docMk/>
            <pc:sldMk cId="1853410623" sldId="277"/>
            <ac:picMk id="7" creationId="{43E9602E-584E-510E-EC9C-A1D016C4EDE6}"/>
          </ac:picMkLst>
        </pc:picChg>
      </pc:sldChg>
      <pc:sldChg chg="addSp delSp modSp new mod">
        <pc:chgData name="Fehmida Usmani" userId="1f7d48bb-60b3-4b90-bf30-0f63161838be" providerId="ADAL" clId="{38893F8D-FF75-43AF-8623-7CD1B54F7205}" dt="2024-08-19T01:42:33.598" v="913" actId="20577"/>
        <pc:sldMkLst>
          <pc:docMk/>
          <pc:sldMk cId="177810457" sldId="278"/>
        </pc:sldMkLst>
        <pc:spChg chg="mod">
          <ac:chgData name="Fehmida Usmani" userId="1f7d48bb-60b3-4b90-bf30-0f63161838be" providerId="ADAL" clId="{38893F8D-FF75-43AF-8623-7CD1B54F7205}" dt="2024-08-19T01:41:42.054" v="887" actId="20577"/>
          <ac:spMkLst>
            <pc:docMk/>
            <pc:sldMk cId="177810457" sldId="278"/>
            <ac:spMk id="2" creationId="{21B9F23F-548C-B6C1-15AC-8F7AAA0F870F}"/>
          </ac:spMkLst>
        </pc:spChg>
        <pc:spChg chg="del">
          <ac:chgData name="Fehmida Usmani" userId="1f7d48bb-60b3-4b90-bf30-0f63161838be" providerId="ADAL" clId="{38893F8D-FF75-43AF-8623-7CD1B54F7205}" dt="2024-08-19T01:42:17.668" v="888"/>
          <ac:spMkLst>
            <pc:docMk/>
            <pc:sldMk cId="177810457" sldId="278"/>
            <ac:spMk id="3" creationId="{EB888A69-2017-7B8B-E78B-2AC72F43BC0D}"/>
          </ac:spMkLst>
        </pc:spChg>
        <pc:spChg chg="add mod">
          <ac:chgData name="Fehmida Usmani" userId="1f7d48bb-60b3-4b90-bf30-0f63161838be" providerId="ADAL" clId="{38893F8D-FF75-43AF-8623-7CD1B54F7205}" dt="2024-08-19T01:42:33.598" v="913" actId="20577"/>
          <ac:spMkLst>
            <pc:docMk/>
            <pc:sldMk cId="177810457" sldId="278"/>
            <ac:spMk id="4" creationId="{501DCD1B-E28D-9E68-9173-86E154C14204}"/>
          </ac:spMkLst>
        </pc:spChg>
      </pc:sldChg>
      <pc:sldChg chg="addSp delSp modSp new mod">
        <pc:chgData name="Fehmida Usmani" userId="1f7d48bb-60b3-4b90-bf30-0f63161838be" providerId="ADAL" clId="{38893F8D-FF75-43AF-8623-7CD1B54F7205}" dt="2024-08-19T01:44:40.241" v="935" actId="1076"/>
        <pc:sldMkLst>
          <pc:docMk/>
          <pc:sldMk cId="261958747" sldId="279"/>
        </pc:sldMkLst>
        <pc:spChg chg="mod">
          <ac:chgData name="Fehmida Usmani" userId="1f7d48bb-60b3-4b90-bf30-0f63161838be" providerId="ADAL" clId="{38893F8D-FF75-43AF-8623-7CD1B54F7205}" dt="2024-08-19T01:44:10.150" v="932" actId="20577"/>
          <ac:spMkLst>
            <pc:docMk/>
            <pc:sldMk cId="261958747" sldId="279"/>
            <ac:spMk id="2" creationId="{6BC8E594-F174-C197-40A4-6629736B5B37}"/>
          </ac:spMkLst>
        </pc:spChg>
        <pc:spChg chg="del">
          <ac:chgData name="Fehmida Usmani" userId="1f7d48bb-60b3-4b90-bf30-0f63161838be" providerId="ADAL" clId="{38893F8D-FF75-43AF-8623-7CD1B54F7205}" dt="2024-08-19T01:44:29.496" v="933"/>
          <ac:spMkLst>
            <pc:docMk/>
            <pc:sldMk cId="261958747" sldId="279"/>
            <ac:spMk id="3" creationId="{076084B2-AC6E-1310-1DED-F8FF13B0A254}"/>
          </ac:spMkLst>
        </pc:spChg>
        <pc:spChg chg="add mod">
          <ac:chgData name="Fehmida Usmani" userId="1f7d48bb-60b3-4b90-bf30-0f63161838be" providerId="ADAL" clId="{38893F8D-FF75-43AF-8623-7CD1B54F7205}" dt="2024-08-19T01:44:29.496" v="933"/>
          <ac:spMkLst>
            <pc:docMk/>
            <pc:sldMk cId="261958747" sldId="279"/>
            <ac:spMk id="4" creationId="{8660E653-352C-234F-A073-5CE0008BFF4F}"/>
          </ac:spMkLst>
        </pc:spChg>
        <pc:picChg chg="add mod">
          <ac:chgData name="Fehmida Usmani" userId="1f7d48bb-60b3-4b90-bf30-0f63161838be" providerId="ADAL" clId="{38893F8D-FF75-43AF-8623-7CD1B54F7205}" dt="2024-08-19T01:44:40.241" v="935" actId="1076"/>
          <ac:picMkLst>
            <pc:docMk/>
            <pc:sldMk cId="261958747" sldId="279"/>
            <ac:picMk id="5" creationId="{1C665454-FEF5-4258-0EDE-43BD3260689E}"/>
          </ac:picMkLst>
        </pc:picChg>
      </pc:sldChg>
      <pc:sldChg chg="addSp delSp modSp add mod">
        <pc:chgData name="Fehmida Usmani" userId="1f7d48bb-60b3-4b90-bf30-0f63161838be" providerId="ADAL" clId="{38893F8D-FF75-43AF-8623-7CD1B54F7205}" dt="2024-08-19T01:45:58.740" v="946"/>
        <pc:sldMkLst>
          <pc:docMk/>
          <pc:sldMk cId="3217814425" sldId="280"/>
        </pc:sldMkLst>
        <pc:spChg chg="add del mod">
          <ac:chgData name="Fehmida Usmani" userId="1f7d48bb-60b3-4b90-bf30-0f63161838be" providerId="ADAL" clId="{38893F8D-FF75-43AF-8623-7CD1B54F7205}" dt="2024-08-19T01:45:30.385" v="938"/>
          <ac:spMkLst>
            <pc:docMk/>
            <pc:sldMk cId="3217814425" sldId="280"/>
            <ac:spMk id="5" creationId="{6CFEF624-BE2B-AC15-4FDB-435494C78CF9}"/>
          </ac:spMkLst>
        </pc:spChg>
        <pc:spChg chg="add mod">
          <ac:chgData name="Fehmida Usmani" userId="1f7d48bb-60b3-4b90-bf30-0f63161838be" providerId="ADAL" clId="{38893F8D-FF75-43AF-8623-7CD1B54F7205}" dt="2024-08-19T01:45:35.456" v="944" actId="20577"/>
          <ac:spMkLst>
            <pc:docMk/>
            <pc:sldMk cId="3217814425" sldId="280"/>
            <ac:spMk id="6" creationId="{44C2F168-90D4-C2E6-E0FE-F9872E07B550}"/>
          </ac:spMkLst>
        </pc:spChg>
        <pc:spChg chg="add mod">
          <ac:chgData name="Fehmida Usmani" userId="1f7d48bb-60b3-4b90-bf30-0f63161838be" providerId="ADAL" clId="{38893F8D-FF75-43AF-8623-7CD1B54F7205}" dt="2024-08-19T01:45:58.740" v="946"/>
          <ac:spMkLst>
            <pc:docMk/>
            <pc:sldMk cId="3217814425" sldId="280"/>
            <ac:spMk id="8" creationId="{E1AA0015-BD83-ECA5-A246-D4693DA23DA2}"/>
          </ac:spMkLst>
        </pc:spChg>
        <pc:spChg chg="add mod">
          <ac:chgData name="Fehmida Usmani" userId="1f7d48bb-60b3-4b90-bf30-0f63161838be" providerId="ADAL" clId="{38893F8D-FF75-43AF-8623-7CD1B54F7205}" dt="2024-08-19T01:45:58.740" v="946"/>
          <ac:spMkLst>
            <pc:docMk/>
            <pc:sldMk cId="3217814425" sldId="280"/>
            <ac:spMk id="9" creationId="{D898B444-E306-8217-2AB2-45F2E0904842}"/>
          </ac:spMkLst>
        </pc:spChg>
        <pc:spChg chg="add mod">
          <ac:chgData name="Fehmida Usmani" userId="1f7d48bb-60b3-4b90-bf30-0f63161838be" providerId="ADAL" clId="{38893F8D-FF75-43AF-8623-7CD1B54F7205}" dt="2024-08-19T01:45:58.740" v="946"/>
          <ac:spMkLst>
            <pc:docMk/>
            <pc:sldMk cId="3217814425" sldId="280"/>
            <ac:spMk id="10" creationId="{4EE76E23-8B82-C877-6E87-E0CB2829E7A5}"/>
          </ac:spMkLst>
        </pc:spChg>
        <pc:spChg chg="add mod">
          <ac:chgData name="Fehmida Usmani" userId="1f7d48bb-60b3-4b90-bf30-0f63161838be" providerId="ADAL" clId="{38893F8D-FF75-43AF-8623-7CD1B54F7205}" dt="2024-08-19T01:45:58.740" v="946"/>
          <ac:spMkLst>
            <pc:docMk/>
            <pc:sldMk cId="3217814425" sldId="280"/>
            <ac:spMk id="11" creationId="{E40C9A96-8B94-BE46-4FCC-0EC2721ABB64}"/>
          </ac:spMkLst>
        </pc:spChg>
        <pc:picChg chg="del">
          <ac:chgData name="Fehmida Usmani" userId="1f7d48bb-60b3-4b90-bf30-0f63161838be" providerId="ADAL" clId="{38893F8D-FF75-43AF-8623-7CD1B54F7205}" dt="2024-08-19T01:45:04.472" v="937" actId="478"/>
          <ac:picMkLst>
            <pc:docMk/>
            <pc:sldMk cId="3217814425" sldId="280"/>
            <ac:picMk id="4" creationId="{CDCEA39C-6146-4B5A-E6AA-8BB254E7C0F0}"/>
          </ac:picMkLst>
        </pc:picChg>
        <pc:picChg chg="add mod">
          <ac:chgData name="Fehmida Usmani" userId="1f7d48bb-60b3-4b90-bf30-0f63161838be" providerId="ADAL" clId="{38893F8D-FF75-43AF-8623-7CD1B54F7205}" dt="2024-08-19T01:45:44.194" v="945"/>
          <ac:picMkLst>
            <pc:docMk/>
            <pc:sldMk cId="3217814425" sldId="280"/>
            <ac:picMk id="7" creationId="{ADF75291-CF22-C203-4AE3-6DD7A6FB31AD}"/>
          </ac:picMkLst>
        </pc:picChg>
      </pc:sldChg>
      <pc:sldChg chg="addSp delSp modSp new mod modAnim">
        <pc:chgData name="Fehmida Usmani" userId="1f7d48bb-60b3-4b90-bf30-0f63161838be" providerId="ADAL" clId="{38893F8D-FF75-43AF-8623-7CD1B54F7205}" dt="2024-08-19T01:47:16.692" v="951"/>
        <pc:sldMkLst>
          <pc:docMk/>
          <pc:sldMk cId="3975661894" sldId="281"/>
        </pc:sldMkLst>
        <pc:spChg chg="del">
          <ac:chgData name="Fehmida Usmani" userId="1f7d48bb-60b3-4b90-bf30-0f63161838be" providerId="ADAL" clId="{38893F8D-FF75-43AF-8623-7CD1B54F7205}" dt="2024-08-19T01:47:16.188" v="950" actId="478"/>
          <ac:spMkLst>
            <pc:docMk/>
            <pc:sldMk cId="3975661894" sldId="281"/>
            <ac:spMk id="2" creationId="{AB284C50-D724-3C29-7F20-CB1886256278}"/>
          </ac:spMkLst>
        </pc:spChg>
        <pc:spChg chg="del">
          <ac:chgData name="Fehmida Usmani" userId="1f7d48bb-60b3-4b90-bf30-0f63161838be" providerId="ADAL" clId="{38893F8D-FF75-43AF-8623-7CD1B54F7205}" dt="2024-08-19T01:46:59.027" v="948"/>
          <ac:spMkLst>
            <pc:docMk/>
            <pc:sldMk cId="3975661894" sldId="281"/>
            <ac:spMk id="3" creationId="{BCF33AE5-F103-5BBB-3D71-ADCE054DCEC7}"/>
          </ac:spMkLst>
        </pc:spChg>
        <pc:spChg chg="add mod">
          <ac:chgData name="Fehmida Usmani" userId="1f7d48bb-60b3-4b90-bf30-0f63161838be" providerId="ADAL" clId="{38893F8D-FF75-43AF-8623-7CD1B54F7205}" dt="2024-08-19T01:46:59.027" v="948"/>
          <ac:spMkLst>
            <pc:docMk/>
            <pc:sldMk cId="3975661894" sldId="281"/>
            <ac:spMk id="4" creationId="{899B9797-3836-5797-BEA5-62F408ABE437}"/>
          </ac:spMkLst>
        </pc:spChg>
        <pc:spChg chg="add mod">
          <ac:chgData name="Fehmida Usmani" userId="1f7d48bb-60b3-4b90-bf30-0f63161838be" providerId="ADAL" clId="{38893F8D-FF75-43AF-8623-7CD1B54F7205}" dt="2024-08-19T01:47:16.692" v="951"/>
          <ac:spMkLst>
            <pc:docMk/>
            <pc:sldMk cId="3975661894" sldId="281"/>
            <ac:spMk id="5" creationId="{57035102-CDC8-FA2D-B12B-DE6200EE3DBC}"/>
          </ac:spMkLst>
        </pc:spChg>
      </pc:sldChg>
      <pc:sldChg chg="addSp delSp modSp new mod">
        <pc:chgData name="Fehmida Usmani" userId="1f7d48bb-60b3-4b90-bf30-0f63161838be" providerId="ADAL" clId="{38893F8D-FF75-43AF-8623-7CD1B54F7205}" dt="2024-08-19T01:49:34.056" v="980" actId="1076"/>
        <pc:sldMkLst>
          <pc:docMk/>
          <pc:sldMk cId="3513721636" sldId="282"/>
        </pc:sldMkLst>
        <pc:spChg chg="mod">
          <ac:chgData name="Fehmida Usmani" userId="1f7d48bb-60b3-4b90-bf30-0f63161838be" providerId="ADAL" clId="{38893F8D-FF75-43AF-8623-7CD1B54F7205}" dt="2024-08-19T01:48:59.591" v="978" actId="20577"/>
          <ac:spMkLst>
            <pc:docMk/>
            <pc:sldMk cId="3513721636" sldId="282"/>
            <ac:spMk id="2" creationId="{1E6F760A-6F17-691F-5780-3D7EC0C361D5}"/>
          </ac:spMkLst>
        </pc:spChg>
        <pc:spChg chg="del">
          <ac:chgData name="Fehmida Usmani" userId="1f7d48bb-60b3-4b90-bf30-0f63161838be" providerId="ADAL" clId="{38893F8D-FF75-43AF-8623-7CD1B54F7205}" dt="2024-08-19T01:49:30.069" v="979"/>
          <ac:spMkLst>
            <pc:docMk/>
            <pc:sldMk cId="3513721636" sldId="282"/>
            <ac:spMk id="3" creationId="{8127C89C-48C6-003B-2C73-759E972B60E3}"/>
          </ac:spMkLst>
        </pc:spChg>
        <pc:picChg chg="add mod">
          <ac:chgData name="Fehmida Usmani" userId="1f7d48bb-60b3-4b90-bf30-0f63161838be" providerId="ADAL" clId="{38893F8D-FF75-43AF-8623-7CD1B54F7205}" dt="2024-08-19T01:49:34.056" v="980" actId="1076"/>
          <ac:picMkLst>
            <pc:docMk/>
            <pc:sldMk cId="3513721636" sldId="282"/>
            <ac:picMk id="4" creationId="{198D3131-E5C0-8A4E-4655-2282F8BB0655}"/>
          </ac:picMkLst>
        </pc:picChg>
      </pc:sldChg>
      <pc:sldChg chg="addSp delSp modSp add mod modAnim">
        <pc:chgData name="Fehmida Usmani" userId="1f7d48bb-60b3-4b90-bf30-0f63161838be" providerId="ADAL" clId="{38893F8D-FF75-43AF-8623-7CD1B54F7205}" dt="2024-08-19T01:50:29.960" v="989"/>
        <pc:sldMkLst>
          <pc:docMk/>
          <pc:sldMk cId="3055886428" sldId="283"/>
        </pc:sldMkLst>
        <pc:spChg chg="add del mod">
          <ac:chgData name="Fehmida Usmani" userId="1f7d48bb-60b3-4b90-bf30-0f63161838be" providerId="ADAL" clId="{38893F8D-FF75-43AF-8623-7CD1B54F7205}" dt="2024-08-19T01:50:13.560" v="984" actId="478"/>
          <ac:spMkLst>
            <pc:docMk/>
            <pc:sldMk cId="3055886428" sldId="283"/>
            <ac:spMk id="5" creationId="{FA816690-63D7-290A-23B4-7BC2C5273C55}"/>
          </ac:spMkLst>
        </pc:spChg>
        <pc:spChg chg="add mod">
          <ac:chgData name="Fehmida Usmani" userId="1f7d48bb-60b3-4b90-bf30-0f63161838be" providerId="ADAL" clId="{38893F8D-FF75-43AF-8623-7CD1B54F7205}" dt="2024-08-19T01:50:22.554" v="988" actId="20577"/>
          <ac:spMkLst>
            <pc:docMk/>
            <pc:sldMk cId="3055886428" sldId="283"/>
            <ac:spMk id="6" creationId="{A13F1145-B2E6-7ACB-86D6-29FBD12A096F}"/>
          </ac:spMkLst>
        </pc:spChg>
        <pc:picChg chg="del">
          <ac:chgData name="Fehmida Usmani" userId="1f7d48bb-60b3-4b90-bf30-0f63161838be" providerId="ADAL" clId="{38893F8D-FF75-43AF-8623-7CD1B54F7205}" dt="2024-08-19T01:50:08.351" v="982" actId="478"/>
          <ac:picMkLst>
            <pc:docMk/>
            <pc:sldMk cId="3055886428" sldId="283"/>
            <ac:picMk id="4" creationId="{198D3131-E5C0-8A4E-4655-2282F8BB0655}"/>
          </ac:picMkLst>
        </pc:picChg>
      </pc:sldChg>
      <pc:sldChg chg="addSp delSp modSp new mod">
        <pc:chgData name="Fehmida Usmani" userId="1f7d48bb-60b3-4b90-bf30-0f63161838be" providerId="ADAL" clId="{38893F8D-FF75-43AF-8623-7CD1B54F7205}" dt="2024-08-19T01:53:14.489" v="1016" actId="20577"/>
        <pc:sldMkLst>
          <pc:docMk/>
          <pc:sldMk cId="923439481" sldId="284"/>
        </pc:sldMkLst>
        <pc:spChg chg="mod">
          <ac:chgData name="Fehmida Usmani" userId="1f7d48bb-60b3-4b90-bf30-0f63161838be" providerId="ADAL" clId="{38893F8D-FF75-43AF-8623-7CD1B54F7205}" dt="2024-08-19T01:52:16.880" v="991"/>
          <ac:spMkLst>
            <pc:docMk/>
            <pc:sldMk cId="923439481" sldId="284"/>
            <ac:spMk id="2" creationId="{258178F9-9CD8-5262-F512-941B63C67E99}"/>
          </ac:spMkLst>
        </pc:spChg>
        <pc:spChg chg="del">
          <ac:chgData name="Fehmida Usmani" userId="1f7d48bb-60b3-4b90-bf30-0f63161838be" providerId="ADAL" clId="{38893F8D-FF75-43AF-8623-7CD1B54F7205}" dt="2024-08-19T01:52:25.055" v="992"/>
          <ac:spMkLst>
            <pc:docMk/>
            <pc:sldMk cId="923439481" sldId="284"/>
            <ac:spMk id="3" creationId="{85374782-551A-A924-AFD5-C2218DCA1DC0}"/>
          </ac:spMkLst>
        </pc:spChg>
        <pc:spChg chg="add mod">
          <ac:chgData name="Fehmida Usmani" userId="1f7d48bb-60b3-4b90-bf30-0f63161838be" providerId="ADAL" clId="{38893F8D-FF75-43AF-8623-7CD1B54F7205}" dt="2024-08-19T01:52:56.083" v="1001" actId="20577"/>
          <ac:spMkLst>
            <pc:docMk/>
            <pc:sldMk cId="923439481" sldId="284"/>
            <ac:spMk id="5" creationId="{E36AFBD9-D1BA-A34A-EA08-9367647FE43C}"/>
          </ac:spMkLst>
        </pc:spChg>
        <pc:spChg chg="add mod">
          <ac:chgData name="Fehmida Usmani" userId="1f7d48bb-60b3-4b90-bf30-0f63161838be" providerId="ADAL" clId="{38893F8D-FF75-43AF-8623-7CD1B54F7205}" dt="2024-08-19T01:53:14.489" v="1016" actId="20577"/>
          <ac:spMkLst>
            <pc:docMk/>
            <pc:sldMk cId="923439481" sldId="284"/>
            <ac:spMk id="6" creationId="{D1D576A7-228D-4D7B-FC68-9FE1B4E3202A}"/>
          </ac:spMkLst>
        </pc:spChg>
        <pc:picChg chg="add mod">
          <ac:chgData name="Fehmida Usmani" userId="1f7d48bb-60b3-4b90-bf30-0f63161838be" providerId="ADAL" clId="{38893F8D-FF75-43AF-8623-7CD1B54F7205}" dt="2024-08-19T01:52:31.809" v="995" actId="1076"/>
          <ac:picMkLst>
            <pc:docMk/>
            <pc:sldMk cId="923439481" sldId="284"/>
            <ac:picMk id="4" creationId="{E04CDBFF-3C06-E2FF-A06A-A933500B15CE}"/>
          </ac:picMkLst>
        </pc:picChg>
      </pc:sldChg>
      <pc:sldChg chg="addSp delSp modSp new mod">
        <pc:chgData name="Fehmida Usmani" userId="1f7d48bb-60b3-4b90-bf30-0f63161838be" providerId="ADAL" clId="{38893F8D-FF75-43AF-8623-7CD1B54F7205}" dt="2024-08-19T01:54:20.632" v="1021"/>
        <pc:sldMkLst>
          <pc:docMk/>
          <pc:sldMk cId="2592163571" sldId="285"/>
        </pc:sldMkLst>
        <pc:spChg chg="mod">
          <ac:chgData name="Fehmida Usmani" userId="1f7d48bb-60b3-4b90-bf30-0f63161838be" providerId="ADAL" clId="{38893F8D-FF75-43AF-8623-7CD1B54F7205}" dt="2024-08-19T01:54:20.632" v="1021"/>
          <ac:spMkLst>
            <pc:docMk/>
            <pc:sldMk cId="2592163571" sldId="285"/>
            <ac:spMk id="2" creationId="{B1697FB5-CB56-ACEC-0C9F-0516EF16309B}"/>
          </ac:spMkLst>
        </pc:spChg>
        <pc:spChg chg="del">
          <ac:chgData name="Fehmida Usmani" userId="1f7d48bb-60b3-4b90-bf30-0f63161838be" providerId="ADAL" clId="{38893F8D-FF75-43AF-8623-7CD1B54F7205}" dt="2024-08-19T01:53:57.944" v="1018"/>
          <ac:spMkLst>
            <pc:docMk/>
            <pc:sldMk cId="2592163571" sldId="285"/>
            <ac:spMk id="3" creationId="{1047AC9E-86E4-47C7-7FF6-280927AD0EC7}"/>
          </ac:spMkLst>
        </pc:spChg>
        <pc:spChg chg="add mod">
          <ac:chgData name="Fehmida Usmani" userId="1f7d48bb-60b3-4b90-bf30-0f63161838be" providerId="ADAL" clId="{38893F8D-FF75-43AF-8623-7CD1B54F7205}" dt="2024-08-19T01:53:57.944" v="1018"/>
          <ac:spMkLst>
            <pc:docMk/>
            <pc:sldMk cId="2592163571" sldId="285"/>
            <ac:spMk id="4" creationId="{E27E6C88-F3C0-A70C-C80F-B5023DA7FDDD}"/>
          </ac:spMkLst>
        </pc:spChg>
        <pc:picChg chg="add mod">
          <ac:chgData name="Fehmida Usmani" userId="1f7d48bb-60b3-4b90-bf30-0f63161838be" providerId="ADAL" clId="{38893F8D-FF75-43AF-8623-7CD1B54F7205}" dt="2024-08-19T01:54:10.150" v="1020" actId="1076"/>
          <ac:picMkLst>
            <pc:docMk/>
            <pc:sldMk cId="2592163571" sldId="285"/>
            <ac:picMk id="5" creationId="{5105A84F-B203-68B4-4C10-FCBB0074CF3F}"/>
          </ac:picMkLst>
        </pc:picChg>
      </pc:sldChg>
      <pc:sldChg chg="addSp delSp modSp new mod modAnim">
        <pc:chgData name="Fehmida Usmani" userId="1f7d48bb-60b3-4b90-bf30-0f63161838be" providerId="ADAL" clId="{38893F8D-FF75-43AF-8623-7CD1B54F7205}" dt="2024-08-19T01:55:29.485" v="1042"/>
        <pc:sldMkLst>
          <pc:docMk/>
          <pc:sldMk cId="3901104971" sldId="286"/>
        </pc:sldMkLst>
        <pc:spChg chg="mod">
          <ac:chgData name="Fehmida Usmani" userId="1f7d48bb-60b3-4b90-bf30-0f63161838be" providerId="ADAL" clId="{38893F8D-FF75-43AF-8623-7CD1B54F7205}" dt="2024-08-19T01:55:29.485" v="1042"/>
          <ac:spMkLst>
            <pc:docMk/>
            <pc:sldMk cId="3901104971" sldId="286"/>
            <ac:spMk id="2" creationId="{75E342CD-5B70-15D7-4B45-93AA5769769A}"/>
          </ac:spMkLst>
        </pc:spChg>
        <pc:spChg chg="del">
          <ac:chgData name="Fehmida Usmani" userId="1f7d48bb-60b3-4b90-bf30-0f63161838be" providerId="ADAL" clId="{38893F8D-FF75-43AF-8623-7CD1B54F7205}" dt="2024-08-19T01:54:44.763" v="1023"/>
          <ac:spMkLst>
            <pc:docMk/>
            <pc:sldMk cId="3901104971" sldId="286"/>
            <ac:spMk id="3" creationId="{3381690A-ADB1-BCD9-394E-FB8D6493B0E7}"/>
          </ac:spMkLst>
        </pc:spChg>
        <pc:spChg chg="add mod">
          <ac:chgData name="Fehmida Usmani" userId="1f7d48bb-60b3-4b90-bf30-0f63161838be" providerId="ADAL" clId="{38893F8D-FF75-43AF-8623-7CD1B54F7205}" dt="2024-08-19T01:55:18.358" v="1040"/>
          <ac:spMkLst>
            <pc:docMk/>
            <pc:sldMk cId="3901104971" sldId="286"/>
            <ac:spMk id="4" creationId="{5709E079-4F23-340D-B9D9-76F46D0DE830}"/>
          </ac:spMkLst>
        </pc:spChg>
      </pc:sldChg>
      <pc:sldChg chg="addSp modSp new mod">
        <pc:chgData name="Fehmida Usmani" userId="1f7d48bb-60b3-4b90-bf30-0f63161838be" providerId="ADAL" clId="{38893F8D-FF75-43AF-8623-7CD1B54F7205}" dt="2024-08-19T01:56:42.610" v="1058" actId="1076"/>
        <pc:sldMkLst>
          <pc:docMk/>
          <pc:sldMk cId="3899448973" sldId="287"/>
        </pc:sldMkLst>
        <pc:spChg chg="mod">
          <ac:chgData name="Fehmida Usmani" userId="1f7d48bb-60b3-4b90-bf30-0f63161838be" providerId="ADAL" clId="{38893F8D-FF75-43AF-8623-7CD1B54F7205}" dt="2024-08-19T01:55:53.476" v="1053" actId="20577"/>
          <ac:spMkLst>
            <pc:docMk/>
            <pc:sldMk cId="3899448973" sldId="287"/>
            <ac:spMk id="2" creationId="{E2D7BA48-62E5-02E1-90E5-CD20E123F53D}"/>
          </ac:spMkLst>
        </pc:spChg>
        <pc:spChg chg="mod">
          <ac:chgData name="Fehmida Usmani" userId="1f7d48bb-60b3-4b90-bf30-0f63161838be" providerId="ADAL" clId="{38893F8D-FF75-43AF-8623-7CD1B54F7205}" dt="2024-08-19T01:56:32.029" v="1056"/>
          <ac:spMkLst>
            <pc:docMk/>
            <pc:sldMk cId="3899448973" sldId="287"/>
            <ac:spMk id="3" creationId="{34C70AA5-02E6-C384-F120-D8CA6FA6F7F1}"/>
          </ac:spMkLst>
        </pc:spChg>
        <pc:picChg chg="add mod">
          <ac:chgData name="Fehmida Usmani" userId="1f7d48bb-60b3-4b90-bf30-0f63161838be" providerId="ADAL" clId="{38893F8D-FF75-43AF-8623-7CD1B54F7205}" dt="2024-08-19T01:56:42.610" v="1058" actId="1076"/>
          <ac:picMkLst>
            <pc:docMk/>
            <pc:sldMk cId="3899448973" sldId="287"/>
            <ac:picMk id="4" creationId="{A5E9A451-CB3E-323F-4445-669A4EC1AAEC}"/>
          </ac:picMkLst>
        </pc:picChg>
      </pc:sldChg>
      <pc:sldChg chg="addSp delSp modSp new mod">
        <pc:chgData name="Fehmida Usmani" userId="1f7d48bb-60b3-4b90-bf30-0f63161838be" providerId="ADAL" clId="{38893F8D-FF75-43AF-8623-7CD1B54F7205}" dt="2024-08-19T02:01:20.248" v="1075" actId="20577"/>
        <pc:sldMkLst>
          <pc:docMk/>
          <pc:sldMk cId="1903486476" sldId="288"/>
        </pc:sldMkLst>
        <pc:spChg chg="mod">
          <ac:chgData name="Fehmida Usmani" userId="1f7d48bb-60b3-4b90-bf30-0f63161838be" providerId="ADAL" clId="{38893F8D-FF75-43AF-8623-7CD1B54F7205}" dt="2024-08-19T02:01:20.248" v="1075" actId="20577"/>
          <ac:spMkLst>
            <pc:docMk/>
            <pc:sldMk cId="1903486476" sldId="288"/>
            <ac:spMk id="2" creationId="{09CD35AC-9859-BA6D-AFCA-95FC2D41A053}"/>
          </ac:spMkLst>
        </pc:spChg>
        <pc:spChg chg="del">
          <ac:chgData name="Fehmida Usmani" userId="1f7d48bb-60b3-4b90-bf30-0f63161838be" providerId="ADAL" clId="{38893F8D-FF75-43AF-8623-7CD1B54F7205}" dt="2024-08-19T02:00:44.642" v="1060"/>
          <ac:spMkLst>
            <pc:docMk/>
            <pc:sldMk cId="1903486476" sldId="288"/>
            <ac:spMk id="3" creationId="{F038161F-A299-F5A8-F60D-1D2D6E2C2921}"/>
          </ac:spMkLst>
        </pc:spChg>
        <pc:spChg chg="add mod">
          <ac:chgData name="Fehmida Usmani" userId="1f7d48bb-60b3-4b90-bf30-0f63161838be" providerId="ADAL" clId="{38893F8D-FF75-43AF-8623-7CD1B54F7205}" dt="2024-08-19T02:00:54.025" v="1063" actId="20577"/>
          <ac:spMkLst>
            <pc:docMk/>
            <pc:sldMk cId="1903486476" sldId="288"/>
            <ac:spMk id="4" creationId="{4F8EE586-B6FC-FA5A-89DA-809149535F96}"/>
          </ac:spMkLst>
        </pc:spChg>
        <pc:picChg chg="add mod">
          <ac:chgData name="Fehmida Usmani" userId="1f7d48bb-60b3-4b90-bf30-0f63161838be" providerId="ADAL" clId="{38893F8D-FF75-43AF-8623-7CD1B54F7205}" dt="2024-08-19T02:01:04.883" v="1065" actId="1076"/>
          <ac:picMkLst>
            <pc:docMk/>
            <pc:sldMk cId="1903486476" sldId="288"/>
            <ac:picMk id="5" creationId="{F429EC7F-5ECB-38C8-1142-6A0E6E594405}"/>
          </ac:picMkLst>
        </pc:picChg>
      </pc:sldChg>
      <pc:sldChg chg="addSp delSp modSp new mod">
        <pc:chgData name="Fehmida Usmani" userId="1f7d48bb-60b3-4b90-bf30-0f63161838be" providerId="ADAL" clId="{38893F8D-FF75-43AF-8623-7CD1B54F7205}" dt="2024-08-19T02:06:00.918" v="1095"/>
        <pc:sldMkLst>
          <pc:docMk/>
          <pc:sldMk cId="3059769884" sldId="289"/>
        </pc:sldMkLst>
        <pc:spChg chg="mod">
          <ac:chgData name="Fehmida Usmani" userId="1f7d48bb-60b3-4b90-bf30-0f63161838be" providerId="ADAL" clId="{38893F8D-FF75-43AF-8623-7CD1B54F7205}" dt="2024-08-19T02:01:47.612" v="1094" actId="20577"/>
          <ac:spMkLst>
            <pc:docMk/>
            <pc:sldMk cId="3059769884" sldId="289"/>
            <ac:spMk id="2" creationId="{3AA0DF0F-C4E8-D84A-B06B-5935F489DDF8}"/>
          </ac:spMkLst>
        </pc:spChg>
        <pc:spChg chg="del">
          <ac:chgData name="Fehmida Usmani" userId="1f7d48bb-60b3-4b90-bf30-0f63161838be" providerId="ADAL" clId="{38893F8D-FF75-43AF-8623-7CD1B54F7205}" dt="2024-08-19T02:06:00.918" v="1095"/>
          <ac:spMkLst>
            <pc:docMk/>
            <pc:sldMk cId="3059769884" sldId="289"/>
            <ac:spMk id="3" creationId="{4B73EA32-6B55-BFC3-20BA-9D710D2D49CD}"/>
          </ac:spMkLst>
        </pc:spChg>
        <pc:picChg chg="add mod">
          <ac:chgData name="Fehmida Usmani" userId="1f7d48bb-60b3-4b90-bf30-0f63161838be" providerId="ADAL" clId="{38893F8D-FF75-43AF-8623-7CD1B54F7205}" dt="2024-08-19T02:06:00.918" v="1095"/>
          <ac:picMkLst>
            <pc:docMk/>
            <pc:sldMk cId="3059769884" sldId="289"/>
            <ac:picMk id="4" creationId="{5DFCF528-9FC7-1C4A-EB70-EB1EBB2F35FC}"/>
          </ac:picMkLst>
        </pc:picChg>
      </pc:sldChg>
      <pc:sldChg chg="addSp delSp modSp new mod modAnim">
        <pc:chgData name="Fehmida Usmani" userId="1f7d48bb-60b3-4b90-bf30-0f63161838be" providerId="ADAL" clId="{38893F8D-FF75-43AF-8623-7CD1B54F7205}" dt="2024-08-19T02:11:28.251" v="1114"/>
        <pc:sldMkLst>
          <pc:docMk/>
          <pc:sldMk cId="1940967061" sldId="290"/>
        </pc:sldMkLst>
        <pc:spChg chg="mod">
          <ac:chgData name="Fehmida Usmani" userId="1f7d48bb-60b3-4b90-bf30-0f63161838be" providerId="ADAL" clId="{38893F8D-FF75-43AF-8623-7CD1B54F7205}" dt="2024-08-19T02:06:11.761" v="1097"/>
          <ac:spMkLst>
            <pc:docMk/>
            <pc:sldMk cId="1940967061" sldId="290"/>
            <ac:spMk id="2" creationId="{60590919-1FA6-D067-C45B-C9F1FE529A5C}"/>
          </ac:spMkLst>
        </pc:spChg>
        <pc:spChg chg="del">
          <ac:chgData name="Fehmida Usmani" userId="1f7d48bb-60b3-4b90-bf30-0f63161838be" providerId="ADAL" clId="{38893F8D-FF75-43AF-8623-7CD1B54F7205}" dt="2024-08-19T02:06:45.368" v="1098"/>
          <ac:spMkLst>
            <pc:docMk/>
            <pc:sldMk cId="1940967061" sldId="290"/>
            <ac:spMk id="3" creationId="{F214A473-21FA-51DD-B77B-02C1D04B40A9}"/>
          </ac:spMkLst>
        </pc:spChg>
        <pc:spChg chg="add mod">
          <ac:chgData name="Fehmida Usmani" userId="1f7d48bb-60b3-4b90-bf30-0f63161838be" providerId="ADAL" clId="{38893F8D-FF75-43AF-8623-7CD1B54F7205}" dt="2024-08-19T02:10:34.924" v="1105" actId="20577"/>
          <ac:spMkLst>
            <pc:docMk/>
            <pc:sldMk cId="1940967061" sldId="290"/>
            <ac:spMk id="4" creationId="{4659408A-6EC5-65BA-08F8-C62E98307610}"/>
          </ac:spMkLst>
        </pc:spChg>
        <pc:spChg chg="add mod">
          <ac:chgData name="Fehmida Usmani" userId="1f7d48bb-60b3-4b90-bf30-0f63161838be" providerId="ADAL" clId="{38893F8D-FF75-43AF-8623-7CD1B54F7205}" dt="2024-08-19T02:10:59.478" v="1109" actId="1076"/>
          <ac:spMkLst>
            <pc:docMk/>
            <pc:sldMk cId="1940967061" sldId="290"/>
            <ac:spMk id="7" creationId="{3AE649A0-D851-E52C-2324-E638FE1CE7F0}"/>
          </ac:spMkLst>
        </pc:spChg>
        <pc:spChg chg="add mod">
          <ac:chgData name="Fehmida Usmani" userId="1f7d48bb-60b3-4b90-bf30-0f63161838be" providerId="ADAL" clId="{38893F8D-FF75-43AF-8623-7CD1B54F7205}" dt="2024-08-19T02:11:14.099" v="1111" actId="571"/>
          <ac:spMkLst>
            <pc:docMk/>
            <pc:sldMk cId="1940967061" sldId="290"/>
            <ac:spMk id="8" creationId="{2EAFD63C-4811-B850-0EA8-CDCF05DD43B2}"/>
          </ac:spMkLst>
        </pc:spChg>
        <pc:picChg chg="add mod">
          <ac:chgData name="Fehmida Usmani" userId="1f7d48bb-60b3-4b90-bf30-0f63161838be" providerId="ADAL" clId="{38893F8D-FF75-43AF-8623-7CD1B54F7205}" dt="2024-08-19T02:10:28.555" v="1101" actId="1076"/>
          <ac:picMkLst>
            <pc:docMk/>
            <pc:sldMk cId="1940967061" sldId="290"/>
            <ac:picMk id="5" creationId="{18F1B1BC-6B36-1B47-3643-C138D1356C38}"/>
          </ac:picMkLst>
        </pc:picChg>
        <pc:picChg chg="add mod">
          <ac:chgData name="Fehmida Usmani" userId="1f7d48bb-60b3-4b90-bf30-0f63161838be" providerId="ADAL" clId="{38893F8D-FF75-43AF-8623-7CD1B54F7205}" dt="2024-08-19T02:10:49.639" v="1107" actId="1076"/>
          <ac:picMkLst>
            <pc:docMk/>
            <pc:sldMk cId="1940967061" sldId="290"/>
            <ac:picMk id="6" creationId="{84A7E710-8FF1-4F23-0BA7-F1256EED9C98}"/>
          </ac:picMkLst>
        </pc:picChg>
        <pc:picChg chg="add mod">
          <ac:chgData name="Fehmida Usmani" userId="1f7d48bb-60b3-4b90-bf30-0f63161838be" providerId="ADAL" clId="{38893F8D-FF75-43AF-8623-7CD1B54F7205}" dt="2024-08-19T02:11:14.099" v="1111" actId="571"/>
          <ac:picMkLst>
            <pc:docMk/>
            <pc:sldMk cId="1940967061" sldId="290"/>
            <ac:picMk id="9" creationId="{BD8E6801-94B7-3BF7-7FA9-A5C150369DE4}"/>
          </ac:picMkLst>
        </pc:picChg>
      </pc:sldChg>
      <pc:sldChg chg="addSp delSp modSp new">
        <pc:chgData name="Fehmida Usmani" userId="1f7d48bb-60b3-4b90-bf30-0f63161838be" providerId="ADAL" clId="{38893F8D-FF75-43AF-8623-7CD1B54F7205}" dt="2024-08-19T02:13:22.999" v="1117"/>
        <pc:sldMkLst>
          <pc:docMk/>
          <pc:sldMk cId="3338370134" sldId="291"/>
        </pc:sldMkLst>
        <pc:spChg chg="del">
          <ac:chgData name="Fehmida Usmani" userId="1f7d48bb-60b3-4b90-bf30-0f63161838be" providerId="ADAL" clId="{38893F8D-FF75-43AF-8623-7CD1B54F7205}" dt="2024-08-19T02:13:22.999" v="1117"/>
          <ac:spMkLst>
            <pc:docMk/>
            <pc:sldMk cId="3338370134" sldId="291"/>
            <ac:spMk id="2" creationId="{E2A0B071-228E-E5C2-36C1-9EB1DBBBB2EF}"/>
          </ac:spMkLst>
        </pc:spChg>
        <pc:spChg chg="del">
          <ac:chgData name="Fehmida Usmani" userId="1f7d48bb-60b3-4b90-bf30-0f63161838be" providerId="ADAL" clId="{38893F8D-FF75-43AF-8623-7CD1B54F7205}" dt="2024-08-19T02:13:15.760" v="1116"/>
          <ac:spMkLst>
            <pc:docMk/>
            <pc:sldMk cId="3338370134" sldId="291"/>
            <ac:spMk id="3" creationId="{387EF499-377D-3184-5590-35BFFDF24BE0}"/>
          </ac:spMkLst>
        </pc:spChg>
        <pc:spChg chg="add mod">
          <ac:chgData name="Fehmida Usmani" userId="1f7d48bb-60b3-4b90-bf30-0f63161838be" providerId="ADAL" clId="{38893F8D-FF75-43AF-8623-7CD1B54F7205}" dt="2024-08-19T02:13:22.999" v="1117"/>
          <ac:spMkLst>
            <pc:docMk/>
            <pc:sldMk cId="3338370134" sldId="291"/>
            <ac:spMk id="5" creationId="{66522B1E-4236-2E8A-E527-EC1AE0C306B8}"/>
          </ac:spMkLst>
        </pc:spChg>
        <pc:picChg chg="add mod">
          <ac:chgData name="Fehmida Usmani" userId="1f7d48bb-60b3-4b90-bf30-0f63161838be" providerId="ADAL" clId="{38893F8D-FF75-43AF-8623-7CD1B54F7205}" dt="2024-08-19T02:13:15.760" v="1116"/>
          <ac:picMkLst>
            <pc:docMk/>
            <pc:sldMk cId="3338370134" sldId="291"/>
            <ac:picMk id="4" creationId="{9F27A37A-7632-09FB-F471-B000601B3E38}"/>
          </ac:picMkLst>
        </pc:picChg>
      </pc:sldChg>
      <pc:sldChg chg="addSp delSp modSp new mod modAnim">
        <pc:chgData name="Fehmida Usmani" userId="1f7d48bb-60b3-4b90-bf30-0f63161838be" providerId="ADAL" clId="{38893F8D-FF75-43AF-8623-7CD1B54F7205}" dt="2024-08-19T02:16:57.326" v="1135"/>
        <pc:sldMkLst>
          <pc:docMk/>
          <pc:sldMk cId="1009732266" sldId="292"/>
        </pc:sldMkLst>
        <pc:spChg chg="mod">
          <ac:chgData name="Fehmida Usmani" userId="1f7d48bb-60b3-4b90-bf30-0f63161838be" providerId="ADAL" clId="{38893F8D-FF75-43AF-8623-7CD1B54F7205}" dt="2024-08-19T02:16:57.326" v="1135"/>
          <ac:spMkLst>
            <pc:docMk/>
            <pc:sldMk cId="1009732266" sldId="292"/>
            <ac:spMk id="2" creationId="{F3CE298D-58F3-2A9E-2311-C73F892FFB1F}"/>
          </ac:spMkLst>
        </pc:spChg>
        <pc:spChg chg="del mod">
          <ac:chgData name="Fehmida Usmani" userId="1f7d48bb-60b3-4b90-bf30-0f63161838be" providerId="ADAL" clId="{38893F8D-FF75-43AF-8623-7CD1B54F7205}" dt="2024-08-19T02:14:16.376" v="1122" actId="478"/>
          <ac:spMkLst>
            <pc:docMk/>
            <pc:sldMk cId="1009732266" sldId="292"/>
            <ac:spMk id="3" creationId="{D4227D04-F4E0-C052-A028-0A6D38D2AC5A}"/>
          </ac:spMkLst>
        </pc:spChg>
        <pc:spChg chg="add mod">
          <ac:chgData name="Fehmida Usmani" userId="1f7d48bb-60b3-4b90-bf30-0f63161838be" providerId="ADAL" clId="{38893F8D-FF75-43AF-8623-7CD1B54F7205}" dt="2024-08-19T02:14:30.485" v="1126" actId="14100"/>
          <ac:spMkLst>
            <pc:docMk/>
            <pc:sldMk cId="1009732266" sldId="292"/>
            <ac:spMk id="4" creationId="{5909734F-9530-F691-C79A-B44BD4E2DF78}"/>
          </ac:spMkLst>
        </pc:spChg>
        <pc:spChg chg="add del mod">
          <ac:chgData name="Fehmida Usmani" userId="1f7d48bb-60b3-4b90-bf30-0f63161838be" providerId="ADAL" clId="{38893F8D-FF75-43AF-8623-7CD1B54F7205}" dt="2024-08-19T02:14:23.306" v="1124" actId="478"/>
          <ac:spMkLst>
            <pc:docMk/>
            <pc:sldMk cId="1009732266" sldId="292"/>
            <ac:spMk id="7" creationId="{E7F0B80B-D6C2-A927-DACD-EA2CADBB6361}"/>
          </ac:spMkLst>
        </pc:spChg>
        <pc:picChg chg="add del mod">
          <ac:chgData name="Fehmida Usmani" userId="1f7d48bb-60b3-4b90-bf30-0f63161838be" providerId="ADAL" clId="{38893F8D-FF75-43AF-8623-7CD1B54F7205}" dt="2024-08-19T02:14:49.174" v="1129" actId="478"/>
          <ac:picMkLst>
            <pc:docMk/>
            <pc:sldMk cId="1009732266" sldId="292"/>
            <ac:picMk id="5" creationId="{055CBAE7-B743-47B9-EE33-C44A70A190BB}"/>
          </ac:picMkLst>
        </pc:picChg>
        <pc:picChg chg="add mod">
          <ac:chgData name="Fehmida Usmani" userId="1f7d48bb-60b3-4b90-bf30-0f63161838be" providerId="ADAL" clId="{38893F8D-FF75-43AF-8623-7CD1B54F7205}" dt="2024-08-19T02:14:45.818" v="1128" actId="1076"/>
          <ac:picMkLst>
            <pc:docMk/>
            <pc:sldMk cId="1009732266" sldId="292"/>
            <ac:picMk id="8" creationId="{20F79B67-7A5F-72C3-3B39-F83C84CEEFD1}"/>
          </ac:picMkLst>
        </pc:picChg>
        <pc:picChg chg="add mod">
          <ac:chgData name="Fehmida Usmani" userId="1f7d48bb-60b3-4b90-bf30-0f63161838be" providerId="ADAL" clId="{38893F8D-FF75-43AF-8623-7CD1B54F7205}" dt="2024-08-19T02:15:01.103" v="1131" actId="1076"/>
          <ac:picMkLst>
            <pc:docMk/>
            <pc:sldMk cId="1009732266" sldId="292"/>
            <ac:picMk id="9" creationId="{DC227F4E-A328-8C1B-18E5-DF7B37C83D58}"/>
          </ac:picMkLst>
        </pc:picChg>
        <pc:picChg chg="add mod">
          <ac:chgData name="Fehmida Usmani" userId="1f7d48bb-60b3-4b90-bf30-0f63161838be" providerId="ADAL" clId="{38893F8D-FF75-43AF-8623-7CD1B54F7205}" dt="2024-08-19T02:15:28.037" v="1133" actId="1076"/>
          <ac:picMkLst>
            <pc:docMk/>
            <pc:sldMk cId="1009732266" sldId="292"/>
            <ac:picMk id="10" creationId="{02F68068-E412-9252-5B6D-E7864D85068B}"/>
          </ac:picMkLst>
        </pc:picChg>
      </pc:sldChg>
      <pc:sldChg chg="addSp delSp modSp new mod">
        <pc:chgData name="Fehmida Usmani" userId="1f7d48bb-60b3-4b90-bf30-0f63161838be" providerId="ADAL" clId="{38893F8D-FF75-43AF-8623-7CD1B54F7205}" dt="2024-08-19T02:29:25.280" v="1153" actId="1076"/>
        <pc:sldMkLst>
          <pc:docMk/>
          <pc:sldMk cId="3685559909" sldId="293"/>
        </pc:sldMkLst>
        <pc:spChg chg="mod">
          <ac:chgData name="Fehmida Usmani" userId="1f7d48bb-60b3-4b90-bf30-0f63161838be" providerId="ADAL" clId="{38893F8D-FF75-43AF-8623-7CD1B54F7205}" dt="2024-08-19T02:27:50.605" v="1140"/>
          <ac:spMkLst>
            <pc:docMk/>
            <pc:sldMk cId="3685559909" sldId="293"/>
            <ac:spMk id="2" creationId="{3B7D4597-AA53-F609-6832-09E848187A75}"/>
          </ac:spMkLst>
        </pc:spChg>
        <pc:spChg chg="del">
          <ac:chgData name="Fehmida Usmani" userId="1f7d48bb-60b3-4b90-bf30-0f63161838be" providerId="ADAL" clId="{38893F8D-FF75-43AF-8623-7CD1B54F7205}" dt="2024-08-19T02:18:04.366" v="1137"/>
          <ac:spMkLst>
            <pc:docMk/>
            <pc:sldMk cId="3685559909" sldId="293"/>
            <ac:spMk id="3" creationId="{04381D6D-6171-3F2A-EBCC-E69DC1DE4140}"/>
          </ac:spMkLst>
        </pc:spChg>
        <pc:spChg chg="add mod">
          <ac:chgData name="Fehmida Usmani" userId="1f7d48bb-60b3-4b90-bf30-0f63161838be" providerId="ADAL" clId="{38893F8D-FF75-43AF-8623-7CD1B54F7205}" dt="2024-08-19T02:29:25.280" v="1153" actId="1076"/>
          <ac:spMkLst>
            <pc:docMk/>
            <pc:sldMk cId="3685559909" sldId="293"/>
            <ac:spMk id="9" creationId="{F6693B10-EB45-8102-44E5-886F2B3E131E}"/>
          </ac:spMkLst>
        </pc:spChg>
        <pc:picChg chg="add mod">
          <ac:chgData name="Fehmida Usmani" userId="1f7d48bb-60b3-4b90-bf30-0f63161838be" providerId="ADAL" clId="{38893F8D-FF75-43AF-8623-7CD1B54F7205}" dt="2024-08-19T02:28:56.890" v="1149" actId="14100"/>
          <ac:picMkLst>
            <pc:docMk/>
            <pc:sldMk cId="3685559909" sldId="293"/>
            <ac:picMk id="4" creationId="{A01396B4-0E76-E774-A981-01A6AED6FD6B}"/>
          </ac:picMkLst>
        </pc:picChg>
        <pc:picChg chg="add del mod">
          <ac:chgData name="Fehmida Usmani" userId="1f7d48bb-60b3-4b90-bf30-0f63161838be" providerId="ADAL" clId="{38893F8D-FF75-43AF-8623-7CD1B54F7205}" dt="2024-08-19T02:28:10.339" v="1143" actId="478"/>
          <ac:picMkLst>
            <pc:docMk/>
            <pc:sldMk cId="3685559909" sldId="293"/>
            <ac:picMk id="5" creationId="{9524702C-4C23-5609-54A9-918D4A19EB5C}"/>
          </ac:picMkLst>
        </pc:picChg>
        <pc:picChg chg="add mod">
          <ac:chgData name="Fehmida Usmani" userId="1f7d48bb-60b3-4b90-bf30-0f63161838be" providerId="ADAL" clId="{38893F8D-FF75-43AF-8623-7CD1B54F7205}" dt="2024-08-19T02:28:31.980" v="1145" actId="1076"/>
          <ac:picMkLst>
            <pc:docMk/>
            <pc:sldMk cId="3685559909" sldId="293"/>
            <ac:picMk id="6" creationId="{EB97410C-A5D5-58D4-DD5C-C995E954C895}"/>
          </ac:picMkLst>
        </pc:picChg>
        <pc:picChg chg="add mod">
          <ac:chgData name="Fehmida Usmani" userId="1f7d48bb-60b3-4b90-bf30-0f63161838be" providerId="ADAL" clId="{38893F8D-FF75-43AF-8623-7CD1B54F7205}" dt="2024-08-19T02:28:52.090" v="1147" actId="1076"/>
          <ac:picMkLst>
            <pc:docMk/>
            <pc:sldMk cId="3685559909" sldId="293"/>
            <ac:picMk id="7" creationId="{DABFAD44-1A2D-62CC-C160-9BF142A89D8A}"/>
          </ac:picMkLst>
        </pc:picChg>
        <pc:picChg chg="add mod">
          <ac:chgData name="Fehmida Usmani" userId="1f7d48bb-60b3-4b90-bf30-0f63161838be" providerId="ADAL" clId="{38893F8D-FF75-43AF-8623-7CD1B54F7205}" dt="2024-08-19T02:29:06.891" v="1151" actId="1076"/>
          <ac:picMkLst>
            <pc:docMk/>
            <pc:sldMk cId="3685559909" sldId="293"/>
            <ac:picMk id="8" creationId="{9CDEFFA8-EFF6-1182-688D-406F11DFE554}"/>
          </ac:picMkLst>
        </pc:picChg>
      </pc:sldChg>
      <pc:sldChg chg="addSp delSp modSp new mod">
        <pc:chgData name="Fehmida Usmani" userId="1f7d48bb-60b3-4b90-bf30-0f63161838be" providerId="ADAL" clId="{38893F8D-FF75-43AF-8623-7CD1B54F7205}" dt="2024-08-19T02:31:20.941" v="1163"/>
        <pc:sldMkLst>
          <pc:docMk/>
          <pc:sldMk cId="3834246135" sldId="294"/>
        </pc:sldMkLst>
        <pc:spChg chg="mod">
          <ac:chgData name="Fehmida Usmani" userId="1f7d48bb-60b3-4b90-bf30-0f63161838be" providerId="ADAL" clId="{38893F8D-FF75-43AF-8623-7CD1B54F7205}" dt="2024-08-19T02:31:20.941" v="1163"/>
          <ac:spMkLst>
            <pc:docMk/>
            <pc:sldMk cId="3834246135" sldId="294"/>
            <ac:spMk id="2" creationId="{5AF3EE02-F983-A0AD-6BCE-6AEC43F48B64}"/>
          </ac:spMkLst>
        </pc:spChg>
        <pc:spChg chg="del">
          <ac:chgData name="Fehmida Usmani" userId="1f7d48bb-60b3-4b90-bf30-0f63161838be" providerId="ADAL" clId="{38893F8D-FF75-43AF-8623-7CD1B54F7205}" dt="2024-08-19T02:30:25.549" v="1158" actId="478"/>
          <ac:spMkLst>
            <pc:docMk/>
            <pc:sldMk cId="3834246135" sldId="294"/>
            <ac:spMk id="3" creationId="{4DE300EE-594E-ABE6-1F0E-0DD78F96ED2E}"/>
          </ac:spMkLst>
        </pc:spChg>
        <pc:picChg chg="add mod">
          <ac:chgData name="Fehmida Usmani" userId="1f7d48bb-60b3-4b90-bf30-0f63161838be" providerId="ADAL" clId="{38893F8D-FF75-43AF-8623-7CD1B54F7205}" dt="2024-08-19T02:30:21.800" v="1157" actId="1076"/>
          <ac:picMkLst>
            <pc:docMk/>
            <pc:sldMk cId="3834246135" sldId="294"/>
            <ac:picMk id="4" creationId="{9F5ADCC2-192F-C539-60A8-AF576CC5FD2B}"/>
          </ac:picMkLst>
        </pc:picChg>
        <pc:picChg chg="add mod">
          <ac:chgData name="Fehmida Usmani" userId="1f7d48bb-60b3-4b90-bf30-0f63161838be" providerId="ADAL" clId="{38893F8D-FF75-43AF-8623-7CD1B54F7205}" dt="2024-08-19T02:30:21.800" v="1157" actId="1076"/>
          <ac:picMkLst>
            <pc:docMk/>
            <pc:sldMk cId="3834246135" sldId="294"/>
            <ac:picMk id="5" creationId="{83AACAC3-41A4-084F-0685-7B539CE67E19}"/>
          </ac:picMkLst>
        </pc:picChg>
        <pc:picChg chg="add mod">
          <ac:chgData name="Fehmida Usmani" userId="1f7d48bb-60b3-4b90-bf30-0f63161838be" providerId="ADAL" clId="{38893F8D-FF75-43AF-8623-7CD1B54F7205}" dt="2024-08-19T02:30:21.800" v="1157" actId="1076"/>
          <ac:picMkLst>
            <pc:docMk/>
            <pc:sldMk cId="3834246135" sldId="294"/>
            <ac:picMk id="6" creationId="{BF4B1651-B58B-3222-DB2B-0334A2999699}"/>
          </ac:picMkLst>
        </pc:picChg>
        <pc:picChg chg="add mod">
          <ac:chgData name="Fehmida Usmani" userId="1f7d48bb-60b3-4b90-bf30-0f63161838be" providerId="ADAL" clId="{38893F8D-FF75-43AF-8623-7CD1B54F7205}" dt="2024-08-19T02:30:29.148" v="1160" actId="1076"/>
          <ac:picMkLst>
            <pc:docMk/>
            <pc:sldMk cId="3834246135" sldId="294"/>
            <ac:picMk id="7" creationId="{FD011DCD-65A8-C575-F992-F90A768A175F}"/>
          </ac:picMkLst>
        </pc:picChg>
        <pc:picChg chg="add mod">
          <ac:chgData name="Fehmida Usmani" userId="1f7d48bb-60b3-4b90-bf30-0f63161838be" providerId="ADAL" clId="{38893F8D-FF75-43AF-8623-7CD1B54F7205}" dt="2024-08-19T02:30:29.148" v="1160" actId="1076"/>
          <ac:picMkLst>
            <pc:docMk/>
            <pc:sldMk cId="3834246135" sldId="294"/>
            <ac:picMk id="8" creationId="{6E9A0908-1FD5-DBB1-9662-043A91B6F2AD}"/>
          </ac:picMkLst>
        </pc:picChg>
        <pc:picChg chg="add mod">
          <ac:chgData name="Fehmida Usmani" userId="1f7d48bb-60b3-4b90-bf30-0f63161838be" providerId="ADAL" clId="{38893F8D-FF75-43AF-8623-7CD1B54F7205}" dt="2024-08-19T02:30:29.148" v="1160" actId="1076"/>
          <ac:picMkLst>
            <pc:docMk/>
            <pc:sldMk cId="3834246135" sldId="294"/>
            <ac:picMk id="9" creationId="{DBB83EE2-F1E0-7ACD-A89B-22E754AD5D99}"/>
          </ac:picMkLst>
        </pc:picChg>
        <pc:picChg chg="add mod">
          <ac:chgData name="Fehmida Usmani" userId="1f7d48bb-60b3-4b90-bf30-0f63161838be" providerId="ADAL" clId="{38893F8D-FF75-43AF-8623-7CD1B54F7205}" dt="2024-08-19T02:31:13.216" v="1162" actId="1076"/>
          <ac:picMkLst>
            <pc:docMk/>
            <pc:sldMk cId="3834246135" sldId="294"/>
            <ac:picMk id="10" creationId="{7AA6EDD8-A101-A005-A3A5-3275116B7BD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6F3DC4-620E-413D-B948-6DEE81D2E4BE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3219A7-4658-42C5-981F-150D40BA6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293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9DB9-608E-30D9-7222-DCD479EC15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9DBC7F-7CB0-71A3-20A0-6926C9CD4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7A6EB-1AFD-F332-B35B-661ACABFF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4E377-5332-4033-BC79-DD45B79F4719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38726-B80B-258D-73B6-391D61AF6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8A38B-C630-39E5-DD6F-18CFEE5AF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C11F-CF09-461A-BBDF-820BBFD8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115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D3861-F4BB-BE6E-DBC0-D5A26FFC2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2D085-43B2-40C9-4609-FC50C017E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D94C2-209E-09D1-CFFE-2C6E85265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4E377-5332-4033-BC79-DD45B79F4719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FAB1D-2253-4409-AF58-41334B4B8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436E2-B516-DDFA-E221-B20AA8B93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C11F-CF09-461A-BBDF-820BBFD8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2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34C2D-71AE-6138-E998-79B14535D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48474-6464-C4B3-A4FD-C4F59BA28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07163-7D6E-3DEA-722C-1B6AC486D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4E377-5332-4033-BC79-DD45B79F4719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6371A-CE66-9A73-38E0-F208E8915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99663-2D7D-5C9C-975F-A3431C6E8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C11F-CF09-461A-BBDF-820BBFD8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90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C7914-4A11-27DD-BC32-245722268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B4386-24B8-997F-06A9-933A8B267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75B4D-E54E-E7B3-EA4D-4404F12B1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79A7C-7FE1-9DCD-DC3E-1E6646891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4E377-5332-4033-BC79-DD45B79F4719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8EEFF-1248-5048-0FF9-4F0E71EC5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EB394-29DF-B009-7676-0190C5A4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C11F-CF09-461A-BBDF-820BBFD8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72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8D906-D0F9-A41D-D1C4-BF0567B85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15431-C843-7CFA-D232-1C47C5F0C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8D4E9-302E-3C51-D3CB-F01116553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E40BDB-7E07-010D-65D7-3296B74D7A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8D66FD-627E-5816-046C-4D1A18AAA5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CD616F-DA54-7481-2224-42A0AFD53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4E377-5332-4033-BC79-DD45B79F4719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D29370-0CA4-E8B2-CD2A-800EF16DD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816E8E-D438-BFBA-0A6D-85D45A27B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C11F-CF09-461A-BBDF-820BBFD8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09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EE920-68A2-290F-1FFC-E4C497055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4F46AC-FDD7-9257-0E77-59C1D95D4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4E377-5332-4033-BC79-DD45B79F4719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560D6E-F351-0A85-27DB-45A9FB1F8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B865AF-CA61-6967-9D17-167E443DB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C11F-CF09-461A-BBDF-820BBFD8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08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1A970C-AE82-151E-56C1-C443B0C76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4E377-5332-4033-BC79-DD45B79F4719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B9AD0-61C3-3CEE-AD89-A15B772CC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424B4-52CD-934D-4668-EA4546B2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C11F-CF09-461A-BBDF-820BBFD8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97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F4C2C-55E2-A143-0760-E640322D9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4ADCE-C1DB-6432-4297-C121B7A2E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8D438-60E9-9FAF-8135-BF9F447D4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018F5-F7C1-5EB3-083D-1DD8982B7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4E377-5332-4033-BC79-DD45B79F4719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46900-5F47-64A9-D392-1C7FFE0F5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5F08C-B263-875D-05F5-7F0A2628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C11F-CF09-461A-BBDF-820BBFD8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995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ABB3-4BCF-F486-62BE-A5C145717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59AF0F-DD5B-2056-6754-ECF0DC5DA7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5F32F-5155-802A-9BE3-47A0D8FED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D18CC-6DB6-2611-F96F-20791D693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4E377-5332-4033-BC79-DD45B79F4719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93576-A7AA-DA37-EA30-FB0C70C22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BE4C6-E6F6-8138-CA30-72A51DF01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C11F-CF09-461A-BBDF-820BBFD8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79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6D0E5-6B71-92B8-FCFE-87414D50F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C05D94-CF75-769D-6D8C-78BCBF5FB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A3012-27DF-6A5B-5616-7F1D1D191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4E377-5332-4033-BC79-DD45B79F4719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6C3AF-081A-DD2F-BF0D-4F6F91610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E5AB3-E95D-007D-85AD-FF8CD788F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C11F-CF09-461A-BBDF-820BBFD8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856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2031B2-D268-4D30-716C-FFED24500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A3376-000F-C337-903E-5F5B67ACE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14DE5-E881-6CA9-F3B8-BAD43493A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4E377-5332-4033-BC79-DD45B79F4719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03003-7317-F7F2-0403-96E747F8D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793AB-91C1-D4C1-7C09-37EED0AC2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C11F-CF09-461A-BBDF-820BBFD8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64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12E28C-8EA4-B281-AF87-270CE20FD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04D2C-5860-F003-D6A1-36EF924AC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33521-2DC4-2324-DA60-CC9FBC4D3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D4E377-5332-4033-BC79-DD45B79F4719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EE634-E8A3-875D-1946-EE4FCD775B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5ABEA-3AEE-C3DE-52AB-4A642582D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8FC11F-CF09-461A-BBDF-820BBFD8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0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6;p13">
            <a:extLst>
              <a:ext uri="{FF2B5EF4-FFF2-40B4-BE49-F238E27FC236}">
                <a16:creationId xmlns:a16="http://schemas.microsoft.com/office/drawing/2014/main" id="{10D37D5E-7F81-AFB2-896C-680ABF7E96C1}"/>
              </a:ext>
            </a:extLst>
          </p:cNvPr>
          <p:cNvSpPr txBox="1">
            <a:spLocks/>
          </p:cNvSpPr>
          <p:nvPr/>
        </p:nvSpPr>
        <p:spPr>
          <a:xfrm>
            <a:off x="4075834" y="1334823"/>
            <a:ext cx="7688100" cy="1664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Structures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3032FB-F200-E1DC-7917-01517F6E864B}"/>
              </a:ext>
            </a:extLst>
          </p:cNvPr>
          <p:cNvSpPr txBox="1"/>
          <p:nvPr/>
        </p:nvSpPr>
        <p:spPr>
          <a:xfrm>
            <a:off x="5357352" y="2414748"/>
            <a:ext cx="609845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CS-1005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GCR: e2d2awt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A6C14E-444A-E20F-4DFC-2A4BD236BB0A}"/>
              </a:ext>
            </a:extLst>
          </p:cNvPr>
          <p:cNvSpPr txBox="1"/>
          <p:nvPr/>
        </p:nvSpPr>
        <p:spPr>
          <a:xfrm>
            <a:off x="3285204" y="4232476"/>
            <a:ext cx="609845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Lecture -2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by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Dr. Fehmida Usmani</a:t>
            </a:r>
          </a:p>
        </p:txBody>
      </p:sp>
    </p:spTree>
    <p:extLst>
      <p:ext uri="{BB962C8B-B14F-4D97-AF65-F5344CB8AC3E}">
        <p14:creationId xmlns:p14="http://schemas.microsoft.com/office/powerpoint/2010/main" val="2059971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6522B1E-4236-2E8A-E527-EC1AE0C30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Properties of Sets</a:t>
            </a: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E16B1688-A6D4-7C25-CA9B-2EC7D82E242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5271" y="2425601"/>
            <a:ext cx="9401457" cy="37683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D5F86D-DE13-36BA-F666-F04F7422C376}"/>
              </a:ext>
            </a:extLst>
          </p:cNvPr>
          <p:cNvSpPr txBox="1"/>
          <p:nvPr/>
        </p:nvSpPr>
        <p:spPr>
          <a:xfrm>
            <a:off x="838200" y="1367522"/>
            <a:ext cx="94014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n-US"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r>
              <a:rPr lang="en-US"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listing</a:t>
            </a:r>
            <a:r>
              <a:rPr lang="en-US"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en-US"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r>
              <a:rPr lang="en-US"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subset relations.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370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6D82D-8ABE-FF3F-7FE3-962DBE0D2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Sets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8ED9506-EA79-D4A8-1A34-1BB4FFABA44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38200" y="2300748"/>
            <a:ext cx="10515600" cy="37443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669D0E-D275-094E-8D59-75C63CF4DFEF}"/>
              </a:ext>
            </a:extLst>
          </p:cNvPr>
          <p:cNvSpPr txBox="1"/>
          <p:nvPr/>
        </p:nvSpPr>
        <p:spPr>
          <a:xfrm>
            <a:off x="838200" y="1377418"/>
            <a:ext cx="9220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Procedural</a:t>
            </a:r>
            <a:r>
              <a:rPr lang="en-US"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versions</a:t>
            </a:r>
            <a:r>
              <a:rPr lang="en-US"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lang="en-US"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</a:t>
            </a:r>
            <a:r>
              <a:rPr lang="en-US"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</a:t>
            </a:r>
            <a:r>
              <a:rPr lang="en-US"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summarized below.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88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4DA3A-F170-2112-3986-06FDB64D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BE5E8FF-81C4-41AC-72C8-898D03AD20F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530657"/>
            <a:ext cx="10515600" cy="4351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5024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identity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equation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universally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true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all </a:t>
            </a:r>
            <a:r>
              <a:rPr sz="2400" dirty="0">
                <a:latin typeface="Arial MT"/>
                <a:cs typeface="Arial MT"/>
              </a:rPr>
              <a:t>elements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set.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example,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equation</a:t>
            </a:r>
            <a:endParaRPr sz="2400" dirty="0">
              <a:latin typeface="Arial MT"/>
              <a:cs typeface="Arial MT"/>
            </a:endParaRPr>
          </a:p>
          <a:p>
            <a:pPr marL="12700" marR="45593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identity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true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spc="-25" dirty="0">
                <a:latin typeface="Arial"/>
                <a:cs typeface="Arial"/>
              </a:rPr>
              <a:t>b</a:t>
            </a:r>
            <a:r>
              <a:rPr sz="2400" spc="-25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400" dirty="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collection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properties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next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theorem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consists </a:t>
            </a:r>
            <a:r>
              <a:rPr sz="2400" dirty="0">
                <a:latin typeface="Arial MT"/>
                <a:cs typeface="Arial MT"/>
              </a:rPr>
              <a:t>entirely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identities.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equations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are </a:t>
            </a:r>
            <a:r>
              <a:rPr sz="2400" dirty="0">
                <a:latin typeface="Arial MT"/>
                <a:cs typeface="Arial MT"/>
              </a:rPr>
              <a:t>true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universal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set.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3D9290B3-5258-F851-2158-266532547AE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2368" y="4878363"/>
            <a:ext cx="7827264" cy="159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13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4DA3A-F170-2112-3986-06FDB64D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</a:t>
            </a:r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1AA432DE-5D7C-4AE6-B318-75A99BBBFD9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0355" y="1471296"/>
            <a:ext cx="7216140" cy="502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074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4DA3A-F170-2112-3986-06FDB64D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Identities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A9ABCE2-3488-74CA-E87D-5C60297F75A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6991" y="1854658"/>
            <a:ext cx="7831835" cy="404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464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57B79-811C-6CFB-8F26-E70AF0B37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Set Identities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7A75E8-02EE-0076-6ADD-F151A31D5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339725" indent="-203200">
              <a:lnSpc>
                <a:spcPct val="90000"/>
              </a:lnSpc>
              <a:spcBef>
                <a:spcPts val="1200"/>
              </a:spcBef>
            </a:pPr>
            <a:endParaRPr lang="en-US" dirty="0">
              <a:ea typeface="ＭＳ Ｐゴシック" pitchFamily="34" charset="-128"/>
              <a:cs typeface="Times New Roman" pitchFamily="18" charset="0"/>
              <a:sym typeface="Symbol" pitchFamily="18" charset="2"/>
            </a:endParaRPr>
          </a:p>
          <a:p>
            <a:pPr marL="339725" indent="-203200">
              <a:lnSpc>
                <a:spcPct val="90000"/>
              </a:lnSpc>
              <a:spcBef>
                <a:spcPts val="1200"/>
              </a:spcBef>
            </a:pPr>
            <a:r>
              <a:rPr lang="en-US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Four methods:</a:t>
            </a:r>
          </a:p>
          <a:p>
            <a:pPr marL="614045" lvl="2" indent="-203200">
              <a:spcBef>
                <a:spcPct val="0"/>
              </a:spcBef>
            </a:pPr>
            <a:r>
              <a:rPr lang="en-US" sz="24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Use the basic set identities</a:t>
            </a:r>
          </a:p>
          <a:p>
            <a:pPr marL="614045" lvl="2" indent="-203200">
              <a:spcBef>
                <a:spcPct val="0"/>
              </a:spcBef>
            </a:pPr>
            <a:r>
              <a:rPr lang="en-US" sz="24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Use membership tables</a:t>
            </a:r>
          </a:p>
          <a:p>
            <a:pPr marL="614045" lvl="2" indent="-203200">
              <a:spcBef>
                <a:spcPct val="0"/>
              </a:spcBef>
            </a:pPr>
            <a:r>
              <a:rPr lang="en-US" sz="24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Prove each set is a subset of each other</a:t>
            </a:r>
          </a:p>
          <a:p>
            <a:pPr marL="614045" lvl="2" indent="-203200">
              <a:spcBef>
                <a:spcPct val="0"/>
              </a:spcBef>
            </a:pPr>
            <a:r>
              <a:rPr lang="en-US" sz="24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Use set builder notation and logical equivalences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649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0028-C021-4165-CE4C-EA4DD0DA6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Set Identities 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8FD34782-7921-CE52-FC67-4BB682912FB0}"/>
              </a:ext>
            </a:extLst>
          </p:cNvPr>
          <p:cNvSpPr txBox="1"/>
          <p:nvPr/>
        </p:nvSpPr>
        <p:spPr>
          <a:xfrm>
            <a:off x="1201141" y="1690688"/>
            <a:ext cx="7886700" cy="229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As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known,</a:t>
            </a:r>
            <a:endParaRPr sz="2400" dirty="0">
              <a:latin typeface="Arial MT"/>
              <a:cs typeface="Arial MT"/>
            </a:endParaRPr>
          </a:p>
          <a:p>
            <a:pPr marL="769620">
              <a:lnSpc>
                <a:spcPct val="100000"/>
              </a:lnSpc>
              <a:spcBef>
                <a:spcPts val="2305"/>
              </a:spcBef>
            </a:pP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equal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⇔</a:t>
            </a:r>
            <a:r>
              <a:rPr sz="2400" spc="90" dirty="0">
                <a:latin typeface="Cambria Math"/>
                <a:cs typeface="Cambria Math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subset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other.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method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derived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fact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most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basic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prove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equality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sets.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0C4C5152-38A5-2065-4F24-7AFD6897C4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3354" y="4729071"/>
            <a:ext cx="8248716" cy="176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321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74574-DBD7-4912-A254-3B23304C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Set Identities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7008F-6465-79CA-0E4B-679050075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Example 1 : Prove that A ∩ (B ∪ C)=(A ∩ B) ∪ (A ∩ C)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Solution: Show A ∩(B∪C)⊆(A∩B)∪(A∩C)</a:t>
            </a:r>
          </a:p>
          <a:p>
            <a:pPr marL="0" indent="0">
              <a:buNone/>
            </a:pPr>
            <a:r>
              <a:rPr lang="en-US" dirty="0"/>
              <a:t>Let x ∈ A ∩(B∪C)</a:t>
            </a:r>
          </a:p>
          <a:p>
            <a:pPr marL="0" indent="0">
              <a:buNone/>
            </a:pPr>
            <a:r>
              <a:rPr lang="en-US" dirty="0"/>
              <a:t>This means x ∈ A and x ∈ B ∪ C</a:t>
            </a:r>
          </a:p>
          <a:p>
            <a:pPr marL="0" indent="0">
              <a:buNone/>
            </a:pPr>
            <a:r>
              <a:rPr lang="en-US" dirty="0"/>
              <a:t>Since x ∈ B ∪ C, x is either in B or in C</a:t>
            </a:r>
          </a:p>
          <a:p>
            <a:pPr marL="0" indent="0">
              <a:buNone/>
            </a:pPr>
            <a:r>
              <a:rPr lang="en-US" dirty="0"/>
              <a:t>If x ∈ B, then x ∈ A ∩ B</a:t>
            </a:r>
          </a:p>
          <a:p>
            <a:pPr marL="0" indent="0">
              <a:buNone/>
            </a:pPr>
            <a:r>
              <a:rPr lang="en-US" dirty="0"/>
              <a:t>If x ∈ C, then x ∈ A ∩ C</a:t>
            </a:r>
          </a:p>
          <a:p>
            <a:pPr marL="0" indent="0">
              <a:buNone/>
            </a:pPr>
            <a:r>
              <a:rPr lang="en-US" dirty="0"/>
              <a:t>In either case, x ∈ (A ∩ B)∪(A ∩ C)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582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74574-DBD7-4912-A254-3B23304C4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Set Identities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7008F-6465-79CA-0E4B-679050075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Example 1 : Prove that A ∩ (B ∪ C)=(A ∩ B) ∪ (A ∩ C)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Solution: Show (A∩B)∪(A∩C)⊆A∩(B∪C)</a:t>
            </a:r>
          </a:p>
          <a:p>
            <a:pPr marL="0" indent="0">
              <a:buNone/>
            </a:pPr>
            <a:r>
              <a:rPr lang="en-US" dirty="0"/>
              <a:t>Let x ∈ (A ∩ B) ∪ (A ∩ C)</a:t>
            </a:r>
          </a:p>
          <a:p>
            <a:pPr marL="0" indent="0">
              <a:buNone/>
            </a:pPr>
            <a:r>
              <a:rPr lang="en-US" dirty="0"/>
              <a:t>This means x is either in A ∩ B or in A ∩ C</a:t>
            </a:r>
          </a:p>
          <a:p>
            <a:pPr marL="0" indent="0">
              <a:buNone/>
            </a:pPr>
            <a:r>
              <a:rPr lang="en-US" dirty="0"/>
              <a:t>If x ∈ A ∩ B, then x ∈ A and x ∈ B</a:t>
            </a:r>
          </a:p>
          <a:p>
            <a:pPr marL="0" indent="0">
              <a:buNone/>
            </a:pPr>
            <a:r>
              <a:rPr lang="en-US" dirty="0"/>
              <a:t>If x ∈ A ∩ C, then x ∈ A and x ∈ C</a:t>
            </a:r>
          </a:p>
          <a:p>
            <a:pPr marL="0" indent="0">
              <a:buNone/>
            </a:pPr>
            <a:r>
              <a:rPr lang="en-US" dirty="0"/>
              <a:t>In either case, x ∈ A and x ∈ B ∪ C</a:t>
            </a:r>
          </a:p>
          <a:p>
            <a:pPr marL="0" indent="0">
              <a:buNone/>
            </a:pPr>
            <a:r>
              <a:rPr lang="en-US" dirty="0"/>
              <a:t>Therefore, x ∈ A ∩ (B ∪ C)</a:t>
            </a:r>
          </a:p>
        </p:txBody>
      </p:sp>
    </p:spTree>
    <p:extLst>
      <p:ext uri="{BB962C8B-B14F-4D97-AF65-F5344CB8AC3E}">
        <p14:creationId xmlns:p14="http://schemas.microsoft.com/office/powerpoint/2010/main" val="300476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06681-1DD5-55B4-3BD9-CCE583389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Set Identities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11678-7504-1F3E-6075-C2AB4E6E9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2: Prove that A ∪ (B ∩ C)=(A ∪ B) ∩ (A ∪ C)</a:t>
            </a:r>
          </a:p>
          <a:p>
            <a:pPr marL="0" indent="0">
              <a:buNone/>
            </a:pPr>
            <a:r>
              <a:rPr lang="en-US" dirty="0"/>
              <a:t>Solution: </a:t>
            </a:r>
            <a:r>
              <a:rPr lang="en-US" b="1" dirty="0"/>
              <a:t>Show A ∪ (B ∩ C)⊆(A ∪ B) ∩ (A ∪ C)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x ∈ A ∪ (B ∩ C) </a:t>
            </a:r>
          </a:p>
          <a:p>
            <a:pPr marL="0" indent="0">
              <a:buNone/>
            </a:pPr>
            <a:r>
              <a:rPr lang="en-US" dirty="0"/>
              <a:t>This means x ∈ A or x ∈ B ∩ C</a:t>
            </a:r>
          </a:p>
          <a:p>
            <a:pPr marL="0" indent="0">
              <a:buNone/>
            </a:pPr>
            <a:r>
              <a:rPr lang="en-US" dirty="0"/>
              <a:t>         If x ∈ A, then x ∈ A∪B and x ∈ A∪C</a:t>
            </a:r>
          </a:p>
          <a:p>
            <a:pPr marL="457200" lvl="1" indent="0">
              <a:buNone/>
            </a:pPr>
            <a:r>
              <a:rPr lang="en-US" dirty="0"/>
              <a:t>   If x ∈ B ∩ C, then x ∈ B and x ∈ C , so x ∈ A∪B and x ∈ A∪C</a:t>
            </a:r>
          </a:p>
          <a:p>
            <a:pPr marL="457200" lvl="1" indent="0">
              <a:buNone/>
            </a:pPr>
            <a:r>
              <a:rPr lang="en-US" dirty="0"/>
              <a:t>In either case, x ∈ (A ∪ B) ∩ (A∪C)</a:t>
            </a:r>
          </a:p>
        </p:txBody>
      </p:sp>
    </p:spTree>
    <p:extLst>
      <p:ext uri="{BB962C8B-B14F-4D97-AF65-F5344CB8AC3E}">
        <p14:creationId xmlns:p14="http://schemas.microsoft.com/office/powerpoint/2010/main" val="104077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06681-1DD5-55B4-3BD9-CCE583389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Set Identities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11678-7504-1F3E-6075-C2AB4E6E9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2: Prove that A ∪ (B ∩ C)=(A ∪ B) ∩ (A ∪ C)</a:t>
            </a:r>
          </a:p>
          <a:p>
            <a:pPr marL="0" indent="0">
              <a:buNone/>
            </a:pPr>
            <a:r>
              <a:rPr lang="en-US" dirty="0"/>
              <a:t>Solution: </a:t>
            </a:r>
            <a:r>
              <a:rPr lang="en-US" b="1" dirty="0"/>
              <a:t>( A ∪ B) ∩ (A∪C)⊆A∪(B∩C)(A ∪ B) ∩ (A ∪ C) </a:t>
            </a:r>
          </a:p>
          <a:p>
            <a:pPr marL="0" indent="0">
              <a:buNone/>
            </a:pPr>
            <a:r>
              <a:rPr lang="en-US" dirty="0"/>
              <a:t>Let x ∈ (A∪B) ∩ (A∪C)</a:t>
            </a:r>
          </a:p>
          <a:p>
            <a:pPr marL="0" indent="0">
              <a:buNone/>
            </a:pPr>
            <a:r>
              <a:rPr lang="en-US" dirty="0"/>
              <a:t> This means x ∈ A∪B and x ∈ A ∪ C</a:t>
            </a:r>
          </a:p>
          <a:p>
            <a:pPr marL="0" indent="0">
              <a:buNone/>
            </a:pPr>
            <a:r>
              <a:rPr lang="en-US" dirty="0"/>
              <a:t>If </a:t>
            </a:r>
            <a:r>
              <a:rPr lang="en-US" dirty="0" err="1"/>
              <a:t>x∈A</a:t>
            </a:r>
            <a:r>
              <a:rPr lang="en-US" dirty="0"/>
              <a:t>, then x ∈ A∪(B∩C)</a:t>
            </a:r>
          </a:p>
          <a:p>
            <a:pPr marL="0" indent="0">
              <a:buNone/>
            </a:pPr>
            <a:r>
              <a:rPr lang="en-US" dirty="0"/>
              <a:t>If x ∉A, then x ∈ B and x ∈ C, so x ∈ B ∩ C and x ∈ A∪(B∩C)</a:t>
            </a:r>
          </a:p>
          <a:p>
            <a:pPr marL="0" indent="0">
              <a:buNone/>
            </a:pPr>
            <a:r>
              <a:rPr lang="en-US" dirty="0"/>
              <a:t> Therefore, (A∪B)∩(A∪C)⊆A∪(B∩C)(A ∪ B) ∩ (A ∪ C)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556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20BD3-7463-BFC3-16AB-17A363F57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spc="-5" dirty="0">
                <a:latin typeface="Arial MT"/>
                <a:cs typeface="Arial MT"/>
              </a:rPr>
              <a:t>Disproving</a:t>
            </a:r>
            <a:r>
              <a:rPr lang="en-US" sz="4400" spc="15" dirty="0">
                <a:latin typeface="Arial MT"/>
                <a:cs typeface="Arial MT"/>
              </a:rPr>
              <a:t> </a:t>
            </a:r>
            <a:r>
              <a:rPr lang="en-US" sz="4400" spc="-10" dirty="0">
                <a:latin typeface="Arial MT"/>
                <a:cs typeface="Arial MT"/>
              </a:rPr>
              <a:t>an</a:t>
            </a:r>
            <a:r>
              <a:rPr lang="en-US" sz="4400" spc="-5" dirty="0">
                <a:latin typeface="Arial MT"/>
                <a:cs typeface="Arial MT"/>
              </a:rPr>
              <a:t> </a:t>
            </a:r>
            <a:r>
              <a:rPr lang="en-US" sz="4400" spc="-10" dirty="0">
                <a:latin typeface="Arial MT"/>
                <a:cs typeface="Arial MT"/>
              </a:rPr>
              <a:t>Alleged</a:t>
            </a:r>
            <a:r>
              <a:rPr lang="en-US" sz="4400" spc="5" dirty="0">
                <a:latin typeface="Arial MT"/>
                <a:cs typeface="Arial MT"/>
              </a:rPr>
              <a:t> </a:t>
            </a:r>
            <a:r>
              <a:rPr lang="en-US" sz="4400" spc="-10" dirty="0">
                <a:latin typeface="Arial MT"/>
                <a:cs typeface="Arial MT"/>
              </a:rPr>
              <a:t>Set</a:t>
            </a:r>
            <a:r>
              <a:rPr lang="en-US" sz="4400" dirty="0">
                <a:latin typeface="Arial MT"/>
                <a:cs typeface="Arial MT"/>
              </a:rPr>
              <a:t> </a:t>
            </a:r>
            <a:r>
              <a:rPr lang="en-US" sz="4400" spc="-5" dirty="0">
                <a:latin typeface="Arial MT"/>
                <a:cs typeface="Arial MT"/>
              </a:rPr>
              <a:t>Property</a:t>
            </a:r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873FF041-DBA7-A13D-78A4-B104E9FC143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508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dirty="0"/>
              <a:t>The phrase "Disproving an Alleged Set Property" means showing that a certain statement or property about sets is incorrect. This typically involves providing a counterexample—a specific example where the property does not hold true, which demonstrates that the property is not valid for all cases.</a:t>
            </a:r>
            <a:endParaRPr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850392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20BD3-7463-BFC3-16AB-17A363F57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spc="-5" dirty="0">
                <a:latin typeface="Arial MT"/>
                <a:cs typeface="Arial MT"/>
              </a:rPr>
              <a:t>Disproving</a:t>
            </a:r>
            <a:r>
              <a:rPr lang="en-US" sz="4400" spc="15" dirty="0">
                <a:latin typeface="Arial MT"/>
                <a:cs typeface="Arial MT"/>
              </a:rPr>
              <a:t> </a:t>
            </a:r>
            <a:r>
              <a:rPr lang="en-US" sz="4400" spc="-10" dirty="0">
                <a:latin typeface="Arial MT"/>
                <a:cs typeface="Arial MT"/>
              </a:rPr>
              <a:t>an</a:t>
            </a:r>
            <a:r>
              <a:rPr lang="en-US" sz="4400" spc="-5" dirty="0">
                <a:latin typeface="Arial MT"/>
                <a:cs typeface="Arial MT"/>
              </a:rPr>
              <a:t> </a:t>
            </a:r>
            <a:r>
              <a:rPr lang="en-US" sz="4400" spc="-10" dirty="0">
                <a:latin typeface="Arial MT"/>
                <a:cs typeface="Arial MT"/>
              </a:rPr>
              <a:t>Alleged</a:t>
            </a:r>
            <a:r>
              <a:rPr lang="en-US" sz="4400" spc="5" dirty="0">
                <a:latin typeface="Arial MT"/>
                <a:cs typeface="Arial MT"/>
              </a:rPr>
              <a:t> </a:t>
            </a:r>
            <a:r>
              <a:rPr lang="en-US" sz="4400" spc="-10" dirty="0">
                <a:latin typeface="Arial MT"/>
                <a:cs typeface="Arial MT"/>
              </a:rPr>
              <a:t>Set</a:t>
            </a:r>
            <a:r>
              <a:rPr lang="en-US" sz="4400" dirty="0">
                <a:latin typeface="Arial MT"/>
                <a:cs typeface="Arial MT"/>
              </a:rPr>
              <a:t> </a:t>
            </a:r>
            <a:r>
              <a:rPr lang="en-US" sz="4400" spc="-5" dirty="0">
                <a:latin typeface="Arial MT"/>
                <a:cs typeface="Arial MT"/>
              </a:rPr>
              <a:t>Property</a:t>
            </a:r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873FF041-DBA7-A13D-78A4-B104E9FC143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69490" y="1373692"/>
            <a:ext cx="10515600" cy="887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508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800" i="1" spc="-5" dirty="0">
                <a:latin typeface="Arial"/>
                <a:cs typeface="Arial"/>
              </a:rPr>
              <a:t>Finding</a:t>
            </a:r>
            <a:r>
              <a:rPr lang="en-US" sz="2800" i="1" spc="-15" dirty="0">
                <a:latin typeface="Arial"/>
                <a:cs typeface="Arial"/>
              </a:rPr>
              <a:t> </a:t>
            </a:r>
            <a:r>
              <a:rPr lang="en-US" sz="2800" i="1" spc="-5" dirty="0">
                <a:latin typeface="Arial"/>
                <a:cs typeface="Arial"/>
              </a:rPr>
              <a:t>a</a:t>
            </a:r>
            <a:r>
              <a:rPr lang="en-US" sz="2800" i="1" spc="5" dirty="0">
                <a:latin typeface="Arial"/>
                <a:cs typeface="Arial"/>
              </a:rPr>
              <a:t> </a:t>
            </a:r>
            <a:r>
              <a:rPr lang="en-US" sz="2800" i="1" spc="-10" dirty="0">
                <a:latin typeface="Arial"/>
                <a:cs typeface="Arial"/>
              </a:rPr>
              <a:t>Counterexample</a:t>
            </a:r>
            <a:r>
              <a:rPr lang="en-US" sz="2800" i="1" spc="30" dirty="0">
                <a:latin typeface="Arial"/>
                <a:cs typeface="Arial"/>
              </a:rPr>
              <a:t> </a:t>
            </a:r>
            <a:r>
              <a:rPr lang="en-US" sz="2800" i="1" spc="-5" dirty="0">
                <a:latin typeface="Arial"/>
                <a:cs typeface="Arial"/>
              </a:rPr>
              <a:t>for</a:t>
            </a:r>
            <a:r>
              <a:rPr lang="en-US" sz="2800" i="1" spc="15" dirty="0">
                <a:latin typeface="Arial"/>
                <a:cs typeface="Arial"/>
              </a:rPr>
              <a:t> </a:t>
            </a:r>
            <a:r>
              <a:rPr lang="en-US" sz="2800" i="1" spc="-5" dirty="0">
                <a:latin typeface="Arial"/>
                <a:cs typeface="Arial"/>
              </a:rPr>
              <a:t>a</a:t>
            </a:r>
            <a:r>
              <a:rPr lang="en-US" sz="2800" i="1" spc="10" dirty="0">
                <a:latin typeface="Arial"/>
                <a:cs typeface="Arial"/>
              </a:rPr>
              <a:t> </a:t>
            </a:r>
            <a:r>
              <a:rPr lang="en-US" sz="2800" i="1" spc="-5" dirty="0">
                <a:latin typeface="Arial"/>
                <a:cs typeface="Arial"/>
              </a:rPr>
              <a:t>Set</a:t>
            </a:r>
            <a:r>
              <a:rPr lang="en-US" sz="2800" i="1" spc="-10" dirty="0">
                <a:latin typeface="Arial"/>
                <a:cs typeface="Arial"/>
              </a:rPr>
              <a:t> </a:t>
            </a:r>
            <a:r>
              <a:rPr lang="en-US" sz="2800" i="1" spc="-5" dirty="0">
                <a:latin typeface="Arial"/>
                <a:cs typeface="Arial"/>
              </a:rPr>
              <a:t>Identity</a:t>
            </a:r>
          </a:p>
          <a:p>
            <a:pPr marL="0" marR="5080" indent="0">
              <a:lnSpc>
                <a:spcPct val="100000"/>
              </a:lnSpc>
              <a:spcBef>
                <a:spcPts val="100"/>
              </a:spcBef>
              <a:buNone/>
            </a:pPr>
            <a:endParaRPr dirty="0">
              <a:latin typeface="Arial MT"/>
              <a:cs typeface="Arial M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0FA5F22-AEFB-533A-F10A-F75DF0E39766}"/>
              </a:ext>
            </a:extLst>
          </p:cNvPr>
          <p:cNvSpPr txBox="1"/>
          <p:nvPr/>
        </p:nvSpPr>
        <p:spPr>
          <a:xfrm>
            <a:off x="994664" y="1944117"/>
            <a:ext cx="7682230" cy="43524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following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property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true?</a:t>
            </a:r>
            <a:r>
              <a:rPr lang="en-US" sz="2400" spc="-5" dirty="0">
                <a:latin typeface="Arial MT"/>
                <a:cs typeface="Arial MT"/>
              </a:rPr>
              <a:t> 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C</a:t>
            </a:r>
            <a:r>
              <a:rPr sz="2400" spc="-5" dirty="0">
                <a:latin typeface="Arial MT"/>
                <a:cs typeface="Arial MT"/>
              </a:rPr>
              <a:t>,</a:t>
            </a:r>
            <a:endParaRPr sz="3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ADEE"/>
                </a:solidFill>
                <a:latin typeface="Arial MT"/>
                <a:cs typeface="Arial MT"/>
              </a:rPr>
              <a:t>Solution: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Observe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property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only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if,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given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equality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holds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all</a:t>
            </a:r>
            <a:r>
              <a:rPr sz="2400" i="1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sets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5" dirty="0">
                <a:latin typeface="Arial MT"/>
                <a:cs typeface="Arial MT"/>
              </a:rPr>
              <a:t>, 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C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So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false if,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 only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if,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there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5" dirty="0">
                <a:latin typeface="Arial MT"/>
                <a:cs typeface="Arial MT"/>
              </a:rPr>
              <a:t>, 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C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for which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equality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does</a:t>
            </a:r>
            <a:endParaRPr sz="2400" dirty="0">
              <a:latin typeface="Arial MT"/>
              <a:cs typeface="Arial MT"/>
            </a:endParaRPr>
          </a:p>
          <a:p>
            <a:pPr marL="518159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not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hold.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8FCA010A-B3D3-7ACC-1C3A-E5DB6366672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0780" y="2709746"/>
            <a:ext cx="3537612" cy="25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93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20BD3-7463-BFC3-16AB-17A363F57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spc="-5" dirty="0">
                <a:latin typeface="Arial MT"/>
                <a:cs typeface="Arial MT"/>
              </a:rPr>
              <a:t>Disproving</a:t>
            </a:r>
            <a:r>
              <a:rPr lang="en-US" sz="4400" spc="15" dirty="0">
                <a:latin typeface="Arial MT"/>
                <a:cs typeface="Arial MT"/>
              </a:rPr>
              <a:t> </a:t>
            </a:r>
            <a:r>
              <a:rPr lang="en-US" sz="4400" spc="-10" dirty="0">
                <a:latin typeface="Arial MT"/>
                <a:cs typeface="Arial MT"/>
              </a:rPr>
              <a:t>an</a:t>
            </a:r>
            <a:r>
              <a:rPr lang="en-US" sz="4400" spc="-5" dirty="0">
                <a:latin typeface="Arial MT"/>
                <a:cs typeface="Arial MT"/>
              </a:rPr>
              <a:t> </a:t>
            </a:r>
            <a:r>
              <a:rPr lang="en-US" sz="4400" spc="-10" dirty="0">
                <a:latin typeface="Arial MT"/>
                <a:cs typeface="Arial MT"/>
              </a:rPr>
              <a:t>Alleged</a:t>
            </a:r>
            <a:r>
              <a:rPr lang="en-US" sz="4400" spc="5" dirty="0">
                <a:latin typeface="Arial MT"/>
                <a:cs typeface="Arial MT"/>
              </a:rPr>
              <a:t> </a:t>
            </a:r>
            <a:r>
              <a:rPr lang="en-US" sz="4400" spc="-10" dirty="0">
                <a:latin typeface="Arial MT"/>
                <a:cs typeface="Arial MT"/>
              </a:rPr>
              <a:t>Set</a:t>
            </a:r>
            <a:r>
              <a:rPr lang="en-US" sz="4400" dirty="0">
                <a:latin typeface="Arial MT"/>
                <a:cs typeface="Arial MT"/>
              </a:rPr>
              <a:t> </a:t>
            </a:r>
            <a:r>
              <a:rPr lang="en-US" sz="4400" spc="-5" dirty="0">
                <a:latin typeface="Arial MT"/>
                <a:cs typeface="Arial MT"/>
              </a:rPr>
              <a:t>Property</a:t>
            </a:r>
            <a:endParaRPr lang="en-US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630DB1D2-C83F-25BD-8AD0-6D271E2ECC43}"/>
              </a:ext>
            </a:extLst>
          </p:cNvPr>
          <p:cNvSpPr txBox="1"/>
          <p:nvPr/>
        </p:nvSpPr>
        <p:spPr>
          <a:xfrm>
            <a:off x="994664" y="1944117"/>
            <a:ext cx="803783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One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way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solve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problem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picture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spc="-5" dirty="0">
                <a:latin typeface="Arial MT"/>
                <a:cs typeface="Arial MT"/>
              </a:rPr>
              <a:t>,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5" dirty="0">
                <a:latin typeface="Arial MT"/>
                <a:cs typeface="Arial MT"/>
              </a:rPr>
              <a:t>, 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C</a:t>
            </a:r>
            <a:endParaRPr sz="2400" dirty="0">
              <a:latin typeface="Arial"/>
              <a:cs typeface="Arial"/>
            </a:endParaRPr>
          </a:p>
          <a:p>
            <a:pPr marL="12700" marR="128841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drawing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Venn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diagram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such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shown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Figure</a:t>
            </a:r>
            <a:endParaRPr lang="en-US" sz="2400" spc="-5" dirty="0">
              <a:latin typeface="Arial MT"/>
              <a:cs typeface="Arial MT"/>
            </a:endParaRPr>
          </a:p>
          <a:p>
            <a:pPr marL="12700" marR="1288415">
              <a:lnSpc>
                <a:spcPct val="100000"/>
              </a:lnSpc>
            </a:pPr>
            <a:endParaRPr sz="2400" dirty="0">
              <a:latin typeface="Arial MT"/>
              <a:cs typeface="Arial MT"/>
            </a:endParaRPr>
          </a:p>
        </p:txBody>
      </p:sp>
      <p:pic>
        <p:nvPicPr>
          <p:cNvPr id="9" name="object 6">
            <a:extLst>
              <a:ext uri="{FF2B5EF4-FFF2-40B4-BE49-F238E27FC236}">
                <a16:creationId xmlns:a16="http://schemas.microsoft.com/office/drawing/2014/main" id="{4DB60F0D-F2D4-882A-FBC4-09EBEAD7C2E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0260" y="3429000"/>
            <a:ext cx="2562222" cy="256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102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629FD-2F42-4DD3-5F01-E3EEF9859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spc="-5" dirty="0">
                <a:latin typeface="Arial MT"/>
                <a:cs typeface="Arial MT"/>
              </a:rPr>
              <a:t>Disproving</a:t>
            </a:r>
            <a:r>
              <a:rPr lang="en-US" sz="4400" spc="15" dirty="0">
                <a:latin typeface="Arial MT"/>
                <a:cs typeface="Arial MT"/>
              </a:rPr>
              <a:t> </a:t>
            </a:r>
            <a:r>
              <a:rPr lang="en-US" sz="4400" spc="-10" dirty="0">
                <a:latin typeface="Arial MT"/>
                <a:cs typeface="Arial MT"/>
              </a:rPr>
              <a:t>an</a:t>
            </a:r>
            <a:r>
              <a:rPr lang="en-US" sz="4400" spc="-5" dirty="0">
                <a:latin typeface="Arial MT"/>
                <a:cs typeface="Arial MT"/>
              </a:rPr>
              <a:t> </a:t>
            </a:r>
            <a:r>
              <a:rPr lang="en-US" sz="4400" spc="-10" dirty="0">
                <a:latin typeface="Arial MT"/>
                <a:cs typeface="Arial MT"/>
              </a:rPr>
              <a:t>Alleged</a:t>
            </a:r>
            <a:r>
              <a:rPr lang="en-US" sz="4400" spc="5" dirty="0">
                <a:latin typeface="Arial MT"/>
                <a:cs typeface="Arial MT"/>
              </a:rPr>
              <a:t> </a:t>
            </a:r>
            <a:r>
              <a:rPr lang="en-US" sz="4400" spc="-10" dirty="0">
                <a:latin typeface="Arial MT"/>
                <a:cs typeface="Arial MT"/>
              </a:rPr>
              <a:t>Set</a:t>
            </a:r>
            <a:r>
              <a:rPr lang="en-US" sz="4400" dirty="0">
                <a:latin typeface="Arial MT"/>
                <a:cs typeface="Arial MT"/>
              </a:rPr>
              <a:t> </a:t>
            </a:r>
            <a:r>
              <a:rPr lang="en-US" sz="4400" spc="-5" dirty="0">
                <a:latin typeface="Arial MT"/>
                <a:cs typeface="Arial MT"/>
              </a:rPr>
              <a:t>Property</a:t>
            </a:r>
            <a:endParaRPr lang="en-US" dirty="0"/>
          </a:p>
        </p:txBody>
      </p:sp>
      <p:pic>
        <p:nvPicPr>
          <p:cNvPr id="4" name="object 11">
            <a:extLst>
              <a:ext uri="{FF2B5EF4-FFF2-40B4-BE49-F238E27FC236}">
                <a16:creationId xmlns:a16="http://schemas.microsoft.com/office/drawing/2014/main" id="{A57F2327-798F-0BBF-7646-9EAE5703D74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9188" y="3663746"/>
            <a:ext cx="5753783" cy="22290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067A5D-0E9E-C8EF-78FB-AD9EFCAA0990}"/>
              </a:ext>
            </a:extLst>
          </p:cNvPr>
          <p:cNvSpPr txBox="1"/>
          <p:nvPr/>
        </p:nvSpPr>
        <p:spPr>
          <a:xfrm>
            <a:off x="1441655" y="2030885"/>
            <a:ext cx="102390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800" spc="-5" dirty="0">
                <a:latin typeface="Arial MT"/>
                <a:cs typeface="Times New Roman" panose="02020603050405020304" pitchFamily="18" charset="0"/>
              </a:rPr>
              <a:t>Find</a:t>
            </a:r>
            <a:r>
              <a:rPr lang="en-US" sz="2800" dirty="0">
                <a:latin typeface="Arial MT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latin typeface="Arial MT"/>
                <a:cs typeface="Times New Roman" panose="02020603050405020304" pitchFamily="18" charset="0"/>
              </a:rPr>
              <a:t>and shade</a:t>
            </a:r>
            <a:r>
              <a:rPr lang="en-US" sz="2800" spc="5" dirty="0">
                <a:latin typeface="Arial MT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latin typeface="Arial MT"/>
                <a:cs typeface="Times New Roman" panose="02020603050405020304" pitchFamily="18" charset="0"/>
              </a:rPr>
              <a:t>the region</a:t>
            </a:r>
            <a:r>
              <a:rPr lang="en-US" sz="2800" dirty="0">
                <a:latin typeface="Arial MT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latin typeface="Arial MT"/>
                <a:cs typeface="Times New Roman" panose="02020603050405020304" pitchFamily="18" charset="0"/>
              </a:rPr>
              <a:t>corresponding</a:t>
            </a:r>
            <a:r>
              <a:rPr lang="en-US" sz="2800" spc="30" dirty="0">
                <a:latin typeface="Arial MT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Arial MT"/>
                <a:cs typeface="Times New Roman" panose="02020603050405020304" pitchFamily="18" charset="0"/>
              </a:rPr>
              <a:t>to (</a:t>
            </a:r>
            <a:r>
              <a:rPr lang="en-US" sz="2800" i="1" dirty="0">
                <a:latin typeface="Arial"/>
                <a:cs typeface="Arial"/>
              </a:rPr>
              <a:t>A</a:t>
            </a:r>
            <a:r>
              <a:rPr lang="en-US" sz="2800" i="1" spc="-20" dirty="0">
                <a:latin typeface="Arial"/>
                <a:cs typeface="Arial"/>
              </a:rPr>
              <a:t> </a:t>
            </a:r>
            <a:r>
              <a:rPr lang="en-US" sz="2800" spc="-5" dirty="0">
                <a:latin typeface="Arial MT"/>
                <a:cs typeface="Times New Roman" panose="02020603050405020304" pitchFamily="18" charset="0"/>
              </a:rPr>
              <a:t>–</a:t>
            </a:r>
            <a:r>
              <a:rPr lang="en-US" sz="2800" dirty="0">
                <a:latin typeface="Arial MT"/>
                <a:cs typeface="Times New Roman" panose="02020603050405020304" pitchFamily="18" charset="0"/>
              </a:rPr>
              <a:t> </a:t>
            </a:r>
            <a:r>
              <a:rPr lang="en-US" sz="2800" i="1" spc="-5" dirty="0">
                <a:latin typeface="Arial"/>
                <a:cs typeface="Arial"/>
              </a:rPr>
              <a:t>B</a:t>
            </a:r>
            <a:r>
              <a:rPr lang="en-US" sz="2800" spc="-5" dirty="0">
                <a:latin typeface="Arial MT"/>
                <a:cs typeface="Times New Roman" panose="02020603050405020304" pitchFamily="18" charset="0"/>
              </a:rPr>
              <a:t>)</a:t>
            </a:r>
            <a:r>
              <a:rPr lang="en-US" sz="2800" spc="-10" dirty="0">
                <a:latin typeface="Arial MT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Symbol"/>
                <a:cs typeface="Times New Roman" panose="02020603050405020304" pitchFamily="18" charset="0"/>
              </a:rPr>
              <a:t></a:t>
            </a:r>
            <a:r>
              <a:rPr lang="en-US" sz="2800" spc="6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Arial MT"/>
                <a:cs typeface="Times New Roman" panose="02020603050405020304" pitchFamily="18" charset="0"/>
              </a:rPr>
              <a:t>(</a:t>
            </a:r>
            <a:r>
              <a:rPr lang="en-US" sz="2800" i="1" dirty="0">
                <a:latin typeface="Arial"/>
                <a:cs typeface="Arial"/>
              </a:rPr>
              <a:t>B </a:t>
            </a:r>
            <a:r>
              <a:rPr lang="en-US" sz="2800" spc="-5" dirty="0">
                <a:latin typeface="Arial MT"/>
                <a:cs typeface="Times New Roman" panose="02020603050405020304" pitchFamily="18" charset="0"/>
              </a:rPr>
              <a:t>–</a:t>
            </a:r>
            <a:r>
              <a:rPr lang="en-US" sz="2800" spc="-15" dirty="0">
                <a:latin typeface="Arial MT"/>
                <a:cs typeface="Times New Roman" panose="02020603050405020304" pitchFamily="18" charset="0"/>
              </a:rPr>
              <a:t> </a:t>
            </a:r>
            <a:r>
              <a:rPr lang="en-US" sz="2800" i="1" spc="-5" dirty="0">
                <a:latin typeface="Arial"/>
                <a:cs typeface="Arial"/>
              </a:rPr>
              <a:t>C</a:t>
            </a:r>
            <a:r>
              <a:rPr lang="en-US" sz="2800" spc="-5" dirty="0">
                <a:latin typeface="Arial MT"/>
                <a:cs typeface="Times New Roman" panose="02020603050405020304" pitchFamily="18" charset="0"/>
              </a:rPr>
              <a:t>).</a:t>
            </a:r>
          </a:p>
          <a:p>
            <a:pPr marL="12700">
              <a:lnSpc>
                <a:spcPct val="100000"/>
              </a:lnSpc>
            </a:pPr>
            <a:r>
              <a:rPr lang="en-US" sz="2800" spc="-5" dirty="0">
                <a:latin typeface="Arial MT"/>
                <a:cs typeface="Arial MT"/>
              </a:rPr>
              <a:t>Then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shade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the</a:t>
            </a:r>
            <a:r>
              <a:rPr lang="en-US" sz="2800" spc="-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region</a:t>
            </a:r>
            <a:r>
              <a:rPr lang="en-US" sz="2800" spc="2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corresponding</a:t>
            </a:r>
            <a:r>
              <a:rPr lang="en-US" sz="2800" spc="3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 </a:t>
            </a:r>
            <a:r>
              <a:rPr lang="en-US" sz="2800" i="1" dirty="0">
                <a:latin typeface="Arial"/>
                <a:cs typeface="Arial"/>
              </a:rPr>
              <a:t>A</a:t>
            </a:r>
            <a:r>
              <a:rPr lang="en-US" sz="2800" i="1" spc="-5" dirty="0">
                <a:latin typeface="Arial"/>
                <a:cs typeface="Arial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–</a:t>
            </a:r>
            <a:r>
              <a:rPr lang="en-US" sz="2800" spc="-15" dirty="0">
                <a:latin typeface="Arial MT"/>
                <a:cs typeface="Arial MT"/>
              </a:rPr>
              <a:t> </a:t>
            </a:r>
            <a:r>
              <a:rPr lang="en-US" sz="2800" i="1" spc="-5" dirty="0">
                <a:latin typeface="Arial"/>
                <a:cs typeface="Arial"/>
              </a:rPr>
              <a:t>C</a:t>
            </a:r>
            <a:r>
              <a:rPr lang="en-US" sz="2800" spc="-5" dirty="0">
                <a:latin typeface="Arial MT"/>
                <a:cs typeface="Arial MT"/>
              </a:rPr>
              <a:t>.</a:t>
            </a:r>
            <a:r>
              <a:rPr lang="en-US" sz="2800" spc="-5" dirty="0">
                <a:latin typeface="Arial MT"/>
                <a:cs typeface="Times New Roman" panose="02020603050405020304" pitchFamily="18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9226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D65A1-899B-7B5C-4FA7-810B589A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spc="-5" dirty="0">
                <a:latin typeface="Arial MT"/>
                <a:cs typeface="Arial MT"/>
              </a:rPr>
              <a:t>Disproving</a:t>
            </a:r>
            <a:r>
              <a:rPr lang="en-US" sz="4400" spc="15" dirty="0">
                <a:latin typeface="Arial MT"/>
                <a:cs typeface="Arial MT"/>
              </a:rPr>
              <a:t> </a:t>
            </a:r>
            <a:r>
              <a:rPr lang="en-US" sz="4400" spc="-10" dirty="0">
                <a:latin typeface="Arial MT"/>
                <a:cs typeface="Arial MT"/>
              </a:rPr>
              <a:t>an</a:t>
            </a:r>
            <a:r>
              <a:rPr lang="en-US" sz="4400" spc="-5" dirty="0">
                <a:latin typeface="Arial MT"/>
                <a:cs typeface="Arial MT"/>
              </a:rPr>
              <a:t> </a:t>
            </a:r>
            <a:r>
              <a:rPr lang="en-US" sz="4400" spc="-10" dirty="0">
                <a:latin typeface="Arial MT"/>
                <a:cs typeface="Arial MT"/>
              </a:rPr>
              <a:t>Alleged</a:t>
            </a:r>
            <a:r>
              <a:rPr lang="en-US" sz="4400" spc="5" dirty="0">
                <a:latin typeface="Arial MT"/>
                <a:cs typeface="Arial MT"/>
              </a:rPr>
              <a:t> </a:t>
            </a:r>
            <a:r>
              <a:rPr lang="en-US" sz="4400" spc="-10" dirty="0">
                <a:latin typeface="Arial MT"/>
                <a:cs typeface="Arial MT"/>
              </a:rPr>
              <a:t>Set</a:t>
            </a:r>
            <a:r>
              <a:rPr lang="en-US" sz="4400" dirty="0">
                <a:latin typeface="Arial MT"/>
                <a:cs typeface="Arial MT"/>
              </a:rPr>
              <a:t> </a:t>
            </a:r>
            <a:r>
              <a:rPr lang="en-US" sz="4400" spc="-5" dirty="0">
                <a:latin typeface="Arial MT"/>
                <a:cs typeface="Arial MT"/>
              </a:rPr>
              <a:t>Property</a:t>
            </a:r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0A77728-F9D0-E22E-75DA-A746E0C7092C}"/>
              </a:ext>
            </a:extLst>
          </p:cNvPr>
          <p:cNvSpPr txBox="1"/>
          <p:nvPr/>
        </p:nvSpPr>
        <p:spPr>
          <a:xfrm>
            <a:off x="594851" y="1926662"/>
            <a:ext cx="11002297" cy="389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2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Comparing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shaded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regions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seems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indicate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 the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property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false.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instance,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element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B </a:t>
            </a:r>
            <a:r>
              <a:rPr sz="2400" spc="-5" dirty="0">
                <a:latin typeface="Arial MT"/>
                <a:cs typeface="Arial MT"/>
              </a:rPr>
              <a:t>that 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 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either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or </a:t>
            </a:r>
            <a:r>
              <a:rPr sz="2400" i="1" spc="-5" dirty="0">
                <a:latin typeface="Arial"/>
                <a:cs typeface="Arial"/>
              </a:rPr>
              <a:t>C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then this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element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would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–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5" dirty="0">
                <a:latin typeface="Arial MT"/>
                <a:cs typeface="Arial MT"/>
              </a:rPr>
              <a:t>) </a:t>
            </a:r>
            <a:r>
              <a:rPr sz="2400" dirty="0">
                <a:latin typeface="Symbol"/>
                <a:cs typeface="Symbol"/>
              </a:rPr>
              <a:t>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–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C</a:t>
            </a:r>
            <a:r>
              <a:rPr sz="2400" spc="-5" dirty="0">
                <a:latin typeface="Arial MT"/>
                <a:cs typeface="Arial MT"/>
              </a:rPr>
              <a:t>)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(because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being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 </a:t>
            </a:r>
            <a:r>
              <a:rPr sz="2400" i="1" dirty="0">
                <a:latin typeface="Arial"/>
                <a:cs typeface="Arial"/>
              </a:rPr>
              <a:t>B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C</a:t>
            </a:r>
            <a:r>
              <a:rPr sz="2400" spc="-5" dirty="0">
                <a:latin typeface="Arial MT"/>
                <a:cs typeface="Arial MT"/>
              </a:rPr>
              <a:t>) but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would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 in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–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C </a:t>
            </a:r>
            <a:r>
              <a:rPr sz="2400" spc="-5" dirty="0">
                <a:latin typeface="Arial MT"/>
                <a:cs typeface="Arial MT"/>
              </a:rPr>
              <a:t>since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–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C </a:t>
            </a:r>
            <a:r>
              <a:rPr sz="2400" spc="-5" dirty="0">
                <a:latin typeface="Arial MT"/>
                <a:cs typeface="Arial MT"/>
              </a:rPr>
              <a:t>contains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nothing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outside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A</a:t>
            </a:r>
            <a:r>
              <a:rPr sz="2400" spc="-5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00" dirty="0">
              <a:latin typeface="Arial MT"/>
              <a:cs typeface="Arial MT"/>
            </a:endParaRPr>
          </a:p>
          <a:p>
            <a:pPr marL="12700" marR="206375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Similarly,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element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both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C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but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B 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would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–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5" dirty="0">
                <a:latin typeface="Arial MT"/>
                <a:cs typeface="Arial MT"/>
              </a:rPr>
              <a:t>) </a:t>
            </a:r>
            <a:r>
              <a:rPr sz="2400" dirty="0">
                <a:latin typeface="Symbol"/>
                <a:cs typeface="Symbol"/>
              </a:rPr>
              <a:t>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– </a:t>
            </a:r>
            <a:r>
              <a:rPr sz="2400" i="1" spc="-5" dirty="0">
                <a:latin typeface="Arial"/>
                <a:cs typeface="Arial"/>
              </a:rPr>
              <a:t>C</a:t>
            </a:r>
            <a:r>
              <a:rPr sz="2400" spc="-5" dirty="0">
                <a:latin typeface="Arial MT"/>
                <a:cs typeface="Arial MT"/>
              </a:rPr>
              <a:t>)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(because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being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 </a:t>
            </a:r>
            <a:r>
              <a:rPr sz="2400" i="1" dirty="0">
                <a:latin typeface="Arial"/>
                <a:cs typeface="Arial"/>
              </a:rPr>
              <a:t>A </a:t>
            </a:r>
            <a:r>
              <a:rPr sz="2400" spc="-5" dirty="0">
                <a:latin typeface="Arial MT"/>
                <a:cs typeface="Arial MT"/>
              </a:rPr>
              <a:t>and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5" dirty="0">
                <a:latin typeface="Arial MT"/>
                <a:cs typeface="Arial MT"/>
              </a:rPr>
              <a:t>), but it would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–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C</a:t>
            </a:r>
            <a:r>
              <a:rPr sz="2400" i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(because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being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both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C</a:t>
            </a:r>
            <a:r>
              <a:rPr sz="2400" spc="-5" dirty="0">
                <a:latin typeface="Arial MT"/>
                <a:cs typeface="Arial MT"/>
              </a:rPr>
              <a:t>).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052921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67E3-6AFA-DC8B-F539-7157119A3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spc="-5" dirty="0">
                <a:latin typeface="Arial MT"/>
                <a:cs typeface="Arial MT"/>
              </a:rPr>
              <a:t>Disproving</a:t>
            </a:r>
            <a:r>
              <a:rPr lang="en-US" sz="4400" spc="15" dirty="0">
                <a:latin typeface="Arial MT"/>
                <a:cs typeface="Arial MT"/>
              </a:rPr>
              <a:t> </a:t>
            </a:r>
            <a:r>
              <a:rPr lang="en-US" sz="4400" spc="-10" dirty="0">
                <a:latin typeface="Arial MT"/>
                <a:cs typeface="Arial MT"/>
              </a:rPr>
              <a:t>an</a:t>
            </a:r>
            <a:r>
              <a:rPr lang="en-US" sz="4400" spc="-5" dirty="0">
                <a:latin typeface="Arial MT"/>
                <a:cs typeface="Arial MT"/>
              </a:rPr>
              <a:t> </a:t>
            </a:r>
            <a:r>
              <a:rPr lang="en-US" sz="4400" spc="-10" dirty="0">
                <a:latin typeface="Arial MT"/>
                <a:cs typeface="Arial MT"/>
              </a:rPr>
              <a:t>Alleged</a:t>
            </a:r>
            <a:r>
              <a:rPr lang="en-US" sz="4400" spc="5" dirty="0">
                <a:latin typeface="Arial MT"/>
                <a:cs typeface="Arial MT"/>
              </a:rPr>
              <a:t> </a:t>
            </a:r>
            <a:r>
              <a:rPr lang="en-US" sz="4400" spc="-10" dirty="0">
                <a:latin typeface="Arial MT"/>
                <a:cs typeface="Arial MT"/>
              </a:rPr>
              <a:t>Set</a:t>
            </a:r>
            <a:r>
              <a:rPr lang="en-US" sz="4400" dirty="0">
                <a:latin typeface="Arial MT"/>
                <a:cs typeface="Arial MT"/>
              </a:rPr>
              <a:t> </a:t>
            </a:r>
            <a:r>
              <a:rPr lang="en-US" sz="4400" spc="-5" dirty="0">
                <a:latin typeface="Arial MT"/>
                <a:cs typeface="Arial MT"/>
              </a:rPr>
              <a:t>Property</a:t>
            </a:r>
            <a:endParaRPr lang="en-US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DC59641-09E0-AFAB-5D4A-89218BCD62E8}"/>
              </a:ext>
            </a:extLst>
          </p:cNvPr>
          <p:cNvSpPr txBox="1"/>
          <p:nvPr/>
        </p:nvSpPr>
        <p:spPr>
          <a:xfrm>
            <a:off x="1230638" y="2667144"/>
            <a:ext cx="719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</a:t>
            </a:r>
            <a:r>
              <a:rPr sz="2400" spc="-10" dirty="0">
                <a:latin typeface="Arial MT"/>
                <a:cs typeface="Arial MT"/>
              </a:rPr>
              <a:t>he</a:t>
            </a:r>
            <a:r>
              <a:rPr sz="2400" spc="-5" dirty="0">
                <a:latin typeface="Arial MT"/>
                <a:cs typeface="Arial MT"/>
              </a:rPr>
              <a:t>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752D278-1A2D-31CC-3714-57A83976C769}"/>
              </a:ext>
            </a:extLst>
          </p:cNvPr>
          <p:cNvSpPr txBox="1"/>
          <p:nvPr/>
        </p:nvSpPr>
        <p:spPr>
          <a:xfrm>
            <a:off x="1230638" y="3983881"/>
            <a:ext cx="905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Hen</a:t>
            </a:r>
            <a:r>
              <a:rPr sz="2400" spc="-5" dirty="0">
                <a:latin typeface="Arial MT"/>
                <a:cs typeface="Arial MT"/>
              </a:rPr>
              <a:t>ce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" name="object 7">
            <a:extLst>
              <a:ext uri="{FF2B5EF4-FFF2-40B4-BE49-F238E27FC236}">
                <a16:creationId xmlns:a16="http://schemas.microsoft.com/office/drawing/2014/main" id="{0BA6E8E4-0328-9174-5CED-DED0D58FE75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638" y="3325531"/>
            <a:ext cx="6956050" cy="245834"/>
          </a:xfrm>
          <a:prstGeom prst="rect">
            <a:avLst/>
          </a:prstGeom>
        </p:spPr>
      </p:pic>
      <p:pic>
        <p:nvPicPr>
          <p:cNvPr id="7" name="object 8">
            <a:extLst>
              <a:ext uri="{FF2B5EF4-FFF2-40B4-BE49-F238E27FC236}">
                <a16:creationId xmlns:a16="http://schemas.microsoft.com/office/drawing/2014/main" id="{973C6B7C-1659-E954-27C3-CC6225D3C1E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6353" y="1987325"/>
            <a:ext cx="6996120" cy="249865"/>
          </a:xfrm>
          <a:prstGeom prst="rect">
            <a:avLst/>
          </a:prstGeom>
        </p:spPr>
      </p:pic>
      <p:pic>
        <p:nvPicPr>
          <p:cNvPr id="8" name="object 9">
            <a:extLst>
              <a:ext uri="{FF2B5EF4-FFF2-40B4-BE49-F238E27FC236}">
                <a16:creationId xmlns:a16="http://schemas.microsoft.com/office/drawing/2014/main" id="{70E1FCE6-0BB2-5CE1-BD36-86A688A6F2C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86147" y="4601491"/>
            <a:ext cx="6019759" cy="245996"/>
          </a:xfrm>
          <a:prstGeom prst="rect">
            <a:avLst/>
          </a:prstGeom>
        </p:spPr>
      </p:pic>
      <p:pic>
        <p:nvPicPr>
          <p:cNvPr id="9" name="object 10">
            <a:extLst>
              <a:ext uri="{FF2B5EF4-FFF2-40B4-BE49-F238E27FC236}">
                <a16:creationId xmlns:a16="http://schemas.microsoft.com/office/drawing/2014/main" id="{01A09D3A-BFFC-3AC9-84F7-1EAE04B0546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65388" y="5149139"/>
            <a:ext cx="3047557" cy="247576"/>
          </a:xfrm>
          <a:prstGeom prst="rect">
            <a:avLst/>
          </a:prstGeom>
        </p:spPr>
      </p:pic>
      <p:pic>
        <p:nvPicPr>
          <p:cNvPr id="10" name="object 11">
            <a:extLst>
              <a:ext uri="{FF2B5EF4-FFF2-40B4-BE49-F238E27FC236}">
                <a16:creationId xmlns:a16="http://schemas.microsoft.com/office/drawing/2014/main" id="{52E3D724-89E5-B6A2-AF24-059BF4A01B7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37258" y="5923172"/>
            <a:ext cx="8172907" cy="25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867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7F1F5-3571-FBC0-6DFA-CD70C810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Solving Strategy</a:t>
            </a:r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E3735CBD-E5AE-3276-BBA4-9592B1355E11}"/>
              </a:ext>
            </a:extLst>
          </p:cNvPr>
          <p:cNvSpPr txBox="1"/>
          <p:nvPr/>
        </p:nvSpPr>
        <p:spPr>
          <a:xfrm>
            <a:off x="993140" y="1944117"/>
            <a:ext cx="10360660" cy="373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How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you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discover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whether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given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universal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statement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about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true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 false?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two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basic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approaches: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optimistic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pessimistic.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 marR="277495" algn="just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In </a:t>
            </a:r>
            <a:r>
              <a:rPr sz="2400" spc="-5" dirty="0">
                <a:latin typeface="Arial MT"/>
                <a:cs typeface="Arial MT"/>
              </a:rPr>
              <a:t>the optimistic approach, you simply plunge in and start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trying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5" dirty="0">
                <a:latin typeface="Arial MT"/>
                <a:cs typeface="Arial MT"/>
              </a:rPr>
              <a:t>prove the statement, asking yourself, “What do </a:t>
            </a:r>
            <a:r>
              <a:rPr sz="2400" dirty="0">
                <a:latin typeface="Arial MT"/>
                <a:cs typeface="Arial MT"/>
              </a:rPr>
              <a:t>I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show?”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“How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show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it?”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 MT"/>
              <a:cs typeface="Arial MT"/>
            </a:endParaRPr>
          </a:p>
          <a:p>
            <a:pPr marL="12700" marR="43434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pessimistic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approach,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you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start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searching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your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mind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 of conditions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must 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fulfilled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construct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counterexample.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F2B08472-AC10-874A-8032-48C317FDE938}"/>
              </a:ext>
            </a:extLst>
          </p:cNvPr>
          <p:cNvSpPr txBox="1"/>
          <p:nvPr/>
        </p:nvSpPr>
        <p:spPr>
          <a:xfrm>
            <a:off x="2040276" y="5934466"/>
            <a:ext cx="7536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With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either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approach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you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have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clear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sailing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 be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immediately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successful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you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run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difficulty.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703985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65F3-F65E-C1A8-87B9-6C4729E6B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Proofs of Set Identities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85CEF5-A624-50BE-FF67-17CB7CE66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pc="-5" dirty="0">
                <a:latin typeface="Arial MT"/>
                <a:cs typeface="Arial MT"/>
              </a:rPr>
              <a:t>Once</a:t>
            </a:r>
            <a:r>
              <a:rPr lang="en-US" sz="2800" spc="-1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certain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number</a:t>
            </a:r>
            <a:r>
              <a:rPr lang="en-US" sz="2800" spc="2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of identities</a:t>
            </a:r>
            <a:r>
              <a:rPr lang="en-US" sz="2800" spc="1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and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other properties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have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been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established,</a:t>
            </a:r>
            <a:r>
              <a:rPr lang="en-US" sz="2800" spc="3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new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properties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can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be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derived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from </a:t>
            </a:r>
            <a:r>
              <a:rPr lang="en-US" sz="2800" spc="-65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them</a:t>
            </a:r>
            <a:r>
              <a:rPr lang="en-US" sz="2800" spc="-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algebraically.</a:t>
            </a:r>
          </a:p>
          <a:p>
            <a:r>
              <a:rPr lang="en-US" sz="2800" spc="-5" dirty="0">
                <a:latin typeface="Arial MT"/>
                <a:cs typeface="Arial MT"/>
              </a:rPr>
              <a:t>To use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known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properties</a:t>
            </a:r>
            <a:r>
              <a:rPr lang="en-US" sz="2800" spc="1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derive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new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ones,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you need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 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use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the fact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that</a:t>
            </a:r>
            <a:r>
              <a:rPr lang="en-US" sz="2800" spc="-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such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properties</a:t>
            </a:r>
            <a:r>
              <a:rPr lang="en-US" sz="2800" spc="2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are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universal</a:t>
            </a:r>
            <a:r>
              <a:rPr lang="en-US" sz="2800" spc="2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statements. </a:t>
            </a:r>
            <a:r>
              <a:rPr lang="en-US" sz="2800" spc="-65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Like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the</a:t>
            </a:r>
            <a:r>
              <a:rPr lang="en-US" sz="2800" spc="-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laws</a:t>
            </a:r>
            <a:r>
              <a:rPr lang="en-US" sz="2800" spc="2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of</a:t>
            </a:r>
            <a:r>
              <a:rPr lang="en-US" sz="2800" spc="-1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algebra</a:t>
            </a:r>
            <a:r>
              <a:rPr lang="en-US" sz="2800" spc="2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for real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numbers,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they</a:t>
            </a:r>
            <a:r>
              <a:rPr lang="en-US" sz="2800" spc="-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apply</a:t>
            </a:r>
            <a:r>
              <a:rPr lang="en-US" sz="2800" spc="25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a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wide</a:t>
            </a:r>
            <a:r>
              <a:rPr lang="en-US" sz="2800" spc="2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variety</a:t>
            </a:r>
            <a:r>
              <a:rPr lang="en-US" sz="2800" spc="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of</a:t>
            </a:r>
            <a:r>
              <a:rPr lang="en-US" sz="2800" spc="-1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different</a:t>
            </a:r>
            <a:r>
              <a:rPr lang="en-US" sz="2800" spc="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situations.</a:t>
            </a:r>
            <a:endParaRPr lang="en-US" sz="2800" dirty="0">
              <a:latin typeface="Arial MT"/>
              <a:cs typeface="Arial MT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729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65F3-F65E-C1A8-87B9-6C4729E6B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Proofs of Set Identities</a:t>
            </a: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1C158E6D-1C49-EF5D-CFBD-9CD6B560C0A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26456" y="1825625"/>
            <a:ext cx="873908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65F3-F65E-C1A8-87B9-6C4729E6B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Proofs of Set Identities</a:t>
            </a: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626E3CF2-0F8C-E4F6-DC1A-0DC0DC64F5E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5771" y="1824228"/>
            <a:ext cx="7394203" cy="466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360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2B1EE-04C1-90B6-5ECA-35FE3BCFC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Proofs of Set Identities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5DF1FAB-A3A3-AC91-C468-331DC3419538}"/>
              </a:ext>
            </a:extLst>
          </p:cNvPr>
          <p:cNvSpPr txBox="1"/>
          <p:nvPr/>
        </p:nvSpPr>
        <p:spPr>
          <a:xfrm>
            <a:off x="994663" y="1944117"/>
            <a:ext cx="894574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>
                <a:latin typeface="Arial MT"/>
                <a:cs typeface="Arial MT"/>
              </a:rPr>
              <a:t>Example: </a:t>
            </a:r>
            <a:r>
              <a:rPr sz="2400" spc="-5" dirty="0">
                <a:latin typeface="Arial MT"/>
                <a:cs typeface="Arial MT"/>
              </a:rPr>
              <a:t>Construct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algebraic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proof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 all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spc="-5" dirty="0">
                <a:latin typeface="Arial MT"/>
                <a:cs typeface="Arial MT"/>
              </a:rPr>
              <a:t>,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6C6CDFC-6CCF-51DB-F535-F48E501CA11E}"/>
              </a:ext>
            </a:extLst>
          </p:cNvPr>
          <p:cNvSpPr txBox="1"/>
          <p:nvPr/>
        </p:nvSpPr>
        <p:spPr>
          <a:xfrm>
            <a:off x="994664" y="3260854"/>
            <a:ext cx="7563484" cy="200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Cite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property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from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Theorem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6.2.2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every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step of the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proof.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ADEE"/>
                </a:solidFill>
                <a:latin typeface="Arial MT"/>
                <a:cs typeface="Arial MT"/>
              </a:rPr>
              <a:t>Solution: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Suppose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sets.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C7D8D2DF-82BE-8E4C-7706-D47F999F3E4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8492" y="2696717"/>
            <a:ext cx="2757830" cy="259842"/>
          </a:xfrm>
          <a:prstGeom prst="rect">
            <a:avLst/>
          </a:prstGeom>
        </p:spPr>
      </p:pic>
      <p:pic>
        <p:nvPicPr>
          <p:cNvPr id="7" name="object 6">
            <a:extLst>
              <a:ext uri="{FF2B5EF4-FFF2-40B4-BE49-F238E27FC236}">
                <a16:creationId xmlns:a16="http://schemas.microsoft.com/office/drawing/2014/main" id="{1EF1C124-3D60-604E-4F7A-5B42704B7E3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2659" y="5710224"/>
            <a:ext cx="6356100" cy="266598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575A1254-FBB8-0721-A4BD-EC965D5ECA7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0736" y="6454010"/>
            <a:ext cx="4657579" cy="30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52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92E0F-4F98-151B-D4ED-2CA8039F3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Algebraic Proofs of Set Identities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0677C4F-642B-9851-F8DE-B0A5A3B6AAB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6879" y="2240050"/>
            <a:ext cx="4743230" cy="29968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AE02393-9BAC-7938-9112-001DD73DEE7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79349" y="3000552"/>
            <a:ext cx="4826222" cy="266598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29D6E205-E846-83FC-F4B7-21CCEB8141F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79349" y="3644949"/>
            <a:ext cx="5362526" cy="266388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A35813A0-B406-8FE1-D59C-882BE5BBE3C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83507" y="4322424"/>
            <a:ext cx="4888690" cy="249739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017855A7-3620-FE06-90C7-1CDCD7A503B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79350" y="5057952"/>
            <a:ext cx="4930260" cy="26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460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</TotalTime>
  <Words>1334</Words>
  <Application>Microsoft Office PowerPoint</Application>
  <PresentationFormat>Widescreen</PresentationFormat>
  <Paragraphs>116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ＭＳ Ｐゴシック</vt:lpstr>
      <vt:lpstr>Aptos</vt:lpstr>
      <vt:lpstr>Aptos Display</vt:lpstr>
      <vt:lpstr>Arial</vt:lpstr>
      <vt:lpstr>Arial MT</vt:lpstr>
      <vt:lpstr>Cambria Math</vt:lpstr>
      <vt:lpstr>Symbol</vt:lpstr>
      <vt:lpstr>Times New Roman</vt:lpstr>
      <vt:lpstr>Office Theme</vt:lpstr>
      <vt:lpstr>PowerPoint Presentation</vt:lpstr>
      <vt:lpstr>Properties of Sets</vt:lpstr>
      <vt:lpstr>Properties of Sets</vt:lpstr>
      <vt:lpstr>Set Identities</vt:lpstr>
      <vt:lpstr>Set Identities</vt:lpstr>
      <vt:lpstr>Set Identities</vt:lpstr>
      <vt:lpstr>Proving Set Identities</vt:lpstr>
      <vt:lpstr>Proving Set Identities </vt:lpstr>
      <vt:lpstr>Proving Set Identities </vt:lpstr>
      <vt:lpstr>Proving Set Identities </vt:lpstr>
      <vt:lpstr>Proving Set Identities </vt:lpstr>
      <vt:lpstr>Proving Set Identities </vt:lpstr>
      <vt:lpstr>Disproving an Alleged Set Property</vt:lpstr>
      <vt:lpstr>Disproving an Alleged Set Property</vt:lpstr>
      <vt:lpstr>Disproving an Alleged Set Property</vt:lpstr>
      <vt:lpstr>Disproving an Alleged Set Property</vt:lpstr>
      <vt:lpstr>Disproving an Alleged Set Property</vt:lpstr>
      <vt:lpstr>Disproving an Alleged Set Property</vt:lpstr>
      <vt:lpstr>Problem Solving Strategy</vt:lpstr>
      <vt:lpstr>Algebraic Proofs of Set Identities</vt:lpstr>
      <vt:lpstr>Algebraic Proofs of Set Identities</vt:lpstr>
      <vt:lpstr>Algebraic Proofs of Set Identities</vt:lpstr>
      <vt:lpstr>Algebraic Proofs of Set Identities</vt:lpstr>
      <vt:lpstr>Algebraic Proofs of Set Identities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Fehmida Usmani</dc:creator>
  <cp:lastModifiedBy>Fehmida Usmani</cp:lastModifiedBy>
  <cp:revision>28</cp:revision>
  <dcterms:created xsi:type="dcterms:W3CDTF">2024-08-16T06:12:32Z</dcterms:created>
  <dcterms:modified xsi:type="dcterms:W3CDTF">2024-08-23T10:56:16Z</dcterms:modified>
</cp:coreProperties>
</file>