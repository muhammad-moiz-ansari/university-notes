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80" r:id="rId2"/>
    <p:sldId id="350" r:id="rId3"/>
    <p:sldId id="288" r:id="rId4"/>
    <p:sldId id="327" r:id="rId5"/>
    <p:sldId id="326" r:id="rId6"/>
    <p:sldId id="328" r:id="rId7"/>
    <p:sldId id="329" r:id="rId8"/>
    <p:sldId id="330" r:id="rId9"/>
    <p:sldId id="289" r:id="rId10"/>
    <p:sldId id="331" r:id="rId11"/>
    <p:sldId id="332" r:id="rId12"/>
    <p:sldId id="333" r:id="rId13"/>
    <p:sldId id="304" r:id="rId14"/>
    <p:sldId id="351" r:id="rId15"/>
    <p:sldId id="352" r:id="rId16"/>
    <p:sldId id="353" r:id="rId17"/>
    <p:sldId id="354" r:id="rId18"/>
    <p:sldId id="355" r:id="rId19"/>
    <p:sldId id="356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34" r:id="rId34"/>
    <p:sldId id="335" r:id="rId35"/>
    <p:sldId id="342" r:id="rId36"/>
    <p:sldId id="287" r:id="rId37"/>
    <p:sldId id="343" r:id="rId38"/>
    <p:sldId id="336" r:id="rId39"/>
    <p:sldId id="344" r:id="rId40"/>
    <p:sldId id="345" r:id="rId41"/>
    <p:sldId id="346" r:id="rId42"/>
    <p:sldId id="347" r:id="rId43"/>
    <p:sldId id="348" r:id="rId44"/>
    <p:sldId id="349" r:id="rId45"/>
    <p:sldId id="357" r:id="rId46"/>
    <p:sldId id="358" r:id="rId47"/>
    <p:sldId id="359" r:id="rId48"/>
    <p:sldId id="36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010F2-6A32-417F-91CC-7C81D457DF04}" v="74" dt="2024-09-09T04:32:49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hmida Usmani" userId="1f7d48bb-60b3-4b90-bf30-0f63161838be" providerId="ADAL" clId="{810010F2-6A32-417F-91CC-7C81D457DF04}"/>
    <pc:docChg chg="undo custSel addSld delSld modSld sldOrd">
      <pc:chgData name="Fehmida Usmani" userId="1f7d48bb-60b3-4b90-bf30-0f63161838be" providerId="ADAL" clId="{810010F2-6A32-417F-91CC-7C81D457DF04}" dt="2024-09-09T06:29:01.779" v="640" actId="2696"/>
      <pc:docMkLst>
        <pc:docMk/>
      </pc:docMkLst>
      <pc:sldChg chg="del">
        <pc:chgData name="Fehmida Usmani" userId="1f7d48bb-60b3-4b90-bf30-0f63161838be" providerId="ADAL" clId="{810010F2-6A32-417F-91CC-7C81D457DF04}" dt="2024-09-09T04:32:51.256" v="636" actId="47"/>
        <pc:sldMkLst>
          <pc:docMk/>
          <pc:sldMk cId="1255163042" sldId="256"/>
        </pc:sldMkLst>
      </pc:sldChg>
      <pc:sldChg chg="modSp mod">
        <pc:chgData name="Fehmida Usmani" userId="1f7d48bb-60b3-4b90-bf30-0f63161838be" providerId="ADAL" clId="{810010F2-6A32-417F-91CC-7C81D457DF04}" dt="2024-09-08T06:54:07.553" v="25" actId="20577"/>
        <pc:sldMkLst>
          <pc:docMk/>
          <pc:sldMk cId="0" sldId="288"/>
        </pc:sldMkLst>
        <pc:spChg chg="mod">
          <ac:chgData name="Fehmida Usmani" userId="1f7d48bb-60b3-4b90-bf30-0f63161838be" providerId="ADAL" clId="{810010F2-6A32-417F-91CC-7C81D457DF04}" dt="2024-09-08T06:52:22.434" v="11" actId="14100"/>
          <ac:spMkLst>
            <pc:docMk/>
            <pc:sldMk cId="0" sldId="288"/>
            <ac:spMk id="3" creationId="{00000000-0000-0000-0000-000000000000}"/>
          </ac:spMkLst>
        </pc:spChg>
        <pc:spChg chg="mod">
          <ac:chgData name="Fehmida Usmani" userId="1f7d48bb-60b3-4b90-bf30-0f63161838be" providerId="ADAL" clId="{810010F2-6A32-417F-91CC-7C81D457DF04}" dt="2024-09-08T06:54:07.553" v="25" actId="20577"/>
          <ac:spMkLst>
            <pc:docMk/>
            <pc:sldMk cId="0" sldId="288"/>
            <ac:spMk id="20" creationId="{00000000-0000-0000-0000-000000000000}"/>
          </ac:spMkLst>
        </pc:spChg>
        <pc:spChg chg="mod">
          <ac:chgData name="Fehmida Usmani" userId="1f7d48bb-60b3-4b90-bf30-0f63161838be" providerId="ADAL" clId="{810010F2-6A32-417F-91CC-7C81D457DF04}" dt="2024-09-08T06:53:12.829" v="22" actId="20577"/>
          <ac:spMkLst>
            <pc:docMk/>
            <pc:sldMk cId="0" sldId="288"/>
            <ac:spMk id="21" creationId="{00000000-0000-0000-0000-000000000000}"/>
          </ac:spMkLst>
        </pc:spChg>
        <pc:grpChg chg="mod">
          <ac:chgData name="Fehmida Usmani" userId="1f7d48bb-60b3-4b90-bf30-0f63161838be" providerId="ADAL" clId="{810010F2-6A32-417F-91CC-7C81D457DF04}" dt="2024-09-08T06:52:18.911" v="10" actId="14100"/>
          <ac:grpSpMkLst>
            <pc:docMk/>
            <pc:sldMk cId="0" sldId="288"/>
            <ac:grpSpMk id="5" creationId="{00000000-0000-0000-0000-000000000000}"/>
          </ac:grpSpMkLst>
        </pc:grpChg>
      </pc:sldChg>
      <pc:sldChg chg="addSp modSp add mod">
        <pc:chgData name="Fehmida Usmani" userId="1f7d48bb-60b3-4b90-bf30-0f63161838be" providerId="ADAL" clId="{810010F2-6A32-417F-91CC-7C81D457DF04}" dt="2024-09-08T09:53:40.956" v="148"/>
        <pc:sldMkLst>
          <pc:docMk/>
          <pc:sldMk cId="2447883266" sldId="304"/>
        </pc:sldMkLst>
        <pc:spChg chg="add mod">
          <ac:chgData name="Fehmida Usmani" userId="1f7d48bb-60b3-4b90-bf30-0f63161838be" providerId="ADAL" clId="{810010F2-6A32-417F-91CC-7C81D457DF04}" dt="2024-09-08T09:53:20.819" v="146" actId="1076"/>
          <ac:spMkLst>
            <pc:docMk/>
            <pc:sldMk cId="2447883266" sldId="304"/>
            <ac:spMk id="2" creationId="{1ED14D10-43AB-16A9-6E20-F4DCA269665F}"/>
          </ac:spMkLst>
        </pc:spChg>
        <pc:spChg chg="add mod">
          <ac:chgData name="Fehmida Usmani" userId="1f7d48bb-60b3-4b90-bf30-0f63161838be" providerId="ADAL" clId="{810010F2-6A32-417F-91CC-7C81D457DF04}" dt="2024-09-08T09:53:40.956" v="148"/>
          <ac:spMkLst>
            <pc:docMk/>
            <pc:sldMk cId="2447883266" sldId="304"/>
            <ac:spMk id="3" creationId="{42FAADA5-660F-970F-DDB1-3E24FD71EEE8}"/>
          </ac:spMkLst>
        </pc:spChg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706507836" sldId="313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3085111780" sldId="314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1662264775" sldId="315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2547285401" sldId="316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4059348115" sldId="317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276319994" sldId="318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2590935235" sldId="319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3742015755" sldId="320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4117347198" sldId="321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2839443442" sldId="322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3557212723" sldId="323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2912533295" sldId="324"/>
        </pc:sldMkLst>
      </pc:sldChg>
      <pc:sldChg chg="add setBg">
        <pc:chgData name="Fehmida Usmani" userId="1f7d48bb-60b3-4b90-bf30-0f63161838be" providerId="ADAL" clId="{810010F2-6A32-417F-91CC-7C81D457DF04}" dt="2024-09-08T09:58:51.478" v="200"/>
        <pc:sldMkLst>
          <pc:docMk/>
          <pc:sldMk cId="1585499224" sldId="325"/>
        </pc:sldMkLst>
      </pc:sldChg>
      <pc:sldChg chg="modSp mod">
        <pc:chgData name="Fehmida Usmani" userId="1f7d48bb-60b3-4b90-bf30-0f63161838be" providerId="ADAL" clId="{810010F2-6A32-417F-91CC-7C81D457DF04}" dt="2024-09-08T06:55:31.780" v="80" actId="20577"/>
        <pc:sldMkLst>
          <pc:docMk/>
          <pc:sldMk cId="2542872234" sldId="327"/>
        </pc:sldMkLst>
        <pc:spChg chg="mod">
          <ac:chgData name="Fehmida Usmani" userId="1f7d48bb-60b3-4b90-bf30-0f63161838be" providerId="ADAL" clId="{810010F2-6A32-417F-91CC-7C81D457DF04}" dt="2024-09-08T06:55:31.780" v="80" actId="20577"/>
          <ac:spMkLst>
            <pc:docMk/>
            <pc:sldMk cId="2542872234" sldId="327"/>
            <ac:spMk id="41" creationId="{00000000-0000-0000-0000-000000000000}"/>
          </ac:spMkLst>
        </pc:spChg>
      </pc:sldChg>
      <pc:sldChg chg="modSp mod">
        <pc:chgData name="Fehmida Usmani" userId="1f7d48bb-60b3-4b90-bf30-0f63161838be" providerId="ADAL" clId="{810010F2-6A32-417F-91CC-7C81D457DF04}" dt="2024-09-08T09:59:06.778" v="202" actId="20577"/>
        <pc:sldMkLst>
          <pc:docMk/>
          <pc:sldMk cId="2281468185" sldId="334"/>
        </pc:sldMkLst>
        <pc:spChg chg="mod">
          <ac:chgData name="Fehmida Usmani" userId="1f7d48bb-60b3-4b90-bf30-0f63161838be" providerId="ADAL" clId="{810010F2-6A32-417F-91CC-7C81D457DF04}" dt="2024-09-08T09:59:06.778" v="202" actId="20577"/>
          <ac:spMkLst>
            <pc:docMk/>
            <pc:sldMk cId="2281468185" sldId="334"/>
            <ac:spMk id="4" creationId="{6329F5F7-12D3-9C40-9E25-D7FF39134C32}"/>
          </ac:spMkLst>
        </pc:spChg>
      </pc:sldChg>
      <pc:sldChg chg="addSp delSp modSp add mod">
        <pc:chgData name="Fehmida Usmani" userId="1f7d48bb-60b3-4b90-bf30-0f63161838be" providerId="ADAL" clId="{810010F2-6A32-417F-91CC-7C81D457DF04}" dt="2024-09-08T09:54:21.077" v="160" actId="14100"/>
        <pc:sldMkLst>
          <pc:docMk/>
          <pc:sldMk cId="24381443" sldId="351"/>
        </pc:sldMkLst>
        <pc:spChg chg="add mod">
          <ac:chgData name="Fehmida Usmani" userId="1f7d48bb-60b3-4b90-bf30-0f63161838be" providerId="ADAL" clId="{810010F2-6A32-417F-91CC-7C81D457DF04}" dt="2024-09-08T09:54:21.077" v="160" actId="14100"/>
          <ac:spMkLst>
            <pc:docMk/>
            <pc:sldMk cId="24381443" sldId="351"/>
            <ac:spMk id="3" creationId="{4C91BAC7-98B4-DFAB-94F7-6D45465EAAE8}"/>
          </ac:spMkLst>
        </pc:spChg>
        <pc:spChg chg="del">
          <ac:chgData name="Fehmida Usmani" userId="1f7d48bb-60b3-4b90-bf30-0f63161838be" providerId="ADAL" clId="{810010F2-6A32-417F-91CC-7C81D457DF04}" dt="2024-09-08T09:53:59.653" v="154" actId="478"/>
          <ac:spMkLst>
            <pc:docMk/>
            <pc:sldMk cId="24381443" sldId="351"/>
            <ac:spMk id="299" creationId="{00000000-0000-0000-0000-000000000000}"/>
          </ac:spMkLst>
        </pc:spChg>
      </pc:sldChg>
      <pc:sldChg chg="addSp modSp new del">
        <pc:chgData name="Fehmida Usmani" userId="1f7d48bb-60b3-4b90-bf30-0f63161838be" providerId="ADAL" clId="{810010F2-6A32-417F-91CC-7C81D457DF04}" dt="2024-09-08T09:53:51.840" v="152" actId="47"/>
        <pc:sldMkLst>
          <pc:docMk/>
          <pc:sldMk cId="2292300375" sldId="351"/>
        </pc:sldMkLst>
        <pc:spChg chg="add mod">
          <ac:chgData name="Fehmida Usmani" userId="1f7d48bb-60b3-4b90-bf30-0f63161838be" providerId="ADAL" clId="{810010F2-6A32-417F-91CC-7C81D457DF04}" dt="2024-09-08T09:53:50.222" v="151"/>
          <ac:spMkLst>
            <pc:docMk/>
            <pc:sldMk cId="2292300375" sldId="351"/>
            <ac:spMk id="2" creationId="{49051D44-A918-644D-985F-849B1800DE0A}"/>
          </ac:spMkLst>
        </pc:spChg>
      </pc:sldChg>
      <pc:sldChg chg="modSp del mod">
        <pc:chgData name="Fehmida Usmani" userId="1f7d48bb-60b3-4b90-bf30-0f63161838be" providerId="ADAL" clId="{810010F2-6A32-417F-91CC-7C81D457DF04}" dt="2024-09-08T07:17:40.421" v="142" actId="47"/>
        <pc:sldMkLst>
          <pc:docMk/>
          <pc:sldMk cId="261889056" sldId="352"/>
        </pc:sldMkLst>
        <pc:spChg chg="mod">
          <ac:chgData name="Fehmida Usmani" userId="1f7d48bb-60b3-4b90-bf30-0f63161838be" providerId="ADAL" clId="{810010F2-6A32-417F-91CC-7C81D457DF04}" dt="2024-09-08T07:04:33.266" v="98" actId="255"/>
          <ac:spMkLst>
            <pc:docMk/>
            <pc:sldMk cId="261889056" sldId="352"/>
            <ac:spMk id="4" creationId="{D0B55993-27C4-8A7F-1734-765B085C371B}"/>
          </ac:spMkLst>
        </pc:spChg>
      </pc:sldChg>
      <pc:sldChg chg="addSp delSp modSp add mod">
        <pc:chgData name="Fehmida Usmani" userId="1f7d48bb-60b3-4b90-bf30-0f63161838be" providerId="ADAL" clId="{810010F2-6A32-417F-91CC-7C81D457DF04}" dt="2024-09-08T09:55:16.787" v="168" actId="1076"/>
        <pc:sldMkLst>
          <pc:docMk/>
          <pc:sldMk cId="3413177117" sldId="352"/>
        </pc:sldMkLst>
        <pc:spChg chg="del">
          <ac:chgData name="Fehmida Usmani" userId="1f7d48bb-60b3-4b90-bf30-0f63161838be" providerId="ADAL" clId="{810010F2-6A32-417F-91CC-7C81D457DF04}" dt="2024-09-08T09:54:31.472" v="164" actId="478"/>
          <ac:spMkLst>
            <pc:docMk/>
            <pc:sldMk cId="3413177117" sldId="352"/>
            <ac:spMk id="3" creationId="{4C91BAC7-98B4-DFAB-94F7-6D45465EAAE8}"/>
          </ac:spMkLst>
        </pc:spChg>
        <pc:spChg chg="add mod">
          <ac:chgData name="Fehmida Usmani" userId="1f7d48bb-60b3-4b90-bf30-0f63161838be" providerId="ADAL" clId="{810010F2-6A32-417F-91CC-7C81D457DF04}" dt="2024-09-08T09:55:16.787" v="168" actId="1076"/>
          <ac:spMkLst>
            <pc:docMk/>
            <pc:sldMk cId="3413177117" sldId="352"/>
            <ac:spMk id="4" creationId="{FE331D72-01DA-FF80-62AE-AFD579AC8028}"/>
          </ac:spMkLst>
        </pc:spChg>
      </pc:sldChg>
      <pc:sldChg chg="new del">
        <pc:chgData name="Fehmida Usmani" userId="1f7d48bb-60b3-4b90-bf30-0f63161838be" providerId="ADAL" clId="{810010F2-6A32-417F-91CC-7C81D457DF04}" dt="2024-09-08T09:54:26.354" v="162" actId="47"/>
        <pc:sldMkLst>
          <pc:docMk/>
          <pc:sldMk cId="4213358216" sldId="352"/>
        </pc:sldMkLst>
      </pc:sldChg>
      <pc:sldChg chg="modSp add del mod">
        <pc:chgData name="Fehmida Usmani" userId="1f7d48bb-60b3-4b90-bf30-0f63161838be" providerId="ADAL" clId="{810010F2-6A32-417F-91CC-7C81D457DF04}" dt="2024-09-08T07:17:35.735" v="141" actId="47"/>
        <pc:sldMkLst>
          <pc:docMk/>
          <pc:sldMk cId="604694355" sldId="353"/>
        </pc:sldMkLst>
        <pc:spChg chg="mod">
          <ac:chgData name="Fehmida Usmani" userId="1f7d48bb-60b3-4b90-bf30-0f63161838be" providerId="ADAL" clId="{810010F2-6A32-417F-91CC-7C81D457DF04}" dt="2024-09-08T07:10:32.695" v="135" actId="1076"/>
          <ac:spMkLst>
            <pc:docMk/>
            <pc:sldMk cId="604694355" sldId="353"/>
            <ac:spMk id="2" creationId="{2B4410F2-16A6-DCB9-DF5B-96C365A33B5E}"/>
          </ac:spMkLst>
        </pc:spChg>
        <pc:spChg chg="mod">
          <ac:chgData name="Fehmida Usmani" userId="1f7d48bb-60b3-4b90-bf30-0f63161838be" providerId="ADAL" clId="{810010F2-6A32-417F-91CC-7C81D457DF04}" dt="2024-09-08T07:10:57.449" v="140" actId="255"/>
          <ac:spMkLst>
            <pc:docMk/>
            <pc:sldMk cId="604694355" sldId="353"/>
            <ac:spMk id="4" creationId="{D0B55993-27C4-8A7F-1734-765B085C371B}"/>
          </ac:spMkLst>
        </pc:spChg>
      </pc:sldChg>
      <pc:sldChg chg="addSp delSp modSp add mod">
        <pc:chgData name="Fehmida Usmani" userId="1f7d48bb-60b3-4b90-bf30-0f63161838be" providerId="ADAL" clId="{810010F2-6A32-417F-91CC-7C81D457DF04}" dt="2024-09-08T09:56:02.835" v="175" actId="14100"/>
        <pc:sldMkLst>
          <pc:docMk/>
          <pc:sldMk cId="2373721566" sldId="353"/>
        </pc:sldMkLst>
        <pc:spChg chg="add mod">
          <ac:chgData name="Fehmida Usmani" userId="1f7d48bb-60b3-4b90-bf30-0f63161838be" providerId="ADAL" clId="{810010F2-6A32-417F-91CC-7C81D457DF04}" dt="2024-09-08T09:56:02.835" v="175" actId="14100"/>
          <ac:spMkLst>
            <pc:docMk/>
            <pc:sldMk cId="2373721566" sldId="353"/>
            <ac:spMk id="3" creationId="{C3B38421-94B3-51A9-3C37-9F7D2C6A3EAC}"/>
          </ac:spMkLst>
        </pc:spChg>
        <pc:spChg chg="del">
          <ac:chgData name="Fehmida Usmani" userId="1f7d48bb-60b3-4b90-bf30-0f63161838be" providerId="ADAL" clId="{810010F2-6A32-417F-91CC-7C81D457DF04}" dt="2024-09-08T09:55:25.224" v="170" actId="478"/>
          <ac:spMkLst>
            <pc:docMk/>
            <pc:sldMk cId="2373721566" sldId="353"/>
            <ac:spMk id="4" creationId="{FE331D72-01DA-FF80-62AE-AFD579AC8028}"/>
          </ac:spMkLst>
        </pc:spChg>
      </pc:sldChg>
      <pc:sldChg chg="addSp delSp modSp add mod">
        <pc:chgData name="Fehmida Usmani" userId="1f7d48bb-60b3-4b90-bf30-0f63161838be" providerId="ADAL" clId="{810010F2-6A32-417F-91CC-7C81D457DF04}" dt="2024-09-08T09:56:33.566" v="182" actId="1076"/>
        <pc:sldMkLst>
          <pc:docMk/>
          <pc:sldMk cId="473385913" sldId="354"/>
        </pc:sldMkLst>
        <pc:spChg chg="del">
          <ac:chgData name="Fehmida Usmani" userId="1f7d48bb-60b3-4b90-bf30-0f63161838be" providerId="ADAL" clId="{810010F2-6A32-417F-91CC-7C81D457DF04}" dt="2024-09-08T09:56:10.984" v="177" actId="478"/>
          <ac:spMkLst>
            <pc:docMk/>
            <pc:sldMk cId="473385913" sldId="354"/>
            <ac:spMk id="3" creationId="{C3B38421-94B3-51A9-3C37-9F7D2C6A3EAC}"/>
          </ac:spMkLst>
        </pc:spChg>
        <pc:spChg chg="add mod">
          <ac:chgData name="Fehmida Usmani" userId="1f7d48bb-60b3-4b90-bf30-0f63161838be" providerId="ADAL" clId="{810010F2-6A32-417F-91CC-7C81D457DF04}" dt="2024-09-08T09:56:33.566" v="182" actId="1076"/>
          <ac:spMkLst>
            <pc:docMk/>
            <pc:sldMk cId="473385913" sldId="354"/>
            <ac:spMk id="4" creationId="{5D345770-37A5-0680-E1E8-688DDF8C2E4C}"/>
          </ac:spMkLst>
        </pc:spChg>
      </pc:sldChg>
      <pc:sldChg chg="addSp delSp modSp add mod">
        <pc:chgData name="Fehmida Usmani" userId="1f7d48bb-60b3-4b90-bf30-0f63161838be" providerId="ADAL" clId="{810010F2-6A32-417F-91CC-7C81D457DF04}" dt="2024-09-08T09:57:35.163" v="191" actId="1076"/>
        <pc:sldMkLst>
          <pc:docMk/>
          <pc:sldMk cId="336656300" sldId="355"/>
        </pc:sldMkLst>
        <pc:spChg chg="add mod">
          <ac:chgData name="Fehmida Usmani" userId="1f7d48bb-60b3-4b90-bf30-0f63161838be" providerId="ADAL" clId="{810010F2-6A32-417F-91CC-7C81D457DF04}" dt="2024-09-08T09:57:35.163" v="191" actId="1076"/>
          <ac:spMkLst>
            <pc:docMk/>
            <pc:sldMk cId="336656300" sldId="355"/>
            <ac:spMk id="3" creationId="{FA9CD371-C182-4431-D513-FA7F0FAE512B}"/>
          </ac:spMkLst>
        </pc:spChg>
        <pc:spChg chg="del">
          <ac:chgData name="Fehmida Usmani" userId="1f7d48bb-60b3-4b90-bf30-0f63161838be" providerId="ADAL" clId="{810010F2-6A32-417F-91CC-7C81D457DF04}" dt="2024-09-08T09:56:49.909" v="186" actId="478"/>
          <ac:spMkLst>
            <pc:docMk/>
            <pc:sldMk cId="336656300" sldId="355"/>
            <ac:spMk id="4" creationId="{5D345770-37A5-0680-E1E8-688DDF8C2E4C}"/>
          </ac:spMkLst>
        </pc:spChg>
      </pc:sldChg>
      <pc:sldChg chg="new del">
        <pc:chgData name="Fehmida Usmani" userId="1f7d48bb-60b3-4b90-bf30-0f63161838be" providerId="ADAL" clId="{810010F2-6A32-417F-91CC-7C81D457DF04}" dt="2024-09-08T09:56:44.800" v="184" actId="47"/>
        <pc:sldMkLst>
          <pc:docMk/>
          <pc:sldMk cId="3414143380" sldId="355"/>
        </pc:sldMkLst>
      </pc:sldChg>
      <pc:sldChg chg="addSp modSp new mod">
        <pc:chgData name="Fehmida Usmani" userId="1f7d48bb-60b3-4b90-bf30-0f63161838be" providerId="ADAL" clId="{810010F2-6A32-417F-91CC-7C81D457DF04}" dt="2024-09-08T09:58:11.517" v="197" actId="1076"/>
        <pc:sldMkLst>
          <pc:docMk/>
          <pc:sldMk cId="3286656951" sldId="356"/>
        </pc:sldMkLst>
        <pc:spChg chg="add mod">
          <ac:chgData name="Fehmida Usmani" userId="1f7d48bb-60b3-4b90-bf30-0f63161838be" providerId="ADAL" clId="{810010F2-6A32-417F-91CC-7C81D457DF04}" dt="2024-09-08T09:57:46.705" v="193"/>
          <ac:spMkLst>
            <pc:docMk/>
            <pc:sldMk cId="3286656951" sldId="356"/>
            <ac:spMk id="2" creationId="{F8C4B639-A19F-9609-A4D6-A66BC2BB6CA7}"/>
          </ac:spMkLst>
        </pc:spChg>
        <pc:spChg chg="add mod">
          <ac:chgData name="Fehmida Usmani" userId="1f7d48bb-60b3-4b90-bf30-0f63161838be" providerId="ADAL" clId="{810010F2-6A32-417F-91CC-7C81D457DF04}" dt="2024-09-08T09:58:11.517" v="197" actId="1076"/>
          <ac:spMkLst>
            <pc:docMk/>
            <pc:sldMk cId="3286656951" sldId="356"/>
            <ac:spMk id="3" creationId="{BE322405-2AF3-D2C1-5E42-7EDB3D4F6381}"/>
          </ac:spMkLst>
        </pc:spChg>
      </pc:sldChg>
      <pc:sldChg chg="delSp add del mod">
        <pc:chgData name="Fehmida Usmani" userId="1f7d48bb-60b3-4b90-bf30-0f63161838be" providerId="ADAL" clId="{810010F2-6A32-417F-91CC-7C81D457DF04}" dt="2024-09-08T09:58:59.269" v="201" actId="47"/>
        <pc:sldMkLst>
          <pc:docMk/>
          <pc:sldMk cId="1297863973" sldId="357"/>
        </pc:sldMkLst>
        <pc:spChg chg="del">
          <ac:chgData name="Fehmida Usmani" userId="1f7d48bb-60b3-4b90-bf30-0f63161838be" providerId="ADAL" clId="{810010F2-6A32-417F-91CC-7C81D457DF04}" dt="2024-09-08T09:58:20.670" v="199" actId="478"/>
          <ac:spMkLst>
            <pc:docMk/>
            <pc:sldMk cId="1297863973" sldId="357"/>
            <ac:spMk id="3" creationId="{BE322405-2AF3-D2C1-5E42-7EDB3D4F6381}"/>
          </ac:spMkLst>
        </pc:spChg>
      </pc:sldChg>
      <pc:sldChg chg="addSp delSp modSp new del">
        <pc:chgData name="Fehmida Usmani" userId="1f7d48bb-60b3-4b90-bf30-0f63161838be" providerId="ADAL" clId="{810010F2-6A32-417F-91CC-7C81D457DF04}" dt="2024-09-08T10:01:40.257" v="206" actId="680"/>
        <pc:sldMkLst>
          <pc:docMk/>
          <pc:sldMk cId="1577194066" sldId="357"/>
        </pc:sldMkLst>
        <pc:spChg chg="add del">
          <ac:chgData name="Fehmida Usmani" userId="1f7d48bb-60b3-4b90-bf30-0f63161838be" providerId="ADAL" clId="{810010F2-6A32-417F-91CC-7C81D457DF04}" dt="2024-09-08T10:01:38.067" v="205"/>
          <ac:spMkLst>
            <pc:docMk/>
            <pc:sldMk cId="1577194066" sldId="357"/>
            <ac:spMk id="2" creationId="{615994BF-A6E3-C59E-F3F5-8008C2FC87F8}"/>
          </ac:spMkLst>
        </pc:spChg>
        <pc:spChg chg="add mod">
          <ac:chgData name="Fehmida Usmani" userId="1f7d48bb-60b3-4b90-bf30-0f63161838be" providerId="ADAL" clId="{810010F2-6A32-417F-91CC-7C81D457DF04}" dt="2024-09-08T10:01:38.067" v="205"/>
          <ac:spMkLst>
            <pc:docMk/>
            <pc:sldMk cId="1577194066" sldId="357"/>
            <ac:spMk id="4" creationId="{AADFFCA7-8503-BC6E-EE28-11DA3C7B8E5A}"/>
          </ac:spMkLst>
        </pc:spChg>
      </pc:sldChg>
      <pc:sldChg chg="addSp delSp modSp new mod">
        <pc:chgData name="Fehmida Usmani" userId="1f7d48bb-60b3-4b90-bf30-0f63161838be" providerId="ADAL" clId="{810010F2-6A32-417F-91CC-7C81D457DF04}" dt="2024-09-08T10:27:28.705" v="230" actId="114"/>
        <pc:sldMkLst>
          <pc:docMk/>
          <pc:sldMk cId="3310096705" sldId="357"/>
        </pc:sldMkLst>
        <pc:spChg chg="mod">
          <ac:chgData name="Fehmida Usmani" userId="1f7d48bb-60b3-4b90-bf30-0f63161838be" providerId="ADAL" clId="{810010F2-6A32-417F-91CC-7C81D457DF04}" dt="2024-09-08T10:27:28.705" v="230" actId="114"/>
          <ac:spMkLst>
            <pc:docMk/>
            <pc:sldMk cId="3310096705" sldId="357"/>
            <ac:spMk id="2" creationId="{833A5E4C-6EB7-94C0-4198-2C14A9FB6FF3}"/>
          </ac:spMkLst>
        </pc:spChg>
        <pc:spChg chg="del">
          <ac:chgData name="Fehmida Usmani" userId="1f7d48bb-60b3-4b90-bf30-0f63161838be" providerId="ADAL" clId="{810010F2-6A32-417F-91CC-7C81D457DF04}" dt="2024-09-08T10:15:09.613" v="214" actId="478"/>
          <ac:spMkLst>
            <pc:docMk/>
            <pc:sldMk cId="3310096705" sldId="357"/>
            <ac:spMk id="3" creationId="{93768AEB-F49D-7384-9182-F3E9C5C5B2C0}"/>
          </ac:spMkLst>
        </pc:spChg>
        <pc:spChg chg="add mod">
          <ac:chgData name="Fehmida Usmani" userId="1f7d48bb-60b3-4b90-bf30-0f63161838be" providerId="ADAL" clId="{810010F2-6A32-417F-91CC-7C81D457DF04}" dt="2024-09-08T10:15:14.179" v="215" actId="14100"/>
          <ac:spMkLst>
            <pc:docMk/>
            <pc:sldMk cId="3310096705" sldId="357"/>
            <ac:spMk id="4" creationId="{6BC10FEB-D92F-788F-E8DA-1FCA2F2B4263}"/>
          </ac:spMkLst>
        </pc:spChg>
        <pc:spChg chg="add mod">
          <ac:chgData name="Fehmida Usmani" userId="1f7d48bb-60b3-4b90-bf30-0f63161838be" providerId="ADAL" clId="{810010F2-6A32-417F-91CC-7C81D457DF04}" dt="2024-09-08T10:15:17.812" v="216" actId="14100"/>
          <ac:spMkLst>
            <pc:docMk/>
            <pc:sldMk cId="3310096705" sldId="357"/>
            <ac:spMk id="5" creationId="{A5F8D39E-35FD-AA5B-F98C-4AEDAA48CCCB}"/>
          </ac:spMkLst>
        </pc:spChg>
      </pc:sldChg>
      <pc:sldChg chg="addSp delSp modSp new mod">
        <pc:chgData name="Fehmida Usmani" userId="1f7d48bb-60b3-4b90-bf30-0f63161838be" providerId="ADAL" clId="{810010F2-6A32-417F-91CC-7C81D457DF04}" dt="2024-09-08T10:29:56.929" v="239" actId="20577"/>
        <pc:sldMkLst>
          <pc:docMk/>
          <pc:sldMk cId="1949426655" sldId="358"/>
        </pc:sldMkLst>
        <pc:spChg chg="del">
          <ac:chgData name="Fehmida Usmani" userId="1f7d48bb-60b3-4b90-bf30-0f63161838be" providerId="ADAL" clId="{810010F2-6A32-417F-91CC-7C81D457DF04}" dt="2024-09-08T10:26:14.571" v="218"/>
          <ac:spMkLst>
            <pc:docMk/>
            <pc:sldMk cId="1949426655" sldId="358"/>
            <ac:spMk id="2" creationId="{A7B5C191-D77B-1B17-1A2E-FF2EE011CE03}"/>
          </ac:spMkLst>
        </pc:spChg>
        <pc:spChg chg="del">
          <ac:chgData name="Fehmida Usmani" userId="1f7d48bb-60b3-4b90-bf30-0f63161838be" providerId="ADAL" clId="{810010F2-6A32-417F-91CC-7C81D457DF04}" dt="2024-09-08T10:29:34.576" v="232"/>
          <ac:spMkLst>
            <pc:docMk/>
            <pc:sldMk cId="1949426655" sldId="358"/>
            <ac:spMk id="3" creationId="{EA764154-BA55-DFF7-50AE-5BFAAA4BE16F}"/>
          </ac:spMkLst>
        </pc:spChg>
        <pc:spChg chg="add del mod">
          <ac:chgData name="Fehmida Usmani" userId="1f7d48bb-60b3-4b90-bf30-0f63161838be" providerId="ADAL" clId="{810010F2-6A32-417F-91CC-7C81D457DF04}" dt="2024-09-08T10:26:28.729" v="220"/>
          <ac:spMkLst>
            <pc:docMk/>
            <pc:sldMk cId="1949426655" sldId="358"/>
            <ac:spMk id="4" creationId="{C701E2F2-297C-DF17-0AB3-12CB209C0970}"/>
          </ac:spMkLst>
        </pc:spChg>
        <pc:spChg chg="add mod">
          <ac:chgData name="Fehmida Usmani" userId="1f7d48bb-60b3-4b90-bf30-0f63161838be" providerId="ADAL" clId="{810010F2-6A32-417F-91CC-7C81D457DF04}" dt="2024-09-08T10:29:56.929" v="239" actId="20577"/>
          <ac:spMkLst>
            <pc:docMk/>
            <pc:sldMk cId="1949426655" sldId="358"/>
            <ac:spMk id="5" creationId="{1AC2FB47-8297-520F-557A-25999B82FFF6}"/>
          </ac:spMkLst>
        </pc:spChg>
        <pc:spChg chg="add del mod">
          <ac:chgData name="Fehmida Usmani" userId="1f7d48bb-60b3-4b90-bf30-0f63161838be" providerId="ADAL" clId="{810010F2-6A32-417F-91CC-7C81D457DF04}" dt="2024-09-08T10:29:39.027" v="233" actId="478"/>
          <ac:spMkLst>
            <pc:docMk/>
            <pc:sldMk cId="1949426655" sldId="358"/>
            <ac:spMk id="6" creationId="{D2352EAA-AF2E-3163-5EF1-DA12714C8802}"/>
          </ac:spMkLst>
        </pc:spChg>
        <pc:spChg chg="add del mod">
          <ac:chgData name="Fehmida Usmani" userId="1f7d48bb-60b3-4b90-bf30-0f63161838be" providerId="ADAL" clId="{810010F2-6A32-417F-91CC-7C81D457DF04}" dt="2024-09-08T10:29:40.400" v="234" actId="478"/>
          <ac:spMkLst>
            <pc:docMk/>
            <pc:sldMk cId="1949426655" sldId="358"/>
            <ac:spMk id="8" creationId="{175FF678-19DE-A7F5-60DF-1D74C92C0706}"/>
          </ac:spMkLst>
        </pc:spChg>
        <pc:spChg chg="add mod">
          <ac:chgData name="Fehmida Usmani" userId="1f7d48bb-60b3-4b90-bf30-0f63161838be" providerId="ADAL" clId="{810010F2-6A32-417F-91CC-7C81D457DF04}" dt="2024-09-08T10:29:52.765" v="236" actId="14100"/>
          <ac:spMkLst>
            <pc:docMk/>
            <pc:sldMk cId="1949426655" sldId="358"/>
            <ac:spMk id="9" creationId="{CDA7F225-9930-C632-5C59-27761A7611BB}"/>
          </ac:spMkLst>
        </pc:spChg>
        <pc:spChg chg="add mod">
          <ac:chgData name="Fehmida Usmani" userId="1f7d48bb-60b3-4b90-bf30-0f63161838be" providerId="ADAL" clId="{810010F2-6A32-417F-91CC-7C81D457DF04}" dt="2024-09-08T10:29:47.134" v="235"/>
          <ac:spMkLst>
            <pc:docMk/>
            <pc:sldMk cId="1949426655" sldId="358"/>
            <ac:spMk id="10" creationId="{6E915714-30DB-61A9-59D6-D8E431078E0E}"/>
          </ac:spMkLst>
        </pc:spChg>
      </pc:sldChg>
      <pc:sldChg chg="addSp delSp modSp new mod">
        <pc:chgData name="Fehmida Usmani" userId="1f7d48bb-60b3-4b90-bf30-0f63161838be" providerId="ADAL" clId="{810010F2-6A32-417F-91CC-7C81D457DF04}" dt="2024-09-08T10:32:34.377" v="267" actId="20577"/>
        <pc:sldMkLst>
          <pc:docMk/>
          <pc:sldMk cId="2789811082" sldId="359"/>
        </pc:sldMkLst>
        <pc:spChg chg="mod">
          <ac:chgData name="Fehmida Usmani" userId="1f7d48bb-60b3-4b90-bf30-0f63161838be" providerId="ADAL" clId="{810010F2-6A32-417F-91CC-7C81D457DF04}" dt="2024-09-08T10:32:34.377" v="267" actId="20577"/>
          <ac:spMkLst>
            <pc:docMk/>
            <pc:sldMk cId="2789811082" sldId="359"/>
            <ac:spMk id="2" creationId="{456B17A9-E53E-D943-1BCA-BDD43AF6EBC0}"/>
          </ac:spMkLst>
        </pc:spChg>
        <pc:spChg chg="del">
          <ac:chgData name="Fehmida Usmani" userId="1f7d48bb-60b3-4b90-bf30-0f63161838be" providerId="ADAL" clId="{810010F2-6A32-417F-91CC-7C81D457DF04}" dt="2024-09-08T10:30:26.451" v="249"/>
          <ac:spMkLst>
            <pc:docMk/>
            <pc:sldMk cId="2789811082" sldId="359"/>
            <ac:spMk id="3" creationId="{683F1E3B-D7B0-361C-E07E-E4BE494787B7}"/>
          </ac:spMkLst>
        </pc:spChg>
        <pc:picChg chg="add mod">
          <ac:chgData name="Fehmida Usmani" userId="1f7d48bb-60b3-4b90-bf30-0f63161838be" providerId="ADAL" clId="{810010F2-6A32-417F-91CC-7C81D457DF04}" dt="2024-09-08T10:30:29.171" v="250" actId="1076"/>
          <ac:picMkLst>
            <pc:docMk/>
            <pc:sldMk cId="2789811082" sldId="359"/>
            <ac:picMk id="4" creationId="{F139E666-AD0C-0A2C-0D2B-8577D0502C30}"/>
          </ac:picMkLst>
        </pc:picChg>
      </pc:sldChg>
      <pc:sldChg chg="addSp delSp modSp new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3956226749" sldId="360"/>
        </pc:sldMkLst>
        <pc:spChg chg="mod">
          <ac:chgData name="Fehmida Usmani" userId="1f7d48bb-60b3-4b90-bf30-0f63161838be" providerId="ADAL" clId="{810010F2-6A32-417F-91CC-7C81D457DF04}" dt="2024-09-08T10:35:28.627" v="314" actId="20577"/>
          <ac:spMkLst>
            <pc:docMk/>
            <pc:sldMk cId="3956226749" sldId="360"/>
            <ac:spMk id="2" creationId="{FECE108B-5550-2F30-8C68-3BDF85A05D34}"/>
          </ac:spMkLst>
        </pc:spChg>
        <pc:spChg chg="del">
          <ac:chgData name="Fehmida Usmani" userId="1f7d48bb-60b3-4b90-bf30-0f63161838be" providerId="ADAL" clId="{810010F2-6A32-417F-91CC-7C81D457DF04}" dt="2024-09-08T10:35:39.226" v="315"/>
          <ac:spMkLst>
            <pc:docMk/>
            <pc:sldMk cId="3956226749" sldId="360"/>
            <ac:spMk id="3" creationId="{59D89181-A18A-21F5-B1D7-0649CB222527}"/>
          </ac:spMkLst>
        </pc:spChg>
        <pc:spChg chg="add mod">
          <ac:chgData name="Fehmida Usmani" userId="1f7d48bb-60b3-4b90-bf30-0f63161838be" providerId="ADAL" clId="{810010F2-6A32-417F-91CC-7C81D457DF04}" dt="2024-09-08T10:35:41.487" v="316" actId="20577"/>
          <ac:spMkLst>
            <pc:docMk/>
            <pc:sldMk cId="3956226749" sldId="360"/>
            <ac:spMk id="4" creationId="{0E84CF76-865E-82D4-E520-4CD59E77563D}"/>
          </ac:spMkLst>
        </pc:spChg>
        <pc:picChg chg="add mod">
          <ac:chgData name="Fehmida Usmani" userId="1f7d48bb-60b3-4b90-bf30-0f63161838be" providerId="ADAL" clId="{810010F2-6A32-417F-91CC-7C81D457DF04}" dt="2024-09-08T10:35:50.850" v="318" actId="1076"/>
          <ac:picMkLst>
            <pc:docMk/>
            <pc:sldMk cId="3956226749" sldId="360"/>
            <ac:picMk id="5" creationId="{9D31C022-319A-9BB0-E576-2DDDD2F04545}"/>
          </ac:picMkLst>
        </pc:picChg>
      </pc:sldChg>
      <pc:sldChg chg="addSp delSp modSp add mod">
        <pc:chgData name="Fehmida Usmani" userId="1f7d48bb-60b3-4b90-bf30-0f63161838be" providerId="ADAL" clId="{810010F2-6A32-417F-91CC-7C81D457DF04}" dt="2024-09-08T10:34:36.774" v="296" actId="14100"/>
        <pc:sldMkLst>
          <pc:docMk/>
          <pc:sldMk cId="1468138765" sldId="361"/>
        </pc:sldMkLst>
        <pc:spChg chg="add del mod">
          <ac:chgData name="Fehmida Usmani" userId="1f7d48bb-60b3-4b90-bf30-0f63161838be" providerId="ADAL" clId="{810010F2-6A32-417F-91CC-7C81D457DF04}" dt="2024-09-08T10:33:00.100" v="272" actId="478"/>
          <ac:spMkLst>
            <pc:docMk/>
            <pc:sldMk cId="1468138765" sldId="361"/>
            <ac:spMk id="5" creationId="{BCD25854-0A14-E841-0855-EC276838E788}"/>
          </ac:spMkLst>
        </pc:spChg>
        <pc:spChg chg="add mod">
          <ac:chgData name="Fehmida Usmani" userId="1f7d48bb-60b3-4b90-bf30-0f63161838be" providerId="ADAL" clId="{810010F2-6A32-417F-91CC-7C81D457DF04}" dt="2024-09-08T10:34:36.774" v="296" actId="14100"/>
          <ac:spMkLst>
            <pc:docMk/>
            <pc:sldMk cId="1468138765" sldId="361"/>
            <ac:spMk id="6" creationId="{C1EC5306-7800-5F78-79E2-9C3C3B48F209}"/>
          </ac:spMkLst>
        </pc:spChg>
        <pc:spChg chg="add mod">
          <ac:chgData name="Fehmida Usmani" userId="1f7d48bb-60b3-4b90-bf30-0f63161838be" providerId="ADAL" clId="{810010F2-6A32-417F-91CC-7C81D457DF04}" dt="2024-09-08T10:34:24.176" v="293" actId="20577"/>
          <ac:spMkLst>
            <pc:docMk/>
            <pc:sldMk cId="1468138765" sldId="361"/>
            <ac:spMk id="7" creationId="{D5240765-9E1E-1879-270C-1AE1F05A804C}"/>
          </ac:spMkLst>
        </pc:spChg>
        <pc:spChg chg="add mod">
          <ac:chgData name="Fehmida Usmani" userId="1f7d48bb-60b3-4b90-bf30-0f63161838be" providerId="ADAL" clId="{810010F2-6A32-417F-91CC-7C81D457DF04}" dt="2024-09-08T10:33:57.538" v="285" actId="1076"/>
          <ac:spMkLst>
            <pc:docMk/>
            <pc:sldMk cId="1468138765" sldId="361"/>
            <ac:spMk id="8" creationId="{5558F896-0B4B-0FCE-BCEA-9C833AECE0A3}"/>
          </ac:spMkLst>
        </pc:spChg>
        <pc:picChg chg="del">
          <ac:chgData name="Fehmida Usmani" userId="1f7d48bb-60b3-4b90-bf30-0f63161838be" providerId="ADAL" clId="{810010F2-6A32-417F-91CC-7C81D457DF04}" dt="2024-09-08T10:32:41.308" v="269" actId="478"/>
          <ac:picMkLst>
            <pc:docMk/>
            <pc:sldMk cId="1468138765" sldId="361"/>
            <ac:picMk id="4" creationId="{F139E666-AD0C-0A2C-0D2B-8577D0502C30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2616047848" sldId="362"/>
        </pc:sldMkLst>
        <pc:spChg chg="del">
          <ac:chgData name="Fehmida Usmani" userId="1f7d48bb-60b3-4b90-bf30-0f63161838be" providerId="ADAL" clId="{810010F2-6A32-417F-91CC-7C81D457DF04}" dt="2024-09-08T10:36:05.627" v="320" actId="478"/>
          <ac:spMkLst>
            <pc:docMk/>
            <pc:sldMk cId="2616047848" sldId="362"/>
            <ac:spMk id="4" creationId="{0E84CF76-865E-82D4-E520-4CD59E77563D}"/>
          </ac:spMkLst>
        </pc:spChg>
        <pc:spChg chg="add del mod">
          <ac:chgData name="Fehmida Usmani" userId="1f7d48bb-60b3-4b90-bf30-0f63161838be" providerId="ADAL" clId="{810010F2-6A32-417F-91CC-7C81D457DF04}" dt="2024-09-08T10:36:06.893" v="321" actId="34307"/>
          <ac:spMkLst>
            <pc:docMk/>
            <pc:sldMk cId="2616047848" sldId="362"/>
            <ac:spMk id="6" creationId="{967D91D6-7702-2BA4-ED2C-943326169191}"/>
          </ac:spMkLst>
        </pc:spChg>
        <pc:spChg chg="add del mod">
          <ac:chgData name="Fehmida Usmani" userId="1f7d48bb-60b3-4b90-bf30-0f63161838be" providerId="ADAL" clId="{810010F2-6A32-417F-91CC-7C81D457DF04}" dt="2024-09-08T10:36:14.415" v="323" actId="478"/>
          <ac:spMkLst>
            <pc:docMk/>
            <pc:sldMk cId="2616047848" sldId="362"/>
            <ac:spMk id="9" creationId="{E73C6D86-8242-5B9E-69E3-E9332C1BEAE7}"/>
          </ac:spMkLst>
        </pc:spChg>
        <pc:spChg chg="add mod">
          <ac:chgData name="Fehmida Usmani" userId="1f7d48bb-60b3-4b90-bf30-0f63161838be" providerId="ADAL" clId="{810010F2-6A32-417F-91CC-7C81D457DF04}" dt="2024-09-08T10:47:26.957" v="325"/>
          <ac:spMkLst>
            <pc:docMk/>
            <pc:sldMk cId="2616047848" sldId="362"/>
            <ac:spMk id="10" creationId="{F10A1EFB-3404-92EE-C989-EAD8789B2447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2" creationId="{E1B89A5A-654E-F228-E35F-3CE84E75B5EE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3" creationId="{3EADB484-EE1F-2358-FE4E-04E4FA951BE5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4" creationId="{42C5F9FC-BA9E-E109-158E-AE2400759535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5" creationId="{9425B36B-F2C8-43B1-C75E-4CA34D7AC1CE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6" creationId="{5497686B-EF0A-889D-9213-E8E6826B5F91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7" creationId="{BB17FAC9-0239-0446-A7D0-7990E8F82B4C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8" creationId="{EF74FFE6-A966-8016-5AD9-E76D5F92DA48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19" creationId="{840FF9DE-79DD-CC4E-5E60-6D4AE6D136FE}"/>
          </ac:spMkLst>
        </pc:spChg>
        <pc:spChg chg="mod">
          <ac:chgData name="Fehmida Usmani" userId="1f7d48bb-60b3-4b90-bf30-0f63161838be" providerId="ADAL" clId="{810010F2-6A32-417F-91CC-7C81D457DF04}" dt="2024-09-08T10:47:42.892" v="326"/>
          <ac:spMkLst>
            <pc:docMk/>
            <pc:sldMk cId="2616047848" sldId="362"/>
            <ac:spMk id="20" creationId="{9177D735-7D5B-E458-3F46-EEE69810AB2F}"/>
          </ac:spMkLst>
        </pc:spChg>
        <pc:spChg chg="add del mod">
          <ac:chgData name="Fehmida Usmani" userId="1f7d48bb-60b3-4b90-bf30-0f63161838be" providerId="ADAL" clId="{810010F2-6A32-417F-91CC-7C81D457DF04}" dt="2024-09-08T10:48:33.181" v="335" actId="478"/>
          <ac:spMkLst>
            <pc:docMk/>
            <pc:sldMk cId="2616047848" sldId="362"/>
            <ac:spMk id="21" creationId="{2F1E2B40-C091-57BE-96D0-92743183A6B2}"/>
          </ac:spMkLst>
        </pc:spChg>
        <pc:spChg chg="add mod">
          <ac:chgData name="Fehmida Usmani" userId="1f7d48bb-60b3-4b90-bf30-0f63161838be" providerId="ADAL" clId="{810010F2-6A32-417F-91CC-7C81D457DF04}" dt="2024-09-08T10:49:17.655" v="353" actId="20577"/>
          <ac:spMkLst>
            <pc:docMk/>
            <pc:sldMk cId="2616047848" sldId="362"/>
            <ac:spMk id="22" creationId="{EB482C71-1F8F-C00E-4E49-8B8161BB36CA}"/>
          </ac:spMkLst>
        </pc:spChg>
        <pc:spChg chg="add mod">
          <ac:chgData name="Fehmida Usmani" userId="1f7d48bb-60b3-4b90-bf30-0f63161838be" providerId="ADAL" clId="{810010F2-6A32-417F-91CC-7C81D457DF04}" dt="2024-09-08T10:50:08.179" v="362" actId="1076"/>
          <ac:spMkLst>
            <pc:docMk/>
            <pc:sldMk cId="2616047848" sldId="362"/>
            <ac:spMk id="24" creationId="{E3E0707A-7C7D-9943-2527-03C484A5986B}"/>
          </ac:spMkLst>
        </pc:spChg>
        <pc:grpChg chg="add del mod">
          <ac:chgData name="Fehmida Usmani" userId="1f7d48bb-60b3-4b90-bf30-0f63161838be" providerId="ADAL" clId="{810010F2-6A32-417F-91CC-7C81D457DF04}" dt="2024-09-08T10:48:30.844" v="334" actId="478"/>
          <ac:grpSpMkLst>
            <pc:docMk/>
            <pc:sldMk cId="2616047848" sldId="362"/>
            <ac:grpSpMk id="11" creationId="{9C64BC83-98F6-2504-8813-9E735A08BC98}"/>
          </ac:grpSpMkLst>
        </pc:grpChg>
        <pc:picChg chg="del">
          <ac:chgData name="Fehmida Usmani" userId="1f7d48bb-60b3-4b90-bf30-0f63161838be" providerId="ADAL" clId="{810010F2-6A32-417F-91CC-7C81D457DF04}" dt="2024-09-08T10:36:15.784" v="324" actId="478"/>
          <ac:picMkLst>
            <pc:docMk/>
            <pc:sldMk cId="2616047848" sldId="362"/>
            <ac:picMk id="5" creationId="{9D31C022-319A-9BB0-E576-2DDDD2F04545}"/>
          </ac:picMkLst>
        </pc:picChg>
        <pc:picChg chg="add del mod ord">
          <ac:chgData name="Fehmida Usmani" userId="1f7d48bb-60b3-4b90-bf30-0f63161838be" providerId="ADAL" clId="{810010F2-6A32-417F-91CC-7C81D457DF04}" dt="2024-09-08T10:36:09.564" v="322" actId="478"/>
          <ac:picMkLst>
            <pc:docMk/>
            <pc:sldMk cId="2616047848" sldId="362"/>
            <ac:picMk id="7" creationId="{5C33D4B9-72F5-F552-FC21-0DD8EF870E0A}"/>
          </ac:picMkLst>
        </pc:picChg>
        <pc:picChg chg="add mod">
          <ac:chgData name="Fehmida Usmani" userId="1f7d48bb-60b3-4b90-bf30-0f63161838be" providerId="ADAL" clId="{810010F2-6A32-417F-91CC-7C81D457DF04}" dt="2024-09-08T10:49:29.908" v="355" actId="1076"/>
          <ac:picMkLst>
            <pc:docMk/>
            <pc:sldMk cId="2616047848" sldId="362"/>
            <ac:picMk id="23" creationId="{CCA42B73-44DA-DA0A-A7F7-B79B47495C5F}"/>
          </ac:picMkLst>
        </pc:picChg>
      </pc:sldChg>
      <pc:sldChg chg="addSp delSp modSp new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3054655998" sldId="363"/>
        </pc:sldMkLst>
        <pc:spChg chg="mod">
          <ac:chgData name="Fehmida Usmani" userId="1f7d48bb-60b3-4b90-bf30-0f63161838be" providerId="ADAL" clId="{810010F2-6A32-417F-91CC-7C81D457DF04}" dt="2024-09-08T10:51:33.490" v="364"/>
          <ac:spMkLst>
            <pc:docMk/>
            <pc:sldMk cId="3054655998" sldId="363"/>
            <ac:spMk id="2" creationId="{0BAA6581-86C7-9762-3CBA-B91844C72C81}"/>
          </ac:spMkLst>
        </pc:spChg>
        <pc:spChg chg="del">
          <ac:chgData name="Fehmida Usmani" userId="1f7d48bb-60b3-4b90-bf30-0f63161838be" providerId="ADAL" clId="{810010F2-6A32-417F-91CC-7C81D457DF04}" dt="2024-09-08T10:51:25.438" v="363"/>
          <ac:spMkLst>
            <pc:docMk/>
            <pc:sldMk cId="3054655998" sldId="363"/>
            <ac:spMk id="3" creationId="{F1C2D519-78D8-9CF7-76FF-80F0231E47E9}"/>
          </ac:spMkLst>
        </pc:spChg>
        <pc:spChg chg="add mod">
          <ac:chgData name="Fehmida Usmani" userId="1f7d48bb-60b3-4b90-bf30-0f63161838be" providerId="ADAL" clId="{810010F2-6A32-417F-91CC-7C81D457DF04}" dt="2024-09-08T10:51:46.121" v="366" actId="2711"/>
          <ac:spMkLst>
            <pc:docMk/>
            <pc:sldMk cId="3054655998" sldId="363"/>
            <ac:spMk id="4" creationId="{8CD6288A-2BC8-D170-BE39-9C99B065C34D}"/>
          </ac:spMkLst>
        </pc:spChg>
      </pc:sldChg>
      <pc:sldChg chg="addSp delSp modSp new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25899829" sldId="364"/>
        </pc:sldMkLst>
        <pc:spChg chg="mod">
          <ac:chgData name="Fehmida Usmani" userId="1f7d48bb-60b3-4b90-bf30-0f63161838be" providerId="ADAL" clId="{810010F2-6A32-417F-91CC-7C81D457DF04}" dt="2024-09-08T10:53:41.171" v="402" actId="1076"/>
          <ac:spMkLst>
            <pc:docMk/>
            <pc:sldMk cId="25899829" sldId="364"/>
            <ac:spMk id="2" creationId="{EC2D521E-C839-651B-4FBE-E6F60E3047E7}"/>
          </ac:spMkLst>
        </pc:spChg>
        <pc:spChg chg="del mod">
          <ac:chgData name="Fehmida Usmani" userId="1f7d48bb-60b3-4b90-bf30-0f63161838be" providerId="ADAL" clId="{810010F2-6A32-417F-91CC-7C81D457DF04}" dt="2024-09-08T10:52:57.371" v="390" actId="478"/>
          <ac:spMkLst>
            <pc:docMk/>
            <pc:sldMk cId="25899829" sldId="364"/>
            <ac:spMk id="3" creationId="{AD9D1EB4-B829-DC9D-79EA-3E34AA4A80D0}"/>
          </ac:spMkLst>
        </pc:spChg>
        <pc:spChg chg="add mod">
          <ac:chgData name="Fehmida Usmani" userId="1f7d48bb-60b3-4b90-bf30-0f63161838be" providerId="ADAL" clId="{810010F2-6A32-417F-91CC-7C81D457DF04}" dt="2024-09-08T10:53:21.519" v="399" actId="14100"/>
          <ac:spMkLst>
            <pc:docMk/>
            <pc:sldMk cId="25899829" sldId="364"/>
            <ac:spMk id="4" creationId="{E8E5B51B-466D-175B-0329-6FAFA5B64CA0}"/>
          </ac:spMkLst>
        </pc:spChg>
        <pc:spChg chg="add mod">
          <ac:chgData name="Fehmida Usmani" userId="1f7d48bb-60b3-4b90-bf30-0f63161838be" providerId="ADAL" clId="{810010F2-6A32-417F-91CC-7C81D457DF04}" dt="2024-09-08T10:53:52.168" v="405" actId="14100"/>
          <ac:spMkLst>
            <pc:docMk/>
            <pc:sldMk cId="25899829" sldId="364"/>
            <ac:spMk id="5" creationId="{FB51F5D3-CF3F-DCC2-C899-8CC146C52BA0}"/>
          </ac:spMkLst>
        </pc:spChg>
        <pc:spChg chg="add mod">
          <ac:chgData name="Fehmida Usmani" userId="1f7d48bb-60b3-4b90-bf30-0f63161838be" providerId="ADAL" clId="{810010F2-6A32-417F-91CC-7C81D457DF04}" dt="2024-09-08T10:53:13.517" v="396" actId="14100"/>
          <ac:spMkLst>
            <pc:docMk/>
            <pc:sldMk cId="25899829" sldId="364"/>
            <ac:spMk id="6" creationId="{686FB1DB-F8FF-E81B-302C-0FC6AB54CAE4}"/>
          </ac:spMkLst>
        </pc:spChg>
        <pc:spChg chg="add mod">
          <ac:chgData name="Fehmida Usmani" userId="1f7d48bb-60b3-4b90-bf30-0f63161838be" providerId="ADAL" clId="{810010F2-6A32-417F-91CC-7C81D457DF04}" dt="2024-09-08T10:53:48.359" v="404" actId="1076"/>
          <ac:spMkLst>
            <pc:docMk/>
            <pc:sldMk cId="25899829" sldId="364"/>
            <ac:spMk id="7" creationId="{343F5EF1-32EB-221E-46CF-6BEFBC7A1EB2}"/>
          </ac:spMkLst>
        </pc:spChg>
        <pc:spChg chg="add mod">
          <ac:chgData name="Fehmida Usmani" userId="1f7d48bb-60b3-4b90-bf30-0f63161838be" providerId="ADAL" clId="{810010F2-6A32-417F-91CC-7C81D457DF04}" dt="2024-09-08T10:53:02.146" v="392" actId="1076"/>
          <ac:spMkLst>
            <pc:docMk/>
            <pc:sldMk cId="25899829" sldId="364"/>
            <ac:spMk id="8" creationId="{AB87BEF3-85B5-2C9F-2717-EBB261C87CE2}"/>
          </ac:spMkLst>
        </pc:spChg>
        <pc:spChg chg="add mod">
          <ac:chgData name="Fehmida Usmani" userId="1f7d48bb-60b3-4b90-bf30-0f63161838be" providerId="ADAL" clId="{810010F2-6A32-417F-91CC-7C81D457DF04}" dt="2024-09-08T10:53:05.710" v="393" actId="1076"/>
          <ac:spMkLst>
            <pc:docMk/>
            <pc:sldMk cId="25899829" sldId="364"/>
            <ac:spMk id="9" creationId="{70497F14-8C3F-2C99-4EB8-E3207C531F93}"/>
          </ac:spMkLst>
        </pc:spChg>
      </pc:sldChg>
      <pc:sldChg chg="addSp delSp modSp new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63385404" sldId="365"/>
        </pc:sldMkLst>
        <pc:spChg chg="del">
          <ac:chgData name="Fehmida Usmani" userId="1f7d48bb-60b3-4b90-bf30-0f63161838be" providerId="ADAL" clId="{810010F2-6A32-417F-91CC-7C81D457DF04}" dt="2024-09-08T10:55:53.597" v="420" actId="478"/>
          <ac:spMkLst>
            <pc:docMk/>
            <pc:sldMk cId="63385404" sldId="365"/>
            <ac:spMk id="2" creationId="{42F27547-3A18-27E7-8026-4B743B79C3A6}"/>
          </ac:spMkLst>
        </pc:spChg>
        <pc:spChg chg="del">
          <ac:chgData name="Fehmida Usmani" userId="1f7d48bb-60b3-4b90-bf30-0f63161838be" providerId="ADAL" clId="{810010F2-6A32-417F-91CC-7C81D457DF04}" dt="2024-09-08T10:54:15.288" v="407" actId="478"/>
          <ac:spMkLst>
            <pc:docMk/>
            <pc:sldMk cId="63385404" sldId="365"/>
            <ac:spMk id="3" creationId="{70E800D2-10D1-11EF-C39A-204C86A0D6BC}"/>
          </ac:spMkLst>
        </pc:spChg>
        <pc:spChg chg="add mod">
          <ac:chgData name="Fehmida Usmani" userId="1f7d48bb-60b3-4b90-bf30-0f63161838be" providerId="ADAL" clId="{810010F2-6A32-417F-91CC-7C81D457DF04}" dt="2024-09-08T10:57:38.206" v="519" actId="1076"/>
          <ac:spMkLst>
            <pc:docMk/>
            <pc:sldMk cId="63385404" sldId="365"/>
            <ac:spMk id="4" creationId="{13FF949D-F69E-8537-E55A-47D7E066A77B}"/>
          </ac:spMkLst>
        </pc:spChg>
        <pc:spChg chg="add mod">
          <ac:chgData name="Fehmida Usmani" userId="1f7d48bb-60b3-4b90-bf30-0f63161838be" providerId="ADAL" clId="{810010F2-6A32-417F-91CC-7C81D457DF04}" dt="2024-09-08T10:57:47.811" v="521" actId="1076"/>
          <ac:spMkLst>
            <pc:docMk/>
            <pc:sldMk cId="63385404" sldId="365"/>
            <ac:spMk id="5" creationId="{2EA282BD-3B5D-8502-ACE1-4BFE904162D9}"/>
          </ac:spMkLst>
        </pc:spChg>
      </pc:sldChg>
      <pc:sldChg chg="addSp delSp modSp new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714931138" sldId="366"/>
        </pc:sldMkLst>
        <pc:spChg chg="mod">
          <ac:chgData name="Fehmida Usmani" userId="1f7d48bb-60b3-4b90-bf30-0f63161838be" providerId="ADAL" clId="{810010F2-6A32-417F-91CC-7C81D457DF04}" dt="2024-09-09T04:18:31.256" v="538"/>
          <ac:spMkLst>
            <pc:docMk/>
            <pc:sldMk cId="714931138" sldId="366"/>
            <ac:spMk id="2" creationId="{DC23AEC7-64AD-75D6-E1D8-EB78269C9F1F}"/>
          </ac:spMkLst>
        </pc:spChg>
        <pc:spChg chg="del">
          <ac:chgData name="Fehmida Usmani" userId="1f7d48bb-60b3-4b90-bf30-0f63161838be" providerId="ADAL" clId="{810010F2-6A32-417F-91CC-7C81D457DF04}" dt="2024-09-09T04:18:41.256" v="539" actId="478"/>
          <ac:spMkLst>
            <pc:docMk/>
            <pc:sldMk cId="714931138" sldId="366"/>
            <ac:spMk id="3" creationId="{D303EBEE-80DF-6087-BDD4-532C1CD6007E}"/>
          </ac:spMkLst>
        </pc:spChg>
        <pc:picChg chg="add mod">
          <ac:chgData name="Fehmida Usmani" userId="1f7d48bb-60b3-4b90-bf30-0f63161838be" providerId="ADAL" clId="{810010F2-6A32-417F-91CC-7C81D457DF04}" dt="2024-09-09T04:18:49.464" v="543" actId="14100"/>
          <ac:picMkLst>
            <pc:docMk/>
            <pc:sldMk cId="714931138" sldId="366"/>
            <ac:picMk id="4" creationId="{45ACDA80-B4D5-8222-9D5B-D93D39EFF3FC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2279863051" sldId="367"/>
        </pc:sldMkLst>
        <pc:picChg chg="add mod">
          <ac:chgData name="Fehmida Usmani" userId="1f7d48bb-60b3-4b90-bf30-0f63161838be" providerId="ADAL" clId="{810010F2-6A32-417F-91CC-7C81D457DF04}" dt="2024-09-09T04:20:17.896" v="547" actId="1076"/>
          <ac:picMkLst>
            <pc:docMk/>
            <pc:sldMk cId="2279863051" sldId="367"/>
            <ac:picMk id="3" creationId="{B54A8FB7-51AF-C9BD-A4B9-DD7A98B12219}"/>
          </ac:picMkLst>
        </pc:picChg>
        <pc:picChg chg="del">
          <ac:chgData name="Fehmida Usmani" userId="1f7d48bb-60b3-4b90-bf30-0f63161838be" providerId="ADAL" clId="{810010F2-6A32-417F-91CC-7C81D457DF04}" dt="2024-09-09T04:18:58.154" v="545" actId="478"/>
          <ac:picMkLst>
            <pc:docMk/>
            <pc:sldMk cId="2279863051" sldId="367"/>
            <ac:picMk id="4" creationId="{45ACDA80-B4D5-8222-9D5B-D93D39EFF3FC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3150483773" sldId="368"/>
        </pc:sldMkLst>
        <pc:picChg chg="del">
          <ac:chgData name="Fehmida Usmani" userId="1f7d48bb-60b3-4b90-bf30-0f63161838be" providerId="ADAL" clId="{810010F2-6A32-417F-91CC-7C81D457DF04}" dt="2024-09-09T04:20:24.255" v="549" actId="478"/>
          <ac:picMkLst>
            <pc:docMk/>
            <pc:sldMk cId="3150483773" sldId="368"/>
            <ac:picMk id="3" creationId="{B54A8FB7-51AF-C9BD-A4B9-DD7A98B12219}"/>
          </ac:picMkLst>
        </pc:picChg>
        <pc:picChg chg="add mod">
          <ac:chgData name="Fehmida Usmani" userId="1f7d48bb-60b3-4b90-bf30-0f63161838be" providerId="ADAL" clId="{810010F2-6A32-417F-91CC-7C81D457DF04}" dt="2024-09-09T04:20:57.280" v="557" actId="14100"/>
          <ac:picMkLst>
            <pc:docMk/>
            <pc:sldMk cId="3150483773" sldId="368"/>
            <ac:picMk id="4" creationId="{6769D65F-B08F-926E-B297-AC0872E3C17E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362154533" sldId="369"/>
        </pc:sldMkLst>
        <pc:picChg chg="add mod">
          <ac:chgData name="Fehmida Usmani" userId="1f7d48bb-60b3-4b90-bf30-0f63161838be" providerId="ADAL" clId="{810010F2-6A32-417F-91CC-7C81D457DF04}" dt="2024-09-09T04:21:36.091" v="561" actId="1076"/>
          <ac:picMkLst>
            <pc:docMk/>
            <pc:sldMk cId="362154533" sldId="369"/>
            <ac:picMk id="3" creationId="{46772301-E2C7-FBC4-DF31-4CA414DAC017}"/>
          </ac:picMkLst>
        </pc:picChg>
        <pc:picChg chg="del">
          <ac:chgData name="Fehmida Usmani" userId="1f7d48bb-60b3-4b90-bf30-0f63161838be" providerId="ADAL" clId="{810010F2-6A32-417F-91CC-7C81D457DF04}" dt="2024-09-09T04:21:03.493" v="559" actId="478"/>
          <ac:picMkLst>
            <pc:docMk/>
            <pc:sldMk cId="362154533" sldId="369"/>
            <ac:picMk id="4" creationId="{6769D65F-B08F-926E-B297-AC0872E3C17E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3576719049" sldId="370"/>
        </pc:sldMkLst>
        <pc:picChg chg="del">
          <ac:chgData name="Fehmida Usmani" userId="1f7d48bb-60b3-4b90-bf30-0f63161838be" providerId="ADAL" clId="{810010F2-6A32-417F-91CC-7C81D457DF04}" dt="2024-09-09T04:21:48.869" v="565" actId="478"/>
          <ac:picMkLst>
            <pc:docMk/>
            <pc:sldMk cId="3576719049" sldId="370"/>
            <ac:picMk id="3" creationId="{46772301-E2C7-FBC4-DF31-4CA414DAC017}"/>
          </ac:picMkLst>
        </pc:picChg>
        <pc:picChg chg="add mod">
          <ac:chgData name="Fehmida Usmani" userId="1f7d48bb-60b3-4b90-bf30-0f63161838be" providerId="ADAL" clId="{810010F2-6A32-417F-91CC-7C81D457DF04}" dt="2024-09-09T04:22:04.857" v="570" actId="14100"/>
          <ac:picMkLst>
            <pc:docMk/>
            <pc:sldMk cId="3576719049" sldId="370"/>
            <ac:picMk id="4" creationId="{D87226B1-F646-A2CA-67BA-FC00B480B247}"/>
          </ac:picMkLst>
        </pc:picChg>
        <pc:picChg chg="add mod">
          <ac:chgData name="Fehmida Usmani" userId="1f7d48bb-60b3-4b90-bf30-0f63161838be" providerId="ADAL" clId="{810010F2-6A32-417F-91CC-7C81D457DF04}" dt="2024-09-09T04:22:09.557" v="571"/>
          <ac:picMkLst>
            <pc:docMk/>
            <pc:sldMk cId="3576719049" sldId="370"/>
            <ac:picMk id="5" creationId="{320134AD-6DD7-4295-4D23-8EA3AB7E44B7}"/>
          </ac:picMkLst>
        </pc:picChg>
      </pc:sldChg>
      <pc:sldChg chg="new del">
        <pc:chgData name="Fehmida Usmani" userId="1f7d48bb-60b3-4b90-bf30-0f63161838be" providerId="ADAL" clId="{810010F2-6A32-417F-91CC-7C81D457DF04}" dt="2024-09-09T04:21:43.626" v="563" actId="47"/>
        <pc:sldMkLst>
          <pc:docMk/>
          <pc:sldMk cId="3893258283" sldId="370"/>
        </pc:sldMkLst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1479322277" sldId="371"/>
        </pc:sldMkLst>
        <pc:picChg chg="add mod">
          <ac:chgData name="Fehmida Usmani" userId="1f7d48bb-60b3-4b90-bf30-0f63161838be" providerId="ADAL" clId="{810010F2-6A32-417F-91CC-7C81D457DF04}" dt="2024-09-09T04:22:36.607" v="575" actId="1076"/>
          <ac:picMkLst>
            <pc:docMk/>
            <pc:sldMk cId="1479322277" sldId="371"/>
            <ac:picMk id="3" creationId="{611300B4-5E04-1F86-CD03-1F711110A4E5}"/>
          </ac:picMkLst>
        </pc:picChg>
        <pc:picChg chg="del">
          <ac:chgData name="Fehmida Usmani" userId="1f7d48bb-60b3-4b90-bf30-0f63161838be" providerId="ADAL" clId="{810010F2-6A32-417F-91CC-7C81D457DF04}" dt="2024-09-09T04:22:18.908" v="573" actId="478"/>
          <ac:picMkLst>
            <pc:docMk/>
            <pc:sldMk cId="1479322277" sldId="371"/>
            <ac:picMk id="4" creationId="{D87226B1-F646-A2CA-67BA-FC00B480B247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4174318496" sldId="372"/>
        </pc:sldMkLst>
        <pc:picChg chg="del">
          <ac:chgData name="Fehmida Usmani" userId="1f7d48bb-60b3-4b90-bf30-0f63161838be" providerId="ADAL" clId="{810010F2-6A32-417F-91CC-7C81D457DF04}" dt="2024-09-09T04:22:43.508" v="577" actId="478"/>
          <ac:picMkLst>
            <pc:docMk/>
            <pc:sldMk cId="4174318496" sldId="372"/>
            <ac:picMk id="3" creationId="{611300B4-5E04-1F86-CD03-1F711110A4E5}"/>
          </ac:picMkLst>
        </pc:picChg>
        <pc:picChg chg="add mod">
          <ac:chgData name="Fehmida Usmani" userId="1f7d48bb-60b3-4b90-bf30-0f63161838be" providerId="ADAL" clId="{810010F2-6A32-417F-91CC-7C81D457DF04}" dt="2024-09-09T04:22:56.216" v="579" actId="1076"/>
          <ac:picMkLst>
            <pc:docMk/>
            <pc:sldMk cId="4174318496" sldId="372"/>
            <ac:picMk id="4" creationId="{76B41AD6-5FF8-4724-A165-A628AE79F9CD}"/>
          </ac:picMkLst>
        </pc:picChg>
      </pc:sldChg>
      <pc:sldChg chg="modSp add del mod ord">
        <pc:chgData name="Fehmida Usmani" userId="1f7d48bb-60b3-4b90-bf30-0f63161838be" providerId="ADAL" clId="{810010F2-6A32-417F-91CC-7C81D457DF04}" dt="2024-09-09T06:28:44.376" v="639" actId="2696"/>
        <pc:sldMkLst>
          <pc:docMk/>
          <pc:sldMk cId="4032880561" sldId="373"/>
        </pc:sldMkLst>
        <pc:picChg chg="mod modCrop">
          <ac:chgData name="Fehmida Usmani" userId="1f7d48bb-60b3-4b90-bf30-0f63161838be" providerId="ADAL" clId="{810010F2-6A32-417F-91CC-7C81D457DF04}" dt="2024-09-09T04:23:15.710" v="582" actId="1076"/>
          <ac:picMkLst>
            <pc:docMk/>
            <pc:sldMk cId="4032880561" sldId="373"/>
            <ac:picMk id="4" creationId="{76B41AD6-5FF8-4724-A165-A628AE79F9CD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8:44.376" v="639" actId="2696"/>
        <pc:sldMkLst>
          <pc:docMk/>
          <pc:sldMk cId="3644820333" sldId="374"/>
        </pc:sldMkLst>
        <pc:picChg chg="add mod">
          <ac:chgData name="Fehmida Usmani" userId="1f7d48bb-60b3-4b90-bf30-0f63161838be" providerId="ADAL" clId="{810010F2-6A32-417F-91CC-7C81D457DF04}" dt="2024-09-09T04:23:53.423" v="588" actId="1076"/>
          <ac:picMkLst>
            <pc:docMk/>
            <pc:sldMk cId="3644820333" sldId="374"/>
            <ac:picMk id="3" creationId="{B4085466-D9C8-BE86-39A3-8B6EEE1CD026}"/>
          </ac:picMkLst>
        </pc:picChg>
        <pc:picChg chg="del">
          <ac:chgData name="Fehmida Usmani" userId="1f7d48bb-60b3-4b90-bf30-0f63161838be" providerId="ADAL" clId="{810010F2-6A32-417F-91CC-7C81D457DF04}" dt="2024-09-09T04:23:51.192" v="586" actId="478"/>
          <ac:picMkLst>
            <pc:docMk/>
            <pc:sldMk cId="3644820333" sldId="374"/>
            <ac:picMk id="4" creationId="{76B41AD6-5FF8-4724-A165-A628AE79F9CD}"/>
          </ac:picMkLst>
        </pc:picChg>
      </pc:sldChg>
      <pc:sldChg chg="addSp delSp modSp add del mod modAnim">
        <pc:chgData name="Fehmida Usmani" userId="1f7d48bb-60b3-4b90-bf30-0f63161838be" providerId="ADAL" clId="{810010F2-6A32-417F-91CC-7C81D457DF04}" dt="2024-09-09T06:28:44.376" v="639" actId="2696"/>
        <pc:sldMkLst>
          <pc:docMk/>
          <pc:sldMk cId="1854453622" sldId="375"/>
        </pc:sldMkLst>
        <pc:picChg chg="del">
          <ac:chgData name="Fehmida Usmani" userId="1f7d48bb-60b3-4b90-bf30-0f63161838be" providerId="ADAL" clId="{810010F2-6A32-417F-91CC-7C81D457DF04}" dt="2024-09-09T04:24:00.110" v="590" actId="478"/>
          <ac:picMkLst>
            <pc:docMk/>
            <pc:sldMk cId="1854453622" sldId="375"/>
            <ac:picMk id="3" creationId="{B4085466-D9C8-BE86-39A3-8B6EEE1CD026}"/>
          </ac:picMkLst>
        </pc:picChg>
        <pc:picChg chg="add mod">
          <ac:chgData name="Fehmida Usmani" userId="1f7d48bb-60b3-4b90-bf30-0f63161838be" providerId="ADAL" clId="{810010F2-6A32-417F-91CC-7C81D457DF04}" dt="2024-09-09T04:26:18.293" v="592" actId="1076"/>
          <ac:picMkLst>
            <pc:docMk/>
            <pc:sldMk cId="1854453622" sldId="375"/>
            <ac:picMk id="4" creationId="{64E78715-2ADF-041E-01E9-3992A85CFC47}"/>
          </ac:picMkLst>
        </pc:picChg>
        <pc:picChg chg="add mod">
          <ac:chgData name="Fehmida Usmani" userId="1f7d48bb-60b3-4b90-bf30-0f63161838be" providerId="ADAL" clId="{810010F2-6A32-417F-91CC-7C81D457DF04}" dt="2024-09-09T04:26:28.901" v="594" actId="14100"/>
          <ac:picMkLst>
            <pc:docMk/>
            <pc:sldMk cId="1854453622" sldId="375"/>
            <ac:picMk id="5" creationId="{B833EB0E-A402-8BB0-61CC-7FD65AB17567}"/>
          </ac:picMkLst>
        </pc:picChg>
      </pc:sldChg>
      <pc:sldChg chg="addSp delSp modSp add del mod delAnim">
        <pc:chgData name="Fehmida Usmani" userId="1f7d48bb-60b3-4b90-bf30-0f63161838be" providerId="ADAL" clId="{810010F2-6A32-417F-91CC-7C81D457DF04}" dt="2024-09-09T06:28:44.376" v="639" actId="2696"/>
        <pc:sldMkLst>
          <pc:docMk/>
          <pc:sldMk cId="3207927456" sldId="376"/>
        </pc:sldMkLst>
        <pc:picChg chg="add mod">
          <ac:chgData name="Fehmida Usmani" userId="1f7d48bb-60b3-4b90-bf30-0f63161838be" providerId="ADAL" clId="{810010F2-6A32-417F-91CC-7C81D457DF04}" dt="2024-09-09T04:26:51.789" v="599" actId="1076"/>
          <ac:picMkLst>
            <pc:docMk/>
            <pc:sldMk cId="3207927456" sldId="376"/>
            <ac:picMk id="3" creationId="{B624A5DD-572B-E6DE-A73E-FA58C30B161F}"/>
          </ac:picMkLst>
        </pc:picChg>
        <pc:picChg chg="del">
          <ac:chgData name="Fehmida Usmani" userId="1f7d48bb-60b3-4b90-bf30-0f63161838be" providerId="ADAL" clId="{810010F2-6A32-417F-91CC-7C81D457DF04}" dt="2024-09-09T04:26:36.477" v="597" actId="478"/>
          <ac:picMkLst>
            <pc:docMk/>
            <pc:sldMk cId="3207927456" sldId="376"/>
            <ac:picMk id="4" creationId="{64E78715-2ADF-041E-01E9-3992A85CFC47}"/>
          </ac:picMkLst>
        </pc:picChg>
        <pc:picChg chg="del">
          <ac:chgData name="Fehmida Usmani" userId="1f7d48bb-60b3-4b90-bf30-0f63161838be" providerId="ADAL" clId="{810010F2-6A32-417F-91CC-7C81D457DF04}" dt="2024-09-09T04:26:34.474" v="596" actId="478"/>
          <ac:picMkLst>
            <pc:docMk/>
            <pc:sldMk cId="3207927456" sldId="376"/>
            <ac:picMk id="5" creationId="{B833EB0E-A402-8BB0-61CC-7FD65AB17567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9:01.779" v="640" actId="2696"/>
        <pc:sldMkLst>
          <pc:docMk/>
          <pc:sldMk cId="363621229" sldId="377"/>
        </pc:sldMkLst>
        <pc:spChg chg="mod">
          <ac:chgData name="Fehmida Usmani" userId="1f7d48bb-60b3-4b90-bf30-0f63161838be" providerId="ADAL" clId="{810010F2-6A32-417F-91CC-7C81D457DF04}" dt="2024-09-09T04:28:50.274" v="602" actId="20577"/>
          <ac:spMkLst>
            <pc:docMk/>
            <pc:sldMk cId="363621229" sldId="377"/>
            <ac:spMk id="2" creationId="{DC23AEC7-64AD-75D6-E1D8-EB78269C9F1F}"/>
          </ac:spMkLst>
        </pc:spChg>
        <pc:spChg chg="add mod">
          <ac:chgData name="Fehmida Usmani" userId="1f7d48bb-60b3-4b90-bf30-0f63161838be" providerId="ADAL" clId="{810010F2-6A32-417F-91CC-7C81D457DF04}" dt="2024-09-09T04:29:16.211" v="609" actId="14100"/>
          <ac:spMkLst>
            <pc:docMk/>
            <pc:sldMk cId="363621229" sldId="377"/>
            <ac:spMk id="4" creationId="{501D2287-3752-855E-C95B-B0D60513C6BF}"/>
          </ac:spMkLst>
        </pc:spChg>
        <pc:spChg chg="add mod">
          <ac:chgData name="Fehmida Usmani" userId="1f7d48bb-60b3-4b90-bf30-0f63161838be" providerId="ADAL" clId="{810010F2-6A32-417F-91CC-7C81D457DF04}" dt="2024-09-09T04:29:27.520" v="614" actId="20577"/>
          <ac:spMkLst>
            <pc:docMk/>
            <pc:sldMk cId="363621229" sldId="377"/>
            <ac:spMk id="6" creationId="{6E227B1B-D5E9-55F2-B4E8-B51E804FBC53}"/>
          </ac:spMkLst>
        </pc:spChg>
        <pc:picChg chg="del">
          <ac:chgData name="Fehmida Usmani" userId="1f7d48bb-60b3-4b90-bf30-0f63161838be" providerId="ADAL" clId="{810010F2-6A32-417F-91CC-7C81D457DF04}" dt="2024-09-09T04:26:57.602" v="601" actId="478"/>
          <ac:picMkLst>
            <pc:docMk/>
            <pc:sldMk cId="363621229" sldId="377"/>
            <ac:picMk id="3" creationId="{B624A5DD-572B-E6DE-A73E-FA58C30B161F}"/>
          </ac:picMkLst>
        </pc:picChg>
        <pc:picChg chg="add mod">
          <ac:chgData name="Fehmida Usmani" userId="1f7d48bb-60b3-4b90-bf30-0f63161838be" providerId="ADAL" clId="{810010F2-6A32-417F-91CC-7C81D457DF04}" dt="2024-09-09T04:30:22.248" v="620" actId="1076"/>
          <ac:picMkLst>
            <pc:docMk/>
            <pc:sldMk cId="363621229" sldId="377"/>
            <ac:picMk id="8" creationId="{179015C1-2B74-8BB5-3AE4-077C31ED8B2B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9:01.779" v="640" actId="2696"/>
        <pc:sldMkLst>
          <pc:docMk/>
          <pc:sldMk cId="3842159543" sldId="378"/>
        </pc:sldMkLst>
        <pc:picChg chg="add mod">
          <ac:chgData name="Fehmida Usmani" userId="1f7d48bb-60b3-4b90-bf30-0f63161838be" providerId="ADAL" clId="{810010F2-6A32-417F-91CC-7C81D457DF04}" dt="2024-09-09T04:31:15.312" v="628" actId="14100"/>
          <ac:picMkLst>
            <pc:docMk/>
            <pc:sldMk cId="3842159543" sldId="378"/>
            <ac:picMk id="5" creationId="{36FF1550-80C3-1FF8-3703-311D7E41F356}"/>
          </ac:picMkLst>
        </pc:picChg>
        <pc:picChg chg="del">
          <ac:chgData name="Fehmida Usmani" userId="1f7d48bb-60b3-4b90-bf30-0f63161838be" providerId="ADAL" clId="{810010F2-6A32-417F-91CC-7C81D457DF04}" dt="2024-09-09T04:30:35.199" v="622" actId="478"/>
          <ac:picMkLst>
            <pc:docMk/>
            <pc:sldMk cId="3842159543" sldId="378"/>
            <ac:picMk id="8" creationId="{179015C1-2B74-8BB5-3AE4-077C31ED8B2B}"/>
          </ac:picMkLst>
        </pc:picChg>
      </pc:sldChg>
      <pc:sldChg chg="addSp delSp modSp add del mod">
        <pc:chgData name="Fehmida Usmani" userId="1f7d48bb-60b3-4b90-bf30-0f63161838be" providerId="ADAL" clId="{810010F2-6A32-417F-91CC-7C81D457DF04}" dt="2024-09-09T06:29:01.779" v="640" actId="2696"/>
        <pc:sldMkLst>
          <pc:docMk/>
          <pc:sldMk cId="1120702429" sldId="379"/>
        </pc:sldMkLst>
        <pc:picChg chg="del">
          <ac:chgData name="Fehmida Usmani" userId="1f7d48bb-60b3-4b90-bf30-0f63161838be" providerId="ADAL" clId="{810010F2-6A32-417F-91CC-7C81D457DF04}" dt="2024-09-09T04:31:20.525" v="630" actId="478"/>
          <ac:picMkLst>
            <pc:docMk/>
            <pc:sldMk cId="1120702429" sldId="379"/>
            <ac:picMk id="5" creationId="{36FF1550-80C3-1FF8-3703-311D7E41F356}"/>
          </ac:picMkLst>
        </pc:picChg>
        <pc:picChg chg="add mod">
          <ac:chgData name="Fehmida Usmani" userId="1f7d48bb-60b3-4b90-bf30-0f63161838be" providerId="ADAL" clId="{810010F2-6A32-417F-91CC-7C81D457DF04}" dt="2024-09-09T04:32:25.639" v="634" actId="14100"/>
          <ac:picMkLst>
            <pc:docMk/>
            <pc:sldMk cId="1120702429" sldId="379"/>
            <ac:picMk id="7" creationId="{6BCE748D-3CBD-A976-6DFB-FB02D77B747F}"/>
          </ac:picMkLst>
        </pc:picChg>
      </pc:sldChg>
      <pc:sldChg chg="modSp add mod">
        <pc:chgData name="Fehmida Usmani" userId="1f7d48bb-60b3-4b90-bf30-0f63161838be" providerId="ADAL" clId="{810010F2-6A32-417F-91CC-7C81D457DF04}" dt="2024-09-09T04:32:54.502" v="638" actId="20577"/>
        <pc:sldMkLst>
          <pc:docMk/>
          <pc:sldMk cId="2059971297" sldId="380"/>
        </pc:sldMkLst>
        <pc:spChg chg="mod">
          <ac:chgData name="Fehmida Usmani" userId="1f7d48bb-60b3-4b90-bf30-0f63161838be" providerId="ADAL" clId="{810010F2-6A32-417F-91CC-7C81D457DF04}" dt="2024-09-09T04:32:54.502" v="638" actId="20577"/>
          <ac:spMkLst>
            <pc:docMk/>
            <pc:sldMk cId="2059971297" sldId="380"/>
            <ac:spMk id="8" creationId="{4AA6C14E-444A-E20F-4DFC-2A4BD236BB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7752E-9768-4715-AFAB-ADAC929776C0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38D48-7DE5-40B4-8B57-22651119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9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16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0901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1349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3051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6770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667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35FEF-B561-40C7-9120-D261ED2DCE86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31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E18B-3958-4487-ADE3-1370981FC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F42AC-5411-9373-160D-739796A5B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903B2-6960-F0C8-CDCC-3F8A4684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FD12F-583E-5DC0-DE4F-478D86A6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EF4F2-C04C-D200-B7E3-D1C8F04A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5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04BF-7284-27AB-DDDC-C612CFF8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1094C-6E45-80F9-C836-BA3AA02A8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5D0E8-6F9B-6CB4-A502-379D3869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41F83-A7DA-8590-4AE6-91BAE30F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9484E-9560-361D-7072-BE4918B8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6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A728-3CC8-8236-7DF6-59A4EF9F1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7966F-E123-13CA-8CE3-BF4FECDD4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CD85C-6A61-2519-A8A8-5569E8F0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F457-440C-5A60-9022-316EBD89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8AEC9-7E3D-7D79-4AFB-7C63544A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5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A879-43E6-74D5-1141-071298EC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2FA0-7B1C-93A1-FDDD-453445744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87114-6C2E-2FB5-3EEC-CB38BC952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817BC-A374-28ED-7CC1-03ED780D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269DD-D993-9710-475A-DC88AFF5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2A9A7-C08C-CC8F-B7E3-1ABF63E7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2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A480-CB99-0CA7-6602-6E735D0B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68262-0F01-91FD-9885-38EC3A1F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ACE14-D4D1-D4FC-854E-BD80E7C3A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E8832-C82D-76AD-796C-F74CB726D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88BB8-A2CF-93AB-FE7E-7E13DC931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B0E74-5068-27B9-69B8-6FE6AB54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82B91-B9E9-ACAE-5541-9AA601C7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4489B-7A1E-07D7-2D32-3707B498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9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00DA-C19E-9E65-D0F7-2227D5EEE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C4CD3-6AAF-88F7-A374-084C6E45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C159E-B656-47C3-2971-6B72A7AB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238C7-D3EE-5820-5FED-269D1DBD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0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0E7EC-1555-7AC2-49B3-4D93B6CD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28265-B5B6-5013-4069-0B4D8449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68836-DDBC-B344-FFE4-6F3CDE25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BF28-F50A-200A-D774-0E535D01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9836-7FDD-B03E-832C-D2976FA2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19F18-16B7-69E9-6903-D82CC8798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94194-9D54-8767-CBED-11D33449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068C3-3F6B-77E1-ECD1-846BB887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FF7A0-6DAB-A588-1B19-B67658A1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1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FC79-9A2B-E3B6-3779-BEB7DC2B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F7223-90EB-B24E-0257-7E163BE6F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5852D-8046-A482-9888-71F1AD045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C75E8-8B36-1609-71B2-7384F9C2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86841-F346-DFBE-4B45-FA0FFFB8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E8A71-12ED-92C3-902F-0BFBFD3B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1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C1DB-2FC1-4540-D3E2-81D5025B4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C7072-64BA-AB30-FA8A-1474D84FF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BCCD1-BBA3-9A1A-6340-5BFA1CAA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9F455-0170-C64F-9398-B9D5E6AB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0F677-6502-C1E1-C970-2DA4622A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6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BDC89-B53B-1845-5915-7794A215F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0E868-6DE5-BBB9-7604-AC75EF929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5C280-CD0E-0A6E-ECD2-33ED43A6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20A3E-96E5-4C7B-291C-E123681D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44FE0-D50A-A557-124B-97FCD418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4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60E7A-C5AC-ACBE-65C5-5AB0A4419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20D97-A6A1-9641-412A-95FB4E105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4D30-8F5E-429B-E557-F72A46AFA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060D5-9291-4A8C-B0EB-E2BF7F1D0507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7DAFF-FA6C-AD78-1922-C99CB3A2A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F69FC-9130-D1B3-BCA0-0910974F1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C5DFE-F3E4-46CF-B7CC-3B8422D0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4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7" Type="http://schemas.openxmlformats.org/officeDocument/2006/relationships/image" Target="../media/image5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13" Type="http://schemas.openxmlformats.org/officeDocument/2006/relationships/image" Target="../media/image64.jpg"/><Relationship Id="rId3" Type="http://schemas.openxmlformats.org/officeDocument/2006/relationships/image" Target="../media/image54.jpg"/><Relationship Id="rId7" Type="http://schemas.openxmlformats.org/officeDocument/2006/relationships/image" Target="../media/image58.jpg"/><Relationship Id="rId12" Type="http://schemas.openxmlformats.org/officeDocument/2006/relationships/image" Target="../media/image63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11" Type="http://schemas.openxmlformats.org/officeDocument/2006/relationships/image" Target="../media/image62.jpg"/><Relationship Id="rId5" Type="http://schemas.openxmlformats.org/officeDocument/2006/relationships/image" Target="../media/image56.jpg"/><Relationship Id="rId10" Type="http://schemas.openxmlformats.org/officeDocument/2006/relationships/image" Target="../media/image61.jpg"/><Relationship Id="rId4" Type="http://schemas.openxmlformats.org/officeDocument/2006/relationships/image" Target="../media/image55.jpg"/><Relationship Id="rId9" Type="http://schemas.openxmlformats.org/officeDocument/2006/relationships/image" Target="../media/image60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g"/><Relationship Id="rId13" Type="http://schemas.openxmlformats.org/officeDocument/2006/relationships/image" Target="../media/image76.jpg"/><Relationship Id="rId3" Type="http://schemas.openxmlformats.org/officeDocument/2006/relationships/image" Target="../media/image66.jpg"/><Relationship Id="rId7" Type="http://schemas.openxmlformats.org/officeDocument/2006/relationships/image" Target="../media/image70.jpg"/><Relationship Id="rId12" Type="http://schemas.openxmlformats.org/officeDocument/2006/relationships/image" Target="../media/image75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g"/><Relationship Id="rId11" Type="http://schemas.openxmlformats.org/officeDocument/2006/relationships/image" Target="../media/image74.jpg"/><Relationship Id="rId5" Type="http://schemas.openxmlformats.org/officeDocument/2006/relationships/image" Target="../media/image68.jpg"/><Relationship Id="rId10" Type="http://schemas.openxmlformats.org/officeDocument/2006/relationships/image" Target="../media/image73.jpg"/><Relationship Id="rId4" Type="http://schemas.openxmlformats.org/officeDocument/2006/relationships/image" Target="../media/image67.jpg"/><Relationship Id="rId9" Type="http://schemas.openxmlformats.org/officeDocument/2006/relationships/image" Target="../media/image72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D37D5E-7F81-AFB2-896C-680ABF7E96C1}"/>
              </a:ext>
            </a:extLst>
          </p:cNvPr>
          <p:cNvSpPr txBox="1">
            <a:spLocks/>
          </p:cNvSpPr>
          <p:nvPr/>
        </p:nvSpPr>
        <p:spPr>
          <a:xfrm>
            <a:off x="4075834" y="1334823"/>
            <a:ext cx="76881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032FB-F200-E1DC-7917-01517F6E864B}"/>
              </a:ext>
            </a:extLst>
          </p:cNvPr>
          <p:cNvSpPr txBox="1"/>
          <p:nvPr/>
        </p:nvSpPr>
        <p:spPr>
          <a:xfrm>
            <a:off x="5357352" y="2414748"/>
            <a:ext cx="6098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CS-1005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GCR: e2d2awt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6C14E-444A-E20F-4DFC-2A4BD236BB0A}"/>
              </a:ext>
            </a:extLst>
          </p:cNvPr>
          <p:cNvSpPr txBox="1"/>
          <p:nvPr/>
        </p:nvSpPr>
        <p:spPr>
          <a:xfrm>
            <a:off x="3240959" y="4188231"/>
            <a:ext cx="6098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Lecture-7</a:t>
            </a:r>
          </a:p>
        </p:txBody>
      </p:sp>
    </p:spTree>
    <p:extLst>
      <p:ext uri="{BB962C8B-B14F-4D97-AF65-F5344CB8AC3E}">
        <p14:creationId xmlns:p14="http://schemas.microsoft.com/office/powerpoint/2010/main" val="20599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73CA-F3C9-7335-D33C-352333C3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0FD03-0052-7A39-6AC8-E073E089E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rule of inference is a logical tool used in formal reasoning that allows one to derive a conclusion from one or more premises (statements assumed to be true). It is a fundamental concept in logic, mathematics, and computer science, providing a systematic way to determine the validity of arguments.</a:t>
            </a:r>
          </a:p>
        </p:txBody>
      </p:sp>
    </p:spTree>
    <p:extLst>
      <p:ext uri="{BB962C8B-B14F-4D97-AF65-F5344CB8AC3E}">
        <p14:creationId xmlns:p14="http://schemas.microsoft.com/office/powerpoint/2010/main" val="19223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716" y="725879"/>
            <a:ext cx="5284349" cy="643801"/>
          </a:xfrm>
          <a:prstGeom prst="rect">
            <a:avLst/>
          </a:prstGeom>
        </p:spPr>
        <p:txBody>
          <a:bodyPr vert="horz" wrap="square" lIns="0" tIns="30197" rIns="0" bIns="0" rtlCol="0" anchor="ctr">
            <a:spAutoFit/>
          </a:bodyPr>
          <a:lstStyle/>
          <a:p>
            <a:pPr marL="25164">
              <a:spcBef>
                <a:spcPts val="238"/>
              </a:spcBef>
            </a:pPr>
            <a:r>
              <a:rPr spc="10" dirty="0">
                <a:solidFill>
                  <a:schemeClr val="bg1"/>
                </a:solidFill>
              </a:rPr>
              <a:t>Rules of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10" dirty="0">
                <a:solidFill>
                  <a:schemeClr val="bg1"/>
                </a:solidFill>
              </a:rPr>
              <a:t>Inference</a:t>
            </a:r>
          </a:p>
        </p:txBody>
      </p:sp>
      <p:sp>
        <p:nvSpPr>
          <p:cNvPr id="3" name="object 3"/>
          <p:cNvSpPr/>
          <p:nvPr/>
        </p:nvSpPr>
        <p:spPr>
          <a:xfrm>
            <a:off x="1011167" y="2154515"/>
            <a:ext cx="9899498" cy="413949"/>
          </a:xfrm>
          <a:custGeom>
            <a:avLst/>
            <a:gdLst/>
            <a:ahLst/>
            <a:cxnLst/>
            <a:rect l="l" t="t" r="r" b="b"/>
            <a:pathLst>
              <a:path w="4217035" h="208915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11"/>
                </a:lnTo>
                <a:lnTo>
                  <a:pt x="4216451" y="208911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  <a:solidFill>
            <a:srgbClr val="1565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/>
          <p:nvPr/>
        </p:nvSpPr>
        <p:spPr>
          <a:xfrm>
            <a:off x="1264493" y="2095664"/>
            <a:ext cx="248621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sz="2774" b="1" spc="50" dirty="0">
                <a:solidFill>
                  <a:srgbClr val="FFFFFF"/>
                </a:solidFill>
                <a:latin typeface="LM Sans 10"/>
                <a:cs typeface="LM Sans 10"/>
              </a:rPr>
              <a:t>Modus</a:t>
            </a:r>
            <a:r>
              <a:rPr sz="2774" b="1" spc="-99" dirty="0">
                <a:solidFill>
                  <a:srgbClr val="FFFFFF"/>
                </a:solidFill>
                <a:latin typeface="LM Sans 10"/>
                <a:cs typeface="LM Sans 10"/>
              </a:rPr>
              <a:t> </a:t>
            </a:r>
            <a:r>
              <a:rPr sz="2774" b="1" spc="20" dirty="0">
                <a:solidFill>
                  <a:srgbClr val="FFFFFF"/>
                </a:solidFill>
                <a:latin typeface="LM Sans 10"/>
                <a:cs typeface="LM Sans 10"/>
              </a:rPr>
              <a:t>Ponens</a:t>
            </a:r>
            <a:endParaRPr sz="2774" dirty="0">
              <a:latin typeface="LM Sans 10"/>
              <a:cs typeface="LM Sans 1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62524" y="2255773"/>
            <a:ext cx="10069270" cy="1743871"/>
            <a:chOff x="195795" y="597305"/>
            <a:chExt cx="4267200" cy="880110"/>
          </a:xfrm>
        </p:grpSpPr>
        <p:sp>
          <p:nvSpPr>
            <p:cNvPr id="6" name="object 6"/>
            <p:cNvSpPr/>
            <p:nvPr/>
          </p:nvSpPr>
          <p:spPr>
            <a:xfrm>
              <a:off x="195795" y="749338"/>
              <a:ext cx="4216450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" name="object 7"/>
            <p:cNvSpPr/>
            <p:nvPr/>
          </p:nvSpPr>
          <p:spPr>
            <a:xfrm>
              <a:off x="246595" y="1375587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8" name="object 8"/>
            <p:cNvSpPr/>
            <p:nvPr/>
          </p:nvSpPr>
          <p:spPr>
            <a:xfrm>
              <a:off x="297396" y="1362887"/>
              <a:ext cx="4165599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9" name="object 9"/>
            <p:cNvSpPr/>
            <p:nvPr/>
          </p:nvSpPr>
          <p:spPr>
            <a:xfrm>
              <a:off x="4412246" y="597319"/>
              <a:ext cx="50749" cy="7782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95795" y="793610"/>
              <a:ext cx="4217035" cy="633095"/>
            </a:xfrm>
            <a:custGeom>
              <a:avLst/>
              <a:gdLst/>
              <a:ahLst/>
              <a:cxnLst/>
              <a:rect l="l" t="t" r="r" b="b"/>
              <a:pathLst>
                <a:path w="4217035" h="633094">
                  <a:moveTo>
                    <a:pt x="4216451" y="0"/>
                  </a:moveTo>
                  <a:lnTo>
                    <a:pt x="0" y="0"/>
                  </a:lnTo>
                  <a:lnTo>
                    <a:pt x="0" y="581977"/>
                  </a:lnTo>
                  <a:lnTo>
                    <a:pt x="4008" y="601702"/>
                  </a:lnTo>
                  <a:lnTo>
                    <a:pt x="14922" y="617855"/>
                  </a:lnTo>
                  <a:lnTo>
                    <a:pt x="31075" y="628769"/>
                  </a:lnTo>
                  <a:lnTo>
                    <a:pt x="50800" y="632777"/>
                  </a:lnTo>
                  <a:lnTo>
                    <a:pt x="4165651" y="632777"/>
                  </a:lnTo>
                  <a:lnTo>
                    <a:pt x="4185376" y="628769"/>
                  </a:lnTo>
                  <a:lnTo>
                    <a:pt x="4201528" y="617855"/>
                  </a:lnTo>
                  <a:lnTo>
                    <a:pt x="4212442" y="601702"/>
                  </a:lnTo>
                  <a:lnTo>
                    <a:pt x="4216451" y="581977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12246" y="635405"/>
              <a:ext cx="0" cy="759460"/>
            </a:xfrm>
            <a:custGeom>
              <a:avLst/>
              <a:gdLst/>
              <a:ahLst/>
              <a:cxnLst/>
              <a:rect l="l" t="t" r="r" b="b"/>
              <a:pathLst>
                <a:path h="759460">
                  <a:moveTo>
                    <a:pt x="0" y="75923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2246" y="6227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4412246" y="6100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2246" y="5973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18342" y="2648432"/>
            <a:ext cx="797702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376" dirty="0">
                <a:latin typeface="DejaVu Sans"/>
                <a:cs typeface="DejaVu Sans"/>
              </a:rPr>
              <a:t>→</a:t>
            </a:r>
            <a:r>
              <a:rPr sz="2378" i="1" spc="-327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67077" y="3011926"/>
            <a:ext cx="650492" cy="756006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R="10066" algn="r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</a:t>
            </a:r>
            <a:endParaRPr sz="2378" dirty="0">
              <a:latin typeface="Georgia"/>
              <a:cs typeface="Georgia"/>
            </a:endParaRPr>
          </a:p>
          <a:p>
            <a:pPr marL="25164">
              <a:spcBef>
                <a:spcPts val="10"/>
              </a:spcBef>
            </a:pPr>
            <a:r>
              <a:rPr lang="en-US" sz="2378" spc="-10" dirty="0">
                <a:latin typeface="MathJax_AMS"/>
                <a:cs typeface="MathJax_AMS"/>
              </a:rPr>
              <a:t>   </a:t>
            </a:r>
            <a:r>
              <a:rPr sz="2378" spc="-10" dirty="0">
                <a:latin typeface="MathJax_AMS"/>
                <a:cs typeface="MathJax_AMS"/>
              </a:rPr>
              <a:t>∴</a:t>
            </a:r>
            <a:r>
              <a:rPr sz="2378" spc="40" dirty="0">
                <a:latin typeface="MathJax_AMS"/>
                <a:cs typeface="MathJax_AM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3741" y="2648433"/>
            <a:ext cx="7999733" cy="1154385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475593" marR="10066">
              <a:spcBef>
                <a:spcPts val="188"/>
              </a:spcBef>
            </a:pPr>
            <a:r>
              <a:rPr lang="en-US" sz="2400" dirty="0"/>
              <a:t>If the computer is on, the monitor will display something</a:t>
            </a:r>
          </a:p>
          <a:p>
            <a:pPr marL="475593" marR="10066">
              <a:spcBef>
                <a:spcPts val="188"/>
              </a:spcBef>
            </a:pPr>
            <a:r>
              <a:rPr lang="en-US" sz="2400" dirty="0"/>
              <a:t>The computer is on.</a:t>
            </a:r>
          </a:p>
          <a:p>
            <a:pPr marL="25164">
              <a:spcBef>
                <a:spcPts val="20"/>
              </a:spcBef>
            </a:pPr>
            <a:r>
              <a:rPr lang="en-US" sz="2378" spc="-10" dirty="0">
                <a:latin typeface="MathJax_AMS"/>
              </a:rPr>
              <a:t>    </a:t>
            </a:r>
            <a:r>
              <a:rPr lang="en-US" sz="2400" dirty="0"/>
              <a:t>Therefore, the monitor will display something</a:t>
            </a:r>
            <a:endParaRPr sz="2378" dirty="0">
              <a:latin typeface="LM Roman 12"/>
              <a:cs typeface="LM Roman 12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2A36D50-EC35-4B31-AD36-279BAFEA8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4341" y="4092237"/>
            <a:ext cx="6322473" cy="271529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0B5570F-BDD4-C5E8-537E-4AC8F59F2B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1245" y="727492"/>
            <a:ext cx="4982388" cy="643801"/>
          </a:xfrm>
          <a:prstGeom prst="rect">
            <a:avLst/>
          </a:prstGeom>
        </p:spPr>
        <p:txBody>
          <a:bodyPr vert="horz" wrap="square" lIns="0" tIns="30197" rIns="0" bIns="0" rtlCol="0" anchor="ctr">
            <a:spAutoFit/>
          </a:bodyPr>
          <a:lstStyle/>
          <a:p>
            <a:pPr marL="25164">
              <a:spcBef>
                <a:spcPts val="238"/>
              </a:spcBef>
            </a:pPr>
            <a:r>
              <a:rPr spc="10" dirty="0">
                <a:solidFill>
                  <a:schemeClr val="bg1"/>
                </a:solidFill>
              </a:rPr>
              <a:t>Rules of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10" dirty="0">
                <a:solidFill>
                  <a:schemeClr val="bg1"/>
                </a:solidFill>
              </a:rPr>
              <a:t>Inference</a:t>
            </a:r>
          </a:p>
        </p:txBody>
      </p:sp>
      <p:sp>
        <p:nvSpPr>
          <p:cNvPr id="22" name="object 22"/>
          <p:cNvSpPr/>
          <p:nvPr/>
        </p:nvSpPr>
        <p:spPr>
          <a:xfrm>
            <a:off x="962527" y="1867771"/>
            <a:ext cx="8355735" cy="485582"/>
          </a:xfrm>
          <a:custGeom>
            <a:avLst/>
            <a:gdLst/>
            <a:ahLst/>
            <a:cxnLst/>
            <a:rect l="l" t="t" r="r" b="b"/>
            <a:pathLst>
              <a:path w="4217035" h="208914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11"/>
                </a:lnTo>
                <a:lnTo>
                  <a:pt x="4216451" y="208911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3" name="object 23"/>
          <p:cNvSpPr txBox="1"/>
          <p:nvPr/>
        </p:nvSpPr>
        <p:spPr>
          <a:xfrm>
            <a:off x="1036561" y="1799881"/>
            <a:ext cx="2457273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sz="2774" b="1" spc="50" dirty="0">
                <a:solidFill>
                  <a:srgbClr val="FFFFFF"/>
                </a:solidFill>
                <a:latin typeface="LM Sans 10"/>
                <a:cs typeface="LM Sans 10"/>
              </a:rPr>
              <a:t>Modus</a:t>
            </a:r>
            <a:r>
              <a:rPr sz="2774" b="1" spc="-99" dirty="0">
                <a:solidFill>
                  <a:srgbClr val="FFFFFF"/>
                </a:solidFill>
                <a:latin typeface="LM Sans 10"/>
                <a:cs typeface="LM Sans 10"/>
              </a:rPr>
              <a:t> </a:t>
            </a:r>
            <a:r>
              <a:rPr sz="2774" b="1" spc="-10" dirty="0">
                <a:solidFill>
                  <a:srgbClr val="FFFFFF"/>
                </a:solidFill>
                <a:latin typeface="LM Sans 10"/>
                <a:cs typeface="LM Sans 10"/>
              </a:rPr>
              <a:t>Tollens</a:t>
            </a:r>
            <a:endParaRPr sz="2774">
              <a:latin typeface="LM Sans 10"/>
              <a:cs typeface="LM Sans 1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244" y="1896291"/>
            <a:ext cx="8455133" cy="2045642"/>
            <a:chOff x="195795" y="1597239"/>
            <a:chExt cx="4267200" cy="880110"/>
          </a:xfrm>
        </p:grpSpPr>
        <p:sp>
          <p:nvSpPr>
            <p:cNvPr id="25" name="object 25"/>
            <p:cNvSpPr/>
            <p:nvPr/>
          </p:nvSpPr>
          <p:spPr>
            <a:xfrm>
              <a:off x="195795" y="1749272"/>
              <a:ext cx="4216450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6" name="object 26"/>
            <p:cNvSpPr/>
            <p:nvPr/>
          </p:nvSpPr>
          <p:spPr>
            <a:xfrm>
              <a:off x="246595" y="2375522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7" name="object 27"/>
            <p:cNvSpPr/>
            <p:nvPr/>
          </p:nvSpPr>
          <p:spPr>
            <a:xfrm>
              <a:off x="297396" y="2362822"/>
              <a:ext cx="4165599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8" name="object 28"/>
            <p:cNvSpPr/>
            <p:nvPr/>
          </p:nvSpPr>
          <p:spPr>
            <a:xfrm>
              <a:off x="4412246" y="1597240"/>
              <a:ext cx="50749" cy="7782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9" name="object 29"/>
            <p:cNvSpPr/>
            <p:nvPr/>
          </p:nvSpPr>
          <p:spPr>
            <a:xfrm>
              <a:off x="195795" y="1793544"/>
              <a:ext cx="4217035" cy="633095"/>
            </a:xfrm>
            <a:custGeom>
              <a:avLst/>
              <a:gdLst/>
              <a:ahLst/>
              <a:cxnLst/>
              <a:rect l="l" t="t" r="r" b="b"/>
              <a:pathLst>
                <a:path w="4217035" h="633094">
                  <a:moveTo>
                    <a:pt x="4216451" y="0"/>
                  </a:moveTo>
                  <a:lnTo>
                    <a:pt x="0" y="0"/>
                  </a:lnTo>
                  <a:lnTo>
                    <a:pt x="0" y="581977"/>
                  </a:lnTo>
                  <a:lnTo>
                    <a:pt x="4008" y="601702"/>
                  </a:lnTo>
                  <a:lnTo>
                    <a:pt x="14922" y="617855"/>
                  </a:lnTo>
                  <a:lnTo>
                    <a:pt x="31075" y="628769"/>
                  </a:lnTo>
                  <a:lnTo>
                    <a:pt x="50800" y="632777"/>
                  </a:lnTo>
                  <a:lnTo>
                    <a:pt x="4165651" y="632777"/>
                  </a:lnTo>
                  <a:lnTo>
                    <a:pt x="4185376" y="628769"/>
                  </a:lnTo>
                  <a:lnTo>
                    <a:pt x="4201528" y="617855"/>
                  </a:lnTo>
                  <a:lnTo>
                    <a:pt x="4212442" y="601702"/>
                  </a:lnTo>
                  <a:lnTo>
                    <a:pt x="4216451" y="581977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0" name="object 30"/>
            <p:cNvSpPr/>
            <p:nvPr/>
          </p:nvSpPr>
          <p:spPr>
            <a:xfrm>
              <a:off x="4412246" y="1635339"/>
              <a:ext cx="0" cy="759460"/>
            </a:xfrm>
            <a:custGeom>
              <a:avLst/>
              <a:gdLst/>
              <a:ahLst/>
              <a:cxnLst/>
              <a:rect l="l" t="t" r="r" b="b"/>
              <a:pathLst>
                <a:path h="759460">
                  <a:moveTo>
                    <a:pt x="0" y="75923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1" name="object 31"/>
            <p:cNvSpPr/>
            <p:nvPr/>
          </p:nvSpPr>
          <p:spPr>
            <a:xfrm>
              <a:off x="4412246" y="16226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2" name="object 32"/>
            <p:cNvSpPr/>
            <p:nvPr/>
          </p:nvSpPr>
          <p:spPr>
            <a:xfrm>
              <a:off x="4412246" y="16099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3" name="object 33"/>
            <p:cNvSpPr/>
            <p:nvPr/>
          </p:nvSpPr>
          <p:spPr>
            <a:xfrm>
              <a:off x="4412246" y="15972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09132" y="2340130"/>
            <a:ext cx="797702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376" dirty="0">
                <a:latin typeface="DejaVu Sans"/>
                <a:cs typeface="DejaVu Sans"/>
              </a:rPr>
              <a:t>→</a:t>
            </a:r>
            <a:r>
              <a:rPr sz="2378" i="1" spc="-327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93833" y="2411685"/>
            <a:ext cx="0" cy="1019106"/>
            <a:chOff x="991769" y="1216948"/>
            <a:chExt cx="0" cy="514330"/>
          </a:xfrm>
        </p:grpSpPr>
        <p:sp>
          <p:nvSpPr>
            <p:cNvPr id="36" name="object 36"/>
            <p:cNvSpPr/>
            <p:nvPr/>
          </p:nvSpPr>
          <p:spPr>
            <a:xfrm>
              <a:off x="991769" y="1547763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7" name="object 37"/>
            <p:cNvSpPr/>
            <p:nvPr/>
          </p:nvSpPr>
          <p:spPr>
            <a:xfrm>
              <a:off x="991769" y="1400463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8" name="object 38"/>
            <p:cNvSpPr/>
            <p:nvPr/>
          </p:nvSpPr>
          <p:spPr>
            <a:xfrm>
              <a:off x="991769" y="1216948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 dirty="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309135" y="2703650"/>
            <a:ext cx="499507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159" dirty="0">
                <a:latin typeface="DejaVu Sans"/>
                <a:cs typeface="DejaVu Sans"/>
              </a:rPr>
              <a:t>∼</a:t>
            </a:r>
            <a:r>
              <a:rPr sz="2378" i="1" spc="-248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57893" y="3067170"/>
            <a:ext cx="967559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spc="-10" dirty="0">
                <a:latin typeface="MathJax_AMS"/>
                <a:cs typeface="MathJax_AMS"/>
              </a:rPr>
              <a:t>∴ </a:t>
            </a:r>
            <a:r>
              <a:rPr sz="2378" i="1" spc="-159" dirty="0">
                <a:latin typeface="DejaVu Sans"/>
                <a:cs typeface="DejaVu Sans"/>
              </a:rPr>
              <a:t>∼</a:t>
            </a:r>
            <a:r>
              <a:rPr sz="2378" i="1" spc="-59" dirty="0">
                <a:latin typeface="DejaVu Sans"/>
                <a:cs typeface="DejaVu Sans"/>
              </a:rPr>
              <a:t> </a:t>
            </a:r>
            <a:r>
              <a:rPr sz="2378" i="1" spc="-218" dirty="0">
                <a:latin typeface="Georgia"/>
                <a:cs typeface="Georgia"/>
              </a:rPr>
              <a:t>p</a:t>
            </a:r>
            <a:endParaRPr sz="2378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11628" y="2340130"/>
            <a:ext cx="4807599" cy="1147589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475593" marR="10066">
              <a:spcBef>
                <a:spcPts val="188"/>
              </a:spcBef>
            </a:pPr>
            <a:r>
              <a:rPr lang="en-US" sz="2378" spc="-10" dirty="0">
                <a:latin typeface="LM Sans 12"/>
                <a:cs typeface="LM Sans 12"/>
              </a:rPr>
              <a:t>I</a:t>
            </a:r>
            <a:r>
              <a:rPr sz="2378" spc="-10" dirty="0">
                <a:latin typeface="LM Sans 12"/>
                <a:cs typeface="LM Sans 12"/>
              </a:rPr>
              <a:t>f </a:t>
            </a:r>
            <a:r>
              <a:rPr lang="en-US" sz="2378" spc="-10" dirty="0">
                <a:latin typeface="LM Sans 12"/>
                <a:cs typeface="LM Sans 12"/>
              </a:rPr>
              <a:t>Ali</a:t>
            </a:r>
            <a:r>
              <a:rPr sz="2378" spc="-10" dirty="0">
                <a:latin typeface="LM Sans 12"/>
                <a:cs typeface="LM Sans 12"/>
              </a:rPr>
              <a:t> is human, then he is </a:t>
            </a:r>
            <a:r>
              <a:rPr sz="2378" spc="-20" dirty="0">
                <a:latin typeface="LM Sans 12"/>
                <a:cs typeface="LM Sans 12"/>
              </a:rPr>
              <a:t>mortal  </a:t>
            </a:r>
            <a:endParaRPr lang="en-US" sz="2378" spc="-20" dirty="0">
              <a:latin typeface="LM Sans 12"/>
              <a:cs typeface="LM Sans 12"/>
            </a:endParaRPr>
          </a:p>
          <a:p>
            <a:pPr marL="475593" marR="10066">
              <a:spcBef>
                <a:spcPts val="188"/>
              </a:spcBef>
            </a:pPr>
            <a:r>
              <a:rPr lang="en-US" sz="2378" spc="-10" dirty="0">
                <a:latin typeface="LM Sans 12"/>
                <a:cs typeface="LM Sans 12"/>
              </a:rPr>
              <a:t>Ali </a:t>
            </a:r>
            <a:r>
              <a:rPr sz="2378" spc="-10" dirty="0">
                <a:latin typeface="LM Sans 12"/>
                <a:cs typeface="LM Sans 12"/>
              </a:rPr>
              <a:t>is not</a:t>
            </a:r>
            <a:r>
              <a:rPr sz="2378" spc="-20" dirty="0">
                <a:latin typeface="LM Sans 12"/>
                <a:cs typeface="LM Sans 12"/>
              </a:rPr>
              <a:t> </a:t>
            </a:r>
            <a:r>
              <a:rPr lang="en-US" sz="2378" spc="-10" dirty="0">
                <a:latin typeface="LM Sans 12"/>
                <a:cs typeface="LM Sans 12"/>
              </a:rPr>
              <a:t>mortal</a:t>
            </a:r>
            <a:endParaRPr sz="2378" dirty="0">
              <a:latin typeface="LM Sans 12"/>
              <a:cs typeface="LM Sans 12"/>
            </a:endParaRPr>
          </a:p>
          <a:p>
            <a:pPr marL="25164">
              <a:spcBef>
                <a:spcPts val="20"/>
              </a:spcBef>
            </a:pPr>
            <a:r>
              <a:rPr sz="2378" spc="-10" dirty="0">
                <a:latin typeface="MathJax_AMS"/>
                <a:cs typeface="MathJax_AMS"/>
              </a:rPr>
              <a:t>∴   </a:t>
            </a:r>
            <a:r>
              <a:rPr lang="en-US" sz="2378" spc="-10" dirty="0">
                <a:latin typeface="LM Sans 12"/>
                <a:cs typeface="MathJax_AMS"/>
              </a:rPr>
              <a:t>Ali </a:t>
            </a:r>
            <a:r>
              <a:rPr sz="2378" spc="-10" dirty="0">
                <a:latin typeface="LM Sans 12"/>
                <a:cs typeface="LM Sans 12"/>
              </a:rPr>
              <a:t>is not</a:t>
            </a:r>
            <a:r>
              <a:rPr sz="2378" spc="79" dirty="0">
                <a:latin typeface="LM Sans 12"/>
                <a:cs typeface="LM Sans 12"/>
              </a:rPr>
              <a:t> </a:t>
            </a:r>
            <a:r>
              <a:rPr lang="en-US" sz="2378" spc="-20" dirty="0">
                <a:latin typeface="LM Sans 12"/>
                <a:cs typeface="LM Sans 12"/>
              </a:rPr>
              <a:t>human</a:t>
            </a:r>
            <a:endParaRPr sz="2378" dirty="0">
              <a:latin typeface="LM Sans 12"/>
              <a:cs typeface="LM Sans 12"/>
            </a:endParaRPr>
          </a:p>
        </p:txBody>
      </p:sp>
      <p:graphicFrame>
        <p:nvGraphicFramePr>
          <p:cNvPr id="68" name="Table 68">
            <a:extLst>
              <a:ext uri="{FF2B5EF4-FFF2-40B4-BE49-F238E27FC236}">
                <a16:creationId xmlns:a16="http://schemas.microsoft.com/office/drawing/2014/main" id="{E0813080-AEAC-45C9-B274-35BD39788690}"/>
              </a:ext>
            </a:extLst>
          </p:cNvPr>
          <p:cNvGraphicFramePr>
            <a:graphicFrameLocks noGrp="1"/>
          </p:cNvGraphicFramePr>
          <p:nvPr/>
        </p:nvGraphicFramePr>
        <p:xfrm>
          <a:off x="2292070" y="4132558"/>
          <a:ext cx="4959365" cy="197271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991873">
                  <a:extLst>
                    <a:ext uri="{9D8B030D-6E8A-4147-A177-3AD203B41FA5}">
                      <a16:colId xmlns:a16="http://schemas.microsoft.com/office/drawing/2014/main" val="877106968"/>
                    </a:ext>
                  </a:extLst>
                </a:gridCol>
                <a:gridCol w="991873">
                  <a:extLst>
                    <a:ext uri="{9D8B030D-6E8A-4147-A177-3AD203B41FA5}">
                      <a16:colId xmlns:a16="http://schemas.microsoft.com/office/drawing/2014/main" val="3569491076"/>
                    </a:ext>
                  </a:extLst>
                </a:gridCol>
                <a:gridCol w="991873">
                  <a:extLst>
                    <a:ext uri="{9D8B030D-6E8A-4147-A177-3AD203B41FA5}">
                      <a16:colId xmlns:a16="http://schemas.microsoft.com/office/drawing/2014/main" val="3361582098"/>
                    </a:ext>
                  </a:extLst>
                </a:gridCol>
                <a:gridCol w="991873">
                  <a:extLst>
                    <a:ext uri="{9D8B030D-6E8A-4147-A177-3AD203B41FA5}">
                      <a16:colId xmlns:a16="http://schemas.microsoft.com/office/drawing/2014/main" val="290429643"/>
                    </a:ext>
                  </a:extLst>
                </a:gridCol>
                <a:gridCol w="991873">
                  <a:extLst>
                    <a:ext uri="{9D8B030D-6E8A-4147-A177-3AD203B41FA5}">
                      <a16:colId xmlns:a16="http://schemas.microsoft.com/office/drawing/2014/main" val="594286215"/>
                    </a:ext>
                  </a:extLst>
                </a:gridCol>
              </a:tblGrid>
              <a:tr h="3925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p-&gt; q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~q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~p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extLst>
                  <a:ext uri="{0D108BD9-81ED-4DB2-BD59-A6C34878D82A}">
                    <a16:rowId xmlns:a16="http://schemas.microsoft.com/office/drawing/2014/main" val="3985504342"/>
                  </a:ext>
                </a:extLst>
              </a:tr>
              <a:tr h="3925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extLst>
                  <a:ext uri="{0D108BD9-81ED-4DB2-BD59-A6C34878D82A}">
                    <a16:rowId xmlns:a16="http://schemas.microsoft.com/office/drawing/2014/main" val="3280850388"/>
                  </a:ext>
                </a:extLst>
              </a:tr>
              <a:tr h="3925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extLst>
                  <a:ext uri="{0D108BD9-81ED-4DB2-BD59-A6C34878D82A}">
                    <a16:rowId xmlns:a16="http://schemas.microsoft.com/office/drawing/2014/main" val="2213542940"/>
                  </a:ext>
                </a:extLst>
              </a:tr>
              <a:tr h="3925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extLst>
                  <a:ext uri="{0D108BD9-81ED-4DB2-BD59-A6C34878D82A}">
                    <a16:rowId xmlns:a16="http://schemas.microsoft.com/office/drawing/2014/main" val="3662586789"/>
                  </a:ext>
                </a:extLst>
              </a:tr>
              <a:tr h="3925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  <a:endParaRPr lang="en-PK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81181" marR="181181" marT="90591" marB="90591" anchor="ctr"/>
                </a:tc>
                <a:extLst>
                  <a:ext uri="{0D108BD9-81ED-4DB2-BD59-A6C34878D82A}">
                    <a16:rowId xmlns:a16="http://schemas.microsoft.com/office/drawing/2014/main" val="2032408918"/>
                  </a:ext>
                </a:extLst>
              </a:tr>
            </a:tbl>
          </a:graphicData>
        </a:graphic>
      </p:graphicFrame>
      <p:sp>
        <p:nvSpPr>
          <p:cNvPr id="74" name="Left Brace 73">
            <a:extLst>
              <a:ext uri="{FF2B5EF4-FFF2-40B4-BE49-F238E27FC236}">
                <a16:creationId xmlns:a16="http://schemas.microsoft.com/office/drawing/2014/main" id="{3D90D474-12F3-4EFC-828A-696C614BD8AA}"/>
              </a:ext>
            </a:extLst>
          </p:cNvPr>
          <p:cNvSpPr/>
          <p:nvPr/>
        </p:nvSpPr>
        <p:spPr>
          <a:xfrm rot="16200000">
            <a:off x="5094524" y="5436012"/>
            <a:ext cx="165471" cy="15355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 sz="3567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992948-938E-4407-9AA3-2883B6D2CD97}"/>
              </a:ext>
            </a:extLst>
          </p:cNvPr>
          <p:cNvSpPr txBox="1"/>
          <p:nvPr/>
        </p:nvSpPr>
        <p:spPr>
          <a:xfrm flipH="1">
            <a:off x="4586156" y="6288373"/>
            <a:ext cx="2325164" cy="336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85" dirty="0">
                <a:solidFill>
                  <a:schemeClr val="accent1"/>
                </a:solidFill>
              </a:rPr>
              <a:t>premises</a:t>
            </a:r>
            <a:endParaRPr lang="en-PK" sz="1585" dirty="0">
              <a:solidFill>
                <a:schemeClr val="accen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C0929F-0CB4-454D-8900-7D8CA5D6F27F}"/>
              </a:ext>
            </a:extLst>
          </p:cNvPr>
          <p:cNvSpPr txBox="1"/>
          <p:nvPr/>
        </p:nvSpPr>
        <p:spPr>
          <a:xfrm flipH="1">
            <a:off x="6153829" y="6337748"/>
            <a:ext cx="2325164" cy="336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85" dirty="0">
                <a:solidFill>
                  <a:schemeClr val="accent1"/>
                </a:solidFill>
              </a:rPr>
              <a:t>conclusion</a:t>
            </a:r>
            <a:endParaRPr lang="en-PK" sz="1585" dirty="0">
              <a:solidFill>
                <a:schemeClr val="accent1"/>
              </a:solidFill>
            </a:endParaRPr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52752380-0DF3-4E02-A9A8-9ED8D8DC05E0}"/>
              </a:ext>
            </a:extLst>
          </p:cNvPr>
          <p:cNvSpPr/>
          <p:nvPr/>
        </p:nvSpPr>
        <p:spPr>
          <a:xfrm rot="5400000">
            <a:off x="6465221" y="5936072"/>
            <a:ext cx="375975" cy="717129"/>
          </a:xfrm>
          <a:prstGeom prst="rightBrace">
            <a:avLst>
              <a:gd name="adj1" fmla="val 154666"/>
              <a:gd name="adj2" fmla="val 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 sz="3567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E27E2D-ABCA-A9C1-69F5-15875AE44C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  <p:extLst>
      <p:ext uri="{BB962C8B-B14F-4D97-AF65-F5344CB8AC3E}">
        <p14:creationId xmlns:p14="http://schemas.microsoft.com/office/powerpoint/2010/main" val="254287223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B00A-F7D1-050C-3DC7-671DE198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7A28ED7-0EEB-74AC-E2CE-FAE2D7A0180E}"/>
              </a:ext>
            </a:extLst>
          </p:cNvPr>
          <p:cNvSpPr txBox="1"/>
          <p:nvPr/>
        </p:nvSpPr>
        <p:spPr>
          <a:xfrm>
            <a:off x="993140" y="1944117"/>
            <a:ext cx="10023905" cy="4488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97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Use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modus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ponens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modus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tollens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fill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blanks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of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following arguments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they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become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valid inferences.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348615" marR="480059" indent="-336550">
              <a:lnSpc>
                <a:spcPct val="100000"/>
              </a:lnSpc>
              <a:buFont typeface="Arial"/>
              <a:buAutoNum type="alphaLcPeriod"/>
              <a:tabLst>
                <a:tab pos="350520" algn="l"/>
              </a:tabLst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pigeons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pigeonholes,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least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two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pigeons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roost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same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hole. </a:t>
            </a: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more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pigeons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pigeonholes.</a:t>
            </a:r>
            <a:endParaRPr sz="2400" dirty="0">
              <a:latin typeface="Microsoft Sans Serif"/>
              <a:cs typeface="Microsoft Sans Serif"/>
            </a:endParaRPr>
          </a:p>
          <a:p>
            <a:pPr marL="535305" lvl="1" indent="-173990">
              <a:lnSpc>
                <a:spcPct val="100000"/>
              </a:lnSpc>
              <a:buChar char="•"/>
              <a:tabLst>
                <a:tab pos="535305" algn="l"/>
                <a:tab pos="7940040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764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0520" marR="951230" indent="-338455">
              <a:lnSpc>
                <a:spcPct val="100000"/>
              </a:lnSpc>
              <a:buFont typeface="Arial"/>
              <a:buAutoNum type="alphaLcPeriod"/>
              <a:tabLst>
                <a:tab pos="350520" algn="l"/>
                <a:tab pos="364490" algn="l"/>
              </a:tabLst>
            </a:pPr>
            <a:r>
              <a:rPr sz="2400" b="1" dirty="0"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870,232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divisible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6,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divisible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3. </a:t>
            </a:r>
            <a:r>
              <a:rPr sz="2400" dirty="0">
                <a:latin typeface="Microsoft Sans Serif"/>
                <a:cs typeface="Microsoft Sans Serif"/>
              </a:rPr>
              <a:t>870,232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divisible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3.</a:t>
            </a:r>
            <a:endParaRPr sz="2400" dirty="0">
              <a:latin typeface="Microsoft Sans Serif"/>
              <a:cs typeface="Microsoft Sans Serif"/>
            </a:endParaRPr>
          </a:p>
          <a:p>
            <a:pPr marL="535305" lvl="1" indent="-173990">
              <a:lnSpc>
                <a:spcPct val="100000"/>
              </a:lnSpc>
              <a:spcBef>
                <a:spcPts val="580"/>
              </a:spcBef>
              <a:buChar char="•"/>
              <a:tabLst>
                <a:tab pos="535305" algn="l"/>
                <a:tab pos="7940040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207489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BA93-BA6A-AE10-8AC2-1C090DC9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AA892FE-8A6A-F856-9359-AF65C2FB5EE2}"/>
              </a:ext>
            </a:extLst>
          </p:cNvPr>
          <p:cNvSpPr txBox="1"/>
          <p:nvPr/>
        </p:nvSpPr>
        <p:spPr>
          <a:xfrm>
            <a:off x="994664" y="1944117"/>
            <a:ext cx="625856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49250" algn="l"/>
              </a:tabLst>
            </a:pPr>
            <a:r>
              <a:rPr sz="2400" dirty="0">
                <a:latin typeface="Microsoft Sans Serif"/>
                <a:cs typeface="Microsoft Sans Serif"/>
              </a:rPr>
              <a:t>At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least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two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pigeons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roost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same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hole.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Font typeface="Arial"/>
              <a:buAutoNum type="alphaLcPeriod"/>
            </a:pPr>
            <a:endParaRPr sz="2400">
              <a:latin typeface="Microsoft Sans Serif"/>
              <a:cs typeface="Microsoft Sans Serif"/>
            </a:endParaRPr>
          </a:p>
          <a:p>
            <a:pPr marL="365125" indent="-352425">
              <a:lnSpc>
                <a:spcPct val="100000"/>
              </a:lnSpc>
              <a:buFont typeface="Arial"/>
              <a:buAutoNum type="alphaLcPeriod"/>
              <a:tabLst>
                <a:tab pos="365125" algn="l"/>
              </a:tabLst>
            </a:pPr>
            <a:r>
              <a:rPr sz="2400" dirty="0">
                <a:latin typeface="Microsoft Sans Serif"/>
                <a:cs typeface="Microsoft Sans Serif"/>
              </a:rPr>
              <a:t>870,232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divisible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6.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D2CD581-D629-AB83-CE50-D4CE28C442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3041" y="2094537"/>
            <a:ext cx="1298676" cy="171008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210F2B18-815C-4DE0-A7DC-36215008725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3029" y="3066920"/>
            <a:ext cx="1264871" cy="17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9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A72B-F862-8999-5C83-2AFCFF43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825C8C4-3073-2EE7-96EE-DE32FB2EF3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03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rule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inference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0" dirty="0">
                <a:latin typeface="Microsoft Sans Serif"/>
                <a:cs typeface="Microsoft Sans Serif"/>
              </a:rPr>
              <a:t> valid. </a:t>
            </a:r>
            <a:r>
              <a:rPr sz="2400" dirty="0">
                <a:latin typeface="Microsoft Sans Serif"/>
                <a:cs typeface="Microsoft Sans Serif"/>
              </a:rPr>
              <a:t>Thus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modus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ponens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modus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tollens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both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rules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of </a:t>
            </a:r>
            <a:r>
              <a:rPr sz="2400" spc="-10" dirty="0">
                <a:latin typeface="Microsoft Sans Serif"/>
                <a:cs typeface="Microsoft Sans Serif"/>
              </a:rPr>
              <a:t>inference.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following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additional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examples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rules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inference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frequently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used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deductive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reasoning.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79674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6019" y="776546"/>
            <a:ext cx="5898010" cy="643801"/>
          </a:xfrm>
          <a:prstGeom prst="rect">
            <a:avLst/>
          </a:prstGeom>
        </p:spPr>
        <p:txBody>
          <a:bodyPr vert="horz" wrap="square" lIns="0" tIns="30197" rIns="0" bIns="0" rtlCol="0" anchor="ctr">
            <a:spAutoFit/>
          </a:bodyPr>
          <a:lstStyle/>
          <a:p>
            <a:pPr marL="25164">
              <a:spcBef>
                <a:spcPts val="238"/>
              </a:spcBef>
            </a:pPr>
            <a:r>
              <a:rPr spc="10" dirty="0">
                <a:solidFill>
                  <a:schemeClr val="bg1"/>
                </a:solidFill>
              </a:rPr>
              <a:t>Rules of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10" dirty="0">
                <a:solidFill>
                  <a:schemeClr val="bg1"/>
                </a:solidFill>
              </a:rPr>
              <a:t>Inference</a:t>
            </a:r>
          </a:p>
        </p:txBody>
      </p:sp>
      <p:sp>
        <p:nvSpPr>
          <p:cNvPr id="42" name="object 42"/>
          <p:cNvSpPr/>
          <p:nvPr/>
        </p:nvSpPr>
        <p:spPr>
          <a:xfrm>
            <a:off x="1162631" y="2081482"/>
            <a:ext cx="8355735" cy="413949"/>
          </a:xfrm>
          <a:custGeom>
            <a:avLst/>
            <a:gdLst/>
            <a:ahLst/>
            <a:cxnLst/>
            <a:rect l="l" t="t" r="r" b="b"/>
            <a:pathLst>
              <a:path w="4217035" h="208914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911"/>
                </a:lnTo>
                <a:lnTo>
                  <a:pt x="4216451" y="208911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3" name="object 43"/>
          <p:cNvSpPr txBox="1"/>
          <p:nvPr/>
        </p:nvSpPr>
        <p:spPr>
          <a:xfrm>
            <a:off x="1189004" y="1987415"/>
            <a:ext cx="2396879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sz="2774" b="1" spc="30" dirty="0">
                <a:solidFill>
                  <a:srgbClr val="FFFFFF"/>
                </a:solidFill>
                <a:latin typeface="LM Sans 10"/>
                <a:cs typeface="LM Sans 10"/>
              </a:rPr>
              <a:t>Generalization</a:t>
            </a:r>
            <a:endParaRPr sz="2774">
              <a:latin typeface="LM Sans 10"/>
              <a:cs typeface="LM Sans 10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12930" y="2182428"/>
            <a:ext cx="8455133" cy="1380250"/>
            <a:chOff x="195795" y="2597174"/>
            <a:chExt cx="4267200" cy="696595"/>
          </a:xfrm>
        </p:grpSpPr>
        <p:sp>
          <p:nvSpPr>
            <p:cNvPr id="45" name="object 45"/>
            <p:cNvSpPr/>
            <p:nvPr/>
          </p:nvSpPr>
          <p:spPr>
            <a:xfrm>
              <a:off x="195795" y="2749194"/>
              <a:ext cx="4216450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46" name="object 46"/>
            <p:cNvSpPr/>
            <p:nvPr/>
          </p:nvSpPr>
          <p:spPr>
            <a:xfrm>
              <a:off x="246595" y="3191992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396" y="3179292"/>
              <a:ext cx="4165599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48" name="object 48"/>
            <p:cNvSpPr/>
            <p:nvPr/>
          </p:nvSpPr>
          <p:spPr>
            <a:xfrm>
              <a:off x="4412246" y="2597175"/>
              <a:ext cx="50749" cy="59481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49" name="object 49"/>
            <p:cNvSpPr/>
            <p:nvPr/>
          </p:nvSpPr>
          <p:spPr>
            <a:xfrm>
              <a:off x="195795" y="2793479"/>
              <a:ext cx="4217035" cy="449580"/>
            </a:xfrm>
            <a:custGeom>
              <a:avLst/>
              <a:gdLst/>
              <a:ahLst/>
              <a:cxnLst/>
              <a:rect l="l" t="t" r="r" b="b"/>
              <a:pathLst>
                <a:path w="4217035" h="449580">
                  <a:moveTo>
                    <a:pt x="4216451" y="0"/>
                  </a:moveTo>
                  <a:lnTo>
                    <a:pt x="0" y="0"/>
                  </a:lnTo>
                  <a:lnTo>
                    <a:pt x="0" y="398513"/>
                  </a:lnTo>
                  <a:lnTo>
                    <a:pt x="4008" y="418238"/>
                  </a:lnTo>
                  <a:lnTo>
                    <a:pt x="14922" y="434390"/>
                  </a:lnTo>
                  <a:lnTo>
                    <a:pt x="31075" y="445305"/>
                  </a:lnTo>
                  <a:lnTo>
                    <a:pt x="50800" y="449313"/>
                  </a:lnTo>
                  <a:lnTo>
                    <a:pt x="4165651" y="449313"/>
                  </a:lnTo>
                  <a:lnTo>
                    <a:pt x="4185376" y="445305"/>
                  </a:lnTo>
                  <a:lnTo>
                    <a:pt x="4201528" y="434390"/>
                  </a:lnTo>
                  <a:lnTo>
                    <a:pt x="4212442" y="418238"/>
                  </a:lnTo>
                  <a:lnTo>
                    <a:pt x="4216451" y="398513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0" name="object 50"/>
            <p:cNvSpPr/>
            <p:nvPr/>
          </p:nvSpPr>
          <p:spPr>
            <a:xfrm>
              <a:off x="4412246" y="2635274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4">
                  <a:moveTo>
                    <a:pt x="0" y="5757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1" name="object 51"/>
            <p:cNvSpPr/>
            <p:nvPr/>
          </p:nvSpPr>
          <p:spPr>
            <a:xfrm>
              <a:off x="4412246" y="26225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2" name="object 52"/>
            <p:cNvSpPr/>
            <p:nvPr/>
          </p:nvSpPr>
          <p:spPr>
            <a:xfrm>
              <a:off x="4412246" y="26098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3" name="object 53"/>
            <p:cNvSpPr/>
            <p:nvPr/>
          </p:nvSpPr>
          <p:spPr>
            <a:xfrm>
              <a:off x="4412246" y="2597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4" name="object 54"/>
            <p:cNvSpPr/>
            <p:nvPr/>
          </p:nvSpPr>
          <p:spPr>
            <a:xfrm>
              <a:off x="1738579" y="2831439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537093" y="2527664"/>
            <a:ext cx="1114769" cy="756006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</a:t>
            </a:r>
            <a:endParaRPr sz="2378" dirty="0">
              <a:latin typeface="Georgia"/>
              <a:cs typeface="Georgia"/>
            </a:endParaRPr>
          </a:p>
          <a:p>
            <a:pPr algn="ctr">
              <a:spcBef>
                <a:spcPts val="10"/>
              </a:spcBef>
            </a:pPr>
            <a:r>
              <a:rPr sz="2378" spc="-10" dirty="0">
                <a:latin typeface="MathJax_AMS"/>
                <a:cs typeface="MathJax_AMS"/>
              </a:rPr>
              <a:t>∴ </a:t>
            </a: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-168" dirty="0">
                <a:latin typeface="DejaVu Sans"/>
                <a:cs typeface="DejaVu Sans"/>
              </a:rPr>
              <a:t>∨</a:t>
            </a:r>
            <a:r>
              <a:rPr sz="2378" i="1" spc="-367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170418" y="2962732"/>
            <a:ext cx="0" cy="363621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346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7" name="object 57"/>
          <p:cNvSpPr txBox="1"/>
          <p:nvPr/>
        </p:nvSpPr>
        <p:spPr>
          <a:xfrm>
            <a:off x="4442795" y="2573840"/>
            <a:ext cx="3774613" cy="756006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475593">
              <a:spcBef>
                <a:spcPts val="188"/>
              </a:spcBef>
            </a:pPr>
            <a:r>
              <a:rPr sz="2378" spc="-10" dirty="0">
                <a:latin typeface="LM Sans 12"/>
                <a:cs typeface="LM Sans 12"/>
              </a:rPr>
              <a:t>Ann is a</a:t>
            </a:r>
            <a:r>
              <a:rPr sz="2378" spc="-30" dirty="0">
                <a:latin typeface="LM Sans 12"/>
                <a:cs typeface="LM Sans 12"/>
              </a:rPr>
              <a:t> </a:t>
            </a:r>
            <a:r>
              <a:rPr sz="2378" spc="-20" dirty="0">
                <a:latin typeface="LM Sans 12"/>
                <a:cs typeface="LM Sans 12"/>
              </a:rPr>
              <a:t>junior</a:t>
            </a:r>
            <a:endParaRPr sz="2378" dirty="0">
              <a:latin typeface="LM Sans 12"/>
              <a:cs typeface="LM Sans 12"/>
            </a:endParaRPr>
          </a:p>
          <a:p>
            <a:pPr marL="25164">
              <a:spcBef>
                <a:spcPts val="10"/>
              </a:spcBef>
            </a:pPr>
            <a:r>
              <a:rPr sz="2378" spc="-10" dirty="0">
                <a:latin typeface="MathJax_AMS"/>
                <a:cs typeface="MathJax_AMS"/>
              </a:rPr>
              <a:t>∴ </a:t>
            </a:r>
            <a:r>
              <a:rPr sz="2378" spc="-10" dirty="0">
                <a:latin typeface="LM Sans 12"/>
                <a:cs typeface="LM Sans 12"/>
              </a:rPr>
              <a:t>Ann is a </a:t>
            </a:r>
            <a:r>
              <a:rPr sz="2378" spc="-20" dirty="0">
                <a:latin typeface="LM Sans 12"/>
                <a:cs typeface="LM Sans 12"/>
              </a:rPr>
              <a:t>junior </a:t>
            </a:r>
            <a:r>
              <a:rPr sz="2378" spc="-50" dirty="0">
                <a:latin typeface="LM Sans 12"/>
                <a:cs typeface="LM Sans 12"/>
              </a:rPr>
              <a:t>or </a:t>
            </a:r>
            <a:r>
              <a:rPr sz="2378" spc="-10" dirty="0">
                <a:latin typeface="LM Sans 12"/>
                <a:cs typeface="LM Sans 12"/>
              </a:rPr>
              <a:t>an</a:t>
            </a:r>
            <a:r>
              <a:rPr sz="2378" spc="198" dirty="0">
                <a:latin typeface="LM Sans 12"/>
                <a:cs typeface="LM Sans 12"/>
              </a:rPr>
              <a:t> </a:t>
            </a:r>
            <a:r>
              <a:rPr sz="2378" spc="-10" dirty="0">
                <a:latin typeface="LM Sans 12"/>
                <a:cs typeface="LM Sans 12"/>
              </a:rPr>
              <a:t>alien.</a:t>
            </a:r>
            <a:endParaRPr sz="2378" dirty="0">
              <a:latin typeface="LM Sans 12"/>
              <a:cs typeface="LM Sans 12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495798" y="6661918"/>
            <a:ext cx="312035" cy="155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59"/>
              </a:lnSpc>
            </a:pPr>
            <a:r>
              <a:rPr sz="1189" b="1" spc="-10" dirty="0">
                <a:solidFill>
                  <a:srgbClr val="FFFFFF"/>
                </a:solidFill>
                <a:latin typeface="LM Sans 10"/>
                <a:cs typeface="LM Sans 10"/>
              </a:rPr>
              <a:t>ence</a:t>
            </a:r>
            <a:endParaRPr sz="1189">
              <a:latin typeface="LM Sans 10"/>
              <a:cs typeface="LM Sans 10"/>
            </a:endParaRPr>
          </a:p>
        </p:txBody>
      </p:sp>
      <p:grpSp>
        <p:nvGrpSpPr>
          <p:cNvPr id="64" name="object 44">
            <a:extLst>
              <a:ext uri="{FF2B5EF4-FFF2-40B4-BE49-F238E27FC236}">
                <a16:creationId xmlns:a16="http://schemas.microsoft.com/office/drawing/2014/main" id="{CF3BA785-6EA0-4697-B023-4B14A2B19D4B}"/>
              </a:ext>
            </a:extLst>
          </p:cNvPr>
          <p:cNvGrpSpPr/>
          <p:nvPr/>
        </p:nvGrpSpPr>
        <p:grpSpPr>
          <a:xfrm>
            <a:off x="1264971" y="3562327"/>
            <a:ext cx="8455133" cy="1380250"/>
            <a:chOff x="195795" y="2597174"/>
            <a:chExt cx="4267200" cy="696595"/>
          </a:xfrm>
        </p:grpSpPr>
        <p:sp>
          <p:nvSpPr>
            <p:cNvPr id="65" name="object 45">
              <a:extLst>
                <a:ext uri="{FF2B5EF4-FFF2-40B4-BE49-F238E27FC236}">
                  <a16:creationId xmlns:a16="http://schemas.microsoft.com/office/drawing/2014/main" id="{EA52BFD5-8EC8-4E86-ADFB-895D5F415F1C}"/>
                </a:ext>
              </a:extLst>
            </p:cNvPr>
            <p:cNvSpPr/>
            <p:nvPr/>
          </p:nvSpPr>
          <p:spPr>
            <a:xfrm>
              <a:off x="195795" y="2749194"/>
              <a:ext cx="4216450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6" name="object 46">
              <a:extLst>
                <a:ext uri="{FF2B5EF4-FFF2-40B4-BE49-F238E27FC236}">
                  <a16:creationId xmlns:a16="http://schemas.microsoft.com/office/drawing/2014/main" id="{81C7D3D8-787E-4A69-9395-09F2F25756BC}"/>
                </a:ext>
              </a:extLst>
            </p:cNvPr>
            <p:cNvSpPr/>
            <p:nvPr/>
          </p:nvSpPr>
          <p:spPr>
            <a:xfrm>
              <a:off x="246595" y="3191992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7" name="object 47">
              <a:extLst>
                <a:ext uri="{FF2B5EF4-FFF2-40B4-BE49-F238E27FC236}">
                  <a16:creationId xmlns:a16="http://schemas.microsoft.com/office/drawing/2014/main" id="{25096437-9620-413E-A337-B3C9CCF72BE4}"/>
                </a:ext>
              </a:extLst>
            </p:cNvPr>
            <p:cNvSpPr/>
            <p:nvPr/>
          </p:nvSpPr>
          <p:spPr>
            <a:xfrm>
              <a:off x="297396" y="3179292"/>
              <a:ext cx="4165599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8" name="object 48">
              <a:extLst>
                <a:ext uri="{FF2B5EF4-FFF2-40B4-BE49-F238E27FC236}">
                  <a16:creationId xmlns:a16="http://schemas.microsoft.com/office/drawing/2014/main" id="{AD872251-0170-4884-A2C1-838F8ED9FBA2}"/>
                </a:ext>
              </a:extLst>
            </p:cNvPr>
            <p:cNvSpPr/>
            <p:nvPr/>
          </p:nvSpPr>
          <p:spPr>
            <a:xfrm>
              <a:off x="4412246" y="2597175"/>
              <a:ext cx="50749" cy="59481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9" name="object 49">
              <a:extLst>
                <a:ext uri="{FF2B5EF4-FFF2-40B4-BE49-F238E27FC236}">
                  <a16:creationId xmlns:a16="http://schemas.microsoft.com/office/drawing/2014/main" id="{E0B440DF-FD6C-42B3-97DD-231AE6807BFB}"/>
                </a:ext>
              </a:extLst>
            </p:cNvPr>
            <p:cNvSpPr/>
            <p:nvPr/>
          </p:nvSpPr>
          <p:spPr>
            <a:xfrm>
              <a:off x="195795" y="2793479"/>
              <a:ext cx="4217035" cy="449580"/>
            </a:xfrm>
            <a:custGeom>
              <a:avLst/>
              <a:gdLst/>
              <a:ahLst/>
              <a:cxnLst/>
              <a:rect l="l" t="t" r="r" b="b"/>
              <a:pathLst>
                <a:path w="4217035" h="449580">
                  <a:moveTo>
                    <a:pt x="4216451" y="0"/>
                  </a:moveTo>
                  <a:lnTo>
                    <a:pt x="0" y="0"/>
                  </a:lnTo>
                  <a:lnTo>
                    <a:pt x="0" y="398513"/>
                  </a:lnTo>
                  <a:lnTo>
                    <a:pt x="4008" y="418238"/>
                  </a:lnTo>
                  <a:lnTo>
                    <a:pt x="14922" y="434390"/>
                  </a:lnTo>
                  <a:lnTo>
                    <a:pt x="31075" y="445305"/>
                  </a:lnTo>
                  <a:lnTo>
                    <a:pt x="50800" y="449313"/>
                  </a:lnTo>
                  <a:lnTo>
                    <a:pt x="4165651" y="449313"/>
                  </a:lnTo>
                  <a:lnTo>
                    <a:pt x="4185376" y="445305"/>
                  </a:lnTo>
                  <a:lnTo>
                    <a:pt x="4201528" y="434390"/>
                  </a:lnTo>
                  <a:lnTo>
                    <a:pt x="4212442" y="418238"/>
                  </a:lnTo>
                  <a:lnTo>
                    <a:pt x="4216451" y="398513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 dirty="0"/>
            </a:p>
          </p:txBody>
        </p:sp>
        <p:sp>
          <p:nvSpPr>
            <p:cNvPr id="70" name="object 50">
              <a:extLst>
                <a:ext uri="{FF2B5EF4-FFF2-40B4-BE49-F238E27FC236}">
                  <a16:creationId xmlns:a16="http://schemas.microsoft.com/office/drawing/2014/main" id="{728E5C1B-AE57-4E69-984E-38EB2F17CB73}"/>
                </a:ext>
              </a:extLst>
            </p:cNvPr>
            <p:cNvSpPr/>
            <p:nvPr/>
          </p:nvSpPr>
          <p:spPr>
            <a:xfrm>
              <a:off x="4412246" y="2635274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4">
                  <a:moveTo>
                    <a:pt x="0" y="5757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1" name="object 51">
              <a:extLst>
                <a:ext uri="{FF2B5EF4-FFF2-40B4-BE49-F238E27FC236}">
                  <a16:creationId xmlns:a16="http://schemas.microsoft.com/office/drawing/2014/main" id="{52A00CBC-68F6-45B4-9B4E-F1AD52C33400}"/>
                </a:ext>
              </a:extLst>
            </p:cNvPr>
            <p:cNvSpPr/>
            <p:nvPr/>
          </p:nvSpPr>
          <p:spPr>
            <a:xfrm>
              <a:off x="4412246" y="26225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2" name="object 52">
              <a:extLst>
                <a:ext uri="{FF2B5EF4-FFF2-40B4-BE49-F238E27FC236}">
                  <a16:creationId xmlns:a16="http://schemas.microsoft.com/office/drawing/2014/main" id="{993BB3C3-F930-4C80-8160-A2F768AEFFA0}"/>
                </a:ext>
              </a:extLst>
            </p:cNvPr>
            <p:cNvSpPr/>
            <p:nvPr/>
          </p:nvSpPr>
          <p:spPr>
            <a:xfrm>
              <a:off x="4412246" y="26098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3" name="object 53">
              <a:extLst>
                <a:ext uri="{FF2B5EF4-FFF2-40B4-BE49-F238E27FC236}">
                  <a16:creationId xmlns:a16="http://schemas.microsoft.com/office/drawing/2014/main" id="{A1EEE636-B4BC-48A2-B867-67A562F2719D}"/>
                </a:ext>
              </a:extLst>
            </p:cNvPr>
            <p:cNvSpPr/>
            <p:nvPr/>
          </p:nvSpPr>
          <p:spPr>
            <a:xfrm>
              <a:off x="4412246" y="2597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4" name="object 54">
              <a:extLst>
                <a:ext uri="{FF2B5EF4-FFF2-40B4-BE49-F238E27FC236}">
                  <a16:creationId xmlns:a16="http://schemas.microsoft.com/office/drawing/2014/main" id="{7EEC10F9-71F7-43E9-80DD-1C2E66EA5714}"/>
                </a:ext>
              </a:extLst>
            </p:cNvPr>
            <p:cNvSpPr/>
            <p:nvPr/>
          </p:nvSpPr>
          <p:spPr>
            <a:xfrm>
              <a:off x="1738579" y="2831439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76" name="object 55">
            <a:extLst>
              <a:ext uri="{FF2B5EF4-FFF2-40B4-BE49-F238E27FC236}">
                <a16:creationId xmlns:a16="http://schemas.microsoft.com/office/drawing/2014/main" id="{5CA2F851-ABB7-4681-A1BF-3BFE5FCC5000}"/>
              </a:ext>
            </a:extLst>
          </p:cNvPr>
          <p:cNvSpPr txBox="1"/>
          <p:nvPr/>
        </p:nvSpPr>
        <p:spPr>
          <a:xfrm>
            <a:off x="2236041" y="3943358"/>
            <a:ext cx="1114769" cy="756006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algn="ctr">
              <a:spcBef>
                <a:spcPts val="188"/>
              </a:spcBef>
            </a:pPr>
            <a:r>
              <a:rPr lang="en-US" sz="2378" i="1" spc="-218" dirty="0">
                <a:latin typeface="Georgia"/>
                <a:cs typeface="Georgia"/>
              </a:rPr>
              <a:t>q</a:t>
            </a:r>
            <a:endParaRPr sz="2378" dirty="0">
              <a:latin typeface="Georgia"/>
              <a:cs typeface="Georgia"/>
            </a:endParaRPr>
          </a:p>
          <a:p>
            <a:pPr algn="ctr">
              <a:spcBef>
                <a:spcPts val="10"/>
              </a:spcBef>
            </a:pPr>
            <a:r>
              <a:rPr sz="2378" spc="-10" dirty="0">
                <a:latin typeface="MathJax_AMS"/>
                <a:cs typeface="MathJax_AMS"/>
              </a:rPr>
              <a:t>∴ </a:t>
            </a: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-168" dirty="0">
                <a:latin typeface="DejaVu Sans"/>
                <a:cs typeface="DejaVu Sans"/>
              </a:rPr>
              <a:t>∨</a:t>
            </a:r>
            <a:r>
              <a:rPr sz="2378" i="1" spc="-367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78" name="object 57">
            <a:extLst>
              <a:ext uri="{FF2B5EF4-FFF2-40B4-BE49-F238E27FC236}">
                <a16:creationId xmlns:a16="http://schemas.microsoft.com/office/drawing/2014/main" id="{4F10EED9-77A5-4F86-9D3E-44CDE8B2F4CA}"/>
              </a:ext>
            </a:extLst>
          </p:cNvPr>
          <p:cNvSpPr txBox="1"/>
          <p:nvPr/>
        </p:nvSpPr>
        <p:spPr>
          <a:xfrm>
            <a:off x="4744764" y="4012808"/>
            <a:ext cx="3774613" cy="756006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475593">
              <a:spcBef>
                <a:spcPts val="188"/>
              </a:spcBef>
            </a:pPr>
            <a:r>
              <a:rPr sz="2378" spc="-10" dirty="0">
                <a:latin typeface="LM Sans 12"/>
                <a:cs typeface="LM Sans 12"/>
              </a:rPr>
              <a:t>Ann is a</a:t>
            </a:r>
            <a:r>
              <a:rPr lang="en-US" sz="2378" spc="-30" dirty="0">
                <a:latin typeface="LM Sans 12"/>
                <a:cs typeface="LM Sans 12"/>
              </a:rPr>
              <a:t>n alien</a:t>
            </a:r>
            <a:endParaRPr sz="2378" dirty="0">
              <a:latin typeface="LM Sans 12"/>
              <a:cs typeface="LM Sans 12"/>
            </a:endParaRPr>
          </a:p>
          <a:p>
            <a:pPr marL="25164">
              <a:spcBef>
                <a:spcPts val="10"/>
              </a:spcBef>
            </a:pPr>
            <a:r>
              <a:rPr sz="2378" spc="-10" dirty="0">
                <a:latin typeface="MathJax_AMS"/>
                <a:cs typeface="MathJax_AMS"/>
              </a:rPr>
              <a:t>∴ </a:t>
            </a:r>
            <a:r>
              <a:rPr sz="2378" spc="-10" dirty="0">
                <a:latin typeface="LM Sans 12"/>
                <a:cs typeface="LM Sans 12"/>
              </a:rPr>
              <a:t>Ann is a </a:t>
            </a:r>
            <a:r>
              <a:rPr sz="2378" spc="-20" dirty="0">
                <a:latin typeface="LM Sans 12"/>
                <a:cs typeface="LM Sans 12"/>
              </a:rPr>
              <a:t>junior </a:t>
            </a:r>
            <a:r>
              <a:rPr sz="2378" spc="-50" dirty="0">
                <a:latin typeface="LM Sans 12"/>
                <a:cs typeface="LM Sans 12"/>
              </a:rPr>
              <a:t>or </a:t>
            </a:r>
            <a:r>
              <a:rPr sz="2378" spc="-10" dirty="0">
                <a:latin typeface="LM Sans 12"/>
                <a:cs typeface="LM Sans 12"/>
              </a:rPr>
              <a:t>an</a:t>
            </a:r>
            <a:r>
              <a:rPr sz="2378" spc="198" dirty="0">
                <a:latin typeface="LM Sans 12"/>
                <a:cs typeface="LM Sans 12"/>
              </a:rPr>
              <a:t> </a:t>
            </a:r>
            <a:r>
              <a:rPr sz="2378" spc="-10" dirty="0">
                <a:latin typeface="LM Sans 12"/>
                <a:cs typeface="LM Sans 12"/>
              </a:rPr>
              <a:t>alien.</a:t>
            </a:r>
            <a:endParaRPr sz="2378" dirty="0">
              <a:latin typeface="LM Sans 12"/>
              <a:cs typeface="LM Sans 1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8691A0-6CEF-496A-FC45-3A84B930B91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  <p:extLst>
      <p:ext uri="{BB962C8B-B14F-4D97-AF65-F5344CB8AC3E}">
        <p14:creationId xmlns:p14="http://schemas.microsoft.com/office/powerpoint/2010/main" val="2224341488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003758" y="1721413"/>
            <a:ext cx="8455133" cy="3037313"/>
            <a:chOff x="195795" y="701161"/>
            <a:chExt cx="4267200" cy="1084580"/>
          </a:xfrm>
        </p:grpSpPr>
        <p:sp>
          <p:nvSpPr>
            <p:cNvPr id="6" name="object 6"/>
            <p:cNvSpPr/>
            <p:nvPr/>
          </p:nvSpPr>
          <p:spPr>
            <a:xfrm>
              <a:off x="195795" y="869632"/>
              <a:ext cx="4216450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" name="object 7"/>
            <p:cNvSpPr/>
            <p:nvPr/>
          </p:nvSpPr>
          <p:spPr>
            <a:xfrm>
              <a:off x="246595" y="1683575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8" name="object 8"/>
            <p:cNvSpPr/>
            <p:nvPr/>
          </p:nvSpPr>
          <p:spPr>
            <a:xfrm>
              <a:off x="297396" y="1670875"/>
              <a:ext cx="4165599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9" name="object 9"/>
            <p:cNvSpPr/>
            <p:nvPr/>
          </p:nvSpPr>
          <p:spPr>
            <a:xfrm>
              <a:off x="4412246" y="701167"/>
              <a:ext cx="50749" cy="9824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95795" y="913916"/>
              <a:ext cx="4217035" cy="821055"/>
            </a:xfrm>
            <a:custGeom>
              <a:avLst/>
              <a:gdLst/>
              <a:ahLst/>
              <a:cxnLst/>
              <a:rect l="l" t="t" r="r" b="b"/>
              <a:pathLst>
                <a:path w="4217035" h="821055">
                  <a:moveTo>
                    <a:pt x="4216451" y="0"/>
                  </a:moveTo>
                  <a:lnTo>
                    <a:pt x="0" y="0"/>
                  </a:lnTo>
                  <a:lnTo>
                    <a:pt x="0" y="769659"/>
                  </a:lnTo>
                  <a:lnTo>
                    <a:pt x="4008" y="789384"/>
                  </a:lnTo>
                  <a:lnTo>
                    <a:pt x="14922" y="805537"/>
                  </a:lnTo>
                  <a:lnTo>
                    <a:pt x="31075" y="816451"/>
                  </a:lnTo>
                  <a:lnTo>
                    <a:pt x="50800" y="820459"/>
                  </a:lnTo>
                  <a:lnTo>
                    <a:pt x="4165651" y="820459"/>
                  </a:lnTo>
                  <a:lnTo>
                    <a:pt x="4185376" y="816451"/>
                  </a:lnTo>
                  <a:lnTo>
                    <a:pt x="4201528" y="805537"/>
                  </a:lnTo>
                  <a:lnTo>
                    <a:pt x="4212442" y="789384"/>
                  </a:lnTo>
                  <a:lnTo>
                    <a:pt x="4216451" y="769659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12246" y="739261"/>
              <a:ext cx="0" cy="963930"/>
            </a:xfrm>
            <a:custGeom>
              <a:avLst/>
              <a:gdLst/>
              <a:ahLst/>
              <a:cxnLst/>
              <a:rect l="l" t="t" r="r" b="b"/>
              <a:pathLst>
                <a:path h="963930">
                  <a:moveTo>
                    <a:pt x="0" y="9633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2246" y="7265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4412246" y="7138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2246" y="7011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897" y="493516"/>
            <a:ext cx="4397424" cy="1253199"/>
          </a:xfrm>
          <a:prstGeom prst="rect">
            <a:avLst/>
          </a:prstGeom>
        </p:spPr>
        <p:txBody>
          <a:bodyPr vert="horz" wrap="square" lIns="0" tIns="30197" rIns="0" bIns="0" rtlCol="0" anchor="ctr">
            <a:spAutoFit/>
          </a:bodyPr>
          <a:lstStyle/>
          <a:p>
            <a:pPr marL="25164">
              <a:spcBef>
                <a:spcPts val="238"/>
              </a:spcBef>
            </a:pPr>
            <a:r>
              <a:rPr spc="10" dirty="0">
                <a:solidFill>
                  <a:schemeClr val="bg1"/>
                </a:solidFill>
              </a:rPr>
              <a:t>Rules of Inference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spc="1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xfrm>
            <a:off x="1139003" y="3136518"/>
            <a:ext cx="9784385" cy="1698765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>
              <a:spcBef>
                <a:spcPts val="139"/>
              </a:spcBef>
            </a:pPr>
            <a:endParaRPr sz="2180" dirty="0"/>
          </a:p>
          <a:p>
            <a:pPr marL="613996" indent="-285609">
              <a:buClr>
                <a:srgbClr val="006400"/>
              </a:buClr>
              <a:buSzPct val="91666"/>
              <a:buFont typeface="DejaVu Sans"/>
              <a:buChar char="•"/>
              <a:tabLst>
                <a:tab pos="615254" algn="l"/>
              </a:tabLst>
            </a:pPr>
            <a:r>
              <a:rPr sz="2378" spc="-10" dirty="0">
                <a:latin typeface="LM Sans 12"/>
                <a:cs typeface="LM Sans 12"/>
              </a:rPr>
              <a:t>Ex.: Ann </a:t>
            </a:r>
            <a:r>
              <a:rPr sz="2378" spc="-20" dirty="0">
                <a:latin typeface="LM Sans 12"/>
                <a:cs typeface="LM Sans 12"/>
              </a:rPr>
              <a:t>knows </a:t>
            </a:r>
            <a:r>
              <a:rPr sz="2378" spc="-10" dirty="0">
                <a:latin typeface="LM Sans 12"/>
                <a:cs typeface="LM Sans 12"/>
              </a:rPr>
              <a:t>math and</a:t>
            </a:r>
            <a:r>
              <a:rPr sz="2378" spc="188" dirty="0">
                <a:latin typeface="LM Sans 12"/>
                <a:cs typeface="LM Sans 12"/>
              </a:rPr>
              <a:t> </a:t>
            </a:r>
            <a:r>
              <a:rPr sz="2378" spc="-10" dirty="0">
                <a:latin typeface="LM Sans 12"/>
                <a:cs typeface="LM Sans 12"/>
              </a:rPr>
              <a:t>physics</a:t>
            </a:r>
            <a:endParaRPr lang="en-US" sz="2378" spc="-10" dirty="0">
              <a:latin typeface="LM Sans 12"/>
              <a:cs typeface="LM Sans 12"/>
            </a:endParaRPr>
          </a:p>
          <a:p>
            <a:pPr marL="328387">
              <a:buClr>
                <a:srgbClr val="006400"/>
              </a:buClr>
              <a:buSzPct val="91666"/>
              <a:tabLst>
                <a:tab pos="615254" algn="l"/>
              </a:tabLst>
            </a:pPr>
            <a:r>
              <a:rPr lang="en-US" sz="2378" spc="-10" dirty="0">
                <a:latin typeface="LM Sans 12"/>
                <a:cs typeface="LM Sans 12"/>
              </a:rPr>
              <a:t>	 </a:t>
            </a:r>
            <a:r>
              <a:rPr lang="en-PK" sz="2378" spc="-10" dirty="0">
                <a:latin typeface="MathJax_AMS"/>
                <a:cs typeface="MathJax_AMS"/>
              </a:rPr>
              <a:t>∴</a:t>
            </a:r>
            <a:r>
              <a:rPr lang="en-US" sz="2378" spc="-10" dirty="0">
                <a:latin typeface="LM Sans 12"/>
                <a:cs typeface="LM Sans 12"/>
              </a:rPr>
              <a:t>  Ann knows math</a:t>
            </a:r>
          </a:p>
          <a:p>
            <a:pPr marL="328387">
              <a:buClr>
                <a:srgbClr val="006400"/>
              </a:buClr>
              <a:buSzPct val="91666"/>
              <a:tabLst>
                <a:tab pos="615254" algn="l"/>
              </a:tabLst>
            </a:pPr>
            <a:endParaRPr sz="2378" dirty="0">
              <a:latin typeface="LM Sans 12"/>
              <a:cs typeface="LM Sans 1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9" y="1796014"/>
            <a:ext cx="8355735" cy="446663"/>
          </a:xfrm>
          <a:custGeom>
            <a:avLst/>
            <a:gdLst/>
            <a:ahLst/>
            <a:cxnLst/>
            <a:rect l="l" t="t" r="r" b="b"/>
            <a:pathLst>
              <a:path w="4217035" h="225425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216451" y="225360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/>
          <p:nvPr/>
        </p:nvSpPr>
        <p:spPr>
          <a:xfrm>
            <a:off x="1306307" y="1765755"/>
            <a:ext cx="2312580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sz="2774" b="1" spc="30" dirty="0">
                <a:solidFill>
                  <a:srgbClr val="FFFFFF"/>
                </a:solidFill>
                <a:latin typeface="LM Sans 10"/>
                <a:cs typeface="LM Sans 10"/>
              </a:rPr>
              <a:t>Specialization</a:t>
            </a:r>
            <a:endParaRPr sz="2774" dirty="0">
              <a:latin typeface="LM Sans 10"/>
              <a:cs typeface="LM Sans 1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8854" y="2268609"/>
            <a:ext cx="663074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-168" dirty="0">
                <a:latin typeface="DejaVu Sans"/>
                <a:cs typeface="DejaVu Sans"/>
              </a:rPr>
              <a:t>∧</a:t>
            </a:r>
            <a:r>
              <a:rPr sz="2378" i="1" spc="-226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6262" y="2291647"/>
            <a:ext cx="663074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-168" dirty="0">
                <a:latin typeface="DejaVu Sans"/>
                <a:cs typeface="DejaVu Sans"/>
              </a:rPr>
              <a:t>∧</a:t>
            </a:r>
            <a:r>
              <a:rPr sz="2378" i="1" spc="-218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45" name="object 54">
            <a:extLst>
              <a:ext uri="{FF2B5EF4-FFF2-40B4-BE49-F238E27FC236}">
                <a16:creationId xmlns:a16="http://schemas.microsoft.com/office/drawing/2014/main" id="{EB6CFFB4-F1D8-4888-9C6A-DFA5CA95C37F}"/>
              </a:ext>
            </a:extLst>
          </p:cNvPr>
          <p:cNvSpPr/>
          <p:nvPr/>
        </p:nvSpPr>
        <p:spPr>
          <a:xfrm>
            <a:off x="3227294" y="2476840"/>
            <a:ext cx="0" cy="363621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346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470055-6008-4D24-88CC-867CE7C63647}"/>
              </a:ext>
            </a:extLst>
          </p:cNvPr>
          <p:cNvSpPr txBox="1"/>
          <p:nvPr/>
        </p:nvSpPr>
        <p:spPr>
          <a:xfrm>
            <a:off x="1830679" y="2658648"/>
            <a:ext cx="1035256" cy="45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378" spc="-10" dirty="0">
                <a:latin typeface="MathJax_AMS"/>
                <a:cs typeface="MathJax_AMS"/>
              </a:rPr>
              <a:t>∴</a:t>
            </a:r>
            <a:r>
              <a:rPr lang="en-US" sz="2378" spc="-10" dirty="0">
                <a:latin typeface="MathJax_AMS"/>
                <a:cs typeface="MathJax_AMS"/>
              </a:rPr>
              <a:t> p</a:t>
            </a:r>
            <a:endParaRPr lang="en-PK" sz="3567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604B6A-B35C-478D-B4E0-611FFB68070D}"/>
              </a:ext>
            </a:extLst>
          </p:cNvPr>
          <p:cNvSpPr txBox="1"/>
          <p:nvPr/>
        </p:nvSpPr>
        <p:spPr>
          <a:xfrm>
            <a:off x="3557611" y="2709392"/>
            <a:ext cx="1035256" cy="45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378" spc="-10" dirty="0">
                <a:latin typeface="MathJax_AMS"/>
                <a:cs typeface="MathJax_AMS"/>
              </a:rPr>
              <a:t>∴</a:t>
            </a:r>
            <a:r>
              <a:rPr lang="en-US" sz="2378" spc="-10" dirty="0">
                <a:latin typeface="MathJax_AMS"/>
                <a:cs typeface="MathJax_AMS"/>
              </a:rPr>
              <a:t> q</a:t>
            </a:r>
            <a:endParaRPr lang="en-PK" sz="3567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2FB476A-1383-2268-192B-BD9E3620A0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954058" y="1720882"/>
            <a:ext cx="8455133" cy="3037313"/>
            <a:chOff x="195795" y="701161"/>
            <a:chExt cx="4267200" cy="1084580"/>
          </a:xfrm>
        </p:grpSpPr>
        <p:sp>
          <p:nvSpPr>
            <p:cNvPr id="6" name="object 6"/>
            <p:cNvSpPr/>
            <p:nvPr/>
          </p:nvSpPr>
          <p:spPr>
            <a:xfrm>
              <a:off x="195795" y="869632"/>
              <a:ext cx="4216450" cy="506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" name="object 7"/>
            <p:cNvSpPr/>
            <p:nvPr/>
          </p:nvSpPr>
          <p:spPr>
            <a:xfrm>
              <a:off x="246595" y="1683575"/>
              <a:ext cx="101600" cy="101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8" name="object 8"/>
            <p:cNvSpPr/>
            <p:nvPr/>
          </p:nvSpPr>
          <p:spPr>
            <a:xfrm>
              <a:off x="297396" y="1670875"/>
              <a:ext cx="4165599" cy="1143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9" name="object 9"/>
            <p:cNvSpPr/>
            <p:nvPr/>
          </p:nvSpPr>
          <p:spPr>
            <a:xfrm>
              <a:off x="4412246" y="701167"/>
              <a:ext cx="50749" cy="9824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0" name="object 10"/>
            <p:cNvSpPr/>
            <p:nvPr/>
          </p:nvSpPr>
          <p:spPr>
            <a:xfrm>
              <a:off x="195795" y="913916"/>
              <a:ext cx="4217035" cy="821055"/>
            </a:xfrm>
            <a:custGeom>
              <a:avLst/>
              <a:gdLst/>
              <a:ahLst/>
              <a:cxnLst/>
              <a:rect l="l" t="t" r="r" b="b"/>
              <a:pathLst>
                <a:path w="4217035" h="821055">
                  <a:moveTo>
                    <a:pt x="4216451" y="0"/>
                  </a:moveTo>
                  <a:lnTo>
                    <a:pt x="0" y="0"/>
                  </a:lnTo>
                  <a:lnTo>
                    <a:pt x="0" y="769659"/>
                  </a:lnTo>
                  <a:lnTo>
                    <a:pt x="4008" y="789384"/>
                  </a:lnTo>
                  <a:lnTo>
                    <a:pt x="14922" y="805537"/>
                  </a:lnTo>
                  <a:lnTo>
                    <a:pt x="31075" y="816451"/>
                  </a:lnTo>
                  <a:lnTo>
                    <a:pt x="50800" y="820459"/>
                  </a:lnTo>
                  <a:lnTo>
                    <a:pt x="4165651" y="820459"/>
                  </a:lnTo>
                  <a:lnTo>
                    <a:pt x="4185376" y="816451"/>
                  </a:lnTo>
                  <a:lnTo>
                    <a:pt x="4201528" y="805537"/>
                  </a:lnTo>
                  <a:lnTo>
                    <a:pt x="4212442" y="789384"/>
                  </a:lnTo>
                  <a:lnTo>
                    <a:pt x="4216451" y="769659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12246" y="739261"/>
              <a:ext cx="0" cy="963930"/>
            </a:xfrm>
            <a:custGeom>
              <a:avLst/>
              <a:gdLst/>
              <a:ahLst/>
              <a:cxnLst/>
              <a:rect l="l" t="t" r="r" b="b"/>
              <a:pathLst>
                <a:path h="963930">
                  <a:moveTo>
                    <a:pt x="0" y="9633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2246" y="7265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4412246" y="7138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2246" y="7011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897" y="493516"/>
            <a:ext cx="4397424" cy="1253199"/>
          </a:xfrm>
          <a:prstGeom prst="rect">
            <a:avLst/>
          </a:prstGeom>
        </p:spPr>
        <p:txBody>
          <a:bodyPr vert="horz" wrap="square" lIns="0" tIns="30197" rIns="0" bIns="0" rtlCol="0" anchor="ctr">
            <a:spAutoFit/>
          </a:bodyPr>
          <a:lstStyle/>
          <a:p>
            <a:pPr marL="25164">
              <a:spcBef>
                <a:spcPts val="238"/>
              </a:spcBef>
            </a:pPr>
            <a:r>
              <a:rPr spc="10" dirty="0">
                <a:solidFill>
                  <a:schemeClr val="bg1"/>
                </a:solidFill>
              </a:rPr>
              <a:t>Rules of Inference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spc="1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9" y="1796014"/>
            <a:ext cx="8355735" cy="446663"/>
          </a:xfrm>
          <a:custGeom>
            <a:avLst/>
            <a:gdLst/>
            <a:ahLst/>
            <a:cxnLst/>
            <a:rect l="l" t="t" r="r" b="b"/>
            <a:pathLst>
              <a:path w="4217035" h="225425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216451" y="225360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/>
          <p:nvPr/>
        </p:nvSpPr>
        <p:spPr>
          <a:xfrm>
            <a:off x="1195482" y="1795625"/>
            <a:ext cx="2312580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sz="2774" b="1" dirty="0">
                <a:solidFill>
                  <a:schemeClr val="bg1"/>
                </a:solidFill>
                <a:latin typeface="LM Sans 10"/>
                <a:cs typeface="LM Sans 10"/>
              </a:rPr>
              <a:t>Elimination</a:t>
            </a:r>
            <a:endParaRPr sz="2774" b="1" dirty="0">
              <a:solidFill>
                <a:schemeClr val="bg1"/>
              </a:solidFill>
              <a:latin typeface="LM Sans 10"/>
              <a:cs typeface="LM Sans 1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314989-8E3B-4DFE-93A2-A171ADF1D0E2}"/>
              </a:ext>
            </a:extLst>
          </p:cNvPr>
          <p:cNvSpPr txBox="1"/>
          <p:nvPr/>
        </p:nvSpPr>
        <p:spPr>
          <a:xfrm>
            <a:off x="1566464" y="2225539"/>
            <a:ext cx="6094940" cy="262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74" dirty="0"/>
              <a:t>p ∨ q      p ∨ q </a:t>
            </a:r>
          </a:p>
          <a:p>
            <a:r>
              <a:rPr lang="en-US" sz="2774" dirty="0"/>
              <a:t>∼ p         ∼ q </a:t>
            </a:r>
          </a:p>
          <a:p>
            <a:r>
              <a:rPr lang="en-US" sz="2774" dirty="0"/>
              <a:t>∴ q          ∴ p</a:t>
            </a:r>
          </a:p>
          <a:p>
            <a:r>
              <a:rPr lang="en-US" sz="1783" dirty="0"/>
              <a:t>Today is Saturday or today is Sunday</a:t>
            </a:r>
          </a:p>
          <a:p>
            <a:r>
              <a:rPr lang="en-US" sz="1783" dirty="0"/>
              <a:t> Today is not Saturday </a:t>
            </a:r>
          </a:p>
          <a:p>
            <a:r>
              <a:rPr lang="en-US" sz="1783" dirty="0"/>
              <a:t>∴ Today is Sunday </a:t>
            </a:r>
          </a:p>
          <a:p>
            <a:endParaRPr lang="en-US" sz="2774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B0BFE0-85AF-415E-810F-6AD754D532DA}"/>
              </a:ext>
            </a:extLst>
          </p:cNvPr>
          <p:cNvSpPr txBox="1"/>
          <p:nvPr/>
        </p:nvSpPr>
        <p:spPr>
          <a:xfrm>
            <a:off x="901968" y="4789610"/>
            <a:ext cx="10719901" cy="1556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78" dirty="0"/>
              <a:t>For instance suppose you know that for number x,</a:t>
            </a:r>
          </a:p>
          <a:p>
            <a:r>
              <a:rPr lang="en-US" sz="2378" dirty="0"/>
              <a:t> x-3=0 or x+2=0 .</a:t>
            </a:r>
          </a:p>
          <a:p>
            <a:r>
              <a:rPr lang="en-US" sz="2378" dirty="0"/>
              <a:t>If you also know that x is not negative, then x≠-2, so x+2≠0</a:t>
            </a:r>
          </a:p>
          <a:p>
            <a:r>
              <a:rPr lang="en-US" sz="2378" dirty="0"/>
              <a:t>By elimination, you can conclude that  x-3=0</a:t>
            </a:r>
            <a:endParaRPr lang="en-PK" sz="2378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B6C5473-7C30-6D1E-C928-972DE482ED5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  <p:extLst>
      <p:ext uri="{BB962C8B-B14F-4D97-AF65-F5344CB8AC3E}">
        <p14:creationId xmlns:p14="http://schemas.microsoft.com/office/powerpoint/2010/main" val="2296082703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346E73-9062-4018-9A1B-7E5C93BE91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843"/>
          <a:stretch/>
        </p:blipFill>
        <p:spPr>
          <a:xfrm>
            <a:off x="498535" y="3674980"/>
            <a:ext cx="10859748" cy="2728568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A15A5D97-1FF2-4780-9E25-37DE8DE62D22}"/>
              </a:ext>
            </a:extLst>
          </p:cNvPr>
          <p:cNvSpPr/>
          <p:nvPr/>
        </p:nvSpPr>
        <p:spPr>
          <a:xfrm>
            <a:off x="1916674" y="1571917"/>
            <a:ext cx="8355735" cy="446663"/>
          </a:xfrm>
          <a:custGeom>
            <a:avLst/>
            <a:gdLst/>
            <a:ahLst/>
            <a:cxnLst/>
            <a:rect l="l" t="t" r="r" b="b"/>
            <a:pathLst>
              <a:path w="4217035" h="225425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216451" y="225360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2F75AB6-7B81-405E-BC57-5A824C1D722B}"/>
              </a:ext>
            </a:extLst>
          </p:cNvPr>
          <p:cNvSpPr txBox="1"/>
          <p:nvPr/>
        </p:nvSpPr>
        <p:spPr>
          <a:xfrm>
            <a:off x="1992164" y="1511919"/>
            <a:ext cx="1879757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sz="2774" b="1" spc="-10" dirty="0">
                <a:solidFill>
                  <a:srgbClr val="FFFFFF"/>
                </a:solidFill>
                <a:latin typeface="LM Sans 10"/>
                <a:cs typeface="LM Sans 10"/>
              </a:rPr>
              <a:t>Transitivity</a:t>
            </a:r>
            <a:endParaRPr sz="2774">
              <a:latin typeface="LM Sans 10"/>
              <a:cs typeface="LM Sans 10"/>
            </a:endParaRPr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E7BB4A52-AF4F-4D04-9050-5A337C8FC546}"/>
              </a:ext>
            </a:extLst>
          </p:cNvPr>
          <p:cNvGrpSpPr/>
          <p:nvPr/>
        </p:nvGrpSpPr>
        <p:grpSpPr>
          <a:xfrm>
            <a:off x="1916671" y="1659532"/>
            <a:ext cx="8455133" cy="1776583"/>
            <a:chOff x="195795" y="837345"/>
            <a:chExt cx="4267200" cy="896619"/>
          </a:xfrm>
        </p:grpSpPr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48F66078-38FE-48A6-B931-F388BB17B1D9}"/>
                </a:ext>
              </a:extLst>
            </p:cNvPr>
            <p:cNvSpPr/>
            <p:nvPr/>
          </p:nvSpPr>
          <p:spPr>
            <a:xfrm>
              <a:off x="195795" y="1005827"/>
              <a:ext cx="4216450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BB51BA2E-0C74-45BD-A428-892AFC5EABA6}"/>
                </a:ext>
              </a:extLst>
            </p:cNvPr>
            <p:cNvSpPr/>
            <p:nvPr/>
          </p:nvSpPr>
          <p:spPr>
            <a:xfrm>
              <a:off x="246595" y="1632077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EB2C0ACD-C379-42F6-9442-E215EBCB6A72}"/>
                </a:ext>
              </a:extLst>
            </p:cNvPr>
            <p:cNvSpPr/>
            <p:nvPr/>
          </p:nvSpPr>
          <p:spPr>
            <a:xfrm>
              <a:off x="297396" y="1619376"/>
              <a:ext cx="4165599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175B6E75-A8F5-4263-A057-83CCBF87F7BA}"/>
                </a:ext>
              </a:extLst>
            </p:cNvPr>
            <p:cNvSpPr/>
            <p:nvPr/>
          </p:nvSpPr>
          <p:spPr>
            <a:xfrm>
              <a:off x="4412246" y="837361"/>
              <a:ext cx="50749" cy="7947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0B0767C2-BC4A-4C35-B7D4-EE6A8655174E}"/>
                </a:ext>
              </a:extLst>
            </p:cNvPr>
            <p:cNvSpPr/>
            <p:nvPr/>
          </p:nvSpPr>
          <p:spPr>
            <a:xfrm>
              <a:off x="195795" y="1050099"/>
              <a:ext cx="4217035" cy="633095"/>
            </a:xfrm>
            <a:custGeom>
              <a:avLst/>
              <a:gdLst/>
              <a:ahLst/>
              <a:cxnLst/>
              <a:rect l="l" t="t" r="r" b="b"/>
              <a:pathLst>
                <a:path w="4217035" h="633094">
                  <a:moveTo>
                    <a:pt x="4216451" y="0"/>
                  </a:moveTo>
                  <a:lnTo>
                    <a:pt x="0" y="0"/>
                  </a:lnTo>
                  <a:lnTo>
                    <a:pt x="0" y="581977"/>
                  </a:lnTo>
                  <a:lnTo>
                    <a:pt x="4008" y="601702"/>
                  </a:lnTo>
                  <a:lnTo>
                    <a:pt x="14922" y="617855"/>
                  </a:lnTo>
                  <a:lnTo>
                    <a:pt x="31075" y="628769"/>
                  </a:lnTo>
                  <a:lnTo>
                    <a:pt x="50800" y="632777"/>
                  </a:lnTo>
                  <a:lnTo>
                    <a:pt x="4165651" y="632777"/>
                  </a:lnTo>
                  <a:lnTo>
                    <a:pt x="4185376" y="628769"/>
                  </a:lnTo>
                  <a:lnTo>
                    <a:pt x="4201528" y="617855"/>
                  </a:lnTo>
                  <a:lnTo>
                    <a:pt x="4212442" y="601702"/>
                  </a:lnTo>
                  <a:lnTo>
                    <a:pt x="4216451" y="581977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DC5FA455-7C8E-4A22-9DDA-DF3467946BC3}"/>
                </a:ext>
              </a:extLst>
            </p:cNvPr>
            <p:cNvSpPr/>
            <p:nvPr/>
          </p:nvSpPr>
          <p:spPr>
            <a:xfrm>
              <a:off x="4412246" y="875445"/>
              <a:ext cx="0" cy="775970"/>
            </a:xfrm>
            <a:custGeom>
              <a:avLst/>
              <a:gdLst/>
              <a:ahLst/>
              <a:cxnLst/>
              <a:rect l="l" t="t" r="r" b="b"/>
              <a:pathLst>
                <a:path h="775969">
                  <a:moveTo>
                    <a:pt x="0" y="7756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FB48AFC6-3778-4158-8E4B-E40A9E091377}"/>
                </a:ext>
              </a:extLst>
            </p:cNvPr>
            <p:cNvSpPr/>
            <p:nvPr/>
          </p:nvSpPr>
          <p:spPr>
            <a:xfrm>
              <a:off x="4412246" y="8627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96FF9872-D3CE-43B5-9123-3761913F0F14}"/>
                </a:ext>
              </a:extLst>
            </p:cNvPr>
            <p:cNvSpPr/>
            <p:nvPr/>
          </p:nvSpPr>
          <p:spPr>
            <a:xfrm>
              <a:off x="4412246" y="8500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DD17914C-0EEA-4954-A03D-F68DE6A9754D}"/>
                </a:ext>
              </a:extLst>
            </p:cNvPr>
            <p:cNvSpPr/>
            <p:nvPr/>
          </p:nvSpPr>
          <p:spPr>
            <a:xfrm>
              <a:off x="4412246" y="8373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6" name="object 16">
            <a:extLst>
              <a:ext uri="{FF2B5EF4-FFF2-40B4-BE49-F238E27FC236}">
                <a16:creationId xmlns:a16="http://schemas.microsoft.com/office/drawing/2014/main" id="{0EA7DD80-CEB8-4138-8089-925F464BAC6A}"/>
              </a:ext>
            </a:extLst>
          </p:cNvPr>
          <p:cNvSpPr txBox="1"/>
          <p:nvPr/>
        </p:nvSpPr>
        <p:spPr>
          <a:xfrm>
            <a:off x="-969771" y="2022782"/>
            <a:ext cx="5715412" cy="1105397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3948197" marR="11324">
              <a:spcBef>
                <a:spcPts val="188"/>
              </a:spcBef>
            </a:pPr>
            <a:r>
              <a:rPr sz="2180" i="1" spc="-218" dirty="0">
                <a:latin typeface="Georgia"/>
                <a:cs typeface="Georgia"/>
              </a:rPr>
              <a:t>p </a:t>
            </a:r>
            <a:r>
              <a:rPr sz="2180" i="1" spc="376" dirty="0">
                <a:latin typeface="DejaVu Sans"/>
                <a:cs typeface="DejaVu Sans"/>
              </a:rPr>
              <a:t>→</a:t>
            </a:r>
            <a:r>
              <a:rPr sz="2180" i="1" spc="-347" dirty="0">
                <a:latin typeface="DejaVu Sans"/>
                <a:cs typeface="DejaVu Sans"/>
              </a:rPr>
              <a:t> </a:t>
            </a:r>
            <a:r>
              <a:rPr sz="2180" i="1" spc="-297" dirty="0">
                <a:latin typeface="Georgia"/>
                <a:cs typeface="Georgia"/>
              </a:rPr>
              <a:t>q </a:t>
            </a:r>
            <a:endParaRPr lang="en-US" sz="2180" i="1" spc="-297" dirty="0">
              <a:latin typeface="Georgia"/>
              <a:cs typeface="Georgia"/>
            </a:endParaRPr>
          </a:p>
          <a:p>
            <a:pPr marL="3948197" marR="11324">
              <a:spcBef>
                <a:spcPts val="188"/>
              </a:spcBef>
            </a:pPr>
            <a:r>
              <a:rPr sz="2180" i="1" spc="-297" dirty="0">
                <a:latin typeface="Georgia"/>
                <a:cs typeface="Georgia"/>
              </a:rPr>
              <a:t> q  </a:t>
            </a:r>
            <a:r>
              <a:rPr sz="2180" i="1" spc="376" dirty="0">
                <a:latin typeface="DejaVu Sans"/>
                <a:cs typeface="DejaVu Sans"/>
              </a:rPr>
              <a:t>→</a:t>
            </a:r>
            <a:r>
              <a:rPr sz="2180" i="1" spc="-99" dirty="0">
                <a:latin typeface="DejaVu Sans"/>
                <a:cs typeface="DejaVu Sans"/>
              </a:rPr>
              <a:t> </a:t>
            </a:r>
            <a:r>
              <a:rPr sz="2180" i="1" spc="-59" dirty="0">
                <a:latin typeface="Georgia"/>
                <a:cs typeface="Georgia"/>
              </a:rPr>
              <a:t>r</a:t>
            </a:r>
            <a:endParaRPr sz="2180" dirty="0">
              <a:latin typeface="Georgia"/>
              <a:cs typeface="Georgia"/>
            </a:endParaRPr>
          </a:p>
          <a:p>
            <a:pPr marR="1009068" algn="r">
              <a:lnSpc>
                <a:spcPts val="1427"/>
              </a:lnSpc>
              <a:spcBef>
                <a:spcPts val="20"/>
              </a:spcBef>
            </a:pPr>
            <a:endParaRPr lang="en-US" sz="2180" spc="-10" dirty="0">
              <a:latin typeface="MathJax_AMS"/>
              <a:cs typeface="MathJax_AMS"/>
            </a:endParaRPr>
          </a:p>
          <a:p>
            <a:pPr marR="1009068" algn="r">
              <a:lnSpc>
                <a:spcPts val="1427"/>
              </a:lnSpc>
              <a:spcBef>
                <a:spcPts val="20"/>
              </a:spcBef>
            </a:pPr>
            <a:r>
              <a:rPr lang="en-US" sz="2180" spc="-10" dirty="0">
                <a:latin typeface="MathJax_AMS"/>
                <a:cs typeface="MathJax_AMS"/>
              </a:rPr>
              <a:t>	</a:t>
            </a:r>
            <a:r>
              <a:rPr sz="2180" spc="-10" dirty="0">
                <a:latin typeface="MathJax_AMS"/>
                <a:cs typeface="MathJax_AMS"/>
              </a:rPr>
              <a:t>∴</a:t>
            </a:r>
            <a:r>
              <a:rPr lang="en-US" sz="2180" dirty="0">
                <a:latin typeface="MathJax_AMS"/>
                <a:cs typeface="MathJax_AMS"/>
              </a:rPr>
              <a:t> </a:t>
            </a:r>
            <a:r>
              <a:rPr sz="2180" i="1" spc="-218" dirty="0">
                <a:latin typeface="Georgia"/>
                <a:cs typeface="Georgia"/>
              </a:rPr>
              <a:t>p  </a:t>
            </a:r>
            <a:r>
              <a:rPr sz="2180" i="1" spc="376" dirty="0">
                <a:latin typeface="DejaVu Sans"/>
                <a:cs typeface="DejaVu Sans"/>
              </a:rPr>
              <a:t>→</a:t>
            </a:r>
            <a:r>
              <a:rPr sz="2180" i="1" spc="-347" dirty="0">
                <a:latin typeface="DejaVu Sans"/>
                <a:cs typeface="DejaVu Sans"/>
              </a:rPr>
              <a:t> </a:t>
            </a:r>
            <a:r>
              <a:rPr sz="2180" i="1" spc="-59" dirty="0">
                <a:latin typeface="Georgia"/>
                <a:cs typeface="Georgia"/>
              </a:rPr>
              <a:t>r</a:t>
            </a:r>
            <a:endParaRPr sz="2180" dirty="0">
              <a:latin typeface="Georgia"/>
              <a:cs typeface="Georgia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29F81220-83F9-4511-8640-6E6D5E802155}"/>
              </a:ext>
            </a:extLst>
          </p:cNvPr>
          <p:cNvSpPr txBox="1">
            <a:spLocks/>
          </p:cNvSpPr>
          <p:nvPr/>
        </p:nvSpPr>
        <p:spPr>
          <a:xfrm>
            <a:off x="1740046" y="705127"/>
            <a:ext cx="4397424" cy="579425"/>
          </a:xfrm>
          <a:prstGeom prst="rect">
            <a:avLst/>
          </a:prstGeom>
        </p:spPr>
        <p:txBody>
          <a:bodyPr vert="horz" wrap="square" lIns="0" tIns="30197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25164">
              <a:spcBef>
                <a:spcPts val="238"/>
              </a:spcBef>
            </a:pPr>
            <a:r>
              <a:rPr lang="en-US" sz="3567" kern="0" spc="10" dirty="0">
                <a:solidFill>
                  <a:schemeClr val="bg1"/>
                </a:solidFill>
              </a:rPr>
              <a:t>Rules of Inference</a:t>
            </a:r>
            <a:r>
              <a:rPr lang="en-US" sz="3567" kern="0" spc="-20" dirty="0">
                <a:solidFill>
                  <a:schemeClr val="bg1"/>
                </a:solidFill>
              </a:rPr>
              <a:t> </a:t>
            </a:r>
            <a:r>
              <a:rPr lang="en-US" sz="3567" kern="0" spc="10" dirty="0">
                <a:solidFill>
                  <a:schemeClr val="bg1"/>
                </a:solidFill>
              </a:rPr>
              <a:t>(2)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EF5EA0-B96C-4EBC-8E87-1D6C2A2FC481}"/>
              </a:ext>
            </a:extLst>
          </p:cNvPr>
          <p:cNvSpPr txBox="1"/>
          <p:nvPr/>
        </p:nvSpPr>
        <p:spPr>
          <a:xfrm>
            <a:off x="4586155" y="2022633"/>
            <a:ext cx="6674720" cy="109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80" dirty="0"/>
              <a:t>If today is Friday then Today is holiday</a:t>
            </a:r>
          </a:p>
          <a:p>
            <a:r>
              <a:rPr lang="en-US" sz="2180" dirty="0"/>
              <a:t>If today is holiday then I am happy</a:t>
            </a:r>
          </a:p>
          <a:p>
            <a:r>
              <a:rPr lang="en-US" sz="2180" dirty="0"/>
              <a:t> ∴ If today is Friday then I am happy</a:t>
            </a:r>
            <a:endParaRPr lang="en-PK" sz="218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D456F-B9F0-DDA2-9BFB-97C284DDF665}"/>
              </a:ext>
            </a:extLst>
          </p:cNvPr>
          <p:cNvSpPr txBox="1">
            <a:spLocks/>
          </p:cNvSpPr>
          <p:nvPr/>
        </p:nvSpPr>
        <p:spPr>
          <a:xfrm>
            <a:off x="745275" y="1308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  <p:extLst>
      <p:ext uri="{BB962C8B-B14F-4D97-AF65-F5344CB8AC3E}">
        <p14:creationId xmlns:p14="http://schemas.microsoft.com/office/powerpoint/2010/main" val="356060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046" y="364141"/>
            <a:ext cx="4397424" cy="1253199"/>
          </a:xfrm>
          <a:prstGeom prst="rect">
            <a:avLst/>
          </a:prstGeom>
        </p:spPr>
        <p:txBody>
          <a:bodyPr vert="horz" wrap="square" lIns="0" tIns="30197" rIns="0" bIns="0" rtlCol="0" anchor="ctr">
            <a:spAutoFit/>
          </a:bodyPr>
          <a:lstStyle/>
          <a:p>
            <a:pPr marL="25164">
              <a:spcBef>
                <a:spcPts val="238"/>
              </a:spcBef>
            </a:pPr>
            <a:r>
              <a:rPr spc="10" dirty="0">
                <a:solidFill>
                  <a:schemeClr val="bg1"/>
                </a:solidFill>
              </a:rPr>
              <a:t>Rules of Inference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spc="10" dirty="0">
                <a:solidFill>
                  <a:schemeClr val="bg1"/>
                </a:solidFill>
              </a:rPr>
              <a:t>(2)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92164" y="1511919"/>
            <a:ext cx="1879757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sz="2774" b="1" spc="-10" dirty="0">
                <a:solidFill>
                  <a:srgbClr val="FFFFFF"/>
                </a:solidFill>
                <a:latin typeface="LM Sans 10"/>
                <a:cs typeface="LM Sans 10"/>
              </a:rPr>
              <a:t>Transitivity</a:t>
            </a:r>
            <a:endParaRPr sz="2774">
              <a:latin typeface="LM Sans 10"/>
              <a:cs typeface="LM Sans 1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1543" y="2106483"/>
            <a:ext cx="8355735" cy="446663"/>
          </a:xfrm>
          <a:custGeom>
            <a:avLst/>
            <a:gdLst/>
            <a:ahLst/>
            <a:cxnLst/>
            <a:rect l="l" t="t" r="r" b="b"/>
            <a:pathLst>
              <a:path w="4217035" h="225425">
                <a:moveTo>
                  <a:pt x="416565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5360"/>
                </a:lnTo>
                <a:lnTo>
                  <a:pt x="4216451" y="225360"/>
                </a:lnTo>
                <a:lnTo>
                  <a:pt x="4216451" y="50800"/>
                </a:lnTo>
                <a:lnTo>
                  <a:pt x="4212442" y="31075"/>
                </a:lnTo>
                <a:lnTo>
                  <a:pt x="4201528" y="14922"/>
                </a:lnTo>
                <a:lnTo>
                  <a:pt x="4185376" y="4008"/>
                </a:lnTo>
                <a:lnTo>
                  <a:pt x="416565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-357802" y="2106483"/>
            <a:ext cx="8253814" cy="432265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R="1009068" algn="r">
              <a:lnSpc>
                <a:spcPts val="1427"/>
              </a:lnSpc>
              <a:spcBef>
                <a:spcPts val="20"/>
              </a:spcBef>
            </a:pPr>
            <a:endParaRPr lang="en-US" sz="2180" spc="-10" dirty="0">
              <a:latin typeface="MathJax_AMS"/>
              <a:cs typeface="MathJax_AMS"/>
            </a:endParaRPr>
          </a:p>
          <a:p>
            <a:pPr marR="1009068" algn="r">
              <a:lnSpc>
                <a:spcPts val="1427"/>
              </a:lnSpc>
              <a:spcBef>
                <a:spcPts val="20"/>
              </a:spcBef>
            </a:pPr>
            <a:r>
              <a:rPr lang="en-US" sz="2180" spc="-10" dirty="0">
                <a:latin typeface="MathJax_AMS"/>
                <a:cs typeface="MathJax_AMS"/>
              </a:rPr>
              <a:t>	</a:t>
            </a:r>
            <a:r>
              <a:rPr sz="2774" b="1" spc="50" dirty="0">
                <a:solidFill>
                  <a:srgbClr val="FFFFFF"/>
                </a:solidFill>
                <a:latin typeface="LM Sans 10"/>
                <a:cs typeface="LM Sans 10"/>
              </a:rPr>
              <a:t>Proof </a:t>
            </a:r>
            <a:r>
              <a:rPr sz="2774" b="1" spc="-10" dirty="0">
                <a:solidFill>
                  <a:srgbClr val="FFFFFF"/>
                </a:solidFill>
                <a:latin typeface="LM Sans 10"/>
                <a:cs typeface="LM Sans 10"/>
              </a:rPr>
              <a:t>by </a:t>
            </a:r>
            <a:r>
              <a:rPr sz="2774" b="1" spc="20" dirty="0">
                <a:solidFill>
                  <a:srgbClr val="FFFFFF"/>
                </a:solidFill>
                <a:latin typeface="LM Sans 10"/>
                <a:cs typeface="LM Sans 10"/>
              </a:rPr>
              <a:t>division </a:t>
            </a:r>
            <a:r>
              <a:rPr sz="2774" b="1" spc="30" dirty="0">
                <a:solidFill>
                  <a:srgbClr val="FFFFFF"/>
                </a:solidFill>
                <a:latin typeface="LM Sans 10"/>
                <a:cs typeface="LM Sans 10"/>
              </a:rPr>
              <a:t>into</a:t>
            </a:r>
            <a:r>
              <a:rPr sz="2774" b="1" spc="-40" dirty="0">
                <a:solidFill>
                  <a:srgbClr val="FFFFFF"/>
                </a:solidFill>
                <a:latin typeface="LM Sans 10"/>
                <a:cs typeface="LM Sans 10"/>
              </a:rPr>
              <a:t> </a:t>
            </a:r>
            <a:r>
              <a:rPr sz="2774" b="1" spc="20" dirty="0">
                <a:solidFill>
                  <a:srgbClr val="FFFFFF"/>
                </a:solidFill>
                <a:latin typeface="LM Sans 10"/>
                <a:cs typeface="LM Sans 10"/>
              </a:rPr>
              <a:t>cases</a:t>
            </a:r>
            <a:endParaRPr sz="2774" dirty="0">
              <a:latin typeface="LM Sans 10"/>
              <a:cs typeface="LM Sans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1542" y="2247765"/>
            <a:ext cx="8455133" cy="2140206"/>
            <a:chOff x="195795" y="1853726"/>
            <a:chExt cx="4267200" cy="1080135"/>
          </a:xfrm>
        </p:grpSpPr>
        <p:sp>
          <p:nvSpPr>
            <p:cNvPr id="18" name="object 18"/>
            <p:cNvSpPr/>
            <p:nvPr/>
          </p:nvSpPr>
          <p:spPr>
            <a:xfrm>
              <a:off x="195795" y="2022208"/>
              <a:ext cx="4216450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595" y="2831922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7396" y="2819222"/>
              <a:ext cx="4165599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1" name="object 21"/>
            <p:cNvSpPr/>
            <p:nvPr/>
          </p:nvSpPr>
          <p:spPr>
            <a:xfrm>
              <a:off x="4412246" y="1853742"/>
              <a:ext cx="50749" cy="9781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2" name="object 22"/>
            <p:cNvSpPr/>
            <p:nvPr/>
          </p:nvSpPr>
          <p:spPr>
            <a:xfrm>
              <a:off x="195795" y="2066480"/>
              <a:ext cx="4217035" cy="816610"/>
            </a:xfrm>
            <a:custGeom>
              <a:avLst/>
              <a:gdLst/>
              <a:ahLst/>
              <a:cxnLst/>
              <a:rect l="l" t="t" r="r" b="b"/>
              <a:pathLst>
                <a:path w="4217035" h="816610">
                  <a:moveTo>
                    <a:pt x="4216451" y="0"/>
                  </a:moveTo>
                  <a:lnTo>
                    <a:pt x="0" y="0"/>
                  </a:lnTo>
                  <a:lnTo>
                    <a:pt x="0" y="765441"/>
                  </a:lnTo>
                  <a:lnTo>
                    <a:pt x="4008" y="785166"/>
                  </a:lnTo>
                  <a:lnTo>
                    <a:pt x="14922" y="801319"/>
                  </a:lnTo>
                  <a:lnTo>
                    <a:pt x="31075" y="812233"/>
                  </a:lnTo>
                  <a:lnTo>
                    <a:pt x="50800" y="816242"/>
                  </a:lnTo>
                  <a:lnTo>
                    <a:pt x="4165651" y="816242"/>
                  </a:lnTo>
                  <a:lnTo>
                    <a:pt x="4185376" y="812233"/>
                  </a:lnTo>
                  <a:lnTo>
                    <a:pt x="4201528" y="801319"/>
                  </a:lnTo>
                  <a:lnTo>
                    <a:pt x="4212442" y="785166"/>
                  </a:lnTo>
                  <a:lnTo>
                    <a:pt x="4216451" y="765441"/>
                  </a:lnTo>
                  <a:lnTo>
                    <a:pt x="4216451" y="0"/>
                  </a:lnTo>
                  <a:close/>
                </a:path>
              </a:pathLst>
            </a:custGeom>
            <a:solidFill>
              <a:srgbClr val="E5ECE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3" name="object 23"/>
            <p:cNvSpPr/>
            <p:nvPr/>
          </p:nvSpPr>
          <p:spPr>
            <a:xfrm>
              <a:off x="4412246" y="1891826"/>
              <a:ext cx="0" cy="959485"/>
            </a:xfrm>
            <a:custGeom>
              <a:avLst/>
              <a:gdLst/>
              <a:ahLst/>
              <a:cxnLst/>
              <a:rect l="l" t="t" r="r" b="b"/>
              <a:pathLst>
                <a:path h="959485">
                  <a:moveTo>
                    <a:pt x="0" y="95914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4" name="object 24"/>
            <p:cNvSpPr/>
            <p:nvPr/>
          </p:nvSpPr>
          <p:spPr>
            <a:xfrm>
              <a:off x="4412246" y="18791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5" name="object 25"/>
            <p:cNvSpPr/>
            <p:nvPr/>
          </p:nvSpPr>
          <p:spPr>
            <a:xfrm>
              <a:off x="4412246" y="18664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2246" y="18537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502094" y="2673015"/>
            <a:ext cx="663074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-168" dirty="0">
                <a:latin typeface="DejaVu Sans"/>
                <a:cs typeface="DejaVu Sans"/>
              </a:rPr>
              <a:t>∨</a:t>
            </a:r>
            <a:r>
              <a:rPr sz="2378" i="1" spc="-218" dirty="0">
                <a:latin typeface="DejaVu Sans"/>
                <a:cs typeface="DejaVu Sans"/>
              </a:rPr>
              <a:t> </a:t>
            </a:r>
            <a:r>
              <a:rPr sz="2378" i="1" spc="-297" dirty="0">
                <a:latin typeface="Georgia"/>
                <a:cs typeface="Georgia"/>
              </a:rPr>
              <a:t>q</a:t>
            </a:r>
            <a:endParaRPr sz="2378">
              <a:latin typeface="Georgia"/>
              <a:cs typeface="Georg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797110" y="2744533"/>
            <a:ext cx="10066" cy="1454484"/>
            <a:chOff x="1702574" y="2104440"/>
            <a:chExt cx="5080" cy="734060"/>
          </a:xfrm>
        </p:grpSpPr>
        <p:sp>
          <p:nvSpPr>
            <p:cNvPr id="29" name="object 29"/>
            <p:cNvSpPr/>
            <p:nvPr/>
          </p:nvSpPr>
          <p:spPr>
            <a:xfrm>
              <a:off x="1705102" y="21044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0" name="object 30"/>
            <p:cNvSpPr/>
            <p:nvPr/>
          </p:nvSpPr>
          <p:spPr>
            <a:xfrm>
              <a:off x="1705102" y="2287905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5102" y="2471369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5102" y="2654833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1834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02094" y="3036510"/>
            <a:ext cx="798960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18" dirty="0">
                <a:latin typeface="Georgia"/>
                <a:cs typeface="Georgia"/>
              </a:rPr>
              <a:t>p </a:t>
            </a:r>
            <a:r>
              <a:rPr sz="2378" i="1" spc="376" dirty="0">
                <a:latin typeface="DejaVu Sans"/>
                <a:cs typeface="DejaVu Sans"/>
              </a:rPr>
              <a:t>→</a:t>
            </a:r>
            <a:r>
              <a:rPr sz="2378" i="1" spc="-317" dirty="0">
                <a:latin typeface="DejaVu Sans"/>
                <a:cs typeface="DejaVu Sans"/>
              </a:rPr>
              <a:t> </a:t>
            </a:r>
            <a:r>
              <a:rPr sz="2378" i="1" spc="-59" dirty="0">
                <a:latin typeface="Georgia"/>
                <a:cs typeface="Georgia"/>
              </a:rPr>
              <a:t>r</a:t>
            </a:r>
            <a:endParaRPr sz="2378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02091" y="3400030"/>
            <a:ext cx="792669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i="1" spc="-297" dirty="0">
                <a:latin typeface="Georgia"/>
                <a:cs typeface="Georgia"/>
              </a:rPr>
              <a:t>q </a:t>
            </a:r>
            <a:r>
              <a:rPr sz="2378" i="1" spc="376" dirty="0">
                <a:latin typeface="DejaVu Sans"/>
                <a:cs typeface="DejaVu Sans"/>
              </a:rPr>
              <a:t>→</a:t>
            </a:r>
            <a:r>
              <a:rPr sz="2378" i="1" spc="-357" dirty="0">
                <a:latin typeface="DejaVu Sans"/>
                <a:cs typeface="DejaVu Sans"/>
              </a:rPr>
              <a:t> </a:t>
            </a:r>
            <a:r>
              <a:rPr sz="2378" i="1" spc="-59" dirty="0">
                <a:latin typeface="Georgia"/>
                <a:cs typeface="Georgia"/>
              </a:rPr>
              <a:t>r</a:t>
            </a:r>
            <a:endParaRPr sz="2378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72017" y="3763258"/>
            <a:ext cx="635393" cy="3900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25164">
              <a:spcBef>
                <a:spcPts val="188"/>
              </a:spcBef>
            </a:pPr>
            <a:r>
              <a:rPr sz="2378" spc="-10" dirty="0">
                <a:latin typeface="MathJax_AMS"/>
                <a:cs typeface="MathJax_AMS"/>
              </a:rPr>
              <a:t>∴</a:t>
            </a:r>
            <a:r>
              <a:rPr sz="2378" spc="30" dirty="0">
                <a:latin typeface="MathJax_AMS"/>
                <a:cs typeface="MathJax_AMS"/>
              </a:rPr>
              <a:t> </a:t>
            </a:r>
            <a:r>
              <a:rPr sz="2378" i="1" spc="-59" dirty="0">
                <a:latin typeface="Georgia"/>
                <a:cs typeface="Georgia"/>
              </a:rPr>
              <a:t>r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51968" y="2673014"/>
            <a:ext cx="4125650" cy="1487873"/>
          </a:xfrm>
          <a:prstGeom prst="rect">
            <a:avLst/>
          </a:prstGeom>
        </p:spPr>
        <p:txBody>
          <a:bodyPr vert="horz" wrap="square" lIns="0" tIns="23906" rIns="0" bIns="0" rtlCol="0">
            <a:spAutoFit/>
          </a:bodyPr>
          <a:lstStyle/>
          <a:p>
            <a:pPr marL="525923" marR="60393" indent="392555" algn="just">
              <a:spcBef>
                <a:spcPts val="188"/>
              </a:spcBef>
            </a:pPr>
            <a:r>
              <a:rPr sz="2378" i="1" spc="119" dirty="0">
                <a:latin typeface="Georgia"/>
                <a:cs typeface="Georgia"/>
              </a:rPr>
              <a:t>x </a:t>
            </a:r>
            <a:r>
              <a:rPr sz="2378" spc="-10" dirty="0">
                <a:latin typeface="LM Sans 12"/>
                <a:cs typeface="LM Sans 12"/>
              </a:rPr>
              <a:t>is </a:t>
            </a:r>
            <a:r>
              <a:rPr sz="2378" dirty="0">
                <a:latin typeface="LM Sans 12"/>
                <a:cs typeface="LM Sans 12"/>
              </a:rPr>
              <a:t>positive </a:t>
            </a:r>
            <a:r>
              <a:rPr sz="2378" spc="-50" dirty="0">
                <a:latin typeface="LM Sans 12"/>
                <a:cs typeface="LM Sans 12"/>
              </a:rPr>
              <a:t>or </a:t>
            </a:r>
            <a:r>
              <a:rPr sz="2378" spc="-10" dirty="0">
                <a:latin typeface="LM Sans 12"/>
                <a:cs typeface="LM Sans 12"/>
              </a:rPr>
              <a:t>negative.  If x is </a:t>
            </a:r>
            <a:r>
              <a:rPr sz="2378" dirty="0">
                <a:latin typeface="LM Sans 12"/>
                <a:cs typeface="LM Sans 12"/>
              </a:rPr>
              <a:t>positive, </a:t>
            </a:r>
            <a:r>
              <a:rPr sz="2378" spc="-10" dirty="0">
                <a:latin typeface="LM Sans 12"/>
                <a:cs typeface="LM Sans 12"/>
              </a:rPr>
              <a:t>then </a:t>
            </a:r>
            <a:r>
              <a:rPr sz="2378" i="1" spc="59" dirty="0">
                <a:latin typeface="Georgia"/>
                <a:cs typeface="Georgia"/>
              </a:rPr>
              <a:t>x</a:t>
            </a:r>
            <a:r>
              <a:rPr sz="2378" spc="87" baseline="31250" dirty="0">
                <a:latin typeface="LM Roman 8"/>
                <a:cs typeface="LM Roman 8"/>
              </a:rPr>
              <a:t>2 </a:t>
            </a:r>
            <a:r>
              <a:rPr sz="2378" i="1" spc="267" dirty="0">
                <a:latin typeface="Georgia"/>
                <a:cs typeface="Georgia"/>
              </a:rPr>
              <a:t>&gt; </a:t>
            </a:r>
            <a:r>
              <a:rPr sz="2378" spc="-10" dirty="0">
                <a:latin typeface="LM Roman 12"/>
                <a:cs typeface="LM Roman 12"/>
              </a:rPr>
              <a:t>0</a:t>
            </a:r>
            <a:r>
              <a:rPr sz="2378" i="1" spc="-10" dirty="0">
                <a:latin typeface="Georgia"/>
                <a:cs typeface="Georgia"/>
              </a:rPr>
              <a:t>.  </a:t>
            </a:r>
            <a:r>
              <a:rPr sz="2378" spc="-10" dirty="0">
                <a:latin typeface="LM Sans 12"/>
                <a:cs typeface="LM Sans 12"/>
              </a:rPr>
              <a:t>If x is negative, then </a:t>
            </a:r>
            <a:r>
              <a:rPr sz="2378" i="1" spc="59" dirty="0">
                <a:latin typeface="Georgia"/>
                <a:cs typeface="Georgia"/>
              </a:rPr>
              <a:t>x</a:t>
            </a:r>
            <a:r>
              <a:rPr sz="2378" spc="87" baseline="31250" dirty="0">
                <a:latin typeface="LM Roman 8"/>
                <a:cs typeface="LM Roman 8"/>
              </a:rPr>
              <a:t>2 </a:t>
            </a:r>
            <a:r>
              <a:rPr sz="2378" i="1" spc="267" dirty="0">
                <a:latin typeface="Georgia"/>
                <a:cs typeface="Georgia"/>
              </a:rPr>
              <a:t>&gt;</a:t>
            </a:r>
            <a:r>
              <a:rPr sz="2378" i="1" spc="159" dirty="0">
                <a:latin typeface="Georgia"/>
                <a:cs typeface="Georgia"/>
              </a:rPr>
              <a:t> </a:t>
            </a:r>
            <a:r>
              <a:rPr sz="2378" spc="-10" dirty="0">
                <a:latin typeface="LM Roman 12"/>
                <a:cs typeface="LM Roman 12"/>
              </a:rPr>
              <a:t>0</a:t>
            </a:r>
            <a:r>
              <a:rPr sz="2378" i="1" spc="-10" dirty="0">
                <a:latin typeface="Georgia"/>
                <a:cs typeface="Georgia"/>
              </a:rPr>
              <a:t>.</a:t>
            </a:r>
            <a:endParaRPr sz="2378" dirty="0">
              <a:latin typeface="Georgia"/>
              <a:cs typeface="Georgia"/>
            </a:endParaRPr>
          </a:p>
          <a:p>
            <a:pPr marL="75491">
              <a:spcBef>
                <a:spcPts val="30"/>
              </a:spcBef>
            </a:pPr>
            <a:r>
              <a:rPr lang="en-US" sz="2378" spc="-10" dirty="0">
                <a:latin typeface="MathJax_AMS"/>
                <a:cs typeface="MathJax_AMS"/>
              </a:rPr>
              <a:t>      </a:t>
            </a:r>
            <a:r>
              <a:rPr sz="2378" spc="-10" dirty="0">
                <a:latin typeface="MathJax_AMS"/>
                <a:cs typeface="MathJax_AMS"/>
              </a:rPr>
              <a:t>∴ </a:t>
            </a:r>
            <a:r>
              <a:rPr sz="2378" i="1" spc="59" dirty="0">
                <a:latin typeface="Georgia"/>
                <a:cs typeface="Georgia"/>
              </a:rPr>
              <a:t>x</a:t>
            </a:r>
            <a:r>
              <a:rPr sz="2378" spc="87" baseline="31250" dirty="0">
                <a:latin typeface="LM Roman 8"/>
                <a:cs typeface="LM Roman 8"/>
              </a:rPr>
              <a:t>2 </a:t>
            </a:r>
            <a:r>
              <a:rPr sz="2378" i="1" spc="267" dirty="0">
                <a:latin typeface="Georgia"/>
                <a:cs typeface="Georgia"/>
              </a:rPr>
              <a:t>&gt;</a:t>
            </a:r>
            <a:r>
              <a:rPr sz="2378" i="1" spc="-188" dirty="0">
                <a:latin typeface="Georgia"/>
                <a:cs typeface="Georgia"/>
              </a:rPr>
              <a:t> </a:t>
            </a:r>
            <a:r>
              <a:rPr sz="2378" spc="-10" dirty="0">
                <a:latin typeface="LM Roman 12"/>
                <a:cs typeface="LM Roman 12"/>
              </a:rPr>
              <a:t>0</a:t>
            </a:r>
            <a:r>
              <a:rPr sz="2378" i="1" spc="-10" dirty="0">
                <a:latin typeface="Georgia"/>
                <a:cs typeface="Georgia"/>
              </a:rPr>
              <a:t>.</a:t>
            </a:r>
            <a:endParaRPr sz="2378" dirty="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1860" y="4542751"/>
            <a:ext cx="312035" cy="155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59"/>
              </a:lnSpc>
            </a:pPr>
            <a:r>
              <a:rPr sz="1189" b="1" spc="-10" dirty="0">
                <a:solidFill>
                  <a:srgbClr val="FFFFFF"/>
                </a:solidFill>
                <a:latin typeface="LM Sans 10"/>
                <a:cs typeface="LM Sans 10"/>
              </a:rPr>
              <a:t>ence</a:t>
            </a:r>
            <a:endParaRPr sz="1189">
              <a:latin typeface="LM Sans 10"/>
              <a:cs typeface="LM Sans 1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04678-0DAE-4867-8BE3-32C256CDA6BA}"/>
              </a:ext>
            </a:extLst>
          </p:cNvPr>
          <p:cNvSpPr txBox="1"/>
          <p:nvPr/>
        </p:nvSpPr>
        <p:spPr>
          <a:xfrm>
            <a:off x="1364579" y="1847487"/>
            <a:ext cx="6094940" cy="641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3567" dirty="0"/>
              <a:t> 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EE98CF-B44D-401D-B7FC-89988C544CC3}"/>
              </a:ext>
            </a:extLst>
          </p:cNvPr>
          <p:cNvSpPr txBox="1"/>
          <p:nvPr/>
        </p:nvSpPr>
        <p:spPr>
          <a:xfrm>
            <a:off x="1273989" y="4528706"/>
            <a:ext cx="6276121" cy="1556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78" dirty="0"/>
              <a:t>Today is Friday or today is Sunday</a:t>
            </a:r>
          </a:p>
          <a:p>
            <a:r>
              <a:rPr lang="en-US" sz="2378" dirty="0"/>
              <a:t>If today is Friday then I am happy</a:t>
            </a:r>
          </a:p>
          <a:p>
            <a:r>
              <a:rPr lang="en-US" sz="2378" dirty="0"/>
              <a:t>If today is Sunday then I am happy</a:t>
            </a:r>
          </a:p>
          <a:p>
            <a:r>
              <a:rPr lang="en-US" sz="2378" dirty="0"/>
              <a:t>∴ I am happy</a:t>
            </a:r>
            <a:endParaRPr lang="en-PK" sz="2378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3FDD31-09AE-B366-FAB3-F6DEC20F10C8}"/>
              </a:ext>
            </a:extLst>
          </p:cNvPr>
          <p:cNvSpPr txBox="1">
            <a:spLocks/>
          </p:cNvSpPr>
          <p:nvPr/>
        </p:nvSpPr>
        <p:spPr>
          <a:xfrm>
            <a:off x="745275" y="1308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 idx="4294967295"/>
          </p:nvPr>
        </p:nvSpPr>
        <p:spPr>
          <a:xfrm>
            <a:off x="1264496" y="386486"/>
            <a:ext cx="10512297" cy="1324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3170" b="1" dirty="0">
                <a:solidFill>
                  <a:schemeClr val="bg1"/>
                </a:solidFill>
              </a:rPr>
              <a:t>Examples:</a:t>
            </a:r>
            <a:endParaRPr sz="3170" b="1" dirty="0">
              <a:solidFill>
                <a:schemeClr val="bg1"/>
              </a:solidFill>
            </a:endParaRPr>
          </a:p>
        </p:txBody>
      </p:sp>
      <p:sp>
        <p:nvSpPr>
          <p:cNvPr id="299" name="Google Shape;299;p37"/>
          <p:cNvSpPr txBox="1">
            <a:spLocks noGrp="1"/>
          </p:cNvSpPr>
          <p:nvPr>
            <p:ph type="body" idx="4294967295"/>
          </p:nvPr>
        </p:nvSpPr>
        <p:spPr>
          <a:xfrm>
            <a:off x="839852" y="2246288"/>
            <a:ext cx="10512297" cy="43533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7" t="-2331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4D10-43AB-16A9-6E20-F4DCA269665F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</p:spTree>
    <p:extLst>
      <p:ext uri="{BB962C8B-B14F-4D97-AF65-F5344CB8AC3E}">
        <p14:creationId xmlns:p14="http://schemas.microsoft.com/office/powerpoint/2010/main" val="244788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 idx="4294967295"/>
          </p:nvPr>
        </p:nvSpPr>
        <p:spPr>
          <a:xfrm>
            <a:off x="1264496" y="386486"/>
            <a:ext cx="10512297" cy="1324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3170" b="1" dirty="0">
                <a:solidFill>
                  <a:schemeClr val="bg1"/>
                </a:solidFill>
              </a:rPr>
              <a:t>Examples:</a:t>
            </a:r>
            <a:endParaRPr sz="3170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4D10-43AB-16A9-6E20-F4DCA269665F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  <p:sp>
        <p:nvSpPr>
          <p:cNvPr id="3" name="Google Shape;305;p38">
            <a:extLst>
              <a:ext uri="{FF2B5EF4-FFF2-40B4-BE49-F238E27FC236}">
                <a16:creationId xmlns:a16="http://schemas.microsoft.com/office/drawing/2014/main" id="{4C91BAC7-98B4-DFAB-94F7-6D45465EAAE8}"/>
              </a:ext>
            </a:extLst>
          </p:cNvPr>
          <p:cNvSpPr txBox="1">
            <a:spLocks/>
          </p:cNvSpPr>
          <p:nvPr/>
        </p:nvSpPr>
        <p:spPr>
          <a:xfrm>
            <a:off x="737419" y="1838908"/>
            <a:ext cx="10913807" cy="54029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7" t="-2331"/>
            </a:stretch>
          </a:blipFill>
          <a:ln>
            <a:noFill/>
          </a:ln>
        </p:spPr>
        <p:txBody>
          <a:bodyPr spcFirstLastPara="1" vert="horz" wrap="square" lIns="46136" tIns="23062" rIns="46136" bIns="23062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5352" indent="-115352">
              <a:lnSpc>
                <a:spcPct val="90000"/>
              </a:lnSpc>
              <a:buSzPts val="2800"/>
            </a:pP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38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 idx="4294967295"/>
          </p:nvPr>
        </p:nvSpPr>
        <p:spPr>
          <a:xfrm>
            <a:off x="1264496" y="386486"/>
            <a:ext cx="10512297" cy="1324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3170" b="1" dirty="0">
                <a:solidFill>
                  <a:schemeClr val="bg1"/>
                </a:solidFill>
              </a:rPr>
              <a:t>Examples:</a:t>
            </a:r>
            <a:endParaRPr sz="3170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4D10-43AB-16A9-6E20-F4DCA269665F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  <p:sp>
        <p:nvSpPr>
          <p:cNvPr id="4" name="Google Shape;322;p41">
            <a:extLst>
              <a:ext uri="{FF2B5EF4-FFF2-40B4-BE49-F238E27FC236}">
                <a16:creationId xmlns:a16="http://schemas.microsoft.com/office/drawing/2014/main" id="{FE331D72-01DA-FF80-62AE-AFD579AC8028}"/>
              </a:ext>
            </a:extLst>
          </p:cNvPr>
          <p:cNvSpPr txBox="1">
            <a:spLocks/>
          </p:cNvSpPr>
          <p:nvPr/>
        </p:nvSpPr>
        <p:spPr>
          <a:xfrm>
            <a:off x="1033717" y="2116546"/>
            <a:ext cx="9897090" cy="40335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7" t="-1949"/>
            </a:stretch>
          </a:blipFill>
          <a:ln>
            <a:noFill/>
          </a:ln>
        </p:spPr>
        <p:txBody>
          <a:bodyPr spcFirstLastPara="1" vert="horz" wrap="square" lIns="46136" tIns="23062" rIns="46136" bIns="23062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5352" indent="-115352">
              <a:lnSpc>
                <a:spcPct val="90000"/>
              </a:lnSpc>
              <a:buSzPts val="2800"/>
            </a:pP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1317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 idx="4294967295"/>
          </p:nvPr>
        </p:nvSpPr>
        <p:spPr>
          <a:xfrm>
            <a:off x="1264496" y="386486"/>
            <a:ext cx="10512297" cy="1324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3170" b="1" dirty="0">
                <a:solidFill>
                  <a:schemeClr val="bg1"/>
                </a:solidFill>
              </a:rPr>
              <a:t>Examples:</a:t>
            </a:r>
            <a:endParaRPr sz="3170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4D10-43AB-16A9-6E20-F4DCA269665F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  <p:sp>
        <p:nvSpPr>
          <p:cNvPr id="3" name="Google Shape;327;p42">
            <a:extLst>
              <a:ext uri="{FF2B5EF4-FFF2-40B4-BE49-F238E27FC236}">
                <a16:creationId xmlns:a16="http://schemas.microsoft.com/office/drawing/2014/main" id="{C3B38421-94B3-51A9-3C37-9F7D2C6A3EAC}"/>
              </a:ext>
            </a:extLst>
          </p:cNvPr>
          <p:cNvSpPr txBox="1">
            <a:spLocks/>
          </p:cNvSpPr>
          <p:nvPr/>
        </p:nvSpPr>
        <p:spPr>
          <a:xfrm>
            <a:off x="986169" y="1629850"/>
            <a:ext cx="10512297" cy="52281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7" t="-1949"/>
            </a:stretch>
          </a:blipFill>
          <a:ln>
            <a:noFill/>
          </a:ln>
        </p:spPr>
        <p:txBody>
          <a:bodyPr spcFirstLastPara="1" vert="horz" wrap="square" lIns="46136" tIns="23062" rIns="46136" bIns="23062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5352" indent="-115352">
              <a:lnSpc>
                <a:spcPct val="90000"/>
              </a:lnSpc>
              <a:buSzPts val="2800"/>
            </a:pP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7372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 idx="4294967295"/>
          </p:nvPr>
        </p:nvSpPr>
        <p:spPr>
          <a:xfrm>
            <a:off x="1264496" y="386486"/>
            <a:ext cx="10512297" cy="1324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3170" b="1" dirty="0">
                <a:solidFill>
                  <a:schemeClr val="bg1"/>
                </a:solidFill>
              </a:rPr>
              <a:t>Examples:</a:t>
            </a:r>
            <a:endParaRPr sz="3170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4D10-43AB-16A9-6E20-F4DCA269665F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5D345770-37A5-0680-E1E8-688DDF8C2E4C}"/>
              </a:ext>
            </a:extLst>
          </p:cNvPr>
          <p:cNvSpPr txBox="1">
            <a:spLocks/>
          </p:cNvSpPr>
          <p:nvPr/>
        </p:nvSpPr>
        <p:spPr>
          <a:xfrm>
            <a:off x="866775" y="2395049"/>
            <a:ext cx="10722999" cy="563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7" t="-2476" b="-2250"/>
            </a:stretch>
          </a:blipFill>
          <a:ln>
            <a:noFill/>
          </a:ln>
        </p:spPr>
        <p:txBody>
          <a:bodyPr spcFirstLastPara="1" vert="horz" wrap="square" lIns="46136" tIns="23062" rIns="46136" bIns="23062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5352" indent="-115352">
              <a:lnSpc>
                <a:spcPct val="90000"/>
              </a:lnSpc>
              <a:buSzPts val="2800"/>
            </a:pP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73385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 idx="4294967295"/>
          </p:nvPr>
        </p:nvSpPr>
        <p:spPr>
          <a:xfrm>
            <a:off x="1264496" y="386486"/>
            <a:ext cx="10512297" cy="1324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3170" b="1" dirty="0">
                <a:solidFill>
                  <a:schemeClr val="bg1"/>
                </a:solidFill>
              </a:rPr>
              <a:t>Examples:</a:t>
            </a:r>
            <a:endParaRPr sz="3170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4D10-43AB-16A9-6E20-F4DCA269665F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9CD371-C182-4431-D513-FA7F0FAE512B}"/>
              </a:ext>
            </a:extLst>
          </p:cNvPr>
          <p:cNvSpPr/>
          <p:nvPr/>
        </p:nvSpPr>
        <p:spPr>
          <a:xfrm>
            <a:off x="839851" y="1471208"/>
            <a:ext cx="10512297" cy="5128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65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B639-A19F-9609-A4D6-A66BC2BB6CA7}"/>
              </a:ext>
            </a:extLst>
          </p:cNvPr>
          <p:cNvSpPr txBox="1">
            <a:spLocks/>
          </p:cNvSpPr>
          <p:nvPr/>
        </p:nvSpPr>
        <p:spPr>
          <a:xfrm>
            <a:off x="415207" y="258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Rule of Inference</a:t>
            </a:r>
          </a:p>
        </p:txBody>
      </p:sp>
      <p:sp>
        <p:nvSpPr>
          <p:cNvPr id="3" name="Google Shape;343;p45">
            <a:extLst>
              <a:ext uri="{FF2B5EF4-FFF2-40B4-BE49-F238E27FC236}">
                <a16:creationId xmlns:a16="http://schemas.microsoft.com/office/drawing/2014/main" id="{BE322405-2AF3-D2C1-5E42-7EDB3D4F6381}"/>
              </a:ext>
            </a:extLst>
          </p:cNvPr>
          <p:cNvSpPr txBox="1">
            <a:spLocks/>
          </p:cNvSpPr>
          <p:nvPr/>
        </p:nvSpPr>
        <p:spPr>
          <a:xfrm>
            <a:off x="415207" y="1347073"/>
            <a:ext cx="11352931" cy="47735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1206" t="-3205" r="-843" b="-874"/>
            </a:stretch>
          </a:blipFill>
          <a:ln>
            <a:noFill/>
          </a:ln>
        </p:spPr>
        <p:txBody>
          <a:bodyPr spcFirstLastPara="1" vert="horz" wrap="square" lIns="46136" tIns="23062" rIns="46136" bIns="23062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706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5352" indent="-115352">
              <a:lnSpc>
                <a:spcPct val="90000"/>
              </a:lnSpc>
              <a:buSzPts val="2800"/>
            </a:pP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86656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6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50" name="Google Shape;350;p46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6507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7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57" name="Google Shape;357;p47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111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8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64" name="Google Shape;364;p48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2264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9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71" name="Google Shape;371;p49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7285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50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78" name="Google Shape;378;p50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9348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1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85" name="Google Shape;385;p51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319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2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2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92" name="Google Shape;392;p52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0935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3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399" name="Google Shape;399;p53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2015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4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406" name="Google Shape;406;p54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7347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5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443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6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6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420" name="Google Shape;420;p56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21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7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427" name="Google Shape;427;p57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533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8"/>
          <p:cNvSpPr/>
          <p:nvPr/>
        </p:nvSpPr>
        <p:spPr>
          <a:xfrm>
            <a:off x="701" y="393"/>
            <a:ext cx="6012760" cy="685721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15" tIns="45696" rIns="91415" bIns="4569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8"/>
          <p:cNvSpPr txBox="1">
            <a:spLocks noGrp="1"/>
          </p:cNvSpPr>
          <p:nvPr>
            <p:ph type="title"/>
          </p:nvPr>
        </p:nvSpPr>
        <p:spPr>
          <a:xfrm>
            <a:off x="838804" y="622115"/>
            <a:ext cx="4794607" cy="5412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00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400"/>
            </a:pPr>
            <a:r>
              <a:rPr lang="en-US"/>
              <a:t> </a:t>
            </a:r>
            <a:endParaRPr/>
          </a:p>
        </p:txBody>
      </p:sp>
      <p:sp>
        <p:nvSpPr>
          <p:cNvPr id="434" name="Google Shape;434;p58"/>
          <p:cNvSpPr txBox="1">
            <a:spLocks noGrp="1"/>
          </p:cNvSpPr>
          <p:nvPr>
            <p:ph type="body" idx="1"/>
          </p:nvPr>
        </p:nvSpPr>
        <p:spPr>
          <a:xfrm>
            <a:off x="6521402" y="222790"/>
            <a:ext cx="5389846" cy="6362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13" t="-2793"/>
            </a:stretch>
          </a:blipFill>
          <a:ln>
            <a:noFill/>
          </a:ln>
        </p:spPr>
        <p:txBody>
          <a:bodyPr spcFirstLastPara="1" vert="horz" wrap="square" lIns="91415" tIns="45696" rIns="91415" bIns="45696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58" indent="-228558">
              <a:lnSpc>
                <a:spcPct val="90000"/>
              </a:lnSpc>
              <a:buSzPts val="2800"/>
            </a:pPr>
            <a:r>
              <a:rPr lang="en-US"/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5499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6980-CA5F-A9D6-C9AE-E001C6AD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6329F5F7-12D3-9C40-9E25-D7FF39134C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7984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68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about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leave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school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morning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and </a:t>
            </a:r>
            <a:r>
              <a:rPr sz="2400" dirty="0">
                <a:latin typeface="Microsoft Sans Serif"/>
                <a:cs typeface="Microsoft Sans Serif"/>
              </a:rPr>
              <a:t>discover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don’t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have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glasses.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know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following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statements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true: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348615" marR="423545" indent="-336550">
              <a:lnSpc>
                <a:spcPct val="100000"/>
              </a:lnSpc>
              <a:buFont typeface="Arial"/>
              <a:buAutoNum type="alphaLcPeriod"/>
              <a:tabLst>
                <a:tab pos="350520" algn="l"/>
              </a:tabLst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reading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newspaper in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kitchen,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my </a:t>
            </a:r>
            <a:r>
              <a:rPr sz="2400" dirty="0">
                <a:latin typeface="Microsoft Sans Serif"/>
                <a:cs typeface="Microsoft Sans Serif"/>
              </a:rPr>
              <a:t>glasses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kitchen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table.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"/>
              <a:buAutoNum type="alphaLcPeriod"/>
            </a:pPr>
            <a:endParaRPr sz="2400" dirty="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00000"/>
              </a:lnSpc>
              <a:buFont typeface="Arial"/>
              <a:buAutoNum type="alphaLcPeriod"/>
              <a:tabLst>
                <a:tab pos="350520" algn="l"/>
                <a:tab pos="364490" algn="l"/>
              </a:tabLst>
            </a:pPr>
            <a:r>
              <a:rPr sz="2400" b="1" dirty="0"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my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 are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kitchen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table,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saw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them</a:t>
            </a:r>
            <a:r>
              <a:rPr sz="2400" spc="-25" dirty="0">
                <a:latin typeface="Microsoft Sans Serif"/>
                <a:cs typeface="Microsoft Sans Serif"/>
              </a:rPr>
              <a:t> at </a:t>
            </a:r>
            <a:r>
              <a:rPr sz="2400" spc="-10" dirty="0">
                <a:latin typeface="Microsoft Sans Serif"/>
                <a:cs typeface="Microsoft Sans Serif"/>
              </a:rPr>
              <a:t>breakfast.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"/>
              <a:buAutoNum type="alphaLcPeriod"/>
            </a:pPr>
            <a:endParaRPr sz="2400" dirty="0">
              <a:latin typeface="Microsoft Sans Serif"/>
              <a:cs typeface="Microsoft Sans Serif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my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breakfast.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0091EC55-390F-01E1-5CCA-81B1310BC1CF}"/>
              </a:ext>
            </a:extLst>
          </p:cNvPr>
          <p:cNvSpPr txBox="1"/>
          <p:nvPr/>
        </p:nvSpPr>
        <p:spPr>
          <a:xfrm>
            <a:off x="838200" y="5933440"/>
            <a:ext cx="7819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d.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reading 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newspaper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living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room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was </a:t>
            </a:r>
            <a:r>
              <a:rPr sz="2400" dirty="0">
                <a:latin typeface="Microsoft Sans Serif"/>
                <a:cs typeface="Microsoft Sans Serif"/>
              </a:rPr>
              <a:t>reading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newspaper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kitchen.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281468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63DB-C884-C35B-B250-F0F81A87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Inference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6BC2FAB-C6DA-89B9-4515-8F2FCB89ACEA}"/>
              </a:ext>
            </a:extLst>
          </p:cNvPr>
          <p:cNvSpPr txBox="1"/>
          <p:nvPr/>
        </p:nvSpPr>
        <p:spPr>
          <a:xfrm>
            <a:off x="993140" y="1944117"/>
            <a:ext cx="10360660" cy="47556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189865" indent="-3384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e.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reading 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newspaper in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living room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then </a:t>
            </a:r>
            <a:r>
              <a:rPr sz="2400" dirty="0">
                <a:latin typeface="Microsoft Sans Serif"/>
                <a:cs typeface="Microsoft Sans Serif"/>
              </a:rPr>
              <a:t>my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coffee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table.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4531360">
              <a:lnSpc>
                <a:spcPct val="240000"/>
              </a:lnSpc>
            </a:pPr>
            <a:r>
              <a:rPr sz="2400" dirty="0">
                <a:latin typeface="Microsoft Sans Serif"/>
                <a:cs typeface="Microsoft Sans Serif"/>
              </a:rPr>
              <a:t>Where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glasses? </a:t>
            </a:r>
            <a:endParaRPr lang="en-US" sz="2400" spc="-10" dirty="0">
              <a:latin typeface="Microsoft Sans Serif"/>
              <a:cs typeface="Microsoft Sans Serif"/>
            </a:endParaRPr>
          </a:p>
          <a:p>
            <a:pPr marL="12700" marR="4531360">
              <a:lnSpc>
                <a:spcPct val="240000"/>
              </a:lnSpc>
            </a:pPr>
            <a:r>
              <a:rPr sz="2400" spc="-10" dirty="0">
                <a:solidFill>
                  <a:srgbClr val="00ADEE"/>
                </a:solidFill>
                <a:latin typeface="Microsoft Sans Serif"/>
                <a:cs typeface="Microsoft Sans Serif"/>
              </a:rPr>
              <a:t>Solution: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60515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Let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i="1" dirty="0">
                <a:latin typeface="Arial"/>
                <a:cs typeface="Arial"/>
              </a:rPr>
              <a:t>RK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reading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newspaper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kitchen.</a:t>
            </a:r>
            <a:endParaRPr sz="2400" dirty="0">
              <a:latin typeface="Microsoft Sans Serif"/>
              <a:cs typeface="Microsoft Sans Serif"/>
            </a:endParaRPr>
          </a:p>
          <a:p>
            <a:pPr marL="60071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GK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My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kitchen</a:t>
            </a:r>
            <a:r>
              <a:rPr sz="2400" spc="-10" dirty="0">
                <a:latin typeface="Microsoft Sans Serif"/>
                <a:cs typeface="Microsoft Sans Serif"/>
              </a:rPr>
              <a:t> table.</a:t>
            </a:r>
            <a:endParaRPr sz="2400" dirty="0">
              <a:latin typeface="Microsoft Sans Serif"/>
              <a:cs typeface="Microsoft Sans Serif"/>
            </a:endParaRPr>
          </a:p>
          <a:p>
            <a:pPr marL="60071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SB</a:t>
            </a:r>
            <a:r>
              <a:rPr sz="2400" i="1" spc="2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saw my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at </a:t>
            </a:r>
            <a:r>
              <a:rPr sz="2400" spc="-10" dirty="0">
                <a:latin typeface="Microsoft Sans Serif"/>
                <a:cs typeface="Microsoft Sans Serif"/>
              </a:rPr>
              <a:t>breakfast.</a:t>
            </a:r>
            <a:endParaRPr sz="2400" dirty="0">
              <a:latin typeface="Microsoft Sans Serif"/>
              <a:cs typeface="Microsoft Sans Serif"/>
            </a:endParaRPr>
          </a:p>
          <a:p>
            <a:pPr marL="600710">
              <a:lnSpc>
                <a:spcPct val="100000"/>
              </a:lnSpc>
              <a:spcBef>
                <a:spcPts val="580"/>
              </a:spcBef>
              <a:tabLst>
                <a:tab pos="1118870" algn="l"/>
              </a:tabLst>
            </a:pPr>
            <a:r>
              <a:rPr sz="2400" i="1" spc="-25" dirty="0">
                <a:latin typeface="Arial"/>
                <a:cs typeface="Arial"/>
              </a:rPr>
              <a:t>RL</a:t>
            </a:r>
            <a:r>
              <a:rPr sz="2400" i="1" dirty="0">
                <a:latin typeface="Arial"/>
                <a:cs typeface="Arial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reading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newspaper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living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room.</a:t>
            </a:r>
            <a:endParaRPr sz="2400" dirty="0">
              <a:latin typeface="Microsoft Sans Serif"/>
              <a:cs typeface="Microsoft Sans Serif"/>
            </a:endParaRPr>
          </a:p>
          <a:p>
            <a:pPr marL="60071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GC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glasses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coffee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table.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358963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7694" y="6063878"/>
            <a:ext cx="246501" cy="255869"/>
          </a:xfrm>
          <a:prstGeom prst="rect">
            <a:avLst/>
          </a:prstGeom>
        </p:spPr>
        <p:txBody>
          <a:bodyPr vert="horz" wrap="square" lIns="0" tIns="11205" rIns="0" bIns="0" rtlCol="0">
            <a:spAutoFit/>
          </a:bodyPr>
          <a:lstStyle/>
          <a:p>
            <a:pPr marL="11205" defTabSz="1811792">
              <a:spcBef>
                <a:spcPts val="89"/>
              </a:spcBef>
            </a:pPr>
            <a:r>
              <a:rPr sz="1589" spc="-8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589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01395" y="448872"/>
            <a:ext cx="7988318" cy="1039786"/>
            <a:chOff x="470915" y="495300"/>
            <a:chExt cx="9054465" cy="1178560"/>
          </a:xfrm>
        </p:grpSpPr>
        <p:sp>
          <p:nvSpPr>
            <p:cNvPr id="4" name="object 4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pPr defTabSz="1811792"/>
              <a:endParaRPr sz="1589">
                <a:solidFill>
                  <a:prstClr val="black"/>
                </a:solidFill>
                <a:latin typeface="Georgia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pPr defTabSz="1811792"/>
              <a:endParaRPr sz="1589">
                <a:solidFill>
                  <a:prstClr val="black"/>
                </a:solidFill>
                <a:latin typeface="Georgia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pPr defTabSz="1811792"/>
              <a:endParaRPr sz="1589">
                <a:solidFill>
                  <a:prstClr val="black"/>
                </a:solidFill>
                <a:latin typeface="Georgia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53783" y="779489"/>
            <a:ext cx="6883545" cy="364926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5">
              <a:spcBef>
                <a:spcPts val="93"/>
              </a:spcBef>
            </a:pPr>
            <a:r>
              <a:rPr sz="2294" dirty="0">
                <a:solidFill>
                  <a:srgbClr val="FFFFFF"/>
                </a:solidFill>
              </a:rPr>
              <a:t>Example 8 – </a:t>
            </a:r>
            <a:r>
              <a:rPr sz="2294" i="1" dirty="0">
                <a:solidFill>
                  <a:srgbClr val="FFFFFF"/>
                </a:solidFill>
              </a:rPr>
              <a:t>Application: A More </a:t>
            </a:r>
            <a:r>
              <a:rPr sz="2294" i="1" spc="-4" dirty="0">
                <a:solidFill>
                  <a:srgbClr val="FFFFFF"/>
                </a:solidFill>
              </a:rPr>
              <a:t>Complex</a:t>
            </a:r>
            <a:r>
              <a:rPr sz="2294" i="1" spc="-83" dirty="0">
                <a:solidFill>
                  <a:srgbClr val="FFFFFF"/>
                </a:solidFill>
              </a:rPr>
              <a:t> </a:t>
            </a:r>
            <a:r>
              <a:rPr sz="2294" i="1" dirty="0">
                <a:solidFill>
                  <a:srgbClr val="FFFFFF"/>
                </a:solidFill>
              </a:rPr>
              <a:t>Deduction</a:t>
            </a:r>
            <a:endParaRPr sz="2294" dirty="0"/>
          </a:p>
        </p:txBody>
      </p:sp>
      <p:sp>
        <p:nvSpPr>
          <p:cNvPr id="8" name="object 8"/>
          <p:cNvSpPr txBox="1"/>
          <p:nvPr/>
        </p:nvSpPr>
        <p:spPr>
          <a:xfrm>
            <a:off x="2535179" y="1715594"/>
            <a:ext cx="7118841" cy="2266419"/>
          </a:xfrm>
          <a:prstGeom prst="rect">
            <a:avLst/>
          </a:prstGeom>
        </p:spPr>
        <p:txBody>
          <a:bodyPr vert="horz" wrap="square" lIns="0" tIns="11205" rIns="0" bIns="0" rtlCol="0">
            <a:spAutoFit/>
          </a:bodyPr>
          <a:lstStyle/>
          <a:p>
            <a:pPr marL="11205" marR="385468" defTabSz="1811792">
              <a:spcBef>
                <a:spcPts val="89"/>
              </a:spcBef>
            </a:pP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You are about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leave for school in the morning and  discover that you don’t have your glasses. You know the  following statements are</a:t>
            </a:r>
            <a:r>
              <a:rPr sz="1589" spc="2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true:</a:t>
            </a:r>
            <a:endParaRPr sz="1589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811792">
              <a:spcBef>
                <a:spcPts val="4"/>
              </a:spcBef>
            </a:pPr>
            <a:endParaRPr sz="176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09271" marR="373702" indent="-298625" defTabSz="1811792">
              <a:buFont typeface="Arial"/>
              <a:buAutoNum type="alphaLcPeriod"/>
              <a:tabLst>
                <a:tab pos="309830" algn="l"/>
              </a:tabLst>
            </a:pP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If I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was reading the newspaper in the kitchen, then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my 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glasses are on the kitchen</a:t>
            </a:r>
            <a:r>
              <a:rPr sz="1589" spc="1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table.</a:t>
            </a:r>
            <a:endParaRPr lang="en-US" sz="1589" spc="-4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646" marR="4482" defTabSz="1811792">
              <a:tabLst>
                <a:tab pos="323277" algn="l"/>
              </a:tabLst>
            </a:pPr>
            <a:endParaRPr lang="en-US" sz="1589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646" marR="4482" defTabSz="1811792">
              <a:tabLst>
                <a:tab pos="323277" algn="l"/>
              </a:tabLst>
            </a:pPr>
            <a:r>
              <a:rPr lang="en-US" sz="1589" dirty="0">
                <a:solidFill>
                  <a:prstClr val="black"/>
                </a:solidFill>
                <a:latin typeface="Arial"/>
                <a:cs typeface="Arial"/>
              </a:rPr>
              <a:t>b.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If my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glasses are on the kitchen table, then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I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saw them at  breakfast.</a:t>
            </a:r>
            <a:endParaRPr sz="1589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811792">
              <a:spcBef>
                <a:spcPts val="4"/>
              </a:spcBef>
              <a:buFont typeface="Arial"/>
              <a:buAutoNum type="alphaLcPeriod"/>
            </a:pPr>
            <a:endParaRPr sz="176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646" defTabSz="1811792">
              <a:tabLst>
                <a:tab pos="309830" algn="l"/>
              </a:tabLst>
            </a:pPr>
            <a:r>
              <a:rPr lang="en-US" sz="1589" dirty="0">
                <a:solidFill>
                  <a:prstClr val="black"/>
                </a:solidFill>
                <a:latin typeface="Arial"/>
                <a:cs typeface="Arial"/>
              </a:rPr>
              <a:t>c.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I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did not see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my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glasses at</a:t>
            </a:r>
            <a:r>
              <a:rPr sz="1589" spc="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breakfast.</a:t>
            </a:r>
            <a:endParaRPr sz="1589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3327" y="4273052"/>
            <a:ext cx="6898671" cy="1746341"/>
          </a:xfrm>
          <a:prstGeom prst="rect">
            <a:avLst/>
          </a:prstGeom>
        </p:spPr>
        <p:txBody>
          <a:bodyPr vert="horz" wrap="square" lIns="0" tIns="11205" rIns="0" bIns="0" rtlCol="0">
            <a:spAutoFit/>
          </a:bodyPr>
          <a:lstStyle/>
          <a:p>
            <a:pPr marL="309271" marR="4482" indent="-298625" defTabSz="1811792">
              <a:spcBef>
                <a:spcPts val="89"/>
              </a:spcBef>
            </a:pPr>
            <a:r>
              <a:rPr sz="1589" b="1" spc="-4" dirty="0">
                <a:solidFill>
                  <a:prstClr val="black"/>
                </a:solidFill>
                <a:latin typeface="Arial"/>
                <a:cs typeface="Arial"/>
              </a:rPr>
              <a:t>d.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I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was reading the newspaper in the living room or </a:t>
            </a:r>
            <a:r>
              <a:rPr sz="1589" dirty="0">
                <a:solidFill>
                  <a:prstClr val="black"/>
                </a:solidFill>
                <a:latin typeface="Arial"/>
                <a:cs typeface="Arial"/>
              </a:rPr>
              <a:t>I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was  reading the newspaper in the</a:t>
            </a:r>
            <a:r>
              <a:rPr sz="1589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9" spc="-4" dirty="0">
                <a:solidFill>
                  <a:prstClr val="black"/>
                </a:solidFill>
                <a:latin typeface="Arial"/>
                <a:cs typeface="Arial"/>
              </a:rPr>
              <a:t>kitchen.</a:t>
            </a:r>
            <a:endParaRPr lang="en-US" sz="1589" spc="-4" dirty="0">
              <a:solidFill>
                <a:prstClr val="black"/>
              </a:solidFill>
              <a:latin typeface="Arial"/>
              <a:cs typeface="Arial"/>
            </a:endParaRPr>
          </a:p>
          <a:p>
            <a:pPr marL="309271" marR="4482" indent="-298625" defTabSz="1811792">
              <a:spcBef>
                <a:spcPts val="89"/>
              </a:spcBef>
            </a:pPr>
            <a:endParaRPr lang="en-US" sz="1589" spc="-4" dirty="0">
              <a:solidFill>
                <a:prstClr val="black"/>
              </a:solidFill>
              <a:latin typeface="Arial"/>
              <a:cs typeface="Arial"/>
            </a:endParaRPr>
          </a:p>
          <a:p>
            <a:pPr marL="309271" marR="167521" indent="-298625" defTabSz="1811792">
              <a:spcBef>
                <a:spcPts val="89"/>
              </a:spcBef>
            </a:pPr>
            <a:r>
              <a:rPr lang="en-US" sz="1589" b="1" spc="-4" dirty="0">
                <a:solidFill>
                  <a:prstClr val="black"/>
                </a:solidFill>
                <a:latin typeface="Arial"/>
                <a:cs typeface="Arial"/>
              </a:rPr>
              <a:t>e. </a:t>
            </a:r>
            <a:r>
              <a:rPr lang="en-US" sz="1589" dirty="0">
                <a:solidFill>
                  <a:prstClr val="black"/>
                </a:solidFill>
                <a:latin typeface="Arial"/>
                <a:cs typeface="Arial"/>
              </a:rPr>
              <a:t>If I </a:t>
            </a:r>
            <a:r>
              <a:rPr lang="en-US" sz="1589" spc="-4" dirty="0">
                <a:solidFill>
                  <a:prstClr val="black"/>
                </a:solidFill>
                <a:latin typeface="Arial"/>
                <a:cs typeface="Arial"/>
              </a:rPr>
              <a:t>was reading the newspaper in the living room then  </a:t>
            </a:r>
            <a:r>
              <a:rPr lang="en-US" sz="1589" dirty="0">
                <a:solidFill>
                  <a:prstClr val="black"/>
                </a:solidFill>
                <a:latin typeface="Arial"/>
                <a:cs typeface="Arial"/>
              </a:rPr>
              <a:t>my </a:t>
            </a:r>
            <a:r>
              <a:rPr lang="en-US" sz="1589" spc="-4" dirty="0">
                <a:solidFill>
                  <a:prstClr val="black"/>
                </a:solidFill>
                <a:latin typeface="Arial"/>
                <a:cs typeface="Arial"/>
              </a:rPr>
              <a:t>glasses are on the coffee</a:t>
            </a:r>
            <a:r>
              <a:rPr lang="en-US" sz="1589" spc="-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589" spc="-4" dirty="0">
                <a:solidFill>
                  <a:prstClr val="black"/>
                </a:solidFill>
                <a:latin typeface="Arial"/>
                <a:cs typeface="Arial"/>
              </a:rPr>
              <a:t>table.</a:t>
            </a:r>
            <a:endParaRPr lang="en-US" sz="1589" dirty="0">
              <a:solidFill>
                <a:prstClr val="black"/>
              </a:solidFill>
              <a:latin typeface="Arial"/>
              <a:cs typeface="Arial"/>
            </a:endParaRPr>
          </a:p>
          <a:p>
            <a:pPr marL="11205" marR="3998099" defTabSz="1811792">
              <a:lnSpc>
                <a:spcPct val="240000"/>
              </a:lnSpc>
            </a:pPr>
            <a:r>
              <a:rPr lang="en-US" sz="1589" spc="-4" dirty="0">
                <a:solidFill>
                  <a:prstClr val="black"/>
                </a:solidFill>
                <a:latin typeface="Arial"/>
                <a:cs typeface="Arial"/>
              </a:rPr>
              <a:t>Where are the glasses?</a:t>
            </a:r>
            <a:endParaRPr sz="1589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48A61F5D-7EB7-4BE2-9F25-5A603885CDCD}"/>
              </a:ext>
            </a:extLst>
          </p:cNvPr>
          <p:cNvSpPr/>
          <p:nvPr/>
        </p:nvSpPr>
        <p:spPr>
          <a:xfrm>
            <a:off x="4549767" y="2998049"/>
            <a:ext cx="1148828" cy="180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811792"/>
            <a:endParaRPr sz="1589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3B904C2B-C8F4-46E6-AF68-7707868FAF19}"/>
              </a:ext>
            </a:extLst>
          </p:cNvPr>
          <p:cNvSpPr/>
          <p:nvPr/>
        </p:nvSpPr>
        <p:spPr>
          <a:xfrm>
            <a:off x="4549767" y="3493746"/>
            <a:ext cx="1068152" cy="1843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811792"/>
            <a:endParaRPr sz="1589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B00C6C78-E083-44E7-B09E-6A4D96875C38}"/>
              </a:ext>
            </a:extLst>
          </p:cNvPr>
          <p:cNvSpPr/>
          <p:nvPr/>
        </p:nvSpPr>
        <p:spPr>
          <a:xfrm>
            <a:off x="4896606" y="4002960"/>
            <a:ext cx="455145" cy="1848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811792"/>
            <a:endParaRPr sz="1589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CB8506D1-C0C8-4CD8-BABD-ACCCB99BF672}"/>
              </a:ext>
            </a:extLst>
          </p:cNvPr>
          <p:cNvSpPr/>
          <p:nvPr/>
        </p:nvSpPr>
        <p:spPr>
          <a:xfrm>
            <a:off x="4878154" y="4848938"/>
            <a:ext cx="947194" cy="1733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811792"/>
            <a:endParaRPr sz="1589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EEB96114-2179-4540-9484-1A1656F92C9C}"/>
              </a:ext>
            </a:extLst>
          </p:cNvPr>
          <p:cNvSpPr/>
          <p:nvPr/>
        </p:nvSpPr>
        <p:spPr>
          <a:xfrm>
            <a:off x="4795556" y="5457799"/>
            <a:ext cx="1097105" cy="1807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811792"/>
            <a:endParaRPr sz="1589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200087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0697" y="706762"/>
            <a:ext cx="8489305" cy="55397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2327">
              <a:spcBef>
                <a:spcPts val="84"/>
              </a:spcBef>
            </a:pPr>
            <a:r>
              <a:rPr dirty="0"/>
              <a:t>Example</a:t>
            </a:r>
            <a:r>
              <a:rPr spc="9" dirty="0"/>
              <a:t> </a:t>
            </a:r>
            <a:r>
              <a:rPr dirty="0"/>
              <a:t>8</a:t>
            </a:r>
            <a:r>
              <a:rPr spc="-9" dirty="0"/>
              <a:t> </a:t>
            </a:r>
            <a:r>
              <a:rPr spc="922" dirty="0"/>
              <a:t>–</a:t>
            </a:r>
            <a:r>
              <a:rPr spc="-9" dirty="0"/>
              <a:t> </a:t>
            </a:r>
            <a:r>
              <a:rPr i="1" spc="-9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20653" y="1513586"/>
            <a:ext cx="8341931" cy="157148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327" marR="4483">
              <a:spcBef>
                <a:spcPts val="88"/>
              </a:spcBef>
            </a:pPr>
            <a:r>
              <a:rPr dirty="0"/>
              <a:t>Here</a:t>
            </a:r>
            <a:r>
              <a:rPr spc="-9" dirty="0"/>
              <a:t> </a:t>
            </a:r>
            <a:r>
              <a:rPr dirty="0"/>
              <a:t>is</a:t>
            </a:r>
            <a:r>
              <a:rPr spc="-18" dirty="0"/>
              <a:t> </a:t>
            </a:r>
            <a:r>
              <a:rPr dirty="0"/>
              <a:t>a</a:t>
            </a:r>
            <a:r>
              <a:rPr spc="-26" dirty="0"/>
              <a:t> </a:t>
            </a:r>
            <a:r>
              <a:rPr dirty="0"/>
              <a:t>sequence</a:t>
            </a:r>
            <a:r>
              <a:rPr spc="4" dirty="0"/>
              <a:t> </a:t>
            </a:r>
            <a:r>
              <a:rPr dirty="0"/>
              <a:t>of</a:t>
            </a:r>
            <a:r>
              <a:rPr spc="-22" dirty="0"/>
              <a:t> </a:t>
            </a:r>
            <a:r>
              <a:rPr dirty="0"/>
              <a:t>steps</a:t>
            </a:r>
            <a:r>
              <a:rPr spc="-26" dirty="0"/>
              <a:t> </a:t>
            </a:r>
            <a:r>
              <a:rPr dirty="0"/>
              <a:t>you</a:t>
            </a:r>
            <a:r>
              <a:rPr spc="-9" dirty="0"/>
              <a:t> </a:t>
            </a:r>
            <a:r>
              <a:rPr dirty="0"/>
              <a:t>might</a:t>
            </a:r>
            <a:r>
              <a:rPr spc="-18" dirty="0"/>
              <a:t> </a:t>
            </a:r>
            <a:r>
              <a:rPr dirty="0"/>
              <a:t>use</a:t>
            </a:r>
            <a:r>
              <a:rPr spc="-18" dirty="0"/>
              <a:t> </a:t>
            </a:r>
            <a:r>
              <a:rPr dirty="0"/>
              <a:t>to</a:t>
            </a:r>
            <a:r>
              <a:rPr spc="-26" dirty="0"/>
              <a:t> </a:t>
            </a:r>
            <a:r>
              <a:rPr dirty="0"/>
              <a:t>reach</a:t>
            </a:r>
            <a:r>
              <a:rPr spc="-9" dirty="0"/>
              <a:t> </a:t>
            </a:r>
            <a:r>
              <a:rPr spc="-22" dirty="0"/>
              <a:t>the </a:t>
            </a:r>
            <a:r>
              <a:rPr dirty="0"/>
              <a:t>answer,</a:t>
            </a:r>
            <a:r>
              <a:rPr spc="-35" dirty="0"/>
              <a:t> </a:t>
            </a:r>
            <a:r>
              <a:rPr dirty="0"/>
              <a:t>together</a:t>
            </a:r>
            <a:r>
              <a:rPr spc="-3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rules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inference</a:t>
            </a:r>
            <a:r>
              <a:rPr spc="-31" dirty="0"/>
              <a:t> </a:t>
            </a:r>
            <a:r>
              <a:rPr dirty="0"/>
              <a:t>that</a:t>
            </a:r>
            <a:r>
              <a:rPr spc="-44" dirty="0"/>
              <a:t> </a:t>
            </a:r>
            <a:r>
              <a:rPr dirty="0"/>
              <a:t>allow</a:t>
            </a:r>
            <a:r>
              <a:rPr spc="-22" dirty="0"/>
              <a:t> you </a:t>
            </a:r>
            <a:r>
              <a:rPr dirty="0"/>
              <a:t>to</a:t>
            </a:r>
            <a:r>
              <a:rPr spc="-31" dirty="0"/>
              <a:t> </a:t>
            </a:r>
            <a:r>
              <a:rPr dirty="0"/>
              <a:t>draw</a:t>
            </a:r>
            <a:r>
              <a:rPr spc="-26" dirty="0"/>
              <a:t> </a:t>
            </a:r>
            <a:r>
              <a:rPr dirty="0"/>
              <a:t>the</a:t>
            </a:r>
            <a:r>
              <a:rPr spc="-22" dirty="0"/>
              <a:t> </a:t>
            </a:r>
            <a:r>
              <a:rPr dirty="0"/>
              <a:t>conclusion</a:t>
            </a:r>
            <a:r>
              <a:rPr spc="4" dirty="0"/>
              <a:t> </a:t>
            </a:r>
            <a:r>
              <a:rPr dirty="0"/>
              <a:t>of</a:t>
            </a:r>
            <a:r>
              <a:rPr spc="-26" dirty="0"/>
              <a:t> </a:t>
            </a:r>
            <a:r>
              <a:rPr dirty="0"/>
              <a:t>each</a:t>
            </a:r>
            <a:r>
              <a:rPr spc="-22" dirty="0"/>
              <a:t> </a:t>
            </a:r>
            <a:r>
              <a:rPr spc="-9" dirty="0"/>
              <a:t>step:</a:t>
            </a:r>
          </a:p>
          <a:p>
            <a:pPr marL="12327">
              <a:spcBef>
                <a:spcPts val="2034"/>
              </a:spcBef>
            </a:pPr>
            <a:r>
              <a:rPr b="1" spc="-22" dirty="0">
                <a:latin typeface="Arial"/>
                <a:cs typeface="Arial"/>
              </a:rPr>
              <a:t>1.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6116" y="4716784"/>
            <a:ext cx="24652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2118" b="1" kern="0" spc="-22" dirty="0">
                <a:solidFill>
                  <a:sysClr val="windowText" lastClr="000000"/>
                </a:solidFill>
                <a:latin typeface="Arial"/>
                <a:cs typeface="Arial"/>
              </a:rPr>
              <a:t>2.</a:t>
            </a:r>
            <a:endParaRPr sz="2118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47909" y="1170791"/>
            <a:ext cx="55973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1588" kern="0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cont’d</a:t>
            </a:r>
            <a:endParaRPr sz="1588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2512" y="3032594"/>
            <a:ext cx="1148959" cy="1803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5172" y="3608762"/>
            <a:ext cx="1068274" cy="1843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4459" y="4224327"/>
            <a:ext cx="1287604" cy="1809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3632" y="3054723"/>
            <a:ext cx="386171" cy="1511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47791" y="3616117"/>
            <a:ext cx="393199" cy="1545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9453" y="4264335"/>
            <a:ext cx="914445" cy="15138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73722" y="4804206"/>
            <a:ext cx="1054089" cy="1843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73866" y="5294779"/>
            <a:ext cx="455197" cy="1848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28043" y="5812625"/>
            <a:ext cx="770944" cy="1730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7241" y="4859319"/>
            <a:ext cx="1559828" cy="1547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69490" y="5365185"/>
            <a:ext cx="385931" cy="1543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84575" y="5853132"/>
            <a:ext cx="1119247" cy="151322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917390" y="6109983"/>
            <a:ext cx="41717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588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19" defTabSz="806867">
              <a:lnSpc>
                <a:spcPts val="1632"/>
              </a:lnSpc>
            </a:pPr>
            <a:fld id="{81D60167-4931-47E6-BA6A-407CBD079E47}" type="slidenum">
              <a:rPr lang="en-US" spc="-44" smtClean="0"/>
              <a:pPr marL="33619" defTabSz="806867">
                <a:lnSpc>
                  <a:spcPts val="1632"/>
                </a:lnSpc>
              </a:pPr>
              <a:t>36</a:t>
            </a:fld>
            <a:endParaRPr kern="0" spc="-22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0697" y="706762"/>
            <a:ext cx="8489305" cy="55397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2327">
              <a:spcBef>
                <a:spcPts val="84"/>
              </a:spcBef>
            </a:pPr>
            <a:r>
              <a:rPr dirty="0"/>
              <a:t>Example</a:t>
            </a:r>
            <a:r>
              <a:rPr spc="9" dirty="0"/>
              <a:t> </a:t>
            </a:r>
            <a:r>
              <a:rPr dirty="0"/>
              <a:t>8</a:t>
            </a:r>
            <a:r>
              <a:rPr spc="-9" dirty="0"/>
              <a:t> </a:t>
            </a:r>
            <a:r>
              <a:rPr spc="922" dirty="0"/>
              <a:t>–</a:t>
            </a:r>
            <a:r>
              <a:rPr spc="-9" dirty="0"/>
              <a:t> </a:t>
            </a:r>
            <a:r>
              <a:rPr i="1" spc="-9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6116" y="1715398"/>
            <a:ext cx="24652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2118" b="1" kern="0" spc="-22" dirty="0">
                <a:solidFill>
                  <a:sysClr val="windowText" lastClr="000000"/>
                </a:solidFill>
                <a:latin typeface="Arial"/>
                <a:cs typeface="Arial"/>
              </a:rPr>
              <a:t>3.</a:t>
            </a:r>
            <a:endParaRPr sz="2118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6116" y="3361319"/>
            <a:ext cx="24652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2118" b="1" kern="0" spc="-22" dirty="0">
                <a:solidFill>
                  <a:sysClr val="windowText" lastClr="000000"/>
                </a:solidFill>
                <a:latin typeface="Arial"/>
                <a:cs typeface="Arial"/>
              </a:rPr>
              <a:t>4.</a:t>
            </a:r>
            <a:endParaRPr sz="2118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6116" y="5297697"/>
            <a:ext cx="4880722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Thus</a:t>
            </a:r>
            <a:r>
              <a:rPr sz="2118" kern="0" spc="-26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the</a:t>
            </a:r>
            <a:r>
              <a:rPr sz="2118" kern="0" spc="-26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glasses</a:t>
            </a:r>
            <a:r>
              <a:rPr sz="2118" kern="0" spc="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are</a:t>
            </a:r>
            <a:r>
              <a:rPr sz="2118" kern="0" spc="-18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on</a:t>
            </a:r>
            <a:r>
              <a:rPr sz="2118" kern="0" spc="-18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the</a:t>
            </a:r>
            <a:r>
              <a:rPr sz="2118" kern="0" spc="-26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coffee</a:t>
            </a:r>
            <a:r>
              <a:rPr sz="2118" kern="0" spc="-22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118" kern="0" spc="-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table.</a:t>
            </a:r>
            <a:endParaRPr sz="2118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47909" y="1170791"/>
            <a:ext cx="55973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1588" kern="0" spc="-9" dirty="0">
                <a:solidFill>
                  <a:srgbClr val="FFFFFF"/>
                </a:solidFill>
                <a:latin typeface="Microsoft Sans Serif"/>
                <a:cs typeface="Microsoft Sans Serif"/>
              </a:rPr>
              <a:t>cont’d</a:t>
            </a:r>
            <a:endParaRPr sz="1588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3921" y="1782312"/>
            <a:ext cx="947302" cy="173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7310" y="1786042"/>
            <a:ext cx="389849" cy="155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2077" y="2273629"/>
            <a:ext cx="521338" cy="1766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7289" y="2794388"/>
            <a:ext cx="543823" cy="1764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44209" y="2280622"/>
            <a:ext cx="1581373" cy="18825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6230" y="2827244"/>
            <a:ext cx="950565" cy="15161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66541" y="3465538"/>
            <a:ext cx="1097230" cy="18072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77282" y="3491146"/>
            <a:ext cx="385849" cy="15134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8269" y="4015702"/>
            <a:ext cx="312419" cy="1729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58639" y="4030084"/>
            <a:ext cx="1582461" cy="1765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16992" y="4528888"/>
            <a:ext cx="616954" cy="20651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55220" y="4551388"/>
            <a:ext cx="1145181" cy="15482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0917390" y="6109983"/>
            <a:ext cx="41717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588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19" defTabSz="806867">
              <a:lnSpc>
                <a:spcPts val="1632"/>
              </a:lnSpc>
            </a:pPr>
            <a:fld id="{81D60167-4931-47E6-BA6A-407CBD079E47}" type="slidenum">
              <a:rPr lang="en-US" spc="-44" smtClean="0"/>
              <a:pPr marL="33619" defTabSz="806867">
                <a:lnSpc>
                  <a:spcPts val="1632"/>
                </a:lnSpc>
              </a:pPr>
              <a:t>37</a:t>
            </a:fld>
            <a:endParaRPr kern="0" spc="-22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6EE31-5C5B-657A-5F90-29156C58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4E33ABF-C1D5-BF22-FC03-3836B39A6C5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080" y="1690688"/>
            <a:ext cx="10332720" cy="465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6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FFCA-6A81-B368-B764-BFD1DA3D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07204B8-920D-F03C-F0C6-2FF22F57D46A}"/>
              </a:ext>
            </a:extLst>
          </p:cNvPr>
          <p:cNvSpPr txBox="1"/>
          <p:nvPr/>
        </p:nvSpPr>
        <p:spPr>
          <a:xfrm>
            <a:off x="993140" y="1944117"/>
            <a:ext cx="10068150" cy="2395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fallacy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error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reasoning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results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invalid </a:t>
            </a:r>
            <a:r>
              <a:rPr sz="2400" dirty="0">
                <a:latin typeface="Microsoft Sans Serif"/>
                <a:cs typeface="Microsoft Sans Serif"/>
              </a:rPr>
              <a:t>argument.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Three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common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fallacies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using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ambiguous </a:t>
            </a:r>
            <a:r>
              <a:rPr sz="2400" b="1" dirty="0">
                <a:latin typeface="Arial"/>
                <a:cs typeface="Arial"/>
              </a:rPr>
              <a:t>premises,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treating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them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they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were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unambiguous, </a:t>
            </a:r>
            <a:r>
              <a:rPr sz="2400" b="1" dirty="0">
                <a:latin typeface="Arial"/>
                <a:cs typeface="Arial"/>
              </a:rPr>
              <a:t>circular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reasoning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(assuming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what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proved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without </a:t>
            </a:r>
            <a:r>
              <a:rPr sz="2400" dirty="0">
                <a:latin typeface="Microsoft Sans Serif"/>
                <a:cs typeface="Microsoft Sans Serif"/>
              </a:rPr>
              <a:t>having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derived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premises),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jumping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conclusion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(without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adequate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grounds).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8668552D-3238-166B-A51C-800DF8DDB4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786" y="4483215"/>
            <a:ext cx="8248716" cy="143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54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D94A-C8BC-F78B-21E6-0F26E19E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Converse Error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B26A188-A649-50D7-E0E0-516F72D135C6}"/>
              </a:ext>
            </a:extLst>
          </p:cNvPr>
          <p:cNvSpPr txBox="1"/>
          <p:nvPr/>
        </p:nvSpPr>
        <p:spPr>
          <a:xfrm>
            <a:off x="993140" y="1944117"/>
            <a:ext cx="10360660" cy="4723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Show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following argument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invalid:</a:t>
            </a:r>
            <a:endParaRPr sz="2400" dirty="0">
              <a:latin typeface="Microsoft Sans Serif"/>
              <a:cs typeface="Microsoft Sans Serif"/>
            </a:endParaRPr>
          </a:p>
          <a:p>
            <a:pPr marL="927100" marR="227965">
              <a:lnSpc>
                <a:spcPct val="120000"/>
              </a:lnSpc>
              <a:spcBef>
                <a:spcPts val="2014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Zeke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cheater,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Zeke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sits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 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back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row. </a:t>
            </a:r>
            <a:r>
              <a:rPr sz="2400" dirty="0">
                <a:latin typeface="Microsoft Sans Serif"/>
                <a:cs typeface="Microsoft Sans Serif"/>
              </a:rPr>
              <a:t>Zeke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sits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back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row.</a:t>
            </a:r>
            <a:endParaRPr sz="2400" dirty="0">
              <a:latin typeface="Microsoft Sans Serif"/>
              <a:cs typeface="Microsoft Sans Serif"/>
            </a:endParaRPr>
          </a:p>
          <a:p>
            <a:pPr marL="685800">
              <a:lnSpc>
                <a:spcPct val="100000"/>
              </a:lnSpc>
              <a:spcBef>
                <a:spcPts val="575"/>
              </a:spcBef>
              <a:tabLst>
                <a:tab pos="910590" algn="l"/>
              </a:tabLst>
            </a:pPr>
            <a:r>
              <a:rPr lang="en-PK" sz="2400" dirty="0"/>
              <a:t>∴ </a:t>
            </a:r>
            <a:r>
              <a:rPr sz="2400" dirty="0">
                <a:latin typeface="Microsoft Sans Serif"/>
                <a:cs typeface="Microsoft Sans Serif"/>
              </a:rPr>
              <a:t>Zeke is a</a:t>
            </a:r>
            <a:r>
              <a:rPr sz="2400" spc="-10" dirty="0">
                <a:latin typeface="Microsoft Sans Serif"/>
                <a:cs typeface="Microsoft Sans Serif"/>
              </a:rPr>
              <a:t> cheater.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Microsoft Sans Serif"/>
                <a:cs typeface="Microsoft Sans Serif"/>
              </a:rPr>
              <a:t>Solution: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1200785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Many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people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recognize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invalidity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above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intuitively,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reasoning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something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like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this: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first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information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about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Zeke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if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known </a:t>
            </a:r>
            <a:r>
              <a:rPr sz="2400" dirty="0">
                <a:latin typeface="Microsoft Sans Serif"/>
                <a:cs typeface="Microsoft Sans Serif"/>
              </a:rPr>
              <a:t>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cheater.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doesn’t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any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information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about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him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if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already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known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cheater.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7542926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82AF-A376-815D-84D2-05D725CC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Converse Error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8E8D49D-3CCA-B374-504C-06B6CCA9E370}"/>
              </a:ext>
            </a:extLst>
          </p:cNvPr>
          <p:cNvSpPr txBox="1"/>
          <p:nvPr/>
        </p:nvSpPr>
        <p:spPr>
          <a:xfrm>
            <a:off x="993140" y="1944117"/>
            <a:ext cx="10360660" cy="418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One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certainly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imagine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person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who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cheater </a:t>
            </a:r>
            <a:r>
              <a:rPr sz="2400" dirty="0">
                <a:latin typeface="Microsoft Sans Serif"/>
                <a:cs typeface="Microsoft Sans Serif"/>
              </a:rPr>
              <a:t>but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happens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 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back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row.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person’s </a:t>
            </a:r>
            <a:r>
              <a:rPr sz="2400" dirty="0">
                <a:latin typeface="Microsoft Sans Serif"/>
                <a:cs typeface="Microsoft Sans Serif"/>
              </a:rPr>
              <a:t>name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substituted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Zeke,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first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true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by </a:t>
            </a:r>
            <a:r>
              <a:rPr sz="2400" dirty="0">
                <a:latin typeface="Microsoft Sans Serif"/>
                <a:cs typeface="Microsoft Sans Serif"/>
              </a:rPr>
              <a:t>default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second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also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true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but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conclusion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false.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general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previous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follows: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3670300" marR="3144520">
              <a:lnSpc>
                <a:spcPct val="120000"/>
              </a:lnSpc>
            </a:pP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→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0" dirty="0">
                <a:latin typeface="Arial"/>
                <a:cs typeface="Arial"/>
              </a:rPr>
              <a:t>q </a:t>
            </a:r>
            <a:endParaRPr lang="en-US" sz="2400" i="1" spc="-50" dirty="0">
              <a:latin typeface="Arial"/>
              <a:cs typeface="Arial"/>
            </a:endParaRPr>
          </a:p>
          <a:p>
            <a:pPr marL="3670300" marR="3144520">
              <a:lnSpc>
                <a:spcPct val="120000"/>
              </a:lnSpc>
            </a:pPr>
            <a:r>
              <a:rPr sz="2400" i="1" spc="-50" dirty="0">
                <a:latin typeface="Arial"/>
                <a:cs typeface="Arial"/>
              </a:rPr>
              <a:t>q</a:t>
            </a:r>
            <a:endParaRPr sz="2400" dirty="0">
              <a:latin typeface="Arial"/>
              <a:cs typeface="Arial"/>
            </a:endParaRPr>
          </a:p>
          <a:p>
            <a:pPr marL="3429000">
              <a:lnSpc>
                <a:spcPct val="100000"/>
              </a:lnSpc>
              <a:spcBef>
                <a:spcPts val="575"/>
              </a:spcBef>
              <a:tabLst>
                <a:tab pos="3705225" algn="l"/>
              </a:tabLst>
            </a:pPr>
            <a:r>
              <a:rPr lang="en-PK" sz="2400" dirty="0"/>
              <a:t>∴ </a:t>
            </a:r>
            <a:r>
              <a:rPr sz="2400" i="1" spc="-50" dirty="0">
                <a:latin typeface="Arial"/>
                <a:cs typeface="Arial"/>
              </a:rPr>
              <a:t>p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9476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DCD3-D5E7-F0EE-9B0B-78725E42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B2340A6-1E84-6F02-F7F0-11EF7CFD5CCF}"/>
              </a:ext>
            </a:extLst>
          </p:cNvPr>
          <p:cNvSpPr txBox="1"/>
          <p:nvPr/>
        </p:nvSpPr>
        <p:spPr>
          <a:xfrm>
            <a:off x="993140" y="1944117"/>
            <a:ext cx="10515600" cy="4039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fallacy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underlying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invalid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called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converse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error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because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conclusion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would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premise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were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replaced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converse.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 marR="173355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Such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replacement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allowed,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however,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because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 </a:t>
            </a:r>
            <a:r>
              <a:rPr sz="2400" dirty="0">
                <a:latin typeface="Microsoft Sans Serif"/>
                <a:cs typeface="Microsoft Sans Serif"/>
              </a:rPr>
              <a:t>conditional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statement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logically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equivalent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its </a:t>
            </a:r>
            <a:r>
              <a:rPr sz="2400" dirty="0">
                <a:latin typeface="Microsoft Sans Serif"/>
                <a:cs typeface="Microsoft Sans Serif"/>
              </a:rPr>
              <a:t>converse.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Converse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error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also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known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fallacy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of </a:t>
            </a:r>
            <a:r>
              <a:rPr sz="2400" i="1" dirty="0">
                <a:latin typeface="Arial"/>
                <a:cs typeface="Arial"/>
              </a:rPr>
              <a:t>affirming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consequent</a:t>
            </a:r>
            <a:r>
              <a:rPr sz="2400" spc="-1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 marR="17272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Another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common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error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reasoning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i="1" spc="-10" dirty="0">
                <a:latin typeface="Arial"/>
                <a:cs typeface="Arial"/>
              </a:rPr>
              <a:t>inverse error</a:t>
            </a:r>
            <a:r>
              <a:rPr sz="2400" spc="-1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229178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D008-8DE1-D6FB-35D8-11DFE5E6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Error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2658846-72CE-28F9-71CC-9C1209BEF1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0389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Microsoft Sans Serif"/>
                <a:cs typeface="Microsoft Sans Serif"/>
              </a:rPr>
              <a:t>Consider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following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argument:</a:t>
            </a:r>
            <a:endParaRPr sz="2400" dirty="0">
              <a:latin typeface="Microsoft Sans Serif"/>
              <a:cs typeface="Microsoft Sans Serif"/>
            </a:endParaRPr>
          </a:p>
          <a:p>
            <a:pPr marL="1106805" marR="50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interest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rates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going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up,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stock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market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prices </a:t>
            </a:r>
            <a:r>
              <a:rPr sz="2400" dirty="0">
                <a:latin typeface="Microsoft Sans Serif"/>
                <a:cs typeface="Microsoft Sans Serif"/>
              </a:rPr>
              <a:t>will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down.</a:t>
            </a:r>
            <a:endParaRPr sz="2400" dirty="0">
              <a:latin typeface="Microsoft Sans Serif"/>
              <a:cs typeface="Microsoft Sans Serif"/>
            </a:endParaRPr>
          </a:p>
          <a:p>
            <a:pPr marL="110680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Interest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rates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going </a:t>
            </a:r>
            <a:r>
              <a:rPr sz="2400" spc="-25" dirty="0">
                <a:latin typeface="Microsoft Sans Serif"/>
                <a:cs typeface="Microsoft Sans Serif"/>
              </a:rPr>
              <a:t>up.</a:t>
            </a:r>
            <a:endParaRPr sz="2400" dirty="0">
              <a:latin typeface="Microsoft Sans Serif"/>
              <a:cs typeface="Microsoft Sans Serif"/>
            </a:endParaRPr>
          </a:p>
          <a:p>
            <a:pPr marL="1088390" indent="-275590">
              <a:lnSpc>
                <a:spcPct val="100000"/>
              </a:lnSpc>
              <a:spcBef>
                <a:spcPts val="580"/>
              </a:spcBef>
              <a:buChar char="•"/>
              <a:tabLst>
                <a:tab pos="1088390" algn="l"/>
              </a:tabLst>
            </a:pPr>
            <a:r>
              <a:rPr sz="2400" dirty="0">
                <a:latin typeface="Microsoft Sans Serif"/>
                <a:cs typeface="Microsoft Sans Serif"/>
              </a:rPr>
              <a:t>Stock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market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prices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will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down.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Microsoft Sans Serif"/>
                <a:cs typeface="Microsoft Sans Serif"/>
              </a:rPr>
              <a:t>Note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this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following</a:t>
            </a:r>
            <a:r>
              <a:rPr sz="2400" spc="-10" dirty="0">
                <a:latin typeface="Microsoft Sans Serif"/>
                <a:cs typeface="Microsoft Sans Serif"/>
              </a:rPr>
              <a:t> form:</a:t>
            </a:r>
            <a:endParaRPr sz="2400" dirty="0">
              <a:latin typeface="Microsoft Sans Serif"/>
              <a:cs typeface="Microsoft Sans Serif"/>
            </a:endParaRPr>
          </a:p>
          <a:p>
            <a:pPr marL="3613785" indent="0">
              <a:lnSpc>
                <a:spcPct val="100000"/>
              </a:lnSpc>
              <a:spcBef>
                <a:spcPts val="575"/>
              </a:spcBef>
              <a:buNone/>
            </a:pP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→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0" dirty="0">
                <a:latin typeface="Arial"/>
                <a:cs typeface="Arial"/>
              </a:rPr>
              <a:t>q</a:t>
            </a:r>
            <a:endParaRPr sz="2400" dirty="0">
              <a:latin typeface="Arial"/>
              <a:cs typeface="Arial"/>
            </a:endParaRPr>
          </a:p>
          <a:p>
            <a:pPr marL="3528060" indent="0">
              <a:lnSpc>
                <a:spcPct val="100000"/>
              </a:lnSpc>
              <a:spcBef>
                <a:spcPts val="575"/>
              </a:spcBef>
              <a:buNone/>
            </a:pPr>
            <a:r>
              <a:rPr sz="2400" spc="-25" dirty="0">
                <a:latin typeface="Cambria Math"/>
                <a:cs typeface="Cambria Math"/>
              </a:rPr>
              <a:t>∼</a:t>
            </a:r>
            <a:r>
              <a:rPr sz="2400" i="1" spc="-25" dirty="0">
                <a:latin typeface="Arial"/>
                <a:cs typeface="Arial"/>
              </a:rPr>
              <a:t>p</a:t>
            </a:r>
            <a:endParaRPr sz="2400" dirty="0">
              <a:latin typeface="Arial"/>
              <a:cs typeface="Arial"/>
            </a:endParaRPr>
          </a:p>
          <a:p>
            <a:pPr marL="3505200" lvl="1" indent="0">
              <a:lnSpc>
                <a:spcPct val="100000"/>
              </a:lnSpc>
              <a:spcBef>
                <a:spcPts val="575"/>
              </a:spcBef>
              <a:buNone/>
              <a:tabLst>
                <a:tab pos="3781425" algn="l"/>
              </a:tabLst>
            </a:pPr>
            <a:r>
              <a:rPr sz="2400" spc="-25" dirty="0">
                <a:latin typeface="Cambria Math"/>
                <a:cs typeface="Cambria Math"/>
              </a:rPr>
              <a:t>∼</a:t>
            </a:r>
            <a:r>
              <a:rPr sz="2400" i="1" spc="-25" dirty="0">
                <a:latin typeface="Arial"/>
                <a:cs typeface="Arial"/>
              </a:rPr>
              <a:t>q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4BEC6-D6B5-CB3F-B5F3-AE17FE160B45}"/>
              </a:ext>
            </a:extLst>
          </p:cNvPr>
          <p:cNvSpPr txBox="1"/>
          <p:nvPr/>
        </p:nvSpPr>
        <p:spPr>
          <a:xfrm>
            <a:off x="4052119" y="5495219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800" dirty="0"/>
              <a:t>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56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4E4D-C40D-B2C5-2751-B813AC25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9CD091A-4BD9-C691-7091-C72B6AEE63B1}"/>
              </a:ext>
            </a:extLst>
          </p:cNvPr>
          <p:cNvSpPr txBox="1"/>
          <p:nvPr/>
        </p:nvSpPr>
        <p:spPr>
          <a:xfrm>
            <a:off x="993140" y="1944117"/>
            <a:ext cx="10360660" cy="2764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fallacy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underlying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invalid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called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inverse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error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because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conclusion of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argument </a:t>
            </a:r>
            <a:r>
              <a:rPr sz="2400" dirty="0">
                <a:latin typeface="Microsoft Sans Serif"/>
                <a:cs typeface="Microsoft Sans Serif"/>
              </a:rPr>
              <a:t>would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→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were </a:t>
            </a:r>
            <a:r>
              <a:rPr sz="2400" dirty="0">
                <a:latin typeface="Microsoft Sans Serif"/>
                <a:cs typeface="Microsoft Sans Serif"/>
              </a:rPr>
              <a:t>replaced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inverse.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12700" marR="32385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Such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replacement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allowed,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however,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because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 </a:t>
            </a:r>
            <a:r>
              <a:rPr sz="2400" dirty="0">
                <a:latin typeface="Microsoft Sans Serif"/>
                <a:cs typeface="Microsoft Sans Serif"/>
              </a:rPr>
              <a:t>conditional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statement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logically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equivalent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its </a:t>
            </a:r>
            <a:r>
              <a:rPr sz="2400" dirty="0">
                <a:latin typeface="Microsoft Sans Serif"/>
                <a:cs typeface="Microsoft Sans Serif"/>
              </a:rPr>
              <a:t>inverse.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Inverse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error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also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known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fallacy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of </a:t>
            </a:r>
            <a:r>
              <a:rPr sz="2400" i="1" dirty="0">
                <a:latin typeface="Arial"/>
                <a:cs typeface="Arial"/>
              </a:rPr>
              <a:t>denying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antecedent</a:t>
            </a:r>
            <a:r>
              <a:rPr sz="2400" spc="-1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8815871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5E4C-6EB7-94C0-4198-2C14A9FB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3600" b="1" spc="4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36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sz="3600" b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lang="en-US" sz="36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6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 and</a:t>
            </a:r>
            <a:r>
              <a:rPr lang="en-US" sz="3600" b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6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4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BC10FEB-D92F-788F-E8DA-1FCA2F2B4263}"/>
              </a:ext>
            </a:extLst>
          </p:cNvPr>
          <p:cNvSpPr txBox="1">
            <a:spLocks/>
          </p:cNvSpPr>
          <p:nvPr/>
        </p:nvSpPr>
        <p:spPr>
          <a:xfrm>
            <a:off x="993140" y="1944117"/>
            <a:ext cx="10820318" cy="7569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argument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below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valid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by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modus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ponens.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But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its </a:t>
            </a:r>
            <a:r>
              <a:rPr lang="en-US" sz="2400" dirty="0">
                <a:solidFill>
                  <a:srgbClr val="000000"/>
                </a:solidFill>
              </a:rPr>
              <a:t>major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premise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2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false,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and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so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2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its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conclusion.</a:t>
            </a:r>
            <a:endParaRPr lang="en-US" sz="240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5F8D39E-35FD-AA5B-F98C-4AEDAA48CCCB}"/>
              </a:ext>
            </a:extLst>
          </p:cNvPr>
          <p:cNvSpPr txBox="1"/>
          <p:nvPr/>
        </p:nvSpPr>
        <p:spPr>
          <a:xfrm>
            <a:off x="1666748" y="3187702"/>
            <a:ext cx="9527277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107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Lennon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 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rock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star,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Lennon </a:t>
            </a:r>
            <a:r>
              <a:rPr sz="2400" dirty="0">
                <a:latin typeface="Microsoft Sans Serif"/>
                <a:cs typeface="Microsoft Sans Serif"/>
              </a:rPr>
              <a:t>had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red</a:t>
            </a:r>
            <a:r>
              <a:rPr sz="2400" spc="-10" dirty="0">
                <a:latin typeface="Microsoft Sans Serif"/>
                <a:cs typeface="Microsoft Sans Serif"/>
              </a:rPr>
              <a:t> hair.</a:t>
            </a:r>
            <a:endParaRPr sz="2400" dirty="0">
              <a:latin typeface="Microsoft Sans Serif"/>
              <a:cs typeface="Microsoft Sans Serif"/>
            </a:endParaRPr>
          </a:p>
          <a:p>
            <a:pPr marL="25336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Lennon was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rock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star.</a:t>
            </a:r>
            <a:endParaRPr sz="2400" dirty="0">
              <a:latin typeface="Microsoft Sans Serif"/>
              <a:cs typeface="Microsoft Sans Serif"/>
            </a:endParaRPr>
          </a:p>
          <a:p>
            <a:pPr marL="288290" indent="-275590">
              <a:lnSpc>
                <a:spcPct val="100000"/>
              </a:lnSpc>
              <a:spcBef>
                <a:spcPts val="575"/>
              </a:spcBef>
              <a:buChar char="•"/>
              <a:tabLst>
                <a:tab pos="288290" algn="l"/>
              </a:tabLst>
            </a:pP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Lennon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hair.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3100967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C2FB47-8297-520F-557A-25999B82F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29052"/>
            <a:ext cx="105156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sz="3200" b="1" spc="4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2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200" b="1" i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r>
              <a:rPr sz="3200" b="1" i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sz="3200" b="1" i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b="1" i="1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3200" b="1" i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Premises and</a:t>
            </a:r>
            <a:r>
              <a:rPr sz="3200" b="1" i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b="1" i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3200" b="1" i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DA7F225-9930-C632-5C59-27761A7611BB}"/>
              </a:ext>
            </a:extLst>
          </p:cNvPr>
          <p:cNvSpPr txBox="1">
            <a:spLocks/>
          </p:cNvSpPr>
          <p:nvPr/>
        </p:nvSpPr>
        <p:spPr>
          <a:xfrm>
            <a:off x="993140" y="2131499"/>
            <a:ext cx="10360660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4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argument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below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4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invalid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by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5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converse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error,</a:t>
            </a:r>
            <a:r>
              <a:rPr lang="en-US" sz="2400" spc="-5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but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it </a:t>
            </a:r>
            <a:r>
              <a:rPr lang="en-US" sz="2400" dirty="0">
                <a:solidFill>
                  <a:srgbClr val="000000"/>
                </a:solidFill>
              </a:rPr>
              <a:t>has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 true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conclusion.</a:t>
            </a:r>
            <a:endParaRPr lang="en-US" sz="2400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6E915714-30DB-61A9-59D6-D8E431078E0E}"/>
              </a:ext>
            </a:extLst>
          </p:cNvPr>
          <p:cNvSpPr txBox="1"/>
          <p:nvPr/>
        </p:nvSpPr>
        <p:spPr>
          <a:xfrm>
            <a:off x="1666749" y="3187702"/>
            <a:ext cx="665099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107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 York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big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city,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York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tall </a:t>
            </a:r>
            <a:r>
              <a:rPr sz="2400" spc="-10" dirty="0">
                <a:latin typeface="Microsoft Sans Serif"/>
                <a:cs typeface="Microsoft Sans Serif"/>
              </a:rPr>
              <a:t>buildings.</a:t>
            </a:r>
            <a:endParaRPr sz="2400" dirty="0">
              <a:latin typeface="Microsoft Sans Serif"/>
              <a:cs typeface="Microsoft Sans Serif"/>
            </a:endParaRPr>
          </a:p>
          <a:p>
            <a:pPr marL="25336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York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tall</a:t>
            </a:r>
            <a:r>
              <a:rPr sz="2400" spc="-10" dirty="0">
                <a:latin typeface="Microsoft Sans Serif"/>
                <a:cs typeface="Microsoft Sans Serif"/>
              </a:rPr>
              <a:t> buildings.</a:t>
            </a:r>
            <a:endParaRPr sz="2400" dirty="0">
              <a:latin typeface="Microsoft Sans Serif"/>
              <a:cs typeface="Microsoft Sans Serif"/>
            </a:endParaRPr>
          </a:p>
          <a:p>
            <a:pPr marL="288290" indent="-275590">
              <a:lnSpc>
                <a:spcPct val="100000"/>
              </a:lnSpc>
              <a:spcBef>
                <a:spcPts val="575"/>
              </a:spcBef>
              <a:buChar char="•"/>
              <a:tabLst>
                <a:tab pos="288290" algn="l"/>
              </a:tabLst>
            </a:pP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York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big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city.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494266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7A9-E53E-D943-1BCA-BDD43AF6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Arguments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139E666-AD0C-0A2C-0D2B-8577D0502C3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104814"/>
            <a:ext cx="10515600" cy="146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11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7A9-E53E-D943-1BCA-BDD43AF6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Arguments</a:t>
            </a:r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C1EC5306-7800-5F78-79E2-9C3C3B48F209}"/>
              </a:ext>
            </a:extLst>
          </p:cNvPr>
          <p:cNvSpPr txBox="1"/>
          <p:nvPr/>
        </p:nvSpPr>
        <p:spPr>
          <a:xfrm>
            <a:off x="2915020" y="3029238"/>
            <a:ext cx="6511491" cy="2980047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876300">
              <a:spcBef>
                <a:spcPts val="40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 only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4890">
              <a:spcBef>
                <a:spcPts val="300"/>
              </a:spcBef>
            </a:pPr>
            <a:r>
              <a:rPr lang="en-US" sz="24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valid,</a:t>
            </a:r>
            <a:r>
              <a:rPr lang="en-US"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4890">
              <a:spcBef>
                <a:spcPts val="30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its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19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Lennon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star,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Lennon had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hair.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Lennon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675">
              <a:spcBef>
                <a:spcPts val="35"/>
              </a:spcBef>
              <a:tabLst>
                <a:tab pos="43815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	John Lennon had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40765-9E1E-1879-270C-1AE1F05A804C}"/>
              </a:ext>
            </a:extLst>
          </p:cNvPr>
          <p:cNvSpPr txBox="1"/>
          <p:nvPr/>
        </p:nvSpPr>
        <p:spPr>
          <a:xfrm>
            <a:off x="976260" y="1652056"/>
            <a:ext cx="11090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people lump together the ideas of validity and truth. If an argument seems valid, they accept the conclusion as true. And if an argument seems fishy (really a slang expression for invalid), they think the conclusion must be false. This is not correct!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8F896-0B4B-0FCE-BCEA-9C833AECE0A3}"/>
              </a:ext>
            </a:extLst>
          </p:cNvPr>
          <p:cNvSpPr txBox="1"/>
          <p:nvPr/>
        </p:nvSpPr>
        <p:spPr>
          <a:xfrm>
            <a:off x="2765488" y="6262042"/>
            <a:ext cx="7750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An argument that is not sound is called unsound</a:t>
            </a:r>
            <a:r>
              <a:rPr lang="en-US" sz="1100" b="1" dirty="0"/>
              <a:t>.</a:t>
            </a:r>
            <a:endParaRPr lang="en-PK" sz="1100" b="1" dirty="0"/>
          </a:p>
        </p:txBody>
      </p:sp>
    </p:spTree>
    <p:extLst>
      <p:ext uri="{BB962C8B-B14F-4D97-AF65-F5344CB8AC3E}">
        <p14:creationId xmlns:p14="http://schemas.microsoft.com/office/powerpoint/2010/main" val="146813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1723</Words>
  <Application>Microsoft Office PowerPoint</Application>
  <PresentationFormat>Widescreen</PresentationFormat>
  <Paragraphs>279</Paragraphs>
  <Slides>48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Cambria Math</vt:lpstr>
      <vt:lpstr>DejaVu Sans</vt:lpstr>
      <vt:lpstr>Georgia</vt:lpstr>
      <vt:lpstr>LM Roman 12</vt:lpstr>
      <vt:lpstr>LM Roman 8</vt:lpstr>
      <vt:lpstr>LM Sans 10</vt:lpstr>
      <vt:lpstr>LM Sans 12</vt:lpstr>
      <vt:lpstr>MathJax_AMS</vt:lpstr>
      <vt:lpstr>Microsoft Sans Serif</vt:lpstr>
      <vt:lpstr>Times New Roman</vt:lpstr>
      <vt:lpstr>Office Theme</vt:lpstr>
      <vt:lpstr>PowerPoint Presentation</vt:lpstr>
      <vt:lpstr>Rule of Inference</vt:lpstr>
      <vt:lpstr>Rules of Inference</vt:lpstr>
      <vt:lpstr>Rules of Inference</vt:lpstr>
      <vt:lpstr>Rule of Inference</vt:lpstr>
      <vt:lpstr>Rule of Inference</vt:lpstr>
      <vt:lpstr>Rule of Inference</vt:lpstr>
      <vt:lpstr>Rules of Inference</vt:lpstr>
      <vt:lpstr>Rules of Inference (1)</vt:lpstr>
      <vt:lpstr>Rules of Inference (1)</vt:lpstr>
      <vt:lpstr>PowerPoint Presentation</vt:lpstr>
      <vt:lpstr>Rules of Inference (2)</vt:lpstr>
      <vt:lpstr>Examples:</vt:lpstr>
      <vt:lpstr>Examples:</vt:lpstr>
      <vt:lpstr>Examples:</vt:lpstr>
      <vt:lpstr>Examples:</vt:lpstr>
      <vt:lpstr>Examples:</vt:lpstr>
      <vt:lpstr>Examples:</vt:lpstr>
      <vt:lpstr>PowerPoint Presentation</vt:lpstr>
      <vt:lpstr> </vt:lpstr>
      <vt:lpstr> </vt:lpstr>
      <vt:lpstr> </vt:lpstr>
      <vt:lpstr> </vt:lpstr>
      <vt:lpstr> </vt:lpstr>
      <vt:lpstr> </vt:lpstr>
      <vt:lpstr> </vt:lpstr>
      <vt:lpstr> </vt:lpstr>
      <vt:lpstr> </vt:lpstr>
      <vt:lpstr> </vt:lpstr>
      <vt:lpstr> </vt:lpstr>
      <vt:lpstr> </vt:lpstr>
      <vt:lpstr> </vt:lpstr>
      <vt:lpstr>Rule of Inference</vt:lpstr>
      <vt:lpstr>Rules of Inference</vt:lpstr>
      <vt:lpstr>Example 8 – Application: A More Complex Deduction</vt:lpstr>
      <vt:lpstr>Example 8 – Solution</vt:lpstr>
      <vt:lpstr>Example 8 – Solution</vt:lpstr>
      <vt:lpstr>Rule of Inference</vt:lpstr>
      <vt:lpstr>Fallacies</vt:lpstr>
      <vt:lpstr>Converse Error</vt:lpstr>
      <vt:lpstr>Converse Error</vt:lpstr>
      <vt:lpstr>Fallacies</vt:lpstr>
      <vt:lpstr>Inverse Error</vt:lpstr>
      <vt:lpstr>Fallacies</vt:lpstr>
      <vt:lpstr>Example – A Valid Argument with a False Premise and a False Conclusion </vt:lpstr>
      <vt:lpstr>Example – An Invalid Argument with True Premises and a True Conclusion</vt:lpstr>
      <vt:lpstr>Sound Arguments</vt:lpstr>
      <vt:lpstr>Sound Arguments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Fehmida Usmani</dc:creator>
  <cp:lastModifiedBy>Fehmida Usmani</cp:lastModifiedBy>
  <cp:revision>2</cp:revision>
  <dcterms:created xsi:type="dcterms:W3CDTF">2024-09-06T10:53:48Z</dcterms:created>
  <dcterms:modified xsi:type="dcterms:W3CDTF">2024-09-09T06:29:02Z</dcterms:modified>
</cp:coreProperties>
</file>