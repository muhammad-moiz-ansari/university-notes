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09" r:id="rId3"/>
    <p:sldId id="311" r:id="rId4"/>
    <p:sldId id="312" r:id="rId5"/>
    <p:sldId id="310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29775-196A-4F30-8E4D-B1945AF0CB52}" v="69" dt="2024-08-26T10:55:2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31629775-196A-4F30-8E4D-B1945AF0CB52}"/>
    <pc:docChg chg="undo custSel addSld delSld modSld">
      <pc:chgData name="Fehmida Usmani" userId="1f7d48bb-60b3-4b90-bf30-0f63161838be" providerId="ADAL" clId="{31629775-196A-4F30-8E4D-B1945AF0CB52}" dt="2024-08-27T14:40:21.129" v="379" actId="47"/>
      <pc:docMkLst>
        <pc:docMk/>
      </pc:docMkLst>
      <pc:sldChg chg="new del">
        <pc:chgData name="Fehmida Usmani" userId="1f7d48bb-60b3-4b90-bf30-0f63161838be" providerId="ADAL" clId="{31629775-196A-4F30-8E4D-B1945AF0CB52}" dt="2024-08-26T04:40:56.336" v="269" actId="47"/>
        <pc:sldMkLst>
          <pc:docMk/>
          <pc:sldMk cId="1036531123" sldId="256"/>
        </pc:sldMkLst>
      </pc:sldChg>
      <pc:sldChg chg="modSp add mod">
        <pc:chgData name="Fehmida Usmani" userId="1f7d48bb-60b3-4b90-bf30-0f63161838be" providerId="ADAL" clId="{31629775-196A-4F30-8E4D-B1945AF0CB52}" dt="2024-08-26T04:40:59.041" v="271" actId="20577"/>
        <pc:sldMkLst>
          <pc:docMk/>
          <pc:sldMk cId="2059971297" sldId="266"/>
        </pc:sldMkLst>
        <pc:spChg chg="mod">
          <ac:chgData name="Fehmida Usmani" userId="1f7d48bb-60b3-4b90-bf30-0f63161838be" providerId="ADAL" clId="{31629775-196A-4F30-8E4D-B1945AF0CB52}" dt="2024-08-26T04:40:59.041" v="271" actId="20577"/>
          <ac:spMkLst>
            <pc:docMk/>
            <pc:sldMk cId="2059971297" sldId="266"/>
            <ac:spMk id="8" creationId="{4AA6C14E-444A-E20F-4DFC-2A4BD236BB0A}"/>
          </ac:spMkLst>
        </pc:spChg>
      </pc:sldChg>
      <pc:sldChg chg="add">
        <pc:chgData name="Fehmida Usmani" userId="1f7d48bb-60b3-4b90-bf30-0f63161838be" providerId="ADAL" clId="{31629775-196A-4F30-8E4D-B1945AF0CB52}" dt="2024-08-26T04:43:36.053" v="272"/>
        <pc:sldMkLst>
          <pc:docMk/>
          <pc:sldMk cId="1832729076" sldId="309"/>
        </pc:sldMkLst>
      </pc:sldChg>
      <pc:sldChg chg="add">
        <pc:chgData name="Fehmida Usmani" userId="1f7d48bb-60b3-4b90-bf30-0f63161838be" providerId="ADAL" clId="{31629775-196A-4F30-8E4D-B1945AF0CB52}" dt="2024-08-26T04:43:36.053" v="272"/>
        <pc:sldMkLst>
          <pc:docMk/>
          <pc:sldMk cId="3650952164" sldId="310"/>
        </pc:sldMkLst>
      </pc:sldChg>
      <pc:sldChg chg="add">
        <pc:chgData name="Fehmida Usmani" userId="1f7d48bb-60b3-4b90-bf30-0f63161838be" providerId="ADAL" clId="{31629775-196A-4F30-8E4D-B1945AF0CB52}" dt="2024-08-26T04:43:36.053" v="272"/>
        <pc:sldMkLst>
          <pc:docMk/>
          <pc:sldMk cId="29317138" sldId="311"/>
        </pc:sldMkLst>
      </pc:sldChg>
      <pc:sldChg chg="add">
        <pc:chgData name="Fehmida Usmani" userId="1f7d48bb-60b3-4b90-bf30-0f63161838be" providerId="ADAL" clId="{31629775-196A-4F30-8E4D-B1945AF0CB52}" dt="2024-08-26T04:43:36.053" v="272"/>
        <pc:sldMkLst>
          <pc:docMk/>
          <pc:sldMk cId="3981836030" sldId="312"/>
        </pc:sldMkLst>
      </pc:sldChg>
      <pc:sldChg chg="add">
        <pc:chgData name="Fehmida Usmani" userId="1f7d48bb-60b3-4b90-bf30-0f63161838be" providerId="ADAL" clId="{31629775-196A-4F30-8E4D-B1945AF0CB52}" dt="2024-08-26T04:43:46.463" v="273"/>
        <pc:sldMkLst>
          <pc:docMk/>
          <pc:sldMk cId="1816460340" sldId="313"/>
        </pc:sldMkLst>
      </pc:sldChg>
      <pc:sldChg chg="add">
        <pc:chgData name="Fehmida Usmani" userId="1f7d48bb-60b3-4b90-bf30-0f63161838be" providerId="ADAL" clId="{31629775-196A-4F30-8E4D-B1945AF0CB52}" dt="2024-08-23T10:57:45.026" v="1"/>
        <pc:sldMkLst>
          <pc:docMk/>
          <pc:sldMk cId="696382007" sldId="314"/>
        </pc:sldMkLst>
      </pc:sldChg>
      <pc:sldChg chg="add">
        <pc:chgData name="Fehmida Usmani" userId="1f7d48bb-60b3-4b90-bf30-0f63161838be" providerId="ADAL" clId="{31629775-196A-4F30-8E4D-B1945AF0CB52}" dt="2024-08-23T10:57:45.026" v="1"/>
        <pc:sldMkLst>
          <pc:docMk/>
          <pc:sldMk cId="2578051417" sldId="315"/>
        </pc:sldMkLst>
      </pc:sldChg>
      <pc:sldChg chg="add">
        <pc:chgData name="Fehmida Usmani" userId="1f7d48bb-60b3-4b90-bf30-0f63161838be" providerId="ADAL" clId="{31629775-196A-4F30-8E4D-B1945AF0CB52}" dt="2024-08-23T10:57:45.026" v="1"/>
        <pc:sldMkLst>
          <pc:docMk/>
          <pc:sldMk cId="2577149143" sldId="316"/>
        </pc:sldMkLst>
      </pc:sldChg>
      <pc:sldChg chg="addSp modSp new mod">
        <pc:chgData name="Fehmida Usmani" userId="1f7d48bb-60b3-4b90-bf30-0f63161838be" providerId="ADAL" clId="{31629775-196A-4F30-8E4D-B1945AF0CB52}" dt="2024-08-26T04:17:06.913" v="18" actId="1076"/>
        <pc:sldMkLst>
          <pc:docMk/>
          <pc:sldMk cId="3145363847" sldId="317"/>
        </pc:sldMkLst>
        <pc:spChg chg="mod">
          <ac:chgData name="Fehmida Usmani" userId="1f7d48bb-60b3-4b90-bf30-0f63161838be" providerId="ADAL" clId="{31629775-196A-4F30-8E4D-B1945AF0CB52}" dt="2024-08-26T04:15:29.792" v="11" actId="20577"/>
          <ac:spMkLst>
            <pc:docMk/>
            <pc:sldMk cId="3145363847" sldId="317"/>
            <ac:spMk id="2" creationId="{D328D735-264C-24B6-3261-80D15AB669CA}"/>
          </ac:spMkLst>
        </pc:spChg>
        <pc:spChg chg="mod">
          <ac:chgData name="Fehmida Usmani" userId="1f7d48bb-60b3-4b90-bf30-0f63161838be" providerId="ADAL" clId="{31629775-196A-4F30-8E4D-B1945AF0CB52}" dt="2024-08-26T04:16:49.976" v="16"/>
          <ac:spMkLst>
            <pc:docMk/>
            <pc:sldMk cId="3145363847" sldId="317"/>
            <ac:spMk id="3" creationId="{0C11E150-8A11-609F-4764-58B84F83B18B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7" creationId="{DACB8571-F3E2-F214-45BE-6E2B6910A8DC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8" creationId="{73FADDB1-B614-0334-A7DF-3E1D40D31C1B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9" creationId="{52D69F60-C1E9-7F44-8FC0-8A1853FF2F71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0" creationId="{D316D91A-956B-97D3-65A2-55DAA16582AD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1" creationId="{2AA8F5B9-AAAA-A77B-76F5-636381931BA4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2" creationId="{21EA753D-2600-1C2A-0715-5A5912A1C351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3" creationId="{9B804F39-6A2D-3469-16B1-27C8F8DD2E89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4" creationId="{2F170E2D-63D4-6B6E-3512-2D1C50F1F82E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5" creationId="{7DD33B96-FB69-2571-9955-F9CB882AE317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6" creationId="{20A70AA5-2901-D734-3A70-4498CF8BB0EB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7" creationId="{DDE8A5F3-0D64-9B65-02D3-589E9E5BE728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8" creationId="{72AC8A33-F284-C4A4-6AD5-B1C87D5327F6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19" creationId="{FE1CCD63-01FD-D9DC-0F9F-3140FAA3960C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20" creationId="{D1FB15C4-6212-BEE0-6FA4-D84D869F771A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21" creationId="{2494E5B6-DE0C-C837-FAB2-CD34870CB4AB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22" creationId="{57559241-A314-561C-462F-C8A016510B69}"/>
          </ac:spMkLst>
        </pc:spChg>
        <pc:spChg chg="mod">
          <ac:chgData name="Fehmida Usmani" userId="1f7d48bb-60b3-4b90-bf30-0f63161838be" providerId="ADAL" clId="{31629775-196A-4F30-8E4D-B1945AF0CB52}" dt="2024-08-26T04:17:06.913" v="18" actId="1076"/>
          <ac:spMkLst>
            <pc:docMk/>
            <pc:sldMk cId="3145363847" sldId="317"/>
            <ac:spMk id="23" creationId="{11E543CB-FB0E-F742-95F5-D86DB3797DB7}"/>
          </ac:spMkLst>
        </pc:spChg>
        <pc:grpChg chg="add mod">
          <ac:chgData name="Fehmida Usmani" userId="1f7d48bb-60b3-4b90-bf30-0f63161838be" providerId="ADAL" clId="{31629775-196A-4F30-8E4D-B1945AF0CB52}" dt="2024-08-26T04:17:06.913" v="18" actId="1076"/>
          <ac:grpSpMkLst>
            <pc:docMk/>
            <pc:sldMk cId="3145363847" sldId="317"/>
            <ac:grpSpMk id="4" creationId="{730F1F5E-6258-3197-5C21-03D5DEDA0DC4}"/>
          </ac:grpSpMkLst>
        </pc:grpChg>
        <pc:grpChg chg="mod">
          <ac:chgData name="Fehmida Usmani" userId="1f7d48bb-60b3-4b90-bf30-0f63161838be" providerId="ADAL" clId="{31629775-196A-4F30-8E4D-B1945AF0CB52}" dt="2024-08-26T04:17:06.913" v="18" actId="1076"/>
          <ac:grpSpMkLst>
            <pc:docMk/>
            <pc:sldMk cId="3145363847" sldId="317"/>
            <ac:grpSpMk id="5" creationId="{6EC97FA5-9DF8-095F-3081-AC6B4B731DBB}"/>
          </ac:grpSpMkLst>
        </pc:grpChg>
        <pc:grpChg chg="mod">
          <ac:chgData name="Fehmida Usmani" userId="1f7d48bb-60b3-4b90-bf30-0f63161838be" providerId="ADAL" clId="{31629775-196A-4F30-8E4D-B1945AF0CB52}" dt="2024-08-26T04:17:06.913" v="18" actId="1076"/>
          <ac:grpSpMkLst>
            <pc:docMk/>
            <pc:sldMk cId="3145363847" sldId="317"/>
            <ac:grpSpMk id="6" creationId="{341447FD-3C24-C743-9DA3-1D1C2C7EC4D2}"/>
          </ac:grpSpMkLst>
        </pc:grpChg>
      </pc:sldChg>
      <pc:sldChg chg="modSp new mod">
        <pc:chgData name="Fehmida Usmani" userId="1f7d48bb-60b3-4b90-bf30-0f63161838be" providerId="ADAL" clId="{31629775-196A-4F30-8E4D-B1945AF0CB52}" dt="2024-08-26T04:19:40.714" v="43" actId="27636"/>
        <pc:sldMkLst>
          <pc:docMk/>
          <pc:sldMk cId="2086933277" sldId="318"/>
        </pc:sldMkLst>
        <pc:spChg chg="mod">
          <ac:chgData name="Fehmida Usmani" userId="1f7d48bb-60b3-4b90-bf30-0f63161838be" providerId="ADAL" clId="{31629775-196A-4F30-8E4D-B1945AF0CB52}" dt="2024-08-26T04:17:17.035" v="28" actId="20577"/>
          <ac:spMkLst>
            <pc:docMk/>
            <pc:sldMk cId="2086933277" sldId="318"/>
            <ac:spMk id="2" creationId="{2B8F76FA-09F3-932A-0139-56C594D44A3B}"/>
          </ac:spMkLst>
        </pc:spChg>
        <pc:spChg chg="mod">
          <ac:chgData name="Fehmida Usmani" userId="1f7d48bb-60b3-4b90-bf30-0f63161838be" providerId="ADAL" clId="{31629775-196A-4F30-8E4D-B1945AF0CB52}" dt="2024-08-26T04:19:40.714" v="43" actId="27636"/>
          <ac:spMkLst>
            <pc:docMk/>
            <pc:sldMk cId="2086933277" sldId="318"/>
            <ac:spMk id="3" creationId="{7AF26A17-9282-858F-CFD6-70EFF1CF5BDC}"/>
          </ac:spMkLst>
        </pc:spChg>
      </pc:sldChg>
      <pc:sldChg chg="modSp new mod">
        <pc:chgData name="Fehmida Usmani" userId="1f7d48bb-60b3-4b90-bf30-0f63161838be" providerId="ADAL" clId="{31629775-196A-4F30-8E4D-B1945AF0CB52}" dt="2024-08-26T04:20:27.695" v="54" actId="20577"/>
        <pc:sldMkLst>
          <pc:docMk/>
          <pc:sldMk cId="4257793031" sldId="319"/>
        </pc:sldMkLst>
        <pc:spChg chg="mod">
          <ac:chgData name="Fehmida Usmani" userId="1f7d48bb-60b3-4b90-bf30-0f63161838be" providerId="ADAL" clId="{31629775-196A-4F30-8E4D-B1945AF0CB52}" dt="2024-08-26T04:20:27.695" v="54" actId="20577"/>
          <ac:spMkLst>
            <pc:docMk/>
            <pc:sldMk cId="4257793031" sldId="319"/>
            <ac:spMk id="2" creationId="{8DF92D98-48D9-BB98-1A4F-BA7E44B5BF81}"/>
          </ac:spMkLst>
        </pc:spChg>
        <pc:spChg chg="mod">
          <ac:chgData name="Fehmida Usmani" userId="1f7d48bb-60b3-4b90-bf30-0f63161838be" providerId="ADAL" clId="{31629775-196A-4F30-8E4D-B1945AF0CB52}" dt="2024-08-26T04:20:24.715" v="45"/>
          <ac:spMkLst>
            <pc:docMk/>
            <pc:sldMk cId="4257793031" sldId="319"/>
            <ac:spMk id="3" creationId="{785D27B2-1A32-5C2C-BD19-598C0377EB67}"/>
          </ac:spMkLst>
        </pc:spChg>
      </pc:sldChg>
      <pc:sldChg chg="modSp new mod">
        <pc:chgData name="Fehmida Usmani" userId="1f7d48bb-60b3-4b90-bf30-0f63161838be" providerId="ADAL" clId="{31629775-196A-4F30-8E4D-B1945AF0CB52}" dt="2024-08-26T04:23:20.242" v="66" actId="20577"/>
        <pc:sldMkLst>
          <pc:docMk/>
          <pc:sldMk cId="2062815361" sldId="320"/>
        </pc:sldMkLst>
        <pc:spChg chg="mod">
          <ac:chgData name="Fehmida Usmani" userId="1f7d48bb-60b3-4b90-bf30-0f63161838be" providerId="ADAL" clId="{31629775-196A-4F30-8E4D-B1945AF0CB52}" dt="2024-08-26T04:23:20.242" v="66" actId="20577"/>
          <ac:spMkLst>
            <pc:docMk/>
            <pc:sldMk cId="2062815361" sldId="320"/>
            <ac:spMk id="2" creationId="{CA458F29-58E9-7AD6-A25E-E0098E8F3FBF}"/>
          </ac:spMkLst>
        </pc:spChg>
        <pc:spChg chg="mod">
          <ac:chgData name="Fehmida Usmani" userId="1f7d48bb-60b3-4b90-bf30-0f63161838be" providerId="ADAL" clId="{31629775-196A-4F30-8E4D-B1945AF0CB52}" dt="2024-08-26T04:23:17.449" v="57" actId="27636"/>
          <ac:spMkLst>
            <pc:docMk/>
            <pc:sldMk cId="2062815361" sldId="320"/>
            <ac:spMk id="3" creationId="{D8D3BB86-BB76-CEC3-DC63-A40051345747}"/>
          </ac:spMkLst>
        </pc:spChg>
      </pc:sldChg>
      <pc:sldChg chg="addSp delSp modSp new mod">
        <pc:chgData name="Fehmida Usmani" userId="1f7d48bb-60b3-4b90-bf30-0f63161838be" providerId="ADAL" clId="{31629775-196A-4F30-8E4D-B1945AF0CB52}" dt="2024-08-26T04:24:32.862" v="77"/>
        <pc:sldMkLst>
          <pc:docMk/>
          <pc:sldMk cId="2776670124" sldId="321"/>
        </pc:sldMkLst>
        <pc:spChg chg="mod">
          <ac:chgData name="Fehmida Usmani" userId="1f7d48bb-60b3-4b90-bf30-0f63161838be" providerId="ADAL" clId="{31629775-196A-4F30-8E4D-B1945AF0CB52}" dt="2024-08-26T04:23:28.070" v="76" actId="20577"/>
          <ac:spMkLst>
            <pc:docMk/>
            <pc:sldMk cId="2776670124" sldId="321"/>
            <ac:spMk id="2" creationId="{2CE17AE4-1F6D-08D7-91C2-B7DBB67A212A}"/>
          </ac:spMkLst>
        </pc:spChg>
        <pc:spChg chg="del">
          <ac:chgData name="Fehmida Usmani" userId="1f7d48bb-60b3-4b90-bf30-0f63161838be" providerId="ADAL" clId="{31629775-196A-4F30-8E4D-B1945AF0CB52}" dt="2024-08-26T04:24:32.862" v="77"/>
          <ac:spMkLst>
            <pc:docMk/>
            <pc:sldMk cId="2776670124" sldId="321"/>
            <ac:spMk id="3" creationId="{2D909026-2424-7CFB-8466-C16A8EB07F99}"/>
          </ac:spMkLst>
        </pc:spChg>
        <pc:spChg chg="add mod">
          <ac:chgData name="Fehmida Usmani" userId="1f7d48bb-60b3-4b90-bf30-0f63161838be" providerId="ADAL" clId="{31629775-196A-4F30-8E4D-B1945AF0CB52}" dt="2024-08-26T04:24:32.862" v="77"/>
          <ac:spMkLst>
            <pc:docMk/>
            <pc:sldMk cId="2776670124" sldId="321"/>
            <ac:spMk id="4" creationId="{03F53110-DC52-1A89-EAA1-03D56F20C909}"/>
          </ac:spMkLst>
        </pc:spChg>
      </pc:sldChg>
      <pc:sldChg chg="addSp delSp modSp new mod modAnim">
        <pc:chgData name="Fehmida Usmani" userId="1f7d48bb-60b3-4b90-bf30-0f63161838be" providerId="ADAL" clId="{31629775-196A-4F30-8E4D-B1945AF0CB52}" dt="2024-08-26T04:26:10.395" v="94"/>
        <pc:sldMkLst>
          <pc:docMk/>
          <pc:sldMk cId="95380981" sldId="322"/>
        </pc:sldMkLst>
        <pc:spChg chg="mod">
          <ac:chgData name="Fehmida Usmani" userId="1f7d48bb-60b3-4b90-bf30-0f63161838be" providerId="ADAL" clId="{31629775-196A-4F30-8E4D-B1945AF0CB52}" dt="2024-08-26T04:24:39.784" v="87" actId="20577"/>
          <ac:spMkLst>
            <pc:docMk/>
            <pc:sldMk cId="95380981" sldId="322"/>
            <ac:spMk id="2" creationId="{11870093-37FE-1883-76F0-400E623EF9F2}"/>
          </ac:spMkLst>
        </pc:spChg>
        <pc:spChg chg="del">
          <ac:chgData name="Fehmida Usmani" userId="1f7d48bb-60b3-4b90-bf30-0f63161838be" providerId="ADAL" clId="{31629775-196A-4F30-8E4D-B1945AF0CB52}" dt="2024-08-26T04:25:28.253" v="88" actId="478"/>
          <ac:spMkLst>
            <pc:docMk/>
            <pc:sldMk cId="95380981" sldId="322"/>
            <ac:spMk id="3" creationId="{77D09C9A-C568-0386-93AA-1FE67C33A890}"/>
          </ac:spMkLst>
        </pc:spChg>
        <pc:spChg chg="add del mod">
          <ac:chgData name="Fehmida Usmani" userId="1f7d48bb-60b3-4b90-bf30-0f63161838be" providerId="ADAL" clId="{31629775-196A-4F30-8E4D-B1945AF0CB52}" dt="2024-08-26T04:25:55.655" v="93" actId="478"/>
          <ac:spMkLst>
            <pc:docMk/>
            <pc:sldMk cId="95380981" sldId="322"/>
            <ac:spMk id="4" creationId="{DC87B62D-950F-D182-3B88-13196BDD67CA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8" creationId="{9CE7A05E-B3FF-01A2-5BA0-C6A1612DB8CD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9" creationId="{8409DD90-70E8-6097-3A39-C1CBFF708076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0" creationId="{0CBEC878-26BA-D0CD-BCF9-06A94A65A2C4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1" creationId="{3707C270-0000-38FE-58DB-EA14544F60CC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2" creationId="{41D896B4-7612-9780-B5F5-25A6613DB0D5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3" creationId="{D1C6D69F-C361-B26C-5E63-EBD3A15DC13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4" creationId="{4810AAA4-0B9C-255B-3BDF-A1E8E4526D30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5" creationId="{99E5DC0F-7826-4130-5D09-A3DBE48AA664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6" creationId="{CE44B366-1DBE-93AC-70BC-EC71AF06BF80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7" creationId="{0D2F2935-890B-4163-2A5E-76CB28002EBA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8" creationId="{6264ED36-3FCF-64CB-5FE6-B0F73F208F49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19" creationId="{BF5436E3-EDB2-54D9-2795-A412A0E12167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0" creationId="{1097AF11-0161-04C7-ADE1-EA507AF2F0E7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1" creationId="{A03C08BA-28AF-D571-369A-FAA9433FA7FE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2" creationId="{92A46E08-D8D3-83A5-D86A-FC4C70DAE660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3" creationId="{92BF394B-A632-0A37-909A-424AE4BD96A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4" creationId="{EDEAB69B-0484-63B8-C73B-CF0F2D804A80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25" creationId="{128D92B6-B069-F0F0-1EA0-D0D28B599445}"/>
          </ac:spMkLst>
        </pc:spChg>
        <pc:spChg chg="add del mod">
          <ac:chgData name="Fehmida Usmani" userId="1f7d48bb-60b3-4b90-bf30-0f63161838be" providerId="ADAL" clId="{31629775-196A-4F30-8E4D-B1945AF0CB52}" dt="2024-08-26T04:25:46.435" v="91" actId="478"/>
          <ac:spMkLst>
            <pc:docMk/>
            <pc:sldMk cId="95380981" sldId="322"/>
            <ac:spMk id="26" creationId="{1F4F8264-46DF-3685-F8B6-C620B6CF259C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0" creationId="{65B29BD8-421F-30FC-CF4C-F756A22A3E01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1" creationId="{ADDB9DA6-7822-ACAB-B674-80BB57A4878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2" creationId="{D84AB300-B8DE-3716-43A6-DF56E1711BD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3" creationId="{EED4085D-E606-C2D1-1BD2-D5C479B9CEE1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4" creationId="{92648BF4-5138-59A2-054A-47C92A217CA6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5" creationId="{1054000F-CD92-6421-2D5F-AFCE795697AA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6" creationId="{EB77A98D-2B29-9D09-C4B3-A4CD88722B15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7" creationId="{6CE49D41-A37A-A083-D52F-304EAF78FF11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8" creationId="{FF96FCCF-139D-B858-FAE4-23A28094769C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39" creationId="{DE3537D1-4E23-712D-828E-E8A1C06E87EF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0" creationId="{9B427CDF-3079-DF5C-5FDF-A0B718A315CF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1" creationId="{98EFD4CB-47AF-8FB3-19EC-41DC9E191DA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2" creationId="{BB145CC1-D95C-4CC1-ED0D-AC5FC9D547EE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3" creationId="{7A683211-19EC-226D-190D-11743C829D37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4" creationId="{1743CE35-1045-576E-1FA3-CAF914ACA593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5" creationId="{08ECBEE2-636B-8BFC-2AD1-0C95B4CB88C9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6" creationId="{FD0BBB5D-4130-9FA9-3E50-F6C38B1B235B}"/>
          </ac:spMkLst>
        </pc:spChg>
        <pc:spChg chg="mod">
          <ac:chgData name="Fehmida Usmani" userId="1f7d48bb-60b3-4b90-bf30-0f63161838be" providerId="ADAL" clId="{31629775-196A-4F30-8E4D-B1945AF0CB52}" dt="2024-08-26T04:25:42.140" v="89"/>
          <ac:spMkLst>
            <pc:docMk/>
            <pc:sldMk cId="95380981" sldId="322"/>
            <ac:spMk id="47" creationId="{FF4425AD-F1C3-B081-141E-047E73445950}"/>
          </ac:spMkLst>
        </pc:spChg>
        <pc:spChg chg="add del mod">
          <ac:chgData name="Fehmida Usmani" userId="1f7d48bb-60b3-4b90-bf30-0f63161838be" providerId="ADAL" clId="{31629775-196A-4F30-8E4D-B1945AF0CB52}" dt="2024-08-26T04:25:46.435" v="91" actId="478"/>
          <ac:spMkLst>
            <pc:docMk/>
            <pc:sldMk cId="95380981" sldId="322"/>
            <ac:spMk id="48" creationId="{6BE1F231-BB02-4F68-27CC-9E943DAC6E54}"/>
          </ac:spMkLst>
        </pc:spChg>
        <pc:spChg chg="add mod">
          <ac:chgData name="Fehmida Usmani" userId="1f7d48bb-60b3-4b90-bf30-0f63161838be" providerId="ADAL" clId="{31629775-196A-4F30-8E4D-B1945AF0CB52}" dt="2024-08-26T04:26:10.395" v="94"/>
          <ac:spMkLst>
            <pc:docMk/>
            <pc:sldMk cId="95380981" sldId="322"/>
            <ac:spMk id="49" creationId="{BE333DF0-3779-55C6-C517-AA1147D3F440}"/>
          </ac:spMkLst>
        </pc:spChg>
        <pc:spChg chg="add mod">
          <ac:chgData name="Fehmida Usmani" userId="1f7d48bb-60b3-4b90-bf30-0f63161838be" providerId="ADAL" clId="{31629775-196A-4F30-8E4D-B1945AF0CB52}" dt="2024-08-26T04:26:10.395" v="94"/>
          <ac:spMkLst>
            <pc:docMk/>
            <pc:sldMk cId="95380981" sldId="322"/>
            <ac:spMk id="50" creationId="{44FB2D8A-B078-D138-7DC5-7F78EC2B4E0A}"/>
          </ac:spMkLst>
        </pc:spChg>
        <pc:spChg chg="add mod">
          <ac:chgData name="Fehmida Usmani" userId="1f7d48bb-60b3-4b90-bf30-0f63161838be" providerId="ADAL" clId="{31629775-196A-4F30-8E4D-B1945AF0CB52}" dt="2024-08-26T04:26:10.395" v="94"/>
          <ac:spMkLst>
            <pc:docMk/>
            <pc:sldMk cId="95380981" sldId="322"/>
            <ac:spMk id="51" creationId="{613662AD-1DBA-DA13-8063-4ECC6E9DD502}"/>
          </ac:spMkLst>
        </pc:spChg>
        <pc:spChg chg="add mod">
          <ac:chgData name="Fehmida Usmani" userId="1f7d48bb-60b3-4b90-bf30-0f63161838be" providerId="ADAL" clId="{31629775-196A-4F30-8E4D-B1945AF0CB52}" dt="2024-08-26T04:26:10.395" v="94"/>
          <ac:spMkLst>
            <pc:docMk/>
            <pc:sldMk cId="95380981" sldId="322"/>
            <ac:spMk id="52" creationId="{AEEF9789-50A4-679E-5225-01192F1D5BB6}"/>
          </ac:spMkLst>
        </pc:spChg>
        <pc:grpChg chg="add del mod">
          <ac:chgData name="Fehmida Usmani" userId="1f7d48bb-60b3-4b90-bf30-0f63161838be" providerId="ADAL" clId="{31629775-196A-4F30-8E4D-B1945AF0CB52}" dt="2024-08-26T04:25:46.435" v="91" actId="478"/>
          <ac:grpSpMkLst>
            <pc:docMk/>
            <pc:sldMk cId="95380981" sldId="322"/>
            <ac:grpSpMk id="5" creationId="{CB8F019D-A21B-8B47-53AA-098FBE31E880}"/>
          </ac:grpSpMkLst>
        </pc:grpChg>
        <pc:grpChg chg="mod">
          <ac:chgData name="Fehmida Usmani" userId="1f7d48bb-60b3-4b90-bf30-0f63161838be" providerId="ADAL" clId="{31629775-196A-4F30-8E4D-B1945AF0CB52}" dt="2024-08-26T04:25:42.140" v="89"/>
          <ac:grpSpMkLst>
            <pc:docMk/>
            <pc:sldMk cId="95380981" sldId="322"/>
            <ac:grpSpMk id="6" creationId="{A01982D3-CEAD-53EC-B86B-0FF436037C71}"/>
          </ac:grpSpMkLst>
        </pc:grpChg>
        <pc:grpChg chg="mod">
          <ac:chgData name="Fehmida Usmani" userId="1f7d48bb-60b3-4b90-bf30-0f63161838be" providerId="ADAL" clId="{31629775-196A-4F30-8E4D-B1945AF0CB52}" dt="2024-08-26T04:25:42.140" v="89"/>
          <ac:grpSpMkLst>
            <pc:docMk/>
            <pc:sldMk cId="95380981" sldId="322"/>
            <ac:grpSpMk id="7" creationId="{BF177936-01F4-22A8-B328-4582E40BD9F9}"/>
          </ac:grpSpMkLst>
        </pc:grpChg>
        <pc:grpChg chg="add del mod">
          <ac:chgData name="Fehmida Usmani" userId="1f7d48bb-60b3-4b90-bf30-0f63161838be" providerId="ADAL" clId="{31629775-196A-4F30-8E4D-B1945AF0CB52}" dt="2024-08-26T04:25:46.435" v="91" actId="478"/>
          <ac:grpSpMkLst>
            <pc:docMk/>
            <pc:sldMk cId="95380981" sldId="322"/>
            <ac:grpSpMk id="27" creationId="{9D0E52E7-D468-9109-70E1-76F5A2EABD1E}"/>
          </ac:grpSpMkLst>
        </pc:grpChg>
        <pc:grpChg chg="mod">
          <ac:chgData name="Fehmida Usmani" userId="1f7d48bb-60b3-4b90-bf30-0f63161838be" providerId="ADAL" clId="{31629775-196A-4F30-8E4D-B1945AF0CB52}" dt="2024-08-26T04:25:42.140" v="89"/>
          <ac:grpSpMkLst>
            <pc:docMk/>
            <pc:sldMk cId="95380981" sldId="322"/>
            <ac:grpSpMk id="28" creationId="{C979CBF7-49F8-4F60-2F82-0AC560F3C085}"/>
          </ac:grpSpMkLst>
        </pc:grpChg>
        <pc:grpChg chg="mod">
          <ac:chgData name="Fehmida Usmani" userId="1f7d48bb-60b3-4b90-bf30-0f63161838be" providerId="ADAL" clId="{31629775-196A-4F30-8E4D-B1945AF0CB52}" dt="2024-08-26T04:25:42.140" v="89"/>
          <ac:grpSpMkLst>
            <pc:docMk/>
            <pc:sldMk cId="95380981" sldId="322"/>
            <ac:grpSpMk id="29" creationId="{71AA5194-DCA7-9CFE-5D65-F451701BB2B8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29:33.782" v="107"/>
        <pc:sldMkLst>
          <pc:docMk/>
          <pc:sldMk cId="4065351087" sldId="323"/>
        </pc:sldMkLst>
        <pc:spChg chg="mod">
          <ac:chgData name="Fehmida Usmani" userId="1f7d48bb-60b3-4b90-bf30-0f63161838be" providerId="ADAL" clId="{31629775-196A-4F30-8E4D-B1945AF0CB52}" dt="2024-08-26T04:26:27.655" v="104" actId="20577"/>
          <ac:spMkLst>
            <pc:docMk/>
            <pc:sldMk cId="4065351087" sldId="323"/>
            <ac:spMk id="2" creationId="{BFE4BB19-9D81-4C91-47C1-2A1386A24620}"/>
          </ac:spMkLst>
        </pc:spChg>
        <pc:spChg chg="del">
          <ac:chgData name="Fehmida Usmani" userId="1f7d48bb-60b3-4b90-bf30-0f63161838be" providerId="ADAL" clId="{31629775-196A-4F30-8E4D-B1945AF0CB52}" dt="2024-08-26T04:29:25.360" v="106" actId="478"/>
          <ac:spMkLst>
            <pc:docMk/>
            <pc:sldMk cId="4065351087" sldId="323"/>
            <ac:spMk id="3" creationId="{53002DB4-C2AA-A203-7991-95FCE2D3C62A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7" creationId="{5821359C-FCBE-C44E-C2EA-6595526B217A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8" creationId="{0B5C56D8-4ADE-2917-B4D9-F2D4518C63C8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9" creationId="{FF26F994-401E-2F75-5D17-27F4219C0D2C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0" creationId="{231E4C4E-646F-31AA-F15A-51D97D35D56D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1" creationId="{0D9275A9-C388-F72C-EE7F-CF475C841FBD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2" creationId="{F538C94B-24E9-9674-176F-7C0F4BCA6410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3" creationId="{B90E719F-3CF1-3212-9F40-9BA438D43A36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4" creationId="{F3724544-8C1F-DB92-C83A-5BFB676FA4F5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5" creationId="{85DD6AC5-0BFA-1329-39A8-A1C59A7426E8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6" creationId="{C4D1396E-6208-C703-E743-2188D801D2BA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7" creationId="{4F4D98EE-B360-2D2B-4A85-CB34C62432F8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8" creationId="{8D8B228F-F20E-B046-E890-3DF9A9E676C3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19" creationId="{FD57B0F1-1F26-907B-6864-90FB40395DDE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20" creationId="{769298E2-A29A-BE96-E849-8011EB880395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21" creationId="{F8AA58E4-B83D-58CC-C7A6-373E2F26B3C2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22" creationId="{4044671B-F0F0-1196-AB96-7B004D184466}"/>
          </ac:spMkLst>
        </pc:spChg>
        <pc:spChg chg="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23" creationId="{561FDA80-7DDD-2A93-F705-BDFC9A93DDFD}"/>
          </ac:spMkLst>
        </pc:spChg>
        <pc:spChg chg="add mod">
          <ac:chgData name="Fehmida Usmani" userId="1f7d48bb-60b3-4b90-bf30-0f63161838be" providerId="ADAL" clId="{31629775-196A-4F30-8E4D-B1945AF0CB52}" dt="2024-08-26T04:29:22.313" v="105"/>
          <ac:spMkLst>
            <pc:docMk/>
            <pc:sldMk cId="4065351087" sldId="323"/>
            <ac:spMk id="24" creationId="{B5871BE1-DCA7-BC5F-B928-F061C29AB32C}"/>
          </ac:spMkLst>
        </pc:spChg>
        <pc:spChg chg="add mod">
          <ac:chgData name="Fehmida Usmani" userId="1f7d48bb-60b3-4b90-bf30-0f63161838be" providerId="ADAL" clId="{31629775-196A-4F30-8E4D-B1945AF0CB52}" dt="2024-08-26T04:29:33.782" v="107"/>
          <ac:spMkLst>
            <pc:docMk/>
            <pc:sldMk cId="4065351087" sldId="323"/>
            <ac:spMk id="25" creationId="{35E5B062-7421-AEEB-D13A-E13445C2803F}"/>
          </ac:spMkLst>
        </pc:spChg>
        <pc:grpChg chg="add mod">
          <ac:chgData name="Fehmida Usmani" userId="1f7d48bb-60b3-4b90-bf30-0f63161838be" providerId="ADAL" clId="{31629775-196A-4F30-8E4D-B1945AF0CB52}" dt="2024-08-26T04:29:22.313" v="105"/>
          <ac:grpSpMkLst>
            <pc:docMk/>
            <pc:sldMk cId="4065351087" sldId="323"/>
            <ac:grpSpMk id="4" creationId="{18A81611-CBE4-5352-1683-086C9231C50A}"/>
          </ac:grpSpMkLst>
        </pc:grpChg>
        <pc:grpChg chg="mod">
          <ac:chgData name="Fehmida Usmani" userId="1f7d48bb-60b3-4b90-bf30-0f63161838be" providerId="ADAL" clId="{31629775-196A-4F30-8E4D-B1945AF0CB52}" dt="2024-08-26T04:29:22.313" v="105"/>
          <ac:grpSpMkLst>
            <pc:docMk/>
            <pc:sldMk cId="4065351087" sldId="323"/>
            <ac:grpSpMk id="5" creationId="{A4B1190D-3716-E15E-3DE0-3641EA93DAC6}"/>
          </ac:grpSpMkLst>
        </pc:grpChg>
        <pc:grpChg chg="mod">
          <ac:chgData name="Fehmida Usmani" userId="1f7d48bb-60b3-4b90-bf30-0f63161838be" providerId="ADAL" clId="{31629775-196A-4F30-8E4D-B1945AF0CB52}" dt="2024-08-26T04:29:22.313" v="105"/>
          <ac:grpSpMkLst>
            <pc:docMk/>
            <pc:sldMk cId="4065351087" sldId="323"/>
            <ac:grpSpMk id="6" creationId="{5B99F0E7-8D02-3B8D-9F3F-AA627CC69ACF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30:15.099" v="121" actId="478"/>
        <pc:sldMkLst>
          <pc:docMk/>
          <pc:sldMk cId="1969777549" sldId="324"/>
        </pc:sldMkLst>
        <pc:spChg chg="mod">
          <ac:chgData name="Fehmida Usmani" userId="1f7d48bb-60b3-4b90-bf30-0f63161838be" providerId="ADAL" clId="{31629775-196A-4F30-8E4D-B1945AF0CB52}" dt="2024-08-26T04:29:41.305" v="117" actId="20577"/>
          <ac:spMkLst>
            <pc:docMk/>
            <pc:sldMk cId="1969777549" sldId="324"/>
            <ac:spMk id="2" creationId="{12EAF45C-DA9D-20B9-B4A9-6058BA9E1D8E}"/>
          </ac:spMkLst>
        </pc:spChg>
        <pc:spChg chg="add del">
          <ac:chgData name="Fehmida Usmani" userId="1f7d48bb-60b3-4b90-bf30-0f63161838be" providerId="ADAL" clId="{31629775-196A-4F30-8E4D-B1945AF0CB52}" dt="2024-08-26T04:30:15.099" v="121" actId="478"/>
          <ac:spMkLst>
            <pc:docMk/>
            <pc:sldMk cId="1969777549" sldId="324"/>
            <ac:spMk id="3" creationId="{8AE25CFD-553A-7BD2-0CB9-F6BD5C76638C}"/>
          </ac:spMkLst>
        </pc:spChg>
        <pc:spChg chg="add mod">
          <ac:chgData name="Fehmida Usmani" userId="1f7d48bb-60b3-4b90-bf30-0f63161838be" providerId="ADAL" clId="{31629775-196A-4F30-8E4D-B1945AF0CB52}" dt="2024-08-26T04:30:01.991" v="119"/>
          <ac:spMkLst>
            <pc:docMk/>
            <pc:sldMk cId="1969777549" sldId="324"/>
            <ac:spMk id="4" creationId="{F60490F1-8E41-B2D2-2CA8-700D3740EF70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8" creationId="{4800C408-130F-120B-8F7B-190F9F5FEBF1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9" creationId="{AF517371-CF7C-379E-826C-BEC993FA485E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0" creationId="{C468F7F4-4FF2-E5D7-D4DD-3FE955674B10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1" creationId="{2C333851-2B5E-9B1E-95AD-AE0AC37208C4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2" creationId="{F69E52C9-0D20-6A7D-20E8-1578EF19EF6B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3" creationId="{766FE1A6-4621-BBDD-B040-40E8FD230024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4" creationId="{E6872803-C215-FE15-A6BA-B3F0A8157253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5" creationId="{F09A9606-9E0C-16E3-4673-16FC9E4C13F4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6" creationId="{9D3F797A-0074-60C5-4804-F941C46EF9A5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7" creationId="{41253835-5E5D-56CA-55A0-444BD2923C7E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8" creationId="{62016CBA-33DA-173B-3D49-F54B94843D9D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19" creationId="{4444C86D-52AC-9294-1994-FA1396B7D7A4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0" creationId="{BF899AAD-1793-783A-B0A8-3F065A2C0E5E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1" creationId="{3135FB5C-DBE3-0882-89F2-736844BCFC15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2" creationId="{40726E47-4022-66A2-E54D-4BA4B321E10B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3" creationId="{5831310A-93D7-0F9A-B7C4-E701D76152BB}"/>
          </ac:spMkLst>
        </pc:spChg>
        <pc:spChg chg="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4" creationId="{2C8FADD8-49D4-DC2B-F0EC-B7346D82D606}"/>
          </ac:spMkLst>
        </pc:spChg>
        <pc:spChg chg="add mod">
          <ac:chgData name="Fehmida Usmani" userId="1f7d48bb-60b3-4b90-bf30-0f63161838be" providerId="ADAL" clId="{31629775-196A-4F30-8E4D-B1945AF0CB52}" dt="2024-08-26T04:30:12.782" v="120"/>
          <ac:spMkLst>
            <pc:docMk/>
            <pc:sldMk cId="1969777549" sldId="324"/>
            <ac:spMk id="25" creationId="{42DBB88E-64A4-CF26-B62F-B02228C61ADA}"/>
          </ac:spMkLst>
        </pc:spChg>
        <pc:grpChg chg="add mod">
          <ac:chgData name="Fehmida Usmani" userId="1f7d48bb-60b3-4b90-bf30-0f63161838be" providerId="ADAL" clId="{31629775-196A-4F30-8E4D-B1945AF0CB52}" dt="2024-08-26T04:30:12.782" v="120"/>
          <ac:grpSpMkLst>
            <pc:docMk/>
            <pc:sldMk cId="1969777549" sldId="324"/>
            <ac:grpSpMk id="5" creationId="{1A1D99EA-E467-3323-0BB3-FB96E069A469}"/>
          </ac:grpSpMkLst>
        </pc:grpChg>
        <pc:grpChg chg="mod">
          <ac:chgData name="Fehmida Usmani" userId="1f7d48bb-60b3-4b90-bf30-0f63161838be" providerId="ADAL" clId="{31629775-196A-4F30-8E4D-B1945AF0CB52}" dt="2024-08-26T04:30:12.782" v="120"/>
          <ac:grpSpMkLst>
            <pc:docMk/>
            <pc:sldMk cId="1969777549" sldId="324"/>
            <ac:grpSpMk id="6" creationId="{7CF3A749-4431-98E8-500E-B928E1C51FF2}"/>
          </ac:grpSpMkLst>
        </pc:grpChg>
        <pc:grpChg chg="mod">
          <ac:chgData name="Fehmida Usmani" userId="1f7d48bb-60b3-4b90-bf30-0f63161838be" providerId="ADAL" clId="{31629775-196A-4F30-8E4D-B1945AF0CB52}" dt="2024-08-26T04:30:12.782" v="120"/>
          <ac:grpSpMkLst>
            <pc:docMk/>
            <pc:sldMk cId="1969777549" sldId="324"/>
            <ac:grpSpMk id="7" creationId="{37233F42-EE0E-F15F-4658-F415E26F7999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31:47.496" v="139"/>
        <pc:sldMkLst>
          <pc:docMk/>
          <pc:sldMk cId="4106057851" sldId="325"/>
        </pc:sldMkLst>
        <pc:spChg chg="mod">
          <ac:chgData name="Fehmida Usmani" userId="1f7d48bb-60b3-4b90-bf30-0f63161838be" providerId="ADAL" clId="{31629775-196A-4F30-8E4D-B1945AF0CB52}" dt="2024-08-26T04:30:24.618" v="131" actId="20577"/>
          <ac:spMkLst>
            <pc:docMk/>
            <pc:sldMk cId="4106057851" sldId="325"/>
            <ac:spMk id="2" creationId="{C9E43F79-E2A7-C340-F9B9-8FE223701C63}"/>
          </ac:spMkLst>
        </pc:spChg>
        <pc:spChg chg="del">
          <ac:chgData name="Fehmida Usmani" userId="1f7d48bb-60b3-4b90-bf30-0f63161838be" providerId="ADAL" clId="{31629775-196A-4F30-8E4D-B1945AF0CB52}" dt="2024-08-26T04:31:00.586" v="132"/>
          <ac:spMkLst>
            <pc:docMk/>
            <pc:sldMk cId="4106057851" sldId="325"/>
            <ac:spMk id="3" creationId="{2F94D4CD-4F23-5998-5F16-FE66F79FEBA8}"/>
          </ac:spMkLst>
        </pc:spChg>
        <pc:spChg chg="add mod">
          <ac:chgData name="Fehmida Usmani" userId="1f7d48bb-60b3-4b90-bf30-0f63161838be" providerId="ADAL" clId="{31629775-196A-4F30-8E4D-B1945AF0CB52}" dt="2024-08-26T04:31:00.586" v="132"/>
          <ac:spMkLst>
            <pc:docMk/>
            <pc:sldMk cId="4106057851" sldId="325"/>
            <ac:spMk id="4" creationId="{E270AE82-6503-0AEA-2244-B6322EF19401}"/>
          </ac:spMkLst>
        </pc:spChg>
        <pc:spChg chg="add 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5" creationId="{DA14AE7C-7659-3C6C-F90F-5E3E4A675F1F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9" creationId="{5FF6BA8D-AA51-EC68-22D2-FF969419A13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0" creationId="{423DEC80-02F5-A5EF-4DD1-79CA8CEFBF22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1" creationId="{3B09663B-B507-780E-209E-21E4CE50CE9A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2" creationId="{84ABCF67-B201-1468-711F-3490AF020537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3" creationId="{87D74B1F-19FC-9413-8C1A-7F2BCBDDB5A0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4" creationId="{18E051DB-2795-F157-CDF4-3D4EA7ACA0F9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5" creationId="{D5DD4C42-96A1-D022-40D5-CED7B185B33D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6" creationId="{ACB34E10-FA8C-EE0F-32E3-58B8CAC9BE3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7" creationId="{DFF994D7-5732-D784-6B91-713F7BE0D396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8" creationId="{00763D80-B4F3-4E86-72AD-3AE4DAAA7062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19" creationId="{B441AB6B-D0E5-C047-244B-493CC55BF2B6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0" creationId="{CAD93C7A-CDEF-003F-799B-3FBC113B7E68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1" creationId="{E8FF4F98-03FD-F434-E0C8-7CCD4C05C21F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2" creationId="{4A54BBAC-F091-8561-3D9E-CF9CCEF75EE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3" creationId="{56E9CCEE-0990-361F-7D4D-27387FF98CB0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4" creationId="{9A3DAAD6-24AB-A6A7-564A-9D3A2075FFC4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8" creationId="{6B389163-2DA3-828A-05D0-EFCD144CA2B9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29" creationId="{A03BAA29-5E85-72B0-D43B-DC1BA6EDA8B2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0" creationId="{20A765D3-8834-C596-C2D9-D471E26EB08D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1" creationId="{740A71F0-43C9-617E-D639-28537F1A1DFF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2" creationId="{8237FD5F-CC9F-72ED-2832-FBF28FE811E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3" creationId="{263956AB-2AD9-2896-51D7-5701C70D83A2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4" creationId="{4FD6989C-6EA6-A1E6-654A-2944E802892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5" creationId="{EB7BD50A-52CE-35C5-6C43-28A1658F013B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6" creationId="{EE6F4794-4829-880B-8A37-7E99D2FF0123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7" creationId="{C4265465-F133-C990-7432-0DA1EE36D7FC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8" creationId="{035CF90C-8118-CF95-CD99-78868FB8882B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39" creationId="{F51BD6FA-FF86-D9D7-B901-A2B5A76C86DC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0" creationId="{19F4E6DF-7ED0-38FB-B26B-9ABC20B39F17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1" creationId="{54E68D44-B589-7962-AF5D-C18BC34245B8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2" creationId="{EE593158-BEAD-C1DB-7382-45E6DD64A741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3" creationId="{CA6AB41A-AE12-1E7B-1A45-B8C27B1DDFCE}"/>
          </ac:spMkLst>
        </pc:spChg>
        <pc:spChg chg="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4" creationId="{7254A161-3832-D39F-B18B-2D6BEC18BC09}"/>
          </ac:spMkLst>
        </pc:spChg>
        <pc:spChg chg="add 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5" creationId="{D1840016-D0B0-9125-A9B4-DA819CBE231B}"/>
          </ac:spMkLst>
        </pc:spChg>
        <pc:spChg chg="add 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6" creationId="{ED3D4EBE-988E-E274-7677-577BC1683DF5}"/>
          </ac:spMkLst>
        </pc:spChg>
        <pc:spChg chg="add 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7" creationId="{E1613678-19F1-2C63-EF53-8C49E63AFD3F}"/>
          </ac:spMkLst>
        </pc:spChg>
        <pc:spChg chg="add mod">
          <ac:chgData name="Fehmida Usmani" userId="1f7d48bb-60b3-4b90-bf30-0f63161838be" providerId="ADAL" clId="{31629775-196A-4F30-8E4D-B1945AF0CB52}" dt="2024-08-26T04:31:15.136" v="134" actId="1076"/>
          <ac:spMkLst>
            <pc:docMk/>
            <pc:sldMk cId="4106057851" sldId="325"/>
            <ac:spMk id="48" creationId="{93DE5FE6-41F2-5963-E5E3-78259143788D}"/>
          </ac:spMkLst>
        </pc:spChg>
        <pc:spChg chg="add mod">
          <ac:chgData name="Fehmida Usmani" userId="1f7d48bb-60b3-4b90-bf30-0f63161838be" providerId="ADAL" clId="{31629775-196A-4F30-8E4D-B1945AF0CB52}" dt="2024-08-26T04:31:37.533" v="136" actId="1076"/>
          <ac:spMkLst>
            <pc:docMk/>
            <pc:sldMk cId="4106057851" sldId="325"/>
            <ac:spMk id="49" creationId="{EEB1CB24-8FC0-F3CF-E2A4-7B29F86805B0}"/>
          </ac:spMkLst>
        </pc:spChg>
        <pc:spChg chg="add mod">
          <ac:chgData name="Fehmida Usmani" userId="1f7d48bb-60b3-4b90-bf30-0f63161838be" providerId="ADAL" clId="{31629775-196A-4F30-8E4D-B1945AF0CB52}" dt="2024-08-26T04:31:37.533" v="136" actId="1076"/>
          <ac:spMkLst>
            <pc:docMk/>
            <pc:sldMk cId="4106057851" sldId="325"/>
            <ac:spMk id="50" creationId="{F9348331-44B6-EDE6-D644-DF6734FB7373}"/>
          </ac:spMkLst>
        </pc:spChg>
        <pc:grpChg chg="add 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6" creationId="{B809F697-C7A0-1A83-D4C7-E646E6CBA627}"/>
          </ac:grpSpMkLst>
        </pc:grpChg>
        <pc:grpChg chg="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7" creationId="{7E9988D0-28DD-5C55-D167-03EBCEBA3E86}"/>
          </ac:grpSpMkLst>
        </pc:grpChg>
        <pc:grpChg chg="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8" creationId="{524EEDF0-1554-FC58-F275-B2FA0851EB71}"/>
          </ac:grpSpMkLst>
        </pc:grpChg>
        <pc:grpChg chg="add 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25" creationId="{BFBE95D4-5C33-64E0-5D36-3002177BBEF4}"/>
          </ac:grpSpMkLst>
        </pc:grpChg>
        <pc:grpChg chg="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26" creationId="{C0E12D51-7425-6913-1E98-E835CB6E00FA}"/>
          </ac:grpSpMkLst>
        </pc:grpChg>
        <pc:grpChg chg="mod">
          <ac:chgData name="Fehmida Usmani" userId="1f7d48bb-60b3-4b90-bf30-0f63161838be" providerId="ADAL" clId="{31629775-196A-4F30-8E4D-B1945AF0CB52}" dt="2024-08-26T04:31:15.136" v="134" actId="1076"/>
          <ac:grpSpMkLst>
            <pc:docMk/>
            <pc:sldMk cId="4106057851" sldId="325"/>
            <ac:grpSpMk id="27" creationId="{BAA20367-1AD7-891C-2443-1BEAF40915C1}"/>
          </ac:grpSpMkLst>
        </pc:grpChg>
      </pc:sldChg>
      <pc:sldChg chg="addSp modSp new mod modAnim">
        <pc:chgData name="Fehmida Usmani" userId="1f7d48bb-60b3-4b90-bf30-0f63161838be" providerId="ADAL" clId="{31629775-196A-4F30-8E4D-B1945AF0CB52}" dt="2024-08-26T04:34:09.202" v="176" actId="1076"/>
        <pc:sldMkLst>
          <pc:docMk/>
          <pc:sldMk cId="1254912800" sldId="326"/>
        </pc:sldMkLst>
        <pc:spChg chg="mod">
          <ac:chgData name="Fehmida Usmani" userId="1f7d48bb-60b3-4b90-bf30-0f63161838be" providerId="ADAL" clId="{31629775-196A-4F30-8E4D-B1945AF0CB52}" dt="2024-08-26T04:31:57.104" v="149" actId="20577"/>
          <ac:spMkLst>
            <pc:docMk/>
            <pc:sldMk cId="1254912800" sldId="326"/>
            <ac:spMk id="2" creationId="{1C7AB0B3-E7E7-2F8D-AC5A-7A3AC7861DD7}"/>
          </ac:spMkLst>
        </pc:spChg>
        <pc:spChg chg="mod">
          <ac:chgData name="Fehmida Usmani" userId="1f7d48bb-60b3-4b90-bf30-0f63161838be" providerId="ADAL" clId="{31629775-196A-4F30-8E4D-B1945AF0CB52}" dt="2024-08-26T04:33:53.110" v="173" actId="1076"/>
          <ac:spMkLst>
            <pc:docMk/>
            <pc:sldMk cId="1254912800" sldId="326"/>
            <ac:spMk id="3" creationId="{A02D08DB-2B43-90B2-024B-8BBB37162566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5" creationId="{4F78E4DA-9CAB-4791-7A69-E1E469786F92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6" creationId="{4190DA70-C0B7-DCC3-ECA7-35CE455BDC4F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7" creationId="{920C86C5-29CF-C1F4-F95B-F01E264BD784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8" creationId="{A9856198-1303-B84C-1EDB-40F9519A6F6D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0" creationId="{7D62C89E-83DA-B32F-E88B-72D33F3AE07F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1" creationId="{6D211F51-5F9B-74CE-1A37-B8BFBFAF50A2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2" creationId="{FB6B15F0-B009-C4F1-3E7D-A1C3D9866340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3" creationId="{2DE08089-DDFB-4178-D73F-D91A350E2735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4" creationId="{6B4A963B-AAD9-E6BB-74B6-138A8120D008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5" creationId="{9F18D8E8-691A-3887-8E55-DAC8249A38F3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6" creationId="{BECD0045-410E-FF5C-DA32-41F1542E3C12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7" creationId="{4A8C1CF9-8A23-FFCA-0CF3-958833E81D28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8" creationId="{CEE2C523-22B9-2594-C75C-9028A2366EDB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19" creationId="{C2A32D33-2114-5440-AAAC-0B9F9F44A105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20" creationId="{0A013410-01C8-F9BD-5D58-DA28367BD213}"/>
          </ac:spMkLst>
        </pc:spChg>
        <pc:spChg chg="mod">
          <ac:chgData name="Fehmida Usmani" userId="1f7d48bb-60b3-4b90-bf30-0f63161838be" providerId="ADAL" clId="{31629775-196A-4F30-8E4D-B1945AF0CB52}" dt="2024-08-26T04:33:56.735" v="174" actId="1076"/>
          <ac:spMkLst>
            <pc:docMk/>
            <pc:sldMk cId="1254912800" sldId="326"/>
            <ac:spMk id="21" creationId="{9E9D6994-C38B-EB1D-718A-186F50AAE73B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3" creationId="{A265B776-3392-C548-24D5-32BE425495DF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4" creationId="{62DA42AA-7B84-A9E2-49D5-CACF754D2C86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5" creationId="{DB6AB086-3258-E0AD-4950-EB13A1E5CDC0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6" creationId="{C217DDB2-513B-D105-4151-76F7E269E9AB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8" creationId="{AFD082C4-31D0-342F-41E4-E02955E16799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29" creationId="{5DB2A553-86BB-2275-7ABB-5AAD853BC32D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0" creationId="{B6062DC0-F274-768A-4AAF-C93C1DC9B785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1" creationId="{F2032AC1-10CB-4113-5C46-60CA9BC805D7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2" creationId="{F87D4252-98FC-4BAB-0A25-02F4382F0B7D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3" creationId="{1752FC5B-0A67-2230-B3FD-B74A100C0327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4" creationId="{D942EB85-7FD8-16C9-ECC3-981C44E152E5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5" creationId="{82198EBA-49D9-9156-CF2C-645D0BBA4EE1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6" creationId="{D270D0AA-AE5D-57C2-DBC2-8FCEA198B5D2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7" creationId="{804D9599-CAA4-FF78-414C-869AC9BB6239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8" creationId="{440FB95E-1B20-9113-CCEA-A4A190540653}"/>
          </ac:spMkLst>
        </pc:spChg>
        <pc:spChg chg="mod">
          <ac:chgData name="Fehmida Usmani" userId="1f7d48bb-60b3-4b90-bf30-0f63161838be" providerId="ADAL" clId="{31629775-196A-4F30-8E4D-B1945AF0CB52}" dt="2024-08-26T04:34:09.202" v="176" actId="1076"/>
          <ac:spMkLst>
            <pc:docMk/>
            <pc:sldMk cId="1254912800" sldId="326"/>
            <ac:spMk id="39" creationId="{0736DA21-1603-579D-19CE-72BA90A65FE3}"/>
          </ac:spMkLst>
        </pc:spChg>
        <pc:grpChg chg="add mod">
          <ac:chgData name="Fehmida Usmani" userId="1f7d48bb-60b3-4b90-bf30-0f63161838be" providerId="ADAL" clId="{31629775-196A-4F30-8E4D-B1945AF0CB52}" dt="2024-08-26T04:33:56.735" v="174" actId="1076"/>
          <ac:grpSpMkLst>
            <pc:docMk/>
            <pc:sldMk cId="1254912800" sldId="326"/>
            <ac:grpSpMk id="4" creationId="{0322DD94-5E7C-29E9-CBB6-3F47CE6F979E}"/>
          </ac:grpSpMkLst>
        </pc:grpChg>
        <pc:grpChg chg="mod">
          <ac:chgData name="Fehmida Usmani" userId="1f7d48bb-60b3-4b90-bf30-0f63161838be" providerId="ADAL" clId="{31629775-196A-4F30-8E4D-B1945AF0CB52}" dt="2024-08-26T04:33:56.735" v="174" actId="1076"/>
          <ac:grpSpMkLst>
            <pc:docMk/>
            <pc:sldMk cId="1254912800" sldId="326"/>
            <ac:grpSpMk id="9" creationId="{50D20BAA-8F93-4458-8EAF-CC3EBBBE6840}"/>
          </ac:grpSpMkLst>
        </pc:grpChg>
        <pc:grpChg chg="add mod">
          <ac:chgData name="Fehmida Usmani" userId="1f7d48bb-60b3-4b90-bf30-0f63161838be" providerId="ADAL" clId="{31629775-196A-4F30-8E4D-B1945AF0CB52}" dt="2024-08-26T04:34:09.202" v="176" actId="1076"/>
          <ac:grpSpMkLst>
            <pc:docMk/>
            <pc:sldMk cId="1254912800" sldId="326"/>
            <ac:grpSpMk id="22" creationId="{7B00FC7E-A534-9E55-D315-D65AACFCDBC1}"/>
          </ac:grpSpMkLst>
        </pc:grpChg>
        <pc:grpChg chg="mod">
          <ac:chgData name="Fehmida Usmani" userId="1f7d48bb-60b3-4b90-bf30-0f63161838be" providerId="ADAL" clId="{31629775-196A-4F30-8E4D-B1945AF0CB52}" dt="2024-08-26T04:34:09.202" v="176" actId="1076"/>
          <ac:grpSpMkLst>
            <pc:docMk/>
            <pc:sldMk cId="1254912800" sldId="326"/>
            <ac:grpSpMk id="27" creationId="{1A501E23-B6A5-0A76-CF5C-143872607A85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35:05.298" v="191" actId="1076"/>
        <pc:sldMkLst>
          <pc:docMk/>
          <pc:sldMk cId="745489133" sldId="327"/>
        </pc:sldMkLst>
        <pc:spChg chg="mod">
          <ac:chgData name="Fehmida Usmani" userId="1f7d48bb-60b3-4b90-bf30-0f63161838be" providerId="ADAL" clId="{31629775-196A-4F30-8E4D-B1945AF0CB52}" dt="2024-08-26T04:34:21.461" v="188" actId="20577"/>
          <ac:spMkLst>
            <pc:docMk/>
            <pc:sldMk cId="745489133" sldId="327"/>
            <ac:spMk id="2" creationId="{907EE2FE-39CE-2FF0-71F4-76C424CA673D}"/>
          </ac:spMkLst>
        </pc:spChg>
        <pc:spChg chg="del">
          <ac:chgData name="Fehmida Usmani" userId="1f7d48bb-60b3-4b90-bf30-0f63161838be" providerId="ADAL" clId="{31629775-196A-4F30-8E4D-B1945AF0CB52}" dt="2024-08-26T04:34:53.243" v="189"/>
          <ac:spMkLst>
            <pc:docMk/>
            <pc:sldMk cId="745489133" sldId="327"/>
            <ac:spMk id="3" creationId="{28CDD260-B592-3E91-8111-6C6BED023674}"/>
          </ac:spMkLst>
        </pc:spChg>
        <pc:spChg chg="add mod">
          <ac:chgData name="Fehmida Usmani" userId="1f7d48bb-60b3-4b90-bf30-0f63161838be" providerId="ADAL" clId="{31629775-196A-4F30-8E4D-B1945AF0CB52}" dt="2024-08-26T04:34:53.243" v="189"/>
          <ac:spMkLst>
            <pc:docMk/>
            <pc:sldMk cId="745489133" sldId="327"/>
            <ac:spMk id="6" creationId="{627A83C6-F41F-12B0-9B30-EBFFE8F05544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8" creationId="{7FC9A173-48DA-6DA8-5CAA-1FF8FA94DBD9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9" creationId="{420A234B-5243-50F0-0980-D61B52A7C1A5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0" creationId="{08D761FB-AC15-B55A-CC4D-62D0242957FF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1" creationId="{B188A778-86F4-AF34-3988-91AF1CE3A06D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3" creationId="{C94CB7D2-C242-440E-1A52-0345E49FE03E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4" creationId="{1C262B15-37C3-BF1F-DFD5-6AFFE5B8524D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5" creationId="{FB1EE06E-569B-BB9B-4A62-D86DFFBD4CAE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6" creationId="{D730CDE5-2C0F-EE78-A278-FA78F516ADA5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7" creationId="{54E4C3A0-53B5-F969-21B8-BE42C51AA31D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8" creationId="{37357713-AF01-239F-33E0-80A8E384048F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19" creationId="{3BEA8C76-0E17-FFC9-5251-C465109A1537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20" creationId="{083C0479-BCCA-C7B0-1C28-576F11B9ACCF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21" creationId="{54ABFC7D-8F09-600D-AD13-3A9DD55CEE4E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22" creationId="{9F35C839-19A3-1183-9762-EA594E159D4B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23" creationId="{9A3C5F54-AF30-8142-A174-02AEF18AF5D9}"/>
          </ac:spMkLst>
        </pc:spChg>
        <pc:spChg chg="mod">
          <ac:chgData name="Fehmida Usmani" userId="1f7d48bb-60b3-4b90-bf30-0f63161838be" providerId="ADAL" clId="{31629775-196A-4F30-8E4D-B1945AF0CB52}" dt="2024-08-26T04:35:05.298" v="191" actId="1076"/>
          <ac:spMkLst>
            <pc:docMk/>
            <pc:sldMk cId="745489133" sldId="327"/>
            <ac:spMk id="24" creationId="{F09A7BBA-4CB8-6801-1F71-B4FAE3272931}"/>
          </ac:spMkLst>
        </pc:spChg>
        <pc:grpChg chg="add mod">
          <ac:chgData name="Fehmida Usmani" userId="1f7d48bb-60b3-4b90-bf30-0f63161838be" providerId="ADAL" clId="{31629775-196A-4F30-8E4D-B1945AF0CB52}" dt="2024-08-26T04:35:05.298" v="191" actId="1076"/>
          <ac:grpSpMkLst>
            <pc:docMk/>
            <pc:sldMk cId="745489133" sldId="327"/>
            <ac:grpSpMk id="7" creationId="{00D9CBC1-DC14-BFF8-FB3D-7D7E6D116825}"/>
          </ac:grpSpMkLst>
        </pc:grpChg>
        <pc:grpChg chg="mod">
          <ac:chgData name="Fehmida Usmani" userId="1f7d48bb-60b3-4b90-bf30-0f63161838be" providerId="ADAL" clId="{31629775-196A-4F30-8E4D-B1945AF0CB52}" dt="2024-08-26T04:35:05.298" v="191" actId="1076"/>
          <ac:grpSpMkLst>
            <pc:docMk/>
            <pc:sldMk cId="745489133" sldId="327"/>
            <ac:grpSpMk id="12" creationId="{6DAE6865-BF29-6394-519F-36504A95E678}"/>
          </ac:grpSpMkLst>
        </pc:grpChg>
        <pc:graphicFrameChg chg="add del modGraphic">
          <ac:chgData name="Fehmida Usmani" userId="1f7d48bb-60b3-4b90-bf30-0f63161838be" providerId="ADAL" clId="{31629775-196A-4F30-8E4D-B1945AF0CB52}" dt="2024-08-26T04:34:18.773" v="179" actId="27309"/>
          <ac:graphicFrameMkLst>
            <pc:docMk/>
            <pc:sldMk cId="745489133" sldId="327"/>
            <ac:graphicFrameMk id="5" creationId="{2B1ED454-C6FE-50D6-31FA-19385482D29F}"/>
          </ac:graphicFrameMkLst>
        </pc:graphicFrameChg>
      </pc:sldChg>
      <pc:sldChg chg="addSp delSp modSp new mod modAnim">
        <pc:chgData name="Fehmida Usmani" userId="1f7d48bb-60b3-4b90-bf30-0f63161838be" providerId="ADAL" clId="{31629775-196A-4F30-8E4D-B1945AF0CB52}" dt="2024-08-26T04:35:39.775" v="204" actId="1076"/>
        <pc:sldMkLst>
          <pc:docMk/>
          <pc:sldMk cId="2393052094" sldId="328"/>
        </pc:sldMkLst>
        <pc:spChg chg="mod">
          <ac:chgData name="Fehmida Usmani" userId="1f7d48bb-60b3-4b90-bf30-0f63161838be" providerId="ADAL" clId="{31629775-196A-4F30-8E4D-B1945AF0CB52}" dt="2024-08-26T04:35:12.880" v="201" actId="20577"/>
          <ac:spMkLst>
            <pc:docMk/>
            <pc:sldMk cId="2393052094" sldId="328"/>
            <ac:spMk id="2" creationId="{FF29DA44-CF72-38D6-AA22-5BD4A16108B7}"/>
          </ac:spMkLst>
        </pc:spChg>
        <pc:spChg chg="del">
          <ac:chgData name="Fehmida Usmani" userId="1f7d48bb-60b3-4b90-bf30-0f63161838be" providerId="ADAL" clId="{31629775-196A-4F30-8E4D-B1945AF0CB52}" dt="2024-08-26T04:35:31.470" v="202"/>
          <ac:spMkLst>
            <pc:docMk/>
            <pc:sldMk cId="2393052094" sldId="328"/>
            <ac:spMk id="3" creationId="{8969D11D-B0B4-9697-C9DE-2C49075E0216}"/>
          </ac:spMkLst>
        </pc:spChg>
        <pc:spChg chg="add mod">
          <ac:chgData name="Fehmida Usmani" userId="1f7d48bb-60b3-4b90-bf30-0f63161838be" providerId="ADAL" clId="{31629775-196A-4F30-8E4D-B1945AF0CB52}" dt="2024-08-26T04:35:31.470" v="202"/>
          <ac:spMkLst>
            <pc:docMk/>
            <pc:sldMk cId="2393052094" sldId="328"/>
            <ac:spMk id="4" creationId="{272EA1AB-4ACA-2712-B091-D10679FCDC01}"/>
          </ac:spMkLst>
        </pc:spChg>
        <pc:picChg chg="add mod">
          <ac:chgData name="Fehmida Usmani" userId="1f7d48bb-60b3-4b90-bf30-0f63161838be" providerId="ADAL" clId="{31629775-196A-4F30-8E4D-B1945AF0CB52}" dt="2024-08-26T04:35:39.775" v="204" actId="1076"/>
          <ac:picMkLst>
            <pc:docMk/>
            <pc:sldMk cId="2393052094" sldId="328"/>
            <ac:picMk id="5" creationId="{7ADEF311-2EFF-0A57-53F0-774723272B75}"/>
          </ac:picMkLst>
        </pc:picChg>
      </pc:sldChg>
      <pc:sldChg chg="addSp delSp modSp new mod modAnim">
        <pc:chgData name="Fehmida Usmani" userId="1f7d48bb-60b3-4b90-bf30-0f63161838be" providerId="ADAL" clId="{31629775-196A-4F30-8E4D-B1945AF0CB52}" dt="2024-08-26T04:37:03.493" v="233" actId="1076"/>
        <pc:sldMkLst>
          <pc:docMk/>
          <pc:sldMk cId="2170211041" sldId="329"/>
        </pc:sldMkLst>
        <pc:spChg chg="mod">
          <ac:chgData name="Fehmida Usmani" userId="1f7d48bb-60b3-4b90-bf30-0f63161838be" providerId="ADAL" clId="{31629775-196A-4F30-8E4D-B1945AF0CB52}" dt="2024-08-26T04:36:36.605" v="214" actId="20577"/>
          <ac:spMkLst>
            <pc:docMk/>
            <pc:sldMk cId="2170211041" sldId="329"/>
            <ac:spMk id="2" creationId="{3B8ADC9D-B117-A224-11F3-C2BD5DD47852}"/>
          </ac:spMkLst>
        </pc:spChg>
        <pc:spChg chg="del">
          <ac:chgData name="Fehmida Usmani" userId="1f7d48bb-60b3-4b90-bf30-0f63161838be" providerId="ADAL" clId="{31629775-196A-4F30-8E4D-B1945AF0CB52}" dt="2024-08-26T04:36:38.808" v="215"/>
          <ac:spMkLst>
            <pc:docMk/>
            <pc:sldMk cId="2170211041" sldId="329"/>
            <ac:spMk id="3" creationId="{EE3773A5-4FB8-BD5D-6136-5B295D54B3CF}"/>
          </ac:spMkLst>
        </pc:spChg>
        <pc:spChg chg="add mod">
          <ac:chgData name="Fehmida Usmani" userId="1f7d48bb-60b3-4b90-bf30-0f63161838be" providerId="ADAL" clId="{31629775-196A-4F30-8E4D-B1945AF0CB52}" dt="2024-08-26T04:36:48.660" v="230" actId="5793"/>
          <ac:spMkLst>
            <pc:docMk/>
            <pc:sldMk cId="2170211041" sldId="329"/>
            <ac:spMk id="4" creationId="{201BEE66-E309-8B5E-1172-9BD37ED0FF45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6" creationId="{A7539535-4EE9-A84A-1FBC-719BAF0AA8CF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7" creationId="{9D2A967B-28AA-5B4A-18FB-7BDEC31E85EE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8" creationId="{8027B634-2839-5AFB-84C9-144FEE017054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9" creationId="{C7CE21F1-CEB5-0EC6-9DE9-96DB61A6D333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1" creationId="{4C89D5E9-138B-AAB5-DAC0-7EB1E9471654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2" creationId="{BFE00502-13F3-54D9-92F6-7DCBD1B8918F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3" creationId="{9A260D85-2B4B-E417-7DE3-4B0384A46EB6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4" creationId="{53867DCA-D2B3-0633-A581-357BE26B12ED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5" creationId="{ADE8507E-946C-E422-6450-643DD43F5F01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6" creationId="{72689684-520C-2FC9-8680-8D6B27BBA7AF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7" creationId="{A06B6C43-DB01-7E9B-33DE-5D488AD76C45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8" creationId="{CB647D7E-7634-835C-A699-28BAB0A30D0D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19" creationId="{D5C4411E-5981-C00E-FCA1-A429BB1BFBF4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20" creationId="{ABC1CF36-E5EE-1F6E-4897-E1BEC91CA4C8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21" creationId="{6D6F729C-0060-729B-E8AC-F3E2AC64899D}"/>
          </ac:spMkLst>
        </pc:spChg>
        <pc:spChg chg="mod">
          <ac:chgData name="Fehmida Usmani" userId="1f7d48bb-60b3-4b90-bf30-0f63161838be" providerId="ADAL" clId="{31629775-196A-4F30-8E4D-B1945AF0CB52}" dt="2024-08-26T04:37:03.493" v="233" actId="1076"/>
          <ac:spMkLst>
            <pc:docMk/>
            <pc:sldMk cId="2170211041" sldId="329"/>
            <ac:spMk id="22" creationId="{05A6970B-31FE-03A2-0BBE-DD447D93760A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4" creationId="{4080B12E-1A95-754D-633E-18C554567CC3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5" creationId="{235A9EAE-9C41-4135-5AA1-C80BD4D21187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6" creationId="{695C738E-B7D9-FC38-E512-7822AD318440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7" creationId="{B7341686-0F4B-B43D-E17E-F31229EAB1CC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8" creationId="{4B4F1F0B-FD10-359B-E3D8-7EBE7E49D89A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29" creationId="{7EB281BD-7602-D236-19F3-09FC4EE0F8E0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0" creationId="{9CB5547D-B3D1-670A-5CC9-4E4D3A69B2ED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1" creationId="{95800AD4-0640-D499-0255-05DE327F0357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2" creationId="{FF06DD54-09DF-D14F-7363-2DB055804B5A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3" creationId="{435C244E-B4A2-E969-7328-B41E72FE47A6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4" creationId="{81F29EF3-C4F8-0F1A-BFCA-7499CDFB00B8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6" creationId="{C0441E4F-146B-03F2-D275-3378C0090BCC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7" creationId="{D0EA315B-5D66-D0DF-6613-75B08778D21B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8" creationId="{0DAB2E14-C061-F173-F413-1631CC41CC84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39" creationId="{63774058-35C0-9206-63FC-0C2C73BCC08F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40" creationId="{135F16D7-B981-D4F4-B3BE-FF7143C43A75}"/>
          </ac:spMkLst>
        </pc:spChg>
        <pc:spChg chg="mod">
          <ac:chgData name="Fehmida Usmani" userId="1f7d48bb-60b3-4b90-bf30-0f63161838be" providerId="ADAL" clId="{31629775-196A-4F30-8E4D-B1945AF0CB52}" dt="2024-08-26T04:37:01.283" v="232" actId="1076"/>
          <ac:spMkLst>
            <pc:docMk/>
            <pc:sldMk cId="2170211041" sldId="329"/>
            <ac:spMk id="41" creationId="{F3E7C2CC-E693-CC7A-F4DA-A4E7C7A997F6}"/>
          </ac:spMkLst>
        </pc:spChg>
        <pc:grpChg chg="add mod">
          <ac:chgData name="Fehmida Usmani" userId="1f7d48bb-60b3-4b90-bf30-0f63161838be" providerId="ADAL" clId="{31629775-196A-4F30-8E4D-B1945AF0CB52}" dt="2024-08-26T04:37:03.493" v="233" actId="1076"/>
          <ac:grpSpMkLst>
            <pc:docMk/>
            <pc:sldMk cId="2170211041" sldId="329"/>
            <ac:grpSpMk id="5" creationId="{140AAEDC-A738-B4F3-C961-F0D1216B54EE}"/>
          </ac:grpSpMkLst>
        </pc:grpChg>
        <pc:grpChg chg="mod">
          <ac:chgData name="Fehmida Usmani" userId="1f7d48bb-60b3-4b90-bf30-0f63161838be" providerId="ADAL" clId="{31629775-196A-4F30-8E4D-B1945AF0CB52}" dt="2024-08-26T04:37:03.493" v="233" actId="1076"/>
          <ac:grpSpMkLst>
            <pc:docMk/>
            <pc:sldMk cId="2170211041" sldId="329"/>
            <ac:grpSpMk id="10" creationId="{056EEDDB-9875-1863-911E-C3369D5A4D6F}"/>
          </ac:grpSpMkLst>
        </pc:grpChg>
        <pc:grpChg chg="add mod">
          <ac:chgData name="Fehmida Usmani" userId="1f7d48bb-60b3-4b90-bf30-0f63161838be" providerId="ADAL" clId="{31629775-196A-4F30-8E4D-B1945AF0CB52}" dt="2024-08-26T04:37:01.283" v="232" actId="1076"/>
          <ac:grpSpMkLst>
            <pc:docMk/>
            <pc:sldMk cId="2170211041" sldId="329"/>
            <ac:grpSpMk id="23" creationId="{51DF61A7-E4EA-7798-9E9C-2721824E7415}"/>
          </ac:grpSpMkLst>
        </pc:grpChg>
        <pc:grpChg chg="mod">
          <ac:chgData name="Fehmida Usmani" userId="1f7d48bb-60b3-4b90-bf30-0f63161838be" providerId="ADAL" clId="{31629775-196A-4F30-8E4D-B1945AF0CB52}" dt="2024-08-26T04:37:01.283" v="232" actId="1076"/>
          <ac:grpSpMkLst>
            <pc:docMk/>
            <pc:sldMk cId="2170211041" sldId="329"/>
            <ac:grpSpMk id="35" creationId="{8AB70FBD-8F43-A421-C5B1-775B874DD71B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37:42.526" v="246" actId="1076"/>
        <pc:sldMkLst>
          <pc:docMk/>
          <pc:sldMk cId="3128322545" sldId="330"/>
        </pc:sldMkLst>
        <pc:spChg chg="mod">
          <ac:chgData name="Fehmida Usmani" userId="1f7d48bb-60b3-4b90-bf30-0f63161838be" providerId="ADAL" clId="{31629775-196A-4F30-8E4D-B1945AF0CB52}" dt="2024-08-26T04:37:10.166" v="243" actId="20577"/>
          <ac:spMkLst>
            <pc:docMk/>
            <pc:sldMk cId="3128322545" sldId="330"/>
            <ac:spMk id="2" creationId="{EA7A1D97-6323-3AD6-FC24-E0D251082952}"/>
          </ac:spMkLst>
        </pc:spChg>
        <pc:spChg chg="del">
          <ac:chgData name="Fehmida Usmani" userId="1f7d48bb-60b3-4b90-bf30-0f63161838be" providerId="ADAL" clId="{31629775-196A-4F30-8E4D-B1945AF0CB52}" dt="2024-08-26T04:37:33.916" v="244"/>
          <ac:spMkLst>
            <pc:docMk/>
            <pc:sldMk cId="3128322545" sldId="330"/>
            <ac:spMk id="3" creationId="{4914B9E5-20B4-AD29-FE88-A96E7EF14D4A}"/>
          </ac:spMkLst>
        </pc:spChg>
        <pc:spChg chg="add mod">
          <ac:chgData name="Fehmida Usmani" userId="1f7d48bb-60b3-4b90-bf30-0f63161838be" providerId="ADAL" clId="{31629775-196A-4F30-8E4D-B1945AF0CB52}" dt="2024-08-26T04:37:33.916" v="244"/>
          <ac:spMkLst>
            <pc:docMk/>
            <pc:sldMk cId="3128322545" sldId="330"/>
            <ac:spMk id="4" creationId="{D2D61E48-7133-858E-FC8F-05DE901588E7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6" creationId="{D510E757-498A-296C-E837-604E4F047F35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7" creationId="{F0709410-BCD3-9170-EC45-157EA873D2E7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8" creationId="{E760FB03-A248-AE62-335F-0500F96F5BBE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9" creationId="{EBF4C560-C69A-325C-2C33-04C732F1661D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0" creationId="{060CEAA1-DEC4-5BC3-F74E-D85B351CF069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1" creationId="{94AECCA8-188D-442D-C59B-4758E088DFF3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2" creationId="{CF346A37-C8AD-B29D-FFEE-C24F6015CF40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3" creationId="{0C7A9865-9FE1-AF19-3FC9-EDEE07802C7A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4" creationId="{050C0D48-8AB9-63B6-CFDA-D3974D57AE91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5" creationId="{6859B1C3-112D-F3E4-379B-29E6A1737AE0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6" creationId="{B40E355C-0C0B-CB69-63A2-2260A6EC3012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8" creationId="{782ACDEE-CAE4-9612-FE8E-39E09736762C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19" creationId="{267338FC-4EB9-E56B-98F1-048951F2B1C9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20" creationId="{DDDCEF22-7F93-5222-E11A-FC730866DDC5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21" creationId="{93FA3E30-23EC-6A1A-8914-3D635686F4FF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22" creationId="{E003EC6F-0D9F-A328-869D-37066635F48C}"/>
          </ac:spMkLst>
        </pc:spChg>
        <pc:spChg chg="mod">
          <ac:chgData name="Fehmida Usmani" userId="1f7d48bb-60b3-4b90-bf30-0f63161838be" providerId="ADAL" clId="{31629775-196A-4F30-8E4D-B1945AF0CB52}" dt="2024-08-26T04:37:42.526" v="246" actId="1076"/>
          <ac:spMkLst>
            <pc:docMk/>
            <pc:sldMk cId="3128322545" sldId="330"/>
            <ac:spMk id="23" creationId="{82A98D35-97D8-5D2D-6243-530D28CCED1A}"/>
          </ac:spMkLst>
        </pc:spChg>
        <pc:grpChg chg="add mod">
          <ac:chgData name="Fehmida Usmani" userId="1f7d48bb-60b3-4b90-bf30-0f63161838be" providerId="ADAL" clId="{31629775-196A-4F30-8E4D-B1945AF0CB52}" dt="2024-08-26T04:37:42.526" v="246" actId="1076"/>
          <ac:grpSpMkLst>
            <pc:docMk/>
            <pc:sldMk cId="3128322545" sldId="330"/>
            <ac:grpSpMk id="5" creationId="{CBBAA9AE-AFBA-78F6-903F-46F559344280}"/>
          </ac:grpSpMkLst>
        </pc:grpChg>
        <pc:grpChg chg="mod">
          <ac:chgData name="Fehmida Usmani" userId="1f7d48bb-60b3-4b90-bf30-0f63161838be" providerId="ADAL" clId="{31629775-196A-4F30-8E4D-B1945AF0CB52}" dt="2024-08-26T04:37:42.526" v="246" actId="1076"/>
          <ac:grpSpMkLst>
            <pc:docMk/>
            <pc:sldMk cId="3128322545" sldId="330"/>
            <ac:grpSpMk id="17" creationId="{22D6589C-DC1A-3845-CB3A-AAF710B0EDFB}"/>
          </ac:grpSpMkLst>
        </pc:grpChg>
      </pc:sldChg>
      <pc:sldChg chg="addSp delSp modSp new mod modAnim">
        <pc:chgData name="Fehmida Usmani" userId="1f7d48bb-60b3-4b90-bf30-0f63161838be" providerId="ADAL" clId="{31629775-196A-4F30-8E4D-B1945AF0CB52}" dt="2024-08-26T04:38:54.846" v="266"/>
        <pc:sldMkLst>
          <pc:docMk/>
          <pc:sldMk cId="2777889542" sldId="331"/>
        </pc:sldMkLst>
        <pc:spChg chg="mod">
          <ac:chgData name="Fehmida Usmani" userId="1f7d48bb-60b3-4b90-bf30-0f63161838be" providerId="ADAL" clId="{31629775-196A-4F30-8E4D-B1945AF0CB52}" dt="2024-08-26T04:37:53.197" v="256" actId="20577"/>
          <ac:spMkLst>
            <pc:docMk/>
            <pc:sldMk cId="2777889542" sldId="331"/>
            <ac:spMk id="2" creationId="{D120D146-060D-F15C-B3BD-E2E25944056F}"/>
          </ac:spMkLst>
        </pc:spChg>
        <pc:spChg chg="del">
          <ac:chgData name="Fehmida Usmani" userId="1f7d48bb-60b3-4b90-bf30-0f63161838be" providerId="ADAL" clId="{31629775-196A-4F30-8E4D-B1945AF0CB52}" dt="2024-08-26T04:38:10.189" v="257"/>
          <ac:spMkLst>
            <pc:docMk/>
            <pc:sldMk cId="2777889542" sldId="331"/>
            <ac:spMk id="3" creationId="{5465A5F2-EF52-98BE-D9C9-56F6C728A14A}"/>
          </ac:spMkLst>
        </pc:spChg>
        <pc:spChg chg="add mod">
          <ac:chgData name="Fehmida Usmani" userId="1f7d48bb-60b3-4b90-bf30-0f63161838be" providerId="ADAL" clId="{31629775-196A-4F30-8E4D-B1945AF0CB52}" dt="2024-08-26T04:38:10.189" v="257"/>
          <ac:spMkLst>
            <pc:docMk/>
            <pc:sldMk cId="2777889542" sldId="331"/>
            <ac:spMk id="4" creationId="{A87CD5E1-C0ED-B737-5A7F-C79B6E33AB5E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" creationId="{3769F424-BC9F-C50D-1379-CE9CA39A1CE5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" creationId="{2E651603-144F-0A67-FF9F-447F4C20B593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9" creationId="{849573D1-4E26-E0E8-5E1A-B9EC601B5D5F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0" creationId="{E64B86EC-5DB6-2E8D-65AD-8ECF1B5AEDC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1" creationId="{3BE7A5C4-F575-E57F-DCC0-F6B3616905FE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3" creationId="{7BD3F265-8965-6CEE-99DA-396B0A6F5523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4" creationId="{B33F2DD6-701A-9E96-8F73-0BAACCC21697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5" creationId="{2A392649-8FBC-2AE3-ED6E-8ADB0A4A121A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6" creationId="{79D0ACCA-26A3-61BA-0A07-E3D11D4B148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7" creationId="{47C3C46D-0C6B-8707-1CE4-1B769E45C2F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8" creationId="{01F9E5E0-4A6B-E3B4-BD9E-C6DD200B2F62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19" creationId="{B675A8F6-DDC7-901F-A5AE-158AF6267875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1" creationId="{90668FA0-8513-F9D9-73A9-313FE435F5A5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2" creationId="{9052B7E3-37FE-0B2C-C831-3CE322CF9937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3" creationId="{85870EFD-6DF1-0A11-418D-E29587817A3A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4" creationId="{09DD9B7D-CA2D-B958-0000-504DFF353DD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5" creationId="{B30E704D-FDD7-553A-2EC5-236BFF8DA5EC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6" creationId="{3EBCFF00-501C-08F1-1404-5F2AAFB5D91D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7" creationId="{042F1052-1541-E717-1729-BEB8977F93CC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8" creationId="{0D32C9CF-3432-5117-6A53-C9D11C865CEC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29" creationId="{194253B1-3745-137D-4698-984BA94FC440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1" creationId="{A21D2C0E-CEE8-1819-4164-0D0CA7E6EB0A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2" creationId="{F1707C22-003C-F59C-DC06-41720108F4F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3" creationId="{129D9727-F020-04CD-EFD7-7DC1D886FD60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4" creationId="{57F5306D-96D8-CBE1-11B4-753E7D622B60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6" creationId="{555B8539-F17D-3AF8-D470-13960095857D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7" creationId="{9ADFC410-6DB3-F7D7-AE61-CF0B841D94CB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8" creationId="{7CF19D9C-E212-05DB-8C87-EC3AD9B1A0D6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39" creationId="{769F6099-B340-CF1C-F0E0-D23FC35A20D3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0" creationId="{2977CE5B-DF69-8DA9-9C2D-DA62256B4F4A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1" creationId="{5B6710C3-7EDD-F1D4-5215-344024A9BAF0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4" creationId="{18DA565E-31FC-0A21-5AD9-CA1319A37A86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5" creationId="{7E51B01D-5675-AF3F-7472-3A5AF9E45572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6" creationId="{FEF829E3-22F3-765B-F406-098A804618AA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7" creationId="{EF0E7F0C-B7A1-DE3C-7AFA-5404933956A8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8" creationId="{4DF023B4-4D59-73CC-6B60-5BDAAD2E7FD1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49" creationId="{7AA2EE9E-1E62-67D9-6B78-EC0DFA3F1069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0" creationId="{03243A0F-A156-D669-72EF-B569792F440C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1" creationId="{ED6052B7-7A9D-25D5-00BD-4AAC8DBAD8A6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3" creationId="{985CD357-F1B2-C731-35FB-08EED14990A6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4" creationId="{DE1C2572-9078-9249-8B5D-3071F7A84F79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5" creationId="{BFECB2E4-DBA6-3FCC-BB20-D1A25D6E5633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6" creationId="{7BFC846E-B63C-7887-43C4-C1A358C88AC7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7" creationId="{4ACCCA2C-79C8-5E6B-A09D-4BA9F1B4F274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58" creationId="{2B44DEC0-FE6C-1085-CA9E-A6C4D2CD2745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1" creationId="{951DB060-575C-55AF-F14C-199CBE340862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2" creationId="{3CC1F585-6FDD-C7F9-4865-EE2DF761B4B4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3" creationId="{A3CD02EF-5AB0-8FB3-4AF7-03CD5CAE7682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4" creationId="{F7945F8D-D520-C499-B436-266588351814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5" creationId="{9853A339-8E01-5930-664F-9314874BB6DF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6" creationId="{E17BFDC9-1982-F061-1CED-E619A3C29C73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7" creationId="{33EF8EA0-A622-902C-FA96-1DC9D300BDD0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68" creationId="{C2CB35C3-5083-2734-6203-CE982B79A28E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1" creationId="{9C992220-F4EC-5B5C-5E90-45FB0BC1A1F8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2" creationId="{CF171269-9C96-556B-8661-41F90AF8E575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3" creationId="{485A4F31-17F1-3954-38C8-DBF9BFCA5F32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4" creationId="{DFC7D7B8-8484-F9B5-B13C-B3BEA87CDB29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5" creationId="{0491FF40-ECF6-3288-27A2-5077179C9691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7" creationId="{F1602D70-F0C6-3AB6-E784-2796E6F41959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8" creationId="{D27F6BD4-61DB-1776-5C2F-6D1ADF0C8F19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79" creationId="{CCCACA32-E482-FA43-1A95-9B369D5A6358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0" creationId="{685D2F3F-CADF-4EDF-85CD-07D2A80CD89D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1" creationId="{2221A125-42DD-FB45-697E-F9398159A8E1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2" creationId="{9FD84A03-2D40-8FFD-AB91-0DF0490424B6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3" creationId="{E80D85F1-12B8-5129-BD69-01C039684E9F}"/>
          </ac:spMkLst>
        </pc:spChg>
        <pc:spChg chg="mod">
          <ac:chgData name="Fehmida Usmani" userId="1f7d48bb-60b3-4b90-bf30-0f63161838be" providerId="ADAL" clId="{31629775-196A-4F30-8E4D-B1945AF0CB52}" dt="2024-08-26T04:38:27.758" v="259" actId="1076"/>
          <ac:spMkLst>
            <pc:docMk/>
            <pc:sldMk cId="2777889542" sldId="331"/>
            <ac:spMk id="84" creationId="{BF391D63-1C1C-C63A-B144-F28CD7013A74}"/>
          </ac:spMkLst>
        </pc:spChg>
        <pc:spChg chg="add mod">
          <ac:chgData name="Fehmida Usmani" userId="1f7d48bb-60b3-4b90-bf30-0f63161838be" providerId="ADAL" clId="{31629775-196A-4F30-8E4D-B1945AF0CB52}" dt="2024-08-26T04:38:48.846" v="261" actId="1076"/>
          <ac:spMkLst>
            <pc:docMk/>
            <pc:sldMk cId="2777889542" sldId="331"/>
            <ac:spMk id="85" creationId="{850B9F81-CB53-4927-BCBB-C8C31AFB0E1D}"/>
          </ac:spMkLst>
        </pc:spChg>
        <pc:spChg chg="add mod">
          <ac:chgData name="Fehmida Usmani" userId="1f7d48bb-60b3-4b90-bf30-0f63161838be" providerId="ADAL" clId="{31629775-196A-4F30-8E4D-B1945AF0CB52}" dt="2024-08-26T04:38:48.846" v="261" actId="1076"/>
          <ac:spMkLst>
            <pc:docMk/>
            <pc:sldMk cId="2777889542" sldId="331"/>
            <ac:spMk id="86" creationId="{CE69AB11-2C6F-FD4C-AE98-D9C26D15CE2F}"/>
          </ac:spMkLst>
        </pc:spChg>
        <pc:spChg chg="add mod">
          <ac:chgData name="Fehmida Usmani" userId="1f7d48bb-60b3-4b90-bf30-0f63161838be" providerId="ADAL" clId="{31629775-196A-4F30-8E4D-B1945AF0CB52}" dt="2024-08-26T04:38:48.846" v="261" actId="1076"/>
          <ac:spMkLst>
            <pc:docMk/>
            <pc:sldMk cId="2777889542" sldId="331"/>
            <ac:spMk id="87" creationId="{EF27012B-8434-E2CB-8C9F-3227D79F3212}"/>
          </ac:spMkLst>
        </pc:spChg>
        <pc:spChg chg="add mod">
          <ac:chgData name="Fehmida Usmani" userId="1f7d48bb-60b3-4b90-bf30-0f63161838be" providerId="ADAL" clId="{31629775-196A-4F30-8E4D-B1945AF0CB52}" dt="2024-08-26T04:38:48.846" v="261" actId="1076"/>
          <ac:spMkLst>
            <pc:docMk/>
            <pc:sldMk cId="2777889542" sldId="331"/>
            <ac:spMk id="88" creationId="{EADFD6F1-A1C4-8A4C-A81E-132F31D20FDA}"/>
          </ac:spMkLst>
        </pc:spChg>
        <pc:spChg chg="add mod">
          <ac:chgData name="Fehmida Usmani" userId="1f7d48bb-60b3-4b90-bf30-0f63161838be" providerId="ADAL" clId="{31629775-196A-4F30-8E4D-B1945AF0CB52}" dt="2024-08-26T04:38:48.846" v="261" actId="1076"/>
          <ac:spMkLst>
            <pc:docMk/>
            <pc:sldMk cId="2777889542" sldId="331"/>
            <ac:spMk id="89" creationId="{80B038FC-10BC-F301-8C5E-B8043921DC6A}"/>
          </ac:spMkLst>
        </pc:spChg>
        <pc:grpChg chg="add 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5" creationId="{5A105A48-044A-008A-2FDB-66A90B49420B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6" creationId="{AFBA45A9-9A72-3F81-9576-1AB1C9CFAD35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12" creationId="{DB8A994D-29FD-3249-4D47-DC643B57BAA5}"/>
          </ac:grpSpMkLst>
        </pc:grpChg>
        <pc:grpChg chg="add 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20" creationId="{713AFB05-39E8-6B4E-C42A-E6E1C408C94B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30" creationId="{62B24A1F-ACCD-C586-7564-24F5E41BC648}"/>
          </ac:grpSpMkLst>
        </pc:grpChg>
        <pc:grpChg chg="add 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35" creationId="{1E90F6E9-8FEA-531A-DADA-95B87B797FD2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42" creationId="{2C6D0CFC-9A46-F5D0-2EDC-0480111C3A91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43" creationId="{7794E6C3-A28C-4546-13CD-76C6CD160AE5}"/>
          </ac:grpSpMkLst>
        </pc:grpChg>
        <pc:grpChg chg="add 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52" creationId="{254EA188-54AD-3589-6B92-3F1255D3640C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59" creationId="{76692307-9347-1024-51C1-21B369C2A442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60" creationId="{E0ACEA0B-0205-0798-DB70-5F3885BBD0D6}"/>
          </ac:grpSpMkLst>
        </pc:grpChg>
        <pc:grpChg chg="add 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69" creationId="{AC854970-E3CB-41A5-83B9-5F3477387E87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70" creationId="{3F75F586-F206-603E-4BD6-E1736EBEE669}"/>
          </ac:grpSpMkLst>
        </pc:grpChg>
        <pc:grpChg chg="mod">
          <ac:chgData name="Fehmida Usmani" userId="1f7d48bb-60b3-4b90-bf30-0f63161838be" providerId="ADAL" clId="{31629775-196A-4F30-8E4D-B1945AF0CB52}" dt="2024-08-26T04:38:27.758" v="259" actId="1076"/>
          <ac:grpSpMkLst>
            <pc:docMk/>
            <pc:sldMk cId="2777889542" sldId="331"/>
            <ac:grpSpMk id="76" creationId="{0936FD0C-0F5E-7FFC-90C9-89134E56B5C3}"/>
          </ac:grpSpMkLst>
        </pc:grpChg>
      </pc:sldChg>
      <pc:sldChg chg="addSp delSp modSp new del mod">
        <pc:chgData name="Fehmida Usmani" userId="1f7d48bb-60b3-4b90-bf30-0f63161838be" providerId="ADAL" clId="{31629775-196A-4F30-8E4D-B1945AF0CB52}" dt="2024-08-27T14:40:14.956" v="377" actId="47"/>
        <pc:sldMkLst>
          <pc:docMk/>
          <pc:sldMk cId="2735369838" sldId="332"/>
        </pc:sldMkLst>
        <pc:spChg chg="del">
          <ac:chgData name="Fehmida Usmani" userId="1f7d48bb-60b3-4b90-bf30-0f63161838be" providerId="ADAL" clId="{31629775-196A-4F30-8E4D-B1945AF0CB52}" dt="2024-08-26T10:02:58.318" v="275" actId="478"/>
          <ac:spMkLst>
            <pc:docMk/>
            <pc:sldMk cId="2735369838" sldId="332"/>
            <ac:spMk id="2" creationId="{C3BB9F8D-EB88-9252-E270-A904A2026968}"/>
          </ac:spMkLst>
        </pc:spChg>
        <pc:spChg chg="del">
          <ac:chgData name="Fehmida Usmani" userId="1f7d48bb-60b3-4b90-bf30-0f63161838be" providerId="ADAL" clId="{31629775-196A-4F30-8E4D-B1945AF0CB52}" dt="2024-08-26T10:02:57.062" v="274" actId="478"/>
          <ac:spMkLst>
            <pc:docMk/>
            <pc:sldMk cId="2735369838" sldId="332"/>
            <ac:spMk id="3" creationId="{8726935F-FF96-CA79-99DB-2C6C01D86842}"/>
          </ac:spMkLst>
        </pc:spChg>
        <pc:graphicFrameChg chg="add mod modGraphic">
          <ac:chgData name="Fehmida Usmani" userId="1f7d48bb-60b3-4b90-bf30-0f63161838be" providerId="ADAL" clId="{31629775-196A-4F30-8E4D-B1945AF0CB52}" dt="2024-08-26T10:04:15.177" v="282" actId="5736"/>
          <ac:graphicFrameMkLst>
            <pc:docMk/>
            <pc:sldMk cId="2735369838" sldId="332"/>
            <ac:graphicFrameMk id="4" creationId="{9BB78D54-9FF7-10F2-6E0E-9EC82A3903CB}"/>
          </ac:graphicFrameMkLst>
        </pc:graphicFrameChg>
      </pc:sldChg>
      <pc:sldChg chg="addSp delSp modSp new del mod">
        <pc:chgData name="Fehmida Usmani" userId="1f7d48bb-60b3-4b90-bf30-0f63161838be" providerId="ADAL" clId="{31629775-196A-4F30-8E4D-B1945AF0CB52}" dt="2024-08-27T14:40:17.727" v="378" actId="47"/>
        <pc:sldMkLst>
          <pc:docMk/>
          <pc:sldMk cId="3014261974" sldId="333"/>
        </pc:sldMkLst>
        <pc:spChg chg="del">
          <ac:chgData name="Fehmida Usmani" userId="1f7d48bb-60b3-4b90-bf30-0f63161838be" providerId="ADAL" clId="{31629775-196A-4F30-8E4D-B1945AF0CB52}" dt="2024-08-26T10:09:59.685" v="284" actId="478"/>
          <ac:spMkLst>
            <pc:docMk/>
            <pc:sldMk cId="3014261974" sldId="333"/>
            <ac:spMk id="2" creationId="{D9E8FECE-A4BB-0564-D3D3-BB15982A59EC}"/>
          </ac:spMkLst>
        </pc:spChg>
        <pc:spChg chg="del">
          <ac:chgData name="Fehmida Usmani" userId="1f7d48bb-60b3-4b90-bf30-0f63161838be" providerId="ADAL" clId="{31629775-196A-4F30-8E4D-B1945AF0CB52}" dt="2024-08-26T10:10:01.889" v="285" actId="478"/>
          <ac:spMkLst>
            <pc:docMk/>
            <pc:sldMk cId="3014261974" sldId="333"/>
            <ac:spMk id="3" creationId="{30337329-6B15-E8F3-D12C-F0DF96BB7A99}"/>
          </ac:spMkLst>
        </pc:spChg>
        <pc:graphicFrameChg chg="add mod modGraphic">
          <ac:chgData name="Fehmida Usmani" userId="1f7d48bb-60b3-4b90-bf30-0f63161838be" providerId="ADAL" clId="{31629775-196A-4F30-8E4D-B1945AF0CB52}" dt="2024-08-26T10:10:16.116" v="290" actId="14100"/>
          <ac:graphicFrameMkLst>
            <pc:docMk/>
            <pc:sldMk cId="3014261974" sldId="333"/>
            <ac:graphicFrameMk id="4" creationId="{EE8C56F1-BCAD-D901-9D23-0EC32119CD99}"/>
          </ac:graphicFrameMkLst>
        </pc:graphicFrameChg>
      </pc:sldChg>
      <pc:sldChg chg="addSp delSp modSp new del mod">
        <pc:chgData name="Fehmida Usmani" userId="1f7d48bb-60b3-4b90-bf30-0f63161838be" providerId="ADAL" clId="{31629775-196A-4F30-8E4D-B1945AF0CB52}" dt="2024-08-27T14:40:21.129" v="379" actId="47"/>
        <pc:sldMkLst>
          <pc:docMk/>
          <pc:sldMk cId="2100745235" sldId="334"/>
        </pc:sldMkLst>
        <pc:spChg chg="del">
          <ac:chgData name="Fehmida Usmani" userId="1f7d48bb-60b3-4b90-bf30-0f63161838be" providerId="ADAL" clId="{31629775-196A-4F30-8E4D-B1945AF0CB52}" dt="2024-08-26T10:11:41.831" v="293" actId="478"/>
          <ac:spMkLst>
            <pc:docMk/>
            <pc:sldMk cId="2100745235" sldId="334"/>
            <ac:spMk id="2" creationId="{B35BC7D3-DF2A-EAB8-BEED-A774C1990731}"/>
          </ac:spMkLst>
        </pc:spChg>
        <pc:spChg chg="del">
          <ac:chgData name="Fehmida Usmani" userId="1f7d48bb-60b3-4b90-bf30-0f63161838be" providerId="ADAL" clId="{31629775-196A-4F30-8E4D-B1945AF0CB52}" dt="2024-08-26T10:11:40.673" v="292" actId="478"/>
          <ac:spMkLst>
            <pc:docMk/>
            <pc:sldMk cId="2100745235" sldId="334"/>
            <ac:spMk id="3" creationId="{EF9A5BEA-190D-E0A0-4E3F-D5A74AACD9D5}"/>
          </ac:spMkLst>
        </pc:spChg>
        <pc:graphicFrameChg chg="add mod modGraphic">
          <ac:chgData name="Fehmida Usmani" userId="1f7d48bb-60b3-4b90-bf30-0f63161838be" providerId="ADAL" clId="{31629775-196A-4F30-8E4D-B1945AF0CB52}" dt="2024-08-26T10:55:29.827" v="376" actId="5736"/>
          <ac:graphicFrameMkLst>
            <pc:docMk/>
            <pc:sldMk cId="2100745235" sldId="334"/>
            <ac:graphicFrameMk id="4" creationId="{B627B93C-EBBE-A2A0-7842-BAF33D18469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3E1-CA9E-8053-3F90-90641F19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2229F-AEA6-E232-2991-46CC1C661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8D4F-1BC6-5C5A-EA90-18E6BCC1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00E1F-404E-276E-F55B-BDE5DF2B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D7CF0-ACB9-E3BF-91D8-D01EC71D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2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4F02-94D1-41DD-4818-F9420B1F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B260-22DE-0143-D557-C3C17C951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FFB3D-2E93-EE84-DA52-3BA5F494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7343-5601-5343-7DE4-741651DB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1282-9BF6-218A-2CAE-10D12533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2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CDB5-CEE9-443B-5231-9CEFB16C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DD08F-1D2B-6185-CC5B-7A8A89664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6FA5C-6417-9862-E182-33FC2E39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62ABC-A416-DA19-FF59-E7A1A419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F216-B729-EA9D-95E4-22E61585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DDFB-2995-C97E-AB37-79B537F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1BF0-B710-DC58-0454-049275F91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83AA5-611C-AE30-BDE2-C64047B40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F5317-CE0B-686C-A09D-97A7C603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DE74D-7EA0-EA9B-7C1C-E01D07B7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D585F-196E-737E-7FA3-B399D05F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0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26FD-8AD6-640F-CB66-12DD083A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DDCFE-D2F2-A9E8-313E-DB7404F0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5C399-FEB5-0AA1-CC46-667D72EE1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29AEA-86A7-BA31-70C9-F1946E347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7B08-8A03-A4EA-3D13-235328BAC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B28F7-99A8-2B3C-FCAC-9118F844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E0D4A5-CE44-0556-8B17-9C8ADAED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9DC42-5BCC-1D98-312D-0D80AC70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6E5B-DBDB-7882-A682-1AD0BC91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98679-C937-77D6-CA8A-61A2E3F6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4861D-54C2-A873-371E-762F5C30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EFCB2-CFF7-9F43-F338-4BD2B534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4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113650-FF37-1CA4-042A-E624888D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CA0B9-5A80-F99A-5299-7A287475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773F5-8683-307A-2998-0C362E87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02B6-0AF6-C4B6-53DE-7771F7E2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40474-152E-5AEE-3C87-3043D46FC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B9C85-11F4-B82D-45C3-16A1CB9B2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2A16E-31BA-F6E7-E543-8B082D568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E63C4-3DFD-AEB8-2098-B6176EBA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7785F-5318-CD34-AF44-80111DE3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6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A38-6C8B-E0A0-1A77-C6F42F80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D66C5-11B5-8F08-AAC3-21BF75D8D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C9AE7-BC05-8A20-31A6-EDE363629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70063-8565-3DA0-E501-D16D4FF8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EF68D-0974-D64F-488C-3B6AD4B8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662A-C27E-B1C2-1FF8-D17E5617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8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B31E-5AE6-81C0-2C85-F76A6CB4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103D2-CB5F-BBC9-D718-895F5AEDA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E44BC-A228-B467-4BE7-EC03A114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BD7DD-FD83-8D21-6440-9661011E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71E2-8CD4-53C2-96AD-2810EA38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92F1C-6033-E0C6-C061-CD4D37AED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5CF87-ECC1-529E-65C6-E613E93CF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90DD-CECE-923A-2E78-58188914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55099-D363-C351-A557-B8B5827F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52DA5-1C86-6C63-EC0D-E3D77CE6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9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85397-02C0-37DF-889D-1E09D367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B0448-7E4E-A8A6-23A3-77F30D56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253AC-56D1-EB13-BCFF-0275E8CEF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E5A11-0486-43EC-BAA9-25B3943F316E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5B4DF-7F59-A6F8-15E5-FF3D83858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3F607-60DA-5961-8FCA-0140B505B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14B32-9CAE-487B-9A8E-3D6072E4B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7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85204" y="4232476"/>
            <a:ext cx="60984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 -3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Dr. Fehmida Usmani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5CEF5-A624-50BE-FF67-17CB7CE66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5" dirty="0">
                <a:latin typeface="Arial MT"/>
                <a:cs typeface="Arial MT"/>
              </a:rPr>
              <a:t>Once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certain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number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 identities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and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other properties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have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been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established,</a:t>
            </a:r>
            <a:r>
              <a:rPr lang="en-US" sz="2800" spc="3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new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can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be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derived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from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them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algebraically.</a:t>
            </a:r>
          </a:p>
          <a:p>
            <a:r>
              <a:rPr lang="en-US" sz="2800" spc="-5" dirty="0">
                <a:latin typeface="Arial MT"/>
                <a:cs typeface="Arial MT"/>
              </a:rPr>
              <a:t>To use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known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derive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new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ones,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you need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use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 fact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that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such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are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universal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statements.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Like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laws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algebra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for real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numbers,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they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apply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wide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variety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different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situations.</a:t>
            </a:r>
            <a:endParaRPr lang="en-US" sz="2800" dirty="0">
              <a:latin typeface="Arial MT"/>
              <a:cs typeface="Arial M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2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1C158E6D-1C49-EF5D-CFBD-9CD6B560C0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26456" y="1825625"/>
            <a:ext cx="87390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26E3CF2-0F8C-E4F6-DC1A-0DC0DC64F5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771" y="1824228"/>
            <a:ext cx="7394203" cy="46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3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B1EE-04C1-90B6-5ECA-35FE3BCF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DF1FAB-A3A3-AC91-C468-331DC3419538}"/>
              </a:ext>
            </a:extLst>
          </p:cNvPr>
          <p:cNvSpPr txBox="1"/>
          <p:nvPr/>
        </p:nvSpPr>
        <p:spPr>
          <a:xfrm>
            <a:off x="994663" y="1944117"/>
            <a:ext cx="89457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Arial MT"/>
                <a:cs typeface="Arial MT"/>
              </a:rPr>
              <a:t>Example: </a:t>
            </a:r>
            <a:r>
              <a:rPr sz="2400" spc="-5" dirty="0">
                <a:latin typeface="Arial MT"/>
                <a:cs typeface="Arial MT"/>
              </a:rPr>
              <a:t>Construct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algebraic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6C6CDFC-6CCF-51DB-F535-F48E501CA11E}"/>
              </a:ext>
            </a:extLst>
          </p:cNvPr>
          <p:cNvSpPr txBox="1"/>
          <p:nvPr/>
        </p:nvSpPr>
        <p:spPr>
          <a:xfrm>
            <a:off x="994664" y="3260854"/>
            <a:ext cx="7563484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Cite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6.2.2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step of 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C7D8D2DF-82BE-8E4C-7706-D47F999F3E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8492" y="2696717"/>
            <a:ext cx="2757830" cy="259842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1EF1C124-3D60-604E-4F7A-5B42704B7E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2659" y="5710224"/>
            <a:ext cx="6356100" cy="266598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575A1254-FBB8-0721-A4BD-EC965D5ECA7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0736" y="6454010"/>
            <a:ext cx="4657579" cy="3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5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2E0F-4F98-151B-D4ED-2CA8039F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0677C4F-642B-9851-F8DE-B0A5A3B6AA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879" y="2240050"/>
            <a:ext cx="4743230" cy="29968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AE02393-9BAC-7938-9112-001DD73DEE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9349" y="3000552"/>
            <a:ext cx="4826222" cy="266598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9D6E205-E846-83FC-F4B7-21CCEB8141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9349" y="3644949"/>
            <a:ext cx="5362526" cy="266388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A35813A0-B406-8FE1-D59C-882BE5BBE3C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3507" y="4322424"/>
            <a:ext cx="4888690" cy="24973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17855A7-3620-FE06-90C7-1CDCD7A503B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9350" y="5057952"/>
            <a:ext cx="4930260" cy="2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60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A7A2-ACD0-6185-9E41-A9D6BBFC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4AD79C6-1546-E2CE-0EF6-1B6BC57B3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2079522"/>
                <a:ext cx="10515599" cy="439747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Part 1: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𝐴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∩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/>
                        <a:ea typeface="Cambria Math"/>
                      </a:rPr>
                      <m:t>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ss</m:t>
                    </m:r>
                    <m:r>
                      <a:rPr lang="en-US" b="0" i="1" dirty="0" smtClean="0">
                        <a:latin typeface="Cambria Math"/>
                      </a:rPr>
                      <m:t>𝑢𝑚𝑒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 smtClean="0">
                        <a:latin typeface="Cambria Math"/>
                      </a:rPr>
                      <m:t>𝐴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∩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˄ (</m:t>
                    </m:r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    		Definition of Intersection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 smtClean="0">
                        <a:latin typeface="Cambria Math"/>
                      </a:rPr>
                      <m:t> ˄ (</m:t>
                    </m:r>
                    <m:r>
                      <a:rPr lang="en-US" i="1" smtClean="0">
                        <a:latin typeface="Cambria Math"/>
                      </a:rPr>
                      <m:t>𝑥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˅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Definition of Union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˄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˅</m:t>
                    </m:r>
                    <m:r>
                      <a:rPr lang="en-US" i="1" smtClean="0">
                        <a:latin typeface="Cambria Math"/>
                      </a:rPr>
                      <m:t> (</m:t>
                    </m:r>
                    <m:r>
                      <a:rPr lang="en-US" i="1" smtClean="0">
                        <a:latin typeface="Cambria Math"/>
                      </a:rPr>
                      <m:t>𝑥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˄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 ∈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Distributive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</a:rPr>
                          <m:t> 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i="1" smtClean="0">
                        <a:latin typeface="Cambria Math"/>
                      </a:rPr>
                      <m:t> ˅ (</m:t>
                    </m:r>
                    <m:r>
                      <a:rPr lang="en-US" i="1" smtClean="0">
                        <a:latin typeface="Cambria Math"/>
                      </a:rPr>
                      <m:t>𝑥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Definition of Intersection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Definition of Union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𝑆𝑜</m:t>
                      </m:r>
                      <m:r>
                        <a:rPr lang="en-US" b="0" i="1" smtClean="0">
                          <a:latin typeface="Cambria Math"/>
                        </a:rPr>
                        <m:t>,  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∪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4AD79C6-1546-E2CE-0EF6-1B6BC57B3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2079522"/>
                <a:ext cx="10515599" cy="4397477"/>
              </a:xfrm>
              <a:blipFill>
                <a:blip r:embed="rId2"/>
                <a:stretch>
                  <a:fillRect l="-1043" t="-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38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C464-3F2F-0793-31FF-69DFCCDB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96D3A25-CAC1-6B50-ABED-B4C1F986F9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Show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2"/>
                    </a:solidFill>
                  </a:rPr>
                  <a:t>Part 2: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/>
                      </a:rPr>
                      <m:t>Ass</m:t>
                    </m:r>
                    <m:r>
                      <a:rPr lang="en-US" i="1" dirty="0">
                        <a:latin typeface="Cambria Math"/>
                      </a:rPr>
                      <m:t>𝑢𝑚𝑒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˅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</a:rPr>
                          <m:t>∩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Definition of Union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</a:rPr>
                          <m:t> ˄ </m:t>
                        </m:r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 ˅ 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˄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Definition of Intersection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 ˄ 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˅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Distributive Law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 ˄ 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	Definition of Union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𝐶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/>
                  <a:t>			Definition of Intersection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𝑆</m:t>
                      </m:r>
                      <m:r>
                        <a:rPr lang="en-US" i="1">
                          <a:latin typeface="Cambria Math"/>
                        </a:rPr>
                        <m:t>𝑜</m:t>
                      </m:r>
                      <m:r>
                        <a:rPr lang="en-US" i="1">
                          <a:latin typeface="Cambria Math"/>
                        </a:rPr>
                        <m:t>,    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∪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⊆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𝑇h𝑢𝑠</m:t>
                      </m:r>
                      <m:r>
                        <a:rPr lang="en-US" i="1">
                          <a:latin typeface="Cambria Math"/>
                        </a:rPr>
                        <m:t>,  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∪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∪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96D3A25-CAC1-6B50-ABED-B4C1F986F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05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BE7C-A251-53FC-DBC2-366351ED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B24E-5A57-FE0A-F508-BBB07F75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Show that (A ∩ B)′ = A′ ∪ B′</a:t>
            </a:r>
          </a:p>
          <a:p>
            <a:pPr marL="0" indent="0">
              <a:buNone/>
            </a:pPr>
            <a:r>
              <a:rPr lang="en-US" dirty="0"/>
              <a:t>Show that A ∩ (A ∪ B) =A</a:t>
            </a:r>
          </a:p>
          <a:p>
            <a:pPr marL="0" indent="0">
              <a:buNone/>
            </a:pPr>
            <a:r>
              <a:rPr lang="en-US"/>
              <a:t>Show that A ∪ (B ∩ A′) = (A ∪ B) ∩ (A ∪ A</a:t>
            </a:r>
            <a:r>
              <a:rPr lang="en-US" dirty="0"/>
              <a:t>′)</a:t>
            </a:r>
          </a:p>
          <a:p>
            <a:pPr marL="0" indent="0">
              <a:buNone/>
            </a:pPr>
            <a:r>
              <a:rPr lang="en-US" dirty="0"/>
              <a:t>Show that A ∩ (B ∪ A′)=A ∩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4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D735-264C-24B6-3261-80D15AB6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E150-8A11-609F-4764-58B84F83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discrete mathematics,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 as a relation between two sets, typically called the domain and the codomain, where each element in the domain is associated with exactly one element in the codomain.</a:t>
            </a:r>
          </a:p>
          <a:p>
            <a:pPr marL="0" indent="0">
              <a:buNone/>
            </a:pPr>
            <a:r>
              <a:rPr lang="en-US" dirty="0"/>
              <a:t>For example, suppose that each student in a discrete mathematics class is assigned a letter grade from the set {A,B,C,D, F}.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730F1F5E-6258-3197-5C21-03D5DEDA0DC4}"/>
              </a:ext>
            </a:extLst>
          </p:cNvPr>
          <p:cNvGrpSpPr>
            <a:grpSpLocks/>
          </p:cNvGrpSpPr>
          <p:nvPr/>
        </p:nvGrpSpPr>
        <p:grpSpPr bwMode="auto">
          <a:xfrm>
            <a:off x="4245078" y="4460874"/>
            <a:ext cx="3014661" cy="2032001"/>
            <a:chOff x="145" y="1680"/>
            <a:chExt cx="1899" cy="1280"/>
          </a:xfrm>
        </p:grpSpPr>
        <p:grpSp>
          <p:nvGrpSpPr>
            <p:cNvPr id="5" name="Group 25">
              <a:extLst>
                <a:ext uri="{FF2B5EF4-FFF2-40B4-BE49-F238E27FC236}">
                  <a16:creationId xmlns:a16="http://schemas.microsoft.com/office/drawing/2014/main" id="{6EC97FA5-9DF8-095F-3081-AC6B4B731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19" name="Oval 26">
                <a:extLst>
                  <a:ext uri="{FF2B5EF4-FFF2-40B4-BE49-F238E27FC236}">
                    <a16:creationId xmlns:a16="http://schemas.microsoft.com/office/drawing/2014/main" id="{FE1CCD63-01FD-D9DC-0F9F-3140FAA39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27">
                <a:extLst>
                  <a:ext uri="{FF2B5EF4-FFF2-40B4-BE49-F238E27FC236}">
                    <a16:creationId xmlns:a16="http://schemas.microsoft.com/office/drawing/2014/main" id="{D1FB15C4-6212-BEE0-6FA4-D84D869F7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28">
                <a:extLst>
                  <a:ext uri="{FF2B5EF4-FFF2-40B4-BE49-F238E27FC236}">
                    <a16:creationId xmlns:a16="http://schemas.microsoft.com/office/drawing/2014/main" id="{2494E5B6-DE0C-C837-FAB2-CD34870CB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9">
                <a:extLst>
                  <a:ext uri="{FF2B5EF4-FFF2-40B4-BE49-F238E27FC236}">
                    <a16:creationId xmlns:a16="http://schemas.microsoft.com/office/drawing/2014/main" id="{57559241-A314-561C-462F-C8A016510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30">
                <a:extLst>
                  <a:ext uri="{FF2B5EF4-FFF2-40B4-BE49-F238E27FC236}">
                    <a16:creationId xmlns:a16="http://schemas.microsoft.com/office/drawing/2014/main" id="{11E543CB-FB0E-F742-95F5-D86DB3797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" name="Group 31">
              <a:extLst>
                <a:ext uri="{FF2B5EF4-FFF2-40B4-BE49-F238E27FC236}">
                  <a16:creationId xmlns:a16="http://schemas.microsoft.com/office/drawing/2014/main" id="{341447FD-3C24-C743-9DA3-1D1C2C7EC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14" name="Oval 32">
                <a:extLst>
                  <a:ext uri="{FF2B5EF4-FFF2-40B4-BE49-F238E27FC236}">
                    <a16:creationId xmlns:a16="http://schemas.microsoft.com/office/drawing/2014/main" id="{2F170E2D-63D4-6B6E-3512-2D1C50F1F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Oval 33">
                <a:extLst>
                  <a:ext uri="{FF2B5EF4-FFF2-40B4-BE49-F238E27FC236}">
                    <a16:creationId xmlns:a16="http://schemas.microsoft.com/office/drawing/2014/main" id="{7DD33B96-FB69-2571-9955-F9CB882AE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34">
                <a:extLst>
                  <a:ext uri="{FF2B5EF4-FFF2-40B4-BE49-F238E27FC236}">
                    <a16:creationId xmlns:a16="http://schemas.microsoft.com/office/drawing/2014/main" id="{20A70AA5-2901-D734-3A70-4498CF8BB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5">
                <a:extLst>
                  <a:ext uri="{FF2B5EF4-FFF2-40B4-BE49-F238E27FC236}">
                    <a16:creationId xmlns:a16="http://schemas.microsoft.com/office/drawing/2014/main" id="{DDE8A5F3-0D64-9B65-02D3-589E9E5BE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6">
                <a:extLst>
                  <a:ext uri="{FF2B5EF4-FFF2-40B4-BE49-F238E27FC236}">
                    <a16:creationId xmlns:a16="http://schemas.microsoft.com/office/drawing/2014/main" id="{72AC8A33-F284-C4A4-6AD5-B1C87D532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" name="Line 37">
              <a:extLst>
                <a:ext uri="{FF2B5EF4-FFF2-40B4-BE49-F238E27FC236}">
                  <a16:creationId xmlns:a16="http://schemas.microsoft.com/office/drawing/2014/main" id="{DACB8571-F3E2-F214-45BE-6E2B6910A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38">
              <a:extLst>
                <a:ext uri="{FF2B5EF4-FFF2-40B4-BE49-F238E27FC236}">
                  <a16:creationId xmlns:a16="http://schemas.microsoft.com/office/drawing/2014/main" id="{73FADDB1-B614-0334-A7DF-3E1D40D31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39">
              <a:extLst>
                <a:ext uri="{FF2B5EF4-FFF2-40B4-BE49-F238E27FC236}">
                  <a16:creationId xmlns:a16="http://schemas.microsoft.com/office/drawing/2014/main" id="{52D69F60-C1E9-7F44-8FC0-8A1853FF2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80"/>
              <a:ext cx="22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F</a:t>
              </a:r>
            </a:p>
          </p:txBody>
        </p:sp>
        <p:sp>
          <p:nvSpPr>
            <p:cNvPr id="10" name="Text Box 40">
              <a:extLst>
                <a:ext uri="{FF2B5EF4-FFF2-40B4-BE49-F238E27FC236}">
                  <a16:creationId xmlns:a16="http://schemas.microsoft.com/office/drawing/2014/main" id="{D316D91A-956B-97D3-65A2-55DAA1658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" y="1680"/>
              <a:ext cx="830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Ali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Babar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Umer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Imran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Hamza</a:t>
              </a:r>
            </a:p>
          </p:txBody>
        </p:sp>
        <p:sp>
          <p:nvSpPr>
            <p:cNvPr id="11" name="Line 41">
              <a:extLst>
                <a:ext uri="{FF2B5EF4-FFF2-40B4-BE49-F238E27FC236}">
                  <a16:creationId xmlns:a16="http://schemas.microsoft.com/office/drawing/2014/main" id="{2AA8F5B9-AAAA-A77B-76F5-636381931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42">
              <a:extLst>
                <a:ext uri="{FF2B5EF4-FFF2-40B4-BE49-F238E27FC236}">
                  <a16:creationId xmlns:a16="http://schemas.microsoft.com/office/drawing/2014/main" id="{21EA753D-2600-1C2A-0715-5A5912A1C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872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43">
              <a:extLst>
                <a:ext uri="{FF2B5EF4-FFF2-40B4-BE49-F238E27FC236}">
                  <a16:creationId xmlns:a16="http://schemas.microsoft.com/office/drawing/2014/main" id="{9B804F39-6A2D-3469-16B1-27C8F8DD2E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536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76FA-09F3-932A-0139-56C594D4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6A17-9282-858F-CFD6-70EFF1CF5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23" y="1415845"/>
            <a:ext cx="11769211" cy="5309419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discrete mathematics, functions have several key applications in computer science: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Hash functions map large data inputs to smaller, fixed-size outputs, commonly used in data structures like hash tables for efficient data retrieval.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are essential in cryptographic algorithms, where they map input data to encrypted outputs, ensuring data security and integrity.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Theory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are used to describe relationships between nodes and edges in graphs, which is crucial in network analysis, shortest path algorithms, and connectivity problems.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Complexity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help define the time and space complexity of algorithms, mapping the size of the input to the number of operations or memory required.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Verification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in discrete mathematics are used to model and verify the correctness of software and hardware systems, ensuring that they behave as expected.</a:t>
            </a:r>
          </a:p>
          <a:p>
            <a:pPr>
              <a:buFont typeface="+mj-lt"/>
              <a:buAutoNum type="arabicPeriod"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Combinatorics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are employed to count and enumerate combinations, permutations, and other discrete structures, which is important in optimization problems and probabilistic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93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2D98-48D9-BB98-1A4F-BA7E44B5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D27B2-1A32-5C2C-BD19-598C0377E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b="1" dirty="0"/>
                  <a:t>A</a:t>
                </a:r>
                <a:r>
                  <a:rPr lang="en-US" dirty="0"/>
                  <a:t> and </a:t>
                </a:r>
                <a:r>
                  <a:rPr lang="en-US" b="1" dirty="0"/>
                  <a:t>B</a:t>
                </a:r>
                <a:r>
                  <a:rPr lang="en-US" dirty="0"/>
                  <a:t> be nonempty sets.</a:t>
                </a:r>
              </a:p>
              <a:p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function</a:t>
                </a:r>
                <a:r>
                  <a:rPr lang="en-US" dirty="0"/>
                  <a:t> </a:t>
                </a:r>
                <a:r>
                  <a:rPr lang="en-US" i="1" dirty="0"/>
                  <a:t>f</a:t>
                </a:r>
                <a:r>
                  <a:rPr lang="en-US" dirty="0"/>
                  <a:t> from </a:t>
                </a:r>
                <a:r>
                  <a:rPr lang="en-US" b="1" dirty="0"/>
                  <a:t>A </a:t>
                </a:r>
                <a:r>
                  <a:rPr lang="en-US" dirty="0"/>
                  <a:t>to </a:t>
                </a:r>
                <a:r>
                  <a:rPr lang="en-US" b="1" dirty="0"/>
                  <a:t>B</a:t>
                </a:r>
                <a:r>
                  <a:rPr lang="en-US" dirty="0"/>
                  <a:t> is an assignment of exactly one element of </a:t>
                </a:r>
                <a:r>
                  <a:rPr lang="en-US" b="1" dirty="0"/>
                  <a:t>B</a:t>
                </a:r>
                <a:r>
                  <a:rPr lang="en-US" dirty="0"/>
                  <a:t> to each element of </a:t>
                </a:r>
                <a:r>
                  <a:rPr lang="en-US" b="1" dirty="0"/>
                  <a:t>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b="1" dirty="0"/>
                  <a:t>b</a:t>
                </a:r>
                <a:r>
                  <a:rPr lang="en-US" dirty="0"/>
                  <a:t> is the unique element of </a:t>
                </a:r>
                <a:r>
                  <a:rPr lang="en-US" b="1" dirty="0"/>
                  <a:t>B</a:t>
                </a:r>
                <a:r>
                  <a:rPr lang="en-US" dirty="0"/>
                  <a:t> assigned by the function </a:t>
                </a:r>
                <a:r>
                  <a:rPr lang="en-US" b="1" i="1" dirty="0"/>
                  <a:t>f</a:t>
                </a:r>
                <a:r>
                  <a:rPr lang="en-US" dirty="0"/>
                  <a:t> to the element </a:t>
                </a:r>
                <a:r>
                  <a:rPr lang="en-US" b="1" dirty="0"/>
                  <a:t>a</a:t>
                </a:r>
                <a:r>
                  <a:rPr lang="en-US" dirty="0"/>
                  <a:t> of </a:t>
                </a:r>
                <a:r>
                  <a:rPr lang="en-US" b="1" dirty="0"/>
                  <a:t>A</a:t>
                </a:r>
                <a:r>
                  <a:rPr lang="en-US" dirty="0"/>
                  <a:t>, we write </a:t>
                </a:r>
                <a:r>
                  <a:rPr lang="en-US" b="1" i="1" dirty="0"/>
                  <a:t>f</a:t>
                </a:r>
                <a:r>
                  <a:rPr lang="en-US" b="1" dirty="0"/>
                  <a:t>(a) = b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:r>
                  <a:rPr lang="en-US" b="1" i="1" dirty="0"/>
                  <a:t>f</a:t>
                </a:r>
                <a:r>
                  <a:rPr lang="en-US" dirty="0"/>
                  <a:t> is a function from </a:t>
                </a:r>
                <a:r>
                  <a:rPr lang="en-US" b="1" dirty="0"/>
                  <a:t>A</a:t>
                </a:r>
                <a:r>
                  <a:rPr lang="en-US" dirty="0"/>
                  <a:t> to </a:t>
                </a:r>
                <a:r>
                  <a:rPr lang="en-US" b="1" dirty="0"/>
                  <a:t>B</a:t>
                </a:r>
                <a:r>
                  <a:rPr lang="en-US" dirty="0"/>
                  <a:t>, we write </a:t>
                </a:r>
                <a:r>
                  <a:rPr lang="en-US" b="1" i="1" dirty="0"/>
                  <a:t>f</a:t>
                </a:r>
                <a:r>
                  <a:rPr lang="en-US" b="1" dirty="0"/>
                  <a:t>: 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B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5D27B2-1A32-5C2C-BD19-598C0377E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793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8F29-58E9-7AD6-A25E-E0098E8F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BB86-BB76-CEC3-DC63-A40051345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If </a:t>
            </a:r>
            <a:r>
              <a:rPr lang="en-US" b="1" i="1" dirty="0"/>
              <a:t>f</a:t>
            </a:r>
            <a:r>
              <a:rPr lang="en-US" dirty="0"/>
              <a:t> is a function from </a:t>
            </a:r>
            <a:r>
              <a:rPr lang="en-US" b="1" dirty="0"/>
              <a:t>A</a:t>
            </a:r>
            <a:r>
              <a:rPr lang="en-US" dirty="0"/>
              <a:t> to </a:t>
            </a:r>
            <a:r>
              <a:rPr lang="en-US" b="1" dirty="0"/>
              <a:t>B</a:t>
            </a:r>
            <a:r>
              <a:rPr lang="en-US" dirty="0"/>
              <a:t>, we say that </a:t>
            </a:r>
            <a:r>
              <a:rPr lang="en-US" b="1" dirty="0"/>
              <a:t>A </a:t>
            </a:r>
            <a:r>
              <a:rPr lang="en-US" dirty="0"/>
              <a:t>is the domain of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dirty="0"/>
              <a:t>B</a:t>
            </a:r>
            <a:r>
              <a:rPr lang="en-US" dirty="0"/>
              <a:t> is the codomain of </a:t>
            </a:r>
            <a:r>
              <a:rPr lang="en-US" b="1" i="1" dirty="0"/>
              <a:t>f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b="1" i="1" dirty="0"/>
              <a:t>f</a:t>
            </a:r>
            <a:r>
              <a:rPr lang="en-US" b="1" dirty="0"/>
              <a:t>(a) = b</a:t>
            </a:r>
            <a:r>
              <a:rPr lang="en-US" dirty="0"/>
              <a:t>, we say that </a:t>
            </a:r>
            <a:r>
              <a:rPr lang="en-US" b="1" dirty="0"/>
              <a:t>b</a:t>
            </a:r>
            <a:r>
              <a:rPr lang="en-US" dirty="0"/>
              <a:t> is the image of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a</a:t>
            </a:r>
            <a:r>
              <a:rPr lang="en-US" dirty="0"/>
              <a:t> is the pre-image of </a:t>
            </a:r>
            <a:r>
              <a:rPr lang="en-US" b="1" dirty="0"/>
              <a:t>b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range of</a:t>
            </a:r>
            <a:r>
              <a:rPr lang="en-US" i="1" dirty="0"/>
              <a:t>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is the set of all images of elements of </a:t>
            </a:r>
            <a:r>
              <a:rPr lang="en-US" b="1" dirty="0"/>
              <a:t>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Also, if </a:t>
            </a:r>
            <a:r>
              <a:rPr lang="en-US" b="1" i="1" dirty="0"/>
              <a:t>f</a:t>
            </a:r>
            <a:r>
              <a:rPr lang="en-US" b="1" dirty="0"/>
              <a:t> </a:t>
            </a:r>
            <a:r>
              <a:rPr lang="en-US" dirty="0"/>
              <a:t>is function from </a:t>
            </a:r>
            <a:r>
              <a:rPr lang="en-US" b="1" dirty="0"/>
              <a:t>A</a:t>
            </a:r>
            <a:r>
              <a:rPr lang="en-US" dirty="0"/>
              <a:t> to </a:t>
            </a:r>
            <a:r>
              <a:rPr lang="en-US" b="1" dirty="0"/>
              <a:t>B</a:t>
            </a:r>
            <a:r>
              <a:rPr lang="en-US" dirty="0"/>
              <a:t>, we say that </a:t>
            </a:r>
            <a:r>
              <a:rPr lang="en-US" b="1" i="1" dirty="0"/>
              <a:t>f</a:t>
            </a:r>
            <a:r>
              <a:rPr lang="en-US" dirty="0"/>
              <a:t> maps </a:t>
            </a:r>
            <a:r>
              <a:rPr lang="en-US" b="1" dirty="0"/>
              <a:t>A </a:t>
            </a:r>
            <a:r>
              <a:rPr lang="en-US" dirty="0"/>
              <a:t>to </a:t>
            </a:r>
            <a:r>
              <a:rPr lang="en-US" b="1" dirty="0"/>
              <a:t>B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1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7AE4-1F6D-08D7-91C2-B7DBB67A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F53110-DC52-1A89-EAA1-03D56F20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definition of a function implies that the arrow diagram for a function f has the following two properties:</a:t>
            </a:r>
          </a:p>
          <a:p>
            <a:endParaRPr lang="en-US" dirty="0"/>
          </a:p>
          <a:p>
            <a:r>
              <a:rPr lang="en-US" dirty="0"/>
              <a:t>Every element of </a:t>
            </a:r>
            <a:r>
              <a:rPr lang="en-US" b="1" dirty="0"/>
              <a:t>A </a:t>
            </a:r>
            <a:r>
              <a:rPr lang="en-US" dirty="0"/>
              <a:t>has an arrow coming out of it</a:t>
            </a:r>
          </a:p>
          <a:p>
            <a:endParaRPr lang="en-US" b="1" dirty="0"/>
          </a:p>
          <a:p>
            <a:r>
              <a:rPr lang="en-US" dirty="0"/>
              <a:t>No elements of </a:t>
            </a:r>
            <a:r>
              <a:rPr lang="en-US" b="1" dirty="0"/>
              <a:t>A </a:t>
            </a:r>
            <a:r>
              <a:rPr lang="en-US" dirty="0"/>
              <a:t>has two arrows coming out of it that point to two different elements of </a:t>
            </a:r>
            <a:r>
              <a:rPr lang="en-US" b="1" dirty="0"/>
              <a:t>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67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0093-37FE-1883-76F0-400E623E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id="{CB8F019D-A21B-8B47-53AA-098FBE31E88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057401"/>
            <a:ext cx="3484561" cy="2671764"/>
            <a:chOff x="145" y="1680"/>
            <a:chExt cx="2195" cy="1683"/>
          </a:xfrm>
        </p:grpSpPr>
        <p:grpSp>
          <p:nvGrpSpPr>
            <p:cNvPr id="6" name="Group 25">
              <a:extLst>
                <a:ext uri="{FF2B5EF4-FFF2-40B4-BE49-F238E27FC236}">
                  <a16:creationId xmlns:a16="http://schemas.microsoft.com/office/drawing/2014/main" id="{A01982D3-CEAD-53EC-B86B-0FF436037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21" name="Oval 26">
                <a:extLst>
                  <a:ext uri="{FF2B5EF4-FFF2-40B4-BE49-F238E27FC236}">
                    <a16:creationId xmlns:a16="http://schemas.microsoft.com/office/drawing/2014/main" id="{A03C08BA-28AF-D571-369A-FAA9433FA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7">
                <a:extLst>
                  <a:ext uri="{FF2B5EF4-FFF2-40B4-BE49-F238E27FC236}">
                    <a16:creationId xmlns:a16="http://schemas.microsoft.com/office/drawing/2014/main" id="{92A46E08-D8D3-83A5-D86A-FC4C70DAE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28">
                <a:extLst>
                  <a:ext uri="{FF2B5EF4-FFF2-40B4-BE49-F238E27FC236}">
                    <a16:creationId xmlns:a16="http://schemas.microsoft.com/office/drawing/2014/main" id="{92BF394B-A632-0A37-909A-424AE4BD9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29">
                <a:extLst>
                  <a:ext uri="{FF2B5EF4-FFF2-40B4-BE49-F238E27FC236}">
                    <a16:creationId xmlns:a16="http://schemas.microsoft.com/office/drawing/2014/main" id="{EDEAB69B-0484-63B8-C73B-CF0F2D804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5" name="Oval 30">
                <a:extLst>
                  <a:ext uri="{FF2B5EF4-FFF2-40B4-BE49-F238E27FC236}">
                    <a16:creationId xmlns:a16="http://schemas.microsoft.com/office/drawing/2014/main" id="{128D92B6-B069-F0F0-1EA0-D0D28B599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7" name="Group 31">
              <a:extLst>
                <a:ext uri="{FF2B5EF4-FFF2-40B4-BE49-F238E27FC236}">
                  <a16:creationId xmlns:a16="http://schemas.microsoft.com/office/drawing/2014/main" id="{BF177936-01F4-22A8-B328-4582E40BD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16" name="Oval 32">
                <a:extLst>
                  <a:ext uri="{FF2B5EF4-FFF2-40B4-BE49-F238E27FC236}">
                    <a16:creationId xmlns:a16="http://schemas.microsoft.com/office/drawing/2014/main" id="{CE44B366-1DBE-93AC-70BC-EC71AF06B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3">
                <a:extLst>
                  <a:ext uri="{FF2B5EF4-FFF2-40B4-BE49-F238E27FC236}">
                    <a16:creationId xmlns:a16="http://schemas.microsoft.com/office/drawing/2014/main" id="{0D2F2935-890B-4163-2A5E-76CB28002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4">
                <a:extLst>
                  <a:ext uri="{FF2B5EF4-FFF2-40B4-BE49-F238E27FC236}">
                    <a16:creationId xmlns:a16="http://schemas.microsoft.com/office/drawing/2014/main" id="{6264ED36-3FCF-64CB-5FE6-B0F73F208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35">
                <a:extLst>
                  <a:ext uri="{FF2B5EF4-FFF2-40B4-BE49-F238E27FC236}">
                    <a16:creationId xmlns:a16="http://schemas.microsoft.com/office/drawing/2014/main" id="{BF5436E3-EDB2-54D9-2795-A412A0E12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36">
                <a:extLst>
                  <a:ext uri="{FF2B5EF4-FFF2-40B4-BE49-F238E27FC236}">
                    <a16:creationId xmlns:a16="http://schemas.microsoft.com/office/drawing/2014/main" id="{1097AF11-0161-04C7-ADE1-EA507AF2F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8" name="Line 37">
              <a:extLst>
                <a:ext uri="{FF2B5EF4-FFF2-40B4-BE49-F238E27FC236}">
                  <a16:creationId xmlns:a16="http://schemas.microsoft.com/office/drawing/2014/main" id="{9CE7A05E-B3FF-01A2-5BA0-C6A1612DB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38">
              <a:extLst>
                <a:ext uri="{FF2B5EF4-FFF2-40B4-BE49-F238E27FC236}">
                  <a16:creationId xmlns:a16="http://schemas.microsoft.com/office/drawing/2014/main" id="{8409DD90-70E8-6097-3A39-C1CBFF708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0CBEC878-26BA-D0CD-BCF9-06A94A65A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80"/>
              <a:ext cx="22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F</a:t>
              </a:r>
            </a:p>
          </p:txBody>
        </p:sp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3707C270-0000-38FE-58DB-EA14544F6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" y="1680"/>
              <a:ext cx="830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Ali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Babar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Chishti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Dawood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Ammara</a:t>
              </a:r>
              <a:endParaRPr lang="en-US" sz="1800" dirty="0"/>
            </a:p>
          </p:txBody>
        </p:sp>
        <p:sp>
          <p:nvSpPr>
            <p:cNvPr id="12" name="Line 41">
              <a:extLst>
                <a:ext uri="{FF2B5EF4-FFF2-40B4-BE49-F238E27FC236}">
                  <a16:creationId xmlns:a16="http://schemas.microsoft.com/office/drawing/2014/main" id="{41D896B4-7612-9780-B5F5-25A6613DB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42">
              <a:extLst>
                <a:ext uri="{FF2B5EF4-FFF2-40B4-BE49-F238E27FC236}">
                  <a16:creationId xmlns:a16="http://schemas.microsoft.com/office/drawing/2014/main" id="{D1C6D69F-C361-B26C-5E63-EBD3A15DC1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872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id="{4810AAA4-0B9C-255B-3BDF-A1E8E4526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44">
              <a:extLst>
                <a:ext uri="{FF2B5EF4-FFF2-40B4-BE49-F238E27FC236}">
                  <a16:creationId xmlns:a16="http://schemas.microsoft.com/office/drawing/2014/main" id="{99E5DC0F-7826-4130-5D09-A3DBE48AA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" y="3072"/>
              <a:ext cx="218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b="1" dirty="0"/>
                <a:t>A class grade function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F4F8264-46DF-3685-F8B6-C620B6CF259C}"/>
              </a:ext>
            </a:extLst>
          </p:cNvPr>
          <p:cNvSpPr txBox="1"/>
          <p:nvPr/>
        </p:nvSpPr>
        <p:spPr>
          <a:xfrm>
            <a:off x="762000" y="4800600"/>
            <a:ext cx="25181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g(Ali) = A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g(Babar) = C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</a:t>
            </a:r>
            <a:r>
              <a:rPr lang="en-US" sz="2800" b="1" dirty="0" err="1">
                <a:solidFill>
                  <a:srgbClr val="C00000"/>
                </a:solidFill>
                <a:latin typeface="+mj-lt"/>
              </a:rPr>
              <a:t>Chishti</a:t>
            </a:r>
            <a:r>
              <a:rPr lang="en-US" sz="2800" b="1" dirty="0">
                <a:solidFill>
                  <a:srgbClr val="C00000"/>
                </a:solidFill>
                <a:latin typeface="+mj-lt"/>
              </a:rPr>
              <a:t>) = A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…</a:t>
            </a:r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9D0E52E7-D468-9109-70E1-76F5A2EABD1E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1981200"/>
            <a:ext cx="3638551" cy="2671764"/>
            <a:chOff x="2620" y="1632"/>
            <a:chExt cx="2292" cy="1683"/>
          </a:xfrm>
        </p:grpSpPr>
        <p:grpSp>
          <p:nvGrpSpPr>
            <p:cNvPr id="28" name="Group 4">
              <a:extLst>
                <a:ext uri="{FF2B5EF4-FFF2-40B4-BE49-F238E27FC236}">
                  <a16:creationId xmlns:a16="http://schemas.microsoft.com/office/drawing/2014/main" id="{C979CBF7-49F8-4F60-2F82-0AC560F3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776"/>
              <a:ext cx="96" cy="1056"/>
              <a:chOff x="1344" y="1728"/>
              <a:chExt cx="96" cy="1056"/>
            </a:xfrm>
          </p:grpSpPr>
          <p:sp>
            <p:nvSpPr>
              <p:cNvPr id="43" name="Oval 5">
                <a:extLst>
                  <a:ext uri="{FF2B5EF4-FFF2-40B4-BE49-F238E27FC236}">
                    <a16:creationId xmlns:a16="http://schemas.microsoft.com/office/drawing/2014/main" id="{7A683211-19EC-226D-190D-11743C829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1743CE35-1045-576E-1FA3-CAF914ACA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5" name="Oval 7">
                <a:extLst>
                  <a:ext uri="{FF2B5EF4-FFF2-40B4-BE49-F238E27FC236}">
                    <a16:creationId xmlns:a16="http://schemas.microsoft.com/office/drawing/2014/main" id="{08ECBEE2-636B-8BFC-2AD1-0C95B4CB8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6" name="Oval 8">
                <a:extLst>
                  <a:ext uri="{FF2B5EF4-FFF2-40B4-BE49-F238E27FC236}">
                    <a16:creationId xmlns:a16="http://schemas.microsoft.com/office/drawing/2014/main" id="{FD0BBB5D-4130-9FA9-3E50-F6C38B1B2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7" name="Oval 9">
                <a:extLst>
                  <a:ext uri="{FF2B5EF4-FFF2-40B4-BE49-F238E27FC236}">
                    <a16:creationId xmlns:a16="http://schemas.microsoft.com/office/drawing/2014/main" id="{FF4425AD-F1C3-B081-141E-047E73445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71AA5194-DCA7-9CFE-5D65-F451701BB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776"/>
              <a:ext cx="96" cy="1056"/>
              <a:chOff x="1344" y="1728"/>
              <a:chExt cx="96" cy="1056"/>
            </a:xfrm>
          </p:grpSpPr>
          <p:sp>
            <p:nvSpPr>
              <p:cNvPr id="38" name="Oval 11">
                <a:extLst>
                  <a:ext uri="{FF2B5EF4-FFF2-40B4-BE49-F238E27FC236}">
                    <a16:creationId xmlns:a16="http://schemas.microsoft.com/office/drawing/2014/main" id="{FF96FCCF-139D-B858-FAE4-23A280947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12">
                <a:extLst>
                  <a:ext uri="{FF2B5EF4-FFF2-40B4-BE49-F238E27FC236}">
                    <a16:creationId xmlns:a16="http://schemas.microsoft.com/office/drawing/2014/main" id="{DE3537D1-4E23-712D-828E-E8A1C06E8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13">
                <a:extLst>
                  <a:ext uri="{FF2B5EF4-FFF2-40B4-BE49-F238E27FC236}">
                    <a16:creationId xmlns:a16="http://schemas.microsoft.com/office/drawing/2014/main" id="{9B427CDF-3079-DF5C-5FDF-A0B718A31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1" name="Oval 14">
                <a:extLst>
                  <a:ext uri="{FF2B5EF4-FFF2-40B4-BE49-F238E27FC236}">
                    <a16:creationId xmlns:a16="http://schemas.microsoft.com/office/drawing/2014/main" id="{98EFD4CB-47AF-8FB3-19EC-41DC9E191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2" name="Oval 15">
                <a:extLst>
                  <a:ext uri="{FF2B5EF4-FFF2-40B4-BE49-F238E27FC236}">
                    <a16:creationId xmlns:a16="http://schemas.microsoft.com/office/drawing/2014/main" id="{BB145CC1-D95C-4CC1-ED0D-AC5FC9D547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65B29BD8-421F-30FC-CF4C-F756A22A3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824"/>
              <a:ext cx="720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7">
              <a:extLst>
                <a:ext uri="{FF2B5EF4-FFF2-40B4-BE49-F238E27FC236}">
                  <a16:creationId xmlns:a16="http://schemas.microsoft.com/office/drawing/2014/main" id="{ADDB9DA6-7822-ACAB-B674-80BB57A48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064"/>
              <a:ext cx="672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D84AB300-B8DE-3716-43A6-DF56E1711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1632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EED4085D-E606-C2D1-1BD2-D5C479B9C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6" y="1632"/>
              <a:ext cx="50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“a”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“bb“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cccc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dd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“e”</a:t>
              </a:r>
            </a:p>
          </p:txBody>
        </p:sp>
        <p:sp>
          <p:nvSpPr>
            <p:cNvPr id="34" name="Line 20">
              <a:extLst>
                <a:ext uri="{FF2B5EF4-FFF2-40B4-BE49-F238E27FC236}">
                  <a16:creationId xmlns:a16="http://schemas.microsoft.com/office/drawing/2014/main" id="{92648BF4-5138-59A2-054A-47C92A217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064"/>
              <a:ext cx="672" cy="48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1">
              <a:extLst>
                <a:ext uri="{FF2B5EF4-FFF2-40B4-BE49-F238E27FC236}">
                  <a16:creationId xmlns:a16="http://schemas.microsoft.com/office/drawing/2014/main" id="{1054000F-CD92-6421-2D5F-AFCE79569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304"/>
              <a:ext cx="672" cy="192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EB77A98D-2B29-9D09-C4B3-A4CD88722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824"/>
              <a:ext cx="624" cy="96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23">
              <a:extLst>
                <a:ext uri="{FF2B5EF4-FFF2-40B4-BE49-F238E27FC236}">
                  <a16:creationId xmlns:a16="http://schemas.microsoft.com/office/drawing/2014/main" id="{6CE49D41-A37A-A083-D52F-304EAF78F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" y="3024"/>
              <a:ext cx="22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b="1" dirty="0"/>
                <a:t>A string length function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6BE1F231-BB02-4F68-27CC-9E943DAC6E54}"/>
              </a:ext>
            </a:extLst>
          </p:cNvPr>
          <p:cNvSpPr/>
          <p:nvPr/>
        </p:nvSpPr>
        <p:spPr>
          <a:xfrm>
            <a:off x="5410200" y="4674275"/>
            <a:ext cx="2819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f(x) = length x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f(“a”) = 1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f(“bb”) = 2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…</a:t>
            </a:r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BE333DF0-3779-55C6-C517-AA1147D3F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447" y="1600200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44FB2D8A-B078-D138-7DC5-7F78EC2B4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729" y="1600200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613662AD-1DBA-DA13-8063-4ECC6E9DD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1765" y="1219200"/>
            <a:ext cx="21884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The pre-image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of 1</a:t>
            </a:r>
          </a:p>
        </p:txBody>
      </p:sp>
      <p:sp>
        <p:nvSpPr>
          <p:cNvPr id="52" name="Text Box 52">
            <a:extLst>
              <a:ext uri="{FF2B5EF4-FFF2-40B4-BE49-F238E27FC236}">
                <a16:creationId xmlns:a16="http://schemas.microsoft.com/office/drawing/2014/main" id="{AEEF9789-50A4-679E-5225-01192F1D5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879" y="1143000"/>
            <a:ext cx="16401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The image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of “a”</a:t>
            </a:r>
          </a:p>
        </p:txBody>
      </p:sp>
    </p:spTree>
    <p:extLst>
      <p:ext uri="{BB962C8B-B14F-4D97-AF65-F5344CB8AC3E}">
        <p14:creationId xmlns:p14="http://schemas.microsoft.com/office/powerpoint/2010/main" val="9538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0" grpId="1"/>
      <p:bldP spid="51" grpId="0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BB19-9D81-4C91-47C1-2A1386A24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A81611-CBE4-5352-1683-086C9231C50A}"/>
              </a:ext>
            </a:extLst>
          </p:cNvPr>
          <p:cNvGrpSpPr>
            <a:grpSpLocks/>
          </p:cNvGrpSpPr>
          <p:nvPr/>
        </p:nvGrpSpPr>
        <p:grpSpPr bwMode="auto">
          <a:xfrm>
            <a:off x="2957520" y="3028941"/>
            <a:ext cx="2349500" cy="2012950"/>
            <a:chOff x="792" y="1584"/>
            <a:chExt cx="1480" cy="12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1190D-3716-E15E-3DE0-3641EA93D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728"/>
              <a:ext cx="96" cy="1056"/>
              <a:chOff x="1344" y="1728"/>
              <a:chExt cx="96" cy="1056"/>
            </a:xfrm>
          </p:grpSpPr>
          <p:sp>
            <p:nvSpPr>
              <p:cNvPr id="19" name="Oval 26">
                <a:extLst>
                  <a:ext uri="{FF2B5EF4-FFF2-40B4-BE49-F238E27FC236}">
                    <a16:creationId xmlns:a16="http://schemas.microsoft.com/office/drawing/2014/main" id="{FD57B0F1-1F26-907B-6864-90FB40395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27">
                <a:extLst>
                  <a:ext uri="{FF2B5EF4-FFF2-40B4-BE49-F238E27FC236}">
                    <a16:creationId xmlns:a16="http://schemas.microsoft.com/office/drawing/2014/main" id="{769298E2-A29A-BE96-E849-8011EB880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28">
                <a:extLst>
                  <a:ext uri="{FF2B5EF4-FFF2-40B4-BE49-F238E27FC236}">
                    <a16:creationId xmlns:a16="http://schemas.microsoft.com/office/drawing/2014/main" id="{F8AA58E4-B83D-58CC-C7A6-373E2F26B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9">
                <a:extLst>
                  <a:ext uri="{FF2B5EF4-FFF2-40B4-BE49-F238E27FC236}">
                    <a16:creationId xmlns:a16="http://schemas.microsoft.com/office/drawing/2014/main" id="{4044671B-F0F0-1196-AB96-7B004D184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30">
                <a:extLst>
                  <a:ext uri="{FF2B5EF4-FFF2-40B4-BE49-F238E27FC236}">
                    <a16:creationId xmlns:a16="http://schemas.microsoft.com/office/drawing/2014/main" id="{561FDA80-7DDD-2A93-F705-BDFC9A93D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" name="Group 31">
              <a:extLst>
                <a:ext uri="{FF2B5EF4-FFF2-40B4-BE49-F238E27FC236}">
                  <a16:creationId xmlns:a16="http://schemas.microsoft.com/office/drawing/2014/main" id="{5B99F0E7-8D02-3B8D-9F3F-AA627CC69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28"/>
              <a:ext cx="96" cy="1056"/>
              <a:chOff x="1344" y="1728"/>
              <a:chExt cx="96" cy="1056"/>
            </a:xfrm>
          </p:grpSpPr>
          <p:sp>
            <p:nvSpPr>
              <p:cNvPr id="14" name="Oval 32">
                <a:extLst>
                  <a:ext uri="{FF2B5EF4-FFF2-40B4-BE49-F238E27FC236}">
                    <a16:creationId xmlns:a16="http://schemas.microsoft.com/office/drawing/2014/main" id="{F3724544-8C1F-DB92-C83A-5BFB676FA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Oval 33">
                <a:extLst>
                  <a:ext uri="{FF2B5EF4-FFF2-40B4-BE49-F238E27FC236}">
                    <a16:creationId xmlns:a16="http://schemas.microsoft.com/office/drawing/2014/main" id="{85DD6AC5-0BFA-1329-39A8-A1C59A742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34">
                <a:extLst>
                  <a:ext uri="{FF2B5EF4-FFF2-40B4-BE49-F238E27FC236}">
                    <a16:creationId xmlns:a16="http://schemas.microsoft.com/office/drawing/2014/main" id="{C4D1396E-6208-C703-E743-2188D801D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5">
                <a:extLst>
                  <a:ext uri="{FF2B5EF4-FFF2-40B4-BE49-F238E27FC236}">
                    <a16:creationId xmlns:a16="http://schemas.microsoft.com/office/drawing/2014/main" id="{4F4D98EE-B360-2D2B-4A85-CB34C6243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6">
                <a:extLst>
                  <a:ext uri="{FF2B5EF4-FFF2-40B4-BE49-F238E27FC236}">
                    <a16:creationId xmlns:a16="http://schemas.microsoft.com/office/drawing/2014/main" id="{8D8B228F-F20E-B046-E890-3DF9A9E67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" name="Line 37">
              <a:extLst>
                <a:ext uri="{FF2B5EF4-FFF2-40B4-BE49-F238E27FC236}">
                  <a16:creationId xmlns:a16="http://schemas.microsoft.com/office/drawing/2014/main" id="{5821359C-FCBE-C44E-C2EA-6595526B2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77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38">
              <a:extLst>
                <a:ext uri="{FF2B5EF4-FFF2-40B4-BE49-F238E27FC236}">
                  <a16:creationId xmlns:a16="http://schemas.microsoft.com/office/drawing/2014/main" id="{0B5C56D8-4ADE-2917-B4D9-F2D4518C6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016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39">
              <a:extLst>
                <a:ext uri="{FF2B5EF4-FFF2-40B4-BE49-F238E27FC236}">
                  <a16:creationId xmlns:a16="http://schemas.microsoft.com/office/drawing/2014/main" id="{FF26F994-401E-2F75-5D17-27F4219C0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0" name="Text Box 40">
              <a:extLst>
                <a:ext uri="{FF2B5EF4-FFF2-40B4-BE49-F238E27FC236}">
                  <a16:creationId xmlns:a16="http://schemas.microsoft.com/office/drawing/2014/main" id="{231E4C4E-646F-31AA-F15A-51D97D35D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11" name="Line 41">
              <a:extLst>
                <a:ext uri="{FF2B5EF4-FFF2-40B4-BE49-F238E27FC236}">
                  <a16:creationId xmlns:a16="http://schemas.microsoft.com/office/drawing/2014/main" id="{0D9275A9-C388-F72C-EE7F-CF475C841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01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42">
              <a:extLst>
                <a:ext uri="{FF2B5EF4-FFF2-40B4-BE49-F238E27FC236}">
                  <a16:creationId xmlns:a16="http://schemas.microsoft.com/office/drawing/2014/main" id="{F538C94B-24E9-9674-176F-7C0F4BCA6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177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43">
              <a:extLst>
                <a:ext uri="{FF2B5EF4-FFF2-40B4-BE49-F238E27FC236}">
                  <a16:creationId xmlns:a16="http://schemas.microsoft.com/office/drawing/2014/main" id="{B90E719F-3CF1-3212-9F40-9BA438D43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25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5871BE1-DCA7-BC5F-B928-F061C29AB32C}"/>
              </a:ext>
            </a:extLst>
          </p:cNvPr>
          <p:cNvSpPr txBox="1"/>
          <p:nvPr/>
        </p:nvSpPr>
        <p:spPr>
          <a:xfrm>
            <a:off x="685800" y="1559004"/>
            <a:ext cx="73612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i="1" dirty="0">
                <a:solidFill>
                  <a:schemeClr val="tx2"/>
                </a:solidFill>
              </a:rPr>
              <a:t>range</a:t>
            </a:r>
            <a:r>
              <a:rPr lang="en-US" sz="2400" dirty="0"/>
              <a:t> of </a:t>
            </a:r>
            <a:r>
              <a:rPr lang="en-US" sz="2400" i="1" dirty="0">
                <a:solidFill>
                  <a:srgbClr val="C00000"/>
                </a:solidFill>
              </a:rPr>
              <a:t>f</a:t>
            </a:r>
            <a:r>
              <a:rPr lang="en-US" sz="2400" i="1" dirty="0"/>
              <a:t> </a:t>
            </a:r>
            <a:r>
              <a:rPr lang="en-US" sz="2400" dirty="0"/>
              <a:t>is the set of </a:t>
            </a:r>
            <a:r>
              <a:rPr lang="en-US" sz="2400" dirty="0">
                <a:solidFill>
                  <a:schemeClr val="tx2"/>
                </a:solidFill>
              </a:rPr>
              <a:t>all images </a:t>
            </a:r>
            <a:r>
              <a:rPr lang="en-US" sz="2400" dirty="0"/>
              <a:t>of elements of </a:t>
            </a:r>
            <a:r>
              <a:rPr lang="en-US" sz="2400" i="1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. </a:t>
            </a:r>
          </a:p>
          <a:p>
            <a:endParaRPr lang="en-US" dirty="0"/>
          </a:p>
        </p:txBody>
      </p:sp>
      <p:sp>
        <p:nvSpPr>
          <p:cNvPr id="25" name="Text Box 46">
            <a:extLst>
              <a:ext uri="{FF2B5EF4-FFF2-40B4-BE49-F238E27FC236}">
                <a16:creationId xmlns:a16="http://schemas.microsoft.com/office/drawing/2014/main" id="{35E5B062-7421-AEEB-D13A-E13445C28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061" y="2571741"/>
            <a:ext cx="10935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406535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F45C-DA9D-20B9-B4A9-6058BA9E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1D99EA-E467-3323-0BB3-FB96E069A469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2593975" cy="2012950"/>
            <a:chOff x="3358" y="1584"/>
            <a:chExt cx="1634" cy="12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F3A749-4431-98E8-500E-B928E1C51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0" y="1728"/>
              <a:ext cx="96" cy="1056"/>
              <a:chOff x="1344" y="1728"/>
              <a:chExt cx="96" cy="1056"/>
            </a:xfrm>
          </p:grpSpPr>
          <p:sp>
            <p:nvSpPr>
              <p:cNvPr id="20" name="Oval 5">
                <a:extLst>
                  <a:ext uri="{FF2B5EF4-FFF2-40B4-BE49-F238E27FC236}">
                    <a16:creationId xmlns:a16="http://schemas.microsoft.com/office/drawing/2014/main" id="{BF899AAD-1793-783A-B0A8-3F065A2C0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3135FB5C-DBE3-0882-89F2-736844BCF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7">
                <a:extLst>
                  <a:ext uri="{FF2B5EF4-FFF2-40B4-BE49-F238E27FC236}">
                    <a16:creationId xmlns:a16="http://schemas.microsoft.com/office/drawing/2014/main" id="{40726E47-4022-66A2-E54D-4BA4B321E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8">
                <a:extLst>
                  <a:ext uri="{FF2B5EF4-FFF2-40B4-BE49-F238E27FC236}">
                    <a16:creationId xmlns:a16="http://schemas.microsoft.com/office/drawing/2014/main" id="{5831310A-93D7-0F9A-B7C4-E701D7615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9">
                <a:extLst>
                  <a:ext uri="{FF2B5EF4-FFF2-40B4-BE49-F238E27FC236}">
                    <a16:creationId xmlns:a16="http://schemas.microsoft.com/office/drawing/2014/main" id="{2C8FADD8-49D4-DC2B-F0EC-B7346D82D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37233F42-EE0E-F15F-4658-F415E26F7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8" y="1728"/>
              <a:ext cx="96" cy="1056"/>
              <a:chOff x="1344" y="1728"/>
              <a:chExt cx="96" cy="1056"/>
            </a:xfrm>
          </p:grpSpPr>
          <p:sp>
            <p:nvSpPr>
              <p:cNvPr id="15" name="Oval 11">
                <a:extLst>
                  <a:ext uri="{FF2B5EF4-FFF2-40B4-BE49-F238E27FC236}">
                    <a16:creationId xmlns:a16="http://schemas.microsoft.com/office/drawing/2014/main" id="{F09A9606-9E0C-16E3-4673-16FC9E4C1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12">
                <a:extLst>
                  <a:ext uri="{FF2B5EF4-FFF2-40B4-BE49-F238E27FC236}">
                    <a16:creationId xmlns:a16="http://schemas.microsoft.com/office/drawing/2014/main" id="{9D3F797A-0074-60C5-4804-F941C46EF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13">
                <a:extLst>
                  <a:ext uri="{FF2B5EF4-FFF2-40B4-BE49-F238E27FC236}">
                    <a16:creationId xmlns:a16="http://schemas.microsoft.com/office/drawing/2014/main" id="{41253835-5E5D-56CA-55A0-444BD2923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14">
                <a:extLst>
                  <a:ext uri="{FF2B5EF4-FFF2-40B4-BE49-F238E27FC236}">
                    <a16:creationId xmlns:a16="http://schemas.microsoft.com/office/drawing/2014/main" id="{62016CBA-33DA-173B-3D49-F54B94843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5">
                <a:extLst>
                  <a:ext uri="{FF2B5EF4-FFF2-40B4-BE49-F238E27FC236}">
                    <a16:creationId xmlns:a16="http://schemas.microsoft.com/office/drawing/2014/main" id="{4444C86D-52AC-9294-1994-FA1396B7D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4800C408-130F-120B-8F7B-190F9F5FE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177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AF517371-CF7C-379E-826C-BEC993FA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6" y="2016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C468F7F4-4FF2-E5D7-D4DD-3FE955674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5" y="158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2C333851-2B5E-9B1E-95AD-AE0AC3720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8" y="1584"/>
              <a:ext cx="504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“a”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“bb“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cccc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dd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“e”</a:t>
              </a: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F69E52C9-0D20-6A7D-20E8-1578EF19E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6" y="201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766FE1A6-4621-BBDD-B040-40E8FD230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6" y="1776"/>
              <a:ext cx="640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2">
              <a:extLst>
                <a:ext uri="{FF2B5EF4-FFF2-40B4-BE49-F238E27FC236}">
                  <a16:creationId xmlns:a16="http://schemas.microsoft.com/office/drawing/2014/main" id="{E6872803-C215-FE15-A6BA-B3F0A8157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96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 Box 23">
            <a:extLst>
              <a:ext uri="{FF2B5EF4-FFF2-40B4-BE49-F238E27FC236}">
                <a16:creationId xmlns:a16="http://schemas.microsoft.com/office/drawing/2014/main" id="{42DBB88E-64A4-CF26-B62F-B02228C61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507" y="5180013"/>
            <a:ext cx="2803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Not a valid function</a:t>
            </a:r>
          </a:p>
        </p:txBody>
      </p:sp>
    </p:spTree>
    <p:extLst>
      <p:ext uri="{BB962C8B-B14F-4D97-AF65-F5344CB8AC3E}">
        <p14:creationId xmlns:p14="http://schemas.microsoft.com/office/powerpoint/2010/main" val="196977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3F79-E2A7-C340-F9B9-8FE22370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70AE82-6503-0AEA-2244-B6322EF1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Which of the arrow diagrams define functions from </a:t>
            </a:r>
          </a:p>
          <a:p>
            <a:r>
              <a:rPr lang="en-US" dirty="0"/>
              <a:t>A  = {2,4,5,6,7} to B = {1,2,4,6,8}.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4AE7C-7659-3C6C-F90F-5E3E4A675F1F}"/>
              </a:ext>
            </a:extLst>
          </p:cNvPr>
          <p:cNvSpPr txBox="1">
            <a:spLocks/>
          </p:cNvSpPr>
          <p:nvPr/>
        </p:nvSpPr>
        <p:spPr>
          <a:xfrm>
            <a:off x="1369141" y="2898058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Which of the arrow diagrams define functions from </a:t>
            </a:r>
          </a:p>
          <a:p>
            <a:r>
              <a:rPr lang="en-US"/>
              <a:t>A  = {2,4,5,6,7} to B = {1,2,4,6,8}.</a:t>
            </a:r>
          </a:p>
          <a:p>
            <a:endParaRPr lang="en-US" dirty="0"/>
          </a:p>
        </p:txBody>
      </p:sp>
      <p:grpSp>
        <p:nvGrpSpPr>
          <p:cNvPr id="6" name="Group 24">
            <a:extLst>
              <a:ext uri="{FF2B5EF4-FFF2-40B4-BE49-F238E27FC236}">
                <a16:creationId xmlns:a16="http://schemas.microsoft.com/office/drawing/2014/main" id="{B809F697-C7A0-1A83-D4C7-E646E6CBA627}"/>
              </a:ext>
            </a:extLst>
          </p:cNvPr>
          <p:cNvGrpSpPr>
            <a:grpSpLocks/>
          </p:cNvGrpSpPr>
          <p:nvPr/>
        </p:nvGrpSpPr>
        <p:grpSpPr bwMode="auto">
          <a:xfrm>
            <a:off x="2243854" y="4283944"/>
            <a:ext cx="2351088" cy="2032000"/>
            <a:chOff x="551" y="1680"/>
            <a:chExt cx="1481" cy="1280"/>
          </a:xfrm>
        </p:grpSpPr>
        <p:grpSp>
          <p:nvGrpSpPr>
            <p:cNvPr id="7" name="Group 25">
              <a:extLst>
                <a:ext uri="{FF2B5EF4-FFF2-40B4-BE49-F238E27FC236}">
                  <a16:creationId xmlns:a16="http://schemas.microsoft.com/office/drawing/2014/main" id="{7E9988D0-28DD-5C55-D167-03EBCEBA3E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20" name="Oval 26">
                <a:extLst>
                  <a:ext uri="{FF2B5EF4-FFF2-40B4-BE49-F238E27FC236}">
                    <a16:creationId xmlns:a16="http://schemas.microsoft.com/office/drawing/2014/main" id="{CAD93C7A-CDEF-003F-799B-3FBC113B7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27">
                <a:extLst>
                  <a:ext uri="{FF2B5EF4-FFF2-40B4-BE49-F238E27FC236}">
                    <a16:creationId xmlns:a16="http://schemas.microsoft.com/office/drawing/2014/main" id="{E8FF4F98-03FD-F434-E0C8-7CCD4C05C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8">
                <a:extLst>
                  <a:ext uri="{FF2B5EF4-FFF2-40B4-BE49-F238E27FC236}">
                    <a16:creationId xmlns:a16="http://schemas.microsoft.com/office/drawing/2014/main" id="{4A54BBAC-F091-8561-3D9E-CF9CCEF75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29">
                <a:extLst>
                  <a:ext uri="{FF2B5EF4-FFF2-40B4-BE49-F238E27FC236}">
                    <a16:creationId xmlns:a16="http://schemas.microsoft.com/office/drawing/2014/main" id="{56E9CCEE-0990-361F-7D4D-27387FF98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30">
                <a:extLst>
                  <a:ext uri="{FF2B5EF4-FFF2-40B4-BE49-F238E27FC236}">
                    <a16:creationId xmlns:a16="http://schemas.microsoft.com/office/drawing/2014/main" id="{9A3DAAD6-24AB-A6A7-564A-9D3A2075F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8" name="Group 31">
              <a:extLst>
                <a:ext uri="{FF2B5EF4-FFF2-40B4-BE49-F238E27FC236}">
                  <a16:creationId xmlns:a16="http://schemas.microsoft.com/office/drawing/2014/main" id="{524EEDF0-1554-FC58-F275-B2FA0851E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15" name="Oval 32">
                <a:extLst>
                  <a:ext uri="{FF2B5EF4-FFF2-40B4-BE49-F238E27FC236}">
                    <a16:creationId xmlns:a16="http://schemas.microsoft.com/office/drawing/2014/main" id="{D5DD4C42-96A1-D022-40D5-CED7B185B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33">
                <a:extLst>
                  <a:ext uri="{FF2B5EF4-FFF2-40B4-BE49-F238E27FC236}">
                    <a16:creationId xmlns:a16="http://schemas.microsoft.com/office/drawing/2014/main" id="{ACB34E10-FA8C-EE0F-32E3-58B8CAC9B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4">
                <a:extLst>
                  <a:ext uri="{FF2B5EF4-FFF2-40B4-BE49-F238E27FC236}">
                    <a16:creationId xmlns:a16="http://schemas.microsoft.com/office/drawing/2014/main" id="{DFF994D7-5732-D784-6B91-713F7BE0D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5">
                <a:extLst>
                  <a:ext uri="{FF2B5EF4-FFF2-40B4-BE49-F238E27FC236}">
                    <a16:creationId xmlns:a16="http://schemas.microsoft.com/office/drawing/2014/main" id="{00763D80-B4F3-4E86-72AD-3AE4DAAA7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36">
                <a:extLst>
                  <a:ext uri="{FF2B5EF4-FFF2-40B4-BE49-F238E27FC236}">
                    <a16:creationId xmlns:a16="http://schemas.microsoft.com/office/drawing/2014/main" id="{B441AB6B-D0E5-C047-244B-493CC55BF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9" name="Line 37">
              <a:extLst>
                <a:ext uri="{FF2B5EF4-FFF2-40B4-BE49-F238E27FC236}">
                  <a16:creationId xmlns:a16="http://schemas.microsoft.com/office/drawing/2014/main" id="{5FF6BA8D-AA51-EC68-22D2-FF969419A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423DEC80-02F5-A5EF-4DD1-79CA8CEFB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39">
              <a:extLst>
                <a:ext uri="{FF2B5EF4-FFF2-40B4-BE49-F238E27FC236}">
                  <a16:creationId xmlns:a16="http://schemas.microsoft.com/office/drawing/2014/main" id="{3B09663B-B507-780E-209E-21E4CE50C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8</a:t>
              </a:r>
            </a:p>
          </p:txBody>
        </p:sp>
        <p:sp>
          <p:nvSpPr>
            <p:cNvPr id="12" name="Text Box 40">
              <a:extLst>
                <a:ext uri="{FF2B5EF4-FFF2-40B4-BE49-F238E27FC236}">
                  <a16:creationId xmlns:a16="http://schemas.microsoft.com/office/drawing/2014/main" id="{84ABCF67-B201-1468-711F-3490AF020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7</a:t>
              </a:r>
            </a:p>
          </p:txBody>
        </p:sp>
        <p:sp>
          <p:nvSpPr>
            <p:cNvPr id="13" name="Line 41">
              <a:extLst>
                <a:ext uri="{FF2B5EF4-FFF2-40B4-BE49-F238E27FC236}">
                  <a16:creationId xmlns:a16="http://schemas.microsoft.com/office/drawing/2014/main" id="{87D74B1F-19FC-9413-8C1A-7F2BCBDDB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42">
              <a:extLst>
                <a:ext uri="{FF2B5EF4-FFF2-40B4-BE49-F238E27FC236}">
                  <a16:creationId xmlns:a16="http://schemas.microsoft.com/office/drawing/2014/main" id="{18E051DB-2795-F157-CDF4-3D4EA7ACA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BE95D4-5C33-64E0-5D36-3002177BBEF4}"/>
              </a:ext>
            </a:extLst>
          </p:cNvPr>
          <p:cNvGrpSpPr>
            <a:grpSpLocks/>
          </p:cNvGrpSpPr>
          <p:nvPr/>
        </p:nvGrpSpPr>
        <p:grpSpPr bwMode="auto">
          <a:xfrm>
            <a:off x="6047504" y="4283944"/>
            <a:ext cx="2357438" cy="2032000"/>
            <a:chOff x="547" y="1680"/>
            <a:chExt cx="1485" cy="128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0E12D51-7425-6913-1E98-E835CB6E00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40" name="Oval 26">
                <a:extLst>
                  <a:ext uri="{FF2B5EF4-FFF2-40B4-BE49-F238E27FC236}">
                    <a16:creationId xmlns:a16="http://schemas.microsoft.com/office/drawing/2014/main" id="{19F4E6DF-7ED0-38FB-B26B-9ABC20B39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1" name="Oval 27">
                <a:extLst>
                  <a:ext uri="{FF2B5EF4-FFF2-40B4-BE49-F238E27FC236}">
                    <a16:creationId xmlns:a16="http://schemas.microsoft.com/office/drawing/2014/main" id="{54E68D44-B589-7962-AF5D-C18BC34245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2" name="Oval 28">
                <a:extLst>
                  <a:ext uri="{FF2B5EF4-FFF2-40B4-BE49-F238E27FC236}">
                    <a16:creationId xmlns:a16="http://schemas.microsoft.com/office/drawing/2014/main" id="{EE593158-BEAD-C1DB-7382-45E6DD64A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3" name="Oval 29">
                <a:extLst>
                  <a:ext uri="{FF2B5EF4-FFF2-40B4-BE49-F238E27FC236}">
                    <a16:creationId xmlns:a16="http://schemas.microsoft.com/office/drawing/2014/main" id="{CA6AB41A-AE12-1E7B-1A45-B8C27B1DD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4" name="Oval 30">
                <a:extLst>
                  <a:ext uri="{FF2B5EF4-FFF2-40B4-BE49-F238E27FC236}">
                    <a16:creationId xmlns:a16="http://schemas.microsoft.com/office/drawing/2014/main" id="{7254A161-3832-D39F-B18B-2D6BEC18B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27" name="Group 31">
              <a:extLst>
                <a:ext uri="{FF2B5EF4-FFF2-40B4-BE49-F238E27FC236}">
                  <a16:creationId xmlns:a16="http://schemas.microsoft.com/office/drawing/2014/main" id="{BAA20367-1AD7-891C-2443-1BEAF4091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35" name="Oval 32">
                <a:extLst>
                  <a:ext uri="{FF2B5EF4-FFF2-40B4-BE49-F238E27FC236}">
                    <a16:creationId xmlns:a16="http://schemas.microsoft.com/office/drawing/2014/main" id="{EB7BD50A-52CE-35C5-6C43-28A1658F0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6" name="Oval 33">
                <a:extLst>
                  <a:ext uri="{FF2B5EF4-FFF2-40B4-BE49-F238E27FC236}">
                    <a16:creationId xmlns:a16="http://schemas.microsoft.com/office/drawing/2014/main" id="{EE6F4794-4829-880B-8A37-7E99D2FF0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34">
                <a:extLst>
                  <a:ext uri="{FF2B5EF4-FFF2-40B4-BE49-F238E27FC236}">
                    <a16:creationId xmlns:a16="http://schemas.microsoft.com/office/drawing/2014/main" id="{C4265465-F133-C990-7432-0DA1EE36D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5">
                <a:extLst>
                  <a:ext uri="{FF2B5EF4-FFF2-40B4-BE49-F238E27FC236}">
                    <a16:creationId xmlns:a16="http://schemas.microsoft.com/office/drawing/2014/main" id="{035CF90C-8118-CF95-CD99-78868FB88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6">
                <a:extLst>
                  <a:ext uri="{FF2B5EF4-FFF2-40B4-BE49-F238E27FC236}">
                    <a16:creationId xmlns:a16="http://schemas.microsoft.com/office/drawing/2014/main" id="{F51BD6FA-FF86-D9D7-B901-A2B5A76C8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8" name="Line 37">
              <a:extLst>
                <a:ext uri="{FF2B5EF4-FFF2-40B4-BE49-F238E27FC236}">
                  <a16:creationId xmlns:a16="http://schemas.microsoft.com/office/drawing/2014/main" id="{6B389163-2DA3-828A-05D0-EFCD144CA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8">
              <a:extLst>
                <a:ext uri="{FF2B5EF4-FFF2-40B4-BE49-F238E27FC236}">
                  <a16:creationId xmlns:a16="http://schemas.microsoft.com/office/drawing/2014/main" id="{A03BAA29-5E85-72B0-D43B-DC1BA6EDA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9">
              <a:extLst>
                <a:ext uri="{FF2B5EF4-FFF2-40B4-BE49-F238E27FC236}">
                  <a16:creationId xmlns:a16="http://schemas.microsoft.com/office/drawing/2014/main" id="{20A765D3-8834-C596-C2D9-D471E26EB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8</a:t>
              </a:r>
            </a:p>
          </p:txBody>
        </p:sp>
        <p:sp>
          <p:nvSpPr>
            <p:cNvPr id="31" name="Text Box 40">
              <a:extLst>
                <a:ext uri="{FF2B5EF4-FFF2-40B4-BE49-F238E27FC236}">
                  <a16:creationId xmlns:a16="http://schemas.microsoft.com/office/drawing/2014/main" id="{740A71F0-43C9-617E-D639-28537F1A1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7</a:t>
              </a:r>
            </a:p>
          </p:txBody>
        </p:sp>
        <p:sp>
          <p:nvSpPr>
            <p:cNvPr id="32" name="Line 41">
              <a:extLst>
                <a:ext uri="{FF2B5EF4-FFF2-40B4-BE49-F238E27FC236}">
                  <a16:creationId xmlns:a16="http://schemas.microsoft.com/office/drawing/2014/main" id="{8237FD5F-CC9F-72ED-2832-FBF28FE81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42">
              <a:extLst>
                <a:ext uri="{FF2B5EF4-FFF2-40B4-BE49-F238E27FC236}">
                  <a16:creationId xmlns:a16="http://schemas.microsoft.com/office/drawing/2014/main" id="{263956AB-2AD9-2896-51D7-5701C70D83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43">
              <a:extLst>
                <a:ext uri="{FF2B5EF4-FFF2-40B4-BE49-F238E27FC236}">
                  <a16:creationId xmlns:a16="http://schemas.microsoft.com/office/drawing/2014/main" id="{4FD6989C-6EA6-A1E6-654A-2944E8028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Text Box 46">
            <a:extLst>
              <a:ext uri="{FF2B5EF4-FFF2-40B4-BE49-F238E27FC236}">
                <a16:creationId xmlns:a16="http://schemas.microsoft.com/office/drawing/2014/main" id="{D1840016-D0B0-9125-A9B4-DA819CBE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588" y="3807993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ED3D4EBE-988E-E274-7677-577BC1683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1870" y="3807993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47" name="Text Box 46">
            <a:extLst>
              <a:ext uri="{FF2B5EF4-FFF2-40B4-BE49-F238E27FC236}">
                <a16:creationId xmlns:a16="http://schemas.microsoft.com/office/drawing/2014/main" id="{E1613678-19F1-2C63-EF53-8C49E63AF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567" y="3807993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93DE5FE6-41F2-5963-E5E3-782591437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849" y="3807993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EEB1CB24-8FC0-F3CF-E2A4-7B29F8680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125" y="6303547"/>
            <a:ext cx="2186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Not a Function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F9348331-44B6-EDE6-D644-DF6734FB7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125" y="6375282"/>
            <a:ext cx="2186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Not a Function</a:t>
            </a:r>
          </a:p>
        </p:txBody>
      </p:sp>
    </p:spTree>
    <p:extLst>
      <p:ext uri="{BB962C8B-B14F-4D97-AF65-F5344CB8AC3E}">
        <p14:creationId xmlns:p14="http://schemas.microsoft.com/office/powerpoint/2010/main" val="410605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AB0B3-E7E7-2F8D-AC5A-7A3AC786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08DB-2B43-90B2-024B-8BBB37162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343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to one Function</a:t>
            </a:r>
          </a:p>
          <a:p>
            <a:r>
              <a:rPr lang="en-US" dirty="0"/>
              <a:t>A function is one-to-one if each element in the co-domain has a unique pre-image</a:t>
            </a:r>
          </a:p>
          <a:p>
            <a:r>
              <a:rPr lang="en-US" dirty="0"/>
              <a:t>Formal definition: A function</a:t>
            </a:r>
            <a:r>
              <a:rPr lang="en-US" b="1" i="1" dirty="0"/>
              <a:t> f </a:t>
            </a:r>
            <a:r>
              <a:rPr lang="en-US" dirty="0"/>
              <a:t>is one-to-one if f(a) = f(b) implies a = b for all a and b in the domain of </a:t>
            </a:r>
            <a:r>
              <a:rPr lang="en-US" b="1" i="1" dirty="0"/>
              <a:t>f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22DD94-5E7C-29E9-CBB6-3F47CE6F979E}"/>
              </a:ext>
            </a:extLst>
          </p:cNvPr>
          <p:cNvGrpSpPr>
            <a:grpSpLocks/>
          </p:cNvGrpSpPr>
          <p:nvPr/>
        </p:nvGrpSpPr>
        <p:grpSpPr bwMode="auto">
          <a:xfrm>
            <a:off x="1785938" y="3709193"/>
            <a:ext cx="2432050" cy="2576513"/>
            <a:chOff x="736" y="2064"/>
            <a:chExt cx="1532" cy="162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F78E4DA-9CAB-4791-7A69-E1E469786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190DA70-C0B7-DCC3-ECA7-35CE455BD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0C86C5-29CF-C1F4-F95B-F01E264BD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9856198-1303-B84C-1EDB-40F9519A6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D20BAA-8F93-4458-8EAF-CC3EBBBE68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4" y="2208"/>
              <a:ext cx="96" cy="1056"/>
              <a:chOff x="1344" y="1728"/>
              <a:chExt cx="96" cy="1056"/>
            </a:xfrm>
          </p:grpSpPr>
          <p:sp>
            <p:nvSpPr>
              <p:cNvPr id="17" name="Oval 9">
                <a:extLst>
                  <a:ext uri="{FF2B5EF4-FFF2-40B4-BE49-F238E27FC236}">
                    <a16:creationId xmlns:a16="http://schemas.microsoft.com/office/drawing/2014/main" id="{4A8C1CF9-8A23-FFCA-0CF3-958833E81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10">
                <a:extLst>
                  <a:ext uri="{FF2B5EF4-FFF2-40B4-BE49-F238E27FC236}">
                    <a16:creationId xmlns:a16="http://schemas.microsoft.com/office/drawing/2014/main" id="{CEE2C523-22B9-2594-C75C-9028A2366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1">
                <a:extLst>
                  <a:ext uri="{FF2B5EF4-FFF2-40B4-BE49-F238E27FC236}">
                    <a16:creationId xmlns:a16="http://schemas.microsoft.com/office/drawing/2014/main" id="{C2A32D33-2114-5440-AAAC-0B9F9F44A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2">
                <a:extLst>
                  <a:ext uri="{FF2B5EF4-FFF2-40B4-BE49-F238E27FC236}">
                    <a16:creationId xmlns:a16="http://schemas.microsoft.com/office/drawing/2014/main" id="{0A013410-01C8-F9BD-5D58-DA28367BD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3">
                <a:extLst>
                  <a:ext uri="{FF2B5EF4-FFF2-40B4-BE49-F238E27FC236}">
                    <a16:creationId xmlns:a16="http://schemas.microsoft.com/office/drawing/2014/main" id="{9E9D6994-C38B-EB1D-718A-186F50AAE7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7D62C89E-83DA-B32F-E88B-72D33F3AE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6D211F51-5F9B-74CE-1A37-B8BFBFAF5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FB6B15F0-B009-C4F1-3E7D-A1C3D9866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2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2DE08089-DDFB-4178-D73F-D91A350E2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6B4A963B-AAD9-E6BB-74B6-138A8120D0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9F18D8E8-691A-3887-8E55-DAC8249A3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BECD0045-410E-FF5C-DA32-41F1542E3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" y="3456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one-to-one function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00FC7E-A534-9E55-D315-D65AACFCDBC1}"/>
              </a:ext>
            </a:extLst>
          </p:cNvPr>
          <p:cNvGrpSpPr>
            <a:grpSpLocks/>
          </p:cNvGrpSpPr>
          <p:nvPr/>
        </p:nvGrpSpPr>
        <p:grpSpPr bwMode="auto">
          <a:xfrm>
            <a:off x="6307675" y="3709193"/>
            <a:ext cx="2216150" cy="2851150"/>
            <a:chOff x="3540" y="2064"/>
            <a:chExt cx="1396" cy="179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265B776-3392-C548-24D5-32BE42549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2DA42AA-7B84-A9E2-49D5-CACF754D2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6AB086-3258-E0AD-4950-EB13A1E5C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17DDB2-513B-D105-4151-76F7E269E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501E23-B6A5-0A76-CF5C-14387260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35" name="Oval 27">
                <a:extLst>
                  <a:ext uri="{FF2B5EF4-FFF2-40B4-BE49-F238E27FC236}">
                    <a16:creationId xmlns:a16="http://schemas.microsoft.com/office/drawing/2014/main" id="{82198EBA-49D9-9156-CF2C-645D0BBA4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6" name="Oval 28">
                <a:extLst>
                  <a:ext uri="{FF2B5EF4-FFF2-40B4-BE49-F238E27FC236}">
                    <a16:creationId xmlns:a16="http://schemas.microsoft.com/office/drawing/2014/main" id="{D270D0AA-AE5D-57C2-DBC2-8FCEA198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29">
                <a:extLst>
                  <a:ext uri="{FF2B5EF4-FFF2-40B4-BE49-F238E27FC236}">
                    <a16:creationId xmlns:a16="http://schemas.microsoft.com/office/drawing/2014/main" id="{804D9599-CAA4-FF78-414C-869AC9BB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0">
                <a:extLst>
                  <a:ext uri="{FF2B5EF4-FFF2-40B4-BE49-F238E27FC236}">
                    <a16:creationId xmlns:a16="http://schemas.microsoft.com/office/drawing/2014/main" id="{440FB95E-1B20-9113-CCEA-A4A190540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1">
                <a:extLst>
                  <a:ext uri="{FF2B5EF4-FFF2-40B4-BE49-F238E27FC236}">
                    <a16:creationId xmlns:a16="http://schemas.microsoft.com/office/drawing/2014/main" id="{0736DA21-1603-579D-19CE-72BA90A65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AFD082C4-31D0-342F-41E4-E02955E16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" y="2256"/>
              <a:ext cx="72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5DB2A553-86BB-2275-7ABB-5AAD853BC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B6062DC0-F274-768A-4AAF-C93C1DC9B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064"/>
              <a:ext cx="196" cy="126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31" name="Text Box 35">
              <a:extLst>
                <a:ext uri="{FF2B5EF4-FFF2-40B4-BE49-F238E27FC236}">
                  <a16:creationId xmlns:a16="http://schemas.microsoft.com/office/drawing/2014/main" id="{F2032AC1-10CB-4113-5C46-60CA9BC80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064"/>
              <a:ext cx="196" cy="126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F87D4252-98FC-4BAB-0A25-02F4382F0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1752FC5B-0A67-2230-B3FD-B74A100C0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8">
              <a:extLst>
                <a:ext uri="{FF2B5EF4-FFF2-40B4-BE49-F238E27FC236}">
                  <a16:creationId xmlns:a16="http://schemas.microsoft.com/office/drawing/2014/main" id="{D942EB85-7FD8-16C9-ECC3-981C44E15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0" y="3456"/>
              <a:ext cx="1221" cy="40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function that is </a:t>
              </a:r>
            </a:p>
            <a:p>
              <a:pPr algn="ctr"/>
              <a:r>
                <a:rPr lang="en-US" sz="1800"/>
                <a:t>not one-to-one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91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E2FE-39CE-2FF0-71F4-76C424CA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27A83C6-F41F-12B0-9B30-EBFFE8F05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eaLnBrk="1" hangingPunct="1"/>
            <a:r>
              <a:rPr lang="en-US" dirty="0"/>
              <a:t>Injective is synonymous with one-to-one</a:t>
            </a:r>
          </a:p>
          <a:p>
            <a:pPr lvl="1" eaLnBrk="1" hangingPunct="1"/>
            <a:r>
              <a:rPr lang="en-US" dirty="0"/>
              <a:t>“A function is injective”</a:t>
            </a:r>
          </a:p>
          <a:p>
            <a:pPr eaLnBrk="1" hangingPunct="1"/>
            <a:r>
              <a:rPr lang="en-US" dirty="0"/>
              <a:t>A function is an injection if it is one-to-one</a:t>
            </a:r>
          </a:p>
          <a:p>
            <a:pPr eaLnBrk="1" hangingPunct="1"/>
            <a:endParaRPr lang="en-US" dirty="0"/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Note that there can </a:t>
            </a:r>
            <a:br>
              <a:rPr lang="en-US" dirty="0"/>
            </a:br>
            <a:r>
              <a:rPr lang="en-US" dirty="0"/>
              <a:t>be un-used elements </a:t>
            </a:r>
            <a:br>
              <a:rPr lang="en-US" dirty="0"/>
            </a:br>
            <a:r>
              <a:rPr lang="en-US" dirty="0"/>
              <a:t>in the co-domain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D9CBC1-DC14-BFF8-FB3D-7D7E6D116825}"/>
              </a:ext>
            </a:extLst>
          </p:cNvPr>
          <p:cNvGrpSpPr>
            <a:grpSpLocks/>
          </p:cNvGrpSpPr>
          <p:nvPr/>
        </p:nvGrpSpPr>
        <p:grpSpPr bwMode="auto">
          <a:xfrm>
            <a:off x="8652387" y="3124200"/>
            <a:ext cx="2432050" cy="2576513"/>
            <a:chOff x="3360" y="2256"/>
            <a:chExt cx="1532" cy="162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C9A173-48DA-6DA8-5CAA-1FF8FA94D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0" y="240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0A234B-5243-50F0-0980-D61B52A7C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0" y="264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D761FB-AC15-B55A-CC4D-62D024295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0" y="288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88A778-86F4-AF34-3988-91AF1CE3A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0" y="312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AE6865-BF29-6394-519F-36504A95E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8" y="2400"/>
              <a:ext cx="96" cy="1056"/>
              <a:chOff x="1344" y="1728"/>
              <a:chExt cx="96" cy="1056"/>
            </a:xfrm>
          </p:grpSpPr>
          <p:sp>
            <p:nvSpPr>
              <p:cNvPr id="20" name="Oval 10">
                <a:extLst>
                  <a:ext uri="{FF2B5EF4-FFF2-40B4-BE49-F238E27FC236}">
                    <a16:creationId xmlns:a16="http://schemas.microsoft.com/office/drawing/2014/main" id="{083C0479-BCCA-C7B0-1C28-576F11B9A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1">
                <a:extLst>
                  <a:ext uri="{FF2B5EF4-FFF2-40B4-BE49-F238E27FC236}">
                    <a16:creationId xmlns:a16="http://schemas.microsoft.com/office/drawing/2014/main" id="{54ABFC7D-8F09-600D-AD13-3A9DD55CE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2">
                <a:extLst>
                  <a:ext uri="{FF2B5EF4-FFF2-40B4-BE49-F238E27FC236}">
                    <a16:creationId xmlns:a16="http://schemas.microsoft.com/office/drawing/2014/main" id="{9F35C839-19A3-1183-9762-EA594E159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13">
                <a:extLst>
                  <a:ext uri="{FF2B5EF4-FFF2-40B4-BE49-F238E27FC236}">
                    <a16:creationId xmlns:a16="http://schemas.microsoft.com/office/drawing/2014/main" id="{9A3C5F54-AF30-8142-A174-02AEF18AF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14">
                <a:extLst>
                  <a:ext uri="{FF2B5EF4-FFF2-40B4-BE49-F238E27FC236}">
                    <a16:creationId xmlns:a16="http://schemas.microsoft.com/office/drawing/2014/main" id="{F09A7BBA-4CB8-6801-1F71-B4FAE3272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C94CB7D2-C242-440E-1A52-0345E49FE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8" y="2448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1C262B15-37C3-BF1F-DFD5-6AFFE5B85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FB1EE06E-569B-BB9B-4A62-D86DFFBD4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D730CDE5-2C0F-EE78-A278-FA78F516A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i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 dirty="0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54E4C3A0-53B5-F969-21B8-BE42C51AA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37357713-AF01-239F-33E0-80A8E3840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292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3BEA8C76-0E17-FFC9-5251-C465109A1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648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one-to-one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48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DA44-CF72-38D6-AA22-5BD4A16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2EA1AB-4ACA-2712-B091-D10679FCD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5}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=4,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5,</m:t>
                    </m:r>
                    <m:r>
                      <a:rPr lang="en-US" b="0" i="0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=1,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)=3 </m:t>
                    </m:r>
                  </m:oMath>
                </a14:m>
                <a:r>
                  <a:rPr lang="en-US" dirty="0"/>
                  <a:t>is one-to-one.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2EA1AB-4ACA-2712-B091-D10679FCD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7ADEF311-2EFF-0A57-53F0-774723272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446" y="3509963"/>
            <a:ext cx="42672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05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DC9D-B117-A224-11F3-C2BD5DD4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1BEE66-E309-8B5E-1172-9BD37ED0F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Onto Function</a:t>
            </a:r>
          </a:p>
          <a:p>
            <a:r>
              <a:rPr lang="en-US" dirty="0"/>
              <a:t>A function is onto if each element in the co-domain is an image of some pre-image</a:t>
            </a:r>
          </a:p>
          <a:p>
            <a:r>
              <a:rPr lang="en-US" dirty="0"/>
              <a:t>Formal definition: A function f is onto if for all b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 B, there exists a  A such that f(a) = b. 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0AAEDC-A738-B4F3-C961-F0D1216B54EE}"/>
              </a:ext>
            </a:extLst>
          </p:cNvPr>
          <p:cNvGrpSpPr>
            <a:grpSpLocks/>
          </p:cNvGrpSpPr>
          <p:nvPr/>
        </p:nvGrpSpPr>
        <p:grpSpPr bwMode="auto">
          <a:xfrm>
            <a:off x="7190710" y="3956049"/>
            <a:ext cx="2046287" cy="2855913"/>
            <a:chOff x="3647" y="2064"/>
            <a:chExt cx="1289" cy="17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539535-4EE9-A84A-1FBC-719BAF0AA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D2A967B-28AA-5B4A-18FB-7BDEC31E8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027B634-2839-5AFB-84C9-144FEE017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CE21F1-CEB5-0EC6-9DE9-96DB61A6D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6EEDDB-9875-1863-911E-C3369D5A4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18" name="Oval 9">
                <a:extLst>
                  <a:ext uri="{FF2B5EF4-FFF2-40B4-BE49-F238E27FC236}">
                    <a16:creationId xmlns:a16="http://schemas.microsoft.com/office/drawing/2014/main" id="{CB647D7E-7634-835C-A699-28BAB0A30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0">
                <a:extLst>
                  <a:ext uri="{FF2B5EF4-FFF2-40B4-BE49-F238E27FC236}">
                    <a16:creationId xmlns:a16="http://schemas.microsoft.com/office/drawing/2014/main" id="{D5C4411E-5981-C00E-FCA1-A429BB1BF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1">
                <a:extLst>
                  <a:ext uri="{FF2B5EF4-FFF2-40B4-BE49-F238E27FC236}">
                    <a16:creationId xmlns:a16="http://schemas.microsoft.com/office/drawing/2014/main" id="{ABC1CF36-E5EE-1F6E-4897-E1BEC91CA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2">
                <a:extLst>
                  <a:ext uri="{FF2B5EF4-FFF2-40B4-BE49-F238E27FC236}">
                    <a16:creationId xmlns:a16="http://schemas.microsoft.com/office/drawing/2014/main" id="{6D6F729C-0060-729B-E8AC-F3E2AC648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3">
                <a:extLst>
                  <a:ext uri="{FF2B5EF4-FFF2-40B4-BE49-F238E27FC236}">
                    <a16:creationId xmlns:a16="http://schemas.microsoft.com/office/drawing/2014/main" id="{05A6970B-31FE-03A2-0BBE-DD447D937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4C89D5E9-138B-AAB5-DAC0-7EB1E9471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BFE00502-13F3-54D9-92F6-7DCBD1B89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9A260D85-2B4B-E417-7DE3-4B0384A46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53867DCA-D2B3-0633-A581-357BE26B1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ADE8507E-946C-E422-6450-643DD43F5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72689684-520C-2FC9-8680-8D6B27BBA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A06B6C43-DB01-7E9B-33DE-5D488AD76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456"/>
              <a:ext cx="110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function that is not onto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DF61A7-E4EA-7798-9E9C-2721824E7415}"/>
              </a:ext>
            </a:extLst>
          </p:cNvPr>
          <p:cNvGrpSpPr>
            <a:grpSpLocks/>
          </p:cNvGrpSpPr>
          <p:nvPr/>
        </p:nvGrpSpPr>
        <p:grpSpPr bwMode="auto">
          <a:xfrm>
            <a:off x="2271713" y="4012406"/>
            <a:ext cx="2078037" cy="2579688"/>
            <a:chOff x="959" y="2064"/>
            <a:chExt cx="1309" cy="162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080B12E-1A95-754D-633E-18C554567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5A9EAE-9C41-4135-5AA1-C80BD4D21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95C738E-B7D9-FC38-E512-7822AD318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7341686-0F4B-B43D-E17E-F31229EAB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4B4F1F0B-FD10-359B-E3D8-7EBE7E49D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7EB281BD-7602-D236-19F3-09FC4EE0F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9CB5547D-B3D1-670A-5CC9-4E4D3A69B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95800AD4-0640-D499-0255-05DE327F0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FF06DD54-09DF-D14F-7363-2DB055804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435C244E-B4A2-E969-7328-B41E72FE47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81F29EF3-C4F8-0F1A-BFCA-7499CDFB0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3456"/>
              <a:ext cx="1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 dirty="0"/>
                <a:t>An onto function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B70FBD-8F43-A421-C5B1-775B874DD7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0EA315B-5D66-D0DF-6613-75B08778D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DAB2E14-C061-F173-F413-1631CC41C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3774058-35C0-9206-63FC-0C2C73BCC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35F16D7-B981-D4F4-B3BE-FF7143C43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3E7C2CC-E693-CC7A-F4DA-A4E7C7A99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36" name="Line 40">
              <a:extLst>
                <a:ext uri="{FF2B5EF4-FFF2-40B4-BE49-F238E27FC236}">
                  <a16:creationId xmlns:a16="http://schemas.microsoft.com/office/drawing/2014/main" id="{C0441E4F-146B-03F2-D275-3378C0090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021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1D97-6323-3AD6-FC24-E0D25108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D61E48-7133-858E-FC8F-05DE9015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Surjective</a:t>
            </a:r>
            <a:r>
              <a:rPr lang="en-US" dirty="0"/>
              <a:t> is synonymous with onto</a:t>
            </a:r>
          </a:p>
          <a:p>
            <a:pPr lvl="1"/>
            <a:r>
              <a:rPr lang="en-US" dirty="0"/>
              <a:t>“A function is </a:t>
            </a:r>
            <a:r>
              <a:rPr lang="en-US" dirty="0" err="1"/>
              <a:t>surjective</a:t>
            </a:r>
            <a:r>
              <a:rPr lang="en-US" dirty="0"/>
              <a:t>”</a:t>
            </a:r>
          </a:p>
          <a:p>
            <a:r>
              <a:rPr lang="en-US" dirty="0"/>
              <a:t>A function is a surjection if it is onto</a:t>
            </a:r>
          </a:p>
          <a:p>
            <a:endParaRPr lang="en-US" dirty="0"/>
          </a:p>
          <a:p>
            <a:r>
              <a:rPr lang="en-US" dirty="0"/>
              <a:t>Note that there can </a:t>
            </a:r>
            <a:br>
              <a:rPr lang="en-US" dirty="0"/>
            </a:br>
            <a:r>
              <a:rPr lang="en-US" dirty="0"/>
              <a:t>be multiple used </a:t>
            </a:r>
            <a:br>
              <a:rPr lang="en-US" dirty="0"/>
            </a:br>
            <a:r>
              <a:rPr lang="en-US" dirty="0"/>
              <a:t>elements in the </a:t>
            </a:r>
            <a:br>
              <a:rPr lang="en-US" dirty="0"/>
            </a:br>
            <a:r>
              <a:rPr lang="en-US" dirty="0"/>
              <a:t>co-domain</a:t>
            </a:r>
          </a:p>
          <a:p>
            <a:endParaRPr lang="en-US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BBAA9AE-AFBA-78F6-903F-46F559344280}"/>
              </a:ext>
            </a:extLst>
          </p:cNvPr>
          <p:cNvGrpSpPr>
            <a:grpSpLocks/>
          </p:cNvGrpSpPr>
          <p:nvPr/>
        </p:nvGrpSpPr>
        <p:grpSpPr bwMode="auto">
          <a:xfrm>
            <a:off x="8156730" y="2139156"/>
            <a:ext cx="2078037" cy="2579688"/>
            <a:chOff x="959" y="2064"/>
            <a:chExt cx="1309" cy="1625"/>
          </a:xfrm>
        </p:grpSpPr>
        <p:sp>
          <p:nvSpPr>
            <p:cNvPr id="6" name="Oval 3">
              <a:extLst>
                <a:ext uri="{FF2B5EF4-FFF2-40B4-BE49-F238E27FC236}">
                  <a16:creationId xmlns:a16="http://schemas.microsoft.com/office/drawing/2014/main" id="{D510E757-498A-296C-E837-604E4F047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F0709410-BCD3-9170-EC45-157EA873D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E760FB03-A248-AE62-335F-0500F96F5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EBF4C560-C69A-325C-2C33-04C732F16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060CEAA1-DEC4-5BC3-F74E-D85B351CF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4AECCA8-188D-442D-C59B-4758E088D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CF346A37-C8AD-B29D-FFEE-C24F6015C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0C7A9865-9FE1-AF19-3FC9-EDEE07802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050C0D48-8AB9-63B6-CFDA-D3974D57A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6859B1C3-112D-F3E4-379B-29E6A1737A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B40E355C-0C0B-CB69-63A2-2260A6EC3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3456"/>
              <a:ext cx="1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 dirty="0"/>
                <a:t>An onto function</a:t>
              </a:r>
            </a:p>
          </p:txBody>
        </p:sp>
        <p:grpSp>
          <p:nvGrpSpPr>
            <p:cNvPr id="17" name="Group 14">
              <a:extLst>
                <a:ext uri="{FF2B5EF4-FFF2-40B4-BE49-F238E27FC236}">
                  <a16:creationId xmlns:a16="http://schemas.microsoft.com/office/drawing/2014/main" id="{22D6589C-DC1A-3845-CB3A-AAF710B0E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19" name="Oval 15">
                <a:extLst>
                  <a:ext uri="{FF2B5EF4-FFF2-40B4-BE49-F238E27FC236}">
                    <a16:creationId xmlns:a16="http://schemas.microsoft.com/office/drawing/2014/main" id="{267338FC-4EB9-E56B-98F1-048951F2B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6">
                <a:extLst>
                  <a:ext uri="{FF2B5EF4-FFF2-40B4-BE49-F238E27FC236}">
                    <a16:creationId xmlns:a16="http://schemas.microsoft.com/office/drawing/2014/main" id="{DDDCEF22-7F93-5222-E11A-FC730866D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7">
                <a:extLst>
                  <a:ext uri="{FF2B5EF4-FFF2-40B4-BE49-F238E27FC236}">
                    <a16:creationId xmlns:a16="http://schemas.microsoft.com/office/drawing/2014/main" id="{93FA3E30-23EC-6A1A-8914-3D635686F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8">
                <a:extLst>
                  <a:ext uri="{FF2B5EF4-FFF2-40B4-BE49-F238E27FC236}">
                    <a16:creationId xmlns:a16="http://schemas.microsoft.com/office/drawing/2014/main" id="{E003EC6F-0D9F-A328-869D-37066635F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19">
                <a:extLst>
                  <a:ext uri="{FF2B5EF4-FFF2-40B4-BE49-F238E27FC236}">
                    <a16:creationId xmlns:a16="http://schemas.microsoft.com/office/drawing/2014/main" id="{82A98D35-97D8-5D2D-6243-530D28CC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782ACDEE-CAE4-9612-FE8E-39E097367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832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D146-060D-F15C-B3BD-E2E25944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7CD5E1-C0ED-B737-5A7F-C79B6E33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Are the following functions onto, one-to-one, both, or neither?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105A48-044A-008A-2FDB-66A90B49420B}"/>
              </a:ext>
            </a:extLst>
          </p:cNvPr>
          <p:cNvGrpSpPr>
            <a:grpSpLocks/>
          </p:cNvGrpSpPr>
          <p:nvPr/>
        </p:nvGrpSpPr>
        <p:grpSpPr bwMode="auto">
          <a:xfrm>
            <a:off x="1790342" y="2400300"/>
            <a:ext cx="2046287" cy="1625600"/>
            <a:chOff x="863" y="1776"/>
            <a:chExt cx="1289" cy="102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BA45A9-9A72-3F81-9576-1AB1C9CFA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1920"/>
              <a:ext cx="96" cy="816"/>
              <a:chOff x="1848" y="1920"/>
              <a:chExt cx="96" cy="816"/>
            </a:xfrm>
          </p:grpSpPr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79D0ACCA-26A3-61BA-0A07-E3D11D4B1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7">
                <a:extLst>
                  <a:ext uri="{FF2B5EF4-FFF2-40B4-BE49-F238E27FC236}">
                    <a16:creationId xmlns:a16="http://schemas.microsoft.com/office/drawing/2014/main" id="{47C3C46D-0C6B-8707-1CE4-1B769E45C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8">
                <a:extLst>
                  <a:ext uri="{FF2B5EF4-FFF2-40B4-BE49-F238E27FC236}">
                    <a16:creationId xmlns:a16="http://schemas.microsoft.com/office/drawing/2014/main" id="{01F9E5E0-4A6B-E3B4-BD9E-C6DD200B2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9">
                <a:extLst>
                  <a:ext uri="{FF2B5EF4-FFF2-40B4-BE49-F238E27FC236}">
                    <a16:creationId xmlns:a16="http://schemas.microsoft.com/office/drawing/2014/main" id="{B675A8F6-DDC7-901F-A5AE-158AF6267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3769F424-BC9F-C50D-1379-CE9CA39A1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5" y="1776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2E651603-144F-0A67-FF9F-447F4C20B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" y="1776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849573D1-4E26-E0E8-5E1A-B9EC601B5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20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E64B86EC-5DB6-2E8D-65AD-8ECF1B5AE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3BE7A5C4-F575-E57F-DCC0-F6B361690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196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DB8A994D-29FD-3249-4D47-DC643B57B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4" y="1920"/>
              <a:ext cx="96" cy="576"/>
              <a:chOff x="1084" y="1920"/>
              <a:chExt cx="96" cy="576"/>
            </a:xfrm>
          </p:grpSpPr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7BD3F265-8965-6CEE-99DA-396B0A6F5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B33F2DD6-701A-9E96-8F73-0BAACCC21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2A392649-8FBC-2AE3-ED6E-8ADB0A4A1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3AFB05-39E8-6B4E-C42A-E6E1C408C94B}"/>
              </a:ext>
            </a:extLst>
          </p:cNvPr>
          <p:cNvGrpSpPr>
            <a:grpSpLocks/>
          </p:cNvGrpSpPr>
          <p:nvPr/>
        </p:nvGrpSpPr>
        <p:grpSpPr bwMode="auto">
          <a:xfrm>
            <a:off x="1790342" y="4686300"/>
            <a:ext cx="2046287" cy="1625600"/>
            <a:chOff x="1679" y="1872"/>
            <a:chExt cx="1289" cy="102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668FA0-8513-F9D9-73A9-313FE435F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01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052B7E3-37FE-0B2C-C831-3CE322CF9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25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870EFD-6DF1-0A11-418D-E29587817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249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09DD9B7D-CA2D-B958-0000-504DFF353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" y="1872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B30E704D-FDD7-553A-2EC5-236BFF8DA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9" y="1872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3EBCFF00-501C-08F1-1404-5F2AAFB5D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064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042F1052-1541-E717-1729-BEB8977F9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D32C9CF-3432-5117-6A53-C9D11C865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544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194253B1-3745-137D-4698-984BA94FC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304"/>
              <a:ext cx="720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2B24A1F-ACCD-C586-7564-24F5E41BC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2016"/>
              <a:ext cx="96" cy="816"/>
              <a:chOff x="1848" y="1920"/>
              <a:chExt cx="96" cy="816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21D2C0E-CEE8-1819-4164-0D0CA7E6E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1707C22-003C-F59C-DC06-41720108F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29D9727-F020-04CD-EFD7-7DC1D886F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7F5306D-96D8-CBE1-11B4-753E7D622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90F6E9-8FEA-531A-DADA-95B87B797FD2}"/>
              </a:ext>
            </a:extLst>
          </p:cNvPr>
          <p:cNvGrpSpPr>
            <a:grpSpLocks/>
          </p:cNvGrpSpPr>
          <p:nvPr/>
        </p:nvGrpSpPr>
        <p:grpSpPr bwMode="auto">
          <a:xfrm>
            <a:off x="5143142" y="2476500"/>
            <a:ext cx="1989137" cy="1625600"/>
            <a:chOff x="3215" y="1920"/>
            <a:chExt cx="1253" cy="1024"/>
          </a:xfrm>
        </p:grpSpPr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55B8539-F17D-3AF8-D470-139600958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9ADFC410-6DB3-F7D7-AE61-CF0B841D9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7CF19D9C-E212-05DB-8C87-EC3AD9B1A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592"/>
              <a:ext cx="624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769F6099-B340-CF1C-F0E0-D23FC35A2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112"/>
              <a:ext cx="672" cy="672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2977CE5B-DF69-8DA9-9C2D-DA62256B4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352"/>
              <a:ext cx="624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5B6710C3-7EDD-F1D4-5215-344024A9BA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11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C6D0CFC-9A46-F5D0-2EDC-0480111C3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064"/>
              <a:ext cx="96" cy="816"/>
              <a:chOff x="1848" y="1920"/>
              <a:chExt cx="96" cy="816"/>
            </a:xfrm>
          </p:grpSpPr>
          <p:sp>
            <p:nvSpPr>
              <p:cNvPr id="48" name="Oval 42">
                <a:extLst>
                  <a:ext uri="{FF2B5EF4-FFF2-40B4-BE49-F238E27FC236}">
                    <a16:creationId xmlns:a16="http://schemas.microsoft.com/office/drawing/2014/main" id="{4DF023B4-4D59-73CC-6B60-5BDAAD2E7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9" name="Oval 43">
                <a:extLst>
                  <a:ext uri="{FF2B5EF4-FFF2-40B4-BE49-F238E27FC236}">
                    <a16:creationId xmlns:a16="http://schemas.microsoft.com/office/drawing/2014/main" id="{7AA2EE9E-1E62-67D9-6B78-EC0DFA3F1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0" name="Oval 44">
                <a:extLst>
                  <a:ext uri="{FF2B5EF4-FFF2-40B4-BE49-F238E27FC236}">
                    <a16:creationId xmlns:a16="http://schemas.microsoft.com/office/drawing/2014/main" id="{03243A0F-A156-D669-72EF-B569792F4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1" name="Oval 45">
                <a:extLst>
                  <a:ext uri="{FF2B5EF4-FFF2-40B4-BE49-F238E27FC236}">
                    <a16:creationId xmlns:a16="http://schemas.microsoft.com/office/drawing/2014/main" id="{ED6052B7-7A9D-25D5-00BD-4AAC8DBAD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43" name="Group 46">
              <a:extLst>
                <a:ext uri="{FF2B5EF4-FFF2-40B4-BE49-F238E27FC236}">
                  <a16:creationId xmlns:a16="http://schemas.microsoft.com/office/drawing/2014/main" id="{7794E6C3-A28C-4546-13CD-76C6CD160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064"/>
              <a:ext cx="96" cy="816"/>
              <a:chOff x="1848" y="1920"/>
              <a:chExt cx="96" cy="816"/>
            </a:xfrm>
          </p:grpSpPr>
          <p:sp>
            <p:nvSpPr>
              <p:cNvPr id="44" name="Oval 47">
                <a:extLst>
                  <a:ext uri="{FF2B5EF4-FFF2-40B4-BE49-F238E27FC236}">
                    <a16:creationId xmlns:a16="http://schemas.microsoft.com/office/drawing/2014/main" id="{18DA565E-31FC-0A21-5AD9-CA1319A37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5" name="Oval 48">
                <a:extLst>
                  <a:ext uri="{FF2B5EF4-FFF2-40B4-BE49-F238E27FC236}">
                    <a16:creationId xmlns:a16="http://schemas.microsoft.com/office/drawing/2014/main" id="{7E51B01D-5675-AF3F-7472-3A5AF9E45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6" name="Oval 49">
                <a:extLst>
                  <a:ext uri="{FF2B5EF4-FFF2-40B4-BE49-F238E27FC236}">
                    <a16:creationId xmlns:a16="http://schemas.microsoft.com/office/drawing/2014/main" id="{FEF829E3-22F3-765B-F406-098A80461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7" name="Oval 50">
                <a:extLst>
                  <a:ext uri="{FF2B5EF4-FFF2-40B4-BE49-F238E27FC236}">
                    <a16:creationId xmlns:a16="http://schemas.microsoft.com/office/drawing/2014/main" id="{EF0E7F0C-B7A1-DE3C-7AFA-540493395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54EA188-54AD-3589-6B92-3F1255D3640C}"/>
              </a:ext>
            </a:extLst>
          </p:cNvPr>
          <p:cNvGrpSpPr>
            <a:grpSpLocks/>
          </p:cNvGrpSpPr>
          <p:nvPr/>
        </p:nvGrpSpPr>
        <p:grpSpPr bwMode="auto">
          <a:xfrm>
            <a:off x="5219342" y="4686300"/>
            <a:ext cx="1989137" cy="1625600"/>
            <a:chOff x="3839" y="1920"/>
            <a:chExt cx="1253" cy="1024"/>
          </a:xfrm>
        </p:grpSpPr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985CD357-F1B2-C731-35FB-08EED1499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DE1C2572-9078-9249-8B5D-3071F7A84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BFECB2E4-DBA6-3FCC-BB20-D1A25D6E5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35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7BFC846E-B63C-7887-43C4-C1A358C88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4ACCCA2C-79C8-5E6B-A09D-4BA9F1B4F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59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2B44DEC0-FE6C-1085-CA9E-A6C4D2CD2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11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6692307-9347-1024-51C1-21B369C2A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064"/>
              <a:ext cx="96" cy="816"/>
              <a:chOff x="1848" y="1920"/>
              <a:chExt cx="96" cy="816"/>
            </a:xfrm>
          </p:grpSpPr>
          <p:sp>
            <p:nvSpPr>
              <p:cNvPr id="65" name="Oval 59">
                <a:extLst>
                  <a:ext uri="{FF2B5EF4-FFF2-40B4-BE49-F238E27FC236}">
                    <a16:creationId xmlns:a16="http://schemas.microsoft.com/office/drawing/2014/main" id="{9853A339-8E01-5930-664F-9314874BB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6" name="Oval 60">
                <a:extLst>
                  <a:ext uri="{FF2B5EF4-FFF2-40B4-BE49-F238E27FC236}">
                    <a16:creationId xmlns:a16="http://schemas.microsoft.com/office/drawing/2014/main" id="{E17BFDC9-1982-F061-1CED-E619A3C29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7" name="Oval 61">
                <a:extLst>
                  <a:ext uri="{FF2B5EF4-FFF2-40B4-BE49-F238E27FC236}">
                    <a16:creationId xmlns:a16="http://schemas.microsoft.com/office/drawing/2014/main" id="{33EF8EA0-A622-902C-FA96-1DC9D300B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8" name="Oval 62">
                <a:extLst>
                  <a:ext uri="{FF2B5EF4-FFF2-40B4-BE49-F238E27FC236}">
                    <a16:creationId xmlns:a16="http://schemas.microsoft.com/office/drawing/2014/main" id="{C2CB35C3-5083-2734-6203-CE982B79A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0" name="Group 63">
              <a:extLst>
                <a:ext uri="{FF2B5EF4-FFF2-40B4-BE49-F238E27FC236}">
                  <a16:creationId xmlns:a16="http://schemas.microsoft.com/office/drawing/2014/main" id="{E0ACEA0B-0205-0798-DB70-5F3885BBD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064"/>
              <a:ext cx="96" cy="816"/>
              <a:chOff x="1848" y="1920"/>
              <a:chExt cx="96" cy="816"/>
            </a:xfrm>
          </p:grpSpPr>
          <p:sp>
            <p:nvSpPr>
              <p:cNvPr id="61" name="Oval 64">
                <a:extLst>
                  <a:ext uri="{FF2B5EF4-FFF2-40B4-BE49-F238E27FC236}">
                    <a16:creationId xmlns:a16="http://schemas.microsoft.com/office/drawing/2014/main" id="{951DB060-575C-55AF-F14C-199CBE3408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2" name="Oval 65">
                <a:extLst>
                  <a:ext uri="{FF2B5EF4-FFF2-40B4-BE49-F238E27FC236}">
                    <a16:creationId xmlns:a16="http://schemas.microsoft.com/office/drawing/2014/main" id="{3CC1F585-6FDD-C7F9-4865-EE2DF761B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3" name="Oval 66">
                <a:extLst>
                  <a:ext uri="{FF2B5EF4-FFF2-40B4-BE49-F238E27FC236}">
                    <a16:creationId xmlns:a16="http://schemas.microsoft.com/office/drawing/2014/main" id="{A3CD02EF-5AB0-8FB3-4AF7-03CD5CAE7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4" name="Oval 67">
                <a:extLst>
                  <a:ext uri="{FF2B5EF4-FFF2-40B4-BE49-F238E27FC236}">
                    <a16:creationId xmlns:a16="http://schemas.microsoft.com/office/drawing/2014/main" id="{F7945F8D-D520-C499-B436-26658835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854970-E3CB-41A5-83B9-5F3477387E87}"/>
              </a:ext>
            </a:extLst>
          </p:cNvPr>
          <p:cNvGrpSpPr>
            <a:grpSpLocks/>
          </p:cNvGrpSpPr>
          <p:nvPr/>
        </p:nvGrpSpPr>
        <p:grpSpPr bwMode="auto">
          <a:xfrm>
            <a:off x="8191142" y="2628900"/>
            <a:ext cx="2046287" cy="1625600"/>
            <a:chOff x="2255" y="3024"/>
            <a:chExt cx="1289" cy="102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F75F586-F206-603E-4BD6-E1736EBEE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0" y="3168"/>
              <a:ext cx="96" cy="816"/>
              <a:chOff x="1848" y="1920"/>
              <a:chExt cx="96" cy="816"/>
            </a:xfrm>
          </p:grpSpPr>
          <p:sp>
            <p:nvSpPr>
              <p:cNvPr id="81" name="Oval 70">
                <a:extLst>
                  <a:ext uri="{FF2B5EF4-FFF2-40B4-BE49-F238E27FC236}">
                    <a16:creationId xmlns:a16="http://schemas.microsoft.com/office/drawing/2014/main" id="{2221A125-42DD-FB45-697E-F9398159A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2" name="Oval 71">
                <a:extLst>
                  <a:ext uri="{FF2B5EF4-FFF2-40B4-BE49-F238E27FC236}">
                    <a16:creationId xmlns:a16="http://schemas.microsoft.com/office/drawing/2014/main" id="{9FD84A03-2D40-8FFD-AB91-0DF049042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3" name="Oval 72">
                <a:extLst>
                  <a:ext uri="{FF2B5EF4-FFF2-40B4-BE49-F238E27FC236}">
                    <a16:creationId xmlns:a16="http://schemas.microsoft.com/office/drawing/2014/main" id="{E80D85F1-12B8-5129-BD69-01C039684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4" name="Oval 73">
                <a:extLst>
                  <a:ext uri="{FF2B5EF4-FFF2-40B4-BE49-F238E27FC236}">
                    <a16:creationId xmlns:a16="http://schemas.microsoft.com/office/drawing/2014/main" id="{BF391D63-1C1C-C63A-B144-F28CD7013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1" name="Text Box 74">
              <a:extLst>
                <a:ext uri="{FF2B5EF4-FFF2-40B4-BE49-F238E27FC236}">
                  <a16:creationId xmlns:a16="http://schemas.microsoft.com/office/drawing/2014/main" id="{9C992220-F4EC-5B5C-5E90-45FB0BC1A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" y="3024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</p:txBody>
        </p:sp>
        <p:sp>
          <p:nvSpPr>
            <p:cNvPr id="72" name="Text Box 75">
              <a:extLst>
                <a:ext uri="{FF2B5EF4-FFF2-40B4-BE49-F238E27FC236}">
                  <a16:creationId xmlns:a16="http://schemas.microsoft.com/office/drawing/2014/main" id="{CF171269-9C96-556B-8661-41F90AF8E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5" y="3024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</p:txBody>
        </p:sp>
        <p:sp>
          <p:nvSpPr>
            <p:cNvPr id="73" name="Line 76">
              <a:extLst>
                <a:ext uri="{FF2B5EF4-FFF2-40B4-BE49-F238E27FC236}">
                  <a16:creationId xmlns:a16="http://schemas.microsoft.com/office/drawing/2014/main" id="{485A4F31-17F1-3954-38C8-DBF9BFCA5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77">
              <a:extLst>
                <a:ext uri="{FF2B5EF4-FFF2-40B4-BE49-F238E27FC236}">
                  <a16:creationId xmlns:a16="http://schemas.microsoft.com/office/drawing/2014/main" id="{DFC7D7B8-8484-F9B5-B13C-B3BEA87CD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78">
              <a:extLst>
                <a:ext uri="{FF2B5EF4-FFF2-40B4-BE49-F238E27FC236}">
                  <a16:creationId xmlns:a16="http://schemas.microsoft.com/office/drawing/2014/main" id="{0491FF40-ECF6-3288-27A2-5077179C96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3696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6" name="Group 79">
              <a:extLst>
                <a:ext uri="{FF2B5EF4-FFF2-40B4-BE49-F238E27FC236}">
                  <a16:creationId xmlns:a16="http://schemas.microsoft.com/office/drawing/2014/main" id="{0936FD0C-0F5E-7FFC-90C9-89134E56B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6" y="3168"/>
              <a:ext cx="96" cy="576"/>
              <a:chOff x="1084" y="1920"/>
              <a:chExt cx="96" cy="576"/>
            </a:xfrm>
          </p:grpSpPr>
          <p:sp>
            <p:nvSpPr>
              <p:cNvPr id="78" name="Oval 80">
                <a:extLst>
                  <a:ext uri="{FF2B5EF4-FFF2-40B4-BE49-F238E27FC236}">
                    <a16:creationId xmlns:a16="http://schemas.microsoft.com/office/drawing/2014/main" id="{D27F6BD4-61DB-1776-5C2F-6D1ADF0C8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79" name="Oval 81">
                <a:extLst>
                  <a:ext uri="{FF2B5EF4-FFF2-40B4-BE49-F238E27FC236}">
                    <a16:creationId xmlns:a16="http://schemas.microsoft.com/office/drawing/2014/main" id="{CCCACA32-E482-FA43-1A95-9B369D5A6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0" name="Oval 82">
                <a:extLst>
                  <a:ext uri="{FF2B5EF4-FFF2-40B4-BE49-F238E27FC236}">
                    <a16:creationId xmlns:a16="http://schemas.microsoft.com/office/drawing/2014/main" id="{685D2F3F-CADF-4EDF-85CD-07D2A80CD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7" name="Line 83">
              <a:extLst>
                <a:ext uri="{FF2B5EF4-FFF2-40B4-BE49-F238E27FC236}">
                  <a16:creationId xmlns:a16="http://schemas.microsoft.com/office/drawing/2014/main" id="{F1602D70-F0C6-3AB6-E784-2796E6F4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216"/>
              <a:ext cx="672" cy="72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5" name="Text Box 84">
            <a:extLst>
              <a:ext uri="{FF2B5EF4-FFF2-40B4-BE49-F238E27FC236}">
                <a16:creationId xmlns:a16="http://schemas.microsoft.com/office/drawing/2014/main" id="{850B9F81-CB53-4927-BCBB-C8C31AFB0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8402" y="4010230"/>
            <a:ext cx="1735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1-to-1, not onto</a:t>
            </a:r>
          </a:p>
        </p:txBody>
      </p:sp>
      <p:sp>
        <p:nvSpPr>
          <p:cNvPr id="86" name="Text Box 85">
            <a:extLst>
              <a:ext uri="{FF2B5EF4-FFF2-40B4-BE49-F238E27FC236}">
                <a16:creationId xmlns:a16="http://schemas.microsoft.com/office/drawing/2014/main" id="{CE69AB11-2C6F-FD4C-AE98-D9C26D15C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8402" y="6220030"/>
            <a:ext cx="1785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Onto, not 1-to-1</a:t>
            </a:r>
          </a:p>
        </p:txBody>
      </p:sp>
      <p:sp>
        <p:nvSpPr>
          <p:cNvPr id="87" name="Text Box 86">
            <a:extLst>
              <a:ext uri="{FF2B5EF4-FFF2-40B4-BE49-F238E27FC236}">
                <a16:creationId xmlns:a16="http://schemas.microsoft.com/office/drawing/2014/main" id="{EF27012B-8434-E2CB-8C9F-3227D79F3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402" y="4086430"/>
            <a:ext cx="226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Both 1-to-1 and onto</a:t>
            </a:r>
          </a:p>
        </p:txBody>
      </p:sp>
      <p:sp>
        <p:nvSpPr>
          <p:cNvPr id="88" name="Text Box 87">
            <a:extLst>
              <a:ext uri="{FF2B5EF4-FFF2-40B4-BE49-F238E27FC236}">
                <a16:creationId xmlns:a16="http://schemas.microsoft.com/office/drawing/2014/main" id="{EADFD6F1-A1C4-8A4C-A81E-132F31D20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6652" y="4086430"/>
            <a:ext cx="2128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Not a valid function</a:t>
            </a:r>
          </a:p>
        </p:txBody>
      </p:sp>
      <p:sp>
        <p:nvSpPr>
          <p:cNvPr id="89" name="Text Box 88">
            <a:extLst>
              <a:ext uri="{FF2B5EF4-FFF2-40B4-BE49-F238E27FC236}">
                <a16:creationId xmlns:a16="http://schemas.microsoft.com/office/drawing/2014/main" id="{80B038FC-10BC-F301-8C5E-B8043921D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802" y="6220030"/>
            <a:ext cx="248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Neither 1-to-1 nor onto</a:t>
            </a:r>
          </a:p>
        </p:txBody>
      </p:sp>
    </p:spTree>
    <p:extLst>
      <p:ext uri="{BB962C8B-B14F-4D97-AF65-F5344CB8AC3E}">
        <p14:creationId xmlns:p14="http://schemas.microsoft.com/office/powerpoint/2010/main" val="277788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1514</Words>
  <Application>Microsoft Office PowerPoint</Application>
  <PresentationFormat>Widescreen</PresentationFormat>
  <Paragraphs>317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Arial MT</vt:lpstr>
      <vt:lpstr>Cambria Math</vt:lpstr>
      <vt:lpstr>Symbol</vt:lpstr>
      <vt:lpstr>Times New Roman</vt:lpstr>
      <vt:lpstr>Office Theme</vt:lpstr>
      <vt:lpstr>PowerPoint Presentation</vt:lpstr>
      <vt:lpstr>Algebraic Proofs of Set Identities</vt:lpstr>
      <vt:lpstr>Algebraic Proofs of Set Identities</vt:lpstr>
      <vt:lpstr>Algebraic Proofs of Set Identities</vt:lpstr>
      <vt:lpstr>Algebraic Proofs of Set Identities</vt:lpstr>
      <vt:lpstr>Algebraic Proofs of Set Identities</vt:lpstr>
      <vt:lpstr>Algebraic Proofs of Set Identities</vt:lpstr>
      <vt:lpstr>Algebraic Proofs of Set Identities</vt:lpstr>
      <vt:lpstr>Algebraic Proofs of Set Identities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1</cp:revision>
  <dcterms:created xsi:type="dcterms:W3CDTF">2024-08-23T10:56:14Z</dcterms:created>
  <dcterms:modified xsi:type="dcterms:W3CDTF">2024-08-27T14:40:27Z</dcterms:modified>
</cp:coreProperties>
</file>