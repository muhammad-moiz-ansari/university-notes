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15" r:id="rId2"/>
    <p:sldId id="257" r:id="rId3"/>
    <p:sldId id="258" r:id="rId4"/>
    <p:sldId id="259" r:id="rId5"/>
    <p:sldId id="260" r:id="rId6"/>
    <p:sldId id="29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308" r:id="rId17"/>
    <p:sldId id="281" r:id="rId18"/>
    <p:sldId id="270" r:id="rId19"/>
    <p:sldId id="271" r:id="rId20"/>
    <p:sldId id="282" r:id="rId21"/>
    <p:sldId id="283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4" r:id="rId32"/>
    <p:sldId id="285" r:id="rId33"/>
    <p:sldId id="286" r:id="rId34"/>
    <p:sldId id="287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54E2D-6AF3-4AFE-8943-8DE083FF6926}" v="122" dt="2024-09-02T04:52:14.988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hmida Usmani" userId="1f7d48bb-60b3-4b90-bf30-0f63161838be" providerId="ADAL" clId="{A0454E2D-6AF3-4AFE-8943-8DE083FF6926}"/>
    <pc:docChg chg="undo custSel addSld delSld modSld sldOrd">
      <pc:chgData name="Fehmida Usmani" userId="1f7d48bb-60b3-4b90-bf30-0f63161838be" providerId="ADAL" clId="{A0454E2D-6AF3-4AFE-8943-8DE083FF6926}" dt="2024-09-02T08:08:45.583" v="687" actId="20577"/>
      <pc:docMkLst>
        <pc:docMk/>
      </pc:docMkLst>
      <pc:sldChg chg="new del">
        <pc:chgData name="Fehmida Usmani" userId="1f7d48bb-60b3-4b90-bf30-0f63161838be" providerId="ADAL" clId="{A0454E2D-6AF3-4AFE-8943-8DE083FF6926}" dt="2024-09-02T04:52:12.160" v="680" actId="47"/>
        <pc:sldMkLst>
          <pc:docMk/>
          <pc:sldMk cId="3206039781" sldId="256"/>
        </pc:sldMkLst>
      </pc:sldChg>
      <pc:sldChg chg="addSp delSp modSp new mod">
        <pc:chgData name="Fehmida Usmani" userId="1f7d48bb-60b3-4b90-bf30-0f63161838be" providerId="ADAL" clId="{A0454E2D-6AF3-4AFE-8943-8DE083FF6926}" dt="2024-09-01T23:18:12.999" v="13" actId="27636"/>
        <pc:sldMkLst>
          <pc:docMk/>
          <pc:sldMk cId="456956885" sldId="257"/>
        </pc:sldMkLst>
        <pc:spChg chg="mod">
          <ac:chgData name="Fehmida Usmani" userId="1f7d48bb-60b3-4b90-bf30-0f63161838be" providerId="ADAL" clId="{A0454E2D-6AF3-4AFE-8943-8DE083FF6926}" dt="2024-09-01T23:16:40.010" v="8" actId="20577"/>
          <ac:spMkLst>
            <pc:docMk/>
            <pc:sldMk cId="456956885" sldId="257"/>
            <ac:spMk id="2" creationId="{F01B2801-C106-BF1E-36E7-62D01EBF3659}"/>
          </ac:spMkLst>
        </pc:spChg>
        <pc:spChg chg="del">
          <ac:chgData name="Fehmida Usmani" userId="1f7d48bb-60b3-4b90-bf30-0f63161838be" providerId="ADAL" clId="{A0454E2D-6AF3-4AFE-8943-8DE083FF6926}" dt="2024-09-01T23:18:00.266" v="9"/>
          <ac:spMkLst>
            <pc:docMk/>
            <pc:sldMk cId="456956885" sldId="257"/>
            <ac:spMk id="3" creationId="{5839B7FE-E93E-656E-C384-B70C6505D729}"/>
          </ac:spMkLst>
        </pc:spChg>
        <pc:spChg chg="add mod">
          <ac:chgData name="Fehmida Usmani" userId="1f7d48bb-60b3-4b90-bf30-0f63161838be" providerId="ADAL" clId="{A0454E2D-6AF3-4AFE-8943-8DE083FF6926}" dt="2024-09-01T23:18:12.999" v="13" actId="27636"/>
          <ac:spMkLst>
            <pc:docMk/>
            <pc:sldMk cId="456956885" sldId="257"/>
            <ac:spMk id="4" creationId="{C53BDD40-C0E0-6033-B68D-5E8AB8023C2C}"/>
          </ac:spMkLst>
        </pc:spChg>
      </pc:sldChg>
      <pc:sldChg chg="addSp modSp new mod">
        <pc:chgData name="Fehmida Usmani" userId="1f7d48bb-60b3-4b90-bf30-0f63161838be" providerId="ADAL" clId="{A0454E2D-6AF3-4AFE-8943-8DE083FF6926}" dt="2024-09-01T23:21:45.099" v="38" actId="2711"/>
        <pc:sldMkLst>
          <pc:docMk/>
          <pc:sldMk cId="3030010631" sldId="258"/>
        </pc:sldMkLst>
        <pc:spChg chg="mod">
          <ac:chgData name="Fehmida Usmani" userId="1f7d48bb-60b3-4b90-bf30-0f63161838be" providerId="ADAL" clId="{A0454E2D-6AF3-4AFE-8943-8DE083FF6926}" dt="2024-09-01T23:21:06.987" v="19" actId="20577"/>
          <ac:spMkLst>
            <pc:docMk/>
            <pc:sldMk cId="3030010631" sldId="258"/>
            <ac:spMk id="2" creationId="{C590374F-3982-0D60-9014-1FF8A4D61B9B}"/>
          </ac:spMkLst>
        </pc:spChg>
        <pc:spChg chg="mod">
          <ac:chgData name="Fehmida Usmani" userId="1f7d48bb-60b3-4b90-bf30-0f63161838be" providerId="ADAL" clId="{A0454E2D-6AF3-4AFE-8943-8DE083FF6926}" dt="2024-09-01T23:21:20.244" v="34" actId="20577"/>
          <ac:spMkLst>
            <pc:docMk/>
            <pc:sldMk cId="3030010631" sldId="258"/>
            <ac:spMk id="3" creationId="{F80CAE65-A754-8352-B52F-5A0203F519A4}"/>
          </ac:spMkLst>
        </pc:spChg>
        <pc:spChg chg="add mod">
          <ac:chgData name="Fehmida Usmani" userId="1f7d48bb-60b3-4b90-bf30-0f63161838be" providerId="ADAL" clId="{A0454E2D-6AF3-4AFE-8943-8DE083FF6926}" dt="2024-09-01T23:21:45.099" v="38" actId="2711"/>
          <ac:spMkLst>
            <pc:docMk/>
            <pc:sldMk cId="3030010631" sldId="258"/>
            <ac:spMk id="4" creationId="{215AEB71-7C25-A612-3E97-68CE3718A5A0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23:38.068" v="72" actId="1076"/>
        <pc:sldMkLst>
          <pc:docMk/>
          <pc:sldMk cId="833036880" sldId="259"/>
        </pc:sldMkLst>
        <pc:spChg chg="mod">
          <ac:chgData name="Fehmida Usmani" userId="1f7d48bb-60b3-4b90-bf30-0f63161838be" providerId="ADAL" clId="{A0454E2D-6AF3-4AFE-8943-8DE083FF6926}" dt="2024-09-01T23:23:38.068" v="72" actId="1076"/>
          <ac:spMkLst>
            <pc:docMk/>
            <pc:sldMk cId="833036880" sldId="259"/>
            <ac:spMk id="2" creationId="{4E5A9AC4-4C73-3AC6-DF9D-80C15CB19586}"/>
          </ac:spMkLst>
        </pc:spChg>
        <pc:spChg chg="del">
          <ac:chgData name="Fehmida Usmani" userId="1f7d48bb-60b3-4b90-bf30-0f63161838be" providerId="ADAL" clId="{A0454E2D-6AF3-4AFE-8943-8DE083FF6926}" dt="2024-09-01T23:22:55.479" v="59" actId="478"/>
          <ac:spMkLst>
            <pc:docMk/>
            <pc:sldMk cId="833036880" sldId="259"/>
            <ac:spMk id="3" creationId="{2712B4AC-70BD-B5D8-3018-3E638DC44A0E}"/>
          </ac:spMkLst>
        </pc:spChg>
        <pc:spChg chg="add mod">
          <ac:chgData name="Fehmida Usmani" userId="1f7d48bb-60b3-4b90-bf30-0f63161838be" providerId="ADAL" clId="{A0454E2D-6AF3-4AFE-8943-8DE083FF6926}" dt="2024-09-01T23:23:31.238" v="71" actId="1076"/>
          <ac:spMkLst>
            <pc:docMk/>
            <pc:sldMk cId="833036880" sldId="259"/>
            <ac:spMk id="4" creationId="{89A9846A-BEAE-D352-7B7A-CF6674C49565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24:37.424" v="78"/>
        <pc:sldMkLst>
          <pc:docMk/>
          <pc:sldMk cId="2844768771" sldId="260"/>
        </pc:sldMkLst>
        <pc:spChg chg="mod">
          <ac:chgData name="Fehmida Usmani" userId="1f7d48bb-60b3-4b90-bf30-0f63161838be" providerId="ADAL" clId="{A0454E2D-6AF3-4AFE-8943-8DE083FF6926}" dt="2024-09-01T23:24:37.424" v="78"/>
          <ac:spMkLst>
            <pc:docMk/>
            <pc:sldMk cId="2844768771" sldId="260"/>
            <ac:spMk id="2" creationId="{943CCF22-DFA2-9791-C54D-B2259900FCAC}"/>
          </ac:spMkLst>
        </pc:spChg>
        <pc:spChg chg="del">
          <ac:chgData name="Fehmida Usmani" userId="1f7d48bb-60b3-4b90-bf30-0f63161838be" providerId="ADAL" clId="{A0454E2D-6AF3-4AFE-8943-8DE083FF6926}" dt="2024-09-01T23:24:20.607" v="74" actId="478"/>
          <ac:spMkLst>
            <pc:docMk/>
            <pc:sldMk cId="2844768771" sldId="260"/>
            <ac:spMk id="3" creationId="{7E8B01DC-AF34-22E6-109C-E168877CF7CB}"/>
          </ac:spMkLst>
        </pc:spChg>
        <pc:spChg chg="add mod">
          <ac:chgData name="Fehmida Usmani" userId="1f7d48bb-60b3-4b90-bf30-0f63161838be" providerId="ADAL" clId="{A0454E2D-6AF3-4AFE-8943-8DE083FF6926}" dt="2024-09-01T23:24:30.381" v="77" actId="2711"/>
          <ac:spMkLst>
            <pc:docMk/>
            <pc:sldMk cId="2844768771" sldId="260"/>
            <ac:spMk id="4" creationId="{9E9389B0-3BDF-458E-5018-6D5FC8475A7D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26:06.961" v="84"/>
        <pc:sldMkLst>
          <pc:docMk/>
          <pc:sldMk cId="3677658118" sldId="261"/>
        </pc:sldMkLst>
        <pc:spChg chg="mod">
          <ac:chgData name="Fehmida Usmani" userId="1f7d48bb-60b3-4b90-bf30-0f63161838be" providerId="ADAL" clId="{A0454E2D-6AF3-4AFE-8943-8DE083FF6926}" dt="2024-09-01T23:26:06.961" v="84"/>
          <ac:spMkLst>
            <pc:docMk/>
            <pc:sldMk cId="3677658118" sldId="261"/>
            <ac:spMk id="2" creationId="{5245EE04-1517-5FE0-FAC0-0E0FD0C7A802}"/>
          </ac:spMkLst>
        </pc:spChg>
        <pc:spChg chg="del">
          <ac:chgData name="Fehmida Usmani" userId="1f7d48bb-60b3-4b90-bf30-0f63161838be" providerId="ADAL" clId="{A0454E2D-6AF3-4AFE-8943-8DE083FF6926}" dt="2024-09-01T23:25:49.332" v="80" actId="478"/>
          <ac:spMkLst>
            <pc:docMk/>
            <pc:sldMk cId="3677658118" sldId="261"/>
            <ac:spMk id="3" creationId="{C198CE71-EA6F-7D19-2AA3-0825D34EF025}"/>
          </ac:spMkLst>
        </pc:spChg>
        <pc:spChg chg="add mod">
          <ac:chgData name="Fehmida Usmani" userId="1f7d48bb-60b3-4b90-bf30-0f63161838be" providerId="ADAL" clId="{A0454E2D-6AF3-4AFE-8943-8DE083FF6926}" dt="2024-09-01T23:25:57.927" v="83" actId="2711"/>
          <ac:spMkLst>
            <pc:docMk/>
            <pc:sldMk cId="3677658118" sldId="261"/>
            <ac:spMk id="4" creationId="{312157E4-D8BD-E2AE-C540-DD1003976495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27:54.531" v="143" actId="1076"/>
        <pc:sldMkLst>
          <pc:docMk/>
          <pc:sldMk cId="1345704299" sldId="262"/>
        </pc:sldMkLst>
        <pc:spChg chg="mod">
          <ac:chgData name="Fehmida Usmani" userId="1f7d48bb-60b3-4b90-bf30-0f63161838be" providerId="ADAL" clId="{A0454E2D-6AF3-4AFE-8943-8DE083FF6926}" dt="2024-09-01T23:27:03.253" v="139" actId="20577"/>
          <ac:spMkLst>
            <pc:docMk/>
            <pc:sldMk cId="1345704299" sldId="262"/>
            <ac:spMk id="2" creationId="{8BA4520A-7DD3-12E9-14BC-13DF96EC3AF2}"/>
          </ac:spMkLst>
        </pc:spChg>
        <pc:spChg chg="del mod">
          <ac:chgData name="Fehmida Usmani" userId="1f7d48bb-60b3-4b90-bf30-0f63161838be" providerId="ADAL" clId="{A0454E2D-6AF3-4AFE-8943-8DE083FF6926}" dt="2024-09-01T23:26:30.039" v="88" actId="478"/>
          <ac:spMkLst>
            <pc:docMk/>
            <pc:sldMk cId="1345704299" sldId="262"/>
            <ac:spMk id="3" creationId="{4B43A8A3-FA4F-DEA8-EA43-99AF81989AEC}"/>
          </ac:spMkLst>
        </pc:spChg>
        <pc:graphicFrameChg chg="add del mod">
          <ac:chgData name="Fehmida Usmani" userId="1f7d48bb-60b3-4b90-bf30-0f63161838be" providerId="ADAL" clId="{A0454E2D-6AF3-4AFE-8943-8DE083FF6926}" dt="2024-09-01T23:27:50.824" v="141" actId="478"/>
          <ac:graphicFrameMkLst>
            <pc:docMk/>
            <pc:sldMk cId="1345704299" sldId="262"/>
            <ac:graphicFrameMk id="4" creationId="{8E34AC63-2E81-A4E4-0663-E9CBC3908D79}"/>
          </ac:graphicFrameMkLst>
        </pc:graphicFrameChg>
        <pc:picChg chg="add mod">
          <ac:chgData name="Fehmida Usmani" userId="1f7d48bb-60b3-4b90-bf30-0f63161838be" providerId="ADAL" clId="{A0454E2D-6AF3-4AFE-8943-8DE083FF6926}" dt="2024-09-01T23:27:54.531" v="143" actId="1076"/>
          <ac:picMkLst>
            <pc:docMk/>
            <pc:sldMk cId="1345704299" sldId="262"/>
            <ac:picMk id="5" creationId="{DB2B3313-50F6-0AB4-42C4-A13E1C8A77F7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29:23.200" v="149"/>
        <pc:sldMkLst>
          <pc:docMk/>
          <pc:sldMk cId="3254194439" sldId="263"/>
        </pc:sldMkLst>
        <pc:spChg chg="mod">
          <ac:chgData name="Fehmida Usmani" userId="1f7d48bb-60b3-4b90-bf30-0f63161838be" providerId="ADAL" clId="{A0454E2D-6AF3-4AFE-8943-8DE083FF6926}" dt="2024-09-01T23:29:23.200" v="149"/>
          <ac:spMkLst>
            <pc:docMk/>
            <pc:sldMk cId="3254194439" sldId="263"/>
            <ac:spMk id="2" creationId="{C666973A-302F-BFF5-297B-69D21C0C8532}"/>
          </ac:spMkLst>
        </pc:spChg>
        <pc:spChg chg="del">
          <ac:chgData name="Fehmida Usmani" userId="1f7d48bb-60b3-4b90-bf30-0f63161838be" providerId="ADAL" clId="{A0454E2D-6AF3-4AFE-8943-8DE083FF6926}" dt="2024-09-01T23:29:08.401" v="144"/>
          <ac:spMkLst>
            <pc:docMk/>
            <pc:sldMk cId="3254194439" sldId="263"/>
            <ac:spMk id="3" creationId="{8A92F166-2E76-AF87-75BC-43BC13835F34}"/>
          </ac:spMkLst>
        </pc:spChg>
        <pc:picChg chg="add mod">
          <ac:chgData name="Fehmida Usmani" userId="1f7d48bb-60b3-4b90-bf30-0f63161838be" providerId="ADAL" clId="{A0454E2D-6AF3-4AFE-8943-8DE083FF6926}" dt="2024-09-01T23:29:17.012" v="148" actId="14100"/>
          <ac:picMkLst>
            <pc:docMk/>
            <pc:sldMk cId="3254194439" sldId="263"/>
            <ac:picMk id="4" creationId="{40505273-7BC7-F5B4-A9FE-F22CB1D990DF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3:34.029" v="156"/>
        <pc:sldMkLst>
          <pc:docMk/>
          <pc:sldMk cId="2953832200" sldId="264"/>
        </pc:sldMkLst>
        <pc:spChg chg="mod">
          <ac:chgData name="Fehmida Usmani" userId="1f7d48bb-60b3-4b90-bf30-0f63161838be" providerId="ADAL" clId="{A0454E2D-6AF3-4AFE-8943-8DE083FF6926}" dt="2024-09-01T23:33:34.029" v="156"/>
          <ac:spMkLst>
            <pc:docMk/>
            <pc:sldMk cId="2953832200" sldId="264"/>
            <ac:spMk id="2" creationId="{CC2D3269-326B-66EE-6540-3DA3D97C8EBA}"/>
          </ac:spMkLst>
        </pc:spChg>
        <pc:spChg chg="del">
          <ac:chgData name="Fehmida Usmani" userId="1f7d48bb-60b3-4b90-bf30-0f63161838be" providerId="ADAL" clId="{A0454E2D-6AF3-4AFE-8943-8DE083FF6926}" dt="2024-09-01T23:33:18.875" v="151"/>
          <ac:spMkLst>
            <pc:docMk/>
            <pc:sldMk cId="2953832200" sldId="264"/>
            <ac:spMk id="3" creationId="{6423827D-9945-53C2-41F4-5ACE77EFAD24}"/>
          </ac:spMkLst>
        </pc:spChg>
        <pc:picChg chg="add mod">
          <ac:chgData name="Fehmida Usmani" userId="1f7d48bb-60b3-4b90-bf30-0f63161838be" providerId="ADAL" clId="{A0454E2D-6AF3-4AFE-8943-8DE083FF6926}" dt="2024-09-01T23:33:27.616" v="155" actId="14100"/>
          <ac:picMkLst>
            <pc:docMk/>
            <pc:sldMk cId="2953832200" sldId="264"/>
            <ac:picMk id="4" creationId="{BCBADAAE-65AE-6DAD-BE56-657C057A9B7D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4:40.808" v="170"/>
        <pc:sldMkLst>
          <pc:docMk/>
          <pc:sldMk cId="890047458" sldId="265"/>
        </pc:sldMkLst>
        <pc:spChg chg="mod">
          <ac:chgData name="Fehmida Usmani" userId="1f7d48bb-60b3-4b90-bf30-0f63161838be" providerId="ADAL" clId="{A0454E2D-6AF3-4AFE-8943-8DE083FF6926}" dt="2024-09-01T23:34:40.808" v="170"/>
          <ac:spMkLst>
            <pc:docMk/>
            <pc:sldMk cId="890047458" sldId="265"/>
            <ac:spMk id="2" creationId="{B18CC72D-5EDF-2F26-12CD-31E9E32B8BCB}"/>
          </ac:spMkLst>
        </pc:spChg>
        <pc:spChg chg="del">
          <ac:chgData name="Fehmida Usmani" userId="1f7d48bb-60b3-4b90-bf30-0f63161838be" providerId="ADAL" clId="{A0454E2D-6AF3-4AFE-8943-8DE083FF6926}" dt="2024-09-01T23:34:27.971" v="166" actId="478"/>
          <ac:spMkLst>
            <pc:docMk/>
            <pc:sldMk cId="890047458" sldId="265"/>
            <ac:spMk id="3" creationId="{2E7C231E-CE10-FD3B-1FB0-75D9A921764C}"/>
          </ac:spMkLst>
        </pc:spChg>
        <pc:picChg chg="add mod">
          <ac:chgData name="Fehmida Usmani" userId="1f7d48bb-60b3-4b90-bf30-0f63161838be" providerId="ADAL" clId="{A0454E2D-6AF3-4AFE-8943-8DE083FF6926}" dt="2024-09-01T23:34:34.567" v="169" actId="14100"/>
          <ac:picMkLst>
            <pc:docMk/>
            <pc:sldMk cId="890047458" sldId="265"/>
            <ac:picMk id="4" creationId="{0F39697C-226A-CC19-8AF9-A0A60F890D48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5:14.462" v="177"/>
        <pc:sldMkLst>
          <pc:docMk/>
          <pc:sldMk cId="1720231870" sldId="266"/>
        </pc:sldMkLst>
        <pc:spChg chg="mod">
          <ac:chgData name="Fehmida Usmani" userId="1f7d48bb-60b3-4b90-bf30-0f63161838be" providerId="ADAL" clId="{A0454E2D-6AF3-4AFE-8943-8DE083FF6926}" dt="2024-09-01T23:35:14.462" v="177"/>
          <ac:spMkLst>
            <pc:docMk/>
            <pc:sldMk cId="1720231870" sldId="266"/>
            <ac:spMk id="2" creationId="{54F2D52F-CD6B-CC00-CDA2-B77E097CB10E}"/>
          </ac:spMkLst>
        </pc:spChg>
        <pc:spChg chg="del">
          <ac:chgData name="Fehmida Usmani" userId="1f7d48bb-60b3-4b90-bf30-0f63161838be" providerId="ADAL" clId="{A0454E2D-6AF3-4AFE-8943-8DE083FF6926}" dt="2024-09-01T23:35:02.851" v="172" actId="478"/>
          <ac:spMkLst>
            <pc:docMk/>
            <pc:sldMk cId="1720231870" sldId="266"/>
            <ac:spMk id="3" creationId="{AB3448C0-D119-5252-4237-1DEDADB1410D}"/>
          </ac:spMkLst>
        </pc:spChg>
        <pc:picChg chg="add mod">
          <ac:chgData name="Fehmida Usmani" userId="1f7d48bb-60b3-4b90-bf30-0f63161838be" providerId="ADAL" clId="{A0454E2D-6AF3-4AFE-8943-8DE083FF6926}" dt="2024-09-01T23:35:09.006" v="176" actId="1076"/>
          <ac:picMkLst>
            <pc:docMk/>
            <pc:sldMk cId="1720231870" sldId="266"/>
            <ac:picMk id="4" creationId="{57561DA8-C963-B143-C543-9A3354F3AFAC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5:51.389" v="185"/>
        <pc:sldMkLst>
          <pc:docMk/>
          <pc:sldMk cId="972333984" sldId="267"/>
        </pc:sldMkLst>
        <pc:spChg chg="mod">
          <ac:chgData name="Fehmida Usmani" userId="1f7d48bb-60b3-4b90-bf30-0f63161838be" providerId="ADAL" clId="{A0454E2D-6AF3-4AFE-8943-8DE083FF6926}" dt="2024-09-01T23:35:51.389" v="185"/>
          <ac:spMkLst>
            <pc:docMk/>
            <pc:sldMk cId="972333984" sldId="267"/>
            <ac:spMk id="2" creationId="{2096F83D-08C6-82FD-EA44-54F23AB038B3}"/>
          </ac:spMkLst>
        </pc:spChg>
        <pc:spChg chg="del">
          <ac:chgData name="Fehmida Usmani" userId="1f7d48bb-60b3-4b90-bf30-0f63161838be" providerId="ADAL" clId="{A0454E2D-6AF3-4AFE-8943-8DE083FF6926}" dt="2024-09-01T23:35:36.363" v="180" actId="478"/>
          <ac:spMkLst>
            <pc:docMk/>
            <pc:sldMk cId="972333984" sldId="267"/>
            <ac:spMk id="3" creationId="{18A27446-43A2-FFBB-205E-2D256B3B73B3}"/>
          </ac:spMkLst>
        </pc:spChg>
        <pc:picChg chg="add mod">
          <ac:chgData name="Fehmida Usmani" userId="1f7d48bb-60b3-4b90-bf30-0f63161838be" providerId="ADAL" clId="{A0454E2D-6AF3-4AFE-8943-8DE083FF6926}" dt="2024-09-01T23:35:44.384" v="184" actId="14100"/>
          <ac:picMkLst>
            <pc:docMk/>
            <pc:sldMk cId="972333984" sldId="267"/>
            <ac:picMk id="4" creationId="{39398E1C-578C-B982-5071-EDA5E11274F8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6:17.597" v="190" actId="14100"/>
        <pc:sldMkLst>
          <pc:docMk/>
          <pc:sldMk cId="23131665" sldId="268"/>
        </pc:sldMkLst>
        <pc:spChg chg="mod">
          <ac:chgData name="Fehmida Usmani" userId="1f7d48bb-60b3-4b90-bf30-0f63161838be" providerId="ADAL" clId="{A0454E2D-6AF3-4AFE-8943-8DE083FF6926}" dt="2024-09-01T23:36:02.461" v="187"/>
          <ac:spMkLst>
            <pc:docMk/>
            <pc:sldMk cId="23131665" sldId="268"/>
            <ac:spMk id="2" creationId="{6D18B050-F923-C218-6F72-19B269A48F46}"/>
          </ac:spMkLst>
        </pc:spChg>
        <pc:spChg chg="del">
          <ac:chgData name="Fehmida Usmani" userId="1f7d48bb-60b3-4b90-bf30-0f63161838be" providerId="ADAL" clId="{A0454E2D-6AF3-4AFE-8943-8DE083FF6926}" dt="2024-09-01T23:36:14.057" v="188" actId="478"/>
          <ac:spMkLst>
            <pc:docMk/>
            <pc:sldMk cId="23131665" sldId="268"/>
            <ac:spMk id="3" creationId="{7A9BAFCA-A00A-C162-1E66-69ABB7883425}"/>
          </ac:spMkLst>
        </pc:spChg>
        <pc:picChg chg="add mod">
          <ac:chgData name="Fehmida Usmani" userId="1f7d48bb-60b3-4b90-bf30-0f63161838be" providerId="ADAL" clId="{A0454E2D-6AF3-4AFE-8943-8DE083FF6926}" dt="2024-09-01T23:36:17.597" v="190" actId="14100"/>
          <ac:picMkLst>
            <pc:docMk/>
            <pc:sldMk cId="23131665" sldId="268"/>
            <ac:picMk id="4" creationId="{99ED9A0B-4604-B480-A216-BAF5806C3C73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1T23:36:56.790" v="199"/>
        <pc:sldMkLst>
          <pc:docMk/>
          <pc:sldMk cId="1941677793" sldId="269"/>
        </pc:sldMkLst>
        <pc:spChg chg="mod">
          <ac:chgData name="Fehmida Usmani" userId="1f7d48bb-60b3-4b90-bf30-0f63161838be" providerId="ADAL" clId="{A0454E2D-6AF3-4AFE-8943-8DE083FF6926}" dt="2024-09-01T23:36:56.790" v="199"/>
          <ac:spMkLst>
            <pc:docMk/>
            <pc:sldMk cId="1941677793" sldId="269"/>
            <ac:spMk id="2" creationId="{EDDE4E82-17D0-35C6-7FC8-EDCC9BE7CDC3}"/>
          </ac:spMkLst>
        </pc:spChg>
        <pc:spChg chg="del">
          <ac:chgData name="Fehmida Usmani" userId="1f7d48bb-60b3-4b90-bf30-0f63161838be" providerId="ADAL" clId="{A0454E2D-6AF3-4AFE-8943-8DE083FF6926}" dt="2024-09-01T23:36:39.352" v="193" actId="478"/>
          <ac:spMkLst>
            <pc:docMk/>
            <pc:sldMk cId="1941677793" sldId="269"/>
            <ac:spMk id="3" creationId="{26580ABC-318F-DC13-6BBF-56DABE41A245}"/>
          </ac:spMkLst>
        </pc:spChg>
        <pc:picChg chg="add mod">
          <ac:chgData name="Fehmida Usmani" userId="1f7d48bb-60b3-4b90-bf30-0f63161838be" providerId="ADAL" clId="{A0454E2D-6AF3-4AFE-8943-8DE083FF6926}" dt="2024-09-01T23:36:50.942" v="198" actId="14100"/>
          <ac:picMkLst>
            <pc:docMk/>
            <pc:sldMk cId="1941677793" sldId="269"/>
            <ac:picMk id="4" creationId="{D633E636-476B-50EB-B917-00C82C7A34FB}"/>
          </ac:picMkLst>
        </pc:picChg>
      </pc:sldChg>
      <pc:sldChg chg="addSp delSp modSp new mod modAnim">
        <pc:chgData name="Fehmida Usmani" userId="1f7d48bb-60b3-4b90-bf30-0f63161838be" providerId="ADAL" clId="{A0454E2D-6AF3-4AFE-8943-8DE083FF6926}" dt="2024-09-01T23:43:28.906" v="297"/>
        <pc:sldMkLst>
          <pc:docMk/>
          <pc:sldMk cId="2060572678" sldId="270"/>
        </pc:sldMkLst>
        <pc:spChg chg="mod">
          <ac:chgData name="Fehmida Usmani" userId="1f7d48bb-60b3-4b90-bf30-0f63161838be" providerId="ADAL" clId="{A0454E2D-6AF3-4AFE-8943-8DE083FF6926}" dt="2024-09-01T23:43:28.906" v="297"/>
          <ac:spMkLst>
            <pc:docMk/>
            <pc:sldMk cId="2060572678" sldId="270"/>
            <ac:spMk id="2" creationId="{3EA0FE77-002A-ED91-E48D-998FAE15ED03}"/>
          </ac:spMkLst>
        </pc:spChg>
        <pc:spChg chg="del">
          <ac:chgData name="Fehmida Usmani" userId="1f7d48bb-60b3-4b90-bf30-0f63161838be" providerId="ADAL" clId="{A0454E2D-6AF3-4AFE-8943-8DE083FF6926}" dt="2024-09-01T23:42:44.247" v="201" actId="478"/>
          <ac:spMkLst>
            <pc:docMk/>
            <pc:sldMk cId="2060572678" sldId="270"/>
            <ac:spMk id="3" creationId="{4F8D66F1-E707-F66B-3188-A4BE2076CF9A}"/>
          </ac:spMkLst>
        </pc:spChg>
        <pc:spChg chg="add mod">
          <ac:chgData name="Fehmida Usmani" userId="1f7d48bb-60b3-4b90-bf30-0f63161838be" providerId="ADAL" clId="{A0454E2D-6AF3-4AFE-8943-8DE083FF6926}" dt="2024-09-01T23:43:20.158" v="296" actId="20577"/>
          <ac:spMkLst>
            <pc:docMk/>
            <pc:sldMk cId="2060572678" sldId="270"/>
            <ac:spMk id="4" creationId="{DDA424D1-7D14-550F-F26F-5AFB928B2D22}"/>
          </ac:spMkLst>
        </pc:spChg>
        <pc:spChg chg="add mod">
          <ac:chgData name="Fehmida Usmani" userId="1f7d48bb-60b3-4b90-bf30-0f63161838be" providerId="ADAL" clId="{A0454E2D-6AF3-4AFE-8943-8DE083FF6926}" dt="2024-09-01T23:42:49.541" v="205" actId="27636"/>
          <ac:spMkLst>
            <pc:docMk/>
            <pc:sldMk cId="2060572678" sldId="270"/>
            <ac:spMk id="5" creationId="{775B944D-364D-FECC-23B8-CFC83C70F307}"/>
          </ac:spMkLst>
        </pc:spChg>
        <pc:spChg chg="add mod">
          <ac:chgData name="Fehmida Usmani" userId="1f7d48bb-60b3-4b90-bf30-0f63161838be" providerId="ADAL" clId="{A0454E2D-6AF3-4AFE-8943-8DE083FF6926}" dt="2024-09-01T23:42:49.541" v="205" actId="27636"/>
          <ac:spMkLst>
            <pc:docMk/>
            <pc:sldMk cId="2060572678" sldId="270"/>
            <ac:spMk id="6" creationId="{2E8321B8-618A-239D-C516-3EA36B377589}"/>
          </ac:spMkLst>
        </pc:spChg>
        <pc:spChg chg="add mod">
          <ac:chgData name="Fehmida Usmani" userId="1f7d48bb-60b3-4b90-bf30-0f63161838be" providerId="ADAL" clId="{A0454E2D-6AF3-4AFE-8943-8DE083FF6926}" dt="2024-09-01T23:42:49.541" v="205" actId="27636"/>
          <ac:spMkLst>
            <pc:docMk/>
            <pc:sldMk cId="2060572678" sldId="270"/>
            <ac:spMk id="7" creationId="{B5D9A954-9A53-8AE5-5F11-3B0CB64A4DC4}"/>
          </ac:spMkLst>
        </pc:spChg>
        <pc:spChg chg="add mod">
          <ac:chgData name="Fehmida Usmani" userId="1f7d48bb-60b3-4b90-bf30-0f63161838be" providerId="ADAL" clId="{A0454E2D-6AF3-4AFE-8943-8DE083FF6926}" dt="2024-09-01T23:42:49.541" v="205" actId="27636"/>
          <ac:spMkLst>
            <pc:docMk/>
            <pc:sldMk cId="2060572678" sldId="270"/>
            <ac:spMk id="8" creationId="{23011E47-26F9-B45A-3393-39963E937391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2T00:00:28.913" v="395" actId="12385"/>
        <pc:sldMkLst>
          <pc:docMk/>
          <pc:sldMk cId="3871453495" sldId="271"/>
        </pc:sldMkLst>
        <pc:spChg chg="mod">
          <ac:chgData name="Fehmida Usmani" userId="1f7d48bb-60b3-4b90-bf30-0f63161838be" providerId="ADAL" clId="{A0454E2D-6AF3-4AFE-8943-8DE083FF6926}" dt="2024-09-01T23:46:01.920" v="317"/>
          <ac:spMkLst>
            <pc:docMk/>
            <pc:sldMk cId="3871453495" sldId="271"/>
            <ac:spMk id="2" creationId="{25781C2A-C326-434E-9682-98EC3670DDF5}"/>
          </ac:spMkLst>
        </pc:spChg>
        <pc:spChg chg="del mod">
          <ac:chgData name="Fehmida Usmani" userId="1f7d48bb-60b3-4b90-bf30-0f63161838be" providerId="ADAL" clId="{A0454E2D-6AF3-4AFE-8943-8DE083FF6926}" dt="2024-09-01T23:43:54.193" v="301" actId="478"/>
          <ac:spMkLst>
            <pc:docMk/>
            <pc:sldMk cId="3871453495" sldId="271"/>
            <ac:spMk id="3" creationId="{C300565B-A5E5-7C2D-F1DA-06A0FE79F781}"/>
          </ac:spMkLst>
        </pc:spChg>
        <pc:graphicFrameChg chg="add mod modGraphic">
          <ac:chgData name="Fehmida Usmani" userId="1f7d48bb-60b3-4b90-bf30-0f63161838be" providerId="ADAL" clId="{A0454E2D-6AF3-4AFE-8943-8DE083FF6926}" dt="2024-09-02T00:00:28.913" v="395" actId="12385"/>
          <ac:graphicFrameMkLst>
            <pc:docMk/>
            <pc:sldMk cId="3871453495" sldId="271"/>
            <ac:graphicFrameMk id="4" creationId="{AC7BDE1F-C41A-3AD8-1885-8FBBACE575B6}"/>
          </ac:graphicFrameMkLst>
        </pc:graphicFrameChg>
      </pc:sldChg>
      <pc:sldChg chg="addSp delSp modSp new mod">
        <pc:chgData name="Fehmida Usmani" userId="1f7d48bb-60b3-4b90-bf30-0f63161838be" providerId="ADAL" clId="{A0454E2D-6AF3-4AFE-8943-8DE083FF6926}" dt="2024-09-01T23:46:31.401" v="322"/>
        <pc:sldMkLst>
          <pc:docMk/>
          <pc:sldMk cId="2859333940" sldId="272"/>
        </pc:sldMkLst>
        <pc:spChg chg="mod">
          <ac:chgData name="Fehmida Usmani" userId="1f7d48bb-60b3-4b90-bf30-0f63161838be" providerId="ADAL" clId="{A0454E2D-6AF3-4AFE-8943-8DE083FF6926}" dt="2024-09-01T23:46:31.401" v="322"/>
          <ac:spMkLst>
            <pc:docMk/>
            <pc:sldMk cId="2859333940" sldId="272"/>
            <ac:spMk id="2" creationId="{A018C99C-7BF9-91DA-1E89-D3F8A89C9F8F}"/>
          </ac:spMkLst>
        </pc:spChg>
        <pc:spChg chg="del">
          <ac:chgData name="Fehmida Usmani" userId="1f7d48bb-60b3-4b90-bf30-0f63161838be" providerId="ADAL" clId="{A0454E2D-6AF3-4AFE-8943-8DE083FF6926}" dt="2024-09-01T23:46:20.961" v="319" actId="478"/>
          <ac:spMkLst>
            <pc:docMk/>
            <pc:sldMk cId="2859333940" sldId="272"/>
            <ac:spMk id="3" creationId="{933FB608-CEF2-B765-31A0-B077C6DCC3D6}"/>
          </ac:spMkLst>
        </pc:spChg>
        <pc:spChg chg="add mod">
          <ac:chgData name="Fehmida Usmani" userId="1f7d48bb-60b3-4b90-bf30-0f63161838be" providerId="ADAL" clId="{A0454E2D-6AF3-4AFE-8943-8DE083FF6926}" dt="2024-09-01T23:46:24.593" v="321" actId="14100"/>
          <ac:spMkLst>
            <pc:docMk/>
            <pc:sldMk cId="2859333940" sldId="272"/>
            <ac:spMk id="4" creationId="{9E805143-CBCD-33BC-FBA8-596B5124BD18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48:05.057" v="329"/>
        <pc:sldMkLst>
          <pc:docMk/>
          <pc:sldMk cId="2316261318" sldId="273"/>
        </pc:sldMkLst>
        <pc:spChg chg="mod">
          <ac:chgData name="Fehmida Usmani" userId="1f7d48bb-60b3-4b90-bf30-0f63161838be" providerId="ADAL" clId="{A0454E2D-6AF3-4AFE-8943-8DE083FF6926}" dt="2024-09-01T23:48:05.057" v="329"/>
          <ac:spMkLst>
            <pc:docMk/>
            <pc:sldMk cId="2316261318" sldId="273"/>
            <ac:spMk id="2" creationId="{2F550BD5-614E-296C-9E87-7C8F22874B1F}"/>
          </ac:spMkLst>
        </pc:spChg>
        <pc:spChg chg="del">
          <ac:chgData name="Fehmida Usmani" userId="1f7d48bb-60b3-4b90-bf30-0f63161838be" providerId="ADAL" clId="{A0454E2D-6AF3-4AFE-8943-8DE083FF6926}" dt="2024-09-01T23:47:48.518" v="324" actId="478"/>
          <ac:spMkLst>
            <pc:docMk/>
            <pc:sldMk cId="2316261318" sldId="273"/>
            <ac:spMk id="3" creationId="{B3B6EEEB-4DC9-62B5-E26A-8A2012615DB2}"/>
          </ac:spMkLst>
        </pc:spChg>
        <pc:spChg chg="add mod">
          <ac:chgData name="Fehmida Usmani" userId="1f7d48bb-60b3-4b90-bf30-0f63161838be" providerId="ADAL" clId="{A0454E2D-6AF3-4AFE-8943-8DE083FF6926}" dt="2024-09-01T23:47:58.772" v="328" actId="1076"/>
          <ac:spMkLst>
            <pc:docMk/>
            <pc:sldMk cId="2316261318" sldId="273"/>
            <ac:spMk id="4" creationId="{6AD84FFF-A175-2374-57C3-32F5C6817CE8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49:07.589" v="333"/>
        <pc:sldMkLst>
          <pc:docMk/>
          <pc:sldMk cId="3238955701" sldId="274"/>
        </pc:sldMkLst>
        <pc:spChg chg="mod">
          <ac:chgData name="Fehmida Usmani" userId="1f7d48bb-60b3-4b90-bf30-0f63161838be" providerId="ADAL" clId="{A0454E2D-6AF3-4AFE-8943-8DE083FF6926}" dt="2024-09-01T23:49:07.589" v="333"/>
          <ac:spMkLst>
            <pc:docMk/>
            <pc:sldMk cId="3238955701" sldId="274"/>
            <ac:spMk id="2" creationId="{DEFF5F97-B4E2-767B-0640-461BC1D62A0B}"/>
          </ac:spMkLst>
        </pc:spChg>
        <pc:spChg chg="del">
          <ac:chgData name="Fehmida Usmani" userId="1f7d48bb-60b3-4b90-bf30-0f63161838be" providerId="ADAL" clId="{A0454E2D-6AF3-4AFE-8943-8DE083FF6926}" dt="2024-09-01T23:48:57.849" v="331"/>
          <ac:spMkLst>
            <pc:docMk/>
            <pc:sldMk cId="3238955701" sldId="274"/>
            <ac:spMk id="3" creationId="{26D06258-63B8-202C-D7BD-83B067D712A2}"/>
          </ac:spMkLst>
        </pc:spChg>
        <pc:spChg chg="add mod">
          <ac:chgData name="Fehmida Usmani" userId="1f7d48bb-60b3-4b90-bf30-0f63161838be" providerId="ADAL" clId="{A0454E2D-6AF3-4AFE-8943-8DE083FF6926}" dt="2024-09-01T23:48:57.914" v="332" actId="27636"/>
          <ac:spMkLst>
            <pc:docMk/>
            <pc:sldMk cId="3238955701" sldId="274"/>
            <ac:spMk id="4" creationId="{715516CB-817F-2105-7790-2E30522F5B9E}"/>
          </ac:spMkLst>
        </pc:spChg>
      </pc:sldChg>
      <pc:sldChg chg="modSp new mod modAnim">
        <pc:chgData name="Fehmida Usmani" userId="1f7d48bb-60b3-4b90-bf30-0f63161838be" providerId="ADAL" clId="{A0454E2D-6AF3-4AFE-8943-8DE083FF6926}" dt="2024-09-01T23:51:11.012" v="347"/>
        <pc:sldMkLst>
          <pc:docMk/>
          <pc:sldMk cId="1793084753" sldId="275"/>
        </pc:sldMkLst>
        <pc:spChg chg="mod">
          <ac:chgData name="Fehmida Usmani" userId="1f7d48bb-60b3-4b90-bf30-0f63161838be" providerId="ADAL" clId="{A0454E2D-6AF3-4AFE-8943-8DE083FF6926}" dt="2024-09-01T23:51:11.012" v="347"/>
          <ac:spMkLst>
            <pc:docMk/>
            <pc:sldMk cId="1793084753" sldId="275"/>
            <ac:spMk id="2" creationId="{B44BF60C-B690-1625-671F-FDC60915BE35}"/>
          </ac:spMkLst>
        </pc:spChg>
        <pc:spChg chg="mod">
          <ac:chgData name="Fehmida Usmani" userId="1f7d48bb-60b3-4b90-bf30-0f63161838be" providerId="ADAL" clId="{A0454E2D-6AF3-4AFE-8943-8DE083FF6926}" dt="2024-09-01T23:50:58.108" v="345" actId="27636"/>
          <ac:spMkLst>
            <pc:docMk/>
            <pc:sldMk cId="1793084753" sldId="275"/>
            <ac:spMk id="3" creationId="{C946446D-7FFD-3D84-56A4-7C6E9CF9EC15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52:04.117" v="350"/>
        <pc:sldMkLst>
          <pc:docMk/>
          <pc:sldMk cId="658135353" sldId="276"/>
        </pc:sldMkLst>
        <pc:spChg chg="mod">
          <ac:chgData name="Fehmida Usmani" userId="1f7d48bb-60b3-4b90-bf30-0f63161838be" providerId="ADAL" clId="{A0454E2D-6AF3-4AFE-8943-8DE083FF6926}" dt="2024-09-01T23:52:04.117" v="350"/>
          <ac:spMkLst>
            <pc:docMk/>
            <pc:sldMk cId="658135353" sldId="276"/>
            <ac:spMk id="2" creationId="{6ADAEBC0-42BC-E7DA-08A4-4E048BF419A1}"/>
          </ac:spMkLst>
        </pc:spChg>
        <pc:spChg chg="del">
          <ac:chgData name="Fehmida Usmani" userId="1f7d48bb-60b3-4b90-bf30-0f63161838be" providerId="ADAL" clId="{A0454E2D-6AF3-4AFE-8943-8DE083FF6926}" dt="2024-09-01T23:51:56.943" v="349"/>
          <ac:spMkLst>
            <pc:docMk/>
            <pc:sldMk cId="658135353" sldId="276"/>
            <ac:spMk id="3" creationId="{06C58F65-E300-9D98-7CE1-AB1E3A3B8938}"/>
          </ac:spMkLst>
        </pc:spChg>
        <pc:spChg chg="add mod">
          <ac:chgData name="Fehmida Usmani" userId="1f7d48bb-60b3-4b90-bf30-0f63161838be" providerId="ADAL" clId="{A0454E2D-6AF3-4AFE-8943-8DE083FF6926}" dt="2024-09-01T23:51:56.943" v="349"/>
          <ac:spMkLst>
            <pc:docMk/>
            <pc:sldMk cId="658135353" sldId="276"/>
            <ac:spMk id="4" creationId="{AFC5D545-08B0-AE87-AF6A-4ACE8F562232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52:45.772" v="359"/>
        <pc:sldMkLst>
          <pc:docMk/>
          <pc:sldMk cId="2291190936" sldId="277"/>
        </pc:sldMkLst>
        <pc:spChg chg="mod">
          <ac:chgData name="Fehmida Usmani" userId="1f7d48bb-60b3-4b90-bf30-0f63161838be" providerId="ADAL" clId="{A0454E2D-6AF3-4AFE-8943-8DE083FF6926}" dt="2024-09-01T23:52:45.772" v="359"/>
          <ac:spMkLst>
            <pc:docMk/>
            <pc:sldMk cId="2291190936" sldId="277"/>
            <ac:spMk id="2" creationId="{34D7464D-63B5-E030-E1EA-DE2880EA87A3}"/>
          </ac:spMkLst>
        </pc:spChg>
        <pc:spChg chg="del mod">
          <ac:chgData name="Fehmida Usmani" userId="1f7d48bb-60b3-4b90-bf30-0f63161838be" providerId="ADAL" clId="{A0454E2D-6AF3-4AFE-8943-8DE083FF6926}" dt="2024-09-01T23:52:32.257" v="356" actId="478"/>
          <ac:spMkLst>
            <pc:docMk/>
            <pc:sldMk cId="2291190936" sldId="277"/>
            <ac:spMk id="3" creationId="{067A663E-755F-ABD9-7620-1A9175C9CB26}"/>
          </ac:spMkLst>
        </pc:spChg>
        <pc:graphicFrameChg chg="add mod">
          <ac:chgData name="Fehmida Usmani" userId="1f7d48bb-60b3-4b90-bf30-0f63161838be" providerId="ADAL" clId="{A0454E2D-6AF3-4AFE-8943-8DE083FF6926}" dt="2024-09-01T23:52:39.047" v="358" actId="1076"/>
          <ac:graphicFrameMkLst>
            <pc:docMk/>
            <pc:sldMk cId="2291190936" sldId="277"/>
            <ac:graphicFrameMk id="4" creationId="{6D312B17-D86F-284A-C67F-1FF78C76860B}"/>
          </ac:graphicFrameMkLst>
        </pc:graphicFrameChg>
      </pc:sldChg>
      <pc:sldChg chg="addSp delSp modSp new mod modAnim">
        <pc:chgData name="Fehmida Usmani" userId="1f7d48bb-60b3-4b90-bf30-0f63161838be" providerId="ADAL" clId="{A0454E2D-6AF3-4AFE-8943-8DE083FF6926}" dt="2024-09-01T23:54:37.556" v="372"/>
        <pc:sldMkLst>
          <pc:docMk/>
          <pc:sldMk cId="1174652132" sldId="278"/>
        </pc:sldMkLst>
        <pc:spChg chg="mod">
          <ac:chgData name="Fehmida Usmani" userId="1f7d48bb-60b3-4b90-bf30-0f63161838be" providerId="ADAL" clId="{A0454E2D-6AF3-4AFE-8943-8DE083FF6926}" dt="2024-09-01T23:52:56.566" v="361"/>
          <ac:spMkLst>
            <pc:docMk/>
            <pc:sldMk cId="1174652132" sldId="278"/>
            <ac:spMk id="2" creationId="{11559F72-5151-6390-BBB1-D5464844BB49}"/>
          </ac:spMkLst>
        </pc:spChg>
        <pc:spChg chg="del">
          <ac:chgData name="Fehmida Usmani" userId="1f7d48bb-60b3-4b90-bf30-0f63161838be" providerId="ADAL" clId="{A0454E2D-6AF3-4AFE-8943-8DE083FF6926}" dt="2024-09-01T23:54:04.050" v="362"/>
          <ac:spMkLst>
            <pc:docMk/>
            <pc:sldMk cId="1174652132" sldId="278"/>
            <ac:spMk id="3" creationId="{396F718E-4356-807C-533A-0A3B3BD3A680}"/>
          </ac:spMkLst>
        </pc:spChg>
        <pc:spChg chg="add mod">
          <ac:chgData name="Fehmida Usmani" userId="1f7d48bb-60b3-4b90-bf30-0f63161838be" providerId="ADAL" clId="{A0454E2D-6AF3-4AFE-8943-8DE083FF6926}" dt="2024-09-01T23:54:20.996" v="368" actId="27636"/>
          <ac:spMkLst>
            <pc:docMk/>
            <pc:sldMk cId="1174652132" sldId="278"/>
            <ac:spMk id="4" creationId="{EB6BB931-EF42-CECC-F33B-D3590CC2A785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1T23:55:28.693" v="378"/>
        <pc:sldMkLst>
          <pc:docMk/>
          <pc:sldMk cId="306155563" sldId="279"/>
        </pc:sldMkLst>
        <pc:spChg chg="mod">
          <ac:chgData name="Fehmida Usmani" userId="1f7d48bb-60b3-4b90-bf30-0f63161838be" providerId="ADAL" clId="{A0454E2D-6AF3-4AFE-8943-8DE083FF6926}" dt="2024-09-01T23:55:28.693" v="378"/>
          <ac:spMkLst>
            <pc:docMk/>
            <pc:sldMk cId="306155563" sldId="279"/>
            <ac:spMk id="2" creationId="{9FAD08C0-BD21-2346-B0FC-A3F8E5F4166D}"/>
          </ac:spMkLst>
        </pc:spChg>
        <pc:spChg chg="del">
          <ac:chgData name="Fehmida Usmani" userId="1f7d48bb-60b3-4b90-bf30-0f63161838be" providerId="ADAL" clId="{A0454E2D-6AF3-4AFE-8943-8DE083FF6926}" dt="2024-09-01T23:55:10.526" v="374" actId="478"/>
          <ac:spMkLst>
            <pc:docMk/>
            <pc:sldMk cId="306155563" sldId="279"/>
            <ac:spMk id="3" creationId="{5408C9EB-1D5E-EB6B-FB71-D7EA33306F84}"/>
          </ac:spMkLst>
        </pc:spChg>
        <pc:spChg chg="add mod">
          <ac:chgData name="Fehmida Usmani" userId="1f7d48bb-60b3-4b90-bf30-0f63161838be" providerId="ADAL" clId="{A0454E2D-6AF3-4AFE-8943-8DE083FF6926}" dt="2024-09-01T23:55:20.195" v="377" actId="20577"/>
          <ac:spMkLst>
            <pc:docMk/>
            <pc:sldMk cId="306155563" sldId="279"/>
            <ac:spMk id="4" creationId="{82376D20-9745-2F1D-DA88-7513A722FB65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2T00:02:46.677" v="408"/>
        <pc:sldMkLst>
          <pc:docMk/>
          <pc:sldMk cId="2772576302" sldId="280"/>
        </pc:sldMkLst>
        <pc:spChg chg="mod">
          <ac:chgData name="Fehmida Usmani" userId="1f7d48bb-60b3-4b90-bf30-0f63161838be" providerId="ADAL" clId="{A0454E2D-6AF3-4AFE-8943-8DE083FF6926}" dt="2024-09-02T00:02:46.677" v="408"/>
          <ac:spMkLst>
            <pc:docMk/>
            <pc:sldMk cId="2772576302" sldId="280"/>
            <ac:spMk id="2" creationId="{583AF92F-6E14-AEE6-A343-95853F7CF5AE}"/>
          </ac:spMkLst>
        </pc:spChg>
        <pc:spChg chg="del">
          <ac:chgData name="Fehmida Usmani" userId="1f7d48bb-60b3-4b90-bf30-0f63161838be" providerId="ADAL" clId="{A0454E2D-6AF3-4AFE-8943-8DE083FF6926}" dt="2024-09-01T23:56:40.432" v="380" actId="478"/>
          <ac:spMkLst>
            <pc:docMk/>
            <pc:sldMk cId="2772576302" sldId="280"/>
            <ac:spMk id="3" creationId="{59FA8BEB-060E-2668-F120-1D91FB340853}"/>
          </ac:spMkLst>
        </pc:spChg>
        <pc:graphicFrameChg chg="add mod">
          <ac:chgData name="Fehmida Usmani" userId="1f7d48bb-60b3-4b90-bf30-0f63161838be" providerId="ADAL" clId="{A0454E2D-6AF3-4AFE-8943-8DE083FF6926}" dt="2024-09-01T23:56:47.991" v="381"/>
          <ac:graphicFrameMkLst>
            <pc:docMk/>
            <pc:sldMk cId="2772576302" sldId="280"/>
            <ac:graphicFrameMk id="4" creationId="{CAF8A881-E3BD-3B8D-81DB-57CF1E999464}"/>
          </ac:graphicFrameMkLst>
        </pc:graphicFrameChg>
        <pc:graphicFrameChg chg="add mod modGraphic">
          <ac:chgData name="Fehmida Usmani" userId="1f7d48bb-60b3-4b90-bf30-0f63161838be" providerId="ADAL" clId="{A0454E2D-6AF3-4AFE-8943-8DE083FF6926}" dt="2024-09-01T23:57:32.834" v="387" actId="14100"/>
          <ac:graphicFrameMkLst>
            <pc:docMk/>
            <pc:sldMk cId="2772576302" sldId="280"/>
            <ac:graphicFrameMk id="5" creationId="{958BBD55-6D03-45D5-9825-58DE5591E202}"/>
          </ac:graphicFrameMkLst>
        </pc:graphicFrameChg>
      </pc:sldChg>
      <pc:sldChg chg="addSp delSp modSp new mod">
        <pc:chgData name="Fehmida Usmani" userId="1f7d48bb-60b3-4b90-bf30-0f63161838be" providerId="ADAL" clId="{A0454E2D-6AF3-4AFE-8943-8DE083FF6926}" dt="2024-09-01T23:59:36.497" v="394"/>
        <pc:sldMkLst>
          <pc:docMk/>
          <pc:sldMk cId="2293936673" sldId="281"/>
        </pc:sldMkLst>
        <pc:spChg chg="mod">
          <ac:chgData name="Fehmida Usmani" userId="1f7d48bb-60b3-4b90-bf30-0f63161838be" providerId="ADAL" clId="{A0454E2D-6AF3-4AFE-8943-8DE083FF6926}" dt="2024-09-01T23:59:36.497" v="394"/>
          <ac:spMkLst>
            <pc:docMk/>
            <pc:sldMk cId="2293936673" sldId="281"/>
            <ac:spMk id="2" creationId="{C43C972B-2BA5-04C5-6D1F-5AF12EE11E69}"/>
          </ac:spMkLst>
        </pc:spChg>
        <pc:spChg chg="del">
          <ac:chgData name="Fehmida Usmani" userId="1f7d48bb-60b3-4b90-bf30-0f63161838be" providerId="ADAL" clId="{A0454E2D-6AF3-4AFE-8943-8DE083FF6926}" dt="2024-09-01T23:59:10.440" v="389" actId="478"/>
          <ac:spMkLst>
            <pc:docMk/>
            <pc:sldMk cId="2293936673" sldId="281"/>
            <ac:spMk id="3" creationId="{D7D3E15C-CFB4-39C5-D900-DAEB04C3DF4C}"/>
          </ac:spMkLst>
        </pc:spChg>
        <pc:spChg chg="add mod">
          <ac:chgData name="Fehmida Usmani" userId="1f7d48bb-60b3-4b90-bf30-0f63161838be" providerId="ADAL" clId="{A0454E2D-6AF3-4AFE-8943-8DE083FF6926}" dt="2024-09-01T23:59:14.255" v="391" actId="14100"/>
          <ac:spMkLst>
            <pc:docMk/>
            <pc:sldMk cId="2293936673" sldId="281"/>
            <ac:spMk id="4" creationId="{DAC3463B-A629-3AE2-C08B-DF3E25786565}"/>
          </ac:spMkLst>
        </pc:spChg>
        <pc:graphicFrameChg chg="add mod">
          <ac:chgData name="Fehmida Usmani" userId="1f7d48bb-60b3-4b90-bf30-0f63161838be" providerId="ADAL" clId="{A0454E2D-6AF3-4AFE-8943-8DE083FF6926}" dt="2024-09-01T23:59:29.629" v="393" actId="1076"/>
          <ac:graphicFrameMkLst>
            <pc:docMk/>
            <pc:sldMk cId="2293936673" sldId="281"/>
            <ac:graphicFrameMk id="5" creationId="{C8F0F21F-096C-8D31-D6CF-A46DCD230918}"/>
          </ac:graphicFrameMkLst>
        </pc:graphicFrameChg>
      </pc:sldChg>
      <pc:sldChg chg="addSp delSp modSp new mod">
        <pc:chgData name="Fehmida Usmani" userId="1f7d48bb-60b3-4b90-bf30-0f63161838be" providerId="ADAL" clId="{A0454E2D-6AF3-4AFE-8943-8DE083FF6926}" dt="2024-09-02T00:01:02.299" v="402"/>
        <pc:sldMkLst>
          <pc:docMk/>
          <pc:sldMk cId="3191423146" sldId="282"/>
        </pc:sldMkLst>
        <pc:spChg chg="mod">
          <ac:chgData name="Fehmida Usmani" userId="1f7d48bb-60b3-4b90-bf30-0f63161838be" providerId="ADAL" clId="{A0454E2D-6AF3-4AFE-8943-8DE083FF6926}" dt="2024-09-02T00:01:02.299" v="402"/>
          <ac:spMkLst>
            <pc:docMk/>
            <pc:sldMk cId="3191423146" sldId="282"/>
            <ac:spMk id="2" creationId="{F09AD156-3320-174E-A543-FE77ED60289F}"/>
          </ac:spMkLst>
        </pc:spChg>
        <pc:spChg chg="del">
          <ac:chgData name="Fehmida Usmani" userId="1f7d48bb-60b3-4b90-bf30-0f63161838be" providerId="ADAL" clId="{A0454E2D-6AF3-4AFE-8943-8DE083FF6926}" dt="2024-09-02T00:00:49.172" v="397" actId="478"/>
          <ac:spMkLst>
            <pc:docMk/>
            <pc:sldMk cId="3191423146" sldId="282"/>
            <ac:spMk id="3" creationId="{DC34AFB3-5F20-A7D0-E841-93513EBC5AEF}"/>
          </ac:spMkLst>
        </pc:spChg>
        <pc:spChg chg="add mod">
          <ac:chgData name="Fehmida Usmani" userId="1f7d48bb-60b3-4b90-bf30-0f63161838be" providerId="ADAL" clId="{A0454E2D-6AF3-4AFE-8943-8DE083FF6926}" dt="2024-09-02T00:00:56.196" v="401" actId="27636"/>
          <ac:spMkLst>
            <pc:docMk/>
            <pc:sldMk cId="3191423146" sldId="282"/>
            <ac:spMk id="4" creationId="{87A421E9-FB66-B9E5-EBE6-0D2E1B45D2FA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2T00:02:18.804" v="407"/>
        <pc:sldMkLst>
          <pc:docMk/>
          <pc:sldMk cId="4213783844" sldId="283"/>
        </pc:sldMkLst>
        <pc:spChg chg="mod">
          <ac:chgData name="Fehmida Usmani" userId="1f7d48bb-60b3-4b90-bf30-0f63161838be" providerId="ADAL" clId="{A0454E2D-6AF3-4AFE-8943-8DE083FF6926}" dt="2024-09-02T00:02:18.804" v="407"/>
          <ac:spMkLst>
            <pc:docMk/>
            <pc:sldMk cId="4213783844" sldId="283"/>
            <ac:spMk id="2" creationId="{014CA728-10D4-AFCB-94C2-69F269E3C7B9}"/>
          </ac:spMkLst>
        </pc:spChg>
        <pc:spChg chg="del">
          <ac:chgData name="Fehmida Usmani" userId="1f7d48bb-60b3-4b90-bf30-0f63161838be" providerId="ADAL" clId="{A0454E2D-6AF3-4AFE-8943-8DE083FF6926}" dt="2024-09-02T00:02:06.848" v="404" actId="478"/>
          <ac:spMkLst>
            <pc:docMk/>
            <pc:sldMk cId="4213783844" sldId="283"/>
            <ac:spMk id="3" creationId="{8D5C911E-FD5B-1CB9-A700-556B998593CF}"/>
          </ac:spMkLst>
        </pc:spChg>
        <pc:spChg chg="add mod">
          <ac:chgData name="Fehmida Usmani" userId="1f7d48bb-60b3-4b90-bf30-0f63161838be" providerId="ADAL" clId="{A0454E2D-6AF3-4AFE-8943-8DE083FF6926}" dt="2024-09-02T00:02:10.805" v="406" actId="14100"/>
          <ac:spMkLst>
            <pc:docMk/>
            <pc:sldMk cId="4213783844" sldId="283"/>
            <ac:spMk id="4" creationId="{D5F60662-2664-B46E-87F3-81F98C89078D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2T00:09:24.043" v="415" actId="14100"/>
        <pc:sldMkLst>
          <pc:docMk/>
          <pc:sldMk cId="3673911592" sldId="284"/>
        </pc:sldMkLst>
        <pc:spChg chg="mod">
          <ac:chgData name="Fehmida Usmani" userId="1f7d48bb-60b3-4b90-bf30-0f63161838be" providerId="ADAL" clId="{A0454E2D-6AF3-4AFE-8943-8DE083FF6926}" dt="2024-09-02T00:09:08.216" v="410"/>
          <ac:spMkLst>
            <pc:docMk/>
            <pc:sldMk cId="3673911592" sldId="284"/>
            <ac:spMk id="2" creationId="{0650B057-4177-0C3F-BF3F-882D2C225286}"/>
          </ac:spMkLst>
        </pc:spChg>
        <pc:spChg chg="del">
          <ac:chgData name="Fehmida Usmani" userId="1f7d48bb-60b3-4b90-bf30-0f63161838be" providerId="ADAL" clId="{A0454E2D-6AF3-4AFE-8943-8DE083FF6926}" dt="2024-09-02T00:09:15.413" v="411"/>
          <ac:spMkLst>
            <pc:docMk/>
            <pc:sldMk cId="3673911592" sldId="284"/>
            <ac:spMk id="3" creationId="{C0C59081-19BC-26D0-0735-3881AE2C79C6}"/>
          </ac:spMkLst>
        </pc:spChg>
        <pc:picChg chg="add mod">
          <ac:chgData name="Fehmida Usmani" userId="1f7d48bb-60b3-4b90-bf30-0f63161838be" providerId="ADAL" clId="{A0454E2D-6AF3-4AFE-8943-8DE083FF6926}" dt="2024-09-02T00:09:24.043" v="415" actId="14100"/>
          <ac:picMkLst>
            <pc:docMk/>
            <pc:sldMk cId="3673911592" sldId="284"/>
            <ac:picMk id="4" creationId="{E82A5719-69E4-52E3-41A2-0D193AD1FEBA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2T00:09:47.602" v="420"/>
        <pc:sldMkLst>
          <pc:docMk/>
          <pc:sldMk cId="865345539" sldId="285"/>
        </pc:sldMkLst>
        <pc:spChg chg="mod">
          <ac:chgData name="Fehmida Usmani" userId="1f7d48bb-60b3-4b90-bf30-0f63161838be" providerId="ADAL" clId="{A0454E2D-6AF3-4AFE-8943-8DE083FF6926}" dt="2024-09-02T00:09:47.602" v="420"/>
          <ac:spMkLst>
            <pc:docMk/>
            <pc:sldMk cId="865345539" sldId="285"/>
            <ac:spMk id="2" creationId="{31BC92D4-12C0-1E01-21D8-8C60FCC941E6}"/>
          </ac:spMkLst>
        </pc:spChg>
        <pc:spChg chg="del">
          <ac:chgData name="Fehmida Usmani" userId="1f7d48bb-60b3-4b90-bf30-0f63161838be" providerId="ADAL" clId="{A0454E2D-6AF3-4AFE-8943-8DE083FF6926}" dt="2024-09-02T00:09:38.060" v="417" actId="478"/>
          <ac:spMkLst>
            <pc:docMk/>
            <pc:sldMk cId="865345539" sldId="285"/>
            <ac:spMk id="3" creationId="{5ADAA4EE-EDAB-588C-C88B-CF92CEDF8F8E}"/>
          </ac:spMkLst>
        </pc:spChg>
        <pc:picChg chg="add mod">
          <ac:chgData name="Fehmida Usmani" userId="1f7d48bb-60b3-4b90-bf30-0f63161838be" providerId="ADAL" clId="{A0454E2D-6AF3-4AFE-8943-8DE083FF6926}" dt="2024-09-02T00:09:41.415" v="419" actId="1076"/>
          <ac:picMkLst>
            <pc:docMk/>
            <pc:sldMk cId="865345539" sldId="285"/>
            <ac:picMk id="4" creationId="{1083A919-5A38-4CE7-CF4E-A29835B41E7D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2T00:10:13.542" v="427" actId="14100"/>
        <pc:sldMkLst>
          <pc:docMk/>
          <pc:sldMk cId="1097829824" sldId="286"/>
        </pc:sldMkLst>
        <pc:spChg chg="mod">
          <ac:chgData name="Fehmida Usmani" userId="1f7d48bb-60b3-4b90-bf30-0f63161838be" providerId="ADAL" clId="{A0454E2D-6AF3-4AFE-8943-8DE083FF6926}" dt="2024-09-02T00:09:56.898" v="422"/>
          <ac:spMkLst>
            <pc:docMk/>
            <pc:sldMk cId="1097829824" sldId="286"/>
            <ac:spMk id="2" creationId="{4DD580AE-2CE4-9672-9BD5-132044984249}"/>
          </ac:spMkLst>
        </pc:spChg>
        <pc:spChg chg="del">
          <ac:chgData name="Fehmida Usmani" userId="1f7d48bb-60b3-4b90-bf30-0f63161838be" providerId="ADAL" clId="{A0454E2D-6AF3-4AFE-8943-8DE083FF6926}" dt="2024-09-02T00:10:05.004" v="423"/>
          <ac:spMkLst>
            <pc:docMk/>
            <pc:sldMk cId="1097829824" sldId="286"/>
            <ac:spMk id="3" creationId="{760DA96F-AC65-0EE7-E202-D7CC05E53C9E}"/>
          </ac:spMkLst>
        </pc:spChg>
        <pc:picChg chg="add mod">
          <ac:chgData name="Fehmida Usmani" userId="1f7d48bb-60b3-4b90-bf30-0f63161838be" providerId="ADAL" clId="{A0454E2D-6AF3-4AFE-8943-8DE083FF6926}" dt="2024-09-02T00:10:13.542" v="427" actId="14100"/>
          <ac:picMkLst>
            <pc:docMk/>
            <pc:sldMk cId="1097829824" sldId="286"/>
            <ac:picMk id="4" creationId="{6A4919E0-6D2F-5B4E-7CFD-1977EF5919A8}"/>
          </ac:picMkLst>
        </pc:picChg>
      </pc:sldChg>
      <pc:sldChg chg="addSp delSp modSp new mod">
        <pc:chgData name="Fehmida Usmani" userId="1f7d48bb-60b3-4b90-bf30-0f63161838be" providerId="ADAL" clId="{A0454E2D-6AF3-4AFE-8943-8DE083FF6926}" dt="2024-09-02T00:11:40.168" v="440"/>
        <pc:sldMkLst>
          <pc:docMk/>
          <pc:sldMk cId="1470522495" sldId="287"/>
        </pc:sldMkLst>
        <pc:spChg chg="mod">
          <ac:chgData name="Fehmida Usmani" userId="1f7d48bb-60b3-4b90-bf30-0f63161838be" providerId="ADAL" clId="{A0454E2D-6AF3-4AFE-8943-8DE083FF6926}" dt="2024-09-02T00:11:40.168" v="440"/>
          <ac:spMkLst>
            <pc:docMk/>
            <pc:sldMk cId="1470522495" sldId="287"/>
            <ac:spMk id="2" creationId="{814FEC46-F75D-65FF-F61E-998741994A63}"/>
          </ac:spMkLst>
        </pc:spChg>
        <pc:spChg chg="del">
          <ac:chgData name="Fehmida Usmani" userId="1f7d48bb-60b3-4b90-bf30-0f63161838be" providerId="ADAL" clId="{A0454E2D-6AF3-4AFE-8943-8DE083FF6926}" dt="2024-09-02T00:11:06.466" v="429" actId="478"/>
          <ac:spMkLst>
            <pc:docMk/>
            <pc:sldMk cId="1470522495" sldId="287"/>
            <ac:spMk id="3" creationId="{9AE469C9-3D9C-5681-BE9E-BF10E805E745}"/>
          </ac:spMkLst>
        </pc:spChg>
        <pc:picChg chg="add mod">
          <ac:chgData name="Fehmida Usmani" userId="1f7d48bb-60b3-4b90-bf30-0f63161838be" providerId="ADAL" clId="{A0454E2D-6AF3-4AFE-8943-8DE083FF6926}" dt="2024-09-02T00:11:25.060" v="437" actId="14100"/>
          <ac:picMkLst>
            <pc:docMk/>
            <pc:sldMk cId="1470522495" sldId="287"/>
            <ac:picMk id="4" creationId="{1F723AD9-EBEA-6F9C-435C-6B35E130A2CE}"/>
          </ac:picMkLst>
        </pc:picChg>
        <pc:picChg chg="add del mod">
          <ac:chgData name="Fehmida Usmani" userId="1f7d48bb-60b3-4b90-bf30-0f63161838be" providerId="ADAL" clId="{A0454E2D-6AF3-4AFE-8943-8DE083FF6926}" dt="2024-09-02T00:11:33.392" v="439" actId="478"/>
          <ac:picMkLst>
            <pc:docMk/>
            <pc:sldMk cId="1470522495" sldId="287"/>
            <ac:picMk id="5" creationId="{0E7FBDEE-AAC3-4B86-C007-40EEAA44F96F}"/>
          </ac:picMkLst>
        </pc:picChg>
      </pc:sldChg>
      <pc:sldChg chg="addSp delSp modSp new mod modAnim">
        <pc:chgData name="Fehmida Usmani" userId="1f7d48bb-60b3-4b90-bf30-0f63161838be" providerId="ADAL" clId="{A0454E2D-6AF3-4AFE-8943-8DE083FF6926}" dt="2024-09-02T00:14:27.081" v="448"/>
        <pc:sldMkLst>
          <pc:docMk/>
          <pc:sldMk cId="1921362266" sldId="288"/>
        </pc:sldMkLst>
        <pc:spChg chg="mod">
          <ac:chgData name="Fehmida Usmani" userId="1f7d48bb-60b3-4b90-bf30-0f63161838be" providerId="ADAL" clId="{A0454E2D-6AF3-4AFE-8943-8DE083FF6926}" dt="2024-09-02T00:14:27.081" v="448"/>
          <ac:spMkLst>
            <pc:docMk/>
            <pc:sldMk cId="1921362266" sldId="288"/>
            <ac:spMk id="2" creationId="{1B55F8AB-2763-EA74-92BD-220FA46E63CE}"/>
          </ac:spMkLst>
        </pc:spChg>
        <pc:spChg chg="del mod">
          <ac:chgData name="Fehmida Usmani" userId="1f7d48bb-60b3-4b90-bf30-0f63161838be" providerId="ADAL" clId="{A0454E2D-6AF3-4AFE-8943-8DE083FF6926}" dt="2024-09-02T00:14:15.109" v="445" actId="478"/>
          <ac:spMkLst>
            <pc:docMk/>
            <pc:sldMk cId="1921362266" sldId="288"/>
            <ac:spMk id="3" creationId="{004CA644-0C52-C607-4A7E-E69C694A8796}"/>
          </ac:spMkLst>
        </pc:spChg>
        <pc:graphicFrameChg chg="add mod">
          <ac:chgData name="Fehmida Usmani" userId="1f7d48bb-60b3-4b90-bf30-0f63161838be" providerId="ADAL" clId="{A0454E2D-6AF3-4AFE-8943-8DE083FF6926}" dt="2024-09-02T00:14:19.720" v="447" actId="1076"/>
          <ac:graphicFrameMkLst>
            <pc:docMk/>
            <pc:sldMk cId="1921362266" sldId="288"/>
            <ac:graphicFrameMk id="4" creationId="{D4C1074B-D694-2256-0CB6-A93834B2EC0F}"/>
          </ac:graphicFrameMkLst>
        </pc:graphicFrameChg>
      </pc:sldChg>
      <pc:sldChg chg="addSp delSp modSp new mod modAnim">
        <pc:chgData name="Fehmida Usmani" userId="1f7d48bb-60b3-4b90-bf30-0f63161838be" providerId="ADAL" clId="{A0454E2D-6AF3-4AFE-8943-8DE083FF6926}" dt="2024-09-02T00:15:43.382" v="461"/>
        <pc:sldMkLst>
          <pc:docMk/>
          <pc:sldMk cId="3935032507" sldId="289"/>
        </pc:sldMkLst>
        <pc:spChg chg="mod">
          <ac:chgData name="Fehmida Usmani" userId="1f7d48bb-60b3-4b90-bf30-0f63161838be" providerId="ADAL" clId="{A0454E2D-6AF3-4AFE-8943-8DE083FF6926}" dt="2024-09-02T00:14:39.046" v="450"/>
          <ac:spMkLst>
            <pc:docMk/>
            <pc:sldMk cId="3935032507" sldId="289"/>
            <ac:spMk id="2" creationId="{8AE6BEEF-65BA-1B3C-BAA4-8374D7A96B55}"/>
          </ac:spMkLst>
        </pc:spChg>
        <pc:spChg chg="add del mod">
          <ac:chgData name="Fehmida Usmani" userId="1f7d48bb-60b3-4b90-bf30-0f63161838be" providerId="ADAL" clId="{A0454E2D-6AF3-4AFE-8943-8DE083FF6926}" dt="2024-09-02T00:15:22.566" v="457" actId="478"/>
          <ac:spMkLst>
            <pc:docMk/>
            <pc:sldMk cId="3935032507" sldId="289"/>
            <ac:spMk id="3" creationId="{95A9B2EA-C2FA-2060-258A-D311F07C7047}"/>
          </ac:spMkLst>
        </pc:spChg>
        <pc:spChg chg="add del mod">
          <ac:chgData name="Fehmida Usmani" userId="1f7d48bb-60b3-4b90-bf30-0f63161838be" providerId="ADAL" clId="{A0454E2D-6AF3-4AFE-8943-8DE083FF6926}" dt="2024-09-02T00:15:22.566" v="457" actId="478"/>
          <ac:spMkLst>
            <pc:docMk/>
            <pc:sldMk cId="3935032507" sldId="289"/>
            <ac:spMk id="5" creationId="{DAC976B5-A179-37D1-EE31-CE2A575E4BDE}"/>
          </ac:spMkLst>
        </pc:spChg>
        <pc:graphicFrameChg chg="add mod">
          <ac:chgData name="Fehmida Usmani" userId="1f7d48bb-60b3-4b90-bf30-0f63161838be" providerId="ADAL" clId="{A0454E2D-6AF3-4AFE-8943-8DE083FF6926}" dt="2024-09-02T00:15:38.726" v="459" actId="1076"/>
          <ac:graphicFrameMkLst>
            <pc:docMk/>
            <pc:sldMk cId="3935032507" sldId="289"/>
            <ac:graphicFrameMk id="6" creationId="{A032A356-656D-D564-3B9A-50877D478D9C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864093753" sldId="290"/>
        </pc:sldMkLst>
        <pc:spChg chg="mod">
          <ac:chgData name="Fehmida Usmani" userId="1f7d48bb-60b3-4b90-bf30-0f63161838be" providerId="ADAL" clId="{A0454E2D-6AF3-4AFE-8943-8DE083FF6926}" dt="2024-09-02T00:16:52.155" v="468"/>
          <ac:spMkLst>
            <pc:docMk/>
            <pc:sldMk cId="864093753" sldId="290"/>
            <ac:spMk id="2" creationId="{CCEC82B5-950E-EC51-5A17-188443DD82A4}"/>
          </ac:spMkLst>
        </pc:spChg>
        <pc:spChg chg="del">
          <ac:chgData name="Fehmida Usmani" userId="1f7d48bb-60b3-4b90-bf30-0f63161838be" providerId="ADAL" clId="{A0454E2D-6AF3-4AFE-8943-8DE083FF6926}" dt="2024-09-02T00:16:30.535" v="463" actId="478"/>
          <ac:spMkLst>
            <pc:docMk/>
            <pc:sldMk cId="864093753" sldId="290"/>
            <ac:spMk id="3" creationId="{F382AE51-4B17-986E-E846-6AE538BD7053}"/>
          </ac:spMkLst>
        </pc:spChg>
        <pc:spChg chg="add mod">
          <ac:chgData name="Fehmida Usmani" userId="1f7d48bb-60b3-4b90-bf30-0f63161838be" providerId="ADAL" clId="{A0454E2D-6AF3-4AFE-8943-8DE083FF6926}" dt="2024-09-02T00:16:35.017" v="465" actId="1076"/>
          <ac:spMkLst>
            <pc:docMk/>
            <pc:sldMk cId="864093753" sldId="290"/>
            <ac:spMk id="4" creationId="{B2FDBE1A-6691-DAA6-D1F5-2744BC526B0E}"/>
          </ac:spMkLst>
        </pc:spChg>
        <pc:graphicFrameChg chg="add mod">
          <ac:chgData name="Fehmida Usmani" userId="1f7d48bb-60b3-4b90-bf30-0f63161838be" providerId="ADAL" clId="{A0454E2D-6AF3-4AFE-8943-8DE083FF6926}" dt="2024-09-02T00:16:45.965" v="467" actId="1076"/>
          <ac:graphicFrameMkLst>
            <pc:docMk/>
            <pc:sldMk cId="864093753" sldId="290"/>
            <ac:graphicFrameMk id="5" creationId="{094043AD-1038-DCAD-A72A-FD819D61FC97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2377125469" sldId="291"/>
        </pc:sldMkLst>
        <pc:spChg chg="mod">
          <ac:chgData name="Fehmida Usmani" userId="1f7d48bb-60b3-4b90-bf30-0f63161838be" providerId="ADAL" clId="{A0454E2D-6AF3-4AFE-8943-8DE083FF6926}" dt="2024-09-02T00:17:44.078" v="471"/>
          <ac:spMkLst>
            <pc:docMk/>
            <pc:sldMk cId="2377125469" sldId="291"/>
            <ac:spMk id="2" creationId="{F9E65ACD-1A88-6709-90C1-B9EA0C6F04C1}"/>
          </ac:spMkLst>
        </pc:spChg>
        <pc:spChg chg="del">
          <ac:chgData name="Fehmida Usmani" userId="1f7d48bb-60b3-4b90-bf30-0f63161838be" providerId="ADAL" clId="{A0454E2D-6AF3-4AFE-8943-8DE083FF6926}" dt="2024-09-02T00:17:36.561" v="470"/>
          <ac:spMkLst>
            <pc:docMk/>
            <pc:sldMk cId="2377125469" sldId="291"/>
            <ac:spMk id="3" creationId="{5E907C5F-5C64-BEA5-DEB1-E7E37AB93589}"/>
          </ac:spMkLst>
        </pc:spChg>
        <pc:spChg chg="add mod">
          <ac:chgData name="Fehmida Usmani" userId="1f7d48bb-60b3-4b90-bf30-0f63161838be" providerId="ADAL" clId="{A0454E2D-6AF3-4AFE-8943-8DE083FF6926}" dt="2024-09-02T00:17:36.561" v="470"/>
          <ac:spMkLst>
            <pc:docMk/>
            <pc:sldMk cId="2377125469" sldId="291"/>
            <ac:spMk id="4" creationId="{64C4077E-E7C7-52E3-B6FC-9DFCA503A930}"/>
          </ac:spMkLst>
        </pc:spChg>
      </pc:sldChg>
      <pc:sldChg chg="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3956318874" sldId="292"/>
        </pc:sldMkLst>
        <pc:spChg chg="mod">
          <ac:chgData name="Fehmida Usmani" userId="1f7d48bb-60b3-4b90-bf30-0f63161838be" providerId="ADAL" clId="{A0454E2D-6AF3-4AFE-8943-8DE083FF6926}" dt="2024-09-02T00:24:54.471" v="503"/>
          <ac:spMkLst>
            <pc:docMk/>
            <pc:sldMk cId="3956318874" sldId="292"/>
            <ac:spMk id="2" creationId="{055D5EB0-89F7-2AF7-E692-00D590FB3349}"/>
          </ac:spMkLst>
        </pc:spChg>
        <pc:spChg chg="mod">
          <ac:chgData name="Fehmida Usmani" userId="1f7d48bb-60b3-4b90-bf30-0f63161838be" providerId="ADAL" clId="{A0454E2D-6AF3-4AFE-8943-8DE083FF6926}" dt="2024-09-02T00:24:46.580" v="502"/>
          <ac:spMkLst>
            <pc:docMk/>
            <pc:sldMk cId="3956318874" sldId="292"/>
            <ac:spMk id="3" creationId="{A29E3E00-3F45-0F96-1E63-83B8E8514847}"/>
          </ac:spMkLst>
        </pc:spChg>
      </pc:sldChg>
      <pc:sldChg chg="addSp delSp modSp new mod">
        <pc:chgData name="Fehmida Usmani" userId="1f7d48bb-60b3-4b90-bf30-0f63161838be" providerId="ADAL" clId="{A0454E2D-6AF3-4AFE-8943-8DE083FF6926}" dt="2024-09-02T00:22:07.569" v="492" actId="5793"/>
        <pc:sldMkLst>
          <pc:docMk/>
          <pc:sldMk cId="130125925" sldId="293"/>
        </pc:sldMkLst>
        <pc:spChg chg="mod">
          <ac:chgData name="Fehmida Usmani" userId="1f7d48bb-60b3-4b90-bf30-0f63161838be" providerId="ADAL" clId="{A0454E2D-6AF3-4AFE-8943-8DE083FF6926}" dt="2024-09-02T00:21:51.890" v="478"/>
          <ac:spMkLst>
            <pc:docMk/>
            <pc:sldMk cId="130125925" sldId="293"/>
            <ac:spMk id="2" creationId="{5AEEEA9A-5EDB-D17B-1460-5E3F98A4434D}"/>
          </ac:spMkLst>
        </pc:spChg>
        <pc:spChg chg="del">
          <ac:chgData name="Fehmida Usmani" userId="1f7d48bb-60b3-4b90-bf30-0f63161838be" providerId="ADAL" clId="{A0454E2D-6AF3-4AFE-8943-8DE083FF6926}" dt="2024-09-02T00:21:39.175" v="474" actId="478"/>
          <ac:spMkLst>
            <pc:docMk/>
            <pc:sldMk cId="130125925" sldId="293"/>
            <ac:spMk id="3" creationId="{5B4073E7-6BA3-9106-7D68-022367D33CE6}"/>
          </ac:spMkLst>
        </pc:spChg>
        <pc:spChg chg="add mod">
          <ac:chgData name="Fehmida Usmani" userId="1f7d48bb-60b3-4b90-bf30-0f63161838be" providerId="ADAL" clId="{A0454E2D-6AF3-4AFE-8943-8DE083FF6926}" dt="2024-09-02T00:22:07.569" v="492" actId="5793"/>
          <ac:spMkLst>
            <pc:docMk/>
            <pc:sldMk cId="130125925" sldId="293"/>
            <ac:spMk id="4" creationId="{1A4E7601-C04D-DA9B-F0DD-8941A1A28391}"/>
          </ac:spMkLst>
        </pc:spChg>
      </pc:sldChg>
      <pc:sldChg chg="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1868821025" sldId="294"/>
        </pc:sldMkLst>
        <pc:spChg chg="mod">
          <ac:chgData name="Fehmida Usmani" userId="1f7d48bb-60b3-4b90-bf30-0f63161838be" providerId="ADAL" clId="{A0454E2D-6AF3-4AFE-8943-8DE083FF6926}" dt="2024-09-02T00:25:59.209" v="509"/>
          <ac:spMkLst>
            <pc:docMk/>
            <pc:sldMk cId="1868821025" sldId="294"/>
            <ac:spMk id="2" creationId="{E61A778B-B5ED-F169-66E0-9759EC60886A}"/>
          </ac:spMkLst>
        </pc:spChg>
        <pc:spChg chg="mod">
          <ac:chgData name="Fehmida Usmani" userId="1f7d48bb-60b3-4b90-bf30-0f63161838be" providerId="ADAL" clId="{A0454E2D-6AF3-4AFE-8943-8DE083FF6926}" dt="2024-09-02T00:25:49.697" v="507"/>
          <ac:spMkLst>
            <pc:docMk/>
            <pc:sldMk cId="1868821025" sldId="294"/>
            <ac:spMk id="3" creationId="{A81E331A-4D95-100B-DD80-8984808595B9}"/>
          </ac:spMkLst>
        </pc:spChg>
      </pc:sldChg>
      <pc:sldChg chg="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1265210014" sldId="295"/>
        </pc:sldMkLst>
        <pc:spChg chg="mod">
          <ac:chgData name="Fehmida Usmani" userId="1f7d48bb-60b3-4b90-bf30-0f63161838be" providerId="ADAL" clId="{A0454E2D-6AF3-4AFE-8943-8DE083FF6926}" dt="2024-09-02T00:26:10.753" v="511"/>
          <ac:spMkLst>
            <pc:docMk/>
            <pc:sldMk cId="1265210014" sldId="295"/>
            <ac:spMk id="2" creationId="{7DDCB06B-6331-948E-60C1-4BAE1BDB1DB4}"/>
          </ac:spMkLst>
        </pc:spChg>
        <pc:spChg chg="mod">
          <ac:chgData name="Fehmida Usmani" userId="1f7d48bb-60b3-4b90-bf30-0f63161838be" providerId="ADAL" clId="{A0454E2D-6AF3-4AFE-8943-8DE083FF6926}" dt="2024-09-02T00:27:03.454" v="513"/>
          <ac:spMkLst>
            <pc:docMk/>
            <pc:sldMk cId="1265210014" sldId="295"/>
            <ac:spMk id="3" creationId="{6C58DBF0-6656-4856-C960-18637FF3D9BE}"/>
          </ac:spMkLst>
        </pc:sp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4148304465" sldId="296"/>
        </pc:sldMkLst>
        <pc:spChg chg="mod">
          <ac:chgData name="Fehmida Usmani" userId="1f7d48bb-60b3-4b90-bf30-0f63161838be" providerId="ADAL" clId="{A0454E2D-6AF3-4AFE-8943-8DE083FF6926}" dt="2024-09-02T00:29:09.621" v="520"/>
          <ac:spMkLst>
            <pc:docMk/>
            <pc:sldMk cId="4148304465" sldId="296"/>
            <ac:spMk id="2" creationId="{97D9D8F6-BE81-B7DA-3674-ACFE809722D3}"/>
          </ac:spMkLst>
        </pc:spChg>
        <pc:spChg chg="del">
          <ac:chgData name="Fehmida Usmani" userId="1f7d48bb-60b3-4b90-bf30-0f63161838be" providerId="ADAL" clId="{A0454E2D-6AF3-4AFE-8943-8DE083FF6926}" dt="2024-09-02T00:28:21.640" v="516" actId="478"/>
          <ac:spMkLst>
            <pc:docMk/>
            <pc:sldMk cId="4148304465" sldId="296"/>
            <ac:spMk id="3" creationId="{13F94FA1-89F5-29AB-6B1F-62C7A1165A05}"/>
          </ac:spMkLst>
        </pc:spChg>
        <pc:spChg chg="add mod">
          <ac:chgData name="Fehmida Usmani" userId="1f7d48bb-60b3-4b90-bf30-0f63161838be" providerId="ADAL" clId="{A0454E2D-6AF3-4AFE-8943-8DE083FF6926}" dt="2024-09-02T00:28:27.088" v="519" actId="1076"/>
          <ac:spMkLst>
            <pc:docMk/>
            <pc:sldMk cId="4148304465" sldId="296"/>
            <ac:spMk id="4" creationId="{4A1B5C59-9CC6-4062-DCDA-8D3A43DF703D}"/>
          </ac:spMkLst>
        </pc:spChg>
      </pc:sldChg>
      <pc:sldChg chg="addSp delSp modSp new del mod ord">
        <pc:chgData name="Fehmida Usmani" userId="1f7d48bb-60b3-4b90-bf30-0f63161838be" providerId="ADAL" clId="{A0454E2D-6AF3-4AFE-8943-8DE083FF6926}" dt="2024-09-02T08:08:17.327" v="685" actId="2696"/>
        <pc:sldMkLst>
          <pc:docMk/>
          <pc:sldMk cId="1966290555" sldId="297"/>
        </pc:sldMkLst>
        <pc:spChg chg="mod">
          <ac:chgData name="Fehmida Usmani" userId="1f7d48bb-60b3-4b90-bf30-0f63161838be" providerId="ADAL" clId="{A0454E2D-6AF3-4AFE-8943-8DE083FF6926}" dt="2024-09-02T00:37:55.752" v="596" actId="20577"/>
          <ac:spMkLst>
            <pc:docMk/>
            <pc:sldMk cId="1966290555" sldId="297"/>
            <ac:spMk id="2" creationId="{E8E8D139-191C-0E67-7816-A92B12661B75}"/>
          </ac:spMkLst>
        </pc:spChg>
        <pc:spChg chg="del">
          <ac:chgData name="Fehmida Usmani" userId="1f7d48bb-60b3-4b90-bf30-0f63161838be" providerId="ADAL" clId="{A0454E2D-6AF3-4AFE-8943-8DE083FF6926}" dt="2024-09-02T00:30:48.312" v="522" actId="478"/>
          <ac:spMkLst>
            <pc:docMk/>
            <pc:sldMk cId="1966290555" sldId="297"/>
            <ac:spMk id="3" creationId="{D5FCB79A-D4CC-0344-D40D-DDE6D25D8160}"/>
          </ac:spMkLst>
        </pc:spChg>
        <pc:spChg chg="add mod">
          <ac:chgData name="Fehmida Usmani" userId="1f7d48bb-60b3-4b90-bf30-0f63161838be" providerId="ADAL" clId="{A0454E2D-6AF3-4AFE-8943-8DE083FF6926}" dt="2024-09-02T00:31:23.332" v="543" actId="1076"/>
          <ac:spMkLst>
            <pc:docMk/>
            <pc:sldMk cId="1966290555" sldId="297"/>
            <ac:spMk id="4" creationId="{D4901874-83CF-279F-B3DC-67785583FCDB}"/>
          </ac:spMkLst>
        </pc:sp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1691418705" sldId="298"/>
        </pc:sldMkLst>
        <pc:spChg chg="mod">
          <ac:chgData name="Fehmida Usmani" userId="1f7d48bb-60b3-4b90-bf30-0f63161838be" providerId="ADAL" clId="{A0454E2D-6AF3-4AFE-8943-8DE083FF6926}" dt="2024-09-02T00:32:05.374" v="546" actId="207"/>
          <ac:spMkLst>
            <pc:docMk/>
            <pc:sldMk cId="1691418705" sldId="298"/>
            <ac:spMk id="2" creationId="{6C1BB014-7AB8-BC98-8F93-B26AEC6AC3C8}"/>
          </ac:spMkLst>
        </pc:spChg>
        <pc:spChg chg="mod">
          <ac:chgData name="Fehmida Usmani" userId="1f7d48bb-60b3-4b90-bf30-0f63161838be" providerId="ADAL" clId="{A0454E2D-6AF3-4AFE-8943-8DE083FF6926}" dt="2024-09-02T00:33:36.200" v="554"/>
          <ac:spMkLst>
            <pc:docMk/>
            <pc:sldMk cId="1691418705" sldId="298"/>
            <ac:spMk id="3" creationId="{48FDDDBA-83E7-7C0A-7CF3-EAA6BBFEB156}"/>
          </ac:spMkLst>
        </pc:spChg>
        <pc:spChg chg="add del mod">
          <ac:chgData name="Fehmida Usmani" userId="1f7d48bb-60b3-4b90-bf30-0f63161838be" providerId="ADAL" clId="{A0454E2D-6AF3-4AFE-8943-8DE083FF6926}" dt="2024-09-02T00:35:46.322" v="560" actId="478"/>
          <ac:spMkLst>
            <pc:docMk/>
            <pc:sldMk cId="1691418705" sldId="298"/>
            <ac:spMk id="6" creationId="{7A8BE170-2747-B5EE-D478-45460C902A11}"/>
          </ac:spMkLst>
        </pc:spChg>
        <pc:picChg chg="add mod">
          <ac:chgData name="Fehmida Usmani" userId="1f7d48bb-60b3-4b90-bf30-0f63161838be" providerId="ADAL" clId="{A0454E2D-6AF3-4AFE-8943-8DE083FF6926}" dt="2024-09-02T00:32:58.573" v="552" actId="1076"/>
          <ac:picMkLst>
            <pc:docMk/>
            <pc:sldMk cId="1691418705" sldId="298"/>
            <ac:picMk id="4" creationId="{B22C2450-9E49-019F-E115-FEC72B15C939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843972671" sldId="299"/>
        </pc:sldMkLst>
        <pc:spChg chg="mod">
          <ac:chgData name="Fehmida Usmani" userId="1f7d48bb-60b3-4b90-bf30-0f63161838be" providerId="ADAL" clId="{A0454E2D-6AF3-4AFE-8943-8DE083FF6926}" dt="2024-09-02T00:37:49.356" v="587" actId="20577"/>
          <ac:spMkLst>
            <pc:docMk/>
            <pc:sldMk cId="843972671" sldId="299"/>
            <ac:spMk id="2" creationId="{C7AC0516-D479-D06A-1891-7B7861358E64}"/>
          </ac:spMkLst>
        </pc:spChg>
        <pc:spChg chg="del">
          <ac:chgData name="Fehmida Usmani" userId="1f7d48bb-60b3-4b90-bf30-0f63161838be" providerId="ADAL" clId="{A0454E2D-6AF3-4AFE-8943-8DE083FF6926}" dt="2024-09-02T00:36:05.601" v="563" actId="478"/>
          <ac:spMkLst>
            <pc:docMk/>
            <pc:sldMk cId="843972671" sldId="299"/>
            <ac:spMk id="3" creationId="{8A6B7E6B-1B87-1DD1-CA9F-6E52C62F3DCD}"/>
          </ac:spMkLst>
        </pc:spChg>
        <pc:spChg chg="add mod">
          <ac:chgData name="Fehmida Usmani" userId="1f7d48bb-60b3-4b90-bf30-0f63161838be" providerId="ADAL" clId="{A0454E2D-6AF3-4AFE-8943-8DE083FF6926}" dt="2024-09-02T00:36:09.832" v="565" actId="14100"/>
          <ac:spMkLst>
            <pc:docMk/>
            <pc:sldMk cId="843972671" sldId="299"/>
            <ac:spMk id="4" creationId="{ABABF8B7-E0CC-BE82-C0F5-05A69940E006}"/>
          </ac:spMkLst>
        </pc:spChg>
      </pc:sldChg>
      <pc:sldChg chg="addSp delSp 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3905784192" sldId="300"/>
        </pc:sldMkLst>
        <pc:spChg chg="mod">
          <ac:chgData name="Fehmida Usmani" userId="1f7d48bb-60b3-4b90-bf30-0f63161838be" providerId="ADAL" clId="{A0454E2D-6AF3-4AFE-8943-8DE083FF6926}" dt="2024-09-02T00:38:07.406" v="606"/>
          <ac:spMkLst>
            <pc:docMk/>
            <pc:sldMk cId="3905784192" sldId="300"/>
            <ac:spMk id="2" creationId="{BC64E37E-9199-BDE5-34E2-332FED7B6D3D}"/>
          </ac:spMkLst>
        </pc:spChg>
        <pc:spChg chg="del">
          <ac:chgData name="Fehmida Usmani" userId="1f7d48bb-60b3-4b90-bf30-0f63161838be" providerId="ADAL" clId="{A0454E2D-6AF3-4AFE-8943-8DE083FF6926}" dt="2024-09-02T00:36:31.471" v="567" actId="478"/>
          <ac:spMkLst>
            <pc:docMk/>
            <pc:sldMk cId="3905784192" sldId="300"/>
            <ac:spMk id="3" creationId="{6D561F51-CD8D-28B0-4920-606E91A6AD8A}"/>
          </ac:spMkLst>
        </pc:spChg>
        <pc:spChg chg="add mod">
          <ac:chgData name="Fehmida Usmani" userId="1f7d48bb-60b3-4b90-bf30-0f63161838be" providerId="ADAL" clId="{A0454E2D-6AF3-4AFE-8943-8DE083FF6926}" dt="2024-09-02T00:37:27.135" v="577" actId="208"/>
          <ac:spMkLst>
            <pc:docMk/>
            <pc:sldMk cId="3905784192" sldId="300"/>
            <ac:spMk id="5" creationId="{E7ACD7D4-C8B5-6A92-AD62-0428F1B75B72}"/>
          </ac:spMkLst>
        </pc:spChg>
        <pc:spChg chg="add mod">
          <ac:chgData name="Fehmida Usmani" userId="1f7d48bb-60b3-4b90-bf30-0f63161838be" providerId="ADAL" clId="{A0454E2D-6AF3-4AFE-8943-8DE083FF6926}" dt="2024-09-02T00:37:31.770" v="578" actId="208"/>
          <ac:spMkLst>
            <pc:docMk/>
            <pc:sldMk cId="3905784192" sldId="300"/>
            <ac:spMk id="6" creationId="{13794D43-BC92-C7DB-B2AB-4BF8150CA01D}"/>
          </ac:spMkLst>
        </pc:spChg>
        <pc:picChg chg="add mod">
          <ac:chgData name="Fehmida Usmani" userId="1f7d48bb-60b3-4b90-bf30-0f63161838be" providerId="ADAL" clId="{A0454E2D-6AF3-4AFE-8943-8DE083FF6926}" dt="2024-09-02T00:36:42.632" v="571" actId="14100"/>
          <ac:picMkLst>
            <pc:docMk/>
            <pc:sldMk cId="3905784192" sldId="300"/>
            <ac:picMk id="4" creationId="{9C27259E-2268-DDDC-62D0-0A76D6C179D5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1930998569" sldId="301"/>
        </pc:sldMkLst>
        <pc:spChg chg="mod">
          <ac:chgData name="Fehmida Usmani" userId="1f7d48bb-60b3-4b90-bf30-0f63161838be" providerId="ADAL" clId="{A0454E2D-6AF3-4AFE-8943-8DE083FF6926}" dt="2024-09-02T00:39:14.225" v="609"/>
          <ac:spMkLst>
            <pc:docMk/>
            <pc:sldMk cId="1930998569" sldId="301"/>
            <ac:spMk id="2" creationId="{5A21E52F-F7AF-E834-5DC5-7ED53295B1A2}"/>
          </ac:spMkLst>
        </pc:spChg>
        <pc:spChg chg="del">
          <ac:chgData name="Fehmida Usmani" userId="1f7d48bb-60b3-4b90-bf30-0f63161838be" providerId="ADAL" clId="{A0454E2D-6AF3-4AFE-8943-8DE083FF6926}" dt="2024-09-02T00:39:06.839" v="608"/>
          <ac:spMkLst>
            <pc:docMk/>
            <pc:sldMk cId="1930998569" sldId="301"/>
            <ac:spMk id="3" creationId="{B8F3C88C-61ED-EE5C-AFA9-04153B472BE2}"/>
          </ac:spMkLst>
        </pc:spChg>
        <pc:spChg chg="add mod">
          <ac:chgData name="Fehmida Usmani" userId="1f7d48bb-60b3-4b90-bf30-0f63161838be" providerId="ADAL" clId="{A0454E2D-6AF3-4AFE-8943-8DE083FF6926}" dt="2024-09-02T00:39:06.839" v="608"/>
          <ac:spMkLst>
            <pc:docMk/>
            <pc:sldMk cId="1930998569" sldId="301"/>
            <ac:spMk id="4" creationId="{8EA9C267-C780-2102-FDFA-8B728AE79002}"/>
          </ac:spMkLst>
        </pc:sp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1652612558" sldId="302"/>
        </pc:sldMkLst>
        <pc:spChg chg="mod">
          <ac:chgData name="Fehmida Usmani" userId="1f7d48bb-60b3-4b90-bf30-0f63161838be" providerId="ADAL" clId="{A0454E2D-6AF3-4AFE-8943-8DE083FF6926}" dt="2024-09-02T00:39:52.946" v="614"/>
          <ac:spMkLst>
            <pc:docMk/>
            <pc:sldMk cId="1652612558" sldId="302"/>
            <ac:spMk id="2" creationId="{C0AD5195-9A83-8E8C-5EE0-DA0EFAD07ED1}"/>
          </ac:spMkLst>
        </pc:spChg>
        <pc:spChg chg="del">
          <ac:chgData name="Fehmida Usmani" userId="1f7d48bb-60b3-4b90-bf30-0f63161838be" providerId="ADAL" clId="{A0454E2D-6AF3-4AFE-8943-8DE083FF6926}" dt="2024-09-02T00:39:39.553" v="611" actId="478"/>
          <ac:spMkLst>
            <pc:docMk/>
            <pc:sldMk cId="1652612558" sldId="302"/>
            <ac:spMk id="3" creationId="{1886EEA7-9BA0-D8D8-0C9E-44B5658DBEF5}"/>
          </ac:spMkLst>
        </pc:spChg>
        <pc:graphicFrameChg chg="add mod">
          <ac:chgData name="Fehmida Usmani" userId="1f7d48bb-60b3-4b90-bf30-0f63161838be" providerId="ADAL" clId="{A0454E2D-6AF3-4AFE-8943-8DE083FF6926}" dt="2024-09-02T00:39:46.874" v="613" actId="1076"/>
          <ac:graphicFrameMkLst>
            <pc:docMk/>
            <pc:sldMk cId="1652612558" sldId="302"/>
            <ac:graphicFrameMk id="4" creationId="{127F5A38-2AF0-31BA-A953-DA06E5DFB4AE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813142256" sldId="303"/>
        </pc:sldMkLst>
        <pc:spChg chg="mod">
          <ac:chgData name="Fehmida Usmani" userId="1f7d48bb-60b3-4b90-bf30-0f63161838be" providerId="ADAL" clId="{A0454E2D-6AF3-4AFE-8943-8DE083FF6926}" dt="2024-09-02T00:40:43.281" v="619"/>
          <ac:spMkLst>
            <pc:docMk/>
            <pc:sldMk cId="813142256" sldId="303"/>
            <ac:spMk id="2" creationId="{E183288A-01CB-0A74-01BA-736C928B817A}"/>
          </ac:spMkLst>
        </pc:spChg>
        <pc:spChg chg="del">
          <ac:chgData name="Fehmida Usmani" userId="1f7d48bb-60b3-4b90-bf30-0f63161838be" providerId="ADAL" clId="{A0454E2D-6AF3-4AFE-8943-8DE083FF6926}" dt="2024-09-02T00:40:33.003" v="616" actId="478"/>
          <ac:spMkLst>
            <pc:docMk/>
            <pc:sldMk cId="813142256" sldId="303"/>
            <ac:spMk id="3" creationId="{5987B760-E87F-2B19-BAED-98E70F3C1A4B}"/>
          </ac:spMkLst>
        </pc:spChg>
        <pc:picChg chg="add mod">
          <ac:chgData name="Fehmida Usmani" userId="1f7d48bb-60b3-4b90-bf30-0f63161838be" providerId="ADAL" clId="{A0454E2D-6AF3-4AFE-8943-8DE083FF6926}" dt="2024-09-02T00:40:36.377" v="618" actId="14100"/>
          <ac:picMkLst>
            <pc:docMk/>
            <pc:sldMk cId="813142256" sldId="303"/>
            <ac:picMk id="4" creationId="{EBC7C341-EA0D-5385-ABCA-6884162AEC8D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2262826376" sldId="304"/>
        </pc:sldMkLst>
        <pc:spChg chg="mod">
          <ac:chgData name="Fehmida Usmani" userId="1f7d48bb-60b3-4b90-bf30-0f63161838be" providerId="ADAL" clId="{A0454E2D-6AF3-4AFE-8943-8DE083FF6926}" dt="2024-09-02T00:42:15.328" v="625"/>
          <ac:spMkLst>
            <pc:docMk/>
            <pc:sldMk cId="2262826376" sldId="304"/>
            <ac:spMk id="2" creationId="{CBD8A7E8-5B96-C38A-A793-0F26196484F9}"/>
          </ac:spMkLst>
        </pc:spChg>
        <pc:spChg chg="del">
          <ac:chgData name="Fehmida Usmani" userId="1f7d48bb-60b3-4b90-bf30-0f63161838be" providerId="ADAL" clId="{A0454E2D-6AF3-4AFE-8943-8DE083FF6926}" dt="2024-09-02T00:42:00.641" v="621"/>
          <ac:spMkLst>
            <pc:docMk/>
            <pc:sldMk cId="2262826376" sldId="304"/>
            <ac:spMk id="3" creationId="{1BB51417-72EE-E663-29B4-A6B94DB8401F}"/>
          </ac:spMkLst>
        </pc:spChg>
        <pc:picChg chg="add mod">
          <ac:chgData name="Fehmida Usmani" userId="1f7d48bb-60b3-4b90-bf30-0f63161838be" providerId="ADAL" clId="{A0454E2D-6AF3-4AFE-8943-8DE083FF6926}" dt="2024-09-02T00:42:08.223" v="624" actId="14100"/>
          <ac:picMkLst>
            <pc:docMk/>
            <pc:sldMk cId="2262826376" sldId="304"/>
            <ac:picMk id="4" creationId="{B064BF0F-9386-19D3-443D-794897449C7D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3623752656" sldId="305"/>
        </pc:sldMkLst>
        <pc:spChg chg="mod">
          <ac:chgData name="Fehmida Usmani" userId="1f7d48bb-60b3-4b90-bf30-0f63161838be" providerId="ADAL" clId="{A0454E2D-6AF3-4AFE-8943-8DE083FF6926}" dt="2024-09-02T00:42:37.755" v="631"/>
          <ac:spMkLst>
            <pc:docMk/>
            <pc:sldMk cId="3623752656" sldId="305"/>
            <ac:spMk id="2" creationId="{BF197FB9-8D35-E0F0-1692-5DAFBCBF494F}"/>
          </ac:spMkLst>
        </pc:spChg>
        <pc:spChg chg="del">
          <ac:chgData name="Fehmida Usmani" userId="1f7d48bb-60b3-4b90-bf30-0f63161838be" providerId="ADAL" clId="{A0454E2D-6AF3-4AFE-8943-8DE083FF6926}" dt="2024-09-02T00:42:27.120" v="627" actId="478"/>
          <ac:spMkLst>
            <pc:docMk/>
            <pc:sldMk cId="3623752656" sldId="305"/>
            <ac:spMk id="3" creationId="{2AAC8E7E-88D9-7A0E-7A3B-F7B8E3E66B42}"/>
          </ac:spMkLst>
        </pc:spChg>
        <pc:picChg chg="add mod">
          <ac:chgData name="Fehmida Usmani" userId="1f7d48bb-60b3-4b90-bf30-0f63161838be" providerId="ADAL" clId="{A0454E2D-6AF3-4AFE-8943-8DE083FF6926}" dt="2024-09-02T00:42:31.414" v="630" actId="14100"/>
          <ac:picMkLst>
            <pc:docMk/>
            <pc:sldMk cId="3623752656" sldId="305"/>
            <ac:picMk id="4" creationId="{59F72F69-C6C7-AD84-6E34-E4610C679DE2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3794206607" sldId="306"/>
        </pc:sldMkLst>
        <pc:spChg chg="mod">
          <ac:chgData name="Fehmida Usmani" userId="1f7d48bb-60b3-4b90-bf30-0f63161838be" providerId="ADAL" clId="{A0454E2D-6AF3-4AFE-8943-8DE083FF6926}" dt="2024-09-02T00:43:18.067" v="637"/>
          <ac:spMkLst>
            <pc:docMk/>
            <pc:sldMk cId="3794206607" sldId="306"/>
            <ac:spMk id="2" creationId="{6407BCD3-937F-F5CB-C489-9CED15B4BC75}"/>
          </ac:spMkLst>
        </pc:spChg>
        <pc:spChg chg="del">
          <ac:chgData name="Fehmida Usmani" userId="1f7d48bb-60b3-4b90-bf30-0f63161838be" providerId="ADAL" clId="{A0454E2D-6AF3-4AFE-8943-8DE083FF6926}" dt="2024-09-02T00:43:05.742" v="633"/>
          <ac:spMkLst>
            <pc:docMk/>
            <pc:sldMk cId="3794206607" sldId="306"/>
            <ac:spMk id="3" creationId="{89E1444C-5E24-C65D-8B86-98A6F5D186FA}"/>
          </ac:spMkLst>
        </pc:spChg>
        <pc:picChg chg="add mod">
          <ac:chgData name="Fehmida Usmani" userId="1f7d48bb-60b3-4b90-bf30-0f63161838be" providerId="ADAL" clId="{A0454E2D-6AF3-4AFE-8943-8DE083FF6926}" dt="2024-09-02T00:43:12.099" v="636" actId="14100"/>
          <ac:picMkLst>
            <pc:docMk/>
            <pc:sldMk cId="3794206607" sldId="306"/>
            <ac:picMk id="4" creationId="{163D7C46-53C6-F5BB-8972-2733B4CD1C7F}"/>
          </ac:picMkLst>
        </pc:pic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3467445469" sldId="307"/>
        </pc:sldMkLst>
        <pc:spChg chg="mod">
          <ac:chgData name="Fehmida Usmani" userId="1f7d48bb-60b3-4b90-bf30-0f63161838be" providerId="ADAL" clId="{A0454E2D-6AF3-4AFE-8943-8DE083FF6926}" dt="2024-09-02T00:47:53.554" v="645"/>
          <ac:spMkLst>
            <pc:docMk/>
            <pc:sldMk cId="3467445469" sldId="307"/>
            <ac:spMk id="2" creationId="{4B6B5A2B-56C0-AD7B-DF99-8DE3C768065F}"/>
          </ac:spMkLst>
        </pc:spChg>
        <pc:spChg chg="del">
          <ac:chgData name="Fehmida Usmani" userId="1f7d48bb-60b3-4b90-bf30-0f63161838be" providerId="ADAL" clId="{A0454E2D-6AF3-4AFE-8943-8DE083FF6926}" dt="2024-09-02T00:47:38.924" v="642" actId="478"/>
          <ac:spMkLst>
            <pc:docMk/>
            <pc:sldMk cId="3467445469" sldId="307"/>
            <ac:spMk id="3" creationId="{E9B86262-68A3-848D-00D6-A23FE22CC701}"/>
          </ac:spMkLst>
        </pc:spChg>
        <pc:graphicFrameChg chg="add mod">
          <ac:chgData name="Fehmida Usmani" userId="1f7d48bb-60b3-4b90-bf30-0f63161838be" providerId="ADAL" clId="{A0454E2D-6AF3-4AFE-8943-8DE083FF6926}" dt="2024-09-02T00:47:47.706" v="644" actId="1076"/>
          <ac:graphicFrameMkLst>
            <pc:docMk/>
            <pc:sldMk cId="3467445469" sldId="307"/>
            <ac:graphicFrameMk id="4" creationId="{6E39EA6F-F0A8-6D8B-6337-E16BE299D77C}"/>
          </ac:graphicFrameMkLst>
        </pc:graphicFrameChg>
      </pc:sldChg>
      <pc:sldChg chg="addSp delSp modSp new mod">
        <pc:chgData name="Fehmida Usmani" userId="1f7d48bb-60b3-4b90-bf30-0f63161838be" providerId="ADAL" clId="{A0454E2D-6AF3-4AFE-8943-8DE083FF6926}" dt="2024-09-02T00:45:56.632" v="641"/>
        <pc:sldMkLst>
          <pc:docMk/>
          <pc:sldMk cId="3860510408" sldId="308"/>
        </pc:sldMkLst>
        <pc:spChg chg="mod">
          <ac:chgData name="Fehmida Usmani" userId="1f7d48bb-60b3-4b90-bf30-0f63161838be" providerId="ADAL" clId="{A0454E2D-6AF3-4AFE-8943-8DE083FF6926}" dt="2024-09-02T00:45:56.632" v="641"/>
          <ac:spMkLst>
            <pc:docMk/>
            <pc:sldMk cId="3860510408" sldId="308"/>
            <ac:spMk id="2" creationId="{33F490EE-CDC2-4B4D-28BD-38404E03F500}"/>
          </ac:spMkLst>
        </pc:spChg>
        <pc:spChg chg="del">
          <ac:chgData name="Fehmida Usmani" userId="1f7d48bb-60b3-4b90-bf30-0f63161838be" providerId="ADAL" clId="{A0454E2D-6AF3-4AFE-8943-8DE083FF6926}" dt="2024-09-02T00:45:20.300" v="640"/>
          <ac:spMkLst>
            <pc:docMk/>
            <pc:sldMk cId="3860510408" sldId="308"/>
            <ac:spMk id="3" creationId="{E38B067A-83DD-D235-8699-A092C8ADDD5E}"/>
          </ac:spMkLst>
        </pc:spChg>
        <pc:spChg chg="add mod">
          <ac:chgData name="Fehmida Usmani" userId="1f7d48bb-60b3-4b90-bf30-0f63161838be" providerId="ADAL" clId="{A0454E2D-6AF3-4AFE-8943-8DE083FF6926}" dt="2024-09-02T00:45:20.300" v="640"/>
          <ac:spMkLst>
            <pc:docMk/>
            <pc:sldMk cId="3860510408" sldId="308"/>
            <ac:spMk id="4" creationId="{AE55E2B5-18C5-7B64-350C-56637995CD6F}"/>
          </ac:spMkLst>
        </pc:spChg>
      </pc:sldChg>
      <pc:sldChg chg="addSp delSp 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1427030358" sldId="309"/>
        </pc:sldMkLst>
        <pc:spChg chg="mod">
          <ac:chgData name="Fehmida Usmani" userId="1f7d48bb-60b3-4b90-bf30-0f63161838be" providerId="ADAL" clId="{A0454E2D-6AF3-4AFE-8943-8DE083FF6926}" dt="2024-09-02T00:48:36.499" v="650"/>
          <ac:spMkLst>
            <pc:docMk/>
            <pc:sldMk cId="1427030358" sldId="309"/>
            <ac:spMk id="2" creationId="{4879F289-B988-2990-12D8-CB6066906030}"/>
          </ac:spMkLst>
        </pc:spChg>
        <pc:spChg chg="del">
          <ac:chgData name="Fehmida Usmani" userId="1f7d48bb-60b3-4b90-bf30-0f63161838be" providerId="ADAL" clId="{A0454E2D-6AF3-4AFE-8943-8DE083FF6926}" dt="2024-09-02T00:48:11.834" v="647"/>
          <ac:spMkLst>
            <pc:docMk/>
            <pc:sldMk cId="1427030358" sldId="309"/>
            <ac:spMk id="3" creationId="{C02FC6DA-4AC7-E12B-EDD1-E6AF74B6083D}"/>
          </ac:spMkLst>
        </pc:spChg>
        <pc:spChg chg="add mod">
          <ac:chgData name="Fehmida Usmani" userId="1f7d48bb-60b3-4b90-bf30-0f63161838be" providerId="ADAL" clId="{A0454E2D-6AF3-4AFE-8943-8DE083FF6926}" dt="2024-09-02T00:48:11.834" v="647"/>
          <ac:spMkLst>
            <pc:docMk/>
            <pc:sldMk cId="1427030358" sldId="309"/>
            <ac:spMk id="4" creationId="{D7A59661-0A46-14FF-9C2B-417262D11214}"/>
          </ac:spMkLst>
        </pc:spChg>
        <pc:graphicFrameChg chg="add mod">
          <ac:chgData name="Fehmida Usmani" userId="1f7d48bb-60b3-4b90-bf30-0f63161838be" providerId="ADAL" clId="{A0454E2D-6AF3-4AFE-8943-8DE083FF6926}" dt="2024-09-02T00:48:29.669" v="649" actId="1076"/>
          <ac:graphicFrameMkLst>
            <pc:docMk/>
            <pc:sldMk cId="1427030358" sldId="309"/>
            <ac:graphicFrameMk id="5" creationId="{ECD4844A-27D7-09DE-3C5F-D8BBBBDC6109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2877462743" sldId="310"/>
        </pc:sldMkLst>
        <pc:spChg chg="mod">
          <ac:chgData name="Fehmida Usmani" userId="1f7d48bb-60b3-4b90-bf30-0f63161838be" providerId="ADAL" clId="{A0454E2D-6AF3-4AFE-8943-8DE083FF6926}" dt="2024-09-02T00:49:28.978" v="655"/>
          <ac:spMkLst>
            <pc:docMk/>
            <pc:sldMk cId="2877462743" sldId="310"/>
            <ac:spMk id="2" creationId="{A7AB4227-C6D4-5796-40C9-A571FD6A3ECE}"/>
          </ac:spMkLst>
        </pc:spChg>
        <pc:spChg chg="del">
          <ac:chgData name="Fehmida Usmani" userId="1f7d48bb-60b3-4b90-bf30-0f63161838be" providerId="ADAL" clId="{A0454E2D-6AF3-4AFE-8943-8DE083FF6926}" dt="2024-09-02T00:49:27.383" v="654" actId="478"/>
          <ac:spMkLst>
            <pc:docMk/>
            <pc:sldMk cId="2877462743" sldId="310"/>
            <ac:spMk id="3" creationId="{7B84ED42-C472-D038-EEF8-967F036AD7B9}"/>
          </ac:spMkLst>
        </pc:spChg>
        <pc:graphicFrameChg chg="add mod">
          <ac:chgData name="Fehmida Usmani" userId="1f7d48bb-60b3-4b90-bf30-0f63161838be" providerId="ADAL" clId="{A0454E2D-6AF3-4AFE-8943-8DE083FF6926}" dt="2024-09-02T00:49:18.548" v="653" actId="1076"/>
          <ac:graphicFrameMkLst>
            <pc:docMk/>
            <pc:sldMk cId="2877462743" sldId="310"/>
            <ac:graphicFrameMk id="4" creationId="{402ECE83-516D-02B3-1418-AECB48DFDC3B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3004674269" sldId="311"/>
        </pc:sldMkLst>
        <pc:spChg chg="mod">
          <ac:chgData name="Fehmida Usmani" userId="1f7d48bb-60b3-4b90-bf30-0f63161838be" providerId="ADAL" clId="{A0454E2D-6AF3-4AFE-8943-8DE083FF6926}" dt="2024-09-02T00:50:23.633" v="660"/>
          <ac:spMkLst>
            <pc:docMk/>
            <pc:sldMk cId="3004674269" sldId="311"/>
            <ac:spMk id="2" creationId="{CEE5F1CB-D858-851B-8E7B-AFF52006DF36}"/>
          </ac:spMkLst>
        </pc:spChg>
        <pc:spChg chg="del">
          <ac:chgData name="Fehmida Usmani" userId="1f7d48bb-60b3-4b90-bf30-0f63161838be" providerId="ADAL" clId="{A0454E2D-6AF3-4AFE-8943-8DE083FF6926}" dt="2024-09-02T00:50:11.107" v="657" actId="478"/>
          <ac:spMkLst>
            <pc:docMk/>
            <pc:sldMk cId="3004674269" sldId="311"/>
            <ac:spMk id="3" creationId="{80587436-8806-89BF-4088-BB637F8B7D2D}"/>
          </ac:spMkLst>
        </pc:spChg>
        <pc:graphicFrameChg chg="add mod">
          <ac:chgData name="Fehmida Usmani" userId="1f7d48bb-60b3-4b90-bf30-0f63161838be" providerId="ADAL" clId="{A0454E2D-6AF3-4AFE-8943-8DE083FF6926}" dt="2024-09-02T00:50:16.858" v="659" actId="1076"/>
          <ac:graphicFrameMkLst>
            <pc:docMk/>
            <pc:sldMk cId="3004674269" sldId="311"/>
            <ac:graphicFrameMk id="4" creationId="{31AB5F98-1EC2-498B-5631-E9C155324A1B}"/>
          </ac:graphicFrameMkLst>
        </pc:graphicFrameChg>
      </pc:sldChg>
      <pc:sldChg chg="addSp delSp modSp new del mod">
        <pc:chgData name="Fehmida Usmani" userId="1f7d48bb-60b3-4b90-bf30-0f63161838be" providerId="ADAL" clId="{A0454E2D-6AF3-4AFE-8943-8DE083FF6926}" dt="2024-09-02T08:08:17.327" v="685" actId="2696"/>
        <pc:sldMkLst>
          <pc:docMk/>
          <pc:sldMk cId="501914792" sldId="312"/>
        </pc:sldMkLst>
        <pc:spChg chg="mod">
          <ac:chgData name="Fehmida Usmani" userId="1f7d48bb-60b3-4b90-bf30-0f63161838be" providerId="ADAL" clId="{A0454E2D-6AF3-4AFE-8943-8DE083FF6926}" dt="2024-09-02T00:50:36.124" v="662"/>
          <ac:spMkLst>
            <pc:docMk/>
            <pc:sldMk cId="501914792" sldId="312"/>
            <ac:spMk id="2" creationId="{85EDEC7C-4DAE-6A0B-B3E5-3D7024B81D99}"/>
          </ac:spMkLst>
        </pc:spChg>
        <pc:spChg chg="del">
          <ac:chgData name="Fehmida Usmani" userId="1f7d48bb-60b3-4b90-bf30-0f63161838be" providerId="ADAL" clId="{A0454E2D-6AF3-4AFE-8943-8DE083FF6926}" dt="2024-09-02T00:50:47.506" v="663" actId="478"/>
          <ac:spMkLst>
            <pc:docMk/>
            <pc:sldMk cId="501914792" sldId="312"/>
            <ac:spMk id="3" creationId="{4D4942DD-901D-20C7-5EDA-AFC05825FD5B}"/>
          </ac:spMkLst>
        </pc:spChg>
        <pc:graphicFrameChg chg="add mod modGraphic">
          <ac:chgData name="Fehmida Usmani" userId="1f7d48bb-60b3-4b90-bf30-0f63161838be" providerId="ADAL" clId="{A0454E2D-6AF3-4AFE-8943-8DE083FF6926}" dt="2024-09-02T00:50:55.037" v="666" actId="14100"/>
          <ac:graphicFrameMkLst>
            <pc:docMk/>
            <pc:sldMk cId="501914792" sldId="312"/>
            <ac:graphicFrameMk id="4" creationId="{C2D1619D-386B-2CBF-7FAC-8F71A19094D4}"/>
          </ac:graphicFrameMkLst>
        </pc:graphicFrameChg>
      </pc:sldChg>
      <pc:sldChg chg="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499891409" sldId="313"/>
        </pc:sldMkLst>
        <pc:spChg chg="mod">
          <ac:chgData name="Fehmida Usmani" userId="1f7d48bb-60b3-4b90-bf30-0f63161838be" providerId="ADAL" clId="{A0454E2D-6AF3-4AFE-8943-8DE083FF6926}" dt="2024-09-02T00:51:08.494" v="668"/>
          <ac:spMkLst>
            <pc:docMk/>
            <pc:sldMk cId="499891409" sldId="313"/>
            <ac:spMk id="2" creationId="{82F16906-4719-7722-67F2-279946C89B48}"/>
          </ac:spMkLst>
        </pc:spChg>
        <pc:spChg chg="mod">
          <ac:chgData name="Fehmida Usmani" userId="1f7d48bb-60b3-4b90-bf30-0f63161838be" providerId="ADAL" clId="{A0454E2D-6AF3-4AFE-8943-8DE083FF6926}" dt="2024-09-02T00:51:29.521" v="670"/>
          <ac:spMkLst>
            <pc:docMk/>
            <pc:sldMk cId="499891409" sldId="313"/>
            <ac:spMk id="3" creationId="{6FA408CA-D36A-199C-2358-C23B36B4814D}"/>
          </ac:spMkLst>
        </pc:spChg>
      </pc:sldChg>
      <pc:sldChg chg="modSp new del mod modAnim">
        <pc:chgData name="Fehmida Usmani" userId="1f7d48bb-60b3-4b90-bf30-0f63161838be" providerId="ADAL" clId="{A0454E2D-6AF3-4AFE-8943-8DE083FF6926}" dt="2024-09-02T08:08:17.327" v="685" actId="2696"/>
        <pc:sldMkLst>
          <pc:docMk/>
          <pc:sldMk cId="4206275191" sldId="314"/>
        </pc:sldMkLst>
        <pc:spChg chg="mod">
          <ac:chgData name="Fehmida Usmani" userId="1f7d48bb-60b3-4b90-bf30-0f63161838be" providerId="ADAL" clId="{A0454E2D-6AF3-4AFE-8943-8DE083FF6926}" dt="2024-09-02T00:52:09.751" v="674"/>
          <ac:spMkLst>
            <pc:docMk/>
            <pc:sldMk cId="4206275191" sldId="314"/>
            <ac:spMk id="2" creationId="{8FA0C927-5E80-CE09-D6B5-C3C35A8D1E28}"/>
          </ac:spMkLst>
        </pc:spChg>
        <pc:spChg chg="mod">
          <ac:chgData name="Fehmida Usmani" userId="1f7d48bb-60b3-4b90-bf30-0f63161838be" providerId="ADAL" clId="{A0454E2D-6AF3-4AFE-8943-8DE083FF6926}" dt="2024-09-02T00:52:52.634" v="675"/>
          <ac:spMkLst>
            <pc:docMk/>
            <pc:sldMk cId="4206275191" sldId="314"/>
            <ac:spMk id="3" creationId="{A2119519-5204-62F3-7FFE-E0F8608B6360}"/>
          </ac:spMkLst>
        </pc:spChg>
      </pc:sldChg>
      <pc:sldChg chg="modSp add mod">
        <pc:chgData name="Fehmida Usmani" userId="1f7d48bb-60b3-4b90-bf30-0f63161838be" providerId="ADAL" clId="{A0454E2D-6AF3-4AFE-8943-8DE083FF6926}" dt="2024-09-02T08:08:45.583" v="687" actId="20577"/>
        <pc:sldMkLst>
          <pc:docMk/>
          <pc:sldMk cId="2059971297" sldId="315"/>
        </pc:sldMkLst>
        <pc:spChg chg="mod">
          <ac:chgData name="Fehmida Usmani" userId="1f7d48bb-60b3-4b90-bf30-0f63161838be" providerId="ADAL" clId="{A0454E2D-6AF3-4AFE-8943-8DE083FF6926}" dt="2024-09-02T08:08:45.583" v="687" actId="20577"/>
          <ac:spMkLst>
            <pc:docMk/>
            <pc:sldMk cId="2059971297" sldId="315"/>
            <ac:spMk id="8" creationId="{4AA6C14E-444A-E20F-4DFC-2A4BD236BB0A}"/>
          </ac:spMkLst>
        </pc:spChg>
      </pc:sldChg>
      <pc:sldChg chg="modSp new del">
        <pc:chgData name="Fehmida Usmani" userId="1f7d48bb-60b3-4b90-bf30-0f63161838be" providerId="ADAL" clId="{A0454E2D-6AF3-4AFE-8943-8DE083FF6926}" dt="2024-09-02T00:53:29.645" v="679" actId="47"/>
        <pc:sldMkLst>
          <pc:docMk/>
          <pc:sldMk cId="2987961150" sldId="315"/>
        </pc:sldMkLst>
        <pc:spChg chg="mod">
          <ac:chgData name="Fehmida Usmani" userId="1f7d48bb-60b3-4b90-bf30-0f63161838be" providerId="ADAL" clId="{A0454E2D-6AF3-4AFE-8943-8DE083FF6926}" dt="2024-09-02T00:53:05.878" v="678"/>
          <ac:spMkLst>
            <pc:docMk/>
            <pc:sldMk cId="2987961150" sldId="315"/>
            <ac:spMk id="2" creationId="{301094EF-DA1A-FA5B-CD1F-E06C18310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DCE14-365D-408C-B20F-088F5E8BC0DE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DB8902-9EC2-4F51-806C-E59FF5BD1A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7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DB8902-9EC2-4F51-806C-E59FF5BD1AA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23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DBAF-1713-9468-3058-CEBB965A7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ACB8F-8D8D-D609-810C-D35D16A3B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AFEC0-E6D2-8D2E-A251-14A752192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A8AD-0151-B623-F185-26135B99E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575702-D745-E175-FE1A-60F522D5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11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EB37-91BF-73C4-F399-5FBC1644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F9E92-AF36-52E8-3794-019C5B1C5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84135-B84F-25FA-0395-7FC18A7C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E27E6-A073-09D7-99F2-52ED501F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DB0CD-D0BE-6E29-EA09-1F5B0530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91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B3EC1-3A62-AE6A-A273-AF19BD7CB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CDF4F6-08DD-9AC0-1AA0-2DBA09FE5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217C5-1267-CE11-AD83-8CAB4B0A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2A29C-01B9-77AD-8AAF-1BB05D821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1E74E-25BD-C2F6-02C0-74B986A6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3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744C2-C2E4-F80E-5E9F-96300612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B2C0A-F961-F17F-0FD8-CBA0A1405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71817E-3880-243A-0BFF-8D85D1EBB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E3A118-CEEC-3E24-E544-03698C87F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49499-0ABC-EE24-9586-AE17914BA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A53A3-67B1-B205-F66D-6505649F3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8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6F8BB-6D6A-3065-1CC9-1F86849E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EE333-76A4-B1BE-C0C0-438838988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F112E-0A7F-35E6-74B3-0AF8EE000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448CCB-CAAF-73CD-5E6D-BCF84EC02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283705-75AF-F042-3F1F-BB8A74271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4D951-E180-0A42-5EFE-C3A8012C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48CB1-8AD0-BB60-528A-CF65F811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3CB00-379E-CB1D-3D2F-66717E8D2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7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51E5C-392C-8348-7043-216AA6F7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A0273-9D85-6570-83B4-2B0AF1FE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B56E3-2A44-76B6-FE83-2E80D5DD8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F628C-1279-671D-225D-983B9DA5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93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73F6FD-B487-4EF6-7F01-6653F4000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58DA39-63E2-8FE0-8FE1-175BF5D54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747D1-9F3A-5CF7-5AEA-1A4191FB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1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0F033-4BF7-910D-DCD8-D1A914322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29236-A440-F971-1B0A-9DAF0D0B6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E1BE8-F590-288F-0BC4-FC01BB6AF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062BF-5D9E-569A-8700-4F2F7064B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99AAA-B5DB-AAF0-C7CE-017B161FA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2BFB9-D2B5-EF74-D990-613EBDFC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537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0F0A4-1185-9DC4-546B-498FF8C84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AB165-164A-68C2-5AB0-5A777F631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597D9-A394-E166-811A-710512446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37503-ADAB-7895-8A13-2F17B263C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D7D26-4EEE-2D87-F89E-42DC082F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16E34-1683-4645-1A87-76F1FAA0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66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39015-1EB5-83DC-EC79-71C4D9D9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2F4BF-EB16-8E16-B5D0-DC0C39F90D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93BA1-53BC-577D-4351-A4A176817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15069-874C-B0BB-4239-ADE22ED9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7C62F-F175-F5D3-9150-E7ED9D88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48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7EE9D6-A02C-3793-8D78-9627EAE12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C2EAC-BBE6-39AD-7590-276FD3621C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70154-099A-DD35-89D0-61ED3BDA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DE67F-BA69-9E01-C727-631C6F00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39BA9-BFBE-082A-7B34-44B08FEA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23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E98DC4-83FA-88AB-D1F6-755CE9D8F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C298F-04B3-4431-C020-21B4DF957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503BB-0333-956E-7AC7-DCF4A44F8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0577C-56AE-4FC5-A897-D4DB96B7E297}" type="datetimeFigureOut">
              <a:rPr lang="en-US" smtClean="0"/>
              <a:t>9/2/2024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91966-5346-B682-2A2A-3379F318B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DA33D-6D8B-3A0E-6996-8E806CBCC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07F0B-D66E-4E44-8190-AB301E4E2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15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6;p13">
            <a:extLst>
              <a:ext uri="{FF2B5EF4-FFF2-40B4-BE49-F238E27FC236}">
                <a16:creationId xmlns:a16="http://schemas.microsoft.com/office/drawing/2014/main" id="{10D37D5E-7F81-AFB2-896C-680ABF7E96C1}"/>
              </a:ext>
            </a:extLst>
          </p:cNvPr>
          <p:cNvSpPr txBox="1">
            <a:spLocks/>
          </p:cNvSpPr>
          <p:nvPr/>
        </p:nvSpPr>
        <p:spPr>
          <a:xfrm>
            <a:off x="4075834" y="1334823"/>
            <a:ext cx="7688100" cy="1664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3032FB-F200-E1DC-7917-01517F6E864B}"/>
              </a:ext>
            </a:extLst>
          </p:cNvPr>
          <p:cNvSpPr txBox="1"/>
          <p:nvPr/>
        </p:nvSpPr>
        <p:spPr>
          <a:xfrm>
            <a:off x="5357352" y="2414748"/>
            <a:ext cx="609845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CS-1005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GCR: e2d2awt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A6C14E-444A-E20F-4DFC-2A4BD236BB0A}"/>
              </a:ext>
            </a:extLst>
          </p:cNvPr>
          <p:cNvSpPr txBox="1"/>
          <p:nvPr/>
        </p:nvSpPr>
        <p:spPr>
          <a:xfrm>
            <a:off x="3240959" y="4188231"/>
            <a:ext cx="60984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dirty="0">
                <a:latin typeface="Times New Roman" panose="02020603050405020304" pitchFamily="18" charset="0"/>
                <a:ea typeface="Raleway"/>
                <a:cs typeface="Times New Roman" panose="02020603050405020304" pitchFamily="18" charset="0"/>
                <a:sym typeface="Raleway"/>
              </a:rPr>
              <a:t>Lecture-5</a:t>
            </a:r>
          </a:p>
        </p:txBody>
      </p:sp>
    </p:spTree>
    <p:extLst>
      <p:ext uri="{BB962C8B-B14F-4D97-AF65-F5344CB8AC3E}">
        <p14:creationId xmlns:p14="http://schemas.microsoft.com/office/powerpoint/2010/main" val="205997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2801-C106-BF1E-36E7-62D01EBF3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3BDD40-C0E0-6033-B68D-5E8AB8023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is the study of the principles and methods that distinguishes between a valid and an invalid argument.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Logic: the science of reasoning, how to derive conclusion from premises in a valid way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Premises  and Conclusion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assertion at the end of the sequence is called the conclusion, and the preceding statements are called premises.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Jane is math major or Jane is computer science major then Jane will take math 150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5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0374F-3982-0D60-9014-1FF8A4D6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CAE65-A754-8352-B52F-5A0203F51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Applications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5AEB71-7C25-A612-3E97-68CE3718A5A0}"/>
              </a:ext>
            </a:extLst>
          </p:cNvPr>
          <p:cNvSpPr txBox="1">
            <a:spLocks/>
          </p:cNvSpPr>
          <p:nvPr/>
        </p:nvSpPr>
        <p:spPr>
          <a:xfrm>
            <a:off x="678426" y="2322871"/>
            <a:ext cx="11513574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 proving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correctness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(Relational Algebra and calculus)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01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A9AC4-4C73-3AC6-DF9D-80C15CB1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-136320"/>
            <a:ext cx="10515600" cy="1325563"/>
          </a:xfrm>
        </p:spPr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A9846A-BEAE-D352-7B7A-CF6674C49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27906"/>
            <a:ext cx="11430000" cy="4876800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proposition is a declarative statement that is either TRUE or FALSE, but not both.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+ 2 = 4.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Lahore is the capital of Pakistan.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Sunday today.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 is student of this class.</a:t>
            </a:r>
            <a:endParaRPr lang="en-US" sz="2800" dirty="0">
              <a:latin typeface="Times New Roman" panose="02020603050405020304" pitchFamily="18" charset="0"/>
              <a:ea typeface="ＭＳ Ｐゴシック" pitchFamily="1" charset="-128"/>
              <a:cs typeface="Times New Roman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Example 2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What time is it?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X + 1 = 2.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Close the door.</a:t>
            </a:r>
          </a:p>
          <a:p>
            <a:pPr lvl="3"/>
            <a:r>
              <a:rPr lang="en-US" sz="2800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Read this carefully.</a:t>
            </a:r>
          </a:p>
        </p:txBody>
      </p:sp>
    </p:spTree>
    <p:extLst>
      <p:ext uri="{BB962C8B-B14F-4D97-AF65-F5344CB8AC3E}">
        <p14:creationId xmlns:p14="http://schemas.microsoft.com/office/powerpoint/2010/main" val="833036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CCF22-DFA2-9791-C54D-B2259900F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9389B0-3BDF-458E-5018-6D5FC8475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312013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 are used to denote propositional variables, to symbolically represent propositions.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 used for this purpose are  p, q, r, s,………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propositional can have one of two values: true (T) or false (F).</a:t>
            </a:r>
          </a:p>
          <a:p>
            <a:pPr lvl="2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2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“Islamabad is the capital of Pakistan” </a:t>
            </a:r>
          </a:p>
          <a:p>
            <a:pPr lvl="2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“17 is divisible by 3” </a:t>
            </a:r>
          </a:p>
          <a:p>
            <a:pPr lvl="2"/>
            <a:endParaRPr lang="en-US" dirty="0">
              <a:cs typeface="Times New Roman" pitchFamily="18" charset="0"/>
            </a:endParaRPr>
          </a:p>
          <a:p>
            <a:pPr marL="54864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768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EEA9A-5EDB-D17B-1460-5E3F98A44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4E7601-C04D-DA9B-F0DD-8941A1A28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142" y="1981200"/>
            <a:ext cx="10515600" cy="48768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Applications</a:t>
            </a:r>
          </a:p>
          <a:p>
            <a:r>
              <a:rPr lang="en-US" dirty="0"/>
              <a:t>Translating English sentences (Formalization)</a:t>
            </a:r>
          </a:p>
          <a:p>
            <a:r>
              <a:rPr lang="en-US" dirty="0"/>
              <a:t>System Specifications</a:t>
            </a:r>
          </a:p>
          <a:p>
            <a:r>
              <a:rPr lang="en-US" dirty="0"/>
              <a:t>Boolean Searches </a:t>
            </a:r>
          </a:p>
          <a:p>
            <a:r>
              <a:rPr lang="en-US" dirty="0"/>
              <a:t>Logic circuits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25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5EE04-1517-5FE0-FAC0-0E0FD0C7A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12157E4-D8BD-E2AE-C540-DD1003976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23523" cy="4876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area of logic that deals with propositions is called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Calculus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Propositions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constructed by combining one or more propositions using logical operators (connectives).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“3 + 2 = 5”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“Lahore is a city in Pakistan”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grass is green”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 It is hot today” 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65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520A-7DD3-12E9-14BC-13DF96EC3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B2B3313-50F6-0AB4-42C4-A13E1C8A77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877961"/>
            <a:ext cx="73152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570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973A-302F-BFF5-297B-69D21C0C8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0505273-7BC7-F5B4-A9FE-F22CB1D990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2182761"/>
            <a:ext cx="10798277" cy="4310114"/>
          </a:xfrm>
        </p:spPr>
      </p:pic>
    </p:spTree>
    <p:extLst>
      <p:ext uri="{BB962C8B-B14F-4D97-AF65-F5344CB8AC3E}">
        <p14:creationId xmlns:p14="http://schemas.microsoft.com/office/powerpoint/2010/main" val="3254194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3269-326B-66EE-6540-3DA3D97C8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CBADAAE-65AE-6DAD-BE56-657C057A9B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77" y="1961535"/>
            <a:ext cx="10250129" cy="4704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3832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CC72D-5EDF-2F26-12CD-31E9E32B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F39697C-226A-CC19-8AF9-A0A60F890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523999"/>
            <a:ext cx="10949756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004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D52F-CD6B-CC00-CDA2-B77E097CB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561DA8-C963-B143-C543-9A3354F3A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994" y="2123768"/>
            <a:ext cx="7594600" cy="4009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023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F83D-08C6-82FD-EA44-54F23AB0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98E1C-578C-B982-5071-EDA5E1127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1" y="1690688"/>
            <a:ext cx="10734369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233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B050-F923-C218-6F72-19B269A48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9ED9A0B-4604-B480-A216-BAF5806C3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799" y="1919288"/>
            <a:ext cx="10876935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31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4E82-17D0-35C6-7FC8-EDCC9BE7C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D633E636-476B-50EB-B917-00C82C7A3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8207" y="1814053"/>
            <a:ext cx="11459496" cy="450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777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90EE-CDC2-4B4D-28BD-38404E03F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55E2B5-18C5-7B64-350C-56637995C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or is used in its exclusive sense, the statement “p or q” means “p or q but not both” or “p or q and not p and q” which translates into symbols as:</a:t>
            </a:r>
          </a:p>
          <a:p>
            <a:r>
              <a:rPr lang="en-US" b="1" dirty="0"/>
              <a:t>(p </a:t>
            </a:r>
            <a:r>
              <a:rPr lang="en-US" b="1" dirty="0">
                <a:sym typeface="Symbol" panose="05050102010706020507" pitchFamily="18" charset="2"/>
              </a:rPr>
              <a:t></a:t>
            </a:r>
            <a:r>
              <a:rPr lang="en-US" b="1" dirty="0"/>
              <a:t> q) </a:t>
            </a:r>
            <a:r>
              <a:rPr lang="en-US" b="1" dirty="0">
                <a:sym typeface="Symbol" panose="05050102010706020507" pitchFamily="18" charset="2"/>
              </a:rPr>
              <a:t></a:t>
            </a:r>
            <a:r>
              <a:rPr lang="en-US" b="1" dirty="0"/>
              <a:t> ~ (p </a:t>
            </a:r>
            <a:r>
              <a:rPr lang="en-US" b="1" dirty="0">
                <a:sym typeface="Symbol" panose="05050102010706020507" pitchFamily="18" charset="2"/>
              </a:rPr>
              <a:t></a:t>
            </a:r>
            <a:r>
              <a:rPr lang="en-US" b="1" dirty="0"/>
              <a:t> q)</a:t>
            </a:r>
            <a:endParaRPr lang="en-US" dirty="0"/>
          </a:p>
          <a:p>
            <a:r>
              <a:rPr lang="en-US" dirty="0"/>
              <a:t>Which is abbreviated as:</a:t>
            </a:r>
          </a:p>
          <a:p>
            <a:r>
              <a:rPr lang="en-US" b="1" dirty="0"/>
              <a:t>p </a:t>
            </a:r>
            <a:r>
              <a:rPr lang="en-US" b="1" dirty="0">
                <a:sym typeface="Symbol" panose="05050102010706020507" pitchFamily="18" charset="2"/>
              </a:rPr>
              <a:t></a:t>
            </a:r>
            <a:r>
              <a:rPr lang="en-US" b="1" dirty="0"/>
              <a:t> q</a:t>
            </a:r>
            <a:r>
              <a:rPr lang="en-US" dirty="0"/>
              <a:t> </a:t>
            </a:r>
          </a:p>
          <a:p>
            <a:r>
              <a:rPr lang="en-US" dirty="0"/>
              <a:t>or  </a:t>
            </a:r>
            <a:r>
              <a:rPr lang="en-US" b="1" dirty="0"/>
              <a:t>p XOR q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510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C972B-2BA5-04C5-6D1F-5AF12EE11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AC3463B-A629-3AE2-C08B-DF3E257865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031794" cy="4876800"/>
              </a:xfrm>
            </p:spPr>
            <p:txBody>
              <a:bodyPr/>
              <a:lstStyle/>
              <a:p>
                <a:r>
                  <a:rPr lang="en-US" dirty="0"/>
                  <a:t>Symbol: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⊕</m:t>
                    </m:r>
                  </m:oMath>
                </a14:m>
                <a:endParaRPr lang="en-US" dirty="0"/>
              </a:p>
              <a:p>
                <a:r>
                  <a:rPr lang="en-US" dirty="0">
                    <a:cs typeface="Times New Roman" pitchFamily="18" charset="0"/>
                  </a:rPr>
                  <a:t>Let p and q be propositions. The exclusive or of p and q, denoted by </a:t>
                </a:r>
                <a:r>
                  <a:rPr lang="en-US" dirty="0"/>
                  <a:t>p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⊕</m:t>
                    </m:r>
                  </m:oMath>
                </a14:m>
                <a:r>
                  <a:rPr lang="en-US" dirty="0"/>
                  <a:t> q </a:t>
                </a:r>
                <a:r>
                  <a:rPr lang="en-US" dirty="0">
                    <a:cs typeface="Times New Roman" pitchFamily="18" charset="0"/>
                  </a:rPr>
                  <a:t>, is the proposition that </a:t>
                </a:r>
                <a:r>
                  <a:rPr lang="en-US" dirty="0"/>
                  <a:t>is true when exactly one of p and q is true and is false, and false otherwise.</a:t>
                </a:r>
              </a:p>
              <a:p>
                <a:r>
                  <a:rPr lang="en-US" dirty="0"/>
                  <a:t>Truth Table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AC3463B-A629-3AE2-C08B-DF3E257865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031794" cy="4876800"/>
              </a:xfrm>
              <a:blipFill>
                <a:blip r:embed="rId2"/>
                <a:stretch>
                  <a:fillRect l="-994" t="-2250" r="-1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8F0F21F-096C-8D31-D6CF-A46DCD2309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124858"/>
                  </p:ext>
                </p:extLst>
              </p:nvPr>
            </p:nvGraphicFramePr>
            <p:xfrm>
              <a:off x="3810000" y="4513006"/>
              <a:ext cx="4572000" cy="1854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smtClean="0">
                                  <a:latin typeface="Cambria Math"/>
                                </a:rPr>
                                <m:t>⊕</m:t>
                              </m:r>
                            </m:oMath>
                          </a14:m>
                          <a:r>
                            <a:rPr lang="en-US" dirty="0"/>
                            <a:t> 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C8F0F21F-096C-8D31-D6CF-A46DCD23091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0124858"/>
                  </p:ext>
                </p:extLst>
              </p:nvPr>
            </p:nvGraphicFramePr>
            <p:xfrm>
              <a:off x="3810000" y="4513006"/>
              <a:ext cx="4572000" cy="18542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0800" t="-8197" r="-2000" b="-4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939366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FE77-002A-ED91-E48D-998FAE15E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A424D1-7D14-550F-F26F-5AFB928B2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676131"/>
            <a:ext cx="10955594" cy="4876800"/>
          </a:xfrm>
        </p:spPr>
        <p:txBody>
          <a:bodyPr>
            <a:normAutofit lnSpcReduction="10000"/>
          </a:bodyPr>
          <a:lstStyle/>
          <a:p>
            <a:r>
              <a:rPr lang="en-US" i="1" dirty="0">
                <a:latin typeface="+mj-lt"/>
                <a:cs typeface="Times New Roman" pitchFamily="18" charset="0"/>
              </a:rPr>
              <a:t>p</a:t>
            </a:r>
            <a:r>
              <a:rPr lang="en-US" i="1" dirty="0"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</a:t>
            </a:r>
            <a:r>
              <a:rPr lang="en-US" i="1" dirty="0">
                <a:latin typeface="+mj-lt"/>
                <a:cs typeface="Times New Roman" pitchFamily="18" charset="0"/>
                <a:sym typeface="Symbol" pitchFamily="18" charset="2"/>
              </a:rPr>
              <a:t> </a:t>
            </a:r>
            <a:r>
              <a:rPr lang="en-US" i="1" dirty="0">
                <a:latin typeface="+mj-lt"/>
                <a:cs typeface="Times New Roman" pitchFamily="18" charset="0"/>
              </a:rPr>
              <a:t>q</a:t>
            </a:r>
            <a:r>
              <a:rPr lang="en-US" dirty="0">
                <a:latin typeface="+mj-lt"/>
                <a:cs typeface="Times New Roman" pitchFamily="18" charset="0"/>
              </a:rPr>
              <a:t> corresponds to English “if </a:t>
            </a:r>
            <a:r>
              <a:rPr lang="en-US" i="1" dirty="0">
                <a:latin typeface="+mj-lt"/>
                <a:cs typeface="Times New Roman" pitchFamily="18" charset="0"/>
              </a:rPr>
              <a:t>p</a:t>
            </a:r>
            <a:r>
              <a:rPr lang="en-US" dirty="0">
                <a:latin typeface="+mj-lt"/>
                <a:cs typeface="Times New Roman" pitchFamily="18" charset="0"/>
              </a:rPr>
              <a:t> then </a:t>
            </a:r>
            <a:r>
              <a:rPr lang="en-US" i="1" dirty="0">
                <a:latin typeface="+mj-lt"/>
                <a:cs typeface="Times New Roman" pitchFamily="18" charset="0"/>
              </a:rPr>
              <a:t>q,</a:t>
            </a:r>
            <a:r>
              <a:rPr lang="en-US" dirty="0">
                <a:latin typeface="+mj-lt"/>
                <a:cs typeface="Times New Roman" pitchFamily="18" charset="0"/>
              </a:rPr>
              <a:t>” or “</a:t>
            </a:r>
            <a:r>
              <a:rPr lang="en-US" i="1" dirty="0">
                <a:latin typeface="+mj-lt"/>
                <a:cs typeface="Times New Roman" pitchFamily="18" charset="0"/>
              </a:rPr>
              <a:t>p </a:t>
            </a:r>
            <a:r>
              <a:rPr lang="en-US" dirty="0">
                <a:latin typeface="+mj-lt"/>
                <a:cs typeface="Times New Roman" pitchFamily="18" charset="0"/>
              </a:rPr>
              <a:t>implies</a:t>
            </a:r>
            <a:r>
              <a:rPr lang="en-US" i="1" dirty="0">
                <a:latin typeface="+mj-lt"/>
                <a:cs typeface="Times New Roman" pitchFamily="18" charset="0"/>
              </a:rPr>
              <a:t> q</a:t>
            </a:r>
            <a:r>
              <a:rPr lang="en-US" dirty="0">
                <a:latin typeface="+mj-lt"/>
                <a:cs typeface="Times New Roman" pitchFamily="18" charset="0"/>
              </a:rPr>
              <a:t>.”</a:t>
            </a:r>
          </a:p>
          <a:p>
            <a:r>
              <a:rPr lang="en-US" dirty="0">
                <a:latin typeface="+mj-lt"/>
                <a:cs typeface="Times New Roman" pitchFamily="18" charset="0"/>
              </a:rPr>
              <a:t>Symbol: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</a:t>
            </a:r>
            <a:endParaRPr lang="en-US" dirty="0">
              <a:latin typeface="+mj-lt"/>
              <a:cs typeface="Times New Roman" pitchFamily="18" charset="0"/>
            </a:endParaRPr>
          </a:p>
          <a:p>
            <a:r>
              <a:rPr lang="en-US" dirty="0">
                <a:latin typeface="+mj-lt"/>
                <a:cs typeface="Times New Roman" pitchFamily="18" charset="0"/>
              </a:rPr>
              <a:t>The implication p </a:t>
            </a:r>
            <a:r>
              <a:rPr lang="en-US" sz="1800" dirty="0">
                <a:cs typeface="Times New Roman" pitchFamily="18" charset="0"/>
                <a:sym typeface="Symbol" pitchFamily="18" charset="2"/>
              </a:rPr>
              <a:t>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q is the proposition that is false when p is true and q is false, and true otherwise.</a:t>
            </a:r>
          </a:p>
          <a:p>
            <a:endParaRPr lang="en-US" dirty="0">
              <a:latin typeface="+mj-lt"/>
              <a:sym typeface="Symbol" pitchFamily="18" charset="2"/>
            </a:endParaRPr>
          </a:p>
          <a:p>
            <a:pPr marL="0" indent="0">
              <a:buNone/>
            </a:pPr>
            <a:r>
              <a:rPr lang="en-US" sz="2800" i="1" dirty="0">
                <a:cs typeface="Times New Roman" pitchFamily="18" charset="0"/>
                <a:sym typeface="Symbol" pitchFamily="18" charset="2"/>
              </a:rPr>
              <a:t>                                                                                      p → q</a:t>
            </a:r>
          </a:p>
          <a:p>
            <a:endParaRPr lang="en-US" dirty="0">
              <a:latin typeface="+mj-lt"/>
              <a:cs typeface="Times New Roman" pitchFamily="18" charset="0"/>
              <a:sym typeface="Symbol" pitchFamily="18" charset="2"/>
            </a:endParaRPr>
          </a:p>
          <a:p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Examples</a:t>
            </a:r>
          </a:p>
          <a:p>
            <a:pPr lvl="1"/>
            <a:r>
              <a:rPr lang="en-US" dirty="0">
                <a:cs typeface="Times New Roman" pitchFamily="18" charset="0"/>
              </a:rPr>
              <a:t>If it is raining then it is cloudy.</a:t>
            </a:r>
          </a:p>
          <a:p>
            <a:pPr lvl="1"/>
            <a:r>
              <a:rPr lang="en-US" dirty="0">
                <a:cs typeface="Times New Roman" pitchFamily="18" charset="0"/>
              </a:rPr>
              <a:t>If you get 100%  on the final, then you will get an A.</a:t>
            </a:r>
          </a:p>
          <a:p>
            <a:pPr lvl="1"/>
            <a:r>
              <a:rPr lang="en-US" dirty="0">
                <a:cs typeface="Times New Roman" pitchFamily="18" charset="0"/>
              </a:rPr>
              <a:t>If </a:t>
            </a:r>
            <a:r>
              <a:rPr lang="en-US" i="1" dirty="0">
                <a:cs typeface="Times New Roman" pitchFamily="18" charset="0"/>
              </a:rPr>
              <a:t>p</a:t>
            </a:r>
            <a:r>
              <a:rPr lang="en-US" dirty="0">
                <a:cs typeface="Times New Roman" pitchFamily="18" charset="0"/>
              </a:rPr>
              <a:t> then 2+2 = 4.</a:t>
            </a:r>
            <a:endParaRPr lang="en-US" dirty="0">
              <a:cs typeface="Times New Roman" pitchFamily="18" charset="0"/>
              <a:sym typeface="Symbol" pitchFamily="18" charset="2"/>
            </a:endParaRPr>
          </a:p>
          <a:p>
            <a:pPr marL="0" indent="0">
              <a:buNone/>
            </a:pPr>
            <a:endParaRPr lang="en-US" dirty="0"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Line 4">
            <a:extLst>
              <a:ext uri="{FF2B5EF4-FFF2-40B4-BE49-F238E27FC236}">
                <a16:creationId xmlns:a16="http://schemas.microsoft.com/office/drawing/2014/main" id="{775B944D-364D-FECC-23B8-CFC83C70F3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95886" y="4142957"/>
            <a:ext cx="0" cy="685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2E8321B8-618A-239D-C516-3EA36B37758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593759" y="4142957"/>
            <a:ext cx="1014407" cy="685800"/>
          </a:xfrm>
          <a:prstGeom prst="line">
            <a:avLst/>
          </a:prstGeom>
          <a:noFill/>
          <a:ln w="25400">
            <a:solidFill>
              <a:srgbClr val="C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B5D9A954-9A53-8AE5-5F11-3B0CB64A4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638" y="4828757"/>
            <a:ext cx="22752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Hypothesis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23011E47-26F9-B45A-3393-39963E937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6767" y="4830785"/>
            <a:ext cx="22773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ctr"/>
            <a:r>
              <a:rPr lang="en-US" dirty="0">
                <a:solidFill>
                  <a:srgbClr val="C00000"/>
                </a:solidFill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06057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81C2A-C326-434E-9682-98EC3670D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7BDE1F-C41A-3AD8-1885-8FBBACE57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127575"/>
              </p:ext>
            </p:extLst>
          </p:nvPr>
        </p:nvGraphicFramePr>
        <p:xfrm>
          <a:off x="2286000" y="2654710"/>
          <a:ext cx="7624917" cy="28570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sym typeface="Symbol" pitchFamily="18" charset="2"/>
                        </a:rPr>
                        <a:t>p</a:t>
                      </a:r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sym typeface="Symbol" pitchFamily="18" charset="2"/>
                        </a:rPr>
                        <a:t> 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sym typeface="Symbol" pitchFamily="18" charset="2"/>
                        </a:rPr>
                        <a:t> </a:t>
                      </a:r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4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453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D156-3320-174E-A543-FE77ED602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7A421E9-FB66-B9E5-EBE6-0D2E1B45D2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11267768" cy="48768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Example</a:t>
                </a:r>
              </a:p>
              <a:p>
                <a:pPr marL="0" indent="0">
                  <a:buNone/>
                </a:pPr>
                <a:r>
                  <a:rPr lang="en-US" dirty="0"/>
                  <a:t>Let p = “Students who have taken calculus can take 	this class.”</a:t>
                </a:r>
              </a:p>
              <a:p>
                <a:pPr marL="0" indent="0">
                  <a:buNone/>
                </a:pPr>
                <a:r>
                  <a:rPr lang="en-US" dirty="0"/>
                  <a:t>and q = “Students who have taken computer science 	can take this class.”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cs typeface="Times New Roman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∨</m:t>
                    </m:r>
                  </m:oMath>
                </a14:m>
                <a:r>
                  <a:rPr lang="en-US" dirty="0">
                    <a:cs typeface="Times New Roman" pitchFamily="18" charset="0"/>
                  </a:rPr>
                  <a:t> q </a:t>
                </a:r>
                <a:r>
                  <a:rPr lang="en-US" dirty="0"/>
                  <a:t>= “Students who have taken calculus or 	computer science can take this class.”</a:t>
                </a:r>
              </a:p>
              <a:p>
                <a:pPr marL="0" indent="0">
                  <a:buNone/>
                </a:pPr>
                <a:r>
                  <a:rPr lang="en-US" dirty="0"/>
                  <a:t>	p </a:t>
                </a:r>
                <a14:m>
                  <m:oMath xmlns:m="http://schemas.openxmlformats.org/officeDocument/2006/math">
                    <m:r>
                      <a:rPr lang="en-US">
                        <a:latin typeface="Cambria Math"/>
                      </a:rPr>
                      <m:t>⊕</m:t>
                    </m:r>
                  </m:oMath>
                </a14:m>
                <a:r>
                  <a:rPr lang="en-US" dirty="0"/>
                  <a:t> q = “Students who have taken calculus or 	computer science, but not both, can enroll in this 	class.”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87A421E9-FB66-B9E5-EBE6-0D2E1B45D2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11267768" cy="4876800"/>
              </a:xfrm>
              <a:blipFill>
                <a:blip r:embed="rId2"/>
                <a:stretch>
                  <a:fillRect l="-1082" t="-2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423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CA728-10D4-AFCB-94C2-69F269E3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F60662-2664-B46E-87F3-81F98C890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356258" cy="487680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Coffee or tea comes with dinner.			</a:t>
            </a:r>
          </a:p>
          <a:p>
            <a:endParaRPr lang="en-US" dirty="0"/>
          </a:p>
          <a:p>
            <a:r>
              <a:rPr lang="en-US" dirty="0"/>
              <a:t>A password must have at least three digits or be at least five characters long.				</a:t>
            </a:r>
          </a:p>
          <a:p>
            <a:endParaRPr lang="en-US" dirty="0"/>
          </a:p>
          <a:p>
            <a:r>
              <a:rPr lang="en-US" dirty="0"/>
              <a:t>Lunch includes soup or salad.			</a:t>
            </a:r>
          </a:p>
          <a:p>
            <a:endParaRPr lang="en-US" dirty="0"/>
          </a:p>
          <a:p>
            <a:r>
              <a:rPr lang="en-US" dirty="0"/>
              <a:t>Experience with C++ or Java is required.	</a:t>
            </a:r>
          </a:p>
        </p:txBody>
      </p:sp>
    </p:spTree>
    <p:extLst>
      <p:ext uri="{BB962C8B-B14F-4D97-AF65-F5344CB8AC3E}">
        <p14:creationId xmlns:p14="http://schemas.microsoft.com/office/powerpoint/2010/main" val="4213783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C99C-7BF9-91DA-1E89-D3F8A89C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805143-CBCD-33BC-FBA8-596B5124B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208774" cy="4876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Alternate ways of stating an implication</a:t>
            </a:r>
          </a:p>
          <a:p>
            <a:pPr>
              <a:lnSpc>
                <a:spcPct val="90000"/>
              </a:lnSpc>
            </a:pPr>
            <a:endParaRPr lang="en-US" dirty="0">
              <a:cs typeface="Times New Roman" pitchFamily="18" charset="0"/>
            </a:endParaRP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p</a:t>
            </a:r>
            <a:r>
              <a:rPr lang="en-US" dirty="0">
                <a:cs typeface="Times New Roman" pitchFamily="18" charset="0"/>
              </a:rPr>
              <a:t> implies </a:t>
            </a:r>
            <a:r>
              <a:rPr lang="en-US" i="1" dirty="0">
                <a:cs typeface="Times New Roman" pitchFamily="18" charset="0"/>
              </a:rPr>
              <a:t>q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If </a:t>
            </a:r>
            <a:r>
              <a:rPr lang="en-US" i="1" dirty="0">
                <a:cs typeface="Times New Roman" pitchFamily="18" charset="0"/>
              </a:rPr>
              <a:t>p</a:t>
            </a:r>
            <a:r>
              <a:rPr lang="en-US" dirty="0">
                <a:cs typeface="Times New Roman" pitchFamily="18" charset="0"/>
              </a:rPr>
              <a:t>, </a:t>
            </a:r>
            <a:r>
              <a:rPr lang="en-US" i="1" dirty="0">
                <a:cs typeface="Times New Roman" pitchFamily="18" charset="0"/>
              </a:rPr>
              <a:t>q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p</a:t>
            </a:r>
            <a:r>
              <a:rPr lang="en-US" dirty="0">
                <a:cs typeface="Times New Roman" pitchFamily="18" charset="0"/>
              </a:rPr>
              <a:t> only if </a:t>
            </a:r>
            <a:r>
              <a:rPr lang="en-US" i="1" dirty="0">
                <a:cs typeface="Times New Roman" pitchFamily="18" charset="0"/>
              </a:rPr>
              <a:t>q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p</a:t>
            </a:r>
            <a:r>
              <a:rPr lang="en-US" dirty="0">
                <a:cs typeface="Times New Roman" pitchFamily="18" charset="0"/>
              </a:rPr>
              <a:t> is sufficient for </a:t>
            </a:r>
            <a:r>
              <a:rPr lang="en-US" i="1" dirty="0">
                <a:cs typeface="Times New Roman" pitchFamily="18" charset="0"/>
              </a:rPr>
              <a:t>q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q</a:t>
            </a:r>
            <a:r>
              <a:rPr lang="en-US" dirty="0">
                <a:cs typeface="Times New Roman" pitchFamily="18" charset="0"/>
              </a:rPr>
              <a:t> if </a:t>
            </a:r>
            <a:r>
              <a:rPr lang="en-US" i="1" dirty="0">
                <a:cs typeface="Times New Roman" pitchFamily="18" charset="0"/>
              </a:rPr>
              <a:t>p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q</a:t>
            </a:r>
            <a:r>
              <a:rPr lang="en-US" dirty="0">
                <a:cs typeface="Times New Roman" pitchFamily="18" charset="0"/>
              </a:rPr>
              <a:t> whenever </a:t>
            </a:r>
            <a:r>
              <a:rPr lang="en-US" i="1" dirty="0">
                <a:cs typeface="Times New Roman" pitchFamily="18" charset="0"/>
              </a:rPr>
              <a:t>p</a:t>
            </a:r>
          </a:p>
          <a:p>
            <a:pPr lvl="1">
              <a:lnSpc>
                <a:spcPct val="90000"/>
              </a:lnSpc>
            </a:pPr>
            <a:r>
              <a:rPr lang="en-US" i="1" dirty="0">
                <a:cs typeface="Times New Roman" pitchFamily="18" charset="0"/>
              </a:rPr>
              <a:t>q</a:t>
            </a:r>
            <a:r>
              <a:rPr lang="en-US" dirty="0">
                <a:cs typeface="Times New Roman" pitchFamily="18" charset="0"/>
              </a:rPr>
              <a:t> is necessary for </a:t>
            </a:r>
            <a:r>
              <a:rPr lang="en-US" i="1" dirty="0">
                <a:cs typeface="Times New Roman" pitchFamily="18" charset="0"/>
              </a:rPr>
              <a:t>p</a:t>
            </a:r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333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0BD5-614E-296C-9E87-7C8F2287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AD84FFF-A175-2374-57C3-32F5C6817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175" y="1946327"/>
            <a:ext cx="11061290" cy="48768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p: you get 100% on the final</a:t>
            </a:r>
          </a:p>
          <a:p>
            <a:pPr marL="0" indent="0">
              <a:buNone/>
            </a:pPr>
            <a:r>
              <a:rPr lang="en-US" dirty="0"/>
              <a:t>q: you will get an A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b="1" dirty="0"/>
              <a:t>p implies that q.</a:t>
            </a:r>
          </a:p>
          <a:p>
            <a:pPr marL="0" indent="0">
              <a:buNone/>
            </a:pPr>
            <a:r>
              <a:rPr lang="en-US" dirty="0"/>
              <a:t>	you get 100% on the final </a:t>
            </a:r>
            <a:r>
              <a:rPr lang="en-US" dirty="0">
                <a:solidFill>
                  <a:srgbClr val="FF0000"/>
                </a:solidFill>
              </a:rPr>
              <a:t>implies that </a:t>
            </a:r>
            <a:r>
              <a:rPr lang="en-US" dirty="0"/>
              <a:t>you will get an A.</a:t>
            </a:r>
            <a:endParaRPr lang="en-US" sz="1100" dirty="0"/>
          </a:p>
          <a:p>
            <a:r>
              <a:rPr lang="en-US" b="1" dirty="0"/>
              <a:t>If p, then q.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</a:t>
            </a:r>
            <a:r>
              <a:rPr lang="en-US" dirty="0"/>
              <a:t> you get 100% on the final</a:t>
            </a:r>
            <a:r>
              <a:rPr lang="en-US" dirty="0">
                <a:solidFill>
                  <a:srgbClr val="FF0000"/>
                </a:solidFill>
              </a:rPr>
              <a:t>, then</a:t>
            </a:r>
            <a:r>
              <a:rPr lang="en-US" dirty="0"/>
              <a:t> that you will get an A.</a:t>
            </a:r>
          </a:p>
          <a:p>
            <a:r>
              <a:rPr lang="en-US" b="1" dirty="0"/>
              <a:t>If p, q.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	If </a:t>
            </a:r>
            <a:r>
              <a:rPr lang="en-US" dirty="0"/>
              <a:t>you get 100% on the final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/>
              <a:t>that you will get an A.</a:t>
            </a:r>
          </a:p>
          <a:p>
            <a:pPr marL="0" indent="0">
              <a:buNone/>
            </a:pPr>
            <a:endParaRPr lang="en-US" sz="600" dirty="0"/>
          </a:p>
          <a:p>
            <a:r>
              <a:rPr lang="en-US" b="1" dirty="0"/>
              <a:t>p is sufficient for q.</a:t>
            </a:r>
          </a:p>
          <a:p>
            <a:pPr marL="0" indent="0">
              <a:buNone/>
            </a:pPr>
            <a:r>
              <a:rPr lang="en-US" dirty="0"/>
              <a:t>	Get 100% on the final </a:t>
            </a:r>
            <a:r>
              <a:rPr lang="en-US" dirty="0">
                <a:solidFill>
                  <a:srgbClr val="FF0000"/>
                </a:solidFill>
              </a:rPr>
              <a:t>is sufficient for</a:t>
            </a:r>
            <a:r>
              <a:rPr lang="en-US" dirty="0"/>
              <a:t> getting an A.</a:t>
            </a:r>
          </a:p>
          <a:p>
            <a:r>
              <a:rPr lang="en-US" b="1" dirty="0"/>
              <a:t>q if p.</a:t>
            </a:r>
          </a:p>
          <a:p>
            <a:pPr marL="0" indent="0">
              <a:buNone/>
            </a:pPr>
            <a:r>
              <a:rPr lang="en-US" dirty="0"/>
              <a:t>	you will get an A</a:t>
            </a:r>
            <a:r>
              <a:rPr lang="en-US" dirty="0">
                <a:solidFill>
                  <a:srgbClr val="FF0000"/>
                </a:solidFill>
              </a:rPr>
              <a:t> if</a:t>
            </a:r>
            <a:r>
              <a:rPr lang="en-US" dirty="0"/>
              <a:t> you get 100% on the final.</a:t>
            </a:r>
          </a:p>
          <a:p>
            <a:r>
              <a:rPr lang="en-US" b="1" dirty="0"/>
              <a:t>q unless </a:t>
            </a:r>
            <a:r>
              <a:rPr lang="en-US" b="1" dirty="0">
                <a:solidFill>
                  <a:srgbClr val="FF0000"/>
                </a:solidFill>
              </a:rPr>
              <a:t>￢</a:t>
            </a:r>
            <a:r>
              <a:rPr lang="en-US" b="1" dirty="0"/>
              <a:t> p.</a:t>
            </a:r>
          </a:p>
          <a:p>
            <a:pPr marL="0" indent="0">
              <a:buNone/>
            </a:pPr>
            <a:r>
              <a:rPr lang="en-US" dirty="0"/>
              <a:t>	you will get an A </a:t>
            </a:r>
            <a:r>
              <a:rPr lang="en-US" dirty="0">
                <a:solidFill>
                  <a:srgbClr val="FF0000"/>
                </a:solidFill>
              </a:rPr>
              <a:t>unless</a:t>
            </a:r>
            <a:r>
              <a:rPr lang="en-US" dirty="0"/>
              <a:t> you </a:t>
            </a:r>
            <a:r>
              <a:rPr lang="en-US" dirty="0">
                <a:solidFill>
                  <a:srgbClr val="FF0000"/>
                </a:solidFill>
              </a:rPr>
              <a:t>don’t</a:t>
            </a:r>
            <a:r>
              <a:rPr lang="en-US" dirty="0"/>
              <a:t> get 100% on final.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dirty="0">
              <a:cs typeface="Times New Roman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2613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F5F97-B4E2-767B-0640-461BC1D6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5516CB-817F-2105-7790-2E30522F5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Converse</a:t>
            </a:r>
          </a:p>
          <a:p>
            <a:pPr marL="0" indent="0">
              <a:buNone/>
            </a:pPr>
            <a:r>
              <a:rPr lang="en-US" dirty="0"/>
              <a:t>  The proposition </a:t>
            </a:r>
            <a:r>
              <a:rPr lang="en-US" i="1" dirty="0"/>
              <a:t>q </a:t>
            </a:r>
            <a:r>
              <a:rPr lang="en-US" dirty="0"/>
              <a:t>→ </a:t>
            </a:r>
            <a:r>
              <a:rPr lang="en-US" i="1" dirty="0"/>
              <a:t>p </a:t>
            </a:r>
            <a:r>
              <a:rPr lang="en-US" dirty="0"/>
              <a:t>is </a:t>
            </a:r>
            <a:r>
              <a:rPr lang="en-US" b="1" dirty="0"/>
              <a:t>converse </a:t>
            </a:r>
            <a:r>
              <a:rPr lang="en-US" dirty="0"/>
              <a:t>of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/>
              <a:t>q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Contrapositive</a:t>
            </a:r>
          </a:p>
          <a:p>
            <a:pPr marL="0" indent="0">
              <a:buNone/>
            </a:pPr>
            <a:r>
              <a:rPr lang="en-US" dirty="0"/>
              <a:t>  The </a:t>
            </a:r>
            <a:r>
              <a:rPr lang="en-US" b="1" dirty="0"/>
              <a:t>contrapositive </a:t>
            </a:r>
            <a:r>
              <a:rPr lang="en-US" dirty="0"/>
              <a:t>of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/>
              <a:t>q </a:t>
            </a:r>
            <a:r>
              <a:rPr lang="en-US" dirty="0"/>
              <a:t>is the proposition ￢</a:t>
            </a:r>
            <a:r>
              <a:rPr lang="en-US" i="1" dirty="0"/>
              <a:t>q </a:t>
            </a:r>
            <a:r>
              <a:rPr lang="en-US" dirty="0"/>
              <a:t>→￢</a:t>
            </a:r>
            <a:r>
              <a:rPr lang="en-US" i="1" dirty="0"/>
              <a:t>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Inverse</a:t>
            </a:r>
          </a:p>
          <a:p>
            <a:pPr marL="0" indent="0">
              <a:buNone/>
            </a:pPr>
            <a:r>
              <a:rPr lang="en-US" dirty="0"/>
              <a:t>  The proposition ￢</a:t>
            </a:r>
            <a:r>
              <a:rPr lang="en-US" i="1" dirty="0"/>
              <a:t>p </a:t>
            </a:r>
            <a:r>
              <a:rPr lang="en-US" dirty="0"/>
              <a:t>→￢</a:t>
            </a:r>
            <a:r>
              <a:rPr lang="en-US" i="1" dirty="0"/>
              <a:t>q </a:t>
            </a:r>
            <a:r>
              <a:rPr lang="en-US" dirty="0"/>
              <a:t>is called the </a:t>
            </a:r>
            <a:r>
              <a:rPr lang="en-US" b="1" dirty="0"/>
              <a:t>inverse </a:t>
            </a:r>
            <a:r>
              <a:rPr lang="en-US" dirty="0"/>
              <a:t>of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/>
              <a:t>q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55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F60C-B690-1625-671F-FDC60915B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6446D-7FFD-3D84-56A4-7C6E9CF9E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“The home team wins whenever it is raining?”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dirty="0"/>
              <a:t>Because “</a:t>
            </a:r>
            <a:r>
              <a:rPr lang="en-US" i="1" dirty="0"/>
              <a:t>q </a:t>
            </a:r>
            <a:r>
              <a:rPr lang="en-US" dirty="0"/>
              <a:t>whenever </a:t>
            </a:r>
            <a:r>
              <a:rPr lang="en-US" i="1" dirty="0"/>
              <a:t>p</a:t>
            </a:r>
            <a:r>
              <a:rPr lang="en-US" dirty="0"/>
              <a:t>”, so 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/>
              <a:t>q</a:t>
            </a:r>
            <a:r>
              <a:rPr lang="en-US" dirty="0"/>
              <a:t>, the original statement  can be rewritten as “If it is raining, then the home team wins.”</a:t>
            </a:r>
          </a:p>
          <a:p>
            <a:r>
              <a:rPr lang="en-US" dirty="0"/>
              <a:t>Contrapositive </a:t>
            </a:r>
          </a:p>
          <a:p>
            <a:pPr marL="0" indent="0">
              <a:buNone/>
            </a:pPr>
            <a:r>
              <a:rPr lang="en-US" dirty="0"/>
              <a:t>	“If the home team does not win, then it is not raining.”</a:t>
            </a:r>
          </a:p>
          <a:p>
            <a:r>
              <a:rPr lang="en-US" dirty="0"/>
              <a:t>Converse</a:t>
            </a:r>
          </a:p>
          <a:p>
            <a:pPr marL="0" indent="0">
              <a:buNone/>
            </a:pPr>
            <a:r>
              <a:rPr lang="en-US" dirty="0"/>
              <a:t>	“If the home team wins, then it is raining.”</a:t>
            </a:r>
          </a:p>
          <a:p>
            <a:r>
              <a:rPr lang="en-US" dirty="0"/>
              <a:t>Inverse</a:t>
            </a:r>
          </a:p>
          <a:p>
            <a:pPr marL="0" indent="0">
              <a:buNone/>
            </a:pPr>
            <a:r>
              <a:rPr lang="en-US" dirty="0"/>
              <a:t>	“If it is not raining, then the home team does not win.”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08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AEBC0-42BC-E7DA-08A4-4E048BF41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C5D545-08B0-AE87-AF6A-4ACE8F562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i="1" dirty="0"/>
              <a:t>p </a:t>
            </a:r>
            <a:r>
              <a:rPr lang="en-US" dirty="0"/>
              <a:t>↔ </a:t>
            </a:r>
            <a:r>
              <a:rPr lang="en-US" i="1" dirty="0"/>
              <a:t>q </a:t>
            </a:r>
            <a:r>
              <a:rPr lang="en-US" dirty="0">
                <a:cs typeface="Times New Roman" pitchFamily="18" charset="0"/>
              </a:rPr>
              <a:t>corresponds to English </a:t>
            </a:r>
            <a:r>
              <a:rPr lang="en-US" dirty="0"/>
              <a:t>“</a:t>
            </a:r>
            <a:r>
              <a:rPr lang="en-US" i="1" dirty="0"/>
              <a:t>p </a:t>
            </a:r>
            <a:r>
              <a:rPr lang="en-US" dirty="0"/>
              <a:t>if and only if </a:t>
            </a:r>
            <a:r>
              <a:rPr lang="en-US" i="1" dirty="0"/>
              <a:t>q</a:t>
            </a:r>
            <a:r>
              <a:rPr lang="en-US" dirty="0"/>
              <a:t>.”</a:t>
            </a:r>
          </a:p>
          <a:p>
            <a:r>
              <a:rPr lang="en-US" dirty="0">
                <a:cs typeface="Times New Roman" pitchFamily="18" charset="0"/>
              </a:rPr>
              <a:t>Symbol: </a:t>
            </a:r>
            <a:r>
              <a:rPr lang="en-US" dirty="0"/>
              <a:t>↔ </a:t>
            </a:r>
          </a:p>
          <a:p>
            <a:r>
              <a:rPr lang="en-US" dirty="0"/>
              <a:t>The bi-conditional statement </a:t>
            </a:r>
            <a:r>
              <a:rPr lang="en-US" i="1" dirty="0"/>
              <a:t>p </a:t>
            </a:r>
            <a:r>
              <a:rPr lang="en-US" dirty="0"/>
              <a:t>↔ </a:t>
            </a:r>
            <a:r>
              <a:rPr lang="en-US" i="1" dirty="0"/>
              <a:t>q </a:t>
            </a:r>
            <a:r>
              <a:rPr lang="en-US" dirty="0"/>
              <a:t>is true when </a:t>
            </a:r>
            <a:r>
              <a:rPr lang="en-US" i="1" dirty="0"/>
              <a:t>p </a:t>
            </a:r>
            <a:r>
              <a:rPr lang="en-US" dirty="0"/>
              <a:t>and </a:t>
            </a:r>
            <a:r>
              <a:rPr lang="en-US" i="1" dirty="0"/>
              <a:t>q </a:t>
            </a:r>
            <a:r>
              <a:rPr lang="en-US" dirty="0"/>
              <a:t>have the same truth values, and is false otherwise. </a:t>
            </a:r>
          </a:p>
          <a:p>
            <a:r>
              <a:rPr lang="en-US" dirty="0"/>
              <a:t>Bi-conditional statements are also called </a:t>
            </a:r>
            <a:r>
              <a:rPr lang="en-US" i="1" dirty="0"/>
              <a:t>bi-implications</a:t>
            </a:r>
            <a:r>
              <a:rPr lang="en-US" dirty="0"/>
              <a:t>.</a:t>
            </a:r>
          </a:p>
          <a:p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Alternatively, it means “(if p then q) and (if q then p)”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“You can take the flight if and only if you buy a ticket.”</a:t>
            </a:r>
          </a:p>
        </p:txBody>
      </p:sp>
    </p:spTree>
    <p:extLst>
      <p:ext uri="{BB962C8B-B14F-4D97-AF65-F5344CB8AC3E}">
        <p14:creationId xmlns:p14="http://schemas.microsoft.com/office/powerpoint/2010/main" val="6581353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7464D-63B5-E030-E1EA-DE2880EA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312B17-D86F-284A-C67F-1FF78C768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495129"/>
              </p:ext>
            </p:extLst>
          </p:nvPr>
        </p:nvGraphicFramePr>
        <p:xfrm>
          <a:off x="3465871" y="3084871"/>
          <a:ext cx="4572000" cy="1854200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p</a:t>
                      </a:r>
                      <a:r>
                        <a:rPr lang="en-US" sz="18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</a:t>
                      </a:r>
                      <a:r>
                        <a:rPr lang="en-US" sz="1400" b="1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↔</a:t>
                      </a:r>
                      <a:r>
                        <a:rPr lang="en-US" sz="14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Times New Roman" pitchFamily="18" charset="0"/>
                          <a:sym typeface="Symbol" pitchFamily="18" charset="2"/>
                        </a:rPr>
                        <a:t> </a:t>
                      </a:r>
                      <a:r>
                        <a:rPr lang="en-US" dirty="0"/>
                        <a:t>q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97B7E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11909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9F72-5151-6390-BBB1-D5464844B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B6BB931-EF42-CECC-F33B-D3590CC2A7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70143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p: You can take flight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q: You buy a ticket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600" i="1" dirty="0">
                          <a:latin typeface="Cambria Math"/>
                          <a:ea typeface="Cambria Math"/>
                        </a:rPr>
                        <m:t>𝑝</m:t>
                      </m:r>
                      <m:r>
                        <a:rPr lang="en-US" sz="2600" i="1" dirty="0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2600" i="1" dirty="0">
                          <a:latin typeface="Cambria Math"/>
                          <a:ea typeface="Cambria Math"/>
                        </a:rPr>
                        <m:t>𝑞</m:t>
                      </m:r>
                    </m:oMath>
                  </m:oMathPara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6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can take flight if and only if you buy a ticket</a:t>
                </a:r>
              </a:p>
              <a:p>
                <a:pPr marL="0" indent="0">
                  <a:buNone/>
                </a:pPr>
                <a:r>
                  <a:rPr lang="en-US" sz="2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the truth value when:</a:t>
                </a:r>
              </a:p>
              <a:p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buy a ticket and you can take the flight ??</a:t>
                </a:r>
              </a:p>
              <a:p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</m:oMath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don’t buy a ticket and you can’t take the flight ??</a:t>
                </a:r>
              </a:p>
              <a:p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</m:oMath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buy a ticket but you can’t take the flight ??</a:t>
                </a:r>
              </a:p>
              <a:p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</m:oMath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can’t buy a ticket but can take the flight ??</a:t>
                </a:r>
              </a:p>
              <a:p>
                <a14:m>
                  <m:oMath xmlns:m="http://schemas.openxmlformats.org/officeDocument/2006/math"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↔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𝑇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≡</m:t>
                    </m:r>
                    <m:r>
                      <a:rPr lang="en-US" sz="2600" i="1" dirty="0">
                        <a:latin typeface="Cambria Math"/>
                        <a:ea typeface="Cambria Math"/>
                      </a:rPr>
                      <m:t>𝐹</m:t>
                    </m:r>
                  </m:oMath>
                </a14:m>
                <a:endParaRPr lang="en-US" sz="2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B6BB931-EF42-CECC-F33B-D3590CC2A7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70143"/>
              </a:xfrm>
              <a:blipFill>
                <a:blip r:embed="rId2"/>
                <a:stretch>
                  <a:fillRect l="-638" t="-23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652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D08C0-BD21-2346-B0FC-A3F8E5F4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376D20-9745-2F1D-DA88-7513A722F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031794" cy="48768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endParaRPr lang="en-US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  <a:defRPr/>
            </a:pP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Other English equivalents: </a:t>
            </a:r>
          </a:p>
          <a:p>
            <a:pPr>
              <a:lnSpc>
                <a:spcPct val="90000"/>
              </a:lnSpc>
              <a:defRPr/>
            </a:pPr>
            <a:endParaRPr lang="en-US" dirty="0">
              <a:latin typeface="+mj-lt"/>
              <a:cs typeface="Times New Roman" pitchFamily="18" charset="0"/>
              <a:sym typeface="Symbol" pitchFamily="18" charset="2"/>
            </a:endParaRP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“p if and only if q”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“p is equivalent to q”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+mj-lt"/>
                <a:cs typeface="Times New Roman" pitchFamily="18" charset="0"/>
                <a:sym typeface="Symbol" pitchFamily="18" charset="2"/>
              </a:rPr>
              <a:t>“p is necessary </a:t>
            </a:r>
            <a:r>
              <a:rPr lang="en-US" dirty="0">
                <a:latin typeface="+mj-lt"/>
                <a:cs typeface="Times New Roman" pitchFamily="18" charset="0"/>
              </a:rPr>
              <a:t>and sufficient for q”</a:t>
            </a:r>
          </a:p>
          <a:p>
            <a:pPr lvl="1">
              <a:lnSpc>
                <a:spcPct val="90000"/>
              </a:lnSpc>
              <a:defRPr/>
            </a:pPr>
            <a:r>
              <a:rPr lang="en-US" dirty="0">
                <a:latin typeface="+mj-lt"/>
                <a:cs typeface="Times New Roman" pitchFamily="18" charset="0"/>
              </a:rPr>
              <a:t>“If p then q, and conversely”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61555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AF92F-6E14-AEE6-A343-95853F7C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958BBD55-6D03-45D5-9825-58DE5591E2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4359740"/>
                  </p:ext>
                </p:extLst>
              </p:nvPr>
            </p:nvGraphicFramePr>
            <p:xfrm>
              <a:off x="1194619" y="2212258"/>
              <a:ext cx="9807678" cy="3215148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3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89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897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893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54380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90704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Not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Not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And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Or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 err="1"/>
                            <a:t>Xor</a:t>
                          </a:r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Implication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Bi-conditional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</a:t>
                          </a:r>
                          <a:r>
                            <a:rPr lang="en-US" b="1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</a:t>
                          </a:r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</a:t>
                          </a:r>
                          <a14:m>
                            <m:oMath xmlns:m="http://schemas.openxmlformats.org/officeDocument/2006/math">
                              <m:r>
                                <a:rPr lang="en-US" b="1" smtClean="0">
                                  <a:latin typeface="Cambria Math"/>
                                </a:rPr>
                                <m:t>∧</m:t>
                              </m:r>
                            </m:oMath>
                          </a14:m>
                          <a:r>
                            <a:rPr lang="en-US" b="1" baseline="0" dirty="0"/>
                            <a:t> q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</a:t>
                          </a:r>
                          <a:r>
                            <a:rPr lang="en-US" b="1" baseline="0" dirty="0"/>
                            <a:t> q 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</a:t>
                          </a:r>
                          <a:r>
                            <a:rPr lang="en-US" b="1" baseline="0" dirty="0"/>
                            <a:t> q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 </a:t>
                          </a:r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lang="en-US" sz="1800" b="1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  <a:sym typeface="Symbol" pitchFamily="18" charset="2"/>
                            </a:rPr>
                            <a:t>↔</a:t>
                          </a:r>
                          <a:r>
                            <a:rPr lang="en-US" b="1" baseline="0" dirty="0"/>
                            <a:t>q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3">
                <a:extLst>
                  <a:ext uri="{FF2B5EF4-FFF2-40B4-BE49-F238E27FC236}">
                    <a16:creationId xmlns:a16="http://schemas.microsoft.com/office/drawing/2014/main" id="{958BBD55-6D03-45D5-9825-58DE5591E202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964359740"/>
                  </p:ext>
                </p:extLst>
              </p:nvPr>
            </p:nvGraphicFramePr>
            <p:xfrm>
              <a:off x="1194619" y="2212258"/>
              <a:ext cx="9807678" cy="3215148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8173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1730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9893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089742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98931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1543802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  <a:gridCol w="1907048">
                      <a:extLst>
                        <a:ext uri="{9D8B030D-6E8A-4147-A177-3AD203B41FA5}">
                          <a16:colId xmlns:a16="http://schemas.microsoft.com/office/drawing/2014/main" val="20008"/>
                        </a:ext>
                      </a:extLst>
                    </a:gridCol>
                  </a:tblGrid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Not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Not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And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Or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 err="1"/>
                            <a:t>Xor</a:t>
                          </a:r>
                          <a:endParaRPr lang="en-US" sz="1800" b="0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Implication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800" b="0" dirty="0"/>
                            <a:t>Bi-conditional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</a:t>
                          </a:r>
                          <a:r>
                            <a:rPr lang="en-US" b="1" dirty="0"/>
                            <a:t>p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</a:t>
                          </a:r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28049" t="-105682" r="-557317" b="-403409"/>
                          </a:stretch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</a:t>
                          </a:r>
                          <a:r>
                            <a:rPr lang="en-US" b="1" baseline="0" dirty="0"/>
                            <a:t> q 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</a:t>
                          </a:r>
                          <a:r>
                            <a:rPr lang="en-US" b="1" baseline="0" dirty="0"/>
                            <a:t> q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kumimoji="0" lang="en-US" sz="18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Verdana" charset="0"/>
                              <a:ea typeface="Osaka" charset="-128"/>
                              <a:cs typeface="Osaka" charset="-128"/>
                              <a:sym typeface="Symbol" charset="2"/>
                            </a:rPr>
                            <a:t> </a:t>
                          </a:r>
                          <a:r>
                            <a:rPr lang="en-US" b="1" dirty="0"/>
                            <a:t>q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b="1" dirty="0"/>
                            <a:t>p </a:t>
                          </a:r>
                          <a:r>
                            <a:rPr lang="en-US" sz="1800" b="1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  <a:sym typeface="Symbol" pitchFamily="18" charset="2"/>
                            </a:rPr>
                            <a:t>↔</a:t>
                          </a:r>
                          <a:r>
                            <a:rPr lang="en-US" b="1" baseline="0" dirty="0"/>
                            <a:t>q</a:t>
                          </a:r>
                          <a:endParaRPr lang="en-US" b="1" dirty="0"/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3585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F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</a:defRPr>
                          </a:lvl9pPr>
                        </a:lstStyle>
                        <a:p>
                          <a:pPr algn="ctr"/>
                          <a:r>
                            <a:rPr lang="en-US" dirty="0"/>
                            <a:t>T</a:t>
                          </a:r>
                        </a:p>
                      </a:txBody>
                      <a:tcPr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797B7E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725763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0B057-4177-0C3F-BF3F-882D2C225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82A5719-69E4-52E3-41A2-0D193AD1FE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32387" y="1799303"/>
            <a:ext cx="8967019" cy="4807974"/>
          </a:xfrm>
          <a:noFill/>
        </p:spPr>
      </p:pic>
    </p:spTree>
    <p:extLst>
      <p:ext uri="{BB962C8B-B14F-4D97-AF65-F5344CB8AC3E}">
        <p14:creationId xmlns:p14="http://schemas.microsoft.com/office/powerpoint/2010/main" val="3673911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C92D4-12C0-1E01-21D8-8C60FCC9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083A919-5A38-4CE7-CF4E-A29835B41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17" y="1565275"/>
            <a:ext cx="7540625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5345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80AE-2CE4-9672-9BD5-132044984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A4919E0-6D2F-5B4E-7CFD-1977EF5919A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4619" y="2064775"/>
            <a:ext cx="9969910" cy="3687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78298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EC46-F75D-65FF-F61E-998741994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723AD9-EBEA-6F9C-435C-6B35E130A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529" y="2271252"/>
            <a:ext cx="6666271" cy="443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0522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F8AB-2763-EA74-92BD-220FA46E6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C1074B-D694-2256-0CB6-A93834B2E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61892"/>
              </p:ext>
            </p:extLst>
          </p:nvPr>
        </p:nvGraphicFramePr>
        <p:xfrm>
          <a:off x="2930013" y="3094703"/>
          <a:ext cx="6019799" cy="207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145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￢</a:t>
                      </a:r>
                      <a:r>
                        <a:rPr lang="en-US" i="1" dirty="0"/>
                        <a:t>q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p </a:t>
                      </a:r>
                      <a:r>
                        <a:rPr lang="en-US" dirty="0"/>
                        <a:t>∨￢</a:t>
                      </a:r>
                      <a:r>
                        <a:rPr lang="en-US" i="1" dirty="0"/>
                        <a:t>q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1" dirty="0"/>
                        <a:t>p </a:t>
                      </a:r>
                      <a:r>
                        <a:rPr lang="en-US" dirty="0"/>
                        <a:t>∧ </a:t>
                      </a:r>
                      <a:r>
                        <a:rPr lang="en-US" i="1" dirty="0"/>
                        <a:t>q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(p </a:t>
                      </a:r>
                      <a:r>
                        <a:rPr lang="en-US" dirty="0"/>
                        <a:t>∨￢</a:t>
                      </a:r>
                      <a:r>
                        <a:rPr lang="en-US" i="1" dirty="0"/>
                        <a:t>q) </a:t>
                      </a:r>
                      <a:r>
                        <a:rPr lang="en-US" dirty="0"/>
                        <a:t>→ </a:t>
                      </a:r>
                      <a:r>
                        <a:rPr lang="en-US" i="1" dirty="0"/>
                        <a:t>(p </a:t>
                      </a:r>
                      <a:r>
                        <a:rPr lang="en-US" dirty="0"/>
                        <a:t>∧ </a:t>
                      </a:r>
                      <a:r>
                        <a:rPr lang="en-US" i="1" dirty="0"/>
                        <a:t>q)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5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362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6BEEF-65BA-1B3C-BAA4-8374D7A9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B2EA-C2FA-2060-258A-D311F07C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  </a:t>
            </a:r>
            <a:r>
              <a:rPr lang="en-US" dirty="0"/>
              <a:t>→ </a:t>
            </a:r>
            <a:r>
              <a:rPr lang="en-US" i="1" dirty="0"/>
              <a:t>(</a:t>
            </a:r>
            <a:r>
              <a:rPr lang="en-US" dirty="0"/>
              <a:t>￢</a:t>
            </a:r>
            <a:r>
              <a:rPr lang="en-US" i="1" dirty="0"/>
              <a:t>q </a:t>
            </a:r>
            <a:r>
              <a:rPr lang="en-US" dirty="0"/>
              <a:t>∧ r </a:t>
            </a:r>
            <a:r>
              <a:rPr lang="en-US" i="1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32A356-656D-D564-3B9A-50877D478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39242"/>
              </p:ext>
            </p:extLst>
          </p:nvPr>
        </p:nvGraphicFramePr>
        <p:xfrm>
          <a:off x="2743201" y="2732532"/>
          <a:ext cx="6705598" cy="357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4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790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￢</a:t>
                      </a:r>
                      <a:r>
                        <a:rPr lang="en-US" i="1" dirty="0"/>
                        <a:t>q 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￢</a:t>
                      </a:r>
                      <a:r>
                        <a:rPr lang="en-US" i="1" dirty="0"/>
                        <a:t>q </a:t>
                      </a:r>
                      <a:r>
                        <a:rPr lang="en-US" dirty="0"/>
                        <a:t>∧ 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p  </a:t>
                      </a:r>
                      <a:r>
                        <a:rPr lang="en-US" dirty="0"/>
                        <a:t>→ </a:t>
                      </a:r>
                      <a:r>
                        <a:rPr lang="en-US" i="1" dirty="0"/>
                        <a:t>(</a:t>
                      </a:r>
                      <a:r>
                        <a:rPr lang="en-US" dirty="0"/>
                        <a:t>￢</a:t>
                      </a:r>
                      <a:r>
                        <a:rPr lang="en-US" i="1" dirty="0"/>
                        <a:t>q </a:t>
                      </a:r>
                      <a:r>
                        <a:rPr lang="en-US" dirty="0"/>
                        <a:t>∧ r </a:t>
                      </a:r>
                      <a:r>
                        <a:rPr lang="en-US" i="1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503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1468</Words>
  <Application>Microsoft Office PowerPoint</Application>
  <PresentationFormat>Widescreen</PresentationFormat>
  <Paragraphs>373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Symbol</vt:lpstr>
      <vt:lpstr>Times New Roman</vt:lpstr>
      <vt:lpstr>Verdana</vt:lpstr>
      <vt:lpstr>Office Theme</vt:lpstr>
      <vt:lpstr>PowerPoint Presentation</vt:lpstr>
      <vt:lpstr>Logic</vt:lpstr>
      <vt:lpstr>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  <vt:lpstr>Propositional Logic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Fehmida Usmani</dc:creator>
  <cp:lastModifiedBy>Fehmida Usmani</cp:lastModifiedBy>
  <cp:revision>1</cp:revision>
  <dcterms:created xsi:type="dcterms:W3CDTF">2024-09-01T23:03:28Z</dcterms:created>
  <dcterms:modified xsi:type="dcterms:W3CDTF">2024-09-02T08:08:48Z</dcterms:modified>
</cp:coreProperties>
</file>